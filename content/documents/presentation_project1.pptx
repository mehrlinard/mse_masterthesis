
<file path=[Content_Types].xml><?xml version="1.0" encoding="utf-8"?>
<Types xmlns="http://schemas.openxmlformats.org/package/2006/content-types">
  <Default Extension="emf" ContentType="image/x-emf"/>
  <Default Extension="jpeg" ContentType="image/jpeg"/>
  <Default Extension="jpg" ContentType="image/jpeg"/>
  <Default Extension="mp3" ContentType="audio/m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5"/>
  </p:sldMasterIdLst>
  <p:notesMasterIdLst>
    <p:notesMasterId r:id="rId107"/>
  </p:notesMasterIdLst>
  <p:handoutMasterIdLst>
    <p:handoutMasterId r:id="rId108"/>
  </p:handoutMasterIdLst>
  <p:sldIdLst>
    <p:sldId id="425" r:id="rId6"/>
    <p:sldId id="263" r:id="rId7"/>
    <p:sldId id="385" r:id="rId8"/>
    <p:sldId id="431" r:id="rId9"/>
    <p:sldId id="432" r:id="rId10"/>
    <p:sldId id="276" r:id="rId11"/>
    <p:sldId id="277" r:id="rId12"/>
    <p:sldId id="278" r:id="rId13"/>
    <p:sldId id="279" r:id="rId14"/>
    <p:sldId id="363" r:id="rId15"/>
    <p:sldId id="364" r:id="rId16"/>
    <p:sldId id="280" r:id="rId17"/>
    <p:sldId id="281" r:id="rId18"/>
    <p:sldId id="282" r:id="rId19"/>
    <p:sldId id="283" r:id="rId20"/>
    <p:sldId id="362" r:id="rId21"/>
    <p:sldId id="284" r:id="rId22"/>
    <p:sldId id="285" r:id="rId23"/>
    <p:sldId id="361" r:id="rId24"/>
    <p:sldId id="286" r:id="rId25"/>
    <p:sldId id="360" r:id="rId26"/>
    <p:sldId id="287" r:id="rId27"/>
    <p:sldId id="289" r:id="rId28"/>
    <p:sldId id="292" r:id="rId29"/>
    <p:sldId id="293" r:id="rId30"/>
    <p:sldId id="295" r:id="rId31"/>
    <p:sldId id="296" r:id="rId32"/>
    <p:sldId id="294" r:id="rId33"/>
    <p:sldId id="300" r:id="rId34"/>
    <p:sldId id="301" r:id="rId35"/>
    <p:sldId id="302" r:id="rId36"/>
    <p:sldId id="303" r:id="rId37"/>
    <p:sldId id="366" r:id="rId38"/>
    <p:sldId id="305" r:id="rId39"/>
    <p:sldId id="322" r:id="rId40"/>
    <p:sldId id="306" r:id="rId41"/>
    <p:sldId id="307" r:id="rId42"/>
    <p:sldId id="308" r:id="rId43"/>
    <p:sldId id="309" r:id="rId44"/>
    <p:sldId id="310" r:id="rId45"/>
    <p:sldId id="365" r:id="rId46"/>
    <p:sldId id="311" r:id="rId47"/>
    <p:sldId id="312" r:id="rId48"/>
    <p:sldId id="313" r:id="rId49"/>
    <p:sldId id="314" r:id="rId50"/>
    <p:sldId id="315" r:id="rId51"/>
    <p:sldId id="316" r:id="rId52"/>
    <p:sldId id="317" r:id="rId53"/>
    <p:sldId id="318" r:id="rId54"/>
    <p:sldId id="319" r:id="rId55"/>
    <p:sldId id="320" r:id="rId56"/>
    <p:sldId id="321" r:id="rId57"/>
    <p:sldId id="367" r:id="rId58"/>
    <p:sldId id="323" r:id="rId59"/>
    <p:sldId id="324" r:id="rId60"/>
    <p:sldId id="325" r:id="rId61"/>
    <p:sldId id="326" r:id="rId62"/>
    <p:sldId id="327" r:id="rId63"/>
    <p:sldId id="328" r:id="rId64"/>
    <p:sldId id="329" r:id="rId65"/>
    <p:sldId id="330" r:id="rId66"/>
    <p:sldId id="331" r:id="rId67"/>
    <p:sldId id="332" r:id="rId68"/>
    <p:sldId id="333" r:id="rId69"/>
    <p:sldId id="334" r:id="rId70"/>
    <p:sldId id="335" r:id="rId71"/>
    <p:sldId id="336" r:id="rId72"/>
    <p:sldId id="337" r:id="rId73"/>
    <p:sldId id="338" r:id="rId74"/>
    <p:sldId id="339" r:id="rId75"/>
    <p:sldId id="340" r:id="rId76"/>
    <p:sldId id="341" r:id="rId77"/>
    <p:sldId id="342" r:id="rId78"/>
    <p:sldId id="343" r:id="rId79"/>
    <p:sldId id="344" r:id="rId80"/>
    <p:sldId id="345" r:id="rId81"/>
    <p:sldId id="346" r:id="rId82"/>
    <p:sldId id="347" r:id="rId83"/>
    <p:sldId id="348" r:id="rId84"/>
    <p:sldId id="349" r:id="rId85"/>
    <p:sldId id="350" r:id="rId86"/>
    <p:sldId id="351" r:id="rId87"/>
    <p:sldId id="352" r:id="rId88"/>
    <p:sldId id="368" r:id="rId89"/>
    <p:sldId id="353" r:id="rId90"/>
    <p:sldId id="441" r:id="rId91"/>
    <p:sldId id="379" r:id="rId92"/>
    <p:sldId id="426" r:id="rId93"/>
    <p:sldId id="429" r:id="rId94"/>
    <p:sldId id="430" r:id="rId95"/>
    <p:sldId id="357" r:id="rId96"/>
    <p:sldId id="297" r:id="rId97"/>
    <p:sldId id="298" r:id="rId98"/>
    <p:sldId id="372" r:id="rId99"/>
    <p:sldId id="375" r:id="rId100"/>
    <p:sldId id="358" r:id="rId101"/>
    <p:sldId id="359" r:id="rId102"/>
    <p:sldId id="369" r:id="rId103"/>
    <p:sldId id="370" r:id="rId104"/>
    <p:sldId id="371" r:id="rId105"/>
    <p:sldId id="265" r:id="rId106"/>
  </p:sldIdLst>
  <p:sldSz cx="12192000" cy="6858000"/>
  <p:notesSz cx="6858000" cy="9144000"/>
  <p:defaultTextStyle>
    <a:defPPr>
      <a:defRPr lang="de-DE"/>
    </a:defPPr>
    <a:lvl1pPr marL="0" indent="0" algn="l" defTabSz="914400" rtl="0" eaLnBrk="1" latinLnBrk="0" hangingPunct="1">
      <a:lnSpc>
        <a:spcPct val="109000"/>
      </a:lnSpc>
      <a:spcBef>
        <a:spcPts val="0"/>
      </a:spcBef>
      <a:buFont typeface="+mj-lt"/>
      <a:buNone/>
      <a:defRPr sz="2000" b="0" kern="1200" spc="-10" baseline="0">
        <a:solidFill>
          <a:schemeClr val="tx1"/>
        </a:solidFill>
        <a:latin typeface="+mn-lt"/>
        <a:ea typeface="+mn-ea"/>
        <a:cs typeface="+mn-cs"/>
      </a:defRPr>
    </a:lvl1pPr>
    <a:lvl2pPr marL="198000" indent="-198000" algn="l" defTabSz="914400" rtl="0" eaLnBrk="1" latinLnBrk="0" hangingPunct="1">
      <a:lnSpc>
        <a:spcPct val="109000"/>
      </a:lnSpc>
      <a:spcBef>
        <a:spcPts val="0"/>
      </a:spcBef>
      <a:buFont typeface="Symbol" panose="05050102010706020507" pitchFamily="18" charset="2"/>
      <a:buChar char="-"/>
      <a:defRPr sz="2000" kern="1200" spc="-10" baseline="0">
        <a:solidFill>
          <a:schemeClr val="tx1"/>
        </a:solidFill>
        <a:latin typeface="+mn-lt"/>
        <a:ea typeface="+mn-ea"/>
        <a:cs typeface="+mn-cs"/>
      </a:defRPr>
    </a:lvl2pPr>
    <a:lvl3pPr marL="396000" indent="-198000" algn="l" defTabSz="914400" rtl="0" eaLnBrk="1" latinLnBrk="0" hangingPunct="1">
      <a:lnSpc>
        <a:spcPct val="109000"/>
      </a:lnSpc>
      <a:spcBef>
        <a:spcPts val="0"/>
      </a:spcBef>
      <a:buFont typeface="Symbol" panose="05050102010706020507" pitchFamily="18" charset="2"/>
      <a:buChar char="-"/>
      <a:defRPr sz="2000" kern="1200" spc="-10" baseline="0">
        <a:solidFill>
          <a:schemeClr val="tx1"/>
        </a:solidFill>
        <a:latin typeface="+mn-lt"/>
        <a:ea typeface="+mn-ea"/>
        <a:cs typeface="+mn-cs"/>
      </a:defRPr>
    </a:lvl3pPr>
    <a:lvl4pPr marL="594000" indent="-198000" algn="l" defTabSz="914400" rtl="0" eaLnBrk="1" latinLnBrk="0" hangingPunct="1">
      <a:lnSpc>
        <a:spcPct val="109000"/>
      </a:lnSpc>
      <a:spcBef>
        <a:spcPts val="0"/>
      </a:spcBef>
      <a:buFont typeface="Symbol" panose="05050102010706020507" pitchFamily="18" charset="2"/>
      <a:buChar char="-"/>
      <a:defRPr sz="2000" kern="1200" spc="-10" baseline="0">
        <a:solidFill>
          <a:schemeClr val="tx1"/>
        </a:solidFill>
        <a:latin typeface="+mn-lt"/>
        <a:ea typeface="+mn-ea"/>
        <a:cs typeface="+mn-cs"/>
      </a:defRPr>
    </a:lvl4pPr>
    <a:lvl5pPr marL="792000" indent="-198000" algn="l" defTabSz="914400" rtl="0" eaLnBrk="1" latinLnBrk="0" hangingPunct="1">
      <a:lnSpc>
        <a:spcPct val="109000"/>
      </a:lnSpc>
      <a:spcBef>
        <a:spcPts val="0"/>
      </a:spcBef>
      <a:buFont typeface="Symbol" panose="05050102010706020507" pitchFamily="18" charset="2"/>
      <a:buChar char="-"/>
      <a:defRPr sz="2000" kern="1200" spc="-1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inweise" id="{31BE0ED8-8992-47FF-B8FB-EF9467958DA4}">
          <p14:sldIdLst>
            <p14:sldId id="425"/>
            <p14:sldId id="263"/>
            <p14:sldId id="385"/>
            <p14:sldId id="431"/>
            <p14:sldId id="432"/>
          </p14:sldIdLst>
        </p14:section>
        <p14:section name="Titelfolien" id="{F0194AC1-415F-4112-8D50-E4325359AD49}">
          <p14:sldIdLst>
            <p14:sldId id="276"/>
            <p14:sldId id="277"/>
            <p14:sldId id="278"/>
            <p14:sldId id="279"/>
            <p14:sldId id="363"/>
            <p14:sldId id="364"/>
            <p14:sldId id="280"/>
            <p14:sldId id="281"/>
            <p14:sldId id="282"/>
            <p14:sldId id="283"/>
            <p14:sldId id="362"/>
            <p14:sldId id="284"/>
            <p14:sldId id="285"/>
            <p14:sldId id="361"/>
            <p14:sldId id="286"/>
            <p14:sldId id="360"/>
            <p14:sldId id="287"/>
            <p14:sldId id="289"/>
            <p14:sldId id="292"/>
          </p14:sldIdLst>
        </p14:section>
        <p14:section name="Beispielfolien" id="{B311559D-69EE-4E07-B6D8-810F79247A7E}">
          <p14:sldIdLst>
            <p14:sldId id="293"/>
            <p14:sldId id="295"/>
            <p14:sldId id="296"/>
            <p14:sldId id="294"/>
            <p14:sldId id="300"/>
            <p14:sldId id="301"/>
            <p14:sldId id="302"/>
            <p14:sldId id="303"/>
            <p14:sldId id="366"/>
            <p14:sldId id="305"/>
            <p14:sldId id="322"/>
          </p14:sldIdLst>
        </p14:section>
        <p14:section name="Zitate" id="{AAECC0B0-3195-4C75-98DD-37BE10D328FE}">
          <p14:sldIdLst>
            <p14:sldId id="306"/>
            <p14:sldId id="307"/>
            <p14:sldId id="308"/>
            <p14:sldId id="309"/>
            <p14:sldId id="310"/>
            <p14:sldId id="365"/>
            <p14:sldId id="311"/>
            <p14:sldId id="312"/>
          </p14:sldIdLst>
        </p14:section>
        <p14:section name="Zwischentitel" id="{1665CF39-9F26-4A97-863C-4E6DE7CED512}">
          <p14:sldIdLst>
            <p14:sldId id="313"/>
            <p14:sldId id="314"/>
            <p14:sldId id="315"/>
            <p14:sldId id="316"/>
            <p14:sldId id="317"/>
          </p14:sldIdLst>
        </p14:section>
        <p14:section name="Zwischentitel mit Bild" id="{53B88B53-000A-45F3-B45D-D1C7A41B065A}">
          <p14:sldIdLst>
            <p14:sldId id="318"/>
            <p14:sldId id="319"/>
            <p14:sldId id="320"/>
            <p14:sldId id="321"/>
            <p14:sldId id="367"/>
          </p14:sldIdLst>
        </p14:section>
        <p14:section name="Zeitstrahl" id="{AD05BE39-AFB0-49BD-82DC-84C0B837678D}">
          <p14:sldIdLst>
            <p14:sldId id="323"/>
            <p14:sldId id="324"/>
            <p14:sldId id="325"/>
            <p14:sldId id="326"/>
          </p14:sldIdLst>
        </p14:section>
        <p14:section name="Tabellen" id="{3ADBF9E8-E1B2-4B6B-8B12-E896A9F64F24}">
          <p14:sldIdLst>
            <p14:sldId id="327"/>
            <p14:sldId id="328"/>
            <p14:sldId id="329"/>
            <p14:sldId id="330"/>
            <p14:sldId id="331"/>
          </p14:sldIdLst>
        </p14:section>
        <p14:section name="Kontakt/Team" id="{FE02E4E3-049D-4480-B77A-B83C075B9438}">
          <p14:sldIdLst>
            <p14:sldId id="332"/>
            <p14:sldId id="333"/>
          </p14:sldIdLst>
        </p14:section>
        <p14:section name="Organigramme" id="{336FFAA0-5AC7-46D2-BE9A-00241659B02D}">
          <p14:sldIdLst>
            <p14:sldId id="334"/>
            <p14:sldId id="335"/>
            <p14:sldId id="336"/>
          </p14:sldIdLst>
        </p14:section>
        <p14:section name="Diagramme" id="{6E959337-96BA-4B7A-AECA-C66460C40362}">
          <p14:sldIdLst>
            <p14:sldId id="337"/>
            <p14:sldId id="338"/>
            <p14:sldId id="339"/>
            <p14:sldId id="340"/>
            <p14:sldId id="341"/>
            <p14:sldId id="342"/>
            <p14:sldId id="343"/>
          </p14:sldIdLst>
        </p14:section>
        <p14:section name="Karten" id="{7FA44E44-0A94-4585-8BAC-A86C18E3AE17}">
          <p14:sldIdLst>
            <p14:sldId id="344"/>
            <p14:sldId id="345"/>
            <p14:sldId id="346"/>
            <p14:sldId id="347"/>
          </p14:sldIdLst>
        </p14:section>
        <p14:section name="Abschlussfolien" id="{8764DB22-F9CD-40AC-88D6-39FB9E270D4C}">
          <p14:sldIdLst>
            <p14:sldId id="348"/>
            <p14:sldId id="349"/>
            <p14:sldId id="350"/>
            <p14:sldId id="351"/>
            <p14:sldId id="352"/>
            <p14:sldId id="368"/>
          </p14:sldIdLst>
        </p14:section>
        <p14:section name="Baukastenelemente" id="{6F25F98F-B938-49AD-83E7-B340405CF629}">
          <p14:sldIdLst>
            <p14:sldId id="353"/>
            <p14:sldId id="441"/>
            <p14:sldId id="379"/>
            <p14:sldId id="426"/>
            <p14:sldId id="429"/>
            <p14:sldId id="430"/>
            <p14:sldId id="357"/>
            <p14:sldId id="297"/>
            <p14:sldId id="298"/>
            <p14:sldId id="372"/>
            <p14:sldId id="375"/>
          </p14:sldIdLst>
        </p14:section>
        <p14:section name="Bildschirmfolien" id="{A8BEB252-4C39-4289-928C-C3C0124E1CC1}">
          <p14:sldIdLst>
            <p14:sldId id="358"/>
            <p14:sldId id="359"/>
            <p14:sldId id="369"/>
            <p14:sldId id="370"/>
            <p14:sldId id="371"/>
          </p14:sldIdLst>
        </p14:section>
        <p14:section name="Farbkonzept" id="{838E3797-1B93-470E-84D1-537456FDDBBE}">
          <p14:sldIdLst>
            <p14:sldId id="26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1B73"/>
    <a:srgbClr val="FFB499"/>
    <a:srgbClr val="C390FC"/>
    <a:srgbClr val="2761FF"/>
    <a:srgbClr val="6CEDB2"/>
    <a:srgbClr val="15FF9E"/>
    <a:srgbClr val="FFE6DD"/>
    <a:srgbClr val="FFB3D0"/>
    <a:srgbClr val="EBDAFE"/>
    <a:srgbClr val="B7CA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A20E951-F767-40FB-8981-BDCADE0C3650}">
  <a:tblStyle styleId="{CA20E951-F767-40FB-8981-BDCADE0C3650}" styleName="Post">
    <a:wholeTbl>
      <a:tcTxStyle>
        <a:fontRef idx="minor">
          <a:prstClr val="black"/>
        </a:fontRef>
        <a:schemeClr val="dk1"/>
      </a:tcTxStyle>
      <a:tcStyle>
        <a:tcBdr>
          <a:left>
            <a:ln>
              <a:noFill/>
            </a:ln>
          </a:left>
          <a:right>
            <a:ln>
              <a:noFill/>
            </a:ln>
          </a:right>
          <a:top>
            <a:ln>
              <a:noFill/>
            </a:ln>
          </a:top>
          <a:bottom>
            <a:ln w="9525" cmpd="sng">
              <a:solidFill>
                <a:schemeClr val="dk1"/>
              </a:solidFill>
            </a:ln>
          </a:bottom>
          <a:insideH>
            <a:ln w="4233" cmpd="sng">
              <a:solidFill>
                <a:schemeClr val="accent5"/>
              </a:solidFill>
            </a:ln>
          </a:insideH>
          <a:insideV>
            <a:ln>
              <a:noFill/>
            </a:ln>
          </a:insideV>
        </a:tcBdr>
        <a:fill>
          <a:noFill/>
        </a:fill>
      </a:tcStyle>
    </a:wholeTbl>
    <a:band1H>
      <a:tcTxStyle>
        <a:schemeClr val="dk1"/>
      </a:tcTxStyle>
      <a:tcStyle>
        <a:tcBdr/>
        <a:fill>
          <a:noFill/>
        </a:fill>
      </a:tcStyle>
    </a:band1H>
    <a:band2H>
      <a:tcTxStyle>
        <a:schemeClr val="dk1"/>
      </a:tcTxStyle>
      <a:tcStyle>
        <a:tcBdr/>
        <a:fill>
          <a:noFill/>
        </a:fill>
      </a:tcStyle>
    </a:band2H>
    <a:band1V>
      <a:tcTxStyle>
        <a:schemeClr val="dk1"/>
      </a:tcTxStyle>
      <a:tcStyle>
        <a:tcBdr/>
        <a:fill>
          <a:noFill/>
        </a:fill>
      </a:tcStyle>
    </a:band1V>
    <a:band2V>
      <a:tcTxStyle>
        <a:schemeClr val="dk1"/>
      </a:tcTxStyle>
      <a:tcStyle>
        <a:tcBdr/>
        <a:fill>
          <a:noFill/>
        </a:fill>
      </a:tcStyle>
    </a:band2V>
    <a:lastCol>
      <a:tcTxStyle>
        <a:fontRef idx="major"/>
        <a:schemeClr val="dk1"/>
      </a:tcTxStyle>
      <a:tcStyle>
        <a:tcBdr/>
        <a:fill>
          <a:noFill/>
        </a:fill>
      </a:tcStyle>
    </a:lastCol>
    <a:firstCol>
      <a:tcTxStyle>
        <a:fontRef idx="major"/>
        <a:schemeClr val="dk1"/>
      </a:tcTxStyle>
      <a:tcStyle>
        <a:tcBdr/>
        <a:fill>
          <a:noFill/>
        </a:fill>
      </a:tcStyle>
    </a:firstCol>
    <a:lastRow>
      <a:tcTxStyle>
        <a:fontRef idx="major"/>
        <a:schemeClr val="dk1"/>
      </a:tcTxStyle>
      <a:tcStyle>
        <a:tcBdr>
          <a:top>
            <a:ln w="4233" cmpd="sng">
              <a:solidFill>
                <a:schemeClr val="accent5"/>
              </a:solidFill>
            </a:ln>
          </a:top>
          <a:bottom>
            <a:ln w="9525" cmpd="sng">
              <a:solidFill>
                <a:schemeClr val="dk1"/>
              </a:solidFill>
            </a:ln>
          </a:bottom>
        </a:tcBdr>
        <a:fill>
          <a:noFill/>
        </a:fill>
      </a:tcStyle>
    </a:lastRow>
    <a:firstRow>
      <a:tcTxStyle>
        <a:fontRef idx="major"/>
        <a:schemeClr val="dk1"/>
      </a:tcTxStyle>
      <a:tcStyle>
        <a:tcBdr>
          <a:top>
            <a:ln>
              <a:noFill/>
            </a:ln>
          </a:top>
          <a:bottom>
            <a:ln w="9525" cmpd="sng">
              <a:solidFill>
                <a:schemeClr val="dk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96" autoAdjust="0"/>
  </p:normalViewPr>
  <p:slideViewPr>
    <p:cSldViewPr showGuides="1">
      <p:cViewPr varScale="1">
        <p:scale>
          <a:sx n="59" d="100"/>
          <a:sy n="59" d="100"/>
        </p:scale>
        <p:origin x="964" y="56"/>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40" d="100"/>
        <a:sy n="40" d="100"/>
      </p:scale>
      <p:origin x="0" y="0"/>
    </p:cViewPr>
  </p:sorterViewPr>
  <p:notesViewPr>
    <p:cSldViewPr>
      <p:cViewPr varScale="1">
        <p:scale>
          <a:sx n="91" d="100"/>
          <a:sy n="91" d="100"/>
        </p:scale>
        <p:origin x="3672" y="8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12"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07" Type="http://schemas.openxmlformats.org/officeDocument/2006/relationships/notesMaster" Target="notesMasters/notesMaster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slide" Target="slides/slide69.xml"/><Relationship Id="rId79" Type="http://schemas.openxmlformats.org/officeDocument/2006/relationships/slide" Target="slides/slide74.xml"/><Relationship Id="rId87" Type="http://schemas.openxmlformats.org/officeDocument/2006/relationships/slide" Target="slides/slide82.xml"/><Relationship Id="rId102" Type="http://schemas.openxmlformats.org/officeDocument/2006/relationships/slide" Target="slides/slide97.xml"/><Relationship Id="rId110" Type="http://schemas.openxmlformats.org/officeDocument/2006/relationships/viewProps" Target="viewProps.xml"/><Relationship Id="rId5" Type="http://schemas.openxmlformats.org/officeDocument/2006/relationships/slideMaster" Target="slideMasters/slideMaster1.xml"/><Relationship Id="rId61" Type="http://schemas.openxmlformats.org/officeDocument/2006/relationships/slide" Target="slides/slide56.xml"/><Relationship Id="rId82" Type="http://schemas.openxmlformats.org/officeDocument/2006/relationships/slide" Target="slides/slide77.xml"/><Relationship Id="rId90" Type="http://schemas.openxmlformats.org/officeDocument/2006/relationships/slide" Target="slides/slide85.xml"/><Relationship Id="rId95" Type="http://schemas.openxmlformats.org/officeDocument/2006/relationships/slide" Target="slides/slide90.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slide" Target="slides/slide80.xml"/><Relationship Id="rId93" Type="http://schemas.openxmlformats.org/officeDocument/2006/relationships/slide" Target="slides/slide88.xml"/><Relationship Id="rId98" Type="http://schemas.openxmlformats.org/officeDocument/2006/relationships/slide" Target="slides/slide9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103" Type="http://schemas.openxmlformats.org/officeDocument/2006/relationships/slide" Target="slides/slide98.xml"/><Relationship Id="rId108" Type="http://schemas.openxmlformats.org/officeDocument/2006/relationships/handoutMaster" Target="handoutMasters/handoutMaster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slide" Target="slides/slide83.xml"/><Relationship Id="rId91" Type="http://schemas.openxmlformats.org/officeDocument/2006/relationships/slide" Target="slides/slide86.xml"/><Relationship Id="rId96" Type="http://schemas.openxmlformats.org/officeDocument/2006/relationships/slide" Target="slides/slide91.xml"/><Relationship Id="rId11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6" Type="http://schemas.openxmlformats.org/officeDocument/2006/relationships/slide" Target="slides/slide10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4" Type="http://schemas.openxmlformats.org/officeDocument/2006/relationships/customXml" Target="../customXml/item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presProps" Target="presProps.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Tabelle1!$B$1</c:f>
              <c:strCache>
                <c:ptCount val="1"/>
                <c:pt idx="0">
                  <c:v>Verkauf</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7B50-432E-8C04-79496DD9D06A}"/>
              </c:ext>
            </c:extLst>
          </c:dPt>
          <c:dPt>
            <c:idx val="1"/>
            <c:bubble3D val="0"/>
            <c:spPr>
              <a:solidFill>
                <a:schemeClr val="accent2"/>
              </a:solidFill>
              <a:ln w="19050">
                <a:noFill/>
              </a:ln>
              <a:effectLst/>
            </c:spPr>
            <c:extLst>
              <c:ext xmlns:c16="http://schemas.microsoft.com/office/drawing/2014/chart" uri="{C3380CC4-5D6E-409C-BE32-E72D297353CC}">
                <c16:uniqueId val="{00000003-7B50-432E-8C04-79496DD9D06A}"/>
              </c:ext>
            </c:extLst>
          </c:dPt>
          <c:dPt>
            <c:idx val="2"/>
            <c:bubble3D val="0"/>
            <c:spPr>
              <a:solidFill>
                <a:schemeClr val="accent3"/>
              </a:solidFill>
              <a:ln w="19050">
                <a:noFill/>
              </a:ln>
              <a:effectLst/>
            </c:spPr>
            <c:extLst>
              <c:ext xmlns:c16="http://schemas.microsoft.com/office/drawing/2014/chart" uri="{C3380CC4-5D6E-409C-BE32-E72D297353CC}">
                <c16:uniqueId val="{00000005-7B50-432E-8C04-79496DD9D06A}"/>
              </c:ext>
            </c:extLst>
          </c:dPt>
          <c:dPt>
            <c:idx val="3"/>
            <c:bubble3D val="0"/>
            <c:spPr>
              <a:solidFill>
                <a:schemeClr val="accent4"/>
              </a:solidFill>
              <a:ln w="19050">
                <a:noFill/>
              </a:ln>
              <a:effectLst/>
            </c:spPr>
            <c:extLst>
              <c:ext xmlns:c16="http://schemas.microsoft.com/office/drawing/2014/chart" uri="{C3380CC4-5D6E-409C-BE32-E72D297353CC}">
                <c16:uniqueId val="{00000007-7B50-432E-8C04-79496DD9D06A}"/>
              </c:ext>
            </c:extLst>
          </c:dPt>
          <c:dPt>
            <c:idx val="4"/>
            <c:bubble3D val="0"/>
            <c:spPr>
              <a:solidFill>
                <a:schemeClr val="accent5"/>
              </a:solidFill>
              <a:ln w="19050">
                <a:noFill/>
              </a:ln>
              <a:effectLst/>
            </c:spPr>
            <c:extLst>
              <c:ext xmlns:c16="http://schemas.microsoft.com/office/drawing/2014/chart" uri="{C3380CC4-5D6E-409C-BE32-E72D297353CC}">
                <c16:uniqueId val="{00000009-7B50-432E-8C04-79496DD9D06A}"/>
              </c:ext>
            </c:extLst>
          </c:dPt>
          <c:dPt>
            <c:idx val="5"/>
            <c:bubble3D val="0"/>
            <c:spPr>
              <a:solidFill>
                <a:schemeClr val="accent6"/>
              </a:solidFill>
              <a:ln w="19050">
                <a:noFill/>
              </a:ln>
              <a:effectLst/>
            </c:spPr>
            <c:extLst>
              <c:ext xmlns:c16="http://schemas.microsoft.com/office/drawing/2014/chart" uri="{C3380CC4-5D6E-409C-BE32-E72D297353CC}">
                <c16:uniqueId val="{0000000B-7B50-432E-8C04-79496DD9D06A}"/>
              </c:ext>
            </c:extLst>
          </c:dPt>
          <c:dLbls>
            <c:dLbl>
              <c:idx val="3"/>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de-DE"/>
                </a:p>
              </c:txPr>
              <c:showLegendKey val="0"/>
              <c:showVal val="1"/>
              <c:showCatName val="0"/>
              <c:showSerName val="0"/>
              <c:showPercent val="0"/>
              <c:showBubbleSize val="0"/>
              <c:extLst>
                <c:ext xmlns:c16="http://schemas.microsoft.com/office/drawing/2014/chart" uri="{C3380CC4-5D6E-409C-BE32-E72D297353CC}">
                  <c16:uniqueId val="{00000007-7B50-432E-8C04-79496DD9D06A}"/>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Tabelle1!$A$2:$A$7</c:f>
              <c:strCache>
                <c:ptCount val="6"/>
                <c:pt idx="0">
                  <c:v>Legende 1</c:v>
                </c:pt>
                <c:pt idx="1">
                  <c:v>Legende 2</c:v>
                </c:pt>
                <c:pt idx="2">
                  <c:v>Legende 3</c:v>
                </c:pt>
                <c:pt idx="3">
                  <c:v>Legende 4</c:v>
                </c:pt>
                <c:pt idx="4">
                  <c:v>Legende 5</c:v>
                </c:pt>
                <c:pt idx="5">
                  <c:v>Legende 6</c:v>
                </c:pt>
              </c:strCache>
            </c:strRef>
          </c:cat>
          <c:val>
            <c:numRef>
              <c:f>Tabelle1!$B$2:$B$7</c:f>
              <c:numCache>
                <c:formatCode>0%</c:formatCode>
                <c:ptCount val="6"/>
                <c:pt idx="0">
                  <c:v>0.1</c:v>
                </c:pt>
                <c:pt idx="1">
                  <c:v>0.3</c:v>
                </c:pt>
                <c:pt idx="2">
                  <c:v>0.1</c:v>
                </c:pt>
                <c:pt idx="3">
                  <c:v>0.1</c:v>
                </c:pt>
                <c:pt idx="4">
                  <c:v>0.3</c:v>
                </c:pt>
                <c:pt idx="5">
                  <c:v>0.1</c:v>
                </c:pt>
              </c:numCache>
            </c:numRef>
          </c:val>
          <c:extLst>
            <c:ext xmlns:c16="http://schemas.microsoft.com/office/drawing/2014/chart" uri="{C3380CC4-5D6E-409C-BE32-E72D297353CC}">
              <c16:uniqueId val="{0000000C-7B50-432E-8C04-79496DD9D06A}"/>
            </c:ext>
          </c:extLst>
        </c:ser>
        <c:dLbls>
          <c:showLegendKey val="0"/>
          <c:showVal val="1"/>
          <c:showCatName val="0"/>
          <c:showSerName val="0"/>
          <c:showPercent val="0"/>
          <c:showBubbleSize val="0"/>
          <c:showLeaderLines val="1"/>
        </c:dLbls>
        <c:firstSliceAng val="0"/>
        <c:holeSize val="8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Tabelle1!$B$1</c:f>
              <c:strCache>
                <c:ptCount val="1"/>
                <c:pt idx="0">
                  <c:v>Verkauf</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60AF-4387-AC45-3D2B810E1672}"/>
              </c:ext>
            </c:extLst>
          </c:dPt>
          <c:dPt>
            <c:idx val="1"/>
            <c:bubble3D val="0"/>
            <c:spPr>
              <a:solidFill>
                <a:schemeClr val="accent2"/>
              </a:solidFill>
              <a:ln w="19050">
                <a:noFill/>
              </a:ln>
              <a:effectLst/>
            </c:spPr>
            <c:extLst>
              <c:ext xmlns:c16="http://schemas.microsoft.com/office/drawing/2014/chart" uri="{C3380CC4-5D6E-409C-BE32-E72D297353CC}">
                <c16:uniqueId val="{00000003-60AF-4387-AC45-3D2B810E1672}"/>
              </c:ext>
            </c:extLst>
          </c:dPt>
          <c:dPt>
            <c:idx val="2"/>
            <c:bubble3D val="0"/>
            <c:spPr>
              <a:solidFill>
                <a:schemeClr val="accent3"/>
              </a:solidFill>
              <a:ln w="19050">
                <a:noFill/>
              </a:ln>
              <a:effectLst/>
            </c:spPr>
            <c:extLst>
              <c:ext xmlns:c16="http://schemas.microsoft.com/office/drawing/2014/chart" uri="{C3380CC4-5D6E-409C-BE32-E72D297353CC}">
                <c16:uniqueId val="{00000005-60AF-4387-AC45-3D2B810E1672}"/>
              </c:ext>
            </c:extLst>
          </c:dPt>
          <c:dPt>
            <c:idx val="3"/>
            <c:bubble3D val="0"/>
            <c:spPr>
              <a:solidFill>
                <a:schemeClr val="accent4"/>
              </a:solidFill>
              <a:ln w="19050">
                <a:noFill/>
              </a:ln>
              <a:effectLst/>
            </c:spPr>
            <c:extLst>
              <c:ext xmlns:c16="http://schemas.microsoft.com/office/drawing/2014/chart" uri="{C3380CC4-5D6E-409C-BE32-E72D297353CC}">
                <c16:uniqueId val="{00000007-60AF-4387-AC45-3D2B810E1672}"/>
              </c:ext>
            </c:extLst>
          </c:dPt>
          <c:dPt>
            <c:idx val="4"/>
            <c:bubble3D val="0"/>
            <c:spPr>
              <a:solidFill>
                <a:schemeClr val="accent5"/>
              </a:solidFill>
              <a:ln w="19050">
                <a:noFill/>
              </a:ln>
              <a:effectLst/>
            </c:spPr>
            <c:extLst>
              <c:ext xmlns:c16="http://schemas.microsoft.com/office/drawing/2014/chart" uri="{C3380CC4-5D6E-409C-BE32-E72D297353CC}">
                <c16:uniqueId val="{00000009-60AF-4387-AC45-3D2B810E1672}"/>
              </c:ext>
            </c:extLst>
          </c:dPt>
          <c:dPt>
            <c:idx val="5"/>
            <c:bubble3D val="0"/>
            <c:spPr>
              <a:solidFill>
                <a:schemeClr val="accent6"/>
              </a:solidFill>
              <a:ln w="19050">
                <a:noFill/>
              </a:ln>
              <a:effectLst/>
            </c:spPr>
            <c:extLst>
              <c:ext xmlns:c16="http://schemas.microsoft.com/office/drawing/2014/chart" uri="{C3380CC4-5D6E-409C-BE32-E72D297353CC}">
                <c16:uniqueId val="{0000000B-60AF-4387-AC45-3D2B810E1672}"/>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Tabelle1!$A$2:$A$7</c:f>
              <c:strCache>
                <c:ptCount val="6"/>
                <c:pt idx="0">
                  <c:v>Legende 1</c:v>
                </c:pt>
                <c:pt idx="1">
                  <c:v>Legende 2</c:v>
                </c:pt>
                <c:pt idx="2">
                  <c:v>Legende 3</c:v>
                </c:pt>
                <c:pt idx="3">
                  <c:v>Legende 4</c:v>
                </c:pt>
                <c:pt idx="4">
                  <c:v>Legende 5</c:v>
                </c:pt>
                <c:pt idx="5">
                  <c:v>Legende 6</c:v>
                </c:pt>
              </c:strCache>
            </c:strRef>
          </c:cat>
          <c:val>
            <c:numRef>
              <c:f>Tabelle1!$B$2:$B$7</c:f>
              <c:numCache>
                <c:formatCode>0%</c:formatCode>
                <c:ptCount val="6"/>
                <c:pt idx="0">
                  <c:v>0.1</c:v>
                </c:pt>
                <c:pt idx="1">
                  <c:v>0.3</c:v>
                </c:pt>
                <c:pt idx="2">
                  <c:v>0.1</c:v>
                </c:pt>
                <c:pt idx="3">
                  <c:v>0.1</c:v>
                </c:pt>
                <c:pt idx="4">
                  <c:v>0.3</c:v>
                </c:pt>
                <c:pt idx="5">
                  <c:v>0.1</c:v>
                </c:pt>
              </c:numCache>
            </c:numRef>
          </c:val>
          <c:extLst>
            <c:ext xmlns:c16="http://schemas.microsoft.com/office/drawing/2014/chart" uri="{C3380CC4-5D6E-409C-BE32-E72D297353CC}">
              <c16:uniqueId val="{00000000-829D-478E-BC60-812A8DFB0316}"/>
            </c:ext>
          </c:extLst>
        </c:ser>
        <c:dLbls>
          <c:dLblPos val="outEnd"/>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Tabelle1!$B$1</c:f>
              <c:strCache>
                <c:ptCount val="1"/>
                <c:pt idx="0">
                  <c:v>Legende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Kategorie 1</c:v>
                </c:pt>
              </c:strCache>
            </c:strRef>
          </c:cat>
          <c:val>
            <c:numRef>
              <c:f>Tabelle1!$B$2</c:f>
              <c:numCache>
                <c:formatCode>General</c:formatCode>
                <c:ptCount val="1"/>
                <c:pt idx="0">
                  <c:v>62</c:v>
                </c:pt>
              </c:numCache>
            </c:numRef>
          </c:val>
          <c:extLst>
            <c:ext xmlns:c16="http://schemas.microsoft.com/office/drawing/2014/chart" uri="{C3380CC4-5D6E-409C-BE32-E72D297353CC}">
              <c16:uniqueId val="{00000000-ED91-49D9-AFD4-B09083B804B6}"/>
            </c:ext>
          </c:extLst>
        </c:ser>
        <c:ser>
          <c:idx val="1"/>
          <c:order val="1"/>
          <c:tx>
            <c:strRef>
              <c:f>Tabelle1!$C$1</c:f>
              <c:strCache>
                <c:ptCount val="1"/>
                <c:pt idx="0">
                  <c:v>Legende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Kategorie 1</c:v>
                </c:pt>
              </c:strCache>
            </c:strRef>
          </c:cat>
          <c:val>
            <c:numRef>
              <c:f>Tabelle1!$C$2</c:f>
              <c:numCache>
                <c:formatCode>General</c:formatCode>
                <c:ptCount val="1"/>
                <c:pt idx="0">
                  <c:v>50</c:v>
                </c:pt>
              </c:numCache>
            </c:numRef>
          </c:val>
          <c:extLst>
            <c:ext xmlns:c16="http://schemas.microsoft.com/office/drawing/2014/chart" uri="{C3380CC4-5D6E-409C-BE32-E72D297353CC}">
              <c16:uniqueId val="{00000001-ED91-49D9-AFD4-B09083B804B6}"/>
            </c:ext>
          </c:extLst>
        </c:ser>
        <c:ser>
          <c:idx val="2"/>
          <c:order val="2"/>
          <c:tx>
            <c:strRef>
              <c:f>Tabelle1!$D$1</c:f>
              <c:strCache>
                <c:ptCount val="1"/>
                <c:pt idx="0">
                  <c:v>Legende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Kategorie 1</c:v>
                </c:pt>
              </c:strCache>
            </c:strRef>
          </c:cat>
          <c:val>
            <c:numRef>
              <c:f>Tabelle1!$D$2</c:f>
              <c:numCache>
                <c:formatCode>General</c:formatCode>
                <c:ptCount val="1"/>
                <c:pt idx="0">
                  <c:v>85</c:v>
                </c:pt>
              </c:numCache>
            </c:numRef>
          </c:val>
          <c:extLst>
            <c:ext xmlns:c16="http://schemas.microsoft.com/office/drawing/2014/chart" uri="{C3380CC4-5D6E-409C-BE32-E72D297353CC}">
              <c16:uniqueId val="{00000002-ED91-49D9-AFD4-B09083B804B6}"/>
            </c:ext>
          </c:extLst>
        </c:ser>
        <c:ser>
          <c:idx val="3"/>
          <c:order val="3"/>
          <c:tx>
            <c:strRef>
              <c:f>Tabelle1!$E$1</c:f>
              <c:strCache>
                <c:ptCount val="1"/>
                <c:pt idx="0">
                  <c:v>Legende 4</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Kategorie 1</c:v>
                </c:pt>
              </c:strCache>
            </c:strRef>
          </c:cat>
          <c:val>
            <c:numRef>
              <c:f>Tabelle1!$E$2</c:f>
              <c:numCache>
                <c:formatCode>General</c:formatCode>
                <c:ptCount val="1"/>
                <c:pt idx="0">
                  <c:v>65</c:v>
                </c:pt>
              </c:numCache>
            </c:numRef>
          </c:val>
          <c:extLst>
            <c:ext xmlns:c16="http://schemas.microsoft.com/office/drawing/2014/chart" uri="{C3380CC4-5D6E-409C-BE32-E72D297353CC}">
              <c16:uniqueId val="{00000003-ED91-49D9-AFD4-B09083B804B6}"/>
            </c:ext>
          </c:extLst>
        </c:ser>
        <c:ser>
          <c:idx val="4"/>
          <c:order val="4"/>
          <c:tx>
            <c:strRef>
              <c:f>Tabelle1!$F$1</c:f>
              <c:strCache>
                <c:ptCount val="1"/>
                <c:pt idx="0">
                  <c:v>Legende 5</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Kategorie 1</c:v>
                </c:pt>
              </c:strCache>
            </c:strRef>
          </c:cat>
          <c:val>
            <c:numRef>
              <c:f>Tabelle1!$F$2</c:f>
              <c:numCache>
                <c:formatCode>General</c:formatCode>
                <c:ptCount val="1"/>
                <c:pt idx="0">
                  <c:v>70</c:v>
                </c:pt>
              </c:numCache>
            </c:numRef>
          </c:val>
          <c:extLst>
            <c:ext xmlns:c16="http://schemas.microsoft.com/office/drawing/2014/chart" uri="{C3380CC4-5D6E-409C-BE32-E72D297353CC}">
              <c16:uniqueId val="{00000004-ED91-49D9-AFD4-B09083B804B6}"/>
            </c:ext>
          </c:extLst>
        </c:ser>
        <c:ser>
          <c:idx val="5"/>
          <c:order val="5"/>
          <c:tx>
            <c:strRef>
              <c:f>Tabelle1!$G$1</c:f>
              <c:strCache>
                <c:ptCount val="1"/>
                <c:pt idx="0">
                  <c:v>Legende 6</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Kategorie 1</c:v>
                </c:pt>
              </c:strCache>
            </c:strRef>
          </c:cat>
          <c:val>
            <c:numRef>
              <c:f>Tabelle1!$G$2</c:f>
              <c:numCache>
                <c:formatCode>General</c:formatCode>
                <c:ptCount val="1"/>
                <c:pt idx="0">
                  <c:v>30</c:v>
                </c:pt>
              </c:numCache>
            </c:numRef>
          </c:val>
          <c:extLst>
            <c:ext xmlns:c16="http://schemas.microsoft.com/office/drawing/2014/chart" uri="{C3380CC4-5D6E-409C-BE32-E72D297353CC}">
              <c16:uniqueId val="{00000005-ED91-49D9-AFD4-B09083B804B6}"/>
            </c:ext>
          </c:extLst>
        </c:ser>
        <c:dLbls>
          <c:dLblPos val="outEnd"/>
          <c:showLegendKey val="0"/>
          <c:showVal val="1"/>
          <c:showCatName val="0"/>
          <c:showSerName val="0"/>
          <c:showPercent val="0"/>
          <c:showBubbleSize val="0"/>
        </c:dLbls>
        <c:gapWidth val="219"/>
        <c:overlap val="-95"/>
        <c:axId val="219900799"/>
        <c:axId val="227542831"/>
      </c:barChart>
      <c:catAx>
        <c:axId val="219900799"/>
        <c:scaling>
          <c:orientation val="minMax"/>
        </c:scaling>
        <c:delete val="1"/>
        <c:axPos val="b"/>
        <c:numFmt formatCode="General" sourceLinked="1"/>
        <c:majorTickMark val="none"/>
        <c:minorTickMark val="none"/>
        <c:tickLblPos val="nextTo"/>
        <c:crossAx val="227542831"/>
        <c:crosses val="autoZero"/>
        <c:auto val="1"/>
        <c:lblAlgn val="ctr"/>
        <c:lblOffset val="100"/>
        <c:noMultiLvlLbl val="0"/>
      </c:catAx>
      <c:valAx>
        <c:axId val="227542831"/>
        <c:scaling>
          <c:orientation val="minMax"/>
        </c:scaling>
        <c:delete val="1"/>
        <c:axPos val="l"/>
        <c:majorGridlines>
          <c:spPr>
            <a:ln w="9525" cap="flat" cmpd="sng" algn="ctr">
              <a:noFill/>
              <a:round/>
            </a:ln>
            <a:effectLst/>
          </c:spPr>
        </c:majorGridlines>
        <c:numFmt formatCode="General" sourceLinked="1"/>
        <c:majorTickMark val="none"/>
        <c:minorTickMark val="none"/>
        <c:tickLblPos val="nextTo"/>
        <c:crossAx val="219900799"/>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Tabelle1!$B$1</c:f>
              <c:strCache>
                <c:ptCount val="1"/>
                <c:pt idx="0">
                  <c:v>Datenreihe 1</c:v>
                </c:pt>
              </c:strCache>
            </c:strRef>
          </c:tx>
          <c:spPr>
            <a:solidFill>
              <a:schemeClr val="accent1"/>
            </a:solidFill>
            <a:ln>
              <a:noFill/>
            </a:ln>
            <a:effectLst/>
          </c:spPr>
          <c:invertIfNegative val="0"/>
          <c:cat>
            <c:strRef>
              <c:f>Tabelle1!$A$2:$A$5</c:f>
              <c:strCache>
                <c:ptCount val="4"/>
                <c:pt idx="0">
                  <c:v>Legende</c:v>
                </c:pt>
                <c:pt idx="1">
                  <c:v>Legende</c:v>
                </c:pt>
                <c:pt idx="2">
                  <c:v>Legende</c:v>
                </c:pt>
                <c:pt idx="3">
                  <c:v>Legende</c:v>
                </c:pt>
              </c:strCache>
            </c:strRef>
          </c:cat>
          <c:val>
            <c:numRef>
              <c:f>Tabelle1!$B$2:$B$5</c:f>
              <c:numCache>
                <c:formatCode>General</c:formatCode>
                <c:ptCount val="4"/>
                <c:pt idx="0">
                  <c:v>16</c:v>
                </c:pt>
                <c:pt idx="1">
                  <c:v>19</c:v>
                </c:pt>
                <c:pt idx="2">
                  <c:v>18</c:v>
                </c:pt>
                <c:pt idx="3">
                  <c:v>10</c:v>
                </c:pt>
              </c:numCache>
            </c:numRef>
          </c:val>
          <c:extLst>
            <c:ext xmlns:c16="http://schemas.microsoft.com/office/drawing/2014/chart" uri="{C3380CC4-5D6E-409C-BE32-E72D297353CC}">
              <c16:uniqueId val="{00000000-E7CF-417C-BA6F-8AFDB6CD5C0A}"/>
            </c:ext>
          </c:extLst>
        </c:ser>
        <c:ser>
          <c:idx val="1"/>
          <c:order val="1"/>
          <c:tx>
            <c:strRef>
              <c:f>Tabelle1!$C$1</c:f>
              <c:strCache>
                <c:ptCount val="1"/>
                <c:pt idx="0">
                  <c:v>Datenreihe 2</c:v>
                </c:pt>
              </c:strCache>
            </c:strRef>
          </c:tx>
          <c:spPr>
            <a:solidFill>
              <a:schemeClr val="accent2"/>
            </a:solidFill>
            <a:ln>
              <a:noFill/>
            </a:ln>
            <a:effectLst/>
          </c:spPr>
          <c:invertIfNegative val="0"/>
          <c:cat>
            <c:strRef>
              <c:f>Tabelle1!$A$2:$A$5</c:f>
              <c:strCache>
                <c:ptCount val="4"/>
                <c:pt idx="0">
                  <c:v>Legende</c:v>
                </c:pt>
                <c:pt idx="1">
                  <c:v>Legende</c:v>
                </c:pt>
                <c:pt idx="2">
                  <c:v>Legende</c:v>
                </c:pt>
                <c:pt idx="3">
                  <c:v>Legende</c:v>
                </c:pt>
              </c:strCache>
            </c:strRef>
          </c:cat>
          <c:val>
            <c:numRef>
              <c:f>Tabelle1!$C$2:$C$5</c:f>
              <c:numCache>
                <c:formatCode>General</c:formatCode>
                <c:ptCount val="4"/>
                <c:pt idx="0">
                  <c:v>18</c:v>
                </c:pt>
                <c:pt idx="1">
                  <c:v>13</c:v>
                </c:pt>
                <c:pt idx="2">
                  <c:v>13</c:v>
                </c:pt>
                <c:pt idx="3">
                  <c:v>25</c:v>
                </c:pt>
              </c:numCache>
            </c:numRef>
          </c:val>
          <c:extLst>
            <c:ext xmlns:c16="http://schemas.microsoft.com/office/drawing/2014/chart" uri="{C3380CC4-5D6E-409C-BE32-E72D297353CC}">
              <c16:uniqueId val="{00000001-E7CF-417C-BA6F-8AFDB6CD5C0A}"/>
            </c:ext>
          </c:extLst>
        </c:ser>
        <c:ser>
          <c:idx val="2"/>
          <c:order val="2"/>
          <c:tx>
            <c:strRef>
              <c:f>Tabelle1!$D$1</c:f>
              <c:strCache>
                <c:ptCount val="1"/>
                <c:pt idx="0">
                  <c:v>Datenreihe 3</c:v>
                </c:pt>
              </c:strCache>
            </c:strRef>
          </c:tx>
          <c:spPr>
            <a:solidFill>
              <a:schemeClr val="accent3"/>
            </a:solidFill>
            <a:ln>
              <a:noFill/>
            </a:ln>
            <a:effectLst/>
          </c:spPr>
          <c:invertIfNegative val="0"/>
          <c:cat>
            <c:strRef>
              <c:f>Tabelle1!$A$2:$A$5</c:f>
              <c:strCache>
                <c:ptCount val="4"/>
                <c:pt idx="0">
                  <c:v>Legende</c:v>
                </c:pt>
                <c:pt idx="1">
                  <c:v>Legende</c:v>
                </c:pt>
                <c:pt idx="2">
                  <c:v>Legende</c:v>
                </c:pt>
                <c:pt idx="3">
                  <c:v>Legende</c:v>
                </c:pt>
              </c:strCache>
            </c:strRef>
          </c:cat>
          <c:val>
            <c:numRef>
              <c:f>Tabelle1!$D$2:$D$5</c:f>
              <c:numCache>
                <c:formatCode>General</c:formatCode>
                <c:ptCount val="4"/>
                <c:pt idx="0">
                  <c:v>10</c:v>
                </c:pt>
                <c:pt idx="1">
                  <c:v>10</c:v>
                </c:pt>
                <c:pt idx="2">
                  <c:v>10</c:v>
                </c:pt>
                <c:pt idx="3">
                  <c:v>10</c:v>
                </c:pt>
              </c:numCache>
            </c:numRef>
          </c:val>
          <c:extLst>
            <c:ext xmlns:c16="http://schemas.microsoft.com/office/drawing/2014/chart" uri="{C3380CC4-5D6E-409C-BE32-E72D297353CC}">
              <c16:uniqueId val="{00000002-E7CF-417C-BA6F-8AFDB6CD5C0A}"/>
            </c:ext>
          </c:extLst>
        </c:ser>
        <c:ser>
          <c:idx val="3"/>
          <c:order val="3"/>
          <c:tx>
            <c:strRef>
              <c:f>Tabelle1!$E$1</c:f>
              <c:strCache>
                <c:ptCount val="1"/>
                <c:pt idx="0">
                  <c:v>Datenreihe 4</c:v>
                </c:pt>
              </c:strCache>
            </c:strRef>
          </c:tx>
          <c:spPr>
            <a:solidFill>
              <a:schemeClr val="accent4"/>
            </a:solidFill>
            <a:ln>
              <a:noFill/>
            </a:ln>
            <a:effectLst/>
          </c:spPr>
          <c:invertIfNegative val="0"/>
          <c:cat>
            <c:strRef>
              <c:f>Tabelle1!$A$2:$A$5</c:f>
              <c:strCache>
                <c:ptCount val="4"/>
                <c:pt idx="0">
                  <c:v>Legende</c:v>
                </c:pt>
                <c:pt idx="1">
                  <c:v>Legende</c:v>
                </c:pt>
                <c:pt idx="2">
                  <c:v>Legende</c:v>
                </c:pt>
                <c:pt idx="3">
                  <c:v>Legende</c:v>
                </c:pt>
              </c:strCache>
            </c:strRef>
          </c:cat>
          <c:val>
            <c:numRef>
              <c:f>Tabelle1!$E$2:$E$5</c:f>
              <c:numCache>
                <c:formatCode>General</c:formatCode>
                <c:ptCount val="4"/>
                <c:pt idx="0">
                  <c:v>18</c:v>
                </c:pt>
                <c:pt idx="1">
                  <c:v>5</c:v>
                </c:pt>
                <c:pt idx="2">
                  <c:v>10</c:v>
                </c:pt>
                <c:pt idx="3">
                  <c:v>5</c:v>
                </c:pt>
              </c:numCache>
            </c:numRef>
          </c:val>
          <c:extLst>
            <c:ext xmlns:c16="http://schemas.microsoft.com/office/drawing/2014/chart" uri="{C3380CC4-5D6E-409C-BE32-E72D297353CC}">
              <c16:uniqueId val="{00000003-E7CF-417C-BA6F-8AFDB6CD5C0A}"/>
            </c:ext>
          </c:extLst>
        </c:ser>
        <c:ser>
          <c:idx val="4"/>
          <c:order val="4"/>
          <c:tx>
            <c:strRef>
              <c:f>Tabelle1!$F$1</c:f>
              <c:strCache>
                <c:ptCount val="1"/>
                <c:pt idx="0">
                  <c:v>Datenreihe 5</c:v>
                </c:pt>
              </c:strCache>
            </c:strRef>
          </c:tx>
          <c:spPr>
            <a:solidFill>
              <a:schemeClr val="accent5"/>
            </a:solidFill>
            <a:ln>
              <a:noFill/>
            </a:ln>
            <a:effectLst/>
          </c:spPr>
          <c:invertIfNegative val="0"/>
          <c:cat>
            <c:strRef>
              <c:f>Tabelle1!$A$2:$A$5</c:f>
              <c:strCache>
                <c:ptCount val="4"/>
                <c:pt idx="0">
                  <c:v>Legende</c:v>
                </c:pt>
                <c:pt idx="1">
                  <c:v>Legende</c:v>
                </c:pt>
                <c:pt idx="2">
                  <c:v>Legende</c:v>
                </c:pt>
                <c:pt idx="3">
                  <c:v>Legende</c:v>
                </c:pt>
              </c:strCache>
            </c:strRef>
          </c:cat>
          <c:val>
            <c:numRef>
              <c:f>Tabelle1!$F$2:$F$5</c:f>
              <c:numCache>
                <c:formatCode>General</c:formatCode>
                <c:ptCount val="4"/>
                <c:pt idx="0">
                  <c:v>16</c:v>
                </c:pt>
                <c:pt idx="1">
                  <c:v>18</c:v>
                </c:pt>
                <c:pt idx="2">
                  <c:v>10</c:v>
                </c:pt>
                <c:pt idx="3">
                  <c:v>10</c:v>
                </c:pt>
              </c:numCache>
            </c:numRef>
          </c:val>
          <c:extLst>
            <c:ext xmlns:c16="http://schemas.microsoft.com/office/drawing/2014/chart" uri="{C3380CC4-5D6E-409C-BE32-E72D297353CC}">
              <c16:uniqueId val="{00000004-E7CF-417C-BA6F-8AFDB6CD5C0A}"/>
            </c:ext>
          </c:extLst>
        </c:ser>
        <c:ser>
          <c:idx val="5"/>
          <c:order val="5"/>
          <c:tx>
            <c:strRef>
              <c:f>Tabelle1!$G$1</c:f>
              <c:strCache>
                <c:ptCount val="1"/>
                <c:pt idx="0">
                  <c:v>Datenreihe 6</c:v>
                </c:pt>
              </c:strCache>
            </c:strRef>
          </c:tx>
          <c:spPr>
            <a:solidFill>
              <a:schemeClr val="accent6"/>
            </a:solidFill>
            <a:ln>
              <a:noFill/>
            </a:ln>
            <a:effectLst/>
          </c:spPr>
          <c:invertIfNegative val="0"/>
          <c:cat>
            <c:strRef>
              <c:f>Tabelle1!$A$2:$A$5</c:f>
              <c:strCache>
                <c:ptCount val="4"/>
                <c:pt idx="0">
                  <c:v>Legende</c:v>
                </c:pt>
                <c:pt idx="1">
                  <c:v>Legende</c:v>
                </c:pt>
                <c:pt idx="2">
                  <c:v>Legende</c:v>
                </c:pt>
                <c:pt idx="3">
                  <c:v>Legende</c:v>
                </c:pt>
              </c:strCache>
            </c:strRef>
          </c:cat>
          <c:val>
            <c:numRef>
              <c:f>Tabelle1!$G$2:$G$5</c:f>
              <c:numCache>
                <c:formatCode>General</c:formatCode>
                <c:ptCount val="4"/>
                <c:pt idx="0">
                  <c:v>5</c:v>
                </c:pt>
                <c:pt idx="1">
                  <c:v>5</c:v>
                </c:pt>
                <c:pt idx="2">
                  <c:v>13</c:v>
                </c:pt>
                <c:pt idx="3">
                  <c:v>10</c:v>
                </c:pt>
              </c:numCache>
            </c:numRef>
          </c:val>
          <c:extLst>
            <c:ext xmlns:c16="http://schemas.microsoft.com/office/drawing/2014/chart" uri="{C3380CC4-5D6E-409C-BE32-E72D297353CC}">
              <c16:uniqueId val="{00000005-E7CF-417C-BA6F-8AFDB6CD5C0A}"/>
            </c:ext>
          </c:extLst>
        </c:ser>
        <c:dLbls>
          <c:showLegendKey val="0"/>
          <c:showVal val="0"/>
          <c:showCatName val="0"/>
          <c:showSerName val="0"/>
          <c:showPercent val="0"/>
          <c:showBubbleSize val="0"/>
        </c:dLbls>
        <c:gapWidth val="150"/>
        <c:overlap val="100"/>
        <c:axId val="1009201151"/>
        <c:axId val="1013491007"/>
      </c:barChart>
      <c:catAx>
        <c:axId val="1009201151"/>
        <c:scaling>
          <c:orientation val="minMax"/>
        </c:scaling>
        <c:delete val="0"/>
        <c:axPos val="l"/>
        <c:numFmt formatCode="General" sourceLinked="1"/>
        <c:majorTickMark val="none"/>
        <c:minorTickMark val="none"/>
        <c:tickLblPos val="nextTo"/>
        <c:spPr>
          <a:noFill/>
          <a:ln w="9525" cap="flat" cmpd="sng" algn="ctr">
            <a:solidFill>
              <a:srgbClr val="1D1D1B"/>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de-DE"/>
          </a:p>
        </c:txPr>
        <c:crossAx val="1013491007"/>
        <c:crosses val="autoZero"/>
        <c:auto val="1"/>
        <c:lblAlgn val="ctr"/>
        <c:lblOffset val="100"/>
        <c:noMultiLvlLbl val="0"/>
      </c:catAx>
      <c:valAx>
        <c:axId val="1013491007"/>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accent5"/>
                </a:solidFill>
                <a:latin typeface="+mn-lt"/>
                <a:ea typeface="+mn-ea"/>
                <a:cs typeface="+mn-cs"/>
              </a:defRPr>
            </a:pPr>
            <a:endParaRPr lang="de-DE"/>
          </a:p>
        </c:txPr>
        <c:crossAx val="1009201151"/>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Tabelle1!$B$1</c:f>
              <c:strCache>
                <c:ptCount val="1"/>
                <c:pt idx="0">
                  <c:v>Datenreihe 1</c:v>
                </c:pt>
              </c:strCache>
            </c:strRef>
          </c:tx>
          <c:spPr>
            <a:ln w="28575" cap="rnd">
              <a:solidFill>
                <a:schemeClr val="accent1"/>
              </a:solidFill>
              <a:round/>
            </a:ln>
            <a:effectLst/>
          </c:spPr>
          <c:marker>
            <c:symbol val="none"/>
          </c:marker>
          <c:cat>
            <c:strRef>
              <c:f>Tabelle1!$A$2:$A$7</c:f>
              <c:strCache>
                <c:ptCount val="6"/>
                <c:pt idx="0">
                  <c:v>Jan</c:v>
                </c:pt>
                <c:pt idx="1">
                  <c:v>Feb</c:v>
                </c:pt>
                <c:pt idx="2">
                  <c:v>März</c:v>
                </c:pt>
                <c:pt idx="3">
                  <c:v>April</c:v>
                </c:pt>
                <c:pt idx="4">
                  <c:v>Mai</c:v>
                </c:pt>
                <c:pt idx="5">
                  <c:v>Juni</c:v>
                </c:pt>
              </c:strCache>
            </c:strRef>
          </c:cat>
          <c:val>
            <c:numRef>
              <c:f>Tabelle1!$B$2:$B$7</c:f>
              <c:numCache>
                <c:formatCode>General</c:formatCode>
                <c:ptCount val="6"/>
                <c:pt idx="0">
                  <c:v>380</c:v>
                </c:pt>
                <c:pt idx="1">
                  <c:v>280</c:v>
                </c:pt>
                <c:pt idx="2">
                  <c:v>480</c:v>
                </c:pt>
                <c:pt idx="3">
                  <c:v>450</c:v>
                </c:pt>
                <c:pt idx="4">
                  <c:v>425</c:v>
                </c:pt>
                <c:pt idx="5">
                  <c:v>490</c:v>
                </c:pt>
              </c:numCache>
            </c:numRef>
          </c:val>
          <c:smooth val="0"/>
          <c:extLst>
            <c:ext xmlns:c16="http://schemas.microsoft.com/office/drawing/2014/chart" uri="{C3380CC4-5D6E-409C-BE32-E72D297353CC}">
              <c16:uniqueId val="{00000000-FE64-4F90-AD18-D4392E240824}"/>
            </c:ext>
          </c:extLst>
        </c:ser>
        <c:ser>
          <c:idx val="1"/>
          <c:order val="1"/>
          <c:tx>
            <c:strRef>
              <c:f>Tabelle1!$C$1</c:f>
              <c:strCache>
                <c:ptCount val="1"/>
                <c:pt idx="0">
                  <c:v>Datenreihe 2</c:v>
                </c:pt>
              </c:strCache>
            </c:strRef>
          </c:tx>
          <c:spPr>
            <a:ln w="28575" cap="rnd">
              <a:solidFill>
                <a:schemeClr val="accent2"/>
              </a:solidFill>
              <a:round/>
            </a:ln>
            <a:effectLst/>
          </c:spPr>
          <c:marker>
            <c:symbol val="none"/>
          </c:marker>
          <c:cat>
            <c:strRef>
              <c:f>Tabelle1!$A$2:$A$7</c:f>
              <c:strCache>
                <c:ptCount val="6"/>
                <c:pt idx="0">
                  <c:v>Jan</c:v>
                </c:pt>
                <c:pt idx="1">
                  <c:v>Feb</c:v>
                </c:pt>
                <c:pt idx="2">
                  <c:v>März</c:v>
                </c:pt>
                <c:pt idx="3">
                  <c:v>April</c:v>
                </c:pt>
                <c:pt idx="4">
                  <c:v>Mai</c:v>
                </c:pt>
                <c:pt idx="5">
                  <c:v>Juni</c:v>
                </c:pt>
              </c:strCache>
            </c:strRef>
          </c:cat>
          <c:val>
            <c:numRef>
              <c:f>Tabelle1!$C$2:$C$7</c:f>
              <c:numCache>
                <c:formatCode>General</c:formatCode>
                <c:ptCount val="6"/>
                <c:pt idx="0">
                  <c:v>360</c:v>
                </c:pt>
                <c:pt idx="1">
                  <c:v>200</c:v>
                </c:pt>
                <c:pt idx="2">
                  <c:v>430</c:v>
                </c:pt>
                <c:pt idx="3">
                  <c:v>380</c:v>
                </c:pt>
                <c:pt idx="4">
                  <c:v>490</c:v>
                </c:pt>
                <c:pt idx="5">
                  <c:v>470</c:v>
                </c:pt>
              </c:numCache>
            </c:numRef>
          </c:val>
          <c:smooth val="0"/>
          <c:extLst>
            <c:ext xmlns:c16="http://schemas.microsoft.com/office/drawing/2014/chart" uri="{C3380CC4-5D6E-409C-BE32-E72D297353CC}">
              <c16:uniqueId val="{00000001-FE64-4F90-AD18-D4392E240824}"/>
            </c:ext>
          </c:extLst>
        </c:ser>
        <c:ser>
          <c:idx val="2"/>
          <c:order val="2"/>
          <c:tx>
            <c:strRef>
              <c:f>Tabelle1!$D$1</c:f>
              <c:strCache>
                <c:ptCount val="1"/>
                <c:pt idx="0">
                  <c:v>Datenreihe 3</c:v>
                </c:pt>
              </c:strCache>
            </c:strRef>
          </c:tx>
          <c:spPr>
            <a:ln w="28575" cap="rnd">
              <a:solidFill>
                <a:schemeClr val="accent3"/>
              </a:solidFill>
              <a:round/>
            </a:ln>
            <a:effectLst/>
          </c:spPr>
          <c:marker>
            <c:symbol val="none"/>
          </c:marker>
          <c:cat>
            <c:strRef>
              <c:f>Tabelle1!$A$2:$A$7</c:f>
              <c:strCache>
                <c:ptCount val="6"/>
                <c:pt idx="0">
                  <c:v>Jan</c:v>
                </c:pt>
                <c:pt idx="1">
                  <c:v>Feb</c:v>
                </c:pt>
                <c:pt idx="2">
                  <c:v>März</c:v>
                </c:pt>
                <c:pt idx="3">
                  <c:v>April</c:v>
                </c:pt>
                <c:pt idx="4">
                  <c:v>Mai</c:v>
                </c:pt>
                <c:pt idx="5">
                  <c:v>Juni</c:v>
                </c:pt>
              </c:strCache>
            </c:strRef>
          </c:cat>
          <c:val>
            <c:numRef>
              <c:f>Tabelle1!$D$2:$D$7</c:f>
              <c:numCache>
                <c:formatCode>General</c:formatCode>
                <c:ptCount val="6"/>
                <c:pt idx="0">
                  <c:v>280</c:v>
                </c:pt>
                <c:pt idx="1">
                  <c:v>260</c:v>
                </c:pt>
                <c:pt idx="2">
                  <c:v>360</c:v>
                </c:pt>
                <c:pt idx="3">
                  <c:v>300</c:v>
                </c:pt>
                <c:pt idx="4">
                  <c:v>400</c:v>
                </c:pt>
                <c:pt idx="5">
                  <c:v>370</c:v>
                </c:pt>
              </c:numCache>
            </c:numRef>
          </c:val>
          <c:smooth val="0"/>
          <c:extLst>
            <c:ext xmlns:c16="http://schemas.microsoft.com/office/drawing/2014/chart" uri="{C3380CC4-5D6E-409C-BE32-E72D297353CC}">
              <c16:uniqueId val="{00000002-FE64-4F90-AD18-D4392E240824}"/>
            </c:ext>
          </c:extLst>
        </c:ser>
        <c:ser>
          <c:idx val="3"/>
          <c:order val="3"/>
          <c:tx>
            <c:strRef>
              <c:f>Tabelle1!$E$1</c:f>
              <c:strCache>
                <c:ptCount val="1"/>
                <c:pt idx="0">
                  <c:v>Datenreihe 4</c:v>
                </c:pt>
              </c:strCache>
            </c:strRef>
          </c:tx>
          <c:spPr>
            <a:ln w="28575" cap="rnd">
              <a:solidFill>
                <a:schemeClr val="accent4"/>
              </a:solidFill>
              <a:round/>
            </a:ln>
            <a:effectLst/>
          </c:spPr>
          <c:marker>
            <c:symbol val="none"/>
          </c:marker>
          <c:cat>
            <c:strRef>
              <c:f>Tabelle1!$A$2:$A$7</c:f>
              <c:strCache>
                <c:ptCount val="6"/>
                <c:pt idx="0">
                  <c:v>Jan</c:v>
                </c:pt>
                <c:pt idx="1">
                  <c:v>Feb</c:v>
                </c:pt>
                <c:pt idx="2">
                  <c:v>März</c:v>
                </c:pt>
                <c:pt idx="3">
                  <c:v>April</c:v>
                </c:pt>
                <c:pt idx="4">
                  <c:v>Mai</c:v>
                </c:pt>
                <c:pt idx="5">
                  <c:v>Juni</c:v>
                </c:pt>
              </c:strCache>
            </c:strRef>
          </c:cat>
          <c:val>
            <c:numRef>
              <c:f>Tabelle1!$E$2:$E$7</c:f>
              <c:numCache>
                <c:formatCode>General</c:formatCode>
                <c:ptCount val="6"/>
                <c:pt idx="0">
                  <c:v>220</c:v>
                </c:pt>
                <c:pt idx="1">
                  <c:v>140</c:v>
                </c:pt>
                <c:pt idx="2">
                  <c:v>280</c:v>
                </c:pt>
                <c:pt idx="3">
                  <c:v>290</c:v>
                </c:pt>
                <c:pt idx="4">
                  <c:v>370</c:v>
                </c:pt>
                <c:pt idx="5">
                  <c:v>370</c:v>
                </c:pt>
              </c:numCache>
            </c:numRef>
          </c:val>
          <c:smooth val="0"/>
          <c:extLst>
            <c:ext xmlns:c16="http://schemas.microsoft.com/office/drawing/2014/chart" uri="{C3380CC4-5D6E-409C-BE32-E72D297353CC}">
              <c16:uniqueId val="{00000003-FE64-4F90-AD18-D4392E240824}"/>
            </c:ext>
          </c:extLst>
        </c:ser>
        <c:ser>
          <c:idx val="4"/>
          <c:order val="4"/>
          <c:tx>
            <c:strRef>
              <c:f>Tabelle1!$F$1</c:f>
              <c:strCache>
                <c:ptCount val="1"/>
                <c:pt idx="0">
                  <c:v>Datenreihe 5</c:v>
                </c:pt>
              </c:strCache>
            </c:strRef>
          </c:tx>
          <c:spPr>
            <a:ln w="28575" cap="rnd">
              <a:solidFill>
                <a:schemeClr val="accent5"/>
              </a:solidFill>
              <a:round/>
            </a:ln>
            <a:effectLst/>
          </c:spPr>
          <c:marker>
            <c:symbol val="none"/>
          </c:marker>
          <c:cat>
            <c:strRef>
              <c:f>Tabelle1!$A$2:$A$7</c:f>
              <c:strCache>
                <c:ptCount val="6"/>
                <c:pt idx="0">
                  <c:v>Jan</c:v>
                </c:pt>
                <c:pt idx="1">
                  <c:v>Feb</c:v>
                </c:pt>
                <c:pt idx="2">
                  <c:v>März</c:v>
                </c:pt>
                <c:pt idx="3">
                  <c:v>April</c:v>
                </c:pt>
                <c:pt idx="4">
                  <c:v>Mai</c:v>
                </c:pt>
                <c:pt idx="5">
                  <c:v>Juni</c:v>
                </c:pt>
              </c:strCache>
            </c:strRef>
          </c:cat>
          <c:val>
            <c:numRef>
              <c:f>Tabelle1!$F$2:$F$7</c:f>
              <c:numCache>
                <c:formatCode>General</c:formatCode>
                <c:ptCount val="6"/>
                <c:pt idx="0">
                  <c:v>180</c:v>
                </c:pt>
                <c:pt idx="1">
                  <c:v>190</c:v>
                </c:pt>
                <c:pt idx="2">
                  <c:v>175</c:v>
                </c:pt>
                <c:pt idx="3">
                  <c:v>320</c:v>
                </c:pt>
                <c:pt idx="4">
                  <c:v>390</c:v>
                </c:pt>
                <c:pt idx="5">
                  <c:v>290</c:v>
                </c:pt>
              </c:numCache>
            </c:numRef>
          </c:val>
          <c:smooth val="0"/>
          <c:extLst>
            <c:ext xmlns:c16="http://schemas.microsoft.com/office/drawing/2014/chart" uri="{C3380CC4-5D6E-409C-BE32-E72D297353CC}">
              <c16:uniqueId val="{00000004-FE64-4F90-AD18-D4392E240824}"/>
            </c:ext>
          </c:extLst>
        </c:ser>
        <c:ser>
          <c:idx val="5"/>
          <c:order val="5"/>
          <c:tx>
            <c:strRef>
              <c:f>Tabelle1!$G$1</c:f>
              <c:strCache>
                <c:ptCount val="1"/>
                <c:pt idx="0">
                  <c:v>Datenreihe 6</c:v>
                </c:pt>
              </c:strCache>
            </c:strRef>
          </c:tx>
          <c:spPr>
            <a:ln w="28575" cap="rnd">
              <a:solidFill>
                <a:schemeClr val="accent6"/>
              </a:solidFill>
              <a:round/>
            </a:ln>
            <a:effectLst/>
          </c:spPr>
          <c:marker>
            <c:symbol val="none"/>
          </c:marker>
          <c:cat>
            <c:strRef>
              <c:f>Tabelle1!$A$2:$A$7</c:f>
              <c:strCache>
                <c:ptCount val="6"/>
                <c:pt idx="0">
                  <c:v>Jan</c:v>
                </c:pt>
                <c:pt idx="1">
                  <c:v>Feb</c:v>
                </c:pt>
                <c:pt idx="2">
                  <c:v>März</c:v>
                </c:pt>
                <c:pt idx="3">
                  <c:v>April</c:v>
                </c:pt>
                <c:pt idx="4">
                  <c:v>Mai</c:v>
                </c:pt>
                <c:pt idx="5">
                  <c:v>Juni</c:v>
                </c:pt>
              </c:strCache>
            </c:strRef>
          </c:cat>
          <c:val>
            <c:numRef>
              <c:f>Tabelle1!$G$2:$G$7</c:f>
              <c:numCache>
                <c:formatCode>General</c:formatCode>
                <c:ptCount val="6"/>
                <c:pt idx="0">
                  <c:v>160</c:v>
                </c:pt>
                <c:pt idx="1">
                  <c:v>80</c:v>
                </c:pt>
                <c:pt idx="2">
                  <c:v>235</c:v>
                </c:pt>
                <c:pt idx="3">
                  <c:v>210</c:v>
                </c:pt>
                <c:pt idx="4">
                  <c:v>280</c:v>
                </c:pt>
                <c:pt idx="5">
                  <c:v>250</c:v>
                </c:pt>
              </c:numCache>
            </c:numRef>
          </c:val>
          <c:smooth val="0"/>
          <c:extLst>
            <c:ext xmlns:c16="http://schemas.microsoft.com/office/drawing/2014/chart" uri="{C3380CC4-5D6E-409C-BE32-E72D297353CC}">
              <c16:uniqueId val="{00000005-FE64-4F90-AD18-D4392E240824}"/>
            </c:ext>
          </c:extLst>
        </c:ser>
        <c:dLbls>
          <c:showLegendKey val="0"/>
          <c:showVal val="0"/>
          <c:showCatName val="0"/>
          <c:showSerName val="0"/>
          <c:showPercent val="0"/>
          <c:showBubbleSize val="0"/>
        </c:dLbls>
        <c:smooth val="0"/>
        <c:axId val="1009182591"/>
        <c:axId val="1013470847"/>
      </c:lineChart>
      <c:catAx>
        <c:axId val="1009182591"/>
        <c:scaling>
          <c:orientation val="minMax"/>
        </c:scaling>
        <c:delete val="0"/>
        <c:axPos val="b"/>
        <c:numFmt formatCode="General" sourceLinked="1"/>
        <c:majorTickMark val="none"/>
        <c:minorTickMark val="none"/>
        <c:tickLblPos val="nextTo"/>
        <c:spPr>
          <a:noFill/>
          <a:ln w="9525" cap="flat" cmpd="sng" algn="ctr">
            <a:solidFill>
              <a:srgbClr val="1D1D1B"/>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de-DE"/>
          </a:p>
        </c:txPr>
        <c:crossAx val="1013470847"/>
        <c:crosses val="autoZero"/>
        <c:auto val="1"/>
        <c:lblAlgn val="ctr"/>
        <c:lblOffset val="100"/>
        <c:noMultiLvlLbl val="0"/>
      </c:catAx>
      <c:valAx>
        <c:axId val="1013470847"/>
        <c:scaling>
          <c:orientation val="minMax"/>
        </c:scaling>
        <c:delete val="0"/>
        <c:axPos val="l"/>
        <c:majorGridlines>
          <c:spPr>
            <a:ln w="9525" cap="flat" cmpd="sng" algn="ctr">
              <a:solidFill>
                <a:schemeClr val="accent6"/>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de-DE"/>
          </a:p>
        </c:txPr>
        <c:crossAx val="1009182591"/>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Tabelle1!$B$1</c:f>
              <c:strCache>
                <c:ptCount val="1"/>
                <c:pt idx="0">
                  <c:v>Datenreihe 1</c:v>
                </c:pt>
              </c:strCache>
            </c:strRef>
          </c:tx>
          <c:spPr>
            <a:solidFill>
              <a:schemeClr val="accent1"/>
            </a:solidFill>
            <a:ln>
              <a:noFill/>
            </a:ln>
            <a:effectLst/>
          </c:spPr>
          <c:invertIfNegative val="0"/>
          <c:dPt>
            <c:idx val="0"/>
            <c:invertIfNegative val="0"/>
            <c:bubble3D val="0"/>
            <c:spPr>
              <a:solidFill>
                <a:schemeClr val="accent6"/>
              </a:solidFill>
              <a:ln>
                <a:noFill/>
              </a:ln>
              <a:effectLst/>
            </c:spPr>
            <c:extLst>
              <c:ext xmlns:c16="http://schemas.microsoft.com/office/drawing/2014/chart" uri="{C3380CC4-5D6E-409C-BE32-E72D297353CC}">
                <c16:uniqueId val="{00000001-AE7B-42CD-ABFD-76674ACB5E62}"/>
              </c:ext>
            </c:extLst>
          </c:dPt>
          <c:dPt>
            <c:idx val="1"/>
            <c:invertIfNegative val="0"/>
            <c:bubble3D val="0"/>
            <c:spPr>
              <a:solidFill>
                <a:schemeClr val="accent5"/>
              </a:solidFill>
              <a:ln>
                <a:noFill/>
              </a:ln>
              <a:effectLst/>
            </c:spPr>
            <c:extLst>
              <c:ext xmlns:c16="http://schemas.microsoft.com/office/drawing/2014/chart" uri="{C3380CC4-5D6E-409C-BE32-E72D297353CC}">
                <c16:uniqueId val="{00000003-AE7B-42CD-ABFD-76674ACB5E62}"/>
              </c:ext>
            </c:extLst>
          </c:dPt>
          <c:dPt>
            <c:idx val="2"/>
            <c:invertIfNegative val="0"/>
            <c:bubble3D val="0"/>
            <c:spPr>
              <a:solidFill>
                <a:schemeClr val="accent4"/>
              </a:solidFill>
              <a:ln>
                <a:noFill/>
              </a:ln>
              <a:effectLst/>
            </c:spPr>
            <c:extLst>
              <c:ext xmlns:c16="http://schemas.microsoft.com/office/drawing/2014/chart" uri="{C3380CC4-5D6E-409C-BE32-E72D297353CC}">
                <c16:uniqueId val="{00000005-AE7B-42CD-ABFD-76674ACB5E62}"/>
              </c:ext>
            </c:extLst>
          </c:dPt>
          <c:dPt>
            <c:idx val="3"/>
            <c:invertIfNegative val="0"/>
            <c:bubble3D val="0"/>
            <c:spPr>
              <a:solidFill>
                <a:schemeClr val="accent3"/>
              </a:solidFill>
              <a:ln>
                <a:noFill/>
              </a:ln>
              <a:effectLst/>
            </c:spPr>
            <c:extLst>
              <c:ext xmlns:c16="http://schemas.microsoft.com/office/drawing/2014/chart" uri="{C3380CC4-5D6E-409C-BE32-E72D297353CC}">
                <c16:uniqueId val="{00000007-AE7B-42CD-ABFD-76674ACB5E62}"/>
              </c:ext>
            </c:extLst>
          </c:dPt>
          <c:dPt>
            <c:idx val="4"/>
            <c:invertIfNegative val="0"/>
            <c:bubble3D val="0"/>
            <c:spPr>
              <a:solidFill>
                <a:schemeClr val="accent2"/>
              </a:solidFill>
              <a:ln>
                <a:noFill/>
              </a:ln>
              <a:effectLst/>
            </c:spPr>
            <c:extLst>
              <c:ext xmlns:c16="http://schemas.microsoft.com/office/drawing/2014/chart" uri="{C3380CC4-5D6E-409C-BE32-E72D297353CC}">
                <c16:uniqueId val="{00000009-AE7B-42CD-ABFD-76674ACB5E62}"/>
              </c:ext>
            </c:extLst>
          </c:dPt>
          <c:dPt>
            <c:idx val="5"/>
            <c:invertIfNegative val="0"/>
            <c:bubble3D val="0"/>
            <c:spPr>
              <a:solidFill>
                <a:schemeClr val="accent1"/>
              </a:solidFill>
              <a:ln>
                <a:noFill/>
              </a:ln>
              <a:effectLst/>
            </c:spPr>
            <c:extLst>
              <c:ext xmlns:c16="http://schemas.microsoft.com/office/drawing/2014/chart" uri="{C3380CC4-5D6E-409C-BE32-E72D297353CC}">
                <c16:uniqueId val="{0000000B-AE7B-42CD-ABFD-76674ACB5E62}"/>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Tabelle1!$A$2:$A$7</c:f>
              <c:strCache>
                <c:ptCount val="6"/>
                <c:pt idx="0">
                  <c:v>Kategorie 1</c:v>
                </c:pt>
                <c:pt idx="1">
                  <c:v>Kategorie 2</c:v>
                </c:pt>
                <c:pt idx="2">
                  <c:v>Kategorie 3</c:v>
                </c:pt>
                <c:pt idx="3">
                  <c:v>Kategorie 4</c:v>
                </c:pt>
                <c:pt idx="4">
                  <c:v>Kategorie 5</c:v>
                </c:pt>
                <c:pt idx="5">
                  <c:v>Kategorie 6</c:v>
                </c:pt>
              </c:strCache>
            </c:strRef>
          </c:cat>
          <c:val>
            <c:numRef>
              <c:f>Tabelle1!$B$2:$B$7</c:f>
              <c:numCache>
                <c:formatCode>General</c:formatCode>
                <c:ptCount val="6"/>
                <c:pt idx="0">
                  <c:v>30</c:v>
                </c:pt>
                <c:pt idx="1">
                  <c:v>70</c:v>
                </c:pt>
                <c:pt idx="2">
                  <c:v>65</c:v>
                </c:pt>
                <c:pt idx="3">
                  <c:v>85</c:v>
                </c:pt>
                <c:pt idx="4">
                  <c:v>50</c:v>
                </c:pt>
                <c:pt idx="5">
                  <c:v>62</c:v>
                </c:pt>
              </c:numCache>
            </c:numRef>
          </c:val>
          <c:extLst>
            <c:ext xmlns:c16="http://schemas.microsoft.com/office/drawing/2014/chart" uri="{C3380CC4-5D6E-409C-BE32-E72D297353CC}">
              <c16:uniqueId val="{0000000C-AE7B-42CD-ABFD-76674ACB5E62}"/>
            </c:ext>
          </c:extLst>
        </c:ser>
        <c:dLbls>
          <c:dLblPos val="outEnd"/>
          <c:showLegendKey val="0"/>
          <c:showVal val="1"/>
          <c:showCatName val="0"/>
          <c:showSerName val="0"/>
          <c:showPercent val="0"/>
          <c:showBubbleSize val="0"/>
        </c:dLbls>
        <c:gapWidth val="65"/>
        <c:axId val="429847616"/>
        <c:axId val="1606353872"/>
      </c:barChart>
      <c:catAx>
        <c:axId val="429847616"/>
        <c:scaling>
          <c:orientation val="minMax"/>
        </c:scaling>
        <c:delete val="1"/>
        <c:axPos val="l"/>
        <c:majorGridlines>
          <c:spPr>
            <a:ln w="9525" cap="flat" cmpd="sng" algn="ctr">
              <a:noFill/>
              <a:round/>
            </a:ln>
            <a:effectLst/>
          </c:spPr>
        </c:majorGridlines>
        <c:numFmt formatCode="General" sourceLinked="1"/>
        <c:majorTickMark val="none"/>
        <c:minorTickMark val="none"/>
        <c:tickLblPos val="nextTo"/>
        <c:crossAx val="1606353872"/>
        <c:crosses val="autoZero"/>
        <c:auto val="1"/>
        <c:lblAlgn val="ctr"/>
        <c:lblOffset val="100"/>
        <c:noMultiLvlLbl val="0"/>
      </c:catAx>
      <c:valAx>
        <c:axId val="1606353872"/>
        <c:scaling>
          <c:orientation val="minMax"/>
        </c:scaling>
        <c:delete val="1"/>
        <c:axPos val="b"/>
        <c:majorGridlines>
          <c:spPr>
            <a:ln w="9525" cap="flat" cmpd="sng" algn="ctr">
              <a:noFill/>
              <a:round/>
            </a:ln>
            <a:effectLst/>
          </c:spPr>
        </c:majorGridlines>
        <c:numFmt formatCode="General" sourceLinked="1"/>
        <c:majorTickMark val="none"/>
        <c:minorTickMark val="none"/>
        <c:tickLblPos val="nextTo"/>
        <c:crossAx val="4298476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Tabelle1!$B$1</c:f>
              <c:strCache>
                <c:ptCount val="1"/>
                <c:pt idx="0">
                  <c:v>Datenreihe 1</c:v>
                </c:pt>
              </c:strCache>
            </c:strRef>
          </c:tx>
          <c:spPr>
            <a:solidFill>
              <a:schemeClr val="accent1"/>
            </a:solidFill>
            <a:ln>
              <a:noFill/>
            </a:ln>
            <a:effectLst/>
          </c:spPr>
          <c:invertIfNegative val="0"/>
          <c:dPt>
            <c:idx val="0"/>
            <c:invertIfNegative val="0"/>
            <c:bubble3D val="0"/>
            <c:spPr>
              <a:solidFill>
                <a:srgbClr val="FF8255"/>
              </a:solidFill>
              <a:ln>
                <a:noFill/>
              </a:ln>
              <a:effectLst/>
            </c:spPr>
            <c:extLst>
              <c:ext xmlns:c16="http://schemas.microsoft.com/office/drawing/2014/chart" uri="{C3380CC4-5D6E-409C-BE32-E72D297353CC}">
                <c16:uniqueId val="{00000001-6115-4E85-99D3-40B598EDE3CF}"/>
              </c:ext>
            </c:extLst>
          </c:dPt>
          <c:dPt>
            <c:idx val="1"/>
            <c:invertIfNegative val="0"/>
            <c:bubble3D val="0"/>
            <c:spPr>
              <a:solidFill>
                <a:srgbClr val="820032"/>
              </a:solidFill>
              <a:ln>
                <a:noFill/>
              </a:ln>
              <a:effectLst/>
            </c:spPr>
            <c:extLst>
              <c:ext xmlns:c16="http://schemas.microsoft.com/office/drawing/2014/chart" uri="{C3380CC4-5D6E-409C-BE32-E72D297353CC}">
                <c16:uniqueId val="{00000003-6115-4E85-99D3-40B598EDE3CF}"/>
              </c:ext>
            </c:extLst>
          </c:dPt>
          <c:dPt>
            <c:idx val="2"/>
            <c:invertIfNegative val="0"/>
            <c:bubble3D val="0"/>
            <c:spPr>
              <a:solidFill>
                <a:srgbClr val="9B46FA"/>
              </a:solidFill>
              <a:ln>
                <a:noFill/>
              </a:ln>
              <a:effectLst/>
            </c:spPr>
            <c:extLst>
              <c:ext xmlns:c16="http://schemas.microsoft.com/office/drawing/2014/chart" uri="{C3380CC4-5D6E-409C-BE32-E72D297353CC}">
                <c16:uniqueId val="{00000005-6115-4E85-99D3-40B598EDE3CF}"/>
              </c:ext>
            </c:extLst>
          </c:dPt>
          <c:dPt>
            <c:idx val="3"/>
            <c:invertIfNegative val="0"/>
            <c:bubble3D val="0"/>
            <c:spPr>
              <a:solidFill>
                <a:srgbClr val="002896"/>
              </a:solidFill>
              <a:ln>
                <a:noFill/>
              </a:ln>
              <a:effectLst/>
            </c:spPr>
            <c:extLst>
              <c:ext xmlns:c16="http://schemas.microsoft.com/office/drawing/2014/chart" uri="{C3380CC4-5D6E-409C-BE32-E72D297353CC}">
                <c16:uniqueId val="{00000007-6115-4E85-99D3-40B598EDE3CF}"/>
              </c:ext>
            </c:extLst>
          </c:dPt>
          <c:dPt>
            <c:idx val="4"/>
            <c:invertIfNegative val="0"/>
            <c:bubble3D val="0"/>
            <c:spPr>
              <a:solidFill>
                <a:srgbClr val="19D27D"/>
              </a:solidFill>
              <a:ln>
                <a:noFill/>
              </a:ln>
              <a:effectLst/>
            </c:spPr>
            <c:extLst>
              <c:ext xmlns:c16="http://schemas.microsoft.com/office/drawing/2014/chart" uri="{C3380CC4-5D6E-409C-BE32-E72D297353CC}">
                <c16:uniqueId val="{00000009-6115-4E85-99D3-40B598EDE3CF}"/>
              </c:ext>
            </c:extLst>
          </c:dPt>
          <c:dPt>
            <c:idx val="5"/>
            <c:invertIfNegative val="0"/>
            <c:bubble3D val="0"/>
            <c:spPr>
              <a:solidFill>
                <a:srgbClr val="007846"/>
              </a:solidFill>
              <a:ln>
                <a:noFill/>
              </a:ln>
              <a:effectLst/>
            </c:spPr>
            <c:extLst>
              <c:ext xmlns:c16="http://schemas.microsoft.com/office/drawing/2014/chart" uri="{C3380CC4-5D6E-409C-BE32-E72D297353CC}">
                <c16:uniqueId val="{0000000B-6115-4E85-99D3-40B598EDE3CF}"/>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Tabelle1!$A$2:$A$7</c:f>
              <c:strCache>
                <c:ptCount val="6"/>
                <c:pt idx="0">
                  <c:v>Kategorie 1</c:v>
                </c:pt>
                <c:pt idx="1">
                  <c:v>Kategorie 2</c:v>
                </c:pt>
                <c:pt idx="2">
                  <c:v>Kategorie 3</c:v>
                </c:pt>
                <c:pt idx="3">
                  <c:v>Kategorie 4</c:v>
                </c:pt>
                <c:pt idx="4">
                  <c:v>Kategorie 5</c:v>
                </c:pt>
                <c:pt idx="5">
                  <c:v>Kategorie 6</c:v>
                </c:pt>
              </c:strCache>
            </c:strRef>
          </c:cat>
          <c:val>
            <c:numRef>
              <c:f>Tabelle1!$B$2:$B$7</c:f>
              <c:numCache>
                <c:formatCode>General</c:formatCode>
                <c:ptCount val="6"/>
                <c:pt idx="0">
                  <c:v>30</c:v>
                </c:pt>
                <c:pt idx="1">
                  <c:v>70</c:v>
                </c:pt>
                <c:pt idx="2">
                  <c:v>65</c:v>
                </c:pt>
                <c:pt idx="3">
                  <c:v>85</c:v>
                </c:pt>
                <c:pt idx="4">
                  <c:v>50</c:v>
                </c:pt>
                <c:pt idx="5">
                  <c:v>62</c:v>
                </c:pt>
              </c:numCache>
            </c:numRef>
          </c:val>
          <c:extLst>
            <c:ext xmlns:c16="http://schemas.microsoft.com/office/drawing/2014/chart" uri="{C3380CC4-5D6E-409C-BE32-E72D297353CC}">
              <c16:uniqueId val="{0000000C-6115-4E85-99D3-40B598EDE3CF}"/>
            </c:ext>
          </c:extLst>
        </c:ser>
        <c:dLbls>
          <c:dLblPos val="outEnd"/>
          <c:showLegendKey val="0"/>
          <c:showVal val="1"/>
          <c:showCatName val="0"/>
          <c:showSerName val="0"/>
          <c:showPercent val="0"/>
          <c:showBubbleSize val="0"/>
        </c:dLbls>
        <c:gapWidth val="65"/>
        <c:axId val="429847616"/>
        <c:axId val="1606353872"/>
      </c:barChart>
      <c:catAx>
        <c:axId val="429847616"/>
        <c:scaling>
          <c:orientation val="minMax"/>
        </c:scaling>
        <c:delete val="1"/>
        <c:axPos val="l"/>
        <c:majorGridlines>
          <c:spPr>
            <a:ln w="9525" cap="flat" cmpd="sng" algn="ctr">
              <a:noFill/>
              <a:round/>
            </a:ln>
            <a:effectLst/>
          </c:spPr>
        </c:majorGridlines>
        <c:numFmt formatCode="General" sourceLinked="1"/>
        <c:majorTickMark val="none"/>
        <c:minorTickMark val="none"/>
        <c:tickLblPos val="nextTo"/>
        <c:crossAx val="1606353872"/>
        <c:crosses val="autoZero"/>
        <c:auto val="1"/>
        <c:lblAlgn val="ctr"/>
        <c:lblOffset val="100"/>
        <c:noMultiLvlLbl val="0"/>
      </c:catAx>
      <c:valAx>
        <c:axId val="1606353872"/>
        <c:scaling>
          <c:orientation val="minMax"/>
        </c:scaling>
        <c:delete val="1"/>
        <c:axPos val="b"/>
        <c:majorGridlines>
          <c:spPr>
            <a:ln w="9525" cap="flat" cmpd="sng" algn="ctr">
              <a:noFill/>
              <a:round/>
            </a:ln>
            <a:effectLst/>
          </c:spPr>
        </c:majorGridlines>
        <c:numFmt formatCode="General" sourceLinked="1"/>
        <c:majorTickMark val="none"/>
        <c:minorTickMark val="none"/>
        <c:tickLblPos val="nextTo"/>
        <c:crossAx val="4298476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9.1922287831910518E-2"/>
          <c:w val="0.95577380594855632"/>
          <c:h val="0.81615542433617894"/>
        </c:manualLayout>
      </c:layout>
      <c:barChart>
        <c:barDir val="col"/>
        <c:grouping val="clustered"/>
        <c:varyColors val="0"/>
        <c:ser>
          <c:idx val="0"/>
          <c:order val="0"/>
          <c:tx>
            <c:strRef>
              <c:f>Tabelle1!$A$2</c:f>
              <c:strCache>
                <c:ptCount val="1"/>
                <c:pt idx="0">
                  <c:v>Akzent 1</c:v>
                </c:pt>
              </c:strCache>
            </c:strRef>
          </c:tx>
          <c:spPr>
            <a:solidFill>
              <a:schemeClr val="accent1"/>
            </a:solidFill>
            <a:ln>
              <a:noFill/>
            </a:ln>
            <a:effectLst/>
          </c:spPr>
          <c:invertIfNegative val="0"/>
          <c:cat>
            <c:strRef>
              <c:f>Tabelle1!$B$1</c:f>
              <c:strCache>
                <c:ptCount val="1"/>
                <c:pt idx="0">
                  <c:v>Datenreihe 1</c:v>
                </c:pt>
              </c:strCache>
            </c:strRef>
          </c:cat>
          <c:val>
            <c:numRef>
              <c:f>Tabelle1!$B$2</c:f>
              <c:numCache>
                <c:formatCode>General</c:formatCode>
                <c:ptCount val="1"/>
                <c:pt idx="0">
                  <c:v>5</c:v>
                </c:pt>
              </c:numCache>
            </c:numRef>
          </c:val>
          <c:extLst>
            <c:ext xmlns:c16="http://schemas.microsoft.com/office/drawing/2014/chart" uri="{C3380CC4-5D6E-409C-BE32-E72D297353CC}">
              <c16:uniqueId val="{00000000-7A5F-49C6-A895-9C2EA1DFD7F0}"/>
            </c:ext>
          </c:extLst>
        </c:ser>
        <c:ser>
          <c:idx val="1"/>
          <c:order val="1"/>
          <c:tx>
            <c:strRef>
              <c:f>Tabelle1!$A$3</c:f>
              <c:strCache>
                <c:ptCount val="1"/>
                <c:pt idx="0">
                  <c:v>Akzent 2</c:v>
                </c:pt>
              </c:strCache>
            </c:strRef>
          </c:tx>
          <c:spPr>
            <a:solidFill>
              <a:schemeClr val="accent2"/>
            </a:solidFill>
            <a:ln>
              <a:noFill/>
            </a:ln>
            <a:effectLst/>
          </c:spPr>
          <c:invertIfNegative val="0"/>
          <c:cat>
            <c:strRef>
              <c:f>Tabelle1!$B$1</c:f>
              <c:strCache>
                <c:ptCount val="1"/>
                <c:pt idx="0">
                  <c:v>Datenreihe 1</c:v>
                </c:pt>
              </c:strCache>
            </c:strRef>
          </c:cat>
          <c:val>
            <c:numRef>
              <c:f>Tabelle1!$B$3</c:f>
              <c:numCache>
                <c:formatCode>General</c:formatCode>
                <c:ptCount val="1"/>
                <c:pt idx="0">
                  <c:v>7</c:v>
                </c:pt>
              </c:numCache>
            </c:numRef>
          </c:val>
          <c:extLst>
            <c:ext xmlns:c16="http://schemas.microsoft.com/office/drawing/2014/chart" uri="{C3380CC4-5D6E-409C-BE32-E72D297353CC}">
              <c16:uniqueId val="{00000001-7A5F-49C6-A895-9C2EA1DFD7F0}"/>
            </c:ext>
          </c:extLst>
        </c:ser>
        <c:ser>
          <c:idx val="2"/>
          <c:order val="2"/>
          <c:tx>
            <c:strRef>
              <c:f>Tabelle1!$A$4</c:f>
              <c:strCache>
                <c:ptCount val="1"/>
                <c:pt idx="0">
                  <c:v>Akzent 3</c:v>
                </c:pt>
              </c:strCache>
            </c:strRef>
          </c:tx>
          <c:spPr>
            <a:solidFill>
              <a:schemeClr val="accent3"/>
            </a:solidFill>
            <a:ln>
              <a:noFill/>
            </a:ln>
            <a:effectLst/>
          </c:spPr>
          <c:invertIfNegative val="0"/>
          <c:cat>
            <c:strRef>
              <c:f>Tabelle1!$B$1</c:f>
              <c:strCache>
                <c:ptCount val="1"/>
                <c:pt idx="0">
                  <c:v>Datenreihe 1</c:v>
                </c:pt>
              </c:strCache>
            </c:strRef>
          </c:cat>
          <c:val>
            <c:numRef>
              <c:f>Tabelle1!$B$4</c:f>
              <c:numCache>
                <c:formatCode>General</c:formatCode>
                <c:ptCount val="1"/>
                <c:pt idx="0">
                  <c:v>6</c:v>
                </c:pt>
              </c:numCache>
            </c:numRef>
          </c:val>
          <c:extLst>
            <c:ext xmlns:c16="http://schemas.microsoft.com/office/drawing/2014/chart" uri="{C3380CC4-5D6E-409C-BE32-E72D297353CC}">
              <c16:uniqueId val="{00000002-7A5F-49C6-A895-9C2EA1DFD7F0}"/>
            </c:ext>
          </c:extLst>
        </c:ser>
        <c:ser>
          <c:idx val="3"/>
          <c:order val="3"/>
          <c:tx>
            <c:strRef>
              <c:f>Tabelle1!$A$5</c:f>
              <c:strCache>
                <c:ptCount val="1"/>
                <c:pt idx="0">
                  <c:v>Akzent 4</c:v>
                </c:pt>
              </c:strCache>
            </c:strRef>
          </c:tx>
          <c:spPr>
            <a:solidFill>
              <a:schemeClr val="accent4"/>
            </a:solidFill>
            <a:ln>
              <a:noFill/>
            </a:ln>
            <a:effectLst/>
          </c:spPr>
          <c:invertIfNegative val="0"/>
          <c:cat>
            <c:strRef>
              <c:f>Tabelle1!$B$1</c:f>
              <c:strCache>
                <c:ptCount val="1"/>
                <c:pt idx="0">
                  <c:v>Datenreihe 1</c:v>
                </c:pt>
              </c:strCache>
            </c:strRef>
          </c:cat>
          <c:val>
            <c:numRef>
              <c:f>Tabelle1!$B$5</c:f>
              <c:numCache>
                <c:formatCode>General</c:formatCode>
                <c:ptCount val="1"/>
                <c:pt idx="0">
                  <c:v>9</c:v>
                </c:pt>
              </c:numCache>
            </c:numRef>
          </c:val>
          <c:extLst>
            <c:ext xmlns:c16="http://schemas.microsoft.com/office/drawing/2014/chart" uri="{C3380CC4-5D6E-409C-BE32-E72D297353CC}">
              <c16:uniqueId val="{00000003-7A5F-49C6-A895-9C2EA1DFD7F0}"/>
            </c:ext>
          </c:extLst>
        </c:ser>
        <c:ser>
          <c:idx val="4"/>
          <c:order val="4"/>
          <c:tx>
            <c:strRef>
              <c:f>Tabelle1!$A$6</c:f>
              <c:strCache>
                <c:ptCount val="1"/>
                <c:pt idx="0">
                  <c:v>Akzent 5</c:v>
                </c:pt>
              </c:strCache>
            </c:strRef>
          </c:tx>
          <c:spPr>
            <a:solidFill>
              <a:schemeClr val="accent5"/>
            </a:solidFill>
            <a:ln>
              <a:noFill/>
            </a:ln>
            <a:effectLst/>
          </c:spPr>
          <c:invertIfNegative val="0"/>
          <c:cat>
            <c:strRef>
              <c:f>Tabelle1!$B$1</c:f>
              <c:strCache>
                <c:ptCount val="1"/>
                <c:pt idx="0">
                  <c:v>Datenreihe 1</c:v>
                </c:pt>
              </c:strCache>
            </c:strRef>
          </c:cat>
          <c:val>
            <c:numRef>
              <c:f>Tabelle1!$B$6</c:f>
              <c:numCache>
                <c:formatCode>General</c:formatCode>
                <c:ptCount val="1"/>
                <c:pt idx="0">
                  <c:v>8</c:v>
                </c:pt>
              </c:numCache>
            </c:numRef>
          </c:val>
          <c:extLst>
            <c:ext xmlns:c16="http://schemas.microsoft.com/office/drawing/2014/chart" uri="{C3380CC4-5D6E-409C-BE32-E72D297353CC}">
              <c16:uniqueId val="{00000004-7A5F-49C6-A895-9C2EA1DFD7F0}"/>
            </c:ext>
          </c:extLst>
        </c:ser>
        <c:ser>
          <c:idx val="5"/>
          <c:order val="5"/>
          <c:tx>
            <c:strRef>
              <c:f>Tabelle1!$A$7</c:f>
              <c:strCache>
                <c:ptCount val="1"/>
                <c:pt idx="0">
                  <c:v>Akzent 6</c:v>
                </c:pt>
              </c:strCache>
            </c:strRef>
          </c:tx>
          <c:spPr>
            <a:solidFill>
              <a:schemeClr val="accent6"/>
            </a:solidFill>
            <a:ln>
              <a:noFill/>
            </a:ln>
            <a:effectLst/>
          </c:spPr>
          <c:invertIfNegative val="0"/>
          <c:cat>
            <c:strRef>
              <c:f>Tabelle1!$B$1</c:f>
              <c:strCache>
                <c:ptCount val="1"/>
                <c:pt idx="0">
                  <c:v>Datenreihe 1</c:v>
                </c:pt>
              </c:strCache>
            </c:strRef>
          </c:cat>
          <c:val>
            <c:numRef>
              <c:f>Tabelle1!$B$7</c:f>
              <c:numCache>
                <c:formatCode>General</c:formatCode>
                <c:ptCount val="1"/>
                <c:pt idx="0">
                  <c:v>10</c:v>
                </c:pt>
              </c:numCache>
            </c:numRef>
          </c:val>
          <c:extLst>
            <c:ext xmlns:c16="http://schemas.microsoft.com/office/drawing/2014/chart" uri="{C3380CC4-5D6E-409C-BE32-E72D297353CC}">
              <c16:uniqueId val="{00000005-7A5F-49C6-A895-9C2EA1DFD7F0}"/>
            </c:ext>
          </c:extLst>
        </c:ser>
        <c:dLbls>
          <c:showLegendKey val="0"/>
          <c:showVal val="0"/>
          <c:showCatName val="0"/>
          <c:showSerName val="0"/>
          <c:showPercent val="0"/>
          <c:showBubbleSize val="0"/>
        </c:dLbls>
        <c:gapWidth val="219"/>
        <c:overlap val="-27"/>
        <c:axId val="1034984960"/>
        <c:axId val="1034978432"/>
      </c:barChart>
      <c:catAx>
        <c:axId val="1034984960"/>
        <c:scaling>
          <c:orientation val="minMax"/>
        </c:scaling>
        <c:delete val="1"/>
        <c:axPos val="b"/>
        <c:numFmt formatCode="General" sourceLinked="1"/>
        <c:majorTickMark val="none"/>
        <c:minorTickMark val="none"/>
        <c:tickLblPos val="nextTo"/>
        <c:crossAx val="1034978432"/>
        <c:crosses val="autoZero"/>
        <c:auto val="1"/>
        <c:lblAlgn val="ctr"/>
        <c:lblOffset val="100"/>
        <c:noMultiLvlLbl val="0"/>
      </c:catAx>
      <c:valAx>
        <c:axId val="1034978432"/>
        <c:scaling>
          <c:orientation val="minMax"/>
          <c:max val="10"/>
        </c:scaling>
        <c:delete val="1"/>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crossAx val="103498496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de-DE"/>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Tabelle1!$B$1</c:f>
              <c:strCache>
                <c:ptCount val="1"/>
                <c:pt idx="0">
                  <c:v>Verkauf</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5563-495A-BDE0-DBE187B2C324}"/>
              </c:ext>
            </c:extLst>
          </c:dPt>
          <c:dPt>
            <c:idx val="1"/>
            <c:bubble3D val="0"/>
            <c:spPr>
              <a:solidFill>
                <a:schemeClr val="accent2"/>
              </a:solidFill>
              <a:ln w="19050">
                <a:noFill/>
              </a:ln>
              <a:effectLst/>
            </c:spPr>
            <c:extLst>
              <c:ext xmlns:c16="http://schemas.microsoft.com/office/drawing/2014/chart" uri="{C3380CC4-5D6E-409C-BE32-E72D297353CC}">
                <c16:uniqueId val="{00000003-5563-495A-BDE0-DBE187B2C324}"/>
              </c:ext>
            </c:extLst>
          </c:dPt>
          <c:dPt>
            <c:idx val="2"/>
            <c:bubble3D val="0"/>
            <c:spPr>
              <a:solidFill>
                <a:schemeClr val="accent3"/>
              </a:solidFill>
              <a:ln w="19050">
                <a:noFill/>
              </a:ln>
              <a:effectLst/>
            </c:spPr>
            <c:extLst>
              <c:ext xmlns:c16="http://schemas.microsoft.com/office/drawing/2014/chart" uri="{C3380CC4-5D6E-409C-BE32-E72D297353CC}">
                <c16:uniqueId val="{00000005-5563-495A-BDE0-DBE187B2C324}"/>
              </c:ext>
            </c:extLst>
          </c:dPt>
          <c:dPt>
            <c:idx val="3"/>
            <c:bubble3D val="0"/>
            <c:spPr>
              <a:solidFill>
                <a:schemeClr val="accent4"/>
              </a:solidFill>
              <a:ln w="19050">
                <a:noFill/>
              </a:ln>
              <a:effectLst/>
            </c:spPr>
            <c:extLst>
              <c:ext xmlns:c16="http://schemas.microsoft.com/office/drawing/2014/chart" uri="{C3380CC4-5D6E-409C-BE32-E72D297353CC}">
                <c16:uniqueId val="{00000007-5563-495A-BDE0-DBE187B2C324}"/>
              </c:ext>
            </c:extLst>
          </c:dPt>
          <c:dPt>
            <c:idx val="4"/>
            <c:bubble3D val="0"/>
            <c:spPr>
              <a:solidFill>
                <a:schemeClr val="accent5"/>
              </a:solidFill>
              <a:ln w="19050">
                <a:noFill/>
              </a:ln>
              <a:effectLst/>
            </c:spPr>
            <c:extLst>
              <c:ext xmlns:c16="http://schemas.microsoft.com/office/drawing/2014/chart" uri="{C3380CC4-5D6E-409C-BE32-E72D297353CC}">
                <c16:uniqueId val="{00000009-5563-495A-BDE0-DBE187B2C324}"/>
              </c:ext>
            </c:extLst>
          </c:dPt>
          <c:dPt>
            <c:idx val="5"/>
            <c:bubble3D val="0"/>
            <c:spPr>
              <a:solidFill>
                <a:schemeClr val="accent6"/>
              </a:solidFill>
              <a:ln w="19050">
                <a:noFill/>
              </a:ln>
              <a:effectLst/>
            </c:spPr>
            <c:extLst>
              <c:ext xmlns:c16="http://schemas.microsoft.com/office/drawing/2014/chart" uri="{C3380CC4-5D6E-409C-BE32-E72D297353CC}">
                <c16:uniqueId val="{0000000B-5563-495A-BDE0-DBE187B2C324}"/>
              </c:ext>
            </c:extLst>
          </c:dPt>
          <c:dPt>
            <c:idx val="6"/>
            <c:bubble3D val="0"/>
            <c:spPr>
              <a:solidFill>
                <a:schemeClr val="accent1">
                  <a:lumMod val="60000"/>
                </a:schemeClr>
              </a:solidFill>
              <a:ln w="19050">
                <a:noFill/>
              </a:ln>
              <a:effectLst/>
            </c:spPr>
            <c:extLst>
              <c:ext xmlns:c16="http://schemas.microsoft.com/office/drawing/2014/chart" uri="{C3380CC4-5D6E-409C-BE32-E72D297353CC}">
                <c16:uniqueId val="{0000000D-5563-495A-BDE0-DBE187B2C324}"/>
              </c:ext>
            </c:extLst>
          </c:dPt>
          <c:dPt>
            <c:idx val="7"/>
            <c:bubble3D val="0"/>
            <c:spPr>
              <a:solidFill>
                <a:schemeClr val="accent2">
                  <a:lumMod val="60000"/>
                </a:schemeClr>
              </a:solidFill>
              <a:ln w="19050">
                <a:noFill/>
              </a:ln>
              <a:effectLst/>
            </c:spPr>
            <c:extLst>
              <c:ext xmlns:c16="http://schemas.microsoft.com/office/drawing/2014/chart" uri="{C3380CC4-5D6E-409C-BE32-E72D297353CC}">
                <c16:uniqueId val="{0000000F-5563-495A-BDE0-DBE187B2C324}"/>
              </c:ext>
            </c:extLst>
          </c:dPt>
          <c:dPt>
            <c:idx val="8"/>
            <c:bubble3D val="0"/>
            <c:spPr>
              <a:solidFill>
                <a:schemeClr val="accent3">
                  <a:lumMod val="60000"/>
                </a:schemeClr>
              </a:solidFill>
              <a:ln w="19050">
                <a:noFill/>
              </a:ln>
              <a:effectLst/>
            </c:spPr>
            <c:extLst>
              <c:ext xmlns:c16="http://schemas.microsoft.com/office/drawing/2014/chart" uri="{C3380CC4-5D6E-409C-BE32-E72D297353CC}">
                <c16:uniqueId val="{00000011-5563-495A-BDE0-DBE187B2C324}"/>
              </c:ext>
            </c:extLst>
          </c:dPt>
          <c:dPt>
            <c:idx val="9"/>
            <c:bubble3D val="0"/>
            <c:spPr>
              <a:solidFill>
                <a:schemeClr val="accent4">
                  <a:lumMod val="60000"/>
                </a:schemeClr>
              </a:solidFill>
              <a:ln w="19050">
                <a:noFill/>
              </a:ln>
              <a:effectLst/>
            </c:spPr>
            <c:extLst>
              <c:ext xmlns:c16="http://schemas.microsoft.com/office/drawing/2014/chart" uri="{C3380CC4-5D6E-409C-BE32-E72D297353CC}">
                <c16:uniqueId val="{00000013-5563-495A-BDE0-DBE187B2C324}"/>
              </c:ext>
            </c:extLst>
          </c:dPt>
          <c:dPt>
            <c:idx val="10"/>
            <c:bubble3D val="0"/>
            <c:spPr>
              <a:solidFill>
                <a:schemeClr val="accent5">
                  <a:lumMod val="60000"/>
                </a:schemeClr>
              </a:solidFill>
              <a:ln w="19050">
                <a:noFill/>
              </a:ln>
              <a:effectLst/>
            </c:spPr>
            <c:extLst>
              <c:ext xmlns:c16="http://schemas.microsoft.com/office/drawing/2014/chart" uri="{C3380CC4-5D6E-409C-BE32-E72D297353CC}">
                <c16:uniqueId val="{00000015-5563-495A-BDE0-DBE187B2C324}"/>
              </c:ext>
            </c:extLst>
          </c:dPt>
          <c:dPt>
            <c:idx val="11"/>
            <c:bubble3D val="0"/>
            <c:spPr>
              <a:solidFill>
                <a:schemeClr val="accent6">
                  <a:lumMod val="60000"/>
                </a:schemeClr>
              </a:solidFill>
              <a:ln w="19050">
                <a:noFill/>
              </a:ln>
              <a:effectLst/>
            </c:spPr>
            <c:extLst>
              <c:ext xmlns:c16="http://schemas.microsoft.com/office/drawing/2014/chart" uri="{C3380CC4-5D6E-409C-BE32-E72D297353CC}">
                <c16:uniqueId val="{00000017-5563-495A-BDE0-DBE187B2C324}"/>
              </c:ext>
            </c:extLst>
          </c:dPt>
          <c:cat>
            <c:strRef>
              <c:f>Tabelle1!$A$2:$A$13</c:f>
              <c:strCache>
                <c:ptCount val="6"/>
                <c:pt idx="0">
                  <c:v>Akzent 1</c:v>
                </c:pt>
                <c:pt idx="1">
                  <c:v>Akzent 2</c:v>
                </c:pt>
                <c:pt idx="2">
                  <c:v>Akzent 3</c:v>
                </c:pt>
                <c:pt idx="3">
                  <c:v>Akzent 4</c:v>
                </c:pt>
                <c:pt idx="4">
                  <c:v>Akzent 5</c:v>
                </c:pt>
                <c:pt idx="5">
                  <c:v>Akzent 6</c:v>
                </c:pt>
              </c:strCache>
            </c:strRef>
          </c:cat>
          <c:val>
            <c:numRef>
              <c:f>Tabelle1!$B$2:$B$13</c:f>
              <c:numCache>
                <c:formatCode>General</c:formatCode>
                <c:ptCount val="12"/>
                <c:pt idx="0">
                  <c:v>20</c:v>
                </c:pt>
                <c:pt idx="1">
                  <c:v>10</c:v>
                </c:pt>
                <c:pt idx="2">
                  <c:v>25</c:v>
                </c:pt>
                <c:pt idx="3">
                  <c:v>5</c:v>
                </c:pt>
                <c:pt idx="4">
                  <c:v>20</c:v>
                </c:pt>
                <c:pt idx="5">
                  <c:v>12</c:v>
                </c:pt>
              </c:numCache>
            </c:numRef>
          </c:val>
          <c:extLst>
            <c:ext xmlns:c16="http://schemas.microsoft.com/office/drawing/2014/chart" uri="{C3380CC4-5D6E-409C-BE32-E72D297353CC}">
              <c16:uniqueId val="{00000018-5563-495A-BDE0-DBE187B2C324}"/>
            </c:ext>
          </c:extLst>
        </c:ser>
        <c:dLbls>
          <c:showLegendKey val="0"/>
          <c:showVal val="0"/>
          <c:showCatName val="0"/>
          <c:showSerName val="0"/>
          <c:showPercent val="0"/>
          <c:showBubbleSize val="0"/>
          <c:showLeaderLines val="1"/>
        </c:dLbls>
        <c:firstSliceAng val="0"/>
        <c:holeSize val="65"/>
      </c:doughnutChart>
      <c:spPr>
        <a:noFill/>
        <a:ln>
          <a:noFill/>
        </a:ln>
        <a:effectLst/>
      </c:spPr>
    </c:plotArea>
    <c:plotVisOnly val="1"/>
    <c:dispBlanksAs val="gap"/>
    <c:showDLblsOverMax val="0"/>
  </c:chart>
  <c:spPr>
    <a:noFill/>
    <a:ln>
      <a:noFill/>
    </a:ln>
    <a:effectLst/>
  </c:spPr>
  <c:txPr>
    <a:bodyPr/>
    <a:lstStyle/>
    <a:p>
      <a:pPr>
        <a:defRPr/>
      </a:pPr>
      <a:endParaRPr lang="de-DE"/>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ubbleChart>
        <c:varyColors val="0"/>
        <c:ser>
          <c:idx val="0"/>
          <c:order val="0"/>
          <c:tx>
            <c:strRef>
              <c:f>Tabelle1!$B$1</c:f>
              <c:strCache>
                <c:ptCount val="1"/>
                <c:pt idx="0">
                  <c:v>Y-Werte</c:v>
                </c:pt>
              </c:strCache>
            </c:strRef>
          </c:tx>
          <c:spPr>
            <a:solidFill>
              <a:schemeClr val="accent1">
                <a:alpha val="75000"/>
              </a:schemeClr>
            </a:solidFill>
            <a:ln>
              <a:noFill/>
            </a:ln>
            <a:effectLst/>
          </c:spPr>
          <c:invertIfNegative val="0"/>
          <c:xVal>
            <c:numRef>
              <c:f>Tabelle1!$A$2:$A$6</c:f>
              <c:numCache>
                <c:formatCode>General</c:formatCode>
                <c:ptCount val="5"/>
                <c:pt idx="0">
                  <c:v>0.2</c:v>
                </c:pt>
                <c:pt idx="1">
                  <c:v>1.8</c:v>
                </c:pt>
                <c:pt idx="2">
                  <c:v>2.6</c:v>
                </c:pt>
                <c:pt idx="3">
                  <c:v>3</c:v>
                </c:pt>
                <c:pt idx="4">
                  <c:v>4.5</c:v>
                </c:pt>
              </c:numCache>
            </c:numRef>
          </c:xVal>
          <c:yVal>
            <c:numRef>
              <c:f>Tabelle1!$B$2:$B$6</c:f>
              <c:numCache>
                <c:formatCode>General</c:formatCode>
                <c:ptCount val="5"/>
                <c:pt idx="0">
                  <c:v>2.7</c:v>
                </c:pt>
                <c:pt idx="1">
                  <c:v>3.2</c:v>
                </c:pt>
                <c:pt idx="2">
                  <c:v>0.8</c:v>
                </c:pt>
                <c:pt idx="3">
                  <c:v>2</c:v>
                </c:pt>
                <c:pt idx="4">
                  <c:v>3</c:v>
                </c:pt>
              </c:numCache>
            </c:numRef>
          </c:yVal>
          <c:bubbleSize>
            <c:numRef>
              <c:f>Tabelle1!$C$2:$C$6</c:f>
              <c:numCache>
                <c:formatCode>General</c:formatCode>
                <c:ptCount val="5"/>
                <c:pt idx="0">
                  <c:v>10</c:v>
                </c:pt>
                <c:pt idx="1">
                  <c:v>24</c:v>
                </c:pt>
                <c:pt idx="2">
                  <c:v>8</c:v>
                </c:pt>
                <c:pt idx="3">
                  <c:v>20</c:v>
                </c:pt>
                <c:pt idx="4">
                  <c:v>30</c:v>
                </c:pt>
              </c:numCache>
            </c:numRef>
          </c:bubbleSize>
          <c:bubble3D val="0"/>
          <c:extLst>
            <c:ext xmlns:c16="http://schemas.microsoft.com/office/drawing/2014/chart" uri="{C3380CC4-5D6E-409C-BE32-E72D297353CC}">
              <c16:uniqueId val="{00000000-6D52-4CC0-869C-E6846A8CEC61}"/>
            </c:ext>
          </c:extLst>
        </c:ser>
        <c:dLbls>
          <c:showLegendKey val="0"/>
          <c:showVal val="0"/>
          <c:showCatName val="0"/>
          <c:showSerName val="0"/>
          <c:showPercent val="0"/>
          <c:showBubbleSize val="0"/>
        </c:dLbls>
        <c:bubbleScale val="100"/>
        <c:showNegBubbles val="0"/>
        <c:axId val="1034975168"/>
        <c:axId val="1034975712"/>
      </c:bubbleChart>
      <c:valAx>
        <c:axId val="1034975168"/>
        <c:scaling>
          <c:orientation val="minMax"/>
        </c:scaling>
        <c:delete val="1"/>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034975712"/>
        <c:crosses val="autoZero"/>
        <c:crossBetween val="midCat"/>
      </c:valAx>
      <c:valAx>
        <c:axId val="1034975712"/>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034975168"/>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de-D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69">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alpha val="75000"/>
        </a:schemeClr>
      </a:solidFill>
    </cs:spPr>
  </cs:dataPoint>
  <cs:dataPoint3D>
    <cs:lnRef idx="0"/>
    <cs:fillRef idx="1">
      <cs:styleClr val="auto"/>
    </cs:fillRef>
    <cs:effectRef idx="0"/>
    <cs:fontRef idx="minor">
      <a:schemeClr val="tx1"/>
    </cs:fontRef>
    <cs:spPr>
      <a:solidFill>
        <a:schemeClr val="phClr">
          <a:alpha val="75000"/>
        </a:schemeClr>
      </a:solidFill>
    </cs:spPr>
  </cs:dataPoint3D>
  <cs:dataPointLine>
    <cs:lnRef idx="0">
      <cs:styleClr val="auto"/>
    </cs:lnRef>
    <cs:fillRef idx="1"/>
    <cs:effectRef idx="0"/>
    <cs:fontRef idx="minor">
      <a:schemeClr val="tx1"/>
    </cs:fontRef>
    <cs:spPr>
      <a:ln w="19050" cap="rnd">
        <a:solidFill>
          <a:schemeClr val="phClr">
            <a:alpha val="50000"/>
          </a:scheme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7333EF-3485-4C63-A864-71E0CD9AA842}" type="doc">
      <dgm:prSet loTypeId="urn:microsoft.com/office/officeart/2005/8/layout/orgChart1" loCatId="hierarchy" qsTypeId="urn:microsoft.com/office/officeart/2005/8/quickstyle/simple1" qsCatId="simple" csTypeId="urn:microsoft.com/office/officeart/2005/8/colors/colorful1" csCatId="colorful" phldr="1"/>
      <dgm:spPr/>
      <dgm:t>
        <a:bodyPr/>
        <a:lstStyle/>
        <a:p>
          <a:endParaRPr lang="de-CH"/>
        </a:p>
      </dgm:t>
    </dgm:pt>
    <dgm:pt modelId="{EF3DC050-42B2-4CF5-819D-D012A58D7D56}">
      <dgm:prSet phldrT="[Text]"/>
      <dgm:spPr/>
      <dgm:t>
        <a:bodyPr/>
        <a:lstStyle/>
        <a:p>
          <a:r>
            <a:rPr lang="de-CH" dirty="0"/>
            <a:t> </a:t>
          </a:r>
        </a:p>
      </dgm:t>
    </dgm:pt>
    <dgm:pt modelId="{F6446B63-1441-469D-B8B3-7A6F61C8C1CD}" type="parTrans" cxnId="{27F79AED-C875-4299-9004-9F34BF7D0F83}">
      <dgm:prSet/>
      <dgm:spPr/>
      <dgm:t>
        <a:bodyPr/>
        <a:lstStyle/>
        <a:p>
          <a:endParaRPr lang="de-CH"/>
        </a:p>
      </dgm:t>
    </dgm:pt>
    <dgm:pt modelId="{7F9BE456-528F-447C-AF1D-2AA2C79AFDA6}" type="sibTrans" cxnId="{27F79AED-C875-4299-9004-9F34BF7D0F83}">
      <dgm:prSet/>
      <dgm:spPr/>
      <dgm:t>
        <a:bodyPr/>
        <a:lstStyle/>
        <a:p>
          <a:endParaRPr lang="de-CH"/>
        </a:p>
      </dgm:t>
    </dgm:pt>
    <dgm:pt modelId="{D728A940-CD8A-43BD-B99B-81F3762C30AF}">
      <dgm:prSet phldrT="[Text]"/>
      <dgm:spPr/>
      <dgm:t>
        <a:bodyPr/>
        <a:lstStyle/>
        <a:p>
          <a:r>
            <a:rPr lang="de-CH" dirty="0"/>
            <a:t> </a:t>
          </a:r>
        </a:p>
      </dgm:t>
    </dgm:pt>
    <dgm:pt modelId="{9ECC030E-A4CA-4246-9B36-89BBE8D60B13}" type="parTrans" cxnId="{E82D6DC4-3BB4-4C33-903F-2922ED239D04}">
      <dgm:prSet/>
      <dgm:spPr/>
      <dgm:t>
        <a:bodyPr/>
        <a:lstStyle/>
        <a:p>
          <a:endParaRPr lang="de-CH"/>
        </a:p>
      </dgm:t>
    </dgm:pt>
    <dgm:pt modelId="{77E0C8E2-22DB-4F4C-8EF4-185B8A841ED0}" type="sibTrans" cxnId="{E82D6DC4-3BB4-4C33-903F-2922ED239D04}">
      <dgm:prSet/>
      <dgm:spPr/>
      <dgm:t>
        <a:bodyPr/>
        <a:lstStyle/>
        <a:p>
          <a:endParaRPr lang="de-CH"/>
        </a:p>
      </dgm:t>
    </dgm:pt>
    <dgm:pt modelId="{8C43D582-AB8D-4662-AB03-90F375B38E1A}">
      <dgm:prSet phldrT="[Text]"/>
      <dgm:spPr/>
      <dgm:t>
        <a:bodyPr/>
        <a:lstStyle/>
        <a:p>
          <a:r>
            <a:rPr lang="de-CH" dirty="0"/>
            <a:t> </a:t>
          </a:r>
        </a:p>
      </dgm:t>
    </dgm:pt>
    <dgm:pt modelId="{03139B6F-59E9-4237-9CC8-6195EB60FDAC}" type="parTrans" cxnId="{592754EA-AFAF-40CF-98B0-2D109E533B12}">
      <dgm:prSet/>
      <dgm:spPr/>
      <dgm:t>
        <a:bodyPr/>
        <a:lstStyle/>
        <a:p>
          <a:endParaRPr lang="de-CH"/>
        </a:p>
      </dgm:t>
    </dgm:pt>
    <dgm:pt modelId="{2A2353EE-5049-476A-8447-79B7631F4657}" type="sibTrans" cxnId="{592754EA-AFAF-40CF-98B0-2D109E533B12}">
      <dgm:prSet/>
      <dgm:spPr/>
      <dgm:t>
        <a:bodyPr/>
        <a:lstStyle/>
        <a:p>
          <a:endParaRPr lang="de-CH"/>
        </a:p>
      </dgm:t>
    </dgm:pt>
    <dgm:pt modelId="{56B4C03B-96C1-47AF-9F88-27E562BD3CFE}">
      <dgm:prSet phldrT="[Text]"/>
      <dgm:spPr/>
      <dgm:t>
        <a:bodyPr/>
        <a:lstStyle/>
        <a:p>
          <a:endParaRPr lang="de-CH" dirty="0"/>
        </a:p>
      </dgm:t>
    </dgm:pt>
    <dgm:pt modelId="{F68BA154-E052-4091-93D1-F83300865671}" type="parTrans" cxnId="{DDDA4418-96AA-4A17-B7C4-B6D267662E1B}">
      <dgm:prSet/>
      <dgm:spPr/>
      <dgm:t>
        <a:bodyPr/>
        <a:lstStyle/>
        <a:p>
          <a:endParaRPr lang="de-CH"/>
        </a:p>
      </dgm:t>
    </dgm:pt>
    <dgm:pt modelId="{7826E6CA-695E-4021-BF95-CC0900775FDC}" type="sibTrans" cxnId="{DDDA4418-96AA-4A17-B7C4-B6D267662E1B}">
      <dgm:prSet/>
      <dgm:spPr/>
      <dgm:t>
        <a:bodyPr/>
        <a:lstStyle/>
        <a:p>
          <a:endParaRPr lang="de-CH"/>
        </a:p>
      </dgm:t>
    </dgm:pt>
    <dgm:pt modelId="{ED7FA7B2-45EA-4397-B59E-1C5AD8DB91FE}">
      <dgm:prSet phldrT="[Text]"/>
      <dgm:spPr/>
      <dgm:t>
        <a:bodyPr/>
        <a:lstStyle/>
        <a:p>
          <a:endParaRPr lang="de-CH" dirty="0"/>
        </a:p>
      </dgm:t>
    </dgm:pt>
    <dgm:pt modelId="{67F412ED-AF10-45F3-B8C3-D3D899449DC4}" type="parTrans" cxnId="{FAB553BB-2D18-4C48-A42A-8C476C8EE922}">
      <dgm:prSet/>
      <dgm:spPr/>
      <dgm:t>
        <a:bodyPr/>
        <a:lstStyle/>
        <a:p>
          <a:endParaRPr lang="de-CH"/>
        </a:p>
      </dgm:t>
    </dgm:pt>
    <dgm:pt modelId="{7EA9CB4E-80D1-471F-BCFA-16315C899637}" type="sibTrans" cxnId="{FAB553BB-2D18-4C48-A42A-8C476C8EE922}">
      <dgm:prSet/>
      <dgm:spPr/>
      <dgm:t>
        <a:bodyPr/>
        <a:lstStyle/>
        <a:p>
          <a:endParaRPr lang="de-CH"/>
        </a:p>
      </dgm:t>
    </dgm:pt>
    <dgm:pt modelId="{0931205E-EC8C-4E1F-A609-58D4427A21BF}">
      <dgm:prSet phldrT="[Text]"/>
      <dgm:spPr/>
      <dgm:t>
        <a:bodyPr/>
        <a:lstStyle/>
        <a:p>
          <a:endParaRPr lang="de-CH" dirty="0"/>
        </a:p>
      </dgm:t>
    </dgm:pt>
    <dgm:pt modelId="{7E6F2D4B-B0E2-4AA0-A40E-1F6E563FC414}" type="parTrans" cxnId="{A16176F5-BD13-45E3-ACE7-76F35E7788EC}">
      <dgm:prSet/>
      <dgm:spPr/>
      <dgm:t>
        <a:bodyPr/>
        <a:lstStyle/>
        <a:p>
          <a:endParaRPr lang="de-CH"/>
        </a:p>
      </dgm:t>
    </dgm:pt>
    <dgm:pt modelId="{E9AF7662-8E30-4FAC-AC52-B8E12771E4C7}" type="sibTrans" cxnId="{A16176F5-BD13-45E3-ACE7-76F35E7788EC}">
      <dgm:prSet/>
      <dgm:spPr/>
      <dgm:t>
        <a:bodyPr/>
        <a:lstStyle/>
        <a:p>
          <a:endParaRPr lang="de-CH"/>
        </a:p>
      </dgm:t>
    </dgm:pt>
    <dgm:pt modelId="{8192CD02-71BF-4F4C-AAC2-B9D7A9B431E3}">
      <dgm:prSet phldrT="[Text]"/>
      <dgm:spPr/>
      <dgm:t>
        <a:bodyPr/>
        <a:lstStyle/>
        <a:p>
          <a:endParaRPr lang="de-CH" dirty="0"/>
        </a:p>
      </dgm:t>
    </dgm:pt>
    <dgm:pt modelId="{C7D9A010-9BA1-426B-8F37-556D99500AB4}" type="parTrans" cxnId="{55C95BDD-7B32-4C23-8566-D91B8603892D}">
      <dgm:prSet/>
      <dgm:spPr/>
      <dgm:t>
        <a:bodyPr/>
        <a:lstStyle/>
        <a:p>
          <a:endParaRPr lang="de-CH"/>
        </a:p>
      </dgm:t>
    </dgm:pt>
    <dgm:pt modelId="{19F564DD-F5BD-4770-A744-B38AF053138E}" type="sibTrans" cxnId="{55C95BDD-7B32-4C23-8566-D91B8603892D}">
      <dgm:prSet/>
      <dgm:spPr/>
      <dgm:t>
        <a:bodyPr/>
        <a:lstStyle/>
        <a:p>
          <a:endParaRPr lang="de-CH"/>
        </a:p>
      </dgm:t>
    </dgm:pt>
    <dgm:pt modelId="{ECFE422A-53DB-4263-8AFE-B8E77E52CB2E}" type="pres">
      <dgm:prSet presAssocID="{627333EF-3485-4C63-A864-71E0CD9AA842}" presName="hierChild1" presStyleCnt="0">
        <dgm:presLayoutVars>
          <dgm:orgChart val="1"/>
          <dgm:chPref val="1"/>
          <dgm:dir/>
          <dgm:animOne val="branch"/>
          <dgm:animLvl val="lvl"/>
          <dgm:resizeHandles/>
        </dgm:presLayoutVars>
      </dgm:prSet>
      <dgm:spPr/>
    </dgm:pt>
    <dgm:pt modelId="{BF37B77F-E2EF-494A-AFBA-9D1B2A32B233}" type="pres">
      <dgm:prSet presAssocID="{EF3DC050-42B2-4CF5-819D-D012A58D7D56}" presName="hierRoot1" presStyleCnt="0">
        <dgm:presLayoutVars>
          <dgm:hierBranch val="init"/>
        </dgm:presLayoutVars>
      </dgm:prSet>
      <dgm:spPr/>
    </dgm:pt>
    <dgm:pt modelId="{E67DBF61-E148-4215-AF69-30178FB2A906}" type="pres">
      <dgm:prSet presAssocID="{EF3DC050-42B2-4CF5-819D-D012A58D7D56}" presName="rootComposite1" presStyleCnt="0"/>
      <dgm:spPr/>
    </dgm:pt>
    <dgm:pt modelId="{4CDEEE70-C6BD-47E8-B4F0-BA115C7297A4}" type="pres">
      <dgm:prSet presAssocID="{EF3DC050-42B2-4CF5-819D-D012A58D7D56}" presName="rootText1" presStyleLbl="node0" presStyleIdx="0" presStyleCnt="1">
        <dgm:presLayoutVars>
          <dgm:chPref val="3"/>
        </dgm:presLayoutVars>
      </dgm:prSet>
      <dgm:spPr/>
    </dgm:pt>
    <dgm:pt modelId="{304EBF43-34E0-4148-84FF-7B0A0EF3F0BF}" type="pres">
      <dgm:prSet presAssocID="{EF3DC050-42B2-4CF5-819D-D012A58D7D56}" presName="rootConnector1" presStyleLbl="node1" presStyleIdx="0" presStyleCnt="0"/>
      <dgm:spPr/>
    </dgm:pt>
    <dgm:pt modelId="{87111223-8979-47B1-86D5-4BC781BF24E3}" type="pres">
      <dgm:prSet presAssocID="{EF3DC050-42B2-4CF5-819D-D012A58D7D56}" presName="hierChild2" presStyleCnt="0"/>
      <dgm:spPr/>
    </dgm:pt>
    <dgm:pt modelId="{74D7EFED-89A8-41FA-81C5-F94FF8E2C953}" type="pres">
      <dgm:prSet presAssocID="{9ECC030E-A4CA-4246-9B36-89BBE8D60B13}" presName="Name37" presStyleLbl="parChTrans1D2" presStyleIdx="0" presStyleCnt="2"/>
      <dgm:spPr/>
    </dgm:pt>
    <dgm:pt modelId="{7CB03272-9049-417F-89C9-734B41170BAF}" type="pres">
      <dgm:prSet presAssocID="{D728A940-CD8A-43BD-B99B-81F3762C30AF}" presName="hierRoot2" presStyleCnt="0">
        <dgm:presLayoutVars>
          <dgm:hierBranch val="init"/>
        </dgm:presLayoutVars>
      </dgm:prSet>
      <dgm:spPr/>
    </dgm:pt>
    <dgm:pt modelId="{3B988D8D-AC1A-47C4-8255-E9676AE4BEB4}" type="pres">
      <dgm:prSet presAssocID="{D728A940-CD8A-43BD-B99B-81F3762C30AF}" presName="rootComposite" presStyleCnt="0"/>
      <dgm:spPr/>
    </dgm:pt>
    <dgm:pt modelId="{1E25D737-2E05-4FAD-831C-8896458363C1}" type="pres">
      <dgm:prSet presAssocID="{D728A940-CD8A-43BD-B99B-81F3762C30AF}" presName="rootText" presStyleLbl="node2" presStyleIdx="0" presStyleCnt="2">
        <dgm:presLayoutVars>
          <dgm:chPref val="3"/>
        </dgm:presLayoutVars>
      </dgm:prSet>
      <dgm:spPr/>
    </dgm:pt>
    <dgm:pt modelId="{15B2067F-B712-404A-B999-66A33EDD6A68}" type="pres">
      <dgm:prSet presAssocID="{D728A940-CD8A-43BD-B99B-81F3762C30AF}" presName="rootConnector" presStyleLbl="node2" presStyleIdx="0" presStyleCnt="2"/>
      <dgm:spPr/>
    </dgm:pt>
    <dgm:pt modelId="{EF6BB347-568F-4566-8D86-A829346859ED}" type="pres">
      <dgm:prSet presAssocID="{D728A940-CD8A-43BD-B99B-81F3762C30AF}" presName="hierChild4" presStyleCnt="0"/>
      <dgm:spPr/>
    </dgm:pt>
    <dgm:pt modelId="{52595FDF-08A3-499A-8460-0E872A5790FD}" type="pres">
      <dgm:prSet presAssocID="{C7D9A010-9BA1-426B-8F37-556D99500AB4}" presName="Name37" presStyleLbl="parChTrans1D3" presStyleIdx="0" presStyleCnt="3"/>
      <dgm:spPr/>
    </dgm:pt>
    <dgm:pt modelId="{9D7C66D0-16D5-4FD9-B1D7-FA1393F0AFB5}" type="pres">
      <dgm:prSet presAssocID="{8192CD02-71BF-4F4C-AAC2-B9D7A9B431E3}" presName="hierRoot2" presStyleCnt="0">
        <dgm:presLayoutVars>
          <dgm:hierBranch val="init"/>
        </dgm:presLayoutVars>
      </dgm:prSet>
      <dgm:spPr/>
    </dgm:pt>
    <dgm:pt modelId="{802E893B-6961-466F-89AC-225B9DAB135D}" type="pres">
      <dgm:prSet presAssocID="{8192CD02-71BF-4F4C-AAC2-B9D7A9B431E3}" presName="rootComposite" presStyleCnt="0"/>
      <dgm:spPr/>
    </dgm:pt>
    <dgm:pt modelId="{1DC55EF3-5AF2-48F8-AA29-36FD0F4D2150}" type="pres">
      <dgm:prSet presAssocID="{8192CD02-71BF-4F4C-AAC2-B9D7A9B431E3}" presName="rootText" presStyleLbl="node3" presStyleIdx="0" presStyleCnt="3">
        <dgm:presLayoutVars>
          <dgm:chPref val="3"/>
        </dgm:presLayoutVars>
      </dgm:prSet>
      <dgm:spPr/>
    </dgm:pt>
    <dgm:pt modelId="{26AC215E-D447-4875-85EE-9ED1C668CDAF}" type="pres">
      <dgm:prSet presAssocID="{8192CD02-71BF-4F4C-AAC2-B9D7A9B431E3}" presName="rootConnector" presStyleLbl="node3" presStyleIdx="0" presStyleCnt="3"/>
      <dgm:spPr/>
    </dgm:pt>
    <dgm:pt modelId="{DA593F8F-B98A-42D1-8E65-EA350ABC7398}" type="pres">
      <dgm:prSet presAssocID="{8192CD02-71BF-4F4C-AAC2-B9D7A9B431E3}" presName="hierChild4" presStyleCnt="0"/>
      <dgm:spPr/>
    </dgm:pt>
    <dgm:pt modelId="{16099A23-53F0-444A-8A36-07618A6FC6A0}" type="pres">
      <dgm:prSet presAssocID="{7E6F2D4B-B0E2-4AA0-A40E-1F6E563FC414}" presName="Name37" presStyleLbl="parChTrans1D4" presStyleIdx="0" presStyleCnt="1"/>
      <dgm:spPr/>
    </dgm:pt>
    <dgm:pt modelId="{CFD499D0-6FAE-408C-91A3-5429F10B2851}" type="pres">
      <dgm:prSet presAssocID="{0931205E-EC8C-4E1F-A609-58D4427A21BF}" presName="hierRoot2" presStyleCnt="0">
        <dgm:presLayoutVars>
          <dgm:hierBranch val="init"/>
        </dgm:presLayoutVars>
      </dgm:prSet>
      <dgm:spPr/>
    </dgm:pt>
    <dgm:pt modelId="{DDE6A576-471B-4CC6-9291-9614D93C4402}" type="pres">
      <dgm:prSet presAssocID="{0931205E-EC8C-4E1F-A609-58D4427A21BF}" presName="rootComposite" presStyleCnt="0"/>
      <dgm:spPr/>
    </dgm:pt>
    <dgm:pt modelId="{04717D9B-1FAB-4605-A789-15B19177E586}" type="pres">
      <dgm:prSet presAssocID="{0931205E-EC8C-4E1F-A609-58D4427A21BF}" presName="rootText" presStyleLbl="node4" presStyleIdx="0" presStyleCnt="1">
        <dgm:presLayoutVars>
          <dgm:chPref val="3"/>
        </dgm:presLayoutVars>
      </dgm:prSet>
      <dgm:spPr/>
    </dgm:pt>
    <dgm:pt modelId="{A0A9B7BF-8035-4595-BF12-F463F901EBB4}" type="pres">
      <dgm:prSet presAssocID="{0931205E-EC8C-4E1F-A609-58D4427A21BF}" presName="rootConnector" presStyleLbl="node4" presStyleIdx="0" presStyleCnt="1"/>
      <dgm:spPr/>
    </dgm:pt>
    <dgm:pt modelId="{FC99CCBD-7400-4116-8D1B-F85BD471B91E}" type="pres">
      <dgm:prSet presAssocID="{0931205E-EC8C-4E1F-A609-58D4427A21BF}" presName="hierChild4" presStyleCnt="0"/>
      <dgm:spPr/>
    </dgm:pt>
    <dgm:pt modelId="{E9673A96-C250-443F-95E2-C66FDDC834C0}" type="pres">
      <dgm:prSet presAssocID="{0931205E-EC8C-4E1F-A609-58D4427A21BF}" presName="hierChild5" presStyleCnt="0"/>
      <dgm:spPr/>
    </dgm:pt>
    <dgm:pt modelId="{7D5E2144-2F43-425A-AFA7-C1C171C3E8D9}" type="pres">
      <dgm:prSet presAssocID="{8192CD02-71BF-4F4C-AAC2-B9D7A9B431E3}" presName="hierChild5" presStyleCnt="0"/>
      <dgm:spPr/>
    </dgm:pt>
    <dgm:pt modelId="{0B903A24-8DFE-4643-BD21-F94A76091EB7}" type="pres">
      <dgm:prSet presAssocID="{D728A940-CD8A-43BD-B99B-81F3762C30AF}" presName="hierChild5" presStyleCnt="0"/>
      <dgm:spPr/>
    </dgm:pt>
    <dgm:pt modelId="{A6C917E1-DB7D-4402-9751-A22ED1294816}" type="pres">
      <dgm:prSet presAssocID="{03139B6F-59E9-4237-9CC8-6195EB60FDAC}" presName="Name37" presStyleLbl="parChTrans1D2" presStyleIdx="1" presStyleCnt="2"/>
      <dgm:spPr/>
    </dgm:pt>
    <dgm:pt modelId="{54CE1C5B-7FD2-4ED6-A134-C212C943117E}" type="pres">
      <dgm:prSet presAssocID="{8C43D582-AB8D-4662-AB03-90F375B38E1A}" presName="hierRoot2" presStyleCnt="0">
        <dgm:presLayoutVars>
          <dgm:hierBranch/>
        </dgm:presLayoutVars>
      </dgm:prSet>
      <dgm:spPr/>
    </dgm:pt>
    <dgm:pt modelId="{5FAFD5B9-5F87-44DD-B72B-9A4162740182}" type="pres">
      <dgm:prSet presAssocID="{8C43D582-AB8D-4662-AB03-90F375B38E1A}" presName="rootComposite" presStyleCnt="0"/>
      <dgm:spPr/>
    </dgm:pt>
    <dgm:pt modelId="{4567BD2F-2124-4F8E-96FF-0B5BD8676013}" type="pres">
      <dgm:prSet presAssocID="{8C43D582-AB8D-4662-AB03-90F375B38E1A}" presName="rootText" presStyleLbl="node2" presStyleIdx="1" presStyleCnt="2">
        <dgm:presLayoutVars>
          <dgm:chPref val="3"/>
        </dgm:presLayoutVars>
      </dgm:prSet>
      <dgm:spPr/>
    </dgm:pt>
    <dgm:pt modelId="{C8A9CC15-B7D0-4892-8936-9C0CC7F8CF8A}" type="pres">
      <dgm:prSet presAssocID="{8C43D582-AB8D-4662-AB03-90F375B38E1A}" presName="rootConnector" presStyleLbl="node2" presStyleIdx="1" presStyleCnt="2"/>
      <dgm:spPr/>
    </dgm:pt>
    <dgm:pt modelId="{6EBFC4BE-4682-4316-81EE-A05E89CA12A1}" type="pres">
      <dgm:prSet presAssocID="{8C43D582-AB8D-4662-AB03-90F375B38E1A}" presName="hierChild4" presStyleCnt="0"/>
      <dgm:spPr/>
    </dgm:pt>
    <dgm:pt modelId="{E384E98D-3BF8-4822-824D-4EF137CC08CC}" type="pres">
      <dgm:prSet presAssocID="{67F412ED-AF10-45F3-B8C3-D3D899449DC4}" presName="Name35" presStyleLbl="parChTrans1D3" presStyleIdx="1" presStyleCnt="3"/>
      <dgm:spPr/>
    </dgm:pt>
    <dgm:pt modelId="{43BED5DA-5B4D-4BC0-B602-7FE3C9ADACE5}" type="pres">
      <dgm:prSet presAssocID="{ED7FA7B2-45EA-4397-B59E-1C5AD8DB91FE}" presName="hierRoot2" presStyleCnt="0">
        <dgm:presLayoutVars>
          <dgm:hierBranch val="init"/>
        </dgm:presLayoutVars>
      </dgm:prSet>
      <dgm:spPr/>
    </dgm:pt>
    <dgm:pt modelId="{2B3D4D9A-0368-4CA2-8C09-196CD2998B9E}" type="pres">
      <dgm:prSet presAssocID="{ED7FA7B2-45EA-4397-B59E-1C5AD8DB91FE}" presName="rootComposite" presStyleCnt="0"/>
      <dgm:spPr/>
    </dgm:pt>
    <dgm:pt modelId="{6B478582-2F78-4A3B-9435-A85DC6CA182E}" type="pres">
      <dgm:prSet presAssocID="{ED7FA7B2-45EA-4397-B59E-1C5AD8DB91FE}" presName="rootText" presStyleLbl="node3" presStyleIdx="1" presStyleCnt="3">
        <dgm:presLayoutVars>
          <dgm:chPref val="3"/>
        </dgm:presLayoutVars>
      </dgm:prSet>
      <dgm:spPr/>
    </dgm:pt>
    <dgm:pt modelId="{203AF892-F7DB-42CE-B9C7-74A9DC2B786F}" type="pres">
      <dgm:prSet presAssocID="{ED7FA7B2-45EA-4397-B59E-1C5AD8DB91FE}" presName="rootConnector" presStyleLbl="node3" presStyleIdx="1" presStyleCnt="3"/>
      <dgm:spPr/>
    </dgm:pt>
    <dgm:pt modelId="{CB40DCA6-79E6-4C17-A472-126F94BCD233}" type="pres">
      <dgm:prSet presAssocID="{ED7FA7B2-45EA-4397-B59E-1C5AD8DB91FE}" presName="hierChild4" presStyleCnt="0"/>
      <dgm:spPr/>
    </dgm:pt>
    <dgm:pt modelId="{36CA783F-5737-4667-9C2D-77C1A555111E}" type="pres">
      <dgm:prSet presAssocID="{ED7FA7B2-45EA-4397-B59E-1C5AD8DB91FE}" presName="hierChild5" presStyleCnt="0"/>
      <dgm:spPr/>
    </dgm:pt>
    <dgm:pt modelId="{1EF3BE70-9A6E-4CF8-8EF4-2575A8E18BC6}" type="pres">
      <dgm:prSet presAssocID="{F68BA154-E052-4091-93D1-F83300865671}" presName="Name35" presStyleLbl="parChTrans1D3" presStyleIdx="2" presStyleCnt="3"/>
      <dgm:spPr/>
    </dgm:pt>
    <dgm:pt modelId="{22A3C2E7-96E8-4484-94E0-DEF7AD0ABD09}" type="pres">
      <dgm:prSet presAssocID="{56B4C03B-96C1-47AF-9F88-27E562BD3CFE}" presName="hierRoot2" presStyleCnt="0">
        <dgm:presLayoutVars>
          <dgm:hierBranch val="init"/>
        </dgm:presLayoutVars>
      </dgm:prSet>
      <dgm:spPr/>
    </dgm:pt>
    <dgm:pt modelId="{AC9C68C7-E8C2-4E10-B6BF-0F278F620A3A}" type="pres">
      <dgm:prSet presAssocID="{56B4C03B-96C1-47AF-9F88-27E562BD3CFE}" presName="rootComposite" presStyleCnt="0"/>
      <dgm:spPr/>
    </dgm:pt>
    <dgm:pt modelId="{765C6764-0FF9-4D39-9DAE-3281767EFA87}" type="pres">
      <dgm:prSet presAssocID="{56B4C03B-96C1-47AF-9F88-27E562BD3CFE}" presName="rootText" presStyleLbl="node3" presStyleIdx="2" presStyleCnt="3">
        <dgm:presLayoutVars>
          <dgm:chPref val="3"/>
        </dgm:presLayoutVars>
      </dgm:prSet>
      <dgm:spPr/>
    </dgm:pt>
    <dgm:pt modelId="{08B6F956-CCBA-478E-8044-E0E3E7328322}" type="pres">
      <dgm:prSet presAssocID="{56B4C03B-96C1-47AF-9F88-27E562BD3CFE}" presName="rootConnector" presStyleLbl="node3" presStyleIdx="2" presStyleCnt="3"/>
      <dgm:spPr/>
    </dgm:pt>
    <dgm:pt modelId="{D2E909B5-8BDD-433A-ACCA-EB77085FD3A2}" type="pres">
      <dgm:prSet presAssocID="{56B4C03B-96C1-47AF-9F88-27E562BD3CFE}" presName="hierChild4" presStyleCnt="0"/>
      <dgm:spPr/>
    </dgm:pt>
    <dgm:pt modelId="{0A8DBCBE-C51B-466C-9A43-2648D1041560}" type="pres">
      <dgm:prSet presAssocID="{56B4C03B-96C1-47AF-9F88-27E562BD3CFE}" presName="hierChild5" presStyleCnt="0"/>
      <dgm:spPr/>
    </dgm:pt>
    <dgm:pt modelId="{4C82DBC5-B6F7-4E03-8AB5-CB34114C6270}" type="pres">
      <dgm:prSet presAssocID="{8C43D582-AB8D-4662-AB03-90F375B38E1A}" presName="hierChild5" presStyleCnt="0"/>
      <dgm:spPr/>
    </dgm:pt>
    <dgm:pt modelId="{42BC9F5F-E781-482F-B730-715B89BF3E61}" type="pres">
      <dgm:prSet presAssocID="{EF3DC050-42B2-4CF5-819D-D012A58D7D56}" presName="hierChild3" presStyleCnt="0"/>
      <dgm:spPr/>
    </dgm:pt>
  </dgm:ptLst>
  <dgm:cxnLst>
    <dgm:cxn modelId="{0D8DDE08-048D-46CE-8845-61E6BC59BE3C}" type="presOf" srcId="{8192CD02-71BF-4F4C-AAC2-B9D7A9B431E3}" destId="{1DC55EF3-5AF2-48F8-AA29-36FD0F4D2150}" srcOrd="0" destOrd="0" presId="urn:microsoft.com/office/officeart/2005/8/layout/orgChart1"/>
    <dgm:cxn modelId="{6D16610A-4A42-4B67-84D2-FC01037BF11C}" type="presOf" srcId="{56B4C03B-96C1-47AF-9F88-27E562BD3CFE}" destId="{08B6F956-CCBA-478E-8044-E0E3E7328322}" srcOrd="1" destOrd="0" presId="urn:microsoft.com/office/officeart/2005/8/layout/orgChart1"/>
    <dgm:cxn modelId="{6084F70B-F045-4C24-89F9-6E10D651F1C3}" type="presOf" srcId="{7E6F2D4B-B0E2-4AA0-A40E-1F6E563FC414}" destId="{16099A23-53F0-444A-8A36-07618A6FC6A0}" srcOrd="0" destOrd="0" presId="urn:microsoft.com/office/officeart/2005/8/layout/orgChart1"/>
    <dgm:cxn modelId="{0E232811-5541-445D-AEDF-5F7CC069E8B9}" type="presOf" srcId="{67F412ED-AF10-45F3-B8C3-D3D899449DC4}" destId="{E384E98D-3BF8-4822-824D-4EF137CC08CC}" srcOrd="0" destOrd="0" presId="urn:microsoft.com/office/officeart/2005/8/layout/orgChart1"/>
    <dgm:cxn modelId="{BFA2F116-5BAE-4651-917C-C1467D2A2FD0}" type="presOf" srcId="{627333EF-3485-4C63-A864-71E0CD9AA842}" destId="{ECFE422A-53DB-4263-8AFE-B8E77E52CB2E}" srcOrd="0" destOrd="0" presId="urn:microsoft.com/office/officeart/2005/8/layout/orgChart1"/>
    <dgm:cxn modelId="{DDDA4418-96AA-4A17-B7C4-B6D267662E1B}" srcId="{8C43D582-AB8D-4662-AB03-90F375B38E1A}" destId="{56B4C03B-96C1-47AF-9F88-27E562BD3CFE}" srcOrd="1" destOrd="0" parTransId="{F68BA154-E052-4091-93D1-F83300865671}" sibTransId="{7826E6CA-695E-4021-BF95-CC0900775FDC}"/>
    <dgm:cxn modelId="{D0C87419-B0CA-4424-A415-4DFF2EEB6F3B}" type="presOf" srcId="{D728A940-CD8A-43BD-B99B-81F3762C30AF}" destId="{15B2067F-B712-404A-B999-66A33EDD6A68}" srcOrd="1" destOrd="0" presId="urn:microsoft.com/office/officeart/2005/8/layout/orgChart1"/>
    <dgm:cxn modelId="{0C062D3E-63B3-4F70-B77F-FE24867A5A14}" type="presOf" srcId="{EF3DC050-42B2-4CF5-819D-D012A58D7D56}" destId="{304EBF43-34E0-4148-84FF-7B0A0EF3F0BF}" srcOrd="1" destOrd="0" presId="urn:microsoft.com/office/officeart/2005/8/layout/orgChart1"/>
    <dgm:cxn modelId="{641EF160-113F-4085-80EC-969EBE612B62}" type="presOf" srcId="{8192CD02-71BF-4F4C-AAC2-B9D7A9B431E3}" destId="{26AC215E-D447-4875-85EE-9ED1C668CDAF}" srcOrd="1" destOrd="0" presId="urn:microsoft.com/office/officeart/2005/8/layout/orgChart1"/>
    <dgm:cxn modelId="{E6B8046A-5A83-4D84-A3A0-6FDFC5866AA4}" type="presOf" srcId="{56B4C03B-96C1-47AF-9F88-27E562BD3CFE}" destId="{765C6764-0FF9-4D39-9DAE-3281767EFA87}" srcOrd="0" destOrd="0" presId="urn:microsoft.com/office/officeart/2005/8/layout/orgChart1"/>
    <dgm:cxn modelId="{43EDE486-3E76-4BC2-AB59-9AE58E26440E}" type="presOf" srcId="{9ECC030E-A4CA-4246-9B36-89BBE8D60B13}" destId="{74D7EFED-89A8-41FA-81C5-F94FF8E2C953}" srcOrd="0" destOrd="0" presId="urn:microsoft.com/office/officeart/2005/8/layout/orgChart1"/>
    <dgm:cxn modelId="{998FB287-4BFF-4ABE-A40B-DB3D43EDF076}" type="presOf" srcId="{D728A940-CD8A-43BD-B99B-81F3762C30AF}" destId="{1E25D737-2E05-4FAD-831C-8896458363C1}" srcOrd="0" destOrd="0" presId="urn:microsoft.com/office/officeart/2005/8/layout/orgChart1"/>
    <dgm:cxn modelId="{A497478F-5274-4582-9184-466824441218}" type="presOf" srcId="{8C43D582-AB8D-4662-AB03-90F375B38E1A}" destId="{C8A9CC15-B7D0-4892-8936-9C0CC7F8CF8A}" srcOrd="1" destOrd="0" presId="urn:microsoft.com/office/officeart/2005/8/layout/orgChart1"/>
    <dgm:cxn modelId="{DEA13599-F082-4CCA-8F75-28925FCC6CAA}" type="presOf" srcId="{0931205E-EC8C-4E1F-A609-58D4427A21BF}" destId="{04717D9B-1FAB-4605-A789-15B19177E586}" srcOrd="0" destOrd="0" presId="urn:microsoft.com/office/officeart/2005/8/layout/orgChart1"/>
    <dgm:cxn modelId="{93EEF8A1-EAB3-4EA0-8784-89C21EB29356}" type="presOf" srcId="{0931205E-EC8C-4E1F-A609-58D4427A21BF}" destId="{A0A9B7BF-8035-4595-BF12-F463F901EBB4}" srcOrd="1" destOrd="0" presId="urn:microsoft.com/office/officeart/2005/8/layout/orgChart1"/>
    <dgm:cxn modelId="{4D81B4BA-4AE9-4069-AA62-97252A550E8C}" type="presOf" srcId="{EF3DC050-42B2-4CF5-819D-D012A58D7D56}" destId="{4CDEEE70-C6BD-47E8-B4F0-BA115C7297A4}" srcOrd="0" destOrd="0" presId="urn:microsoft.com/office/officeart/2005/8/layout/orgChart1"/>
    <dgm:cxn modelId="{FAB553BB-2D18-4C48-A42A-8C476C8EE922}" srcId="{8C43D582-AB8D-4662-AB03-90F375B38E1A}" destId="{ED7FA7B2-45EA-4397-B59E-1C5AD8DB91FE}" srcOrd="0" destOrd="0" parTransId="{67F412ED-AF10-45F3-B8C3-D3D899449DC4}" sibTransId="{7EA9CB4E-80D1-471F-BCFA-16315C899637}"/>
    <dgm:cxn modelId="{E82D6DC4-3BB4-4C33-903F-2922ED239D04}" srcId="{EF3DC050-42B2-4CF5-819D-D012A58D7D56}" destId="{D728A940-CD8A-43BD-B99B-81F3762C30AF}" srcOrd="0" destOrd="0" parTransId="{9ECC030E-A4CA-4246-9B36-89BBE8D60B13}" sibTransId="{77E0C8E2-22DB-4F4C-8EF4-185B8A841ED0}"/>
    <dgm:cxn modelId="{B15D6ED7-832A-4E04-97B1-A83D118EC6BD}" type="presOf" srcId="{ED7FA7B2-45EA-4397-B59E-1C5AD8DB91FE}" destId="{6B478582-2F78-4A3B-9435-A85DC6CA182E}" srcOrd="0" destOrd="0" presId="urn:microsoft.com/office/officeart/2005/8/layout/orgChart1"/>
    <dgm:cxn modelId="{97617AD7-E6ED-4CCE-A5EB-19EDD3F3A874}" type="presOf" srcId="{C7D9A010-9BA1-426B-8F37-556D99500AB4}" destId="{52595FDF-08A3-499A-8460-0E872A5790FD}" srcOrd="0" destOrd="0" presId="urn:microsoft.com/office/officeart/2005/8/layout/orgChart1"/>
    <dgm:cxn modelId="{55C95BDD-7B32-4C23-8566-D91B8603892D}" srcId="{D728A940-CD8A-43BD-B99B-81F3762C30AF}" destId="{8192CD02-71BF-4F4C-AAC2-B9D7A9B431E3}" srcOrd="0" destOrd="0" parTransId="{C7D9A010-9BA1-426B-8F37-556D99500AB4}" sibTransId="{19F564DD-F5BD-4770-A744-B38AF053138E}"/>
    <dgm:cxn modelId="{3DC1CADF-7AF1-44CD-B60C-50173DF4AD07}" type="presOf" srcId="{ED7FA7B2-45EA-4397-B59E-1C5AD8DB91FE}" destId="{203AF892-F7DB-42CE-B9C7-74A9DC2B786F}" srcOrd="1" destOrd="0" presId="urn:microsoft.com/office/officeart/2005/8/layout/orgChart1"/>
    <dgm:cxn modelId="{162C85E7-7F5A-4BB3-B01E-7556F9F778B5}" type="presOf" srcId="{F68BA154-E052-4091-93D1-F83300865671}" destId="{1EF3BE70-9A6E-4CF8-8EF4-2575A8E18BC6}" srcOrd="0" destOrd="0" presId="urn:microsoft.com/office/officeart/2005/8/layout/orgChart1"/>
    <dgm:cxn modelId="{592754EA-AFAF-40CF-98B0-2D109E533B12}" srcId="{EF3DC050-42B2-4CF5-819D-D012A58D7D56}" destId="{8C43D582-AB8D-4662-AB03-90F375B38E1A}" srcOrd="1" destOrd="0" parTransId="{03139B6F-59E9-4237-9CC8-6195EB60FDAC}" sibTransId="{2A2353EE-5049-476A-8447-79B7631F4657}"/>
    <dgm:cxn modelId="{27F79AED-C875-4299-9004-9F34BF7D0F83}" srcId="{627333EF-3485-4C63-A864-71E0CD9AA842}" destId="{EF3DC050-42B2-4CF5-819D-D012A58D7D56}" srcOrd="0" destOrd="0" parTransId="{F6446B63-1441-469D-B8B3-7A6F61C8C1CD}" sibTransId="{7F9BE456-528F-447C-AF1D-2AA2C79AFDA6}"/>
    <dgm:cxn modelId="{9E4BFDF1-83F5-4114-95F6-C07C6222CCE4}" type="presOf" srcId="{03139B6F-59E9-4237-9CC8-6195EB60FDAC}" destId="{A6C917E1-DB7D-4402-9751-A22ED1294816}" srcOrd="0" destOrd="0" presId="urn:microsoft.com/office/officeart/2005/8/layout/orgChart1"/>
    <dgm:cxn modelId="{D6C70AF4-A5CF-4262-A8D1-A6B303D10341}" type="presOf" srcId="{8C43D582-AB8D-4662-AB03-90F375B38E1A}" destId="{4567BD2F-2124-4F8E-96FF-0B5BD8676013}" srcOrd="0" destOrd="0" presId="urn:microsoft.com/office/officeart/2005/8/layout/orgChart1"/>
    <dgm:cxn modelId="{A16176F5-BD13-45E3-ACE7-76F35E7788EC}" srcId="{8192CD02-71BF-4F4C-AAC2-B9D7A9B431E3}" destId="{0931205E-EC8C-4E1F-A609-58D4427A21BF}" srcOrd="0" destOrd="0" parTransId="{7E6F2D4B-B0E2-4AA0-A40E-1F6E563FC414}" sibTransId="{E9AF7662-8E30-4FAC-AC52-B8E12771E4C7}"/>
    <dgm:cxn modelId="{A1FB2A58-7509-4713-A40F-3E7911CAED95}" type="presParOf" srcId="{ECFE422A-53DB-4263-8AFE-B8E77E52CB2E}" destId="{BF37B77F-E2EF-494A-AFBA-9D1B2A32B233}" srcOrd="0" destOrd="0" presId="urn:microsoft.com/office/officeart/2005/8/layout/orgChart1"/>
    <dgm:cxn modelId="{FF1E1886-56E9-4FBA-9343-3AB6F22599C4}" type="presParOf" srcId="{BF37B77F-E2EF-494A-AFBA-9D1B2A32B233}" destId="{E67DBF61-E148-4215-AF69-30178FB2A906}" srcOrd="0" destOrd="0" presId="urn:microsoft.com/office/officeart/2005/8/layout/orgChart1"/>
    <dgm:cxn modelId="{686690F7-98EB-4157-8AF6-3B801C9E1535}" type="presParOf" srcId="{E67DBF61-E148-4215-AF69-30178FB2A906}" destId="{4CDEEE70-C6BD-47E8-B4F0-BA115C7297A4}" srcOrd="0" destOrd="0" presId="urn:microsoft.com/office/officeart/2005/8/layout/orgChart1"/>
    <dgm:cxn modelId="{6F70D7FE-BEBC-4955-90F7-A721A6B59518}" type="presParOf" srcId="{E67DBF61-E148-4215-AF69-30178FB2A906}" destId="{304EBF43-34E0-4148-84FF-7B0A0EF3F0BF}" srcOrd="1" destOrd="0" presId="urn:microsoft.com/office/officeart/2005/8/layout/orgChart1"/>
    <dgm:cxn modelId="{7A858C8F-12D9-4974-9389-C69212B6ADE1}" type="presParOf" srcId="{BF37B77F-E2EF-494A-AFBA-9D1B2A32B233}" destId="{87111223-8979-47B1-86D5-4BC781BF24E3}" srcOrd="1" destOrd="0" presId="urn:microsoft.com/office/officeart/2005/8/layout/orgChart1"/>
    <dgm:cxn modelId="{6D8D86E9-117B-42D0-B2AE-E8E968CCB110}" type="presParOf" srcId="{87111223-8979-47B1-86D5-4BC781BF24E3}" destId="{74D7EFED-89A8-41FA-81C5-F94FF8E2C953}" srcOrd="0" destOrd="0" presId="urn:microsoft.com/office/officeart/2005/8/layout/orgChart1"/>
    <dgm:cxn modelId="{63C37B28-F6CE-4172-8114-2775A7FE73B4}" type="presParOf" srcId="{87111223-8979-47B1-86D5-4BC781BF24E3}" destId="{7CB03272-9049-417F-89C9-734B41170BAF}" srcOrd="1" destOrd="0" presId="urn:microsoft.com/office/officeart/2005/8/layout/orgChart1"/>
    <dgm:cxn modelId="{40956F0A-2B80-43FB-906F-71C463614C4F}" type="presParOf" srcId="{7CB03272-9049-417F-89C9-734B41170BAF}" destId="{3B988D8D-AC1A-47C4-8255-E9676AE4BEB4}" srcOrd="0" destOrd="0" presId="urn:microsoft.com/office/officeart/2005/8/layout/orgChart1"/>
    <dgm:cxn modelId="{30AD2579-474A-43C1-A83D-CBAC9F52890B}" type="presParOf" srcId="{3B988D8D-AC1A-47C4-8255-E9676AE4BEB4}" destId="{1E25D737-2E05-4FAD-831C-8896458363C1}" srcOrd="0" destOrd="0" presId="urn:microsoft.com/office/officeart/2005/8/layout/orgChart1"/>
    <dgm:cxn modelId="{8BB7FAF9-A659-4503-8C00-DED8FB4A4FD1}" type="presParOf" srcId="{3B988D8D-AC1A-47C4-8255-E9676AE4BEB4}" destId="{15B2067F-B712-404A-B999-66A33EDD6A68}" srcOrd="1" destOrd="0" presId="urn:microsoft.com/office/officeart/2005/8/layout/orgChart1"/>
    <dgm:cxn modelId="{8306F798-719B-4023-AC03-EE19F5F5A38C}" type="presParOf" srcId="{7CB03272-9049-417F-89C9-734B41170BAF}" destId="{EF6BB347-568F-4566-8D86-A829346859ED}" srcOrd="1" destOrd="0" presId="urn:microsoft.com/office/officeart/2005/8/layout/orgChart1"/>
    <dgm:cxn modelId="{10168843-8CAF-4395-B3B2-B58BFC366A8C}" type="presParOf" srcId="{EF6BB347-568F-4566-8D86-A829346859ED}" destId="{52595FDF-08A3-499A-8460-0E872A5790FD}" srcOrd="0" destOrd="0" presId="urn:microsoft.com/office/officeart/2005/8/layout/orgChart1"/>
    <dgm:cxn modelId="{8381DBC1-4196-4A0B-93C2-7C8FC6C18E7B}" type="presParOf" srcId="{EF6BB347-568F-4566-8D86-A829346859ED}" destId="{9D7C66D0-16D5-4FD9-B1D7-FA1393F0AFB5}" srcOrd="1" destOrd="0" presId="urn:microsoft.com/office/officeart/2005/8/layout/orgChart1"/>
    <dgm:cxn modelId="{064FA328-98AC-4061-82C5-76BC52E1754D}" type="presParOf" srcId="{9D7C66D0-16D5-4FD9-B1D7-FA1393F0AFB5}" destId="{802E893B-6961-466F-89AC-225B9DAB135D}" srcOrd="0" destOrd="0" presId="urn:microsoft.com/office/officeart/2005/8/layout/orgChart1"/>
    <dgm:cxn modelId="{B030E20F-9135-44B6-AC51-3903DD3EAC0C}" type="presParOf" srcId="{802E893B-6961-466F-89AC-225B9DAB135D}" destId="{1DC55EF3-5AF2-48F8-AA29-36FD0F4D2150}" srcOrd="0" destOrd="0" presId="urn:microsoft.com/office/officeart/2005/8/layout/orgChart1"/>
    <dgm:cxn modelId="{E16C14AB-6FB8-4E04-9FF4-CC5CD23F26B5}" type="presParOf" srcId="{802E893B-6961-466F-89AC-225B9DAB135D}" destId="{26AC215E-D447-4875-85EE-9ED1C668CDAF}" srcOrd="1" destOrd="0" presId="urn:microsoft.com/office/officeart/2005/8/layout/orgChart1"/>
    <dgm:cxn modelId="{F277E61F-D6EF-4C2B-8A04-562F3AE7D433}" type="presParOf" srcId="{9D7C66D0-16D5-4FD9-B1D7-FA1393F0AFB5}" destId="{DA593F8F-B98A-42D1-8E65-EA350ABC7398}" srcOrd="1" destOrd="0" presId="urn:microsoft.com/office/officeart/2005/8/layout/orgChart1"/>
    <dgm:cxn modelId="{4CE96C14-E0CB-42CA-920E-1141B6FA6710}" type="presParOf" srcId="{DA593F8F-B98A-42D1-8E65-EA350ABC7398}" destId="{16099A23-53F0-444A-8A36-07618A6FC6A0}" srcOrd="0" destOrd="0" presId="urn:microsoft.com/office/officeart/2005/8/layout/orgChart1"/>
    <dgm:cxn modelId="{38DC270D-5CDE-4E57-8CBB-F9290DE379B0}" type="presParOf" srcId="{DA593F8F-B98A-42D1-8E65-EA350ABC7398}" destId="{CFD499D0-6FAE-408C-91A3-5429F10B2851}" srcOrd="1" destOrd="0" presId="urn:microsoft.com/office/officeart/2005/8/layout/orgChart1"/>
    <dgm:cxn modelId="{90450EBA-E3EF-46B5-A092-FA2F3967040D}" type="presParOf" srcId="{CFD499D0-6FAE-408C-91A3-5429F10B2851}" destId="{DDE6A576-471B-4CC6-9291-9614D93C4402}" srcOrd="0" destOrd="0" presId="urn:microsoft.com/office/officeart/2005/8/layout/orgChart1"/>
    <dgm:cxn modelId="{EF0CD1A9-F2D4-481F-8EC2-2FD3CEC81F77}" type="presParOf" srcId="{DDE6A576-471B-4CC6-9291-9614D93C4402}" destId="{04717D9B-1FAB-4605-A789-15B19177E586}" srcOrd="0" destOrd="0" presId="urn:microsoft.com/office/officeart/2005/8/layout/orgChart1"/>
    <dgm:cxn modelId="{EE47048A-3AE4-4595-8C8E-F6053FD3B68A}" type="presParOf" srcId="{DDE6A576-471B-4CC6-9291-9614D93C4402}" destId="{A0A9B7BF-8035-4595-BF12-F463F901EBB4}" srcOrd="1" destOrd="0" presId="urn:microsoft.com/office/officeart/2005/8/layout/orgChart1"/>
    <dgm:cxn modelId="{7C4498D3-4E5A-4B9F-993D-7E52EF724492}" type="presParOf" srcId="{CFD499D0-6FAE-408C-91A3-5429F10B2851}" destId="{FC99CCBD-7400-4116-8D1B-F85BD471B91E}" srcOrd="1" destOrd="0" presId="urn:microsoft.com/office/officeart/2005/8/layout/orgChart1"/>
    <dgm:cxn modelId="{CCC01D90-AA8F-41DE-A66C-BDF10CACB24B}" type="presParOf" srcId="{CFD499D0-6FAE-408C-91A3-5429F10B2851}" destId="{E9673A96-C250-443F-95E2-C66FDDC834C0}" srcOrd="2" destOrd="0" presId="urn:microsoft.com/office/officeart/2005/8/layout/orgChart1"/>
    <dgm:cxn modelId="{75255323-CD11-43DC-B33C-993C13652DA2}" type="presParOf" srcId="{9D7C66D0-16D5-4FD9-B1D7-FA1393F0AFB5}" destId="{7D5E2144-2F43-425A-AFA7-C1C171C3E8D9}" srcOrd="2" destOrd="0" presId="urn:microsoft.com/office/officeart/2005/8/layout/orgChart1"/>
    <dgm:cxn modelId="{6736C4C1-E15A-4D73-831B-5191ADE70B1C}" type="presParOf" srcId="{7CB03272-9049-417F-89C9-734B41170BAF}" destId="{0B903A24-8DFE-4643-BD21-F94A76091EB7}" srcOrd="2" destOrd="0" presId="urn:microsoft.com/office/officeart/2005/8/layout/orgChart1"/>
    <dgm:cxn modelId="{41B29D49-3DF0-44DB-B4BC-EE50F027899E}" type="presParOf" srcId="{87111223-8979-47B1-86D5-4BC781BF24E3}" destId="{A6C917E1-DB7D-4402-9751-A22ED1294816}" srcOrd="2" destOrd="0" presId="urn:microsoft.com/office/officeart/2005/8/layout/orgChart1"/>
    <dgm:cxn modelId="{2675D794-FAE1-4B18-882F-744227B0BACB}" type="presParOf" srcId="{87111223-8979-47B1-86D5-4BC781BF24E3}" destId="{54CE1C5B-7FD2-4ED6-A134-C212C943117E}" srcOrd="3" destOrd="0" presId="urn:microsoft.com/office/officeart/2005/8/layout/orgChart1"/>
    <dgm:cxn modelId="{3FA4D330-E47D-4D1D-AAFE-BE3BECA1FEAF}" type="presParOf" srcId="{54CE1C5B-7FD2-4ED6-A134-C212C943117E}" destId="{5FAFD5B9-5F87-44DD-B72B-9A4162740182}" srcOrd="0" destOrd="0" presId="urn:microsoft.com/office/officeart/2005/8/layout/orgChart1"/>
    <dgm:cxn modelId="{84A81048-2C67-426C-A6B5-8C5F68B28FE2}" type="presParOf" srcId="{5FAFD5B9-5F87-44DD-B72B-9A4162740182}" destId="{4567BD2F-2124-4F8E-96FF-0B5BD8676013}" srcOrd="0" destOrd="0" presId="urn:microsoft.com/office/officeart/2005/8/layout/orgChart1"/>
    <dgm:cxn modelId="{12B7613C-9A5F-4510-85D8-F2E9E949A576}" type="presParOf" srcId="{5FAFD5B9-5F87-44DD-B72B-9A4162740182}" destId="{C8A9CC15-B7D0-4892-8936-9C0CC7F8CF8A}" srcOrd="1" destOrd="0" presId="urn:microsoft.com/office/officeart/2005/8/layout/orgChart1"/>
    <dgm:cxn modelId="{29852B83-8C03-41A4-855D-682970B9FBCE}" type="presParOf" srcId="{54CE1C5B-7FD2-4ED6-A134-C212C943117E}" destId="{6EBFC4BE-4682-4316-81EE-A05E89CA12A1}" srcOrd="1" destOrd="0" presId="urn:microsoft.com/office/officeart/2005/8/layout/orgChart1"/>
    <dgm:cxn modelId="{5A7275E2-2B2E-48C5-A0EB-1FD3F7D347D8}" type="presParOf" srcId="{6EBFC4BE-4682-4316-81EE-A05E89CA12A1}" destId="{E384E98D-3BF8-4822-824D-4EF137CC08CC}" srcOrd="0" destOrd="0" presId="urn:microsoft.com/office/officeart/2005/8/layout/orgChart1"/>
    <dgm:cxn modelId="{7BC0DE23-B1A1-4D53-9175-45B1AA1E746F}" type="presParOf" srcId="{6EBFC4BE-4682-4316-81EE-A05E89CA12A1}" destId="{43BED5DA-5B4D-4BC0-B602-7FE3C9ADACE5}" srcOrd="1" destOrd="0" presId="urn:microsoft.com/office/officeart/2005/8/layout/orgChart1"/>
    <dgm:cxn modelId="{AB15A8CE-B996-45B7-AEFC-4B30C6E19C35}" type="presParOf" srcId="{43BED5DA-5B4D-4BC0-B602-7FE3C9ADACE5}" destId="{2B3D4D9A-0368-4CA2-8C09-196CD2998B9E}" srcOrd="0" destOrd="0" presId="urn:microsoft.com/office/officeart/2005/8/layout/orgChart1"/>
    <dgm:cxn modelId="{BCD24430-4262-4279-832F-80829381688C}" type="presParOf" srcId="{2B3D4D9A-0368-4CA2-8C09-196CD2998B9E}" destId="{6B478582-2F78-4A3B-9435-A85DC6CA182E}" srcOrd="0" destOrd="0" presId="urn:microsoft.com/office/officeart/2005/8/layout/orgChart1"/>
    <dgm:cxn modelId="{C2F7AB87-F027-4A9A-9B67-0E175F697695}" type="presParOf" srcId="{2B3D4D9A-0368-4CA2-8C09-196CD2998B9E}" destId="{203AF892-F7DB-42CE-B9C7-74A9DC2B786F}" srcOrd="1" destOrd="0" presId="urn:microsoft.com/office/officeart/2005/8/layout/orgChart1"/>
    <dgm:cxn modelId="{97E42FF9-D66A-4217-987B-FCEAB05B64DB}" type="presParOf" srcId="{43BED5DA-5B4D-4BC0-B602-7FE3C9ADACE5}" destId="{CB40DCA6-79E6-4C17-A472-126F94BCD233}" srcOrd="1" destOrd="0" presId="urn:microsoft.com/office/officeart/2005/8/layout/orgChart1"/>
    <dgm:cxn modelId="{5C2A7700-49D3-49DC-A098-B9B3417C5BD2}" type="presParOf" srcId="{43BED5DA-5B4D-4BC0-B602-7FE3C9ADACE5}" destId="{36CA783F-5737-4667-9C2D-77C1A555111E}" srcOrd="2" destOrd="0" presId="urn:microsoft.com/office/officeart/2005/8/layout/orgChart1"/>
    <dgm:cxn modelId="{08A79E8F-4D12-4DC9-B962-AB232709B36F}" type="presParOf" srcId="{6EBFC4BE-4682-4316-81EE-A05E89CA12A1}" destId="{1EF3BE70-9A6E-4CF8-8EF4-2575A8E18BC6}" srcOrd="2" destOrd="0" presId="urn:microsoft.com/office/officeart/2005/8/layout/orgChart1"/>
    <dgm:cxn modelId="{5CB03C90-7669-4F67-9C98-2B9158DC8D70}" type="presParOf" srcId="{6EBFC4BE-4682-4316-81EE-A05E89CA12A1}" destId="{22A3C2E7-96E8-4484-94E0-DEF7AD0ABD09}" srcOrd="3" destOrd="0" presId="urn:microsoft.com/office/officeart/2005/8/layout/orgChart1"/>
    <dgm:cxn modelId="{57887D59-8872-473B-AA90-476066B2A5B4}" type="presParOf" srcId="{22A3C2E7-96E8-4484-94E0-DEF7AD0ABD09}" destId="{AC9C68C7-E8C2-4E10-B6BF-0F278F620A3A}" srcOrd="0" destOrd="0" presId="urn:microsoft.com/office/officeart/2005/8/layout/orgChart1"/>
    <dgm:cxn modelId="{B73F748A-1DE6-4508-9BAA-D299802BF040}" type="presParOf" srcId="{AC9C68C7-E8C2-4E10-B6BF-0F278F620A3A}" destId="{765C6764-0FF9-4D39-9DAE-3281767EFA87}" srcOrd="0" destOrd="0" presId="urn:microsoft.com/office/officeart/2005/8/layout/orgChart1"/>
    <dgm:cxn modelId="{47B85547-5B0A-4BA5-A727-E5648E18283A}" type="presParOf" srcId="{AC9C68C7-E8C2-4E10-B6BF-0F278F620A3A}" destId="{08B6F956-CCBA-478E-8044-E0E3E7328322}" srcOrd="1" destOrd="0" presId="urn:microsoft.com/office/officeart/2005/8/layout/orgChart1"/>
    <dgm:cxn modelId="{D63F9729-18EB-41CA-924F-5122DF1C384F}" type="presParOf" srcId="{22A3C2E7-96E8-4484-94E0-DEF7AD0ABD09}" destId="{D2E909B5-8BDD-433A-ACCA-EB77085FD3A2}" srcOrd="1" destOrd="0" presId="urn:microsoft.com/office/officeart/2005/8/layout/orgChart1"/>
    <dgm:cxn modelId="{90A86C91-966A-4808-BAC7-E9AB4B861EAB}" type="presParOf" srcId="{22A3C2E7-96E8-4484-94E0-DEF7AD0ABD09}" destId="{0A8DBCBE-C51B-466C-9A43-2648D1041560}" srcOrd="2" destOrd="0" presId="urn:microsoft.com/office/officeart/2005/8/layout/orgChart1"/>
    <dgm:cxn modelId="{ABCB3BBB-1110-4B68-A31F-9F34C2A168AC}" type="presParOf" srcId="{54CE1C5B-7FD2-4ED6-A134-C212C943117E}" destId="{4C82DBC5-B6F7-4E03-8AB5-CB34114C6270}" srcOrd="2" destOrd="0" presId="urn:microsoft.com/office/officeart/2005/8/layout/orgChart1"/>
    <dgm:cxn modelId="{4B17656D-1146-47EE-8195-7381614E525A}" type="presParOf" srcId="{BF37B77F-E2EF-494A-AFBA-9D1B2A32B233}" destId="{42BC9F5F-E781-482F-B730-715B89BF3E61}"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F3BE70-9A6E-4CF8-8EF4-2575A8E18BC6}">
      <dsp:nvSpPr>
        <dsp:cNvPr id="0" name=""/>
        <dsp:cNvSpPr/>
      </dsp:nvSpPr>
      <dsp:spPr>
        <a:xfrm>
          <a:off x="1609774" y="717079"/>
          <a:ext cx="358179" cy="124326"/>
        </a:xfrm>
        <a:custGeom>
          <a:avLst/>
          <a:gdLst/>
          <a:ahLst/>
          <a:cxnLst/>
          <a:rect l="0" t="0" r="0" b="0"/>
          <a:pathLst>
            <a:path>
              <a:moveTo>
                <a:pt x="0" y="0"/>
              </a:moveTo>
              <a:lnTo>
                <a:pt x="0" y="62163"/>
              </a:lnTo>
              <a:lnTo>
                <a:pt x="358179" y="62163"/>
              </a:lnTo>
              <a:lnTo>
                <a:pt x="358179" y="124326"/>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84E98D-3BF8-4822-824D-4EF137CC08CC}">
      <dsp:nvSpPr>
        <dsp:cNvPr id="0" name=""/>
        <dsp:cNvSpPr/>
      </dsp:nvSpPr>
      <dsp:spPr>
        <a:xfrm>
          <a:off x="1251594" y="717079"/>
          <a:ext cx="358179" cy="124326"/>
        </a:xfrm>
        <a:custGeom>
          <a:avLst/>
          <a:gdLst/>
          <a:ahLst/>
          <a:cxnLst/>
          <a:rect l="0" t="0" r="0" b="0"/>
          <a:pathLst>
            <a:path>
              <a:moveTo>
                <a:pt x="358179" y="0"/>
              </a:moveTo>
              <a:lnTo>
                <a:pt x="358179" y="62163"/>
              </a:lnTo>
              <a:lnTo>
                <a:pt x="0" y="62163"/>
              </a:lnTo>
              <a:lnTo>
                <a:pt x="0" y="124326"/>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6C917E1-DB7D-4402-9751-A22ED1294816}">
      <dsp:nvSpPr>
        <dsp:cNvPr id="0" name=""/>
        <dsp:cNvSpPr/>
      </dsp:nvSpPr>
      <dsp:spPr>
        <a:xfrm>
          <a:off x="1072505" y="296735"/>
          <a:ext cx="537269" cy="124326"/>
        </a:xfrm>
        <a:custGeom>
          <a:avLst/>
          <a:gdLst/>
          <a:ahLst/>
          <a:cxnLst/>
          <a:rect l="0" t="0" r="0" b="0"/>
          <a:pathLst>
            <a:path>
              <a:moveTo>
                <a:pt x="0" y="0"/>
              </a:moveTo>
              <a:lnTo>
                <a:pt x="0" y="62163"/>
              </a:lnTo>
              <a:lnTo>
                <a:pt x="537269" y="62163"/>
              </a:lnTo>
              <a:lnTo>
                <a:pt x="537269" y="12432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6099A23-53F0-444A-8A36-07618A6FC6A0}">
      <dsp:nvSpPr>
        <dsp:cNvPr id="0" name=""/>
        <dsp:cNvSpPr/>
      </dsp:nvSpPr>
      <dsp:spPr>
        <a:xfrm>
          <a:off x="252702" y="1137422"/>
          <a:ext cx="91440" cy="272334"/>
        </a:xfrm>
        <a:custGeom>
          <a:avLst/>
          <a:gdLst/>
          <a:ahLst/>
          <a:cxnLst/>
          <a:rect l="0" t="0" r="0" b="0"/>
          <a:pathLst>
            <a:path>
              <a:moveTo>
                <a:pt x="45720" y="0"/>
              </a:moveTo>
              <a:lnTo>
                <a:pt x="45720" y="272334"/>
              </a:lnTo>
              <a:lnTo>
                <a:pt x="134524" y="272334"/>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2595FDF-08A3-499A-8460-0E872A5790FD}">
      <dsp:nvSpPr>
        <dsp:cNvPr id="0" name=""/>
        <dsp:cNvSpPr/>
      </dsp:nvSpPr>
      <dsp:spPr>
        <a:xfrm>
          <a:off x="489515" y="717079"/>
          <a:ext cx="91440" cy="124326"/>
        </a:xfrm>
        <a:custGeom>
          <a:avLst/>
          <a:gdLst/>
          <a:ahLst/>
          <a:cxnLst/>
          <a:rect l="0" t="0" r="0" b="0"/>
          <a:pathLst>
            <a:path>
              <a:moveTo>
                <a:pt x="45720" y="0"/>
              </a:moveTo>
              <a:lnTo>
                <a:pt x="45720" y="124326"/>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4D7EFED-89A8-41FA-81C5-F94FF8E2C953}">
      <dsp:nvSpPr>
        <dsp:cNvPr id="0" name=""/>
        <dsp:cNvSpPr/>
      </dsp:nvSpPr>
      <dsp:spPr>
        <a:xfrm>
          <a:off x="535235" y="296735"/>
          <a:ext cx="537269" cy="124326"/>
        </a:xfrm>
        <a:custGeom>
          <a:avLst/>
          <a:gdLst/>
          <a:ahLst/>
          <a:cxnLst/>
          <a:rect l="0" t="0" r="0" b="0"/>
          <a:pathLst>
            <a:path>
              <a:moveTo>
                <a:pt x="537269" y="0"/>
              </a:moveTo>
              <a:lnTo>
                <a:pt x="537269" y="62163"/>
              </a:lnTo>
              <a:lnTo>
                <a:pt x="0" y="62163"/>
              </a:lnTo>
              <a:lnTo>
                <a:pt x="0" y="12432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DEEE70-C6BD-47E8-B4F0-BA115C7297A4}">
      <dsp:nvSpPr>
        <dsp:cNvPr id="0" name=""/>
        <dsp:cNvSpPr/>
      </dsp:nvSpPr>
      <dsp:spPr>
        <a:xfrm>
          <a:off x="776488" y="719"/>
          <a:ext cx="592032" cy="29601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de-CH" sz="1700" kern="1200" dirty="0"/>
            <a:t> </a:t>
          </a:r>
        </a:p>
      </dsp:txBody>
      <dsp:txXfrm>
        <a:off x="776488" y="719"/>
        <a:ext cx="592032" cy="296016"/>
      </dsp:txXfrm>
    </dsp:sp>
    <dsp:sp modelId="{1E25D737-2E05-4FAD-831C-8896458363C1}">
      <dsp:nvSpPr>
        <dsp:cNvPr id="0" name=""/>
        <dsp:cNvSpPr/>
      </dsp:nvSpPr>
      <dsp:spPr>
        <a:xfrm>
          <a:off x="239219" y="421062"/>
          <a:ext cx="592032" cy="29601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de-CH" sz="1700" kern="1200" dirty="0"/>
            <a:t> </a:t>
          </a:r>
        </a:p>
      </dsp:txBody>
      <dsp:txXfrm>
        <a:off x="239219" y="421062"/>
        <a:ext cx="592032" cy="296016"/>
      </dsp:txXfrm>
    </dsp:sp>
    <dsp:sp modelId="{1DC55EF3-5AF2-48F8-AA29-36FD0F4D2150}">
      <dsp:nvSpPr>
        <dsp:cNvPr id="0" name=""/>
        <dsp:cNvSpPr/>
      </dsp:nvSpPr>
      <dsp:spPr>
        <a:xfrm>
          <a:off x="239219" y="841405"/>
          <a:ext cx="592032" cy="296016"/>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endParaRPr lang="de-CH" sz="1700" kern="1200" dirty="0"/>
        </a:p>
      </dsp:txBody>
      <dsp:txXfrm>
        <a:off x="239219" y="841405"/>
        <a:ext cx="592032" cy="296016"/>
      </dsp:txXfrm>
    </dsp:sp>
    <dsp:sp modelId="{04717D9B-1FAB-4605-A789-15B19177E586}">
      <dsp:nvSpPr>
        <dsp:cNvPr id="0" name=""/>
        <dsp:cNvSpPr/>
      </dsp:nvSpPr>
      <dsp:spPr>
        <a:xfrm>
          <a:off x="387227" y="1261749"/>
          <a:ext cx="592032" cy="296016"/>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endParaRPr lang="de-CH" sz="1700" kern="1200" dirty="0"/>
        </a:p>
      </dsp:txBody>
      <dsp:txXfrm>
        <a:off x="387227" y="1261749"/>
        <a:ext cx="592032" cy="296016"/>
      </dsp:txXfrm>
    </dsp:sp>
    <dsp:sp modelId="{4567BD2F-2124-4F8E-96FF-0B5BD8676013}">
      <dsp:nvSpPr>
        <dsp:cNvPr id="0" name=""/>
        <dsp:cNvSpPr/>
      </dsp:nvSpPr>
      <dsp:spPr>
        <a:xfrm>
          <a:off x="1313758" y="421062"/>
          <a:ext cx="592032" cy="29601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de-CH" sz="1700" kern="1200" dirty="0"/>
            <a:t> </a:t>
          </a:r>
        </a:p>
      </dsp:txBody>
      <dsp:txXfrm>
        <a:off x="1313758" y="421062"/>
        <a:ext cx="592032" cy="296016"/>
      </dsp:txXfrm>
    </dsp:sp>
    <dsp:sp modelId="{6B478582-2F78-4A3B-9435-A85DC6CA182E}">
      <dsp:nvSpPr>
        <dsp:cNvPr id="0" name=""/>
        <dsp:cNvSpPr/>
      </dsp:nvSpPr>
      <dsp:spPr>
        <a:xfrm>
          <a:off x="955578" y="841405"/>
          <a:ext cx="592032" cy="296016"/>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endParaRPr lang="de-CH" sz="1700" kern="1200" dirty="0"/>
        </a:p>
      </dsp:txBody>
      <dsp:txXfrm>
        <a:off x="955578" y="841405"/>
        <a:ext cx="592032" cy="296016"/>
      </dsp:txXfrm>
    </dsp:sp>
    <dsp:sp modelId="{765C6764-0FF9-4D39-9DAE-3281767EFA87}">
      <dsp:nvSpPr>
        <dsp:cNvPr id="0" name=""/>
        <dsp:cNvSpPr/>
      </dsp:nvSpPr>
      <dsp:spPr>
        <a:xfrm>
          <a:off x="1671938" y="841405"/>
          <a:ext cx="592032" cy="296016"/>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endParaRPr lang="de-CH" sz="1700" kern="1200" dirty="0"/>
        </a:p>
      </dsp:txBody>
      <dsp:txXfrm>
        <a:off x="1671938" y="841405"/>
        <a:ext cx="592032" cy="296016"/>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476672" y="229395"/>
            <a:ext cx="4320480" cy="310159"/>
          </a:xfrm>
          <a:prstGeom prst="rect">
            <a:avLst/>
          </a:prstGeom>
        </p:spPr>
        <p:txBody>
          <a:bodyPr vert="horz" lIns="0" tIns="0" rIns="0" bIns="0" rtlCol="0"/>
          <a:lstStyle>
            <a:lvl1pPr algn="l">
              <a:defRPr sz="1200"/>
            </a:lvl1pPr>
          </a:lstStyle>
          <a:p>
            <a:r>
              <a:rPr lang="de-CH" sz="900"/>
              <a:t>Kopfzeilentext</a:t>
            </a:r>
            <a:endParaRPr lang="de-CH" sz="900" dirty="0"/>
          </a:p>
        </p:txBody>
      </p:sp>
      <p:sp>
        <p:nvSpPr>
          <p:cNvPr id="3" name="Datumsplatzhalter 2"/>
          <p:cNvSpPr>
            <a:spLocks noGrp="1"/>
          </p:cNvSpPr>
          <p:nvPr>
            <p:ph type="dt" sz="quarter" idx="1"/>
          </p:nvPr>
        </p:nvSpPr>
        <p:spPr>
          <a:xfrm>
            <a:off x="5137720" y="229395"/>
            <a:ext cx="1243608" cy="310159"/>
          </a:xfrm>
          <a:prstGeom prst="rect">
            <a:avLst/>
          </a:prstGeom>
        </p:spPr>
        <p:txBody>
          <a:bodyPr vert="horz" lIns="0" tIns="0" rIns="0" bIns="0" rtlCol="0"/>
          <a:lstStyle>
            <a:lvl1pPr algn="r">
              <a:defRPr sz="1200"/>
            </a:lvl1pPr>
          </a:lstStyle>
          <a:p>
            <a:fld id="{EEC665CA-D682-48EC-95D2-126FD6449D65}" type="datetime1">
              <a:rPr lang="de-CH" sz="900" smtClean="0"/>
              <a:t>08.02.2026</a:t>
            </a:fld>
            <a:endParaRPr lang="de-CH" sz="900"/>
          </a:p>
        </p:txBody>
      </p:sp>
      <p:sp>
        <p:nvSpPr>
          <p:cNvPr id="4" name="Fußzeilenplatzhalter 3"/>
          <p:cNvSpPr>
            <a:spLocks noGrp="1"/>
          </p:cNvSpPr>
          <p:nvPr>
            <p:ph type="ftr" sz="quarter" idx="2"/>
          </p:nvPr>
        </p:nvSpPr>
        <p:spPr>
          <a:xfrm>
            <a:off x="476672" y="8489144"/>
            <a:ext cx="4320480" cy="331331"/>
          </a:xfrm>
          <a:prstGeom prst="rect">
            <a:avLst/>
          </a:prstGeom>
        </p:spPr>
        <p:txBody>
          <a:bodyPr vert="horz" lIns="0" tIns="0" rIns="0" bIns="0" rtlCol="0" anchor="b"/>
          <a:lstStyle>
            <a:lvl1pPr algn="l">
              <a:defRPr sz="1200"/>
            </a:lvl1pPr>
          </a:lstStyle>
          <a:p>
            <a:r>
              <a:rPr lang="de-CH" sz="900"/>
              <a:t>Fusszeilentext</a:t>
            </a:r>
            <a:endParaRPr lang="de-CH" sz="900" dirty="0"/>
          </a:p>
        </p:txBody>
      </p:sp>
      <p:sp>
        <p:nvSpPr>
          <p:cNvPr id="5" name="Foliennummernplatzhalter 4"/>
          <p:cNvSpPr>
            <a:spLocks noGrp="1"/>
          </p:cNvSpPr>
          <p:nvPr>
            <p:ph type="sldNum" sz="quarter" idx="3"/>
          </p:nvPr>
        </p:nvSpPr>
        <p:spPr>
          <a:xfrm>
            <a:off x="5137720" y="8489146"/>
            <a:ext cx="1243608" cy="331329"/>
          </a:xfrm>
          <a:prstGeom prst="rect">
            <a:avLst/>
          </a:prstGeom>
        </p:spPr>
        <p:txBody>
          <a:bodyPr vert="horz" lIns="0" tIns="0" rIns="0" bIns="0" rtlCol="0" anchor="b"/>
          <a:lstStyle>
            <a:lvl1pPr algn="r">
              <a:defRPr sz="1200"/>
            </a:lvl1pPr>
          </a:lstStyle>
          <a:p>
            <a:fld id="{2CEDAA2C-602C-494B-9BFF-F0D7FF14E319}" type="slidenum">
              <a:rPr lang="de-CH" sz="900" smtClean="0"/>
              <a:t>‹Nr.›</a:t>
            </a:fld>
            <a:endParaRPr lang="de-CH" sz="900" dirty="0"/>
          </a:p>
        </p:txBody>
      </p:sp>
    </p:spTree>
    <p:extLst>
      <p:ext uri="{BB962C8B-B14F-4D97-AF65-F5344CB8AC3E}">
        <p14:creationId xmlns:p14="http://schemas.microsoft.com/office/powerpoint/2010/main" val="1625002673"/>
      </p:ext>
    </p:extLst>
  </p:cSld>
  <p:clrMap bg1="lt1" tx1="dk1" bg2="lt2" tx2="dk2" accent1="accent1" accent2="accent2" accent3="accent3" accent4="accent4" accent5="accent5" accent6="accent6" hlink="hlink" folHlink="folHlink"/>
  <p:hf hdr="0" ftr="0" dt="0"/>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olienbildplatzhalter 11"/>
          <p:cNvSpPr>
            <a:spLocks noGrp="1" noRot="1" noChangeAspect="1"/>
          </p:cNvSpPr>
          <p:nvPr>
            <p:ph type="sldImg" idx="2"/>
          </p:nvPr>
        </p:nvSpPr>
        <p:spPr>
          <a:xfrm>
            <a:off x="764704" y="899592"/>
            <a:ext cx="5560412" cy="3127732"/>
          </a:xfrm>
          <a:prstGeom prst="rect">
            <a:avLst/>
          </a:prstGeom>
          <a:noFill/>
          <a:ln w="3175">
            <a:solidFill>
              <a:prstClr val="black"/>
            </a:solidFill>
          </a:ln>
        </p:spPr>
        <p:txBody>
          <a:bodyPr vert="horz" lIns="91440" tIns="45720" rIns="91440" bIns="45720" rtlCol="0" anchor="ctr"/>
          <a:lstStyle/>
          <a:p>
            <a:endParaRPr lang="de-CH"/>
          </a:p>
        </p:txBody>
      </p:sp>
      <p:sp>
        <p:nvSpPr>
          <p:cNvPr id="14" name="Fußzeilenplatzhalter 13"/>
          <p:cNvSpPr>
            <a:spLocks noGrp="1"/>
          </p:cNvSpPr>
          <p:nvPr>
            <p:ph type="ftr" sz="quarter" idx="4"/>
          </p:nvPr>
        </p:nvSpPr>
        <p:spPr>
          <a:xfrm>
            <a:off x="775244" y="8712000"/>
            <a:ext cx="2230428" cy="179512"/>
          </a:xfrm>
          <a:prstGeom prst="rect">
            <a:avLst/>
          </a:prstGeom>
        </p:spPr>
        <p:txBody>
          <a:bodyPr vert="horz" lIns="0" tIns="0" rIns="0" bIns="0" rtlCol="0" anchor="t"/>
          <a:lstStyle>
            <a:lvl1pPr algn="l">
              <a:defRPr sz="900"/>
            </a:lvl1pPr>
          </a:lstStyle>
          <a:p>
            <a:r>
              <a:rPr lang="de-CH" dirty="0"/>
              <a:t>Fusszeilentext</a:t>
            </a:r>
          </a:p>
        </p:txBody>
      </p:sp>
      <p:sp>
        <p:nvSpPr>
          <p:cNvPr id="15" name="Foliennummernplatzhalter 14"/>
          <p:cNvSpPr>
            <a:spLocks noGrp="1"/>
          </p:cNvSpPr>
          <p:nvPr>
            <p:ph type="sldNum" sz="quarter" idx="5"/>
          </p:nvPr>
        </p:nvSpPr>
        <p:spPr>
          <a:xfrm>
            <a:off x="5462663" y="8712000"/>
            <a:ext cx="871173" cy="179512"/>
          </a:xfrm>
          <a:prstGeom prst="rect">
            <a:avLst/>
          </a:prstGeom>
        </p:spPr>
        <p:txBody>
          <a:bodyPr vert="horz" lIns="0" tIns="0" rIns="0" bIns="0" rtlCol="0" anchor="t"/>
          <a:lstStyle>
            <a:lvl1pPr algn="r">
              <a:defRPr sz="900"/>
            </a:lvl1pPr>
          </a:lstStyle>
          <a:p>
            <a:fld id="{83C81C81-E364-4366-A610-2DB15FF98538}" type="slidenum">
              <a:rPr lang="de-CH" smtClean="0"/>
              <a:pPr/>
              <a:t>‹Nr.›</a:t>
            </a:fld>
            <a:endParaRPr lang="de-CH" dirty="0"/>
          </a:p>
        </p:txBody>
      </p:sp>
      <p:sp>
        <p:nvSpPr>
          <p:cNvPr id="16" name="Notizenplatzhalter 15"/>
          <p:cNvSpPr>
            <a:spLocks noGrp="1"/>
          </p:cNvSpPr>
          <p:nvPr>
            <p:ph type="body" sz="quarter" idx="3"/>
          </p:nvPr>
        </p:nvSpPr>
        <p:spPr>
          <a:xfrm>
            <a:off x="773424" y="4283968"/>
            <a:ext cx="5560412" cy="4248472"/>
          </a:xfrm>
          <a:prstGeom prst="rect">
            <a:avLst/>
          </a:prstGeom>
        </p:spPr>
        <p:txBody>
          <a:bodyPr vert="horz" lIns="0" tIns="0" rIns="0" bIns="0" rtlCol="0"/>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de-CH" dirty="0"/>
          </a:p>
        </p:txBody>
      </p:sp>
      <p:sp>
        <p:nvSpPr>
          <p:cNvPr id="17" name="Datumsplatzhalter 16"/>
          <p:cNvSpPr>
            <a:spLocks noGrp="1"/>
          </p:cNvSpPr>
          <p:nvPr>
            <p:ph type="dt" idx="1"/>
          </p:nvPr>
        </p:nvSpPr>
        <p:spPr>
          <a:xfrm>
            <a:off x="4229809" y="425838"/>
            <a:ext cx="2095308" cy="185722"/>
          </a:xfrm>
          <a:prstGeom prst="rect">
            <a:avLst/>
          </a:prstGeom>
        </p:spPr>
        <p:txBody>
          <a:bodyPr vert="horz" lIns="0" tIns="0" rIns="0" bIns="0" rtlCol="0"/>
          <a:lstStyle>
            <a:lvl1pPr algn="r">
              <a:defRPr sz="900"/>
            </a:lvl1pPr>
          </a:lstStyle>
          <a:p>
            <a:fld id="{A17AAF7D-4283-4014-80F4-26E915FEACF8}" type="datetime1">
              <a:rPr lang="de-CH" smtClean="0"/>
              <a:t>08.02.2026</a:t>
            </a:fld>
            <a:endParaRPr lang="de-CH" dirty="0"/>
          </a:p>
        </p:txBody>
      </p:sp>
      <p:sp>
        <p:nvSpPr>
          <p:cNvPr id="18" name="Kopfzeilenplatzhalter 17"/>
          <p:cNvSpPr>
            <a:spLocks noGrp="1"/>
          </p:cNvSpPr>
          <p:nvPr>
            <p:ph type="hdr" sz="quarter"/>
          </p:nvPr>
        </p:nvSpPr>
        <p:spPr>
          <a:xfrm>
            <a:off x="764704" y="432000"/>
            <a:ext cx="3249080" cy="179560"/>
          </a:xfrm>
          <a:prstGeom prst="rect">
            <a:avLst/>
          </a:prstGeom>
        </p:spPr>
        <p:txBody>
          <a:bodyPr vert="horz" lIns="0" tIns="0" rIns="0" bIns="0" rtlCol="0"/>
          <a:lstStyle>
            <a:lvl1pPr algn="l">
              <a:defRPr sz="900"/>
            </a:lvl1pPr>
          </a:lstStyle>
          <a:p>
            <a:r>
              <a:rPr lang="de-CH"/>
              <a:t>Kopfzeilentext</a:t>
            </a:r>
            <a:endParaRPr lang="de-CH" dirty="0"/>
          </a:p>
        </p:txBody>
      </p:sp>
    </p:spTree>
    <p:extLst>
      <p:ext uri="{BB962C8B-B14F-4D97-AF65-F5344CB8AC3E}">
        <p14:creationId xmlns:p14="http://schemas.microsoft.com/office/powerpoint/2010/main" val="311709705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spcAft>
        <a:spcPts val="600"/>
      </a:spcAft>
      <a:defRPr sz="1100" kern="1200">
        <a:solidFill>
          <a:schemeClr val="tx1"/>
        </a:solidFill>
        <a:latin typeface="+mn-lt"/>
        <a:ea typeface="+mn-ea"/>
        <a:cs typeface="+mn-cs"/>
      </a:defRPr>
    </a:lvl1pPr>
    <a:lvl2pPr marL="177800" indent="-177800"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2pPr>
    <a:lvl3pPr marL="357188" indent="-179388"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3pPr>
    <a:lvl4pPr marL="534988" indent="-177800"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4pPr>
    <a:lvl5pPr marL="720725" indent="-185738"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73113" y="1246188"/>
            <a:ext cx="5561012" cy="3127375"/>
          </a:xfrm>
        </p:spPr>
      </p:sp>
      <p:sp>
        <p:nvSpPr>
          <p:cNvPr id="3" name="Notizenplatzhalter 2"/>
          <p:cNvSpPr>
            <a:spLocks noGrp="1"/>
          </p:cNvSpPr>
          <p:nvPr>
            <p:ph type="body" idx="1"/>
          </p:nvPr>
        </p:nvSpPr>
        <p:spPr/>
        <p:txBody>
          <a:bodyPr/>
          <a:lstStyle/>
          <a:p>
            <a:endParaRPr lang="de-CH"/>
          </a:p>
        </p:txBody>
      </p:sp>
      <p:sp>
        <p:nvSpPr>
          <p:cNvPr id="4" name="Foliennummernplatzhalter 3"/>
          <p:cNvSpPr>
            <a:spLocks noGrp="1"/>
          </p:cNvSpPr>
          <p:nvPr>
            <p:ph type="sldNum" sz="quarter" idx="5"/>
          </p:nvPr>
        </p:nvSpPr>
        <p:spPr/>
        <p:txBody>
          <a:bodyPr/>
          <a:lstStyle/>
          <a:p>
            <a:fld id="{83C81C81-E364-4366-A610-2DB15FF98538}" type="slidenum">
              <a:rPr lang="de-CH" smtClean="0"/>
              <a:pPr/>
              <a:t>2</a:t>
            </a:fld>
            <a:endParaRPr lang="de-CH" dirty="0"/>
          </a:p>
        </p:txBody>
      </p:sp>
    </p:spTree>
    <p:extLst>
      <p:ext uri="{BB962C8B-B14F-4D97-AF65-F5344CB8AC3E}">
        <p14:creationId xmlns:p14="http://schemas.microsoft.com/office/powerpoint/2010/main" val="11755006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65175" y="900113"/>
            <a:ext cx="5559425" cy="3127375"/>
          </a:xfrm>
        </p:spPr>
      </p:sp>
      <p:sp>
        <p:nvSpPr>
          <p:cNvPr id="3" name="Notizenplatzhalter 2"/>
          <p:cNvSpPr>
            <a:spLocks noGrp="1"/>
          </p:cNvSpPr>
          <p:nvPr>
            <p:ph type="body" idx="1"/>
          </p:nvPr>
        </p:nvSpPr>
        <p:spPr/>
        <p:txBody>
          <a:bodyPr/>
          <a:lstStyle/>
          <a:p>
            <a:endParaRPr lang="de-CH" dirty="0"/>
          </a:p>
        </p:txBody>
      </p:sp>
      <p:sp>
        <p:nvSpPr>
          <p:cNvPr id="4" name="Foliennummernplatzhalter 3"/>
          <p:cNvSpPr>
            <a:spLocks noGrp="1"/>
          </p:cNvSpPr>
          <p:nvPr>
            <p:ph type="sldNum" sz="quarter" idx="5"/>
          </p:nvPr>
        </p:nvSpPr>
        <p:spPr/>
        <p:txBody>
          <a:bodyPr/>
          <a:lstStyle/>
          <a:p>
            <a:fld id="{83C81C81-E364-4366-A610-2DB15FF98538}" type="slidenum">
              <a:rPr lang="de-CH" smtClean="0"/>
              <a:pPr/>
              <a:t>87</a:t>
            </a:fld>
            <a:endParaRPr lang="de-CH" dirty="0"/>
          </a:p>
        </p:txBody>
      </p:sp>
    </p:spTree>
    <p:extLst>
      <p:ext uri="{BB962C8B-B14F-4D97-AF65-F5344CB8AC3E}">
        <p14:creationId xmlns:p14="http://schemas.microsoft.com/office/powerpoint/2010/main" val="22267544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65175" y="900113"/>
            <a:ext cx="5559425" cy="3127375"/>
          </a:xfrm>
        </p:spPr>
      </p:sp>
      <p:sp>
        <p:nvSpPr>
          <p:cNvPr id="3" name="Notizenplatzhalter 2"/>
          <p:cNvSpPr>
            <a:spLocks noGrp="1"/>
          </p:cNvSpPr>
          <p:nvPr>
            <p:ph type="body" idx="1"/>
          </p:nvPr>
        </p:nvSpPr>
        <p:spPr/>
        <p:txBody>
          <a:bodyPr/>
          <a:lstStyle/>
          <a:p>
            <a:endParaRPr lang="de-CH" dirty="0"/>
          </a:p>
        </p:txBody>
      </p:sp>
      <p:sp>
        <p:nvSpPr>
          <p:cNvPr id="4" name="Foliennummernplatzhalter 3"/>
          <p:cNvSpPr>
            <a:spLocks noGrp="1"/>
          </p:cNvSpPr>
          <p:nvPr>
            <p:ph type="sldNum" sz="quarter" idx="5"/>
          </p:nvPr>
        </p:nvSpPr>
        <p:spPr/>
        <p:txBody>
          <a:bodyPr/>
          <a:lstStyle/>
          <a:p>
            <a:fld id="{83C81C81-E364-4366-A610-2DB15FF98538}" type="slidenum">
              <a:rPr lang="de-CH" smtClean="0"/>
              <a:pPr/>
              <a:t>88</a:t>
            </a:fld>
            <a:endParaRPr lang="de-CH" dirty="0"/>
          </a:p>
        </p:txBody>
      </p:sp>
    </p:spTree>
    <p:extLst>
      <p:ext uri="{BB962C8B-B14F-4D97-AF65-F5344CB8AC3E}">
        <p14:creationId xmlns:p14="http://schemas.microsoft.com/office/powerpoint/2010/main" val="35144429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65175" y="900113"/>
            <a:ext cx="5559425" cy="3127375"/>
          </a:xfrm>
        </p:spPr>
      </p:sp>
      <p:sp>
        <p:nvSpPr>
          <p:cNvPr id="3" name="Notizenplatzhalter 2"/>
          <p:cNvSpPr>
            <a:spLocks noGrp="1"/>
          </p:cNvSpPr>
          <p:nvPr>
            <p:ph type="body" idx="1"/>
          </p:nvPr>
        </p:nvSpPr>
        <p:spPr/>
        <p:txBody>
          <a:bodyPr/>
          <a:lstStyle/>
          <a:p>
            <a:endParaRPr lang="de-CH" dirty="0"/>
          </a:p>
        </p:txBody>
      </p:sp>
      <p:sp>
        <p:nvSpPr>
          <p:cNvPr id="4" name="Foliennummernplatzhalter 3"/>
          <p:cNvSpPr>
            <a:spLocks noGrp="1"/>
          </p:cNvSpPr>
          <p:nvPr>
            <p:ph type="sldNum" sz="quarter" idx="5"/>
          </p:nvPr>
        </p:nvSpPr>
        <p:spPr/>
        <p:txBody>
          <a:bodyPr/>
          <a:lstStyle/>
          <a:p>
            <a:fld id="{83C81C81-E364-4366-A610-2DB15FF98538}" type="slidenum">
              <a:rPr lang="de-CH" smtClean="0"/>
              <a:pPr/>
              <a:t>89</a:t>
            </a:fld>
            <a:endParaRPr lang="de-CH" dirty="0"/>
          </a:p>
        </p:txBody>
      </p:sp>
    </p:spTree>
    <p:extLst>
      <p:ext uri="{BB962C8B-B14F-4D97-AF65-F5344CB8AC3E}">
        <p14:creationId xmlns:p14="http://schemas.microsoft.com/office/powerpoint/2010/main" val="17917102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65175" y="900113"/>
            <a:ext cx="5559425" cy="3127375"/>
          </a:xfrm>
        </p:spPr>
      </p:sp>
      <p:sp>
        <p:nvSpPr>
          <p:cNvPr id="3" name="Notizenplatzhalter 2"/>
          <p:cNvSpPr>
            <a:spLocks noGrp="1"/>
          </p:cNvSpPr>
          <p:nvPr>
            <p:ph type="body" idx="1"/>
          </p:nvPr>
        </p:nvSpPr>
        <p:spPr/>
        <p:txBody>
          <a:bodyPr/>
          <a:lstStyle/>
          <a:p>
            <a:endParaRPr lang="de-CH" dirty="0"/>
          </a:p>
        </p:txBody>
      </p:sp>
      <p:sp>
        <p:nvSpPr>
          <p:cNvPr id="4" name="Foliennummernplatzhalter 3"/>
          <p:cNvSpPr>
            <a:spLocks noGrp="1"/>
          </p:cNvSpPr>
          <p:nvPr>
            <p:ph type="sldNum" sz="quarter" idx="5"/>
          </p:nvPr>
        </p:nvSpPr>
        <p:spPr/>
        <p:txBody>
          <a:bodyPr/>
          <a:lstStyle/>
          <a:p>
            <a:fld id="{83C81C81-E364-4366-A610-2DB15FF98538}" type="slidenum">
              <a:rPr lang="de-CH" smtClean="0"/>
              <a:pPr/>
              <a:t>90</a:t>
            </a:fld>
            <a:endParaRPr lang="de-CH" dirty="0"/>
          </a:p>
        </p:txBody>
      </p:sp>
    </p:spTree>
    <p:extLst>
      <p:ext uri="{BB962C8B-B14F-4D97-AF65-F5344CB8AC3E}">
        <p14:creationId xmlns:p14="http://schemas.microsoft.com/office/powerpoint/2010/main" val="8679197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mit Bild">
    <p:spTree>
      <p:nvGrpSpPr>
        <p:cNvPr id="1" name=""/>
        <p:cNvGrpSpPr/>
        <p:nvPr/>
      </p:nvGrpSpPr>
      <p:grpSpPr>
        <a:xfrm>
          <a:off x="0" y="0"/>
          <a:ext cx="0" cy="0"/>
          <a:chOff x="0" y="0"/>
          <a:chExt cx="0" cy="0"/>
        </a:xfrm>
      </p:grpSpPr>
      <p:sp>
        <p:nvSpPr>
          <p:cNvPr id="15" name="Bildplatzhalter 4">
            <a:extLst>
              <a:ext uri="{FF2B5EF4-FFF2-40B4-BE49-F238E27FC236}">
                <a16:creationId xmlns:a16="http://schemas.microsoft.com/office/drawing/2014/main" id="{0BB7F021-E5F4-2F56-478C-52E1D8DC6C8D}"/>
              </a:ext>
            </a:extLst>
          </p:cNvPr>
          <p:cNvSpPr>
            <a:spLocks noGrp="1"/>
          </p:cNvSpPr>
          <p:nvPr>
            <p:ph type="pic" sz="quarter" idx="13" hasCustomPrompt="1"/>
          </p:nvPr>
        </p:nvSpPr>
        <p:spPr>
          <a:xfrm>
            <a:off x="0" y="0"/>
            <a:ext cx="12193200" cy="6858000"/>
          </a:xfrm>
          <a:pattFill prst="lgCheck">
            <a:fgClr>
              <a:schemeClr val="bg1">
                <a:lumMod val="85000"/>
              </a:schemeClr>
            </a:fgClr>
            <a:bgClr>
              <a:schemeClr val="bg1"/>
            </a:bgClr>
          </a:pattFill>
        </p:spPr>
        <p:txBody>
          <a:bodyPr tIns="540000" anchor="t" anchorCtr="0"/>
          <a:lstStyle>
            <a:lvl1pPr algn="ctr">
              <a:defRPr sz="1200"/>
            </a:lvl1pPr>
          </a:lstStyle>
          <a:p>
            <a:r>
              <a:rPr lang="de-DE" dirty="0"/>
              <a:t>Bild durch «Drag &amp; Drop» in den Bildplatzhalter ziehen oder Platzhalter markieren, Bild durch CTRL-V einfügen und in den Hintergrund stellen</a:t>
            </a:r>
            <a:endParaRPr lang="de-CH" dirty="0"/>
          </a:p>
        </p:txBody>
      </p:sp>
      <p:sp>
        <p:nvSpPr>
          <p:cNvPr id="18" name="Textplatzhalter 16">
            <a:extLst>
              <a:ext uri="{FF2B5EF4-FFF2-40B4-BE49-F238E27FC236}">
                <a16:creationId xmlns:a16="http://schemas.microsoft.com/office/drawing/2014/main" id="{6354BC68-B790-FE26-AD0F-3DA385C52297}"/>
              </a:ext>
            </a:extLst>
          </p:cNvPr>
          <p:cNvSpPr>
            <a:spLocks noGrp="1"/>
          </p:cNvSpPr>
          <p:nvPr>
            <p:ph type="body" sz="quarter" idx="14" hasCustomPrompt="1"/>
          </p:nvPr>
        </p:nvSpPr>
        <p:spPr>
          <a:xfrm>
            <a:off x="10828425" y="5456325"/>
            <a:ext cx="954000" cy="954000"/>
          </a:xfrm>
          <a:blipFill>
            <a:blip r:embed="rId2"/>
            <a:stretch>
              <a:fillRect/>
            </a:stretch>
          </a:blipFill>
        </p:spPr>
        <p:txBody>
          <a:bodyPr/>
          <a:lstStyle>
            <a:lvl1pPr>
              <a:defRPr sz="100">
                <a:solidFill>
                  <a:schemeClr val="accent2"/>
                </a:solidFill>
              </a:defRPr>
            </a:lvl1pPr>
            <a:lvl2pPr>
              <a:defRPr sz="100"/>
            </a:lvl2pPr>
            <a:lvl3pPr>
              <a:defRPr sz="100"/>
            </a:lvl3pPr>
            <a:lvl4pPr>
              <a:defRPr sz="100"/>
            </a:lvl4pPr>
            <a:lvl5pPr>
              <a:defRPr sz="100"/>
            </a:lvl5pPr>
          </a:lstStyle>
          <a:p>
            <a:pPr lvl="0"/>
            <a:r>
              <a:rPr lang="de-DE" dirty="0"/>
              <a:t> </a:t>
            </a:r>
            <a:endParaRPr lang="de-CH" dirty="0"/>
          </a:p>
        </p:txBody>
      </p:sp>
      <p:sp>
        <p:nvSpPr>
          <p:cNvPr id="6" name="Untertitel 2">
            <a:extLst>
              <a:ext uri="{FF2B5EF4-FFF2-40B4-BE49-F238E27FC236}">
                <a16:creationId xmlns:a16="http://schemas.microsoft.com/office/drawing/2014/main" id="{25C614B6-CB07-2C6D-ADAE-19E959CDB0FA}"/>
              </a:ext>
            </a:extLst>
          </p:cNvPr>
          <p:cNvSpPr>
            <a:spLocks noGrp="1"/>
          </p:cNvSpPr>
          <p:nvPr>
            <p:ph type="subTitle" idx="1" hasCustomPrompt="1"/>
          </p:nvPr>
        </p:nvSpPr>
        <p:spPr>
          <a:xfrm>
            <a:off x="409575" y="800707"/>
            <a:ext cx="11372850" cy="5256000"/>
          </a:xfrm>
        </p:spPr>
        <p:txBody>
          <a:bodyPr anchor="ctr"/>
          <a:lstStyle>
            <a:lvl1pPr marL="0" indent="0" algn="l">
              <a:lnSpc>
                <a:spcPct val="83000"/>
              </a:lnSpc>
              <a:spcAft>
                <a:spcPts val="1800"/>
              </a:spcAft>
              <a:buNone/>
              <a:defRPr sz="8400" b="1" spc="-180" baseline="0">
                <a:solidFill>
                  <a:schemeClr val="bg1"/>
                </a:solidFill>
              </a:defRPr>
            </a:lvl1pPr>
            <a:lvl2pPr marL="0" indent="0" algn="l">
              <a:buNone/>
              <a:defRPr sz="1200">
                <a:solidFill>
                  <a:schemeClr val="bg1"/>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CH" dirty="0"/>
              <a:t>Titel</a:t>
            </a:r>
            <a:br>
              <a:rPr lang="de-CH" dirty="0"/>
            </a:br>
            <a:r>
              <a:rPr lang="de-CH" dirty="0"/>
              <a:t>hinzufügen</a:t>
            </a:r>
          </a:p>
          <a:p>
            <a:pPr lvl="1"/>
            <a:r>
              <a:rPr lang="de-CH" sz="1200" dirty="0"/>
              <a:t>Vorname Name</a:t>
            </a:r>
            <a:endParaRPr lang="de-CH" dirty="0"/>
          </a:p>
        </p:txBody>
      </p:sp>
    </p:spTree>
    <p:extLst>
      <p:ext uri="{BB962C8B-B14F-4D97-AF65-F5344CB8AC3E}">
        <p14:creationId xmlns:p14="http://schemas.microsoft.com/office/powerpoint/2010/main" val="3891886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Bild links">
    <p:bg>
      <p:bgPr>
        <a:solidFill>
          <a:schemeClr val="accent2"/>
        </a:solidFill>
        <a:effectLst/>
      </p:bgPr>
    </p:bg>
    <p:spTree>
      <p:nvGrpSpPr>
        <p:cNvPr id="1" name=""/>
        <p:cNvGrpSpPr/>
        <p:nvPr/>
      </p:nvGrpSpPr>
      <p:grpSpPr>
        <a:xfrm>
          <a:off x="0" y="0"/>
          <a:ext cx="0" cy="0"/>
          <a:chOff x="0" y="0"/>
          <a:chExt cx="0" cy="0"/>
        </a:xfrm>
      </p:grpSpPr>
      <p:sp>
        <p:nvSpPr>
          <p:cNvPr id="15" name="Bildplatzhalter 4">
            <a:extLst>
              <a:ext uri="{FF2B5EF4-FFF2-40B4-BE49-F238E27FC236}">
                <a16:creationId xmlns:a16="http://schemas.microsoft.com/office/drawing/2014/main" id="{0BB7F021-E5F4-2F56-478C-52E1D8DC6C8D}"/>
              </a:ext>
            </a:extLst>
          </p:cNvPr>
          <p:cNvSpPr>
            <a:spLocks noGrp="1"/>
          </p:cNvSpPr>
          <p:nvPr>
            <p:ph type="pic" sz="quarter" idx="13"/>
          </p:nvPr>
        </p:nvSpPr>
        <p:spPr>
          <a:xfrm>
            <a:off x="0" y="0"/>
            <a:ext cx="5238000" cy="6858000"/>
          </a:xfrm>
          <a:pattFill prst="lgCheck">
            <a:fgClr>
              <a:schemeClr val="bg1">
                <a:lumMod val="85000"/>
              </a:schemeClr>
            </a:fgClr>
            <a:bgClr>
              <a:schemeClr val="bg1"/>
            </a:bgClr>
          </a:pattFill>
        </p:spPr>
        <p:txBody>
          <a:bodyPr tIns="720000" anchor="ctr"/>
          <a:lstStyle>
            <a:lvl1pPr algn="ctr">
              <a:defRPr sz="1200"/>
            </a:lvl1pPr>
          </a:lstStyle>
          <a:p>
            <a:r>
              <a:rPr lang="de-DE"/>
              <a:t>Bild durch Klicken auf Symbol hinzufügen</a:t>
            </a:r>
            <a:endParaRPr lang="de-DE" dirty="0"/>
          </a:p>
        </p:txBody>
      </p:sp>
      <p:sp>
        <p:nvSpPr>
          <p:cNvPr id="8" name="Untertitel 2">
            <a:extLst>
              <a:ext uri="{FF2B5EF4-FFF2-40B4-BE49-F238E27FC236}">
                <a16:creationId xmlns:a16="http://schemas.microsoft.com/office/drawing/2014/main" id="{E61C92B4-45B3-D445-4B86-C07BA1E4EF4A}"/>
              </a:ext>
            </a:extLst>
          </p:cNvPr>
          <p:cNvSpPr>
            <a:spLocks noGrp="1"/>
          </p:cNvSpPr>
          <p:nvPr>
            <p:ph type="subTitle" idx="1" hasCustomPrompt="1"/>
          </p:nvPr>
        </p:nvSpPr>
        <p:spPr>
          <a:xfrm>
            <a:off x="5987985" y="620689"/>
            <a:ext cx="5794440" cy="5401296"/>
          </a:xfrm>
        </p:spPr>
        <p:txBody>
          <a:bodyPr anchor="ctr"/>
          <a:lstStyle>
            <a:lvl1pPr marL="0" indent="0" algn="l">
              <a:lnSpc>
                <a:spcPct val="83000"/>
              </a:lnSpc>
              <a:spcAft>
                <a:spcPts val="1800"/>
              </a:spcAft>
              <a:buNone/>
              <a:defRPr sz="8400" b="1" spc="-180" baseline="0">
                <a:solidFill>
                  <a:schemeClr val="tx1"/>
                </a:solidFill>
              </a:defRPr>
            </a:lvl1pPr>
            <a:lvl2pPr marL="0" indent="0" algn="l">
              <a:buNone/>
              <a:defRPr sz="1200">
                <a:solidFill>
                  <a:schemeClr val="tx1"/>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CH" dirty="0"/>
              <a:t>Titel</a:t>
            </a:r>
            <a:br>
              <a:rPr lang="de-CH" dirty="0"/>
            </a:br>
            <a:r>
              <a:rPr lang="de-CH" dirty="0"/>
              <a:t>hinzufügen</a:t>
            </a:r>
          </a:p>
          <a:p>
            <a:pPr lvl="1"/>
            <a:r>
              <a:rPr lang="de-CH" sz="1200" dirty="0"/>
              <a:t>Vorname Name</a:t>
            </a:r>
            <a:endParaRPr lang="de-CH" dirty="0"/>
          </a:p>
        </p:txBody>
      </p:sp>
      <p:pic>
        <p:nvPicPr>
          <p:cNvPr id="4" name="Grafik 3">
            <a:extLst>
              <a:ext uri="{FF2B5EF4-FFF2-40B4-BE49-F238E27FC236}">
                <a16:creationId xmlns:a16="http://schemas.microsoft.com/office/drawing/2014/main" id="{C8D7F22A-43F3-AD91-04C7-6D23C7BFFAB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37013" y="5524376"/>
            <a:ext cx="1206000" cy="1206000"/>
          </a:xfrm>
          <a:prstGeom prst="rect">
            <a:avLst/>
          </a:prstGeom>
        </p:spPr>
      </p:pic>
    </p:spTree>
    <p:extLst>
      <p:ext uri="{BB962C8B-B14F-4D97-AF65-F5344CB8AC3E}">
        <p14:creationId xmlns:p14="http://schemas.microsoft.com/office/powerpoint/2010/main" val="14683826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folie mit Bild rechts">
    <p:bg>
      <p:bgPr>
        <a:solidFill>
          <a:schemeClr val="accent2"/>
        </a:solidFill>
        <a:effectLst/>
      </p:bgPr>
    </p:bg>
    <p:spTree>
      <p:nvGrpSpPr>
        <p:cNvPr id="1" name=""/>
        <p:cNvGrpSpPr/>
        <p:nvPr/>
      </p:nvGrpSpPr>
      <p:grpSpPr>
        <a:xfrm>
          <a:off x="0" y="0"/>
          <a:ext cx="0" cy="0"/>
          <a:chOff x="0" y="0"/>
          <a:chExt cx="0" cy="0"/>
        </a:xfrm>
      </p:grpSpPr>
      <p:sp>
        <p:nvSpPr>
          <p:cNvPr id="15" name="Bildplatzhalter 4">
            <a:extLst>
              <a:ext uri="{FF2B5EF4-FFF2-40B4-BE49-F238E27FC236}">
                <a16:creationId xmlns:a16="http://schemas.microsoft.com/office/drawing/2014/main" id="{0BB7F021-E5F4-2F56-478C-52E1D8DC6C8D}"/>
              </a:ext>
            </a:extLst>
          </p:cNvPr>
          <p:cNvSpPr>
            <a:spLocks noGrp="1"/>
          </p:cNvSpPr>
          <p:nvPr>
            <p:ph type="pic" sz="quarter" idx="13"/>
          </p:nvPr>
        </p:nvSpPr>
        <p:spPr>
          <a:xfrm>
            <a:off x="6097200" y="0"/>
            <a:ext cx="6094800" cy="6858000"/>
          </a:xfrm>
          <a:pattFill prst="lgCheck">
            <a:fgClr>
              <a:schemeClr val="bg1">
                <a:lumMod val="85000"/>
              </a:schemeClr>
            </a:fgClr>
            <a:bgClr>
              <a:schemeClr val="bg1"/>
            </a:bgClr>
          </a:pattFill>
        </p:spPr>
        <p:txBody>
          <a:bodyPr tIns="720000" anchor="ctr"/>
          <a:lstStyle>
            <a:lvl1pPr algn="ctr">
              <a:defRPr sz="1200"/>
            </a:lvl1pPr>
          </a:lstStyle>
          <a:p>
            <a:r>
              <a:rPr lang="de-DE"/>
              <a:t>Bild durch Klicken auf Symbol hinzufügen</a:t>
            </a:r>
            <a:endParaRPr lang="de-CH" dirty="0"/>
          </a:p>
        </p:txBody>
      </p:sp>
      <p:sp>
        <p:nvSpPr>
          <p:cNvPr id="6" name="Untertitel 2">
            <a:extLst>
              <a:ext uri="{FF2B5EF4-FFF2-40B4-BE49-F238E27FC236}">
                <a16:creationId xmlns:a16="http://schemas.microsoft.com/office/drawing/2014/main" id="{DE8F20CF-E1F7-4E58-9449-EB601F4DAB07}"/>
              </a:ext>
            </a:extLst>
          </p:cNvPr>
          <p:cNvSpPr>
            <a:spLocks noGrp="1"/>
          </p:cNvSpPr>
          <p:nvPr>
            <p:ph type="subTitle" idx="1" hasCustomPrompt="1"/>
          </p:nvPr>
        </p:nvSpPr>
        <p:spPr>
          <a:xfrm>
            <a:off x="427273" y="620689"/>
            <a:ext cx="5667528" cy="5401296"/>
          </a:xfrm>
        </p:spPr>
        <p:txBody>
          <a:bodyPr anchor="ctr"/>
          <a:lstStyle>
            <a:lvl1pPr marL="0" indent="0" algn="l">
              <a:lnSpc>
                <a:spcPct val="83000"/>
              </a:lnSpc>
              <a:spcAft>
                <a:spcPts val="1800"/>
              </a:spcAft>
              <a:buNone/>
              <a:defRPr sz="8400" b="1" spc="-180" baseline="0">
                <a:solidFill>
                  <a:schemeClr val="tx1"/>
                </a:solidFill>
              </a:defRPr>
            </a:lvl1pPr>
            <a:lvl2pPr marL="0" indent="0" algn="l">
              <a:buNone/>
              <a:defRPr sz="1200">
                <a:solidFill>
                  <a:schemeClr val="tx1"/>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CH" dirty="0"/>
              <a:t>Titel</a:t>
            </a:r>
            <a:br>
              <a:rPr lang="de-CH" dirty="0"/>
            </a:br>
            <a:r>
              <a:rPr lang="de-CH" dirty="0"/>
              <a:t>hinzufügen</a:t>
            </a:r>
          </a:p>
          <a:p>
            <a:pPr lvl="1"/>
            <a:r>
              <a:rPr lang="de-CH" sz="1200" dirty="0"/>
              <a:t>Vorname Name</a:t>
            </a:r>
            <a:endParaRPr lang="de-CH" dirty="0"/>
          </a:p>
        </p:txBody>
      </p:sp>
      <p:pic>
        <p:nvPicPr>
          <p:cNvPr id="3" name="Grafik 2">
            <a:extLst>
              <a:ext uri="{FF2B5EF4-FFF2-40B4-BE49-F238E27FC236}">
                <a16:creationId xmlns:a16="http://schemas.microsoft.com/office/drawing/2014/main" id="{E3F136A9-A304-9994-1424-1504B2B4E32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44290" y="5524376"/>
            <a:ext cx="1206000" cy="1206000"/>
          </a:xfrm>
          <a:prstGeom prst="rect">
            <a:avLst/>
          </a:prstGeom>
        </p:spPr>
      </p:pic>
    </p:spTree>
    <p:extLst>
      <p:ext uri="{BB962C8B-B14F-4D97-AF65-F5344CB8AC3E}">
        <p14:creationId xmlns:p14="http://schemas.microsoft.com/office/powerpoint/2010/main" val="35439925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Gelb">
    <p:bg>
      <p:bgPr>
        <a:solidFill>
          <a:schemeClr val="accent2"/>
        </a:solidFill>
        <a:effectLst/>
      </p:bgPr>
    </p:bg>
    <p:spTree>
      <p:nvGrpSpPr>
        <p:cNvPr id="1" name=""/>
        <p:cNvGrpSpPr/>
        <p:nvPr/>
      </p:nvGrpSpPr>
      <p:grpSpPr>
        <a:xfrm>
          <a:off x="0" y="0"/>
          <a:ext cx="0" cy="0"/>
          <a:chOff x="0" y="0"/>
          <a:chExt cx="0" cy="0"/>
        </a:xfrm>
      </p:grpSpPr>
      <p:sp>
        <p:nvSpPr>
          <p:cNvPr id="3" name="Untertitel 2">
            <a:extLst>
              <a:ext uri="{FF2B5EF4-FFF2-40B4-BE49-F238E27FC236}">
                <a16:creationId xmlns:a16="http://schemas.microsoft.com/office/drawing/2014/main" id="{18D8E8D8-418F-4D20-B810-AAC192BA18F5}"/>
              </a:ext>
            </a:extLst>
          </p:cNvPr>
          <p:cNvSpPr>
            <a:spLocks noGrp="1"/>
          </p:cNvSpPr>
          <p:nvPr>
            <p:ph type="subTitle" idx="1" hasCustomPrompt="1"/>
          </p:nvPr>
        </p:nvSpPr>
        <p:spPr>
          <a:xfrm>
            <a:off x="409575" y="872717"/>
            <a:ext cx="11372850" cy="5537186"/>
          </a:xfrm>
        </p:spPr>
        <p:txBody>
          <a:bodyPr anchor="ctr"/>
          <a:lstStyle>
            <a:lvl1pPr marL="0" indent="0" algn="l">
              <a:lnSpc>
                <a:spcPct val="83000"/>
              </a:lnSpc>
              <a:spcAft>
                <a:spcPts val="4000"/>
              </a:spcAft>
              <a:buNone/>
              <a:defRPr sz="11200" b="1" spc="-180" baseline="0">
                <a:solidFill>
                  <a:schemeClr val="tx1"/>
                </a:solidFill>
              </a:defRPr>
            </a:lvl1pPr>
            <a:lvl2pPr marL="0" indent="0" algn="l">
              <a:buNone/>
              <a:defRPr sz="1200">
                <a:solidFill>
                  <a:schemeClr val="tx1"/>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CH" dirty="0"/>
              <a:t>Titel hinzufügen</a:t>
            </a:r>
          </a:p>
          <a:p>
            <a:pPr lvl="1"/>
            <a:r>
              <a:rPr lang="de-CH" dirty="0"/>
              <a:t>Vorname Name</a:t>
            </a:r>
          </a:p>
        </p:txBody>
      </p:sp>
      <p:pic>
        <p:nvPicPr>
          <p:cNvPr id="4" name="Grafik 3">
            <a:extLst>
              <a:ext uri="{FF2B5EF4-FFF2-40B4-BE49-F238E27FC236}">
                <a16:creationId xmlns:a16="http://schemas.microsoft.com/office/drawing/2014/main" id="{5332564A-7422-1E11-52A5-316F95E655F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37013" y="5524376"/>
            <a:ext cx="1206000" cy="1206000"/>
          </a:xfrm>
          <a:prstGeom prst="rect">
            <a:avLst/>
          </a:prstGeom>
        </p:spPr>
      </p:pic>
    </p:spTree>
    <p:extLst>
      <p:ext uri="{BB962C8B-B14F-4D97-AF65-F5344CB8AC3E}">
        <p14:creationId xmlns:p14="http://schemas.microsoft.com/office/powerpoint/2010/main" val="4000782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folie mit Partnerlogos">
    <p:spTree>
      <p:nvGrpSpPr>
        <p:cNvPr id="1" name=""/>
        <p:cNvGrpSpPr/>
        <p:nvPr/>
      </p:nvGrpSpPr>
      <p:grpSpPr>
        <a:xfrm>
          <a:off x="0" y="0"/>
          <a:ext cx="0" cy="0"/>
          <a:chOff x="0" y="0"/>
          <a:chExt cx="0" cy="0"/>
        </a:xfrm>
      </p:grpSpPr>
      <p:sp>
        <p:nvSpPr>
          <p:cNvPr id="15" name="Bildplatzhalter 4">
            <a:extLst>
              <a:ext uri="{FF2B5EF4-FFF2-40B4-BE49-F238E27FC236}">
                <a16:creationId xmlns:a16="http://schemas.microsoft.com/office/drawing/2014/main" id="{0BB7F021-E5F4-2F56-478C-52E1D8DC6C8D}"/>
              </a:ext>
            </a:extLst>
          </p:cNvPr>
          <p:cNvSpPr>
            <a:spLocks noGrp="1"/>
          </p:cNvSpPr>
          <p:nvPr>
            <p:ph type="pic" sz="quarter" idx="13" hasCustomPrompt="1"/>
          </p:nvPr>
        </p:nvSpPr>
        <p:spPr>
          <a:xfrm>
            <a:off x="0" y="0"/>
            <a:ext cx="12193200" cy="5877272"/>
          </a:xfrm>
          <a:pattFill prst="lgCheck">
            <a:fgClr>
              <a:schemeClr val="bg1">
                <a:lumMod val="85000"/>
              </a:schemeClr>
            </a:fgClr>
            <a:bgClr>
              <a:schemeClr val="bg1"/>
            </a:bgClr>
          </a:pattFill>
        </p:spPr>
        <p:txBody>
          <a:bodyPr tIns="540000" anchor="t" anchorCtr="0"/>
          <a:lstStyle>
            <a:lvl1pPr algn="ctr">
              <a:defRPr sz="1200"/>
            </a:lvl1pPr>
          </a:lstStyle>
          <a:p>
            <a:r>
              <a:rPr lang="de-DE" dirty="0"/>
              <a:t>Bild durch «Drag &amp; Drop» in den Bildplatzhalter ziehen oder Platzhalter markieren, Bild durch CTRL-V einfügen und in den Hintergrund stellen</a:t>
            </a:r>
          </a:p>
        </p:txBody>
      </p:sp>
      <p:sp>
        <p:nvSpPr>
          <p:cNvPr id="6" name="Textfeld 5">
            <a:extLst>
              <a:ext uri="{FF2B5EF4-FFF2-40B4-BE49-F238E27FC236}">
                <a16:creationId xmlns:a16="http://schemas.microsoft.com/office/drawing/2014/main" id="{70BE2C93-C68D-8E4D-F07F-23AB3459053C}"/>
              </a:ext>
            </a:extLst>
          </p:cNvPr>
          <p:cNvSpPr txBox="1"/>
          <p:nvPr userDrawn="1"/>
        </p:nvSpPr>
        <p:spPr>
          <a:xfrm>
            <a:off x="419741" y="6098671"/>
            <a:ext cx="2052228" cy="184666"/>
          </a:xfrm>
          <a:prstGeom prst="rect">
            <a:avLst/>
          </a:prstGeom>
          <a:noFill/>
        </p:spPr>
        <p:txBody>
          <a:bodyPr wrap="square" lIns="0" tIns="0" rIns="0" bIns="0" rtlCol="0">
            <a:spAutoFit/>
          </a:bodyPr>
          <a:lstStyle/>
          <a:p>
            <a:r>
              <a:rPr lang="de-CH" sz="1200" spc="20" baseline="0" dirty="0"/>
              <a:t>In Zusammenarbeit mit:</a:t>
            </a:r>
          </a:p>
        </p:txBody>
      </p:sp>
      <p:sp>
        <p:nvSpPr>
          <p:cNvPr id="11" name="Inhaltsplatzhalter 4">
            <a:extLst>
              <a:ext uri="{FF2B5EF4-FFF2-40B4-BE49-F238E27FC236}">
                <a16:creationId xmlns:a16="http://schemas.microsoft.com/office/drawing/2014/main" id="{A8152BC7-B9EA-58BF-B3AC-84618DEEC7E3}"/>
              </a:ext>
            </a:extLst>
          </p:cNvPr>
          <p:cNvSpPr>
            <a:spLocks noGrp="1"/>
          </p:cNvSpPr>
          <p:nvPr>
            <p:ph sz="quarter" idx="20" hasCustomPrompt="1"/>
          </p:nvPr>
        </p:nvSpPr>
        <p:spPr>
          <a:xfrm>
            <a:off x="7559673" y="6143379"/>
            <a:ext cx="1339200" cy="464400"/>
          </a:xfrm>
        </p:spPr>
        <p:txBody>
          <a:bodyPr anchor="ctr"/>
          <a:lstStyle>
            <a:lvl1pPr algn="ctr">
              <a:defRPr sz="1200"/>
            </a:lvl1pPr>
          </a:lstStyle>
          <a:p>
            <a:pPr lvl="0"/>
            <a:r>
              <a:rPr lang="de-DE" dirty="0"/>
              <a:t>Partnerlogo hinzufügen</a:t>
            </a:r>
            <a:endParaRPr lang="de-CH" dirty="0"/>
          </a:p>
        </p:txBody>
      </p:sp>
      <p:sp>
        <p:nvSpPr>
          <p:cNvPr id="12" name="Inhaltsplatzhalter 4">
            <a:extLst>
              <a:ext uri="{FF2B5EF4-FFF2-40B4-BE49-F238E27FC236}">
                <a16:creationId xmlns:a16="http://schemas.microsoft.com/office/drawing/2014/main" id="{03814693-EF40-3865-82C0-20D86006AB40}"/>
              </a:ext>
            </a:extLst>
          </p:cNvPr>
          <p:cNvSpPr>
            <a:spLocks noGrp="1"/>
          </p:cNvSpPr>
          <p:nvPr>
            <p:ph sz="quarter" idx="21" hasCustomPrompt="1"/>
          </p:nvPr>
        </p:nvSpPr>
        <p:spPr>
          <a:xfrm>
            <a:off x="9001449" y="6143379"/>
            <a:ext cx="1339200" cy="464400"/>
          </a:xfrm>
        </p:spPr>
        <p:txBody>
          <a:bodyPr anchor="ctr"/>
          <a:lstStyle>
            <a:lvl1pPr algn="ctr">
              <a:defRPr sz="1200"/>
            </a:lvl1pPr>
          </a:lstStyle>
          <a:p>
            <a:pPr lvl="0"/>
            <a:r>
              <a:rPr lang="de-DE" dirty="0"/>
              <a:t>Partnerlogo hinzufügen</a:t>
            </a:r>
            <a:endParaRPr lang="de-CH" dirty="0"/>
          </a:p>
        </p:txBody>
      </p:sp>
      <p:sp>
        <p:nvSpPr>
          <p:cNvPr id="13" name="Inhaltsplatzhalter 4">
            <a:extLst>
              <a:ext uri="{FF2B5EF4-FFF2-40B4-BE49-F238E27FC236}">
                <a16:creationId xmlns:a16="http://schemas.microsoft.com/office/drawing/2014/main" id="{FCC7A310-1221-FF65-1223-52827507B46D}"/>
              </a:ext>
            </a:extLst>
          </p:cNvPr>
          <p:cNvSpPr>
            <a:spLocks noGrp="1"/>
          </p:cNvSpPr>
          <p:nvPr>
            <p:ph sz="quarter" idx="22" hasCustomPrompt="1"/>
          </p:nvPr>
        </p:nvSpPr>
        <p:spPr>
          <a:xfrm>
            <a:off x="10443225" y="6143379"/>
            <a:ext cx="1339200" cy="464400"/>
          </a:xfrm>
        </p:spPr>
        <p:txBody>
          <a:bodyPr anchor="ctr"/>
          <a:lstStyle>
            <a:lvl1pPr algn="ctr">
              <a:defRPr sz="1200"/>
            </a:lvl1pPr>
          </a:lstStyle>
          <a:p>
            <a:pPr lvl="0"/>
            <a:r>
              <a:rPr lang="de-DE" dirty="0"/>
              <a:t>Partnerlogo hinzufügen</a:t>
            </a:r>
            <a:endParaRPr lang="de-CH" dirty="0"/>
          </a:p>
        </p:txBody>
      </p:sp>
      <p:sp>
        <p:nvSpPr>
          <p:cNvPr id="14" name="Inhaltsplatzhalter 4">
            <a:extLst>
              <a:ext uri="{FF2B5EF4-FFF2-40B4-BE49-F238E27FC236}">
                <a16:creationId xmlns:a16="http://schemas.microsoft.com/office/drawing/2014/main" id="{0C2519C1-D8CA-3862-3DA9-FA5C2EC883E0}"/>
              </a:ext>
            </a:extLst>
          </p:cNvPr>
          <p:cNvSpPr>
            <a:spLocks noGrp="1"/>
          </p:cNvSpPr>
          <p:nvPr>
            <p:ph sz="quarter" idx="19" hasCustomPrompt="1"/>
          </p:nvPr>
        </p:nvSpPr>
        <p:spPr>
          <a:xfrm>
            <a:off x="6117897" y="6143379"/>
            <a:ext cx="1339200" cy="464400"/>
          </a:xfrm>
        </p:spPr>
        <p:txBody>
          <a:bodyPr anchor="ctr"/>
          <a:lstStyle>
            <a:lvl1pPr algn="ctr">
              <a:defRPr sz="1200"/>
            </a:lvl1pPr>
          </a:lstStyle>
          <a:p>
            <a:pPr lvl="0"/>
            <a:r>
              <a:rPr lang="de-DE" dirty="0"/>
              <a:t>Partnerlogo hinzufügen</a:t>
            </a:r>
            <a:endParaRPr lang="de-CH" dirty="0"/>
          </a:p>
        </p:txBody>
      </p:sp>
      <p:sp>
        <p:nvSpPr>
          <p:cNvPr id="5" name="Untertitel 2">
            <a:extLst>
              <a:ext uri="{FF2B5EF4-FFF2-40B4-BE49-F238E27FC236}">
                <a16:creationId xmlns:a16="http://schemas.microsoft.com/office/drawing/2014/main" id="{A663B27A-0F3C-8E1E-69D2-40F5C4995497}"/>
              </a:ext>
            </a:extLst>
          </p:cNvPr>
          <p:cNvSpPr>
            <a:spLocks noGrp="1"/>
          </p:cNvSpPr>
          <p:nvPr>
            <p:ph type="subTitle" idx="1" hasCustomPrompt="1"/>
          </p:nvPr>
        </p:nvSpPr>
        <p:spPr>
          <a:xfrm>
            <a:off x="409575" y="836712"/>
            <a:ext cx="11372850" cy="3960440"/>
          </a:xfrm>
        </p:spPr>
        <p:txBody>
          <a:bodyPr anchor="ctr"/>
          <a:lstStyle>
            <a:lvl1pPr marL="0" indent="0" algn="l">
              <a:lnSpc>
                <a:spcPct val="83000"/>
              </a:lnSpc>
              <a:spcAft>
                <a:spcPts val="1800"/>
              </a:spcAft>
              <a:buNone/>
              <a:defRPr sz="8400" b="1" spc="-180" baseline="0">
                <a:solidFill>
                  <a:schemeClr val="bg1"/>
                </a:solidFill>
              </a:defRPr>
            </a:lvl1pPr>
            <a:lvl2pPr marL="0" indent="0" algn="l">
              <a:buNone/>
              <a:defRPr sz="1200">
                <a:solidFill>
                  <a:schemeClr val="bg1"/>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CH" dirty="0"/>
              <a:t>Titel</a:t>
            </a:r>
            <a:br>
              <a:rPr lang="de-CH" dirty="0"/>
            </a:br>
            <a:r>
              <a:rPr lang="de-CH" dirty="0"/>
              <a:t>hinzufügen</a:t>
            </a:r>
          </a:p>
          <a:p>
            <a:pPr lvl="1"/>
            <a:r>
              <a:rPr lang="de-CH" sz="1200" dirty="0"/>
              <a:t>Vorname Name</a:t>
            </a:r>
            <a:endParaRPr lang="de-CH" dirty="0"/>
          </a:p>
        </p:txBody>
      </p:sp>
      <p:sp>
        <p:nvSpPr>
          <p:cNvPr id="3" name="Textplatzhalter 16">
            <a:extLst>
              <a:ext uri="{FF2B5EF4-FFF2-40B4-BE49-F238E27FC236}">
                <a16:creationId xmlns:a16="http://schemas.microsoft.com/office/drawing/2014/main" id="{9D87703C-B4F7-61CE-8BAE-378010EB7213}"/>
              </a:ext>
            </a:extLst>
          </p:cNvPr>
          <p:cNvSpPr>
            <a:spLocks noGrp="1"/>
          </p:cNvSpPr>
          <p:nvPr>
            <p:ph type="body" sz="quarter" idx="14" hasCustomPrompt="1"/>
          </p:nvPr>
        </p:nvSpPr>
        <p:spPr>
          <a:xfrm>
            <a:off x="10828425" y="4453206"/>
            <a:ext cx="954000" cy="954000"/>
          </a:xfrm>
          <a:blipFill>
            <a:blip r:embed="rId2"/>
            <a:stretch>
              <a:fillRect/>
            </a:stretch>
          </a:blipFill>
        </p:spPr>
        <p:txBody>
          <a:bodyPr/>
          <a:lstStyle>
            <a:lvl1pPr>
              <a:defRPr sz="100">
                <a:solidFill>
                  <a:schemeClr val="accent2"/>
                </a:solidFill>
              </a:defRPr>
            </a:lvl1pPr>
            <a:lvl2pPr>
              <a:defRPr sz="100"/>
            </a:lvl2pPr>
            <a:lvl3pPr>
              <a:defRPr sz="100"/>
            </a:lvl3pPr>
            <a:lvl4pPr>
              <a:defRPr sz="100"/>
            </a:lvl4pPr>
            <a:lvl5pPr>
              <a:defRPr sz="100"/>
            </a:lvl5pPr>
          </a:lstStyle>
          <a:p>
            <a:pPr lvl="0"/>
            <a:r>
              <a:rPr lang="de-DE" dirty="0"/>
              <a:t> </a:t>
            </a:r>
            <a:endParaRPr lang="de-CH" dirty="0"/>
          </a:p>
        </p:txBody>
      </p:sp>
    </p:spTree>
    <p:extLst>
      <p:ext uri="{BB962C8B-B14F-4D97-AF65-F5344CB8AC3E}">
        <p14:creationId xmlns:p14="http://schemas.microsoft.com/office/powerpoint/2010/main" val="3862158148"/>
      </p:ext>
    </p:extLst>
  </p:cSld>
  <p:clrMapOvr>
    <a:masterClrMapping/>
  </p:clrMapOvr>
  <p:extLst>
    <p:ext uri="{DCECCB84-F9BA-43D5-87BE-67443E8EF086}">
      <p15:sldGuideLst xmlns:p15="http://schemas.microsoft.com/office/powerpoint/2012/main">
        <p15:guide id="1" orient="horz" pos="3868" userDrawn="1">
          <p15:clr>
            <a:srgbClr val="A4A3A4"/>
          </p15:clr>
        </p15:guide>
        <p15:guide id="2" orient="horz" pos="4163" userDrawn="1">
          <p15:clr>
            <a:srgbClr val="A4A3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haltsverzeichni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sz="2800"/>
            </a:lvl1pPr>
          </a:lstStyle>
          <a:p>
            <a:r>
              <a:rPr lang="de-CH" dirty="0"/>
              <a:t>Titel hinzufügen</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6C7786BC-0ECC-4C2E-8F62-B22760A9C465}" type="datetime4">
              <a:rPr lang="de-CH" smtClean="0"/>
              <a:t>8. Februar 2026</a:t>
            </a:fld>
            <a:endParaRPr lang="de-CH"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de-CH" smtClean="0"/>
              <a:pPr/>
              <a:t>‹Nr.›</a:t>
            </a:fld>
            <a:endParaRPr lang="de-CH" dirty="0"/>
          </a:p>
        </p:txBody>
      </p:sp>
      <p:sp>
        <p:nvSpPr>
          <p:cNvPr id="11" name="Textplatzhalter 9">
            <a:extLst>
              <a:ext uri="{FF2B5EF4-FFF2-40B4-BE49-F238E27FC236}">
                <a16:creationId xmlns:a16="http://schemas.microsoft.com/office/drawing/2014/main" id="{FA878B97-AD65-BD0D-FF91-26D84C2AE790}"/>
              </a:ext>
            </a:extLst>
          </p:cNvPr>
          <p:cNvSpPr>
            <a:spLocks noGrp="1"/>
          </p:cNvSpPr>
          <p:nvPr>
            <p:ph type="body" sz="quarter" idx="13" hasCustomPrompt="1"/>
          </p:nvPr>
        </p:nvSpPr>
        <p:spPr>
          <a:xfrm>
            <a:off x="1371600" y="1976438"/>
            <a:ext cx="9872973" cy="3108746"/>
          </a:xfrm>
        </p:spPr>
        <p:txBody>
          <a:bodyPr numCol="2"/>
          <a:lstStyle>
            <a:lvl1pPr marL="514350" indent="-514350">
              <a:lnSpc>
                <a:spcPct val="119000"/>
              </a:lnSpc>
              <a:buAutoNum type="arabicPlain"/>
              <a:defRPr sz="2800"/>
            </a:lvl1pPr>
            <a:lvl2pPr>
              <a:defRPr sz="2800"/>
            </a:lvl2pPr>
            <a:lvl3pPr>
              <a:defRPr sz="2800"/>
            </a:lvl3pPr>
            <a:lvl4pPr>
              <a:defRPr sz="2800"/>
            </a:lvl4pPr>
            <a:lvl5pPr>
              <a:defRPr sz="2800"/>
            </a:lvl5pPr>
          </a:lstStyle>
          <a:p>
            <a:pPr lvl="0"/>
            <a:r>
              <a:rPr lang="de-DE" dirty="0"/>
              <a:t>Text</a:t>
            </a:r>
          </a:p>
        </p:txBody>
      </p:sp>
    </p:spTree>
    <p:extLst>
      <p:ext uri="{BB962C8B-B14F-4D97-AF65-F5344CB8AC3E}">
        <p14:creationId xmlns:p14="http://schemas.microsoft.com/office/powerpoint/2010/main" val="3959277866"/>
      </p:ext>
    </p:extLst>
  </p:cSld>
  <p:clrMapOvr>
    <a:masterClrMapping/>
  </p:clrMapOvr>
  <p:extLst>
    <p:ext uri="{DCECCB84-F9BA-43D5-87BE-67443E8EF086}">
      <p15:sldGuideLst xmlns:p15="http://schemas.microsoft.com/office/powerpoint/2012/main">
        <p15:guide id="1" pos="864" userDrawn="1">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Zwischentitel Schwarz">
    <p:bg>
      <p:bgPr>
        <a:solidFill>
          <a:schemeClr val="tx1"/>
        </a:solidFill>
        <a:effectLst/>
      </p:bgPr>
    </p:bg>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DCA52041-14A4-02CD-2627-AE45648D957F}"/>
              </a:ext>
            </a:extLst>
          </p:cNvPr>
          <p:cNvSpPr>
            <a:spLocks noGrp="1"/>
          </p:cNvSpPr>
          <p:nvPr>
            <p:ph type="dt" sz="half" idx="10"/>
          </p:nvPr>
        </p:nvSpPr>
        <p:spPr/>
        <p:txBody>
          <a:bodyPr/>
          <a:lstStyle>
            <a:lvl1pPr>
              <a:defRPr>
                <a:solidFill>
                  <a:schemeClr val="bg1"/>
                </a:solidFill>
              </a:defRPr>
            </a:lvl1pPr>
          </a:lstStyle>
          <a:p>
            <a:fld id="{CF233C1E-CB14-47BD-8F5B-D37FE435FA8B}" type="datetime4">
              <a:rPr lang="de-CH" smtClean="0"/>
              <a:t>8. Februar 2026</a:t>
            </a:fld>
            <a:endParaRPr lang="de-CH" dirty="0"/>
          </a:p>
        </p:txBody>
      </p:sp>
      <p:sp>
        <p:nvSpPr>
          <p:cNvPr id="3" name="Fußzeilenplatzhalter 2">
            <a:extLst>
              <a:ext uri="{FF2B5EF4-FFF2-40B4-BE49-F238E27FC236}">
                <a16:creationId xmlns:a16="http://schemas.microsoft.com/office/drawing/2014/main" id="{C136D8F0-8617-17B6-BA68-728A2AFFDFD6}"/>
              </a:ext>
            </a:extLst>
          </p:cNvPr>
          <p:cNvSpPr>
            <a:spLocks noGrp="1"/>
          </p:cNvSpPr>
          <p:nvPr>
            <p:ph type="ftr" sz="quarter" idx="11"/>
          </p:nvPr>
        </p:nvSpPr>
        <p:spPr/>
        <p:txBody>
          <a:bodyPr/>
          <a:lstStyle>
            <a:lvl1pPr>
              <a:defRPr>
                <a:solidFill>
                  <a:schemeClr val="bg1"/>
                </a:solidFill>
              </a:defRPr>
            </a:lvl1p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5" name="Foliennummernplatzhalter 4">
            <a:extLst>
              <a:ext uri="{FF2B5EF4-FFF2-40B4-BE49-F238E27FC236}">
                <a16:creationId xmlns:a16="http://schemas.microsoft.com/office/drawing/2014/main" id="{FB9AB41C-675F-B07F-815D-748B5494CA6E}"/>
              </a:ext>
            </a:extLst>
          </p:cNvPr>
          <p:cNvSpPr>
            <a:spLocks noGrp="1"/>
          </p:cNvSpPr>
          <p:nvPr>
            <p:ph type="sldNum" sz="quarter" idx="12"/>
          </p:nvPr>
        </p:nvSpPr>
        <p:spPr/>
        <p:txBody>
          <a:bodyPr/>
          <a:lstStyle>
            <a:lvl1pPr>
              <a:defRPr>
                <a:solidFill>
                  <a:schemeClr val="bg1"/>
                </a:solidFill>
              </a:defRPr>
            </a:lvl1pPr>
          </a:lstStyle>
          <a:p>
            <a:fld id="{442AD375-037F-43D0-B059-5172DA06796A}" type="slidenum">
              <a:rPr lang="de-CH" smtClean="0"/>
              <a:pPr/>
              <a:t>‹Nr.›</a:t>
            </a:fld>
            <a:endParaRPr lang="de-CH" dirty="0"/>
          </a:p>
        </p:txBody>
      </p:sp>
      <p:sp>
        <p:nvSpPr>
          <p:cNvPr id="4" name="Untertitel 2">
            <a:extLst>
              <a:ext uri="{FF2B5EF4-FFF2-40B4-BE49-F238E27FC236}">
                <a16:creationId xmlns:a16="http://schemas.microsoft.com/office/drawing/2014/main" id="{DC0D5335-01F3-9ADE-D4B9-547C071C60F0}"/>
              </a:ext>
            </a:extLst>
          </p:cNvPr>
          <p:cNvSpPr>
            <a:spLocks noGrp="1"/>
          </p:cNvSpPr>
          <p:nvPr>
            <p:ph type="subTitle" idx="1" hasCustomPrompt="1"/>
          </p:nvPr>
        </p:nvSpPr>
        <p:spPr>
          <a:xfrm>
            <a:off x="409575" y="371476"/>
            <a:ext cx="11372850" cy="5651288"/>
          </a:xfrm>
        </p:spPr>
        <p:txBody>
          <a:bodyPr anchor="ctr"/>
          <a:lstStyle>
            <a:lvl1pPr marL="0" indent="0" algn="l">
              <a:lnSpc>
                <a:spcPct val="83000"/>
              </a:lnSpc>
              <a:spcAft>
                <a:spcPts val="1800"/>
              </a:spcAft>
              <a:buNone/>
              <a:defRPr sz="8400" b="1" spc="-180" baseline="0">
                <a:solidFill>
                  <a:schemeClr val="bg1"/>
                </a:solidFill>
              </a:defRPr>
            </a:lvl1pPr>
            <a:lvl2pPr marL="0" indent="0" algn="l">
              <a:buNone/>
              <a:defRPr sz="1200">
                <a:solidFill>
                  <a:schemeClr val="bg1"/>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CH" dirty="0"/>
              <a:t>Titel</a:t>
            </a:r>
            <a:br>
              <a:rPr lang="de-CH" dirty="0"/>
            </a:br>
            <a:r>
              <a:rPr lang="de-CH" dirty="0"/>
              <a:t>hinzufügen</a:t>
            </a:r>
          </a:p>
        </p:txBody>
      </p:sp>
    </p:spTree>
    <p:extLst>
      <p:ext uri="{BB962C8B-B14F-4D97-AF65-F5344CB8AC3E}">
        <p14:creationId xmlns:p14="http://schemas.microsoft.com/office/powerpoint/2010/main" val="12574509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Zwischentitel Grau">
    <p:bg>
      <p:bgPr>
        <a:solidFill>
          <a:schemeClr val="accent6"/>
        </a:solidFill>
        <a:effectLst/>
      </p:bgPr>
    </p:bg>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DCA52041-14A4-02CD-2627-AE45648D957F}"/>
              </a:ext>
            </a:extLst>
          </p:cNvPr>
          <p:cNvSpPr>
            <a:spLocks noGrp="1"/>
          </p:cNvSpPr>
          <p:nvPr>
            <p:ph type="dt" sz="half" idx="10"/>
          </p:nvPr>
        </p:nvSpPr>
        <p:spPr/>
        <p:txBody>
          <a:bodyPr/>
          <a:lstStyle>
            <a:lvl1pPr>
              <a:defRPr>
                <a:solidFill>
                  <a:schemeClr val="tx1"/>
                </a:solidFill>
              </a:defRPr>
            </a:lvl1pPr>
          </a:lstStyle>
          <a:p>
            <a:fld id="{4F55A209-BDB7-40F7-889C-08B65676C160}" type="datetime4">
              <a:rPr lang="de-CH" smtClean="0"/>
              <a:t>8. Februar 2026</a:t>
            </a:fld>
            <a:endParaRPr lang="de-CH" dirty="0"/>
          </a:p>
        </p:txBody>
      </p:sp>
      <p:sp>
        <p:nvSpPr>
          <p:cNvPr id="3" name="Fußzeilenplatzhalter 2">
            <a:extLst>
              <a:ext uri="{FF2B5EF4-FFF2-40B4-BE49-F238E27FC236}">
                <a16:creationId xmlns:a16="http://schemas.microsoft.com/office/drawing/2014/main" id="{C136D8F0-8617-17B6-BA68-728A2AFFDFD6}"/>
              </a:ext>
            </a:extLst>
          </p:cNvPr>
          <p:cNvSpPr>
            <a:spLocks noGrp="1"/>
          </p:cNvSpPr>
          <p:nvPr>
            <p:ph type="ftr" sz="quarter" idx="11"/>
          </p:nvPr>
        </p:nvSpPr>
        <p:spPr/>
        <p:txBody>
          <a:bodyPr/>
          <a:lstStyle>
            <a:lvl1pPr>
              <a:defRPr>
                <a:solidFill>
                  <a:schemeClr val="tx1"/>
                </a:solidFill>
              </a:defRPr>
            </a:lvl1p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5" name="Foliennummernplatzhalter 4">
            <a:extLst>
              <a:ext uri="{FF2B5EF4-FFF2-40B4-BE49-F238E27FC236}">
                <a16:creationId xmlns:a16="http://schemas.microsoft.com/office/drawing/2014/main" id="{FB9AB41C-675F-B07F-815D-748B5494CA6E}"/>
              </a:ext>
            </a:extLst>
          </p:cNvPr>
          <p:cNvSpPr>
            <a:spLocks noGrp="1"/>
          </p:cNvSpPr>
          <p:nvPr>
            <p:ph type="sldNum" sz="quarter" idx="12"/>
          </p:nvPr>
        </p:nvSpPr>
        <p:spPr/>
        <p:txBody>
          <a:bodyPr/>
          <a:lstStyle>
            <a:lvl1pPr>
              <a:defRPr>
                <a:solidFill>
                  <a:schemeClr val="tx1"/>
                </a:solidFill>
              </a:defRPr>
            </a:lvl1pPr>
          </a:lstStyle>
          <a:p>
            <a:fld id="{442AD375-037F-43D0-B059-5172DA06796A}" type="slidenum">
              <a:rPr lang="de-CH" smtClean="0"/>
              <a:pPr/>
              <a:t>‹Nr.›</a:t>
            </a:fld>
            <a:endParaRPr lang="de-CH" dirty="0"/>
          </a:p>
        </p:txBody>
      </p:sp>
      <p:sp>
        <p:nvSpPr>
          <p:cNvPr id="6" name="Untertitel 2">
            <a:extLst>
              <a:ext uri="{FF2B5EF4-FFF2-40B4-BE49-F238E27FC236}">
                <a16:creationId xmlns:a16="http://schemas.microsoft.com/office/drawing/2014/main" id="{DABC2BFF-ADA0-4897-BF2A-FD2952108486}"/>
              </a:ext>
            </a:extLst>
          </p:cNvPr>
          <p:cNvSpPr>
            <a:spLocks noGrp="1"/>
          </p:cNvSpPr>
          <p:nvPr>
            <p:ph type="subTitle" idx="1" hasCustomPrompt="1"/>
          </p:nvPr>
        </p:nvSpPr>
        <p:spPr>
          <a:xfrm>
            <a:off x="409575" y="371476"/>
            <a:ext cx="11372850" cy="5651288"/>
          </a:xfrm>
        </p:spPr>
        <p:txBody>
          <a:bodyPr anchor="ctr"/>
          <a:lstStyle>
            <a:lvl1pPr marL="0" indent="0" algn="l">
              <a:lnSpc>
                <a:spcPct val="83000"/>
              </a:lnSpc>
              <a:spcAft>
                <a:spcPts val="1800"/>
              </a:spcAft>
              <a:buNone/>
              <a:defRPr sz="8400" b="1" spc="-180" baseline="0">
                <a:solidFill>
                  <a:schemeClr val="tx1"/>
                </a:solidFill>
              </a:defRPr>
            </a:lvl1pPr>
            <a:lvl2pPr marL="0" indent="0" algn="l">
              <a:buNone/>
              <a:defRPr sz="1200">
                <a:solidFill>
                  <a:schemeClr val="tx1"/>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CH" dirty="0"/>
              <a:t>Titel</a:t>
            </a:r>
            <a:br>
              <a:rPr lang="de-CH" dirty="0"/>
            </a:br>
            <a:r>
              <a:rPr lang="de-CH" dirty="0"/>
              <a:t>hinzufügen</a:t>
            </a:r>
          </a:p>
        </p:txBody>
      </p:sp>
    </p:spTree>
    <p:extLst>
      <p:ext uri="{BB962C8B-B14F-4D97-AF65-F5344CB8AC3E}">
        <p14:creationId xmlns:p14="http://schemas.microsoft.com/office/powerpoint/2010/main" val="1435797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Zwischentitel Gelb">
    <p:bg>
      <p:bgPr>
        <a:solidFill>
          <a:schemeClr val="accent2"/>
        </a:solidFill>
        <a:effectLst/>
      </p:bgPr>
    </p:bg>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DCA52041-14A4-02CD-2627-AE45648D957F}"/>
              </a:ext>
            </a:extLst>
          </p:cNvPr>
          <p:cNvSpPr>
            <a:spLocks noGrp="1"/>
          </p:cNvSpPr>
          <p:nvPr>
            <p:ph type="dt" sz="half" idx="10"/>
          </p:nvPr>
        </p:nvSpPr>
        <p:spPr/>
        <p:txBody>
          <a:bodyPr/>
          <a:lstStyle>
            <a:lvl1pPr>
              <a:defRPr>
                <a:solidFill>
                  <a:schemeClr val="tx1"/>
                </a:solidFill>
              </a:defRPr>
            </a:lvl1pPr>
          </a:lstStyle>
          <a:p>
            <a:fld id="{D1FE9D62-5716-4A83-8D2A-0657436723E7}" type="datetime4">
              <a:rPr lang="de-CH" smtClean="0"/>
              <a:t>8. Februar 2026</a:t>
            </a:fld>
            <a:endParaRPr lang="de-CH" dirty="0"/>
          </a:p>
        </p:txBody>
      </p:sp>
      <p:sp>
        <p:nvSpPr>
          <p:cNvPr id="3" name="Fußzeilenplatzhalter 2">
            <a:extLst>
              <a:ext uri="{FF2B5EF4-FFF2-40B4-BE49-F238E27FC236}">
                <a16:creationId xmlns:a16="http://schemas.microsoft.com/office/drawing/2014/main" id="{C136D8F0-8617-17B6-BA68-728A2AFFDFD6}"/>
              </a:ext>
            </a:extLst>
          </p:cNvPr>
          <p:cNvSpPr>
            <a:spLocks noGrp="1"/>
          </p:cNvSpPr>
          <p:nvPr>
            <p:ph type="ftr" sz="quarter" idx="11"/>
          </p:nvPr>
        </p:nvSpPr>
        <p:spPr/>
        <p:txBody>
          <a:bodyPr/>
          <a:lstStyle>
            <a:lvl1pPr>
              <a:defRPr>
                <a:solidFill>
                  <a:schemeClr val="tx1"/>
                </a:solidFill>
              </a:defRPr>
            </a:lvl1p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5" name="Foliennummernplatzhalter 4">
            <a:extLst>
              <a:ext uri="{FF2B5EF4-FFF2-40B4-BE49-F238E27FC236}">
                <a16:creationId xmlns:a16="http://schemas.microsoft.com/office/drawing/2014/main" id="{FB9AB41C-675F-B07F-815D-748B5494CA6E}"/>
              </a:ext>
            </a:extLst>
          </p:cNvPr>
          <p:cNvSpPr>
            <a:spLocks noGrp="1"/>
          </p:cNvSpPr>
          <p:nvPr>
            <p:ph type="sldNum" sz="quarter" idx="12"/>
          </p:nvPr>
        </p:nvSpPr>
        <p:spPr/>
        <p:txBody>
          <a:bodyPr/>
          <a:lstStyle>
            <a:lvl1pPr>
              <a:defRPr>
                <a:solidFill>
                  <a:schemeClr val="tx1"/>
                </a:solidFill>
              </a:defRPr>
            </a:lvl1pPr>
          </a:lstStyle>
          <a:p>
            <a:fld id="{442AD375-037F-43D0-B059-5172DA06796A}" type="slidenum">
              <a:rPr lang="de-CH" smtClean="0"/>
              <a:pPr/>
              <a:t>‹Nr.›</a:t>
            </a:fld>
            <a:endParaRPr lang="de-CH" dirty="0"/>
          </a:p>
        </p:txBody>
      </p:sp>
      <p:sp>
        <p:nvSpPr>
          <p:cNvPr id="4" name="Untertitel 2">
            <a:extLst>
              <a:ext uri="{FF2B5EF4-FFF2-40B4-BE49-F238E27FC236}">
                <a16:creationId xmlns:a16="http://schemas.microsoft.com/office/drawing/2014/main" id="{7F3C4A92-E0B8-A868-EDBC-2F56ABA8B6A7}"/>
              </a:ext>
            </a:extLst>
          </p:cNvPr>
          <p:cNvSpPr>
            <a:spLocks noGrp="1"/>
          </p:cNvSpPr>
          <p:nvPr>
            <p:ph type="subTitle" idx="1" hasCustomPrompt="1"/>
          </p:nvPr>
        </p:nvSpPr>
        <p:spPr>
          <a:xfrm>
            <a:off x="409575" y="371476"/>
            <a:ext cx="11372850" cy="5651288"/>
          </a:xfrm>
        </p:spPr>
        <p:txBody>
          <a:bodyPr anchor="ctr"/>
          <a:lstStyle>
            <a:lvl1pPr marL="0" indent="0" algn="l">
              <a:lnSpc>
                <a:spcPct val="83000"/>
              </a:lnSpc>
              <a:spcAft>
                <a:spcPts val="1800"/>
              </a:spcAft>
              <a:buNone/>
              <a:defRPr sz="8400" b="1" spc="-180" baseline="0">
                <a:solidFill>
                  <a:schemeClr val="tx1"/>
                </a:solidFill>
              </a:defRPr>
            </a:lvl1pPr>
            <a:lvl2pPr marL="0" indent="0" algn="l">
              <a:buNone/>
              <a:defRPr sz="1200">
                <a:solidFill>
                  <a:schemeClr val="tx1"/>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CH" dirty="0"/>
              <a:t>Titel</a:t>
            </a:r>
            <a:br>
              <a:rPr lang="de-CH" dirty="0"/>
            </a:br>
            <a:r>
              <a:rPr lang="de-CH" dirty="0"/>
              <a:t>hinzufügen</a:t>
            </a:r>
          </a:p>
        </p:txBody>
      </p:sp>
    </p:spTree>
    <p:extLst>
      <p:ext uri="{BB962C8B-B14F-4D97-AF65-F5344CB8AC3E}">
        <p14:creationId xmlns:p14="http://schemas.microsoft.com/office/powerpoint/2010/main" val="2532337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Zwischentitel Bild">
    <p:spTree>
      <p:nvGrpSpPr>
        <p:cNvPr id="1" name=""/>
        <p:cNvGrpSpPr/>
        <p:nvPr/>
      </p:nvGrpSpPr>
      <p:grpSpPr>
        <a:xfrm>
          <a:off x="0" y="0"/>
          <a:ext cx="0" cy="0"/>
          <a:chOff x="0" y="0"/>
          <a:chExt cx="0" cy="0"/>
        </a:xfrm>
      </p:grpSpPr>
      <p:sp>
        <p:nvSpPr>
          <p:cNvPr id="4" name="Bildplatzhalter 4">
            <a:extLst>
              <a:ext uri="{FF2B5EF4-FFF2-40B4-BE49-F238E27FC236}">
                <a16:creationId xmlns:a16="http://schemas.microsoft.com/office/drawing/2014/main" id="{16C9BEAD-A010-C540-A216-91486EBC22E8}"/>
              </a:ext>
            </a:extLst>
          </p:cNvPr>
          <p:cNvSpPr>
            <a:spLocks noGrp="1"/>
          </p:cNvSpPr>
          <p:nvPr>
            <p:ph type="pic" sz="quarter" idx="13" hasCustomPrompt="1"/>
          </p:nvPr>
        </p:nvSpPr>
        <p:spPr>
          <a:xfrm>
            <a:off x="0" y="0"/>
            <a:ext cx="12192000" cy="6858000"/>
          </a:xfrm>
          <a:pattFill prst="lgCheck">
            <a:fgClr>
              <a:schemeClr val="bg1">
                <a:lumMod val="85000"/>
              </a:schemeClr>
            </a:fgClr>
            <a:bgClr>
              <a:schemeClr val="bg1"/>
            </a:bgClr>
          </a:pattFill>
        </p:spPr>
        <p:txBody>
          <a:bodyPr tIns="540000" anchor="t" anchorCtr="0"/>
          <a:lstStyle>
            <a:lvl1pPr algn="ctr">
              <a:defRPr sz="1200"/>
            </a:lvl1pPr>
          </a:lstStyle>
          <a:p>
            <a:r>
              <a:rPr lang="de-DE" dirty="0"/>
              <a:t>Bild durch «Drag &amp; Drop» in den Bildplatzhalter ziehen oder Platzhalter markieren, Bild durch CTRL-V einfügen und in den Hintergrund stellen</a:t>
            </a:r>
            <a:endParaRPr lang="de-CH" dirty="0"/>
          </a:p>
        </p:txBody>
      </p:sp>
      <p:sp>
        <p:nvSpPr>
          <p:cNvPr id="2" name="Datumsplatzhalter 1">
            <a:extLst>
              <a:ext uri="{FF2B5EF4-FFF2-40B4-BE49-F238E27FC236}">
                <a16:creationId xmlns:a16="http://schemas.microsoft.com/office/drawing/2014/main" id="{DCA52041-14A4-02CD-2627-AE45648D957F}"/>
              </a:ext>
            </a:extLst>
          </p:cNvPr>
          <p:cNvSpPr>
            <a:spLocks noGrp="1"/>
          </p:cNvSpPr>
          <p:nvPr>
            <p:ph type="dt" sz="half" idx="10"/>
          </p:nvPr>
        </p:nvSpPr>
        <p:spPr/>
        <p:txBody>
          <a:bodyPr/>
          <a:lstStyle>
            <a:lvl1pPr>
              <a:defRPr>
                <a:solidFill>
                  <a:schemeClr val="tx1"/>
                </a:solidFill>
              </a:defRPr>
            </a:lvl1pPr>
          </a:lstStyle>
          <a:p>
            <a:fld id="{B48470FF-1392-4455-A003-0A538C6AD33D}" type="datetime4">
              <a:rPr lang="de-CH" smtClean="0"/>
              <a:t>8. Februar 2026</a:t>
            </a:fld>
            <a:endParaRPr lang="de-CH" dirty="0"/>
          </a:p>
        </p:txBody>
      </p:sp>
      <p:sp>
        <p:nvSpPr>
          <p:cNvPr id="3" name="Fußzeilenplatzhalter 2">
            <a:extLst>
              <a:ext uri="{FF2B5EF4-FFF2-40B4-BE49-F238E27FC236}">
                <a16:creationId xmlns:a16="http://schemas.microsoft.com/office/drawing/2014/main" id="{C136D8F0-8617-17B6-BA68-728A2AFFDFD6}"/>
              </a:ext>
            </a:extLst>
          </p:cNvPr>
          <p:cNvSpPr>
            <a:spLocks noGrp="1"/>
          </p:cNvSpPr>
          <p:nvPr>
            <p:ph type="ftr" sz="quarter" idx="11"/>
          </p:nvPr>
        </p:nvSpPr>
        <p:spPr/>
        <p:txBody>
          <a:bodyPr/>
          <a:lstStyle>
            <a:lvl1pPr>
              <a:defRPr>
                <a:solidFill>
                  <a:schemeClr val="tx1"/>
                </a:solidFill>
              </a:defRPr>
            </a:lvl1p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5" name="Foliennummernplatzhalter 4">
            <a:extLst>
              <a:ext uri="{FF2B5EF4-FFF2-40B4-BE49-F238E27FC236}">
                <a16:creationId xmlns:a16="http://schemas.microsoft.com/office/drawing/2014/main" id="{FB9AB41C-675F-B07F-815D-748B5494CA6E}"/>
              </a:ext>
            </a:extLst>
          </p:cNvPr>
          <p:cNvSpPr>
            <a:spLocks noGrp="1"/>
          </p:cNvSpPr>
          <p:nvPr>
            <p:ph type="sldNum" sz="quarter" idx="12"/>
          </p:nvPr>
        </p:nvSpPr>
        <p:spPr/>
        <p:txBody>
          <a:bodyPr/>
          <a:lstStyle>
            <a:lvl1pPr>
              <a:defRPr>
                <a:solidFill>
                  <a:schemeClr val="tx1"/>
                </a:solidFill>
              </a:defRPr>
            </a:lvl1pPr>
          </a:lstStyle>
          <a:p>
            <a:fld id="{442AD375-037F-43D0-B059-5172DA06796A}" type="slidenum">
              <a:rPr lang="de-CH" smtClean="0"/>
              <a:pPr/>
              <a:t>‹Nr.›</a:t>
            </a:fld>
            <a:endParaRPr lang="de-CH" dirty="0"/>
          </a:p>
        </p:txBody>
      </p:sp>
      <p:sp>
        <p:nvSpPr>
          <p:cNvPr id="6" name="Untertitel 2">
            <a:extLst>
              <a:ext uri="{FF2B5EF4-FFF2-40B4-BE49-F238E27FC236}">
                <a16:creationId xmlns:a16="http://schemas.microsoft.com/office/drawing/2014/main" id="{3970A862-7B90-8C92-36BA-F4EC46EA9208}"/>
              </a:ext>
            </a:extLst>
          </p:cNvPr>
          <p:cNvSpPr>
            <a:spLocks noGrp="1"/>
          </p:cNvSpPr>
          <p:nvPr>
            <p:ph type="subTitle" idx="1" hasCustomPrompt="1"/>
          </p:nvPr>
        </p:nvSpPr>
        <p:spPr>
          <a:xfrm>
            <a:off x="409575" y="371476"/>
            <a:ext cx="11372850" cy="5651288"/>
          </a:xfrm>
        </p:spPr>
        <p:txBody>
          <a:bodyPr anchor="ctr"/>
          <a:lstStyle>
            <a:lvl1pPr marL="0" indent="0" algn="l">
              <a:lnSpc>
                <a:spcPct val="83000"/>
              </a:lnSpc>
              <a:spcAft>
                <a:spcPts val="1800"/>
              </a:spcAft>
              <a:buNone/>
              <a:defRPr sz="8400" b="1" spc="-180" baseline="0">
                <a:solidFill>
                  <a:schemeClr val="tx1"/>
                </a:solidFill>
              </a:defRPr>
            </a:lvl1pPr>
            <a:lvl2pPr marL="0" indent="0" algn="l">
              <a:buNone/>
              <a:defRPr sz="1200">
                <a:solidFill>
                  <a:schemeClr val="tx1"/>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CH" dirty="0"/>
              <a:t>Titel</a:t>
            </a:r>
            <a:br>
              <a:rPr lang="de-CH" dirty="0"/>
            </a:br>
            <a:r>
              <a:rPr lang="de-CH" dirty="0"/>
              <a:t>hinzufügen</a:t>
            </a:r>
          </a:p>
        </p:txBody>
      </p:sp>
    </p:spTree>
    <p:extLst>
      <p:ext uri="{BB962C8B-B14F-4D97-AF65-F5344CB8AC3E}">
        <p14:creationId xmlns:p14="http://schemas.microsoft.com/office/powerpoint/2010/main" val="3359312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CH" dirty="0"/>
              <a:t>Titel hinzufügen</a:t>
            </a:r>
          </a:p>
        </p:txBody>
      </p:sp>
      <p:sp>
        <p:nvSpPr>
          <p:cNvPr id="3" name="Inhaltsplatzhalter 2"/>
          <p:cNvSpPr>
            <a:spLocks noGrp="1"/>
          </p:cNvSpPr>
          <p:nvPr>
            <p:ph idx="1" hasCustomPrompt="1"/>
          </p:nvPr>
        </p:nvSpPr>
        <p:spPr/>
        <p:txBody>
          <a:bodyPr/>
          <a:lstStyle>
            <a:lvl1pPr>
              <a:defRPr/>
            </a:lvl1pPr>
          </a:lstStyle>
          <a:p>
            <a:pPr lvl="0"/>
            <a:r>
              <a:rPr lang="de-DE" dirty="0"/>
              <a:t>Inhalt hinzufügen</a:t>
            </a:r>
          </a:p>
          <a:p>
            <a:pPr lvl="1"/>
            <a:r>
              <a:rPr lang="de-DE" dirty="0"/>
              <a:t>Zweite </a:t>
            </a:r>
            <a:r>
              <a:rPr lang="de-CH" noProof="0" dirty="0"/>
              <a:t>Ebene</a:t>
            </a:r>
          </a:p>
          <a:p>
            <a:pPr lvl="2"/>
            <a:r>
              <a:rPr lang="de-DE" dirty="0"/>
              <a:t>Dritte Ebene</a:t>
            </a:r>
          </a:p>
          <a:p>
            <a:pPr lvl="3"/>
            <a:r>
              <a:rPr lang="de-DE" dirty="0"/>
              <a:t>Vierte Ebene</a:t>
            </a:r>
          </a:p>
          <a:p>
            <a:pPr lvl="4"/>
            <a:r>
              <a:rPr lang="de-DE" dirty="0"/>
              <a:t>Fünfte Ebene</a:t>
            </a:r>
            <a:endParaRPr lang="de-CH" dirty="0"/>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B1EE5A7E-B418-4DAB-AC80-11DD68467332}" type="datetime4">
              <a:rPr lang="de-CH" smtClean="0"/>
              <a:t>8. Februar 2026</a:t>
            </a:fld>
            <a:endParaRPr lang="de-CH"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de-CH" smtClean="0"/>
              <a:pPr/>
              <a:t>‹Nr.›</a:t>
            </a:fld>
            <a:endParaRPr lang="de-CH" dirty="0"/>
          </a:p>
        </p:txBody>
      </p:sp>
    </p:spTree>
    <p:extLst>
      <p:ext uri="{BB962C8B-B14F-4D97-AF65-F5344CB8AC3E}">
        <p14:creationId xmlns:p14="http://schemas.microsoft.com/office/powerpoint/2010/main" val="479570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Inhalt gro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sz="5600"/>
            </a:lvl1pPr>
          </a:lstStyle>
          <a:p>
            <a:r>
              <a:rPr lang="de-CH" dirty="0"/>
              <a:t>Titel hinzufügen</a:t>
            </a:r>
          </a:p>
        </p:txBody>
      </p:sp>
      <p:sp>
        <p:nvSpPr>
          <p:cNvPr id="3" name="Inhaltsplatzhalter 2"/>
          <p:cNvSpPr>
            <a:spLocks noGrp="1"/>
          </p:cNvSpPr>
          <p:nvPr>
            <p:ph idx="1" hasCustomPrompt="1"/>
          </p:nvPr>
        </p:nvSpPr>
        <p:spPr>
          <a:xfrm>
            <a:off x="1371600" y="1976437"/>
            <a:ext cx="10408380" cy="4430783"/>
          </a:xfrm>
        </p:spPr>
        <p:txBody>
          <a:bodyPr/>
          <a:lstStyle>
            <a:lvl1pPr>
              <a:lnSpc>
                <a:spcPct val="101000"/>
              </a:lnSpc>
              <a:defRPr sz="2800"/>
            </a:lvl1pPr>
            <a:lvl2pPr marL="288000" indent="-288000">
              <a:lnSpc>
                <a:spcPct val="101000"/>
              </a:lnSpc>
              <a:defRPr sz="2800"/>
            </a:lvl2pPr>
            <a:lvl3pPr marL="576000" indent="-288000">
              <a:lnSpc>
                <a:spcPct val="101000"/>
              </a:lnSpc>
              <a:defRPr sz="2800"/>
            </a:lvl3pPr>
            <a:lvl4pPr marL="864000" indent="-288000">
              <a:lnSpc>
                <a:spcPct val="101000"/>
              </a:lnSpc>
              <a:defRPr sz="2800"/>
            </a:lvl4pPr>
            <a:lvl5pPr marL="1152000" indent="-288000">
              <a:lnSpc>
                <a:spcPct val="101000"/>
              </a:lnSpc>
              <a:defRPr sz="2800"/>
            </a:lvl5pPr>
          </a:lstStyle>
          <a:p>
            <a:pPr lvl="0"/>
            <a:r>
              <a:rPr lang="de-DE" dirty="0"/>
              <a:t>Inhalt hinzufügen</a:t>
            </a:r>
          </a:p>
          <a:p>
            <a:pPr lvl="1"/>
            <a:r>
              <a:rPr lang="de-DE" dirty="0"/>
              <a:t>Zweite </a:t>
            </a:r>
            <a:r>
              <a:rPr lang="de-CH" noProof="0" dirty="0"/>
              <a:t>Ebene</a:t>
            </a:r>
          </a:p>
          <a:p>
            <a:pPr lvl="2"/>
            <a:r>
              <a:rPr lang="de-DE" dirty="0"/>
              <a:t>Dritte Ebene</a:t>
            </a:r>
          </a:p>
          <a:p>
            <a:pPr lvl="3"/>
            <a:r>
              <a:rPr lang="de-DE" dirty="0"/>
              <a:t>Vierte Ebene</a:t>
            </a:r>
          </a:p>
          <a:p>
            <a:pPr lvl="4"/>
            <a:r>
              <a:rPr lang="de-DE" dirty="0"/>
              <a:t>Fünfte Ebene</a:t>
            </a:r>
            <a:endParaRPr lang="de-CH" dirty="0"/>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1C772F51-87E7-48BC-8237-85D6328BDF9B}" type="datetime4">
              <a:rPr lang="de-CH" smtClean="0"/>
              <a:t>8. Februar 2026</a:t>
            </a:fld>
            <a:endParaRPr lang="de-CH"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de-CH" smtClean="0"/>
              <a:pPr/>
              <a:t>‹Nr.›</a:t>
            </a:fld>
            <a:endParaRPr lang="de-CH" dirty="0"/>
          </a:p>
        </p:txBody>
      </p:sp>
    </p:spTree>
    <p:extLst>
      <p:ext uri="{BB962C8B-B14F-4D97-AF65-F5344CB8AC3E}">
        <p14:creationId xmlns:p14="http://schemas.microsoft.com/office/powerpoint/2010/main" val="3291064605"/>
      </p:ext>
    </p:extLst>
  </p:cSld>
  <p:clrMapOvr>
    <a:masterClrMapping/>
  </p:clrMapOvr>
  <p:extLst>
    <p:ext uri="{DCECCB84-F9BA-43D5-87BE-67443E8EF086}">
      <p15:sldGuideLst xmlns:p15="http://schemas.microsoft.com/office/powerpoint/2012/main">
        <p15:guide id="1" pos="864" userDrawn="1">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CH" dirty="0"/>
              <a:t>Titel hinzufügen</a:t>
            </a:r>
          </a:p>
        </p:txBody>
      </p:sp>
      <p:sp>
        <p:nvSpPr>
          <p:cNvPr id="3" name="Inhaltsplatzhalter 2"/>
          <p:cNvSpPr>
            <a:spLocks noGrp="1"/>
          </p:cNvSpPr>
          <p:nvPr>
            <p:ph sz="half" idx="1" hasCustomPrompt="1"/>
          </p:nvPr>
        </p:nvSpPr>
        <p:spPr>
          <a:xfrm>
            <a:off x="412019" y="1976437"/>
            <a:ext cx="5472000" cy="4430782"/>
          </a:xfrm>
        </p:spPr>
        <p:txBody>
          <a:bodyPr/>
          <a:lstStyle>
            <a:lvl1pPr>
              <a:defRPr/>
            </a:lvl1pPr>
          </a:lstStyle>
          <a:p>
            <a:pPr lvl="0"/>
            <a:r>
              <a:rPr lang="de-CH" noProof="0" dirty="0"/>
              <a:t>Inhalt hinzufügen</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4" name="Inhaltsplatzhalter 3"/>
          <p:cNvSpPr>
            <a:spLocks noGrp="1"/>
          </p:cNvSpPr>
          <p:nvPr>
            <p:ph sz="half" idx="2" hasCustomPrompt="1"/>
          </p:nvPr>
        </p:nvSpPr>
        <p:spPr>
          <a:xfrm>
            <a:off x="6300001" y="1976437"/>
            <a:ext cx="5472000" cy="4430782"/>
          </a:xfrm>
        </p:spPr>
        <p:txBody>
          <a:bodyPr/>
          <a:lstStyle>
            <a:lvl1pPr>
              <a:defRPr b="0"/>
            </a:lvl1pPr>
          </a:lstStyle>
          <a:p>
            <a:pPr lvl="0"/>
            <a:r>
              <a:rPr lang="de-CH" noProof="0" dirty="0"/>
              <a:t>Inhalt hinzufügen</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5" name="Datumsplatzhalter 4">
            <a:extLst>
              <a:ext uri="{FF2B5EF4-FFF2-40B4-BE49-F238E27FC236}">
                <a16:creationId xmlns:a16="http://schemas.microsoft.com/office/drawing/2014/main" id="{0CBC3AC7-219E-4C67-AEDA-C67A12A69C38}"/>
              </a:ext>
            </a:extLst>
          </p:cNvPr>
          <p:cNvSpPr>
            <a:spLocks noGrp="1"/>
          </p:cNvSpPr>
          <p:nvPr>
            <p:ph type="dt" sz="half" idx="10"/>
          </p:nvPr>
        </p:nvSpPr>
        <p:spPr/>
        <p:txBody>
          <a:bodyPr/>
          <a:lstStyle/>
          <a:p>
            <a:fld id="{E9D5B8E3-2F16-4E43-B0FB-5F0C00D525E0}" type="datetime4">
              <a:rPr lang="de-CH" smtClean="0"/>
              <a:t>8. Februar 2026</a:t>
            </a:fld>
            <a:endParaRPr lang="de-CH" dirty="0"/>
          </a:p>
        </p:txBody>
      </p:sp>
      <p:sp>
        <p:nvSpPr>
          <p:cNvPr id="6" name="Fußzeilenplatzhalter 5">
            <a:extLst>
              <a:ext uri="{FF2B5EF4-FFF2-40B4-BE49-F238E27FC236}">
                <a16:creationId xmlns:a16="http://schemas.microsoft.com/office/drawing/2014/main" id="{C7782AC2-B1F9-49B1-8F1C-175BF9874552}"/>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7" name="Foliennummernplatzhalter 6">
            <a:extLst>
              <a:ext uri="{FF2B5EF4-FFF2-40B4-BE49-F238E27FC236}">
                <a16:creationId xmlns:a16="http://schemas.microsoft.com/office/drawing/2014/main" id="{1764E7F5-EE66-4CED-8EDA-D78B639D28B0}"/>
              </a:ext>
            </a:extLst>
          </p:cNvPr>
          <p:cNvSpPr>
            <a:spLocks noGrp="1"/>
          </p:cNvSpPr>
          <p:nvPr>
            <p:ph type="sldNum" sz="quarter" idx="12"/>
          </p:nvPr>
        </p:nvSpPr>
        <p:spPr/>
        <p:txBody>
          <a:bodyPr/>
          <a:lstStyle/>
          <a:p>
            <a:fld id="{442AD375-037F-43D0-B059-5172DA06796A}" type="slidenum">
              <a:rPr lang="de-CH" smtClean="0"/>
              <a:pPr/>
              <a:t>‹Nr.›</a:t>
            </a:fld>
            <a:endParaRPr lang="de-CH" dirty="0"/>
          </a:p>
        </p:txBody>
      </p:sp>
    </p:spTree>
    <p:extLst>
      <p:ext uri="{BB962C8B-B14F-4D97-AF65-F5344CB8AC3E}">
        <p14:creationId xmlns:p14="http://schemas.microsoft.com/office/powerpoint/2010/main" val="33186258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Inhalte gro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sz="5600"/>
            </a:lvl1pPr>
          </a:lstStyle>
          <a:p>
            <a:r>
              <a:rPr lang="de-CH" dirty="0"/>
              <a:t>Titel hinzufügen</a:t>
            </a:r>
          </a:p>
        </p:txBody>
      </p:sp>
      <p:sp>
        <p:nvSpPr>
          <p:cNvPr id="3" name="Inhaltsplatzhalter 2"/>
          <p:cNvSpPr>
            <a:spLocks noGrp="1"/>
          </p:cNvSpPr>
          <p:nvPr>
            <p:ph idx="1" hasCustomPrompt="1"/>
          </p:nvPr>
        </p:nvSpPr>
        <p:spPr>
          <a:xfrm>
            <a:off x="421011" y="1976437"/>
            <a:ext cx="5472000" cy="4430783"/>
          </a:xfrm>
        </p:spPr>
        <p:txBody>
          <a:bodyPr/>
          <a:lstStyle>
            <a:lvl1pPr>
              <a:lnSpc>
                <a:spcPct val="101000"/>
              </a:lnSpc>
              <a:defRPr sz="2800"/>
            </a:lvl1pPr>
            <a:lvl2pPr marL="288000" indent="-288000">
              <a:lnSpc>
                <a:spcPct val="101000"/>
              </a:lnSpc>
              <a:defRPr sz="2800"/>
            </a:lvl2pPr>
            <a:lvl3pPr marL="576000" indent="-288000">
              <a:lnSpc>
                <a:spcPct val="101000"/>
              </a:lnSpc>
              <a:defRPr sz="2800"/>
            </a:lvl3pPr>
            <a:lvl4pPr marL="864000" indent="-288000">
              <a:lnSpc>
                <a:spcPct val="101000"/>
              </a:lnSpc>
              <a:defRPr sz="2800"/>
            </a:lvl4pPr>
            <a:lvl5pPr marL="1152000" indent="-288000">
              <a:lnSpc>
                <a:spcPct val="101000"/>
              </a:lnSpc>
              <a:defRPr sz="2800"/>
            </a:lvl5pPr>
          </a:lstStyle>
          <a:p>
            <a:pPr lvl="0"/>
            <a:r>
              <a:rPr lang="de-DE" dirty="0"/>
              <a:t>Inhalt hinzufügen</a:t>
            </a:r>
          </a:p>
          <a:p>
            <a:pPr lvl="1"/>
            <a:r>
              <a:rPr lang="de-DE" dirty="0"/>
              <a:t>Zweite </a:t>
            </a:r>
            <a:r>
              <a:rPr lang="de-CH" noProof="0" dirty="0"/>
              <a:t>Ebene</a:t>
            </a:r>
          </a:p>
          <a:p>
            <a:pPr lvl="2"/>
            <a:r>
              <a:rPr lang="de-DE" dirty="0"/>
              <a:t>Dritte Ebene</a:t>
            </a:r>
          </a:p>
          <a:p>
            <a:pPr lvl="3"/>
            <a:r>
              <a:rPr lang="de-DE" dirty="0"/>
              <a:t>Vierte Ebene</a:t>
            </a:r>
          </a:p>
          <a:p>
            <a:pPr lvl="4"/>
            <a:r>
              <a:rPr lang="de-DE" dirty="0"/>
              <a:t>Fünfte Ebene</a:t>
            </a:r>
            <a:endParaRPr lang="de-CH" dirty="0"/>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9D143506-3F79-4E6E-8EEB-00DFA0772CCF}" type="datetime4">
              <a:rPr lang="de-CH" smtClean="0"/>
              <a:t>8. Februar 2026</a:t>
            </a:fld>
            <a:endParaRPr lang="de-CH"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de-CH" smtClean="0"/>
              <a:pPr/>
              <a:t>‹Nr.›</a:t>
            </a:fld>
            <a:endParaRPr lang="de-CH" dirty="0"/>
          </a:p>
        </p:txBody>
      </p:sp>
      <p:sp>
        <p:nvSpPr>
          <p:cNvPr id="7" name="Inhaltsplatzhalter 2">
            <a:extLst>
              <a:ext uri="{FF2B5EF4-FFF2-40B4-BE49-F238E27FC236}">
                <a16:creationId xmlns:a16="http://schemas.microsoft.com/office/drawing/2014/main" id="{84E50EC7-59F1-CC2B-0EDB-3AA36AF1941B}"/>
              </a:ext>
            </a:extLst>
          </p:cNvPr>
          <p:cNvSpPr>
            <a:spLocks noGrp="1"/>
          </p:cNvSpPr>
          <p:nvPr>
            <p:ph idx="13" hasCustomPrompt="1"/>
          </p:nvPr>
        </p:nvSpPr>
        <p:spPr>
          <a:xfrm>
            <a:off x="6298989" y="1976437"/>
            <a:ext cx="5472000" cy="4430783"/>
          </a:xfrm>
        </p:spPr>
        <p:txBody>
          <a:bodyPr/>
          <a:lstStyle>
            <a:lvl1pPr>
              <a:lnSpc>
                <a:spcPct val="101000"/>
              </a:lnSpc>
              <a:defRPr sz="2800"/>
            </a:lvl1pPr>
            <a:lvl2pPr marL="288000" indent="-288000">
              <a:lnSpc>
                <a:spcPct val="101000"/>
              </a:lnSpc>
              <a:defRPr sz="2800"/>
            </a:lvl2pPr>
            <a:lvl3pPr marL="576000" indent="-288000">
              <a:lnSpc>
                <a:spcPct val="101000"/>
              </a:lnSpc>
              <a:defRPr sz="2800"/>
            </a:lvl3pPr>
            <a:lvl4pPr marL="864000" indent="-288000">
              <a:lnSpc>
                <a:spcPct val="101000"/>
              </a:lnSpc>
              <a:defRPr sz="2800"/>
            </a:lvl4pPr>
            <a:lvl5pPr marL="1152000" indent="-288000">
              <a:lnSpc>
                <a:spcPct val="101000"/>
              </a:lnSpc>
              <a:defRPr sz="2800"/>
            </a:lvl5pPr>
          </a:lstStyle>
          <a:p>
            <a:pPr lvl="0"/>
            <a:r>
              <a:rPr lang="de-DE" dirty="0"/>
              <a:t>Inhalt hinzufügen</a:t>
            </a:r>
          </a:p>
          <a:p>
            <a:pPr lvl="1"/>
            <a:r>
              <a:rPr lang="de-DE" dirty="0"/>
              <a:t>Zweite </a:t>
            </a:r>
            <a:r>
              <a:rPr lang="de-CH" noProof="0" dirty="0"/>
              <a:t>Ebene</a:t>
            </a:r>
          </a:p>
          <a:p>
            <a:pPr lvl="2"/>
            <a:r>
              <a:rPr lang="de-DE" dirty="0"/>
              <a:t>Dritte Ebene</a:t>
            </a:r>
          </a:p>
          <a:p>
            <a:pPr lvl="3"/>
            <a:r>
              <a:rPr lang="de-DE" dirty="0"/>
              <a:t>Vierte Ebene</a:t>
            </a:r>
          </a:p>
          <a:p>
            <a:pPr lvl="4"/>
            <a:r>
              <a:rPr lang="de-DE" dirty="0"/>
              <a:t>Fünfte Ebene</a:t>
            </a:r>
            <a:endParaRPr lang="de-CH" dirty="0"/>
          </a:p>
        </p:txBody>
      </p:sp>
    </p:spTree>
    <p:extLst>
      <p:ext uri="{BB962C8B-B14F-4D97-AF65-F5344CB8AC3E}">
        <p14:creationId xmlns:p14="http://schemas.microsoft.com/office/powerpoint/2010/main" val="35325066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rei Inhalt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CH" dirty="0"/>
              <a:t>Titel hinzufügen</a:t>
            </a:r>
          </a:p>
        </p:txBody>
      </p:sp>
      <p:sp>
        <p:nvSpPr>
          <p:cNvPr id="3" name="Inhaltsplatzhalter 2"/>
          <p:cNvSpPr>
            <a:spLocks noGrp="1"/>
          </p:cNvSpPr>
          <p:nvPr>
            <p:ph sz="half" idx="1" hasCustomPrompt="1"/>
          </p:nvPr>
        </p:nvSpPr>
        <p:spPr>
          <a:xfrm>
            <a:off x="412018" y="1976437"/>
            <a:ext cx="3643200" cy="4430782"/>
          </a:xfrm>
        </p:spPr>
        <p:txBody>
          <a:bodyPr/>
          <a:lstStyle>
            <a:lvl1pPr>
              <a:lnSpc>
                <a:spcPct val="115000"/>
              </a:lnSpc>
              <a:defRPr sz="1600"/>
            </a:lvl1pPr>
            <a:lvl2pPr>
              <a:lnSpc>
                <a:spcPct val="115000"/>
              </a:lnSpc>
              <a:defRPr sz="1600"/>
            </a:lvl2pPr>
            <a:lvl3pPr>
              <a:lnSpc>
                <a:spcPct val="115000"/>
              </a:lnSpc>
              <a:defRPr sz="1600"/>
            </a:lvl3pPr>
            <a:lvl4pPr>
              <a:lnSpc>
                <a:spcPct val="115000"/>
              </a:lnSpc>
              <a:defRPr sz="1600"/>
            </a:lvl4pPr>
            <a:lvl5pPr>
              <a:lnSpc>
                <a:spcPct val="115000"/>
              </a:lnSpc>
              <a:defRPr sz="1600"/>
            </a:lvl5pPr>
          </a:lstStyle>
          <a:p>
            <a:pPr lvl="0"/>
            <a:r>
              <a:rPr lang="de-CH" noProof="0" dirty="0"/>
              <a:t>Inhalt hinzufügen</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4" name="Inhaltsplatzhalter 3"/>
          <p:cNvSpPr>
            <a:spLocks noGrp="1"/>
          </p:cNvSpPr>
          <p:nvPr>
            <p:ph sz="half" idx="2" hasCustomPrompt="1"/>
          </p:nvPr>
        </p:nvSpPr>
        <p:spPr>
          <a:xfrm>
            <a:off x="4274400" y="1976437"/>
            <a:ext cx="3643200" cy="4430782"/>
          </a:xfrm>
        </p:spPr>
        <p:txBody>
          <a:bodyPr/>
          <a:lstStyle>
            <a:lvl1pPr>
              <a:lnSpc>
                <a:spcPct val="115000"/>
              </a:lnSpc>
              <a:defRPr sz="1600" b="0"/>
            </a:lvl1pPr>
            <a:lvl2pPr>
              <a:lnSpc>
                <a:spcPct val="115000"/>
              </a:lnSpc>
              <a:defRPr sz="1600"/>
            </a:lvl2pPr>
            <a:lvl3pPr>
              <a:lnSpc>
                <a:spcPct val="115000"/>
              </a:lnSpc>
              <a:defRPr sz="1600"/>
            </a:lvl3pPr>
            <a:lvl4pPr>
              <a:lnSpc>
                <a:spcPct val="115000"/>
              </a:lnSpc>
              <a:defRPr sz="1600"/>
            </a:lvl4pPr>
            <a:lvl5pPr>
              <a:lnSpc>
                <a:spcPct val="115000"/>
              </a:lnSpc>
              <a:defRPr sz="1600"/>
            </a:lvl5pPr>
          </a:lstStyle>
          <a:p>
            <a:pPr lvl="0"/>
            <a:r>
              <a:rPr lang="de-CH" noProof="0" dirty="0"/>
              <a:t>Inhalt hinzufügen</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5" name="Datumsplatzhalter 4">
            <a:extLst>
              <a:ext uri="{FF2B5EF4-FFF2-40B4-BE49-F238E27FC236}">
                <a16:creationId xmlns:a16="http://schemas.microsoft.com/office/drawing/2014/main" id="{0CBC3AC7-219E-4C67-AEDA-C67A12A69C38}"/>
              </a:ext>
            </a:extLst>
          </p:cNvPr>
          <p:cNvSpPr>
            <a:spLocks noGrp="1"/>
          </p:cNvSpPr>
          <p:nvPr>
            <p:ph type="dt" sz="half" idx="10"/>
          </p:nvPr>
        </p:nvSpPr>
        <p:spPr/>
        <p:txBody>
          <a:bodyPr/>
          <a:lstStyle/>
          <a:p>
            <a:fld id="{6C1D4607-C850-4861-B183-861B995A586E}" type="datetime4">
              <a:rPr lang="de-CH" smtClean="0"/>
              <a:t>8. Februar 2026</a:t>
            </a:fld>
            <a:endParaRPr lang="de-CH" dirty="0"/>
          </a:p>
        </p:txBody>
      </p:sp>
      <p:sp>
        <p:nvSpPr>
          <p:cNvPr id="6" name="Fußzeilenplatzhalter 5">
            <a:extLst>
              <a:ext uri="{FF2B5EF4-FFF2-40B4-BE49-F238E27FC236}">
                <a16:creationId xmlns:a16="http://schemas.microsoft.com/office/drawing/2014/main" id="{C7782AC2-B1F9-49B1-8F1C-175BF9874552}"/>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7" name="Foliennummernplatzhalter 6">
            <a:extLst>
              <a:ext uri="{FF2B5EF4-FFF2-40B4-BE49-F238E27FC236}">
                <a16:creationId xmlns:a16="http://schemas.microsoft.com/office/drawing/2014/main" id="{1764E7F5-EE66-4CED-8EDA-D78B639D28B0}"/>
              </a:ext>
            </a:extLst>
          </p:cNvPr>
          <p:cNvSpPr>
            <a:spLocks noGrp="1"/>
          </p:cNvSpPr>
          <p:nvPr>
            <p:ph type="sldNum" sz="quarter" idx="12"/>
          </p:nvPr>
        </p:nvSpPr>
        <p:spPr/>
        <p:txBody>
          <a:bodyPr/>
          <a:lstStyle/>
          <a:p>
            <a:fld id="{442AD375-037F-43D0-B059-5172DA06796A}" type="slidenum">
              <a:rPr lang="de-CH" smtClean="0"/>
              <a:pPr/>
              <a:t>‹Nr.›</a:t>
            </a:fld>
            <a:endParaRPr lang="de-CH" dirty="0"/>
          </a:p>
        </p:txBody>
      </p:sp>
      <p:sp>
        <p:nvSpPr>
          <p:cNvPr id="10" name="Inhaltsplatzhalter 3">
            <a:extLst>
              <a:ext uri="{FF2B5EF4-FFF2-40B4-BE49-F238E27FC236}">
                <a16:creationId xmlns:a16="http://schemas.microsoft.com/office/drawing/2014/main" id="{3AF96927-DD66-0237-690A-702D33F9FE40}"/>
              </a:ext>
            </a:extLst>
          </p:cNvPr>
          <p:cNvSpPr>
            <a:spLocks noGrp="1"/>
          </p:cNvSpPr>
          <p:nvPr>
            <p:ph sz="half" idx="13" hasCustomPrompt="1"/>
          </p:nvPr>
        </p:nvSpPr>
        <p:spPr>
          <a:xfrm>
            <a:off x="8132962" y="1976437"/>
            <a:ext cx="3643200" cy="4430782"/>
          </a:xfrm>
        </p:spPr>
        <p:txBody>
          <a:bodyPr/>
          <a:lstStyle>
            <a:lvl1pPr>
              <a:lnSpc>
                <a:spcPct val="115000"/>
              </a:lnSpc>
              <a:defRPr sz="1600" b="0"/>
            </a:lvl1pPr>
            <a:lvl2pPr>
              <a:lnSpc>
                <a:spcPct val="115000"/>
              </a:lnSpc>
              <a:defRPr sz="1600"/>
            </a:lvl2pPr>
            <a:lvl3pPr>
              <a:lnSpc>
                <a:spcPct val="115000"/>
              </a:lnSpc>
              <a:defRPr sz="1600"/>
            </a:lvl3pPr>
            <a:lvl4pPr>
              <a:lnSpc>
                <a:spcPct val="115000"/>
              </a:lnSpc>
              <a:defRPr sz="1600"/>
            </a:lvl4pPr>
            <a:lvl5pPr>
              <a:lnSpc>
                <a:spcPct val="115000"/>
              </a:lnSpc>
              <a:defRPr sz="1600"/>
            </a:lvl5pPr>
          </a:lstStyle>
          <a:p>
            <a:pPr lvl="0"/>
            <a:r>
              <a:rPr lang="de-CH" noProof="0" dirty="0"/>
              <a:t>Inhalt hinzufügen</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Tree>
    <p:extLst>
      <p:ext uri="{BB962C8B-B14F-4D97-AF65-F5344CB8AC3E}">
        <p14:creationId xmlns:p14="http://schemas.microsoft.com/office/powerpoint/2010/main" val="33968183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B84E75BB-61FF-4F7E-9CDB-A5E34775C9B4}"/>
              </a:ext>
            </a:extLst>
          </p:cNvPr>
          <p:cNvSpPr>
            <a:spLocks noGrp="1"/>
          </p:cNvSpPr>
          <p:nvPr>
            <p:ph type="dt" sz="half" idx="10"/>
          </p:nvPr>
        </p:nvSpPr>
        <p:spPr/>
        <p:txBody>
          <a:bodyPr/>
          <a:lstStyle/>
          <a:p>
            <a:fld id="{B31692D4-A51A-4685-93EC-12EA45BDA9B6}" type="datetime4">
              <a:rPr lang="de-CH" smtClean="0"/>
              <a:t>8. Februar 2026</a:t>
            </a:fld>
            <a:endParaRPr lang="de-CH" dirty="0"/>
          </a:p>
        </p:txBody>
      </p:sp>
      <p:sp>
        <p:nvSpPr>
          <p:cNvPr id="3" name="Fußzeilenplatzhalter 2">
            <a:extLst>
              <a:ext uri="{FF2B5EF4-FFF2-40B4-BE49-F238E27FC236}">
                <a16:creationId xmlns:a16="http://schemas.microsoft.com/office/drawing/2014/main" id="{B909AB7D-DBAB-4FFF-BA65-85B952116264}"/>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4" name="Foliennummernplatzhalter 3">
            <a:extLst>
              <a:ext uri="{FF2B5EF4-FFF2-40B4-BE49-F238E27FC236}">
                <a16:creationId xmlns:a16="http://schemas.microsoft.com/office/drawing/2014/main" id="{EB9B7570-0B3E-4F91-B744-978CA7BDE965}"/>
              </a:ext>
            </a:extLst>
          </p:cNvPr>
          <p:cNvSpPr>
            <a:spLocks noGrp="1"/>
          </p:cNvSpPr>
          <p:nvPr>
            <p:ph type="sldNum" sz="quarter" idx="12"/>
          </p:nvPr>
        </p:nvSpPr>
        <p:spPr/>
        <p:txBody>
          <a:bodyPr/>
          <a:lstStyle/>
          <a:p>
            <a:fld id="{442AD375-037F-43D0-B059-5172DA06796A}" type="slidenum">
              <a:rPr lang="de-CH" smtClean="0"/>
              <a:pPr/>
              <a:t>‹Nr.›</a:t>
            </a:fld>
            <a:endParaRPr lang="de-CH" dirty="0"/>
          </a:p>
        </p:txBody>
      </p:sp>
      <p:sp>
        <p:nvSpPr>
          <p:cNvPr id="5" name="Titel 1">
            <a:extLst>
              <a:ext uri="{FF2B5EF4-FFF2-40B4-BE49-F238E27FC236}">
                <a16:creationId xmlns:a16="http://schemas.microsoft.com/office/drawing/2014/main" id="{89028FB9-1CAF-2126-62B4-0E68F3AC4D3C}"/>
              </a:ext>
            </a:extLst>
          </p:cNvPr>
          <p:cNvSpPr>
            <a:spLocks noGrp="1"/>
          </p:cNvSpPr>
          <p:nvPr>
            <p:ph type="title" hasCustomPrompt="1"/>
          </p:nvPr>
        </p:nvSpPr>
        <p:spPr>
          <a:xfrm>
            <a:off x="412019" y="371702"/>
            <a:ext cx="11370406" cy="828000"/>
          </a:xfrm>
        </p:spPr>
        <p:txBody>
          <a:bodyPr/>
          <a:lstStyle/>
          <a:p>
            <a:r>
              <a:rPr lang="de-CH" dirty="0"/>
              <a:t>Titel hinzufügen</a:t>
            </a:r>
          </a:p>
        </p:txBody>
      </p:sp>
    </p:spTree>
    <p:extLst>
      <p:ext uri="{BB962C8B-B14F-4D97-AF65-F5344CB8AC3E}">
        <p14:creationId xmlns:p14="http://schemas.microsoft.com/office/powerpoint/2010/main" val="40054461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B84E75BB-61FF-4F7E-9CDB-A5E34775C9B4}"/>
              </a:ext>
            </a:extLst>
          </p:cNvPr>
          <p:cNvSpPr>
            <a:spLocks noGrp="1"/>
          </p:cNvSpPr>
          <p:nvPr>
            <p:ph type="dt" sz="half" idx="10"/>
          </p:nvPr>
        </p:nvSpPr>
        <p:spPr/>
        <p:txBody>
          <a:bodyPr/>
          <a:lstStyle/>
          <a:p>
            <a:fld id="{B50425F3-875B-4701-B940-A7629D1B159A}" type="datetime4">
              <a:rPr lang="de-CH" smtClean="0"/>
              <a:t>8. Februar 2026</a:t>
            </a:fld>
            <a:endParaRPr lang="de-CH" dirty="0"/>
          </a:p>
        </p:txBody>
      </p:sp>
      <p:sp>
        <p:nvSpPr>
          <p:cNvPr id="3" name="Fußzeilenplatzhalter 2">
            <a:extLst>
              <a:ext uri="{FF2B5EF4-FFF2-40B4-BE49-F238E27FC236}">
                <a16:creationId xmlns:a16="http://schemas.microsoft.com/office/drawing/2014/main" id="{B909AB7D-DBAB-4FFF-BA65-85B952116264}"/>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4" name="Foliennummernplatzhalter 3">
            <a:extLst>
              <a:ext uri="{FF2B5EF4-FFF2-40B4-BE49-F238E27FC236}">
                <a16:creationId xmlns:a16="http://schemas.microsoft.com/office/drawing/2014/main" id="{EB9B7570-0B3E-4F91-B744-978CA7BDE965}"/>
              </a:ext>
            </a:extLst>
          </p:cNvPr>
          <p:cNvSpPr>
            <a:spLocks noGrp="1"/>
          </p:cNvSpPr>
          <p:nvPr>
            <p:ph type="sldNum" sz="quarter" idx="12"/>
          </p:nvPr>
        </p:nvSpPr>
        <p:spPr/>
        <p:txBody>
          <a:bodyPr/>
          <a:lstStyle/>
          <a:p>
            <a:fld id="{442AD375-037F-43D0-B059-5172DA06796A}" type="slidenum">
              <a:rPr lang="de-CH" smtClean="0"/>
              <a:pPr/>
              <a:t>‹Nr.›</a:t>
            </a:fld>
            <a:endParaRPr lang="de-CH" dirty="0"/>
          </a:p>
        </p:txBody>
      </p:sp>
    </p:spTree>
    <p:extLst>
      <p:ext uri="{BB962C8B-B14F-4D97-AF65-F5344CB8AC3E}">
        <p14:creationId xmlns:p14="http://schemas.microsoft.com/office/powerpoint/2010/main" val="20863039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wei Inhalte mit Bild">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12019" y="3396342"/>
            <a:ext cx="5202000" cy="3013983"/>
          </a:xfrm>
        </p:spPr>
        <p:txBody>
          <a:bodyPr/>
          <a:lstStyle>
            <a:lvl1pPr>
              <a:defRPr/>
            </a:lvl1pPr>
          </a:lstStyle>
          <a:p>
            <a:pPr lvl="0"/>
            <a:r>
              <a:rPr lang="de-CH" noProof="0" dirty="0"/>
              <a:t>Inhalt hinzufügen</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4" name="Inhaltsplatzhalter 3"/>
          <p:cNvSpPr>
            <a:spLocks noGrp="1"/>
          </p:cNvSpPr>
          <p:nvPr>
            <p:ph sz="half" idx="2" hasCustomPrompt="1"/>
          </p:nvPr>
        </p:nvSpPr>
        <p:spPr>
          <a:xfrm>
            <a:off x="6096000" y="3396342"/>
            <a:ext cx="5202000" cy="3010877"/>
          </a:xfrm>
        </p:spPr>
        <p:txBody>
          <a:bodyPr/>
          <a:lstStyle>
            <a:lvl1pPr>
              <a:defRPr b="0"/>
            </a:lvl1pPr>
          </a:lstStyle>
          <a:p>
            <a:pPr lvl="0"/>
            <a:r>
              <a:rPr lang="de-CH" noProof="0" dirty="0"/>
              <a:t>Inhalt hinzufügen</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5" name="Datumsplatzhalter 4">
            <a:extLst>
              <a:ext uri="{FF2B5EF4-FFF2-40B4-BE49-F238E27FC236}">
                <a16:creationId xmlns:a16="http://schemas.microsoft.com/office/drawing/2014/main" id="{0CBC3AC7-219E-4C67-AEDA-C67A12A69C38}"/>
              </a:ext>
            </a:extLst>
          </p:cNvPr>
          <p:cNvSpPr>
            <a:spLocks noGrp="1"/>
          </p:cNvSpPr>
          <p:nvPr>
            <p:ph type="dt" sz="half" idx="10"/>
          </p:nvPr>
        </p:nvSpPr>
        <p:spPr/>
        <p:txBody>
          <a:bodyPr/>
          <a:lstStyle/>
          <a:p>
            <a:fld id="{F9A6ADA9-EB42-40DA-8E96-39CDB11596F8}" type="datetime4">
              <a:rPr lang="de-CH" smtClean="0"/>
              <a:t>8. Februar 2026</a:t>
            </a:fld>
            <a:endParaRPr lang="de-CH" dirty="0"/>
          </a:p>
        </p:txBody>
      </p:sp>
      <p:sp>
        <p:nvSpPr>
          <p:cNvPr id="6" name="Fußzeilenplatzhalter 5">
            <a:extLst>
              <a:ext uri="{FF2B5EF4-FFF2-40B4-BE49-F238E27FC236}">
                <a16:creationId xmlns:a16="http://schemas.microsoft.com/office/drawing/2014/main" id="{C7782AC2-B1F9-49B1-8F1C-175BF9874552}"/>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7" name="Foliennummernplatzhalter 6">
            <a:extLst>
              <a:ext uri="{FF2B5EF4-FFF2-40B4-BE49-F238E27FC236}">
                <a16:creationId xmlns:a16="http://schemas.microsoft.com/office/drawing/2014/main" id="{1764E7F5-EE66-4CED-8EDA-D78B639D28B0}"/>
              </a:ext>
            </a:extLst>
          </p:cNvPr>
          <p:cNvSpPr>
            <a:spLocks noGrp="1"/>
          </p:cNvSpPr>
          <p:nvPr>
            <p:ph type="sldNum" sz="quarter" idx="12"/>
          </p:nvPr>
        </p:nvSpPr>
        <p:spPr/>
        <p:txBody>
          <a:bodyPr/>
          <a:lstStyle/>
          <a:p>
            <a:fld id="{442AD375-037F-43D0-B059-5172DA06796A}" type="slidenum">
              <a:rPr lang="de-CH" smtClean="0"/>
              <a:pPr/>
              <a:t>‹Nr.›</a:t>
            </a:fld>
            <a:endParaRPr lang="de-CH" dirty="0"/>
          </a:p>
        </p:txBody>
      </p:sp>
      <p:sp>
        <p:nvSpPr>
          <p:cNvPr id="10" name="Bildplatzhalter 4">
            <a:extLst>
              <a:ext uri="{FF2B5EF4-FFF2-40B4-BE49-F238E27FC236}">
                <a16:creationId xmlns:a16="http://schemas.microsoft.com/office/drawing/2014/main" id="{BD37A6CB-82A1-6366-F36E-31FD74387E8A}"/>
              </a:ext>
            </a:extLst>
          </p:cNvPr>
          <p:cNvSpPr>
            <a:spLocks noGrp="1"/>
          </p:cNvSpPr>
          <p:nvPr>
            <p:ph type="pic" sz="quarter" idx="13"/>
          </p:nvPr>
        </p:nvSpPr>
        <p:spPr>
          <a:xfrm>
            <a:off x="6096000" y="0"/>
            <a:ext cx="6096000" cy="3048000"/>
          </a:xfrm>
          <a:pattFill prst="lgCheck">
            <a:fgClr>
              <a:schemeClr val="bg1">
                <a:lumMod val="85000"/>
              </a:schemeClr>
            </a:fgClr>
            <a:bgClr>
              <a:schemeClr val="bg1"/>
            </a:bgClr>
          </a:pattFill>
        </p:spPr>
        <p:txBody>
          <a:bodyPr tIns="720000" anchor="ctr"/>
          <a:lstStyle>
            <a:lvl1pPr algn="ctr">
              <a:defRPr sz="1200"/>
            </a:lvl1pPr>
          </a:lstStyle>
          <a:p>
            <a:pPr marL="0" marR="0" lvl="0" indent="0" algn="ctr" defTabSz="914400" rtl="0" eaLnBrk="1" fontAlgn="auto" latinLnBrk="0" hangingPunct="1">
              <a:lnSpc>
                <a:spcPct val="109000"/>
              </a:lnSpc>
              <a:spcBef>
                <a:spcPts val="0"/>
              </a:spcBef>
              <a:spcAft>
                <a:spcPts val="0"/>
              </a:spcAft>
              <a:buClrTx/>
              <a:buSzTx/>
              <a:buFont typeface="+mj-lt"/>
              <a:buNone/>
              <a:tabLst/>
              <a:defRPr/>
            </a:pPr>
            <a:r>
              <a:rPr lang="de-DE"/>
              <a:t>Bild durch Klicken auf Symbol hinzufügen</a:t>
            </a:r>
            <a:endParaRPr lang="de-DE" dirty="0"/>
          </a:p>
        </p:txBody>
      </p:sp>
      <p:sp>
        <p:nvSpPr>
          <p:cNvPr id="11" name="Bildplatzhalter 4">
            <a:extLst>
              <a:ext uri="{FF2B5EF4-FFF2-40B4-BE49-F238E27FC236}">
                <a16:creationId xmlns:a16="http://schemas.microsoft.com/office/drawing/2014/main" id="{5A7BB91D-1BB9-2DA2-3FB8-1E6F50BFE3B1}"/>
              </a:ext>
            </a:extLst>
          </p:cNvPr>
          <p:cNvSpPr>
            <a:spLocks noGrp="1"/>
          </p:cNvSpPr>
          <p:nvPr>
            <p:ph type="pic" sz="quarter" idx="14"/>
          </p:nvPr>
        </p:nvSpPr>
        <p:spPr>
          <a:xfrm>
            <a:off x="0" y="0"/>
            <a:ext cx="6096000" cy="3048000"/>
          </a:xfrm>
          <a:pattFill prst="lgCheck">
            <a:fgClr>
              <a:schemeClr val="bg1">
                <a:lumMod val="85000"/>
              </a:schemeClr>
            </a:fgClr>
            <a:bgClr>
              <a:schemeClr val="bg1"/>
            </a:bgClr>
          </a:pattFill>
        </p:spPr>
        <p:txBody>
          <a:bodyPr tIns="720000" anchor="ctr"/>
          <a:lstStyle>
            <a:lvl1pPr algn="ctr">
              <a:defRPr sz="1200"/>
            </a:lvl1pPr>
          </a:lstStyle>
          <a:p>
            <a:pPr marL="0" marR="0" lvl="0" indent="0" algn="ctr" defTabSz="914400" rtl="0" eaLnBrk="1" fontAlgn="auto" latinLnBrk="0" hangingPunct="1">
              <a:lnSpc>
                <a:spcPct val="109000"/>
              </a:lnSpc>
              <a:spcBef>
                <a:spcPts val="0"/>
              </a:spcBef>
              <a:spcAft>
                <a:spcPts val="0"/>
              </a:spcAft>
              <a:buClrTx/>
              <a:buSzTx/>
              <a:buFont typeface="+mj-lt"/>
              <a:buNone/>
              <a:tabLst/>
              <a:defRPr/>
            </a:pPr>
            <a:r>
              <a:rPr lang="de-DE"/>
              <a:t>Bild durch Klicken auf Symbol hinzufügen</a:t>
            </a:r>
            <a:endParaRPr lang="de-DE" dirty="0"/>
          </a:p>
        </p:txBody>
      </p:sp>
    </p:spTree>
    <p:extLst>
      <p:ext uri="{BB962C8B-B14F-4D97-AF65-F5344CB8AC3E}">
        <p14:creationId xmlns:p14="http://schemas.microsoft.com/office/powerpoint/2010/main" val="37210508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ld mit Titel und Inhalt">
    <p:spTree>
      <p:nvGrpSpPr>
        <p:cNvPr id="1" name=""/>
        <p:cNvGrpSpPr/>
        <p:nvPr/>
      </p:nvGrpSpPr>
      <p:grpSpPr>
        <a:xfrm>
          <a:off x="0" y="0"/>
          <a:ext cx="0" cy="0"/>
          <a:chOff x="0" y="0"/>
          <a:chExt cx="0" cy="0"/>
        </a:xfrm>
      </p:grpSpPr>
      <p:sp>
        <p:nvSpPr>
          <p:cNvPr id="7" name="Bildplatzhalter 4">
            <a:extLst>
              <a:ext uri="{FF2B5EF4-FFF2-40B4-BE49-F238E27FC236}">
                <a16:creationId xmlns:a16="http://schemas.microsoft.com/office/drawing/2014/main" id="{D410D9A0-3762-387F-87BD-AA829C61D90D}"/>
              </a:ext>
            </a:extLst>
          </p:cNvPr>
          <p:cNvSpPr>
            <a:spLocks noGrp="1"/>
          </p:cNvSpPr>
          <p:nvPr>
            <p:ph type="pic" sz="quarter" idx="13"/>
          </p:nvPr>
        </p:nvSpPr>
        <p:spPr>
          <a:xfrm>
            <a:off x="0" y="0"/>
            <a:ext cx="12192000" cy="6858000"/>
          </a:xfrm>
          <a:pattFill prst="lgCheck">
            <a:fgClr>
              <a:schemeClr val="bg1">
                <a:lumMod val="85000"/>
              </a:schemeClr>
            </a:fgClr>
            <a:bgClr>
              <a:schemeClr val="bg1"/>
            </a:bgClr>
          </a:pattFill>
        </p:spPr>
        <p:txBody>
          <a:bodyPr tIns="540000" anchor="ctr" anchorCtr="0"/>
          <a:lstStyle>
            <a:lvl1pPr algn="ctr">
              <a:defRPr sz="1200"/>
            </a:lvl1pPr>
          </a:lstStyle>
          <a:p>
            <a:r>
              <a:rPr lang="de-DE"/>
              <a:t>Bild durch Klicken auf Symbol hinzufügen</a:t>
            </a:r>
            <a:endParaRPr lang="de-DE" dirty="0"/>
          </a:p>
        </p:txBody>
      </p:sp>
      <p:sp>
        <p:nvSpPr>
          <p:cNvPr id="2" name="Titel 1"/>
          <p:cNvSpPr>
            <a:spLocks noGrp="1"/>
          </p:cNvSpPr>
          <p:nvPr>
            <p:ph type="title" hasCustomPrompt="1"/>
          </p:nvPr>
        </p:nvSpPr>
        <p:spPr>
          <a:xfrm>
            <a:off x="412019" y="371702"/>
            <a:ext cx="4680000" cy="828000"/>
          </a:xfrm>
        </p:spPr>
        <p:txBody>
          <a:bodyPr/>
          <a:lstStyle/>
          <a:p>
            <a:r>
              <a:rPr lang="de-CH" dirty="0"/>
              <a:t>Titel hinzufügen</a:t>
            </a:r>
          </a:p>
        </p:txBody>
      </p:sp>
      <p:sp>
        <p:nvSpPr>
          <p:cNvPr id="3" name="Inhaltsplatzhalter 2"/>
          <p:cNvSpPr>
            <a:spLocks noGrp="1"/>
          </p:cNvSpPr>
          <p:nvPr>
            <p:ph idx="1" hasCustomPrompt="1"/>
          </p:nvPr>
        </p:nvSpPr>
        <p:spPr>
          <a:xfrm>
            <a:off x="409574" y="1976437"/>
            <a:ext cx="4680000" cy="4430783"/>
          </a:xfrm>
        </p:spPr>
        <p:txBody>
          <a:bodyPr/>
          <a:lstStyle>
            <a:lvl1pPr>
              <a:defRPr/>
            </a:lvl1pPr>
          </a:lstStyle>
          <a:p>
            <a:pPr lvl="0"/>
            <a:r>
              <a:rPr lang="de-DE" dirty="0"/>
              <a:t>Inhalt hinzufügen</a:t>
            </a:r>
          </a:p>
          <a:p>
            <a:pPr lvl="1"/>
            <a:r>
              <a:rPr lang="de-DE" dirty="0"/>
              <a:t>Zweite </a:t>
            </a:r>
            <a:r>
              <a:rPr lang="de-CH" noProof="0" dirty="0"/>
              <a:t>Ebene</a:t>
            </a:r>
          </a:p>
          <a:p>
            <a:pPr lvl="2"/>
            <a:r>
              <a:rPr lang="de-DE" dirty="0"/>
              <a:t>Dritte Ebene</a:t>
            </a:r>
          </a:p>
          <a:p>
            <a:pPr lvl="3"/>
            <a:r>
              <a:rPr lang="de-DE" dirty="0"/>
              <a:t>Vierte Ebene</a:t>
            </a:r>
          </a:p>
          <a:p>
            <a:pPr lvl="4"/>
            <a:r>
              <a:rPr lang="de-DE" dirty="0"/>
              <a:t>Fünfte Ebene</a:t>
            </a:r>
            <a:endParaRPr lang="de-CH" dirty="0"/>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6C037DED-75B1-46CB-BF93-819DB7D40D80}" type="datetime4">
              <a:rPr lang="de-CH" smtClean="0"/>
              <a:t>8. Februar 2026</a:t>
            </a:fld>
            <a:endParaRPr lang="de-CH"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de-CH" smtClean="0"/>
              <a:pPr/>
              <a:t>‹Nr.›</a:t>
            </a:fld>
            <a:endParaRPr lang="de-CH" dirty="0"/>
          </a:p>
        </p:txBody>
      </p:sp>
    </p:spTree>
    <p:extLst>
      <p:ext uri="{BB962C8B-B14F-4D97-AF65-F5344CB8AC3E}">
        <p14:creationId xmlns:p14="http://schemas.microsoft.com/office/powerpoint/2010/main" val="34259020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nhalt und Bild">
    <p:spTree>
      <p:nvGrpSpPr>
        <p:cNvPr id="1" name=""/>
        <p:cNvGrpSpPr/>
        <p:nvPr/>
      </p:nvGrpSpPr>
      <p:grpSpPr>
        <a:xfrm>
          <a:off x="0" y="0"/>
          <a:ext cx="0" cy="0"/>
          <a:chOff x="0" y="0"/>
          <a:chExt cx="0" cy="0"/>
        </a:xfrm>
      </p:grpSpPr>
      <p:sp>
        <p:nvSpPr>
          <p:cNvPr id="8" name="Bildplatzhalter 4">
            <a:extLst>
              <a:ext uri="{FF2B5EF4-FFF2-40B4-BE49-F238E27FC236}">
                <a16:creationId xmlns:a16="http://schemas.microsoft.com/office/drawing/2014/main" id="{B7EC263D-EC6B-8375-4025-532D38E39117}"/>
              </a:ext>
            </a:extLst>
          </p:cNvPr>
          <p:cNvSpPr>
            <a:spLocks noGrp="1"/>
          </p:cNvSpPr>
          <p:nvPr>
            <p:ph type="pic" sz="quarter" idx="13"/>
          </p:nvPr>
        </p:nvSpPr>
        <p:spPr>
          <a:xfrm>
            <a:off x="6576000" y="0"/>
            <a:ext cx="5616000" cy="6858000"/>
          </a:xfrm>
          <a:pattFill prst="lgCheck">
            <a:fgClr>
              <a:schemeClr val="bg1">
                <a:lumMod val="85000"/>
              </a:schemeClr>
            </a:fgClr>
            <a:bgClr>
              <a:schemeClr val="bg1"/>
            </a:bgClr>
          </a:pattFill>
        </p:spPr>
        <p:txBody>
          <a:bodyPr tIns="720000" anchor="ctr"/>
          <a:lstStyle>
            <a:lvl1pPr algn="ctr">
              <a:defRPr sz="1200"/>
            </a:lvl1pPr>
          </a:lstStyle>
          <a:p>
            <a:r>
              <a:rPr lang="de-DE"/>
              <a:t>Bild durch Klicken auf Symbol hinzufügen</a:t>
            </a:r>
            <a:endParaRPr lang="de-CH" dirty="0"/>
          </a:p>
        </p:txBody>
      </p:sp>
      <p:sp>
        <p:nvSpPr>
          <p:cNvPr id="2" name="Titel 1"/>
          <p:cNvSpPr>
            <a:spLocks noGrp="1"/>
          </p:cNvSpPr>
          <p:nvPr>
            <p:ph type="title" hasCustomPrompt="1"/>
          </p:nvPr>
        </p:nvSpPr>
        <p:spPr>
          <a:xfrm>
            <a:off x="412019" y="371702"/>
            <a:ext cx="5580000" cy="828000"/>
          </a:xfrm>
        </p:spPr>
        <p:txBody>
          <a:bodyPr/>
          <a:lstStyle/>
          <a:p>
            <a:r>
              <a:rPr lang="de-CH" dirty="0"/>
              <a:t>Titel hinzufügen</a:t>
            </a:r>
          </a:p>
        </p:txBody>
      </p:sp>
      <p:sp>
        <p:nvSpPr>
          <p:cNvPr id="3" name="Inhaltsplatzhalter 2"/>
          <p:cNvSpPr>
            <a:spLocks noGrp="1"/>
          </p:cNvSpPr>
          <p:nvPr>
            <p:ph sz="half" idx="1" hasCustomPrompt="1"/>
          </p:nvPr>
        </p:nvSpPr>
        <p:spPr>
          <a:xfrm>
            <a:off x="412019" y="1976437"/>
            <a:ext cx="5580000" cy="4430782"/>
          </a:xfrm>
        </p:spPr>
        <p:txBody>
          <a:bodyPr/>
          <a:lstStyle>
            <a:lvl1pPr>
              <a:defRPr/>
            </a:lvl1pPr>
          </a:lstStyle>
          <a:p>
            <a:pPr lvl="0"/>
            <a:r>
              <a:rPr lang="de-CH" noProof="0" dirty="0"/>
              <a:t>Inhalt hinzufügen</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5" name="Datumsplatzhalter 4">
            <a:extLst>
              <a:ext uri="{FF2B5EF4-FFF2-40B4-BE49-F238E27FC236}">
                <a16:creationId xmlns:a16="http://schemas.microsoft.com/office/drawing/2014/main" id="{0CBC3AC7-219E-4C67-AEDA-C67A12A69C38}"/>
              </a:ext>
            </a:extLst>
          </p:cNvPr>
          <p:cNvSpPr>
            <a:spLocks noGrp="1"/>
          </p:cNvSpPr>
          <p:nvPr>
            <p:ph type="dt" sz="half" idx="10"/>
          </p:nvPr>
        </p:nvSpPr>
        <p:spPr/>
        <p:txBody>
          <a:bodyPr/>
          <a:lstStyle/>
          <a:p>
            <a:fld id="{6A7E37A2-DB8C-4911-BBDE-61CC16AAD8D4}" type="datetime4">
              <a:rPr lang="de-CH" smtClean="0"/>
              <a:t>8. Februar 2026</a:t>
            </a:fld>
            <a:endParaRPr lang="de-CH" dirty="0"/>
          </a:p>
        </p:txBody>
      </p:sp>
      <p:sp>
        <p:nvSpPr>
          <p:cNvPr id="6" name="Fußzeilenplatzhalter 5">
            <a:extLst>
              <a:ext uri="{FF2B5EF4-FFF2-40B4-BE49-F238E27FC236}">
                <a16:creationId xmlns:a16="http://schemas.microsoft.com/office/drawing/2014/main" id="{C7782AC2-B1F9-49B1-8F1C-175BF9874552}"/>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7" name="Foliennummernplatzhalter 6">
            <a:extLst>
              <a:ext uri="{FF2B5EF4-FFF2-40B4-BE49-F238E27FC236}">
                <a16:creationId xmlns:a16="http://schemas.microsoft.com/office/drawing/2014/main" id="{1764E7F5-EE66-4CED-8EDA-D78B639D28B0}"/>
              </a:ext>
            </a:extLst>
          </p:cNvPr>
          <p:cNvSpPr>
            <a:spLocks noGrp="1"/>
          </p:cNvSpPr>
          <p:nvPr>
            <p:ph type="sldNum" sz="quarter" idx="12"/>
          </p:nvPr>
        </p:nvSpPr>
        <p:spPr/>
        <p:txBody>
          <a:bodyPr/>
          <a:lstStyle/>
          <a:p>
            <a:fld id="{442AD375-037F-43D0-B059-5172DA06796A}" type="slidenum">
              <a:rPr lang="de-CH" smtClean="0"/>
              <a:pPr/>
              <a:t>‹Nr.›</a:t>
            </a:fld>
            <a:endParaRPr lang="de-CH" dirty="0"/>
          </a:p>
        </p:txBody>
      </p:sp>
    </p:spTree>
    <p:extLst>
      <p:ext uri="{BB962C8B-B14F-4D97-AF65-F5344CB8AC3E}">
        <p14:creationId xmlns:p14="http://schemas.microsoft.com/office/powerpoint/2010/main" val="33012785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halt und Bild gross">
    <p:spTree>
      <p:nvGrpSpPr>
        <p:cNvPr id="1" name=""/>
        <p:cNvGrpSpPr/>
        <p:nvPr/>
      </p:nvGrpSpPr>
      <p:grpSpPr>
        <a:xfrm>
          <a:off x="0" y="0"/>
          <a:ext cx="0" cy="0"/>
          <a:chOff x="0" y="0"/>
          <a:chExt cx="0" cy="0"/>
        </a:xfrm>
      </p:grpSpPr>
      <p:sp>
        <p:nvSpPr>
          <p:cNvPr id="8" name="Bildplatzhalter 4">
            <a:extLst>
              <a:ext uri="{FF2B5EF4-FFF2-40B4-BE49-F238E27FC236}">
                <a16:creationId xmlns:a16="http://schemas.microsoft.com/office/drawing/2014/main" id="{B7EC263D-EC6B-8375-4025-532D38E39117}"/>
              </a:ext>
            </a:extLst>
          </p:cNvPr>
          <p:cNvSpPr>
            <a:spLocks noGrp="1"/>
          </p:cNvSpPr>
          <p:nvPr>
            <p:ph type="pic" sz="quarter" idx="13"/>
          </p:nvPr>
        </p:nvSpPr>
        <p:spPr>
          <a:xfrm>
            <a:off x="5244000" y="0"/>
            <a:ext cx="6948000" cy="6858000"/>
          </a:xfrm>
          <a:pattFill prst="lgCheck">
            <a:fgClr>
              <a:schemeClr val="bg1">
                <a:lumMod val="85000"/>
              </a:schemeClr>
            </a:fgClr>
            <a:bgClr>
              <a:schemeClr val="bg1"/>
            </a:bgClr>
          </a:pattFill>
        </p:spPr>
        <p:txBody>
          <a:bodyPr tIns="720000" anchor="ctr"/>
          <a:lstStyle>
            <a:lvl1pPr algn="ctr">
              <a:defRPr sz="1200"/>
            </a:lvl1pPr>
          </a:lstStyle>
          <a:p>
            <a:pPr marL="0" marR="0" lvl="0" indent="0" algn="ctr" defTabSz="914400" rtl="0" eaLnBrk="1" fontAlgn="auto" latinLnBrk="0" hangingPunct="1">
              <a:lnSpc>
                <a:spcPct val="109000"/>
              </a:lnSpc>
              <a:spcBef>
                <a:spcPts val="0"/>
              </a:spcBef>
              <a:spcAft>
                <a:spcPts val="0"/>
              </a:spcAft>
              <a:buClrTx/>
              <a:buSzTx/>
              <a:buFont typeface="+mj-lt"/>
              <a:buNone/>
              <a:tabLst/>
              <a:defRPr/>
            </a:pPr>
            <a:r>
              <a:rPr lang="de-DE"/>
              <a:t>Bild durch Klicken auf Symbol hinzufügen</a:t>
            </a:r>
            <a:endParaRPr lang="de-DE" dirty="0"/>
          </a:p>
        </p:txBody>
      </p:sp>
      <p:sp>
        <p:nvSpPr>
          <p:cNvPr id="2" name="Titel 1"/>
          <p:cNvSpPr>
            <a:spLocks noGrp="1"/>
          </p:cNvSpPr>
          <p:nvPr>
            <p:ph type="title" hasCustomPrompt="1"/>
          </p:nvPr>
        </p:nvSpPr>
        <p:spPr>
          <a:xfrm>
            <a:off x="412019" y="371702"/>
            <a:ext cx="4057200" cy="828000"/>
          </a:xfrm>
        </p:spPr>
        <p:txBody>
          <a:bodyPr/>
          <a:lstStyle/>
          <a:p>
            <a:r>
              <a:rPr lang="de-CH" dirty="0"/>
              <a:t>Titel hinzufügen</a:t>
            </a:r>
          </a:p>
        </p:txBody>
      </p:sp>
      <p:sp>
        <p:nvSpPr>
          <p:cNvPr id="3" name="Inhaltsplatzhalter 2"/>
          <p:cNvSpPr>
            <a:spLocks noGrp="1"/>
          </p:cNvSpPr>
          <p:nvPr>
            <p:ph sz="half" idx="1" hasCustomPrompt="1"/>
          </p:nvPr>
        </p:nvSpPr>
        <p:spPr>
          <a:xfrm>
            <a:off x="412019" y="1976437"/>
            <a:ext cx="4057200" cy="4430782"/>
          </a:xfrm>
        </p:spPr>
        <p:txBody>
          <a:bodyPr/>
          <a:lstStyle>
            <a:lvl1pPr>
              <a:defRPr/>
            </a:lvl1pPr>
          </a:lstStyle>
          <a:p>
            <a:pPr lvl="0"/>
            <a:r>
              <a:rPr lang="de-CH" noProof="0" dirty="0"/>
              <a:t>Inhalt hinzufügen</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5" name="Datumsplatzhalter 4">
            <a:extLst>
              <a:ext uri="{FF2B5EF4-FFF2-40B4-BE49-F238E27FC236}">
                <a16:creationId xmlns:a16="http://schemas.microsoft.com/office/drawing/2014/main" id="{0CBC3AC7-219E-4C67-AEDA-C67A12A69C38}"/>
              </a:ext>
            </a:extLst>
          </p:cNvPr>
          <p:cNvSpPr>
            <a:spLocks noGrp="1"/>
          </p:cNvSpPr>
          <p:nvPr>
            <p:ph type="dt" sz="half" idx="10"/>
          </p:nvPr>
        </p:nvSpPr>
        <p:spPr/>
        <p:txBody>
          <a:bodyPr/>
          <a:lstStyle/>
          <a:p>
            <a:fld id="{4449C08A-8771-4A54-B898-1DF5ED52E816}" type="datetime4">
              <a:rPr lang="de-CH" smtClean="0"/>
              <a:t>8. Februar 2026</a:t>
            </a:fld>
            <a:endParaRPr lang="de-CH" dirty="0"/>
          </a:p>
        </p:txBody>
      </p:sp>
      <p:sp>
        <p:nvSpPr>
          <p:cNvPr id="6" name="Fußzeilenplatzhalter 5">
            <a:extLst>
              <a:ext uri="{FF2B5EF4-FFF2-40B4-BE49-F238E27FC236}">
                <a16:creationId xmlns:a16="http://schemas.microsoft.com/office/drawing/2014/main" id="{C7782AC2-B1F9-49B1-8F1C-175BF9874552}"/>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7" name="Foliennummernplatzhalter 6">
            <a:extLst>
              <a:ext uri="{FF2B5EF4-FFF2-40B4-BE49-F238E27FC236}">
                <a16:creationId xmlns:a16="http://schemas.microsoft.com/office/drawing/2014/main" id="{1764E7F5-EE66-4CED-8EDA-D78B639D28B0}"/>
              </a:ext>
            </a:extLst>
          </p:cNvPr>
          <p:cNvSpPr>
            <a:spLocks noGrp="1"/>
          </p:cNvSpPr>
          <p:nvPr>
            <p:ph type="sldNum" sz="quarter" idx="12"/>
          </p:nvPr>
        </p:nvSpPr>
        <p:spPr/>
        <p:txBody>
          <a:bodyPr/>
          <a:lstStyle/>
          <a:p>
            <a:fld id="{442AD375-037F-43D0-B059-5172DA06796A}" type="slidenum">
              <a:rPr lang="de-CH" smtClean="0"/>
              <a:pPr/>
              <a:t>‹Nr.›</a:t>
            </a:fld>
            <a:endParaRPr lang="de-CH" dirty="0"/>
          </a:p>
        </p:txBody>
      </p:sp>
    </p:spTree>
    <p:extLst>
      <p:ext uri="{BB962C8B-B14F-4D97-AF65-F5344CB8AC3E}">
        <p14:creationId xmlns:p14="http://schemas.microsoft.com/office/powerpoint/2010/main" val="21588230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el und Bild Gelb">
    <p:bg>
      <p:bgPr>
        <a:solidFill>
          <a:schemeClr val="bg2"/>
        </a:solidFill>
        <a:effectLst/>
      </p:bgPr>
    </p:bg>
    <p:spTree>
      <p:nvGrpSpPr>
        <p:cNvPr id="1" name=""/>
        <p:cNvGrpSpPr/>
        <p:nvPr/>
      </p:nvGrpSpPr>
      <p:grpSpPr>
        <a:xfrm>
          <a:off x="0" y="0"/>
          <a:ext cx="0" cy="0"/>
          <a:chOff x="0" y="0"/>
          <a:chExt cx="0" cy="0"/>
        </a:xfrm>
      </p:grpSpPr>
      <p:sp>
        <p:nvSpPr>
          <p:cNvPr id="5" name="Datumsplatzhalter 4">
            <a:extLst>
              <a:ext uri="{FF2B5EF4-FFF2-40B4-BE49-F238E27FC236}">
                <a16:creationId xmlns:a16="http://schemas.microsoft.com/office/drawing/2014/main" id="{0CBC3AC7-219E-4C67-AEDA-C67A12A69C38}"/>
              </a:ext>
            </a:extLst>
          </p:cNvPr>
          <p:cNvSpPr>
            <a:spLocks noGrp="1"/>
          </p:cNvSpPr>
          <p:nvPr>
            <p:ph type="dt" sz="half" idx="10"/>
          </p:nvPr>
        </p:nvSpPr>
        <p:spPr/>
        <p:txBody>
          <a:bodyPr/>
          <a:lstStyle/>
          <a:p>
            <a:fld id="{06A1FC10-E69F-4290-AD03-73A422A51547}" type="datetime4">
              <a:rPr lang="de-CH" smtClean="0"/>
              <a:t>8. Februar 2026</a:t>
            </a:fld>
            <a:endParaRPr lang="de-CH" dirty="0"/>
          </a:p>
        </p:txBody>
      </p:sp>
      <p:sp>
        <p:nvSpPr>
          <p:cNvPr id="7" name="Foliennummernplatzhalter 6">
            <a:extLst>
              <a:ext uri="{FF2B5EF4-FFF2-40B4-BE49-F238E27FC236}">
                <a16:creationId xmlns:a16="http://schemas.microsoft.com/office/drawing/2014/main" id="{1764E7F5-EE66-4CED-8EDA-D78B639D28B0}"/>
              </a:ext>
            </a:extLst>
          </p:cNvPr>
          <p:cNvSpPr>
            <a:spLocks noGrp="1"/>
          </p:cNvSpPr>
          <p:nvPr>
            <p:ph type="sldNum" sz="quarter" idx="12"/>
          </p:nvPr>
        </p:nvSpPr>
        <p:spPr/>
        <p:txBody>
          <a:bodyPr/>
          <a:lstStyle/>
          <a:p>
            <a:fld id="{442AD375-037F-43D0-B059-5172DA06796A}" type="slidenum">
              <a:rPr lang="de-CH" smtClean="0"/>
              <a:pPr/>
              <a:t>‹Nr.›</a:t>
            </a:fld>
            <a:endParaRPr lang="de-CH" dirty="0"/>
          </a:p>
        </p:txBody>
      </p:sp>
      <p:sp>
        <p:nvSpPr>
          <p:cNvPr id="2" name="Titel 1"/>
          <p:cNvSpPr>
            <a:spLocks noGrp="1"/>
          </p:cNvSpPr>
          <p:nvPr>
            <p:ph type="title" hasCustomPrompt="1"/>
          </p:nvPr>
        </p:nvSpPr>
        <p:spPr>
          <a:xfrm>
            <a:off x="412018" y="371475"/>
            <a:ext cx="5805902" cy="2229433"/>
          </a:xfrm>
        </p:spPr>
        <p:txBody>
          <a:bodyPr/>
          <a:lstStyle>
            <a:lvl1pPr>
              <a:lnSpc>
                <a:spcPct val="83000"/>
              </a:lnSpc>
              <a:defRPr sz="5600"/>
            </a:lvl1pPr>
          </a:lstStyle>
          <a:p>
            <a:r>
              <a:rPr lang="de-DE" dirty="0"/>
              <a:t>Titel hinzufügen</a:t>
            </a:r>
            <a:endParaRPr lang="de-CH" dirty="0"/>
          </a:p>
        </p:txBody>
      </p:sp>
      <p:sp>
        <p:nvSpPr>
          <p:cNvPr id="6" name="Fußzeilenplatzhalter 5">
            <a:extLst>
              <a:ext uri="{FF2B5EF4-FFF2-40B4-BE49-F238E27FC236}">
                <a16:creationId xmlns:a16="http://schemas.microsoft.com/office/drawing/2014/main" id="{C7782AC2-B1F9-49B1-8F1C-175BF9874552}"/>
              </a:ext>
            </a:extLst>
          </p:cNvPr>
          <p:cNvSpPr>
            <a:spLocks noGrp="1"/>
          </p:cNvSpPr>
          <p:nvPr>
            <p:ph type="ftr" sz="quarter" idx="11"/>
          </p:nvPr>
        </p:nvSpPr>
        <p:spPr>
          <a:xfrm>
            <a:off x="7176120" y="6560212"/>
            <a:ext cx="4606305" cy="144016"/>
          </a:xfrm>
        </p:spPr>
        <p:txBody>
          <a:bodyPr/>
          <a:lstStyle>
            <a:lvl1pPr>
              <a:defRPr>
                <a:solidFill>
                  <a:schemeClr val="bg2"/>
                </a:solidFill>
              </a:defRPr>
            </a:lvl1pPr>
          </a:lstStyle>
          <a:p>
            <a:r>
              <a:rPr lang="de-DE"/>
              <a:t>Die Schweizerische Post – Titel der Präsentation – Vorname Name – C1 Öffentlich | C2 Intern | C3 Eingeschränkt | C4 Vertraulich (Fusszeile ändern über «Einfügen &gt; Kopf- und Fusszeile»)</a:t>
            </a:r>
            <a:endParaRPr lang="de-CH" dirty="0"/>
          </a:p>
        </p:txBody>
      </p:sp>
      <p:pic>
        <p:nvPicPr>
          <p:cNvPr id="4" name="Grafik 3">
            <a:extLst>
              <a:ext uri="{FF2B5EF4-FFF2-40B4-BE49-F238E27FC236}">
                <a16:creationId xmlns:a16="http://schemas.microsoft.com/office/drawing/2014/main" id="{756A2C59-73C6-7327-DD71-78AE2FE6254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44290" y="5524376"/>
            <a:ext cx="1206000" cy="1206000"/>
          </a:xfrm>
          <a:prstGeom prst="rect">
            <a:avLst/>
          </a:prstGeom>
        </p:spPr>
      </p:pic>
      <p:sp>
        <p:nvSpPr>
          <p:cNvPr id="8" name="Bildplatzhalter 4">
            <a:extLst>
              <a:ext uri="{FF2B5EF4-FFF2-40B4-BE49-F238E27FC236}">
                <a16:creationId xmlns:a16="http://schemas.microsoft.com/office/drawing/2014/main" id="{B7EC263D-EC6B-8375-4025-532D38E39117}"/>
              </a:ext>
            </a:extLst>
          </p:cNvPr>
          <p:cNvSpPr>
            <a:spLocks noGrp="1"/>
          </p:cNvSpPr>
          <p:nvPr>
            <p:ph type="pic" sz="quarter" idx="13"/>
          </p:nvPr>
        </p:nvSpPr>
        <p:spPr>
          <a:xfrm>
            <a:off x="6954000" y="0"/>
            <a:ext cx="5238000" cy="6858000"/>
          </a:xfrm>
          <a:pattFill prst="lgCheck">
            <a:fgClr>
              <a:schemeClr val="bg1">
                <a:lumMod val="85000"/>
              </a:schemeClr>
            </a:fgClr>
            <a:bgClr>
              <a:schemeClr val="bg1"/>
            </a:bgClr>
          </a:pattFill>
        </p:spPr>
        <p:txBody>
          <a:bodyPr tIns="720000" anchor="ctr"/>
          <a:lstStyle>
            <a:lvl1pPr algn="ctr">
              <a:defRPr sz="1200"/>
            </a:lvl1pPr>
          </a:lstStyle>
          <a:p>
            <a:pPr marL="0" marR="0" lvl="0" indent="0" algn="ctr" defTabSz="914400" rtl="0" eaLnBrk="1" fontAlgn="auto" latinLnBrk="0" hangingPunct="1">
              <a:lnSpc>
                <a:spcPct val="109000"/>
              </a:lnSpc>
              <a:spcBef>
                <a:spcPts val="0"/>
              </a:spcBef>
              <a:spcAft>
                <a:spcPts val="0"/>
              </a:spcAft>
              <a:buClrTx/>
              <a:buSzTx/>
              <a:buFont typeface="+mj-lt"/>
              <a:buNone/>
              <a:tabLst/>
              <a:defRPr/>
            </a:pPr>
            <a:r>
              <a:rPr lang="de-DE"/>
              <a:t>Bild durch Klicken auf Symbol hinzufügen</a:t>
            </a:r>
            <a:endParaRPr lang="de-DE" dirty="0"/>
          </a:p>
        </p:txBody>
      </p:sp>
    </p:spTree>
    <p:extLst>
      <p:ext uri="{BB962C8B-B14F-4D97-AF65-F5344CB8AC3E}">
        <p14:creationId xmlns:p14="http://schemas.microsoft.com/office/powerpoint/2010/main" val="26582348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nhalt und Bild gross Gelb">
    <p:bg>
      <p:bgPr>
        <a:solidFill>
          <a:schemeClr val="bg2"/>
        </a:solidFill>
        <a:effectLst/>
      </p:bgPr>
    </p:bg>
    <p:spTree>
      <p:nvGrpSpPr>
        <p:cNvPr id="1" name=""/>
        <p:cNvGrpSpPr/>
        <p:nvPr/>
      </p:nvGrpSpPr>
      <p:grpSpPr>
        <a:xfrm>
          <a:off x="0" y="0"/>
          <a:ext cx="0" cy="0"/>
          <a:chOff x="0" y="0"/>
          <a:chExt cx="0" cy="0"/>
        </a:xfrm>
      </p:grpSpPr>
      <p:sp>
        <p:nvSpPr>
          <p:cNvPr id="5" name="Datumsplatzhalter 4">
            <a:extLst>
              <a:ext uri="{FF2B5EF4-FFF2-40B4-BE49-F238E27FC236}">
                <a16:creationId xmlns:a16="http://schemas.microsoft.com/office/drawing/2014/main" id="{0CBC3AC7-219E-4C67-AEDA-C67A12A69C38}"/>
              </a:ext>
            </a:extLst>
          </p:cNvPr>
          <p:cNvSpPr>
            <a:spLocks noGrp="1"/>
          </p:cNvSpPr>
          <p:nvPr>
            <p:ph type="dt" sz="half" idx="10"/>
          </p:nvPr>
        </p:nvSpPr>
        <p:spPr/>
        <p:txBody>
          <a:bodyPr/>
          <a:lstStyle/>
          <a:p>
            <a:fld id="{A88B12F4-A819-4DDD-B954-07349BCB8B1D}" type="datetime4">
              <a:rPr lang="de-CH" smtClean="0"/>
              <a:t>8. Februar 2026</a:t>
            </a:fld>
            <a:endParaRPr lang="de-CH" dirty="0"/>
          </a:p>
        </p:txBody>
      </p:sp>
      <p:sp>
        <p:nvSpPr>
          <p:cNvPr id="7" name="Foliennummernplatzhalter 6">
            <a:extLst>
              <a:ext uri="{FF2B5EF4-FFF2-40B4-BE49-F238E27FC236}">
                <a16:creationId xmlns:a16="http://schemas.microsoft.com/office/drawing/2014/main" id="{1764E7F5-EE66-4CED-8EDA-D78B639D28B0}"/>
              </a:ext>
            </a:extLst>
          </p:cNvPr>
          <p:cNvSpPr>
            <a:spLocks noGrp="1"/>
          </p:cNvSpPr>
          <p:nvPr>
            <p:ph type="sldNum" sz="quarter" idx="12"/>
          </p:nvPr>
        </p:nvSpPr>
        <p:spPr/>
        <p:txBody>
          <a:bodyPr/>
          <a:lstStyle/>
          <a:p>
            <a:fld id="{442AD375-037F-43D0-B059-5172DA06796A}" type="slidenum">
              <a:rPr lang="de-CH" smtClean="0"/>
              <a:pPr/>
              <a:t>‹Nr.›</a:t>
            </a:fld>
            <a:endParaRPr lang="de-CH" dirty="0"/>
          </a:p>
        </p:txBody>
      </p:sp>
      <p:sp>
        <p:nvSpPr>
          <p:cNvPr id="2" name="Titel 1"/>
          <p:cNvSpPr>
            <a:spLocks noGrp="1"/>
          </p:cNvSpPr>
          <p:nvPr>
            <p:ph type="title" hasCustomPrompt="1"/>
          </p:nvPr>
        </p:nvSpPr>
        <p:spPr>
          <a:xfrm>
            <a:off x="412019" y="371702"/>
            <a:ext cx="4243820" cy="828000"/>
          </a:xfrm>
        </p:spPr>
        <p:txBody>
          <a:bodyPr/>
          <a:lstStyle/>
          <a:p>
            <a:r>
              <a:rPr lang="de-CH" dirty="0"/>
              <a:t>Titel hinzufügen</a:t>
            </a:r>
          </a:p>
        </p:txBody>
      </p:sp>
      <p:sp>
        <p:nvSpPr>
          <p:cNvPr id="3" name="Inhaltsplatzhalter 2"/>
          <p:cNvSpPr>
            <a:spLocks noGrp="1"/>
          </p:cNvSpPr>
          <p:nvPr>
            <p:ph sz="half" idx="1" hasCustomPrompt="1"/>
          </p:nvPr>
        </p:nvSpPr>
        <p:spPr>
          <a:xfrm>
            <a:off x="412018" y="1976437"/>
            <a:ext cx="4243821" cy="3900835"/>
          </a:xfrm>
        </p:spPr>
        <p:txBody>
          <a:bodyPr/>
          <a:lstStyle>
            <a:lvl1pPr>
              <a:defRPr/>
            </a:lvl1pPr>
          </a:lstStyle>
          <a:p>
            <a:pPr lvl="0"/>
            <a:r>
              <a:rPr lang="de-CH" noProof="0" dirty="0"/>
              <a:t>Inhalt hinzufügen</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6" name="Fußzeilenplatzhalter 5">
            <a:extLst>
              <a:ext uri="{FF2B5EF4-FFF2-40B4-BE49-F238E27FC236}">
                <a16:creationId xmlns:a16="http://schemas.microsoft.com/office/drawing/2014/main" id="{C7782AC2-B1F9-49B1-8F1C-175BF9874552}"/>
              </a:ext>
            </a:extLst>
          </p:cNvPr>
          <p:cNvSpPr>
            <a:spLocks noGrp="1"/>
          </p:cNvSpPr>
          <p:nvPr>
            <p:ph type="ftr" sz="quarter" idx="11"/>
          </p:nvPr>
        </p:nvSpPr>
        <p:spPr>
          <a:xfrm>
            <a:off x="5713439" y="6556119"/>
            <a:ext cx="4447887" cy="148109"/>
          </a:xfrm>
        </p:spPr>
        <p:txBody>
          <a:bodyPr/>
          <a:lstStyle>
            <a:lvl1pPr>
              <a:defRPr>
                <a:solidFill>
                  <a:schemeClr val="bg2"/>
                </a:solidFill>
              </a:defRPr>
            </a:lvl1pPr>
          </a:lstStyle>
          <a:p>
            <a:r>
              <a:rPr lang="de-DE"/>
              <a:t>Die Schweizerische Post – Titel der Präsentation – Vorname Name – C1 Öffentlich | C2 Intern | C3 Eingeschränkt | C4 Vertraulich (Fusszeile ändern über «Einfügen &gt; Kopf- und Fusszeile»)</a:t>
            </a:r>
            <a:endParaRPr lang="de-CH" dirty="0"/>
          </a:p>
        </p:txBody>
      </p:sp>
      <p:pic>
        <p:nvPicPr>
          <p:cNvPr id="9" name="Grafik 8">
            <a:extLst>
              <a:ext uri="{FF2B5EF4-FFF2-40B4-BE49-F238E27FC236}">
                <a16:creationId xmlns:a16="http://schemas.microsoft.com/office/drawing/2014/main" id="{4E233E10-EAD7-13C1-4AD6-B38E6FCBB7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44290" y="5524376"/>
            <a:ext cx="1206000" cy="1206000"/>
          </a:xfrm>
          <a:prstGeom prst="rect">
            <a:avLst/>
          </a:prstGeom>
        </p:spPr>
      </p:pic>
      <p:sp>
        <p:nvSpPr>
          <p:cNvPr id="8" name="Bildplatzhalter 4">
            <a:extLst>
              <a:ext uri="{FF2B5EF4-FFF2-40B4-BE49-F238E27FC236}">
                <a16:creationId xmlns:a16="http://schemas.microsoft.com/office/drawing/2014/main" id="{B7EC263D-EC6B-8375-4025-532D38E39117}"/>
              </a:ext>
            </a:extLst>
          </p:cNvPr>
          <p:cNvSpPr>
            <a:spLocks noGrp="1"/>
          </p:cNvSpPr>
          <p:nvPr>
            <p:ph type="pic" sz="quarter" idx="13"/>
          </p:nvPr>
        </p:nvSpPr>
        <p:spPr>
          <a:xfrm>
            <a:off x="5244000" y="0"/>
            <a:ext cx="6948000" cy="6858000"/>
          </a:xfrm>
          <a:pattFill prst="lgCheck">
            <a:fgClr>
              <a:schemeClr val="bg1">
                <a:lumMod val="85000"/>
              </a:schemeClr>
            </a:fgClr>
            <a:bgClr>
              <a:schemeClr val="bg1"/>
            </a:bgClr>
          </a:pattFill>
        </p:spPr>
        <p:txBody>
          <a:bodyPr tIns="720000" anchor="ctr"/>
          <a:lstStyle>
            <a:lvl1pPr algn="ctr">
              <a:defRPr sz="1200"/>
            </a:lvl1pPr>
          </a:lstStyle>
          <a:p>
            <a:pPr marL="0" marR="0" lvl="0" indent="0" algn="ctr" defTabSz="914400" rtl="0" eaLnBrk="1" fontAlgn="auto" latinLnBrk="0" hangingPunct="1">
              <a:lnSpc>
                <a:spcPct val="109000"/>
              </a:lnSpc>
              <a:spcBef>
                <a:spcPts val="0"/>
              </a:spcBef>
              <a:spcAft>
                <a:spcPts val="0"/>
              </a:spcAft>
              <a:buClrTx/>
              <a:buSzTx/>
              <a:buFont typeface="+mj-lt"/>
              <a:buNone/>
              <a:tabLst/>
              <a:defRPr/>
            </a:pPr>
            <a:r>
              <a:rPr lang="de-DE"/>
              <a:t>Bild durch Klicken auf Symbol hinzufügen</a:t>
            </a:r>
            <a:endParaRPr lang="de-DE" dirty="0"/>
          </a:p>
        </p:txBody>
      </p:sp>
    </p:spTree>
    <p:extLst>
      <p:ext uri="{BB962C8B-B14F-4D97-AF65-F5344CB8AC3E}">
        <p14:creationId xmlns:p14="http://schemas.microsoft.com/office/powerpoint/2010/main" val="136413513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Zitat links">
    <p:spTree>
      <p:nvGrpSpPr>
        <p:cNvPr id="1" name=""/>
        <p:cNvGrpSpPr/>
        <p:nvPr/>
      </p:nvGrpSpPr>
      <p:grpSpPr>
        <a:xfrm>
          <a:off x="0" y="0"/>
          <a:ext cx="0" cy="0"/>
          <a:chOff x="0" y="0"/>
          <a:chExt cx="0" cy="0"/>
        </a:xfrm>
      </p:grpSpPr>
      <p:sp>
        <p:nvSpPr>
          <p:cNvPr id="5" name="Bildplatzhalter 4">
            <a:extLst>
              <a:ext uri="{FF2B5EF4-FFF2-40B4-BE49-F238E27FC236}">
                <a16:creationId xmlns:a16="http://schemas.microsoft.com/office/drawing/2014/main" id="{1024D5AC-18B7-42A0-8763-5161D9B6B298}"/>
              </a:ext>
            </a:extLst>
          </p:cNvPr>
          <p:cNvSpPr>
            <a:spLocks noGrp="1"/>
          </p:cNvSpPr>
          <p:nvPr>
            <p:ph type="pic" sz="quarter" idx="13"/>
          </p:nvPr>
        </p:nvSpPr>
        <p:spPr>
          <a:xfrm>
            <a:off x="0" y="0"/>
            <a:ext cx="12192000" cy="6858000"/>
          </a:xfrm>
          <a:pattFill prst="lgCheck">
            <a:fgClr>
              <a:schemeClr val="bg1">
                <a:lumMod val="85000"/>
              </a:schemeClr>
            </a:fgClr>
            <a:bgClr>
              <a:schemeClr val="bg1"/>
            </a:bgClr>
          </a:pattFill>
        </p:spPr>
        <p:txBody>
          <a:bodyPr tIns="720000" anchor="ctr"/>
          <a:lstStyle>
            <a:lvl1pPr algn="ctr">
              <a:defRPr sz="1200"/>
            </a:lvl1pPr>
          </a:lstStyle>
          <a:p>
            <a:pPr marL="0" marR="0" lvl="0" indent="0" algn="ctr" defTabSz="914400" rtl="0" eaLnBrk="1" fontAlgn="auto" latinLnBrk="0" hangingPunct="1">
              <a:lnSpc>
                <a:spcPct val="109000"/>
              </a:lnSpc>
              <a:spcBef>
                <a:spcPts val="0"/>
              </a:spcBef>
              <a:spcAft>
                <a:spcPts val="0"/>
              </a:spcAft>
              <a:buClrTx/>
              <a:buSzTx/>
              <a:buFont typeface="+mj-lt"/>
              <a:buNone/>
              <a:tabLst/>
              <a:defRPr/>
            </a:pPr>
            <a:r>
              <a:rPr lang="de-DE"/>
              <a:t>Bild durch Klicken auf Symbol hinzufügen</a:t>
            </a:r>
            <a:endParaRPr lang="de-DE" dirty="0"/>
          </a:p>
        </p:txBody>
      </p:sp>
      <p:sp>
        <p:nvSpPr>
          <p:cNvPr id="3" name="Datumsplatzhalter 2">
            <a:extLst>
              <a:ext uri="{FF2B5EF4-FFF2-40B4-BE49-F238E27FC236}">
                <a16:creationId xmlns:a16="http://schemas.microsoft.com/office/drawing/2014/main" id="{BEB216CB-AE9D-4C01-AD48-4B7915875192}"/>
              </a:ext>
            </a:extLst>
          </p:cNvPr>
          <p:cNvSpPr>
            <a:spLocks noGrp="1"/>
          </p:cNvSpPr>
          <p:nvPr>
            <p:ph type="dt" sz="half" idx="14"/>
          </p:nvPr>
        </p:nvSpPr>
        <p:spPr/>
        <p:txBody>
          <a:bodyPr/>
          <a:lstStyle>
            <a:lvl1pPr>
              <a:defRPr>
                <a:solidFill>
                  <a:schemeClr val="bg1"/>
                </a:solidFill>
              </a:defRPr>
            </a:lvl1pPr>
          </a:lstStyle>
          <a:p>
            <a:fld id="{0E99EA47-7055-42BB-81D0-ECB17D645498}" type="datetime4">
              <a:rPr lang="de-CH" smtClean="0"/>
              <a:t>8. Februar 2026</a:t>
            </a:fld>
            <a:endParaRPr lang="de-CH" dirty="0"/>
          </a:p>
        </p:txBody>
      </p:sp>
      <p:sp>
        <p:nvSpPr>
          <p:cNvPr id="4" name="Fußzeilenplatzhalter 3">
            <a:extLst>
              <a:ext uri="{FF2B5EF4-FFF2-40B4-BE49-F238E27FC236}">
                <a16:creationId xmlns:a16="http://schemas.microsoft.com/office/drawing/2014/main" id="{43E67269-0443-40A6-8D53-CF9C30AE7206}"/>
              </a:ext>
            </a:extLst>
          </p:cNvPr>
          <p:cNvSpPr>
            <a:spLocks noGrp="1"/>
          </p:cNvSpPr>
          <p:nvPr>
            <p:ph type="ftr" sz="quarter" idx="15"/>
          </p:nvPr>
        </p:nvSpPr>
        <p:spPr/>
        <p:txBody>
          <a:bodyPr/>
          <a:lstStyle>
            <a:lvl1pPr>
              <a:defRPr>
                <a:solidFill>
                  <a:schemeClr val="bg1"/>
                </a:solidFill>
              </a:defRPr>
            </a:lvl1p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1FD2179C-3288-47A5-A587-1B7255A2C3E5}"/>
              </a:ext>
            </a:extLst>
          </p:cNvPr>
          <p:cNvSpPr>
            <a:spLocks noGrp="1"/>
          </p:cNvSpPr>
          <p:nvPr>
            <p:ph type="sldNum" sz="quarter" idx="16"/>
          </p:nvPr>
        </p:nvSpPr>
        <p:spPr/>
        <p:txBody>
          <a:bodyPr/>
          <a:lstStyle>
            <a:lvl1pPr>
              <a:defRPr>
                <a:solidFill>
                  <a:schemeClr val="bg1"/>
                </a:solidFill>
              </a:defRPr>
            </a:lvl1pPr>
          </a:lstStyle>
          <a:p>
            <a:fld id="{442AD375-037F-43D0-B059-5172DA06796A}" type="slidenum">
              <a:rPr lang="de-CH" smtClean="0"/>
              <a:pPr/>
              <a:t>‹Nr.›</a:t>
            </a:fld>
            <a:endParaRPr lang="de-CH" dirty="0"/>
          </a:p>
        </p:txBody>
      </p:sp>
      <p:sp>
        <p:nvSpPr>
          <p:cNvPr id="2" name="Inhaltsplatzhalter 3">
            <a:extLst>
              <a:ext uri="{FF2B5EF4-FFF2-40B4-BE49-F238E27FC236}">
                <a16:creationId xmlns:a16="http://schemas.microsoft.com/office/drawing/2014/main" id="{6029DBCC-5BE1-0014-B46D-FC7A7701B1EB}"/>
              </a:ext>
            </a:extLst>
          </p:cNvPr>
          <p:cNvSpPr>
            <a:spLocks noGrp="1"/>
          </p:cNvSpPr>
          <p:nvPr>
            <p:ph sz="half" idx="2" hasCustomPrompt="1"/>
          </p:nvPr>
        </p:nvSpPr>
        <p:spPr>
          <a:xfrm>
            <a:off x="1162800" y="1976438"/>
            <a:ext cx="4860236" cy="4433887"/>
          </a:xfrm>
        </p:spPr>
        <p:txBody>
          <a:bodyPr anchor="t"/>
          <a:lstStyle>
            <a:lvl1pPr algn="l">
              <a:lnSpc>
                <a:spcPct val="101000"/>
              </a:lnSpc>
              <a:spcAft>
                <a:spcPts val="1800"/>
              </a:spcAft>
              <a:defRPr sz="2800" b="0" i="1">
                <a:solidFill>
                  <a:schemeClr val="bg1"/>
                </a:solidFill>
              </a:defRPr>
            </a:lvl1pPr>
            <a:lvl2pPr marL="0" indent="0" algn="l">
              <a:lnSpc>
                <a:spcPct val="101000"/>
              </a:lnSpc>
              <a:buFontTx/>
              <a:buNone/>
              <a:defRPr sz="1200" i="0">
                <a:solidFill>
                  <a:schemeClr val="bg1"/>
                </a:solidFill>
              </a:defRPr>
            </a:lvl2pPr>
            <a:lvl3pPr algn="l">
              <a:lnSpc>
                <a:spcPct val="101000"/>
              </a:lnSpc>
              <a:defRPr sz="2800" i="1">
                <a:solidFill>
                  <a:schemeClr val="bg1"/>
                </a:solidFill>
              </a:defRPr>
            </a:lvl3pPr>
            <a:lvl4pPr algn="l">
              <a:lnSpc>
                <a:spcPct val="101000"/>
              </a:lnSpc>
              <a:defRPr sz="2800" i="1">
                <a:solidFill>
                  <a:schemeClr val="bg1"/>
                </a:solidFill>
              </a:defRPr>
            </a:lvl4pPr>
            <a:lvl5pPr algn="l">
              <a:lnSpc>
                <a:spcPct val="101000"/>
              </a:lnSpc>
              <a:defRPr sz="2800" i="1">
                <a:solidFill>
                  <a:schemeClr val="bg1"/>
                </a:solidFill>
              </a:defRPr>
            </a:lvl5pPr>
          </a:lstStyle>
          <a:p>
            <a:pPr lvl="0"/>
            <a:r>
              <a:rPr lang="de-CH" noProof="0" dirty="0"/>
              <a:t>«Zitat hinzufügen»</a:t>
            </a:r>
          </a:p>
          <a:p>
            <a:pPr lvl="1"/>
            <a:r>
              <a:rPr lang="de-CH" noProof="0" dirty="0"/>
              <a:t>Vorname Name</a:t>
            </a:r>
          </a:p>
        </p:txBody>
      </p:sp>
    </p:spTree>
    <p:extLst>
      <p:ext uri="{BB962C8B-B14F-4D97-AF65-F5344CB8AC3E}">
        <p14:creationId xmlns:p14="http://schemas.microsoft.com/office/powerpoint/2010/main" val="16949553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Zitat rechts">
    <p:spTree>
      <p:nvGrpSpPr>
        <p:cNvPr id="1" name=""/>
        <p:cNvGrpSpPr/>
        <p:nvPr/>
      </p:nvGrpSpPr>
      <p:grpSpPr>
        <a:xfrm>
          <a:off x="0" y="0"/>
          <a:ext cx="0" cy="0"/>
          <a:chOff x="0" y="0"/>
          <a:chExt cx="0" cy="0"/>
        </a:xfrm>
      </p:grpSpPr>
      <p:sp>
        <p:nvSpPr>
          <p:cNvPr id="5" name="Bildplatzhalter 4">
            <a:extLst>
              <a:ext uri="{FF2B5EF4-FFF2-40B4-BE49-F238E27FC236}">
                <a16:creationId xmlns:a16="http://schemas.microsoft.com/office/drawing/2014/main" id="{1024D5AC-18B7-42A0-8763-5161D9B6B298}"/>
              </a:ext>
            </a:extLst>
          </p:cNvPr>
          <p:cNvSpPr>
            <a:spLocks noGrp="1"/>
          </p:cNvSpPr>
          <p:nvPr>
            <p:ph type="pic" sz="quarter" idx="13"/>
          </p:nvPr>
        </p:nvSpPr>
        <p:spPr>
          <a:xfrm>
            <a:off x="0" y="0"/>
            <a:ext cx="12192000" cy="6858000"/>
          </a:xfrm>
          <a:pattFill prst="lgCheck">
            <a:fgClr>
              <a:schemeClr val="bg1">
                <a:lumMod val="85000"/>
              </a:schemeClr>
            </a:fgClr>
            <a:bgClr>
              <a:schemeClr val="bg1"/>
            </a:bgClr>
          </a:pattFill>
        </p:spPr>
        <p:txBody>
          <a:bodyPr tIns="720000" anchor="ctr"/>
          <a:lstStyle>
            <a:lvl1pPr algn="ctr">
              <a:defRPr sz="1200"/>
            </a:lvl1pPr>
          </a:lstStyle>
          <a:p>
            <a:pPr marL="0" marR="0" lvl="0" indent="0" algn="ctr" defTabSz="914400" rtl="0" eaLnBrk="1" fontAlgn="auto" latinLnBrk="0" hangingPunct="1">
              <a:lnSpc>
                <a:spcPct val="109000"/>
              </a:lnSpc>
              <a:spcBef>
                <a:spcPts val="0"/>
              </a:spcBef>
              <a:spcAft>
                <a:spcPts val="0"/>
              </a:spcAft>
              <a:buClrTx/>
              <a:buSzTx/>
              <a:buFont typeface="+mj-lt"/>
              <a:buNone/>
              <a:tabLst/>
              <a:defRPr/>
            </a:pPr>
            <a:r>
              <a:rPr lang="de-DE"/>
              <a:t>Bild durch Klicken auf Symbol hinzufügen</a:t>
            </a:r>
            <a:endParaRPr lang="de-DE" dirty="0"/>
          </a:p>
        </p:txBody>
      </p:sp>
      <p:sp>
        <p:nvSpPr>
          <p:cNvPr id="3" name="Datumsplatzhalter 2">
            <a:extLst>
              <a:ext uri="{FF2B5EF4-FFF2-40B4-BE49-F238E27FC236}">
                <a16:creationId xmlns:a16="http://schemas.microsoft.com/office/drawing/2014/main" id="{BEB216CB-AE9D-4C01-AD48-4B7915875192}"/>
              </a:ext>
            </a:extLst>
          </p:cNvPr>
          <p:cNvSpPr>
            <a:spLocks noGrp="1"/>
          </p:cNvSpPr>
          <p:nvPr>
            <p:ph type="dt" sz="half" idx="14"/>
          </p:nvPr>
        </p:nvSpPr>
        <p:spPr/>
        <p:txBody>
          <a:bodyPr/>
          <a:lstStyle>
            <a:lvl1pPr>
              <a:defRPr>
                <a:solidFill>
                  <a:schemeClr val="tx1"/>
                </a:solidFill>
              </a:defRPr>
            </a:lvl1pPr>
          </a:lstStyle>
          <a:p>
            <a:fld id="{BAD2BB65-FE3C-4015-840F-40871757D1DB}" type="datetime4">
              <a:rPr lang="de-CH" smtClean="0"/>
              <a:t>8. Februar 2026</a:t>
            </a:fld>
            <a:endParaRPr lang="de-CH" dirty="0"/>
          </a:p>
        </p:txBody>
      </p:sp>
      <p:sp>
        <p:nvSpPr>
          <p:cNvPr id="4" name="Fußzeilenplatzhalter 3">
            <a:extLst>
              <a:ext uri="{FF2B5EF4-FFF2-40B4-BE49-F238E27FC236}">
                <a16:creationId xmlns:a16="http://schemas.microsoft.com/office/drawing/2014/main" id="{43E67269-0443-40A6-8D53-CF9C30AE7206}"/>
              </a:ext>
            </a:extLst>
          </p:cNvPr>
          <p:cNvSpPr>
            <a:spLocks noGrp="1"/>
          </p:cNvSpPr>
          <p:nvPr>
            <p:ph type="ftr" sz="quarter" idx="15"/>
          </p:nvPr>
        </p:nvSpPr>
        <p:spPr/>
        <p:txBody>
          <a:bodyPr/>
          <a:lstStyle>
            <a:lvl1pPr>
              <a:defRPr>
                <a:solidFill>
                  <a:schemeClr val="tx1"/>
                </a:solidFill>
              </a:defRPr>
            </a:lvl1p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1FD2179C-3288-47A5-A587-1B7255A2C3E5}"/>
              </a:ext>
            </a:extLst>
          </p:cNvPr>
          <p:cNvSpPr>
            <a:spLocks noGrp="1"/>
          </p:cNvSpPr>
          <p:nvPr>
            <p:ph type="sldNum" sz="quarter" idx="16"/>
          </p:nvPr>
        </p:nvSpPr>
        <p:spPr/>
        <p:txBody>
          <a:bodyPr/>
          <a:lstStyle>
            <a:lvl1pPr>
              <a:defRPr>
                <a:solidFill>
                  <a:schemeClr val="tx1"/>
                </a:solidFill>
              </a:defRPr>
            </a:lvl1pPr>
          </a:lstStyle>
          <a:p>
            <a:fld id="{442AD375-037F-43D0-B059-5172DA06796A}" type="slidenum">
              <a:rPr lang="de-CH" smtClean="0"/>
              <a:pPr/>
              <a:t>‹Nr.›</a:t>
            </a:fld>
            <a:endParaRPr lang="de-CH" dirty="0"/>
          </a:p>
        </p:txBody>
      </p:sp>
      <p:sp>
        <p:nvSpPr>
          <p:cNvPr id="2" name="Inhaltsplatzhalter 3">
            <a:extLst>
              <a:ext uri="{FF2B5EF4-FFF2-40B4-BE49-F238E27FC236}">
                <a16:creationId xmlns:a16="http://schemas.microsoft.com/office/drawing/2014/main" id="{F984793C-95B8-CDE1-0D12-2887F3347F94}"/>
              </a:ext>
            </a:extLst>
          </p:cNvPr>
          <p:cNvSpPr>
            <a:spLocks noGrp="1"/>
          </p:cNvSpPr>
          <p:nvPr>
            <p:ph sz="half" idx="2" hasCustomPrompt="1"/>
          </p:nvPr>
        </p:nvSpPr>
        <p:spPr>
          <a:xfrm>
            <a:off x="6922189" y="1976437"/>
            <a:ext cx="4860236" cy="4433887"/>
          </a:xfrm>
        </p:spPr>
        <p:txBody>
          <a:bodyPr anchor="t"/>
          <a:lstStyle>
            <a:lvl1pPr algn="l">
              <a:lnSpc>
                <a:spcPct val="101000"/>
              </a:lnSpc>
              <a:spcAft>
                <a:spcPts val="1800"/>
              </a:spcAft>
              <a:defRPr sz="2800" b="0" i="1">
                <a:solidFill>
                  <a:schemeClr val="tx1"/>
                </a:solidFill>
              </a:defRPr>
            </a:lvl1pPr>
            <a:lvl2pPr marL="0" indent="0" algn="l">
              <a:lnSpc>
                <a:spcPct val="101000"/>
              </a:lnSpc>
              <a:buFontTx/>
              <a:buNone/>
              <a:defRPr sz="1200" i="0">
                <a:solidFill>
                  <a:schemeClr val="tx1"/>
                </a:solidFill>
              </a:defRPr>
            </a:lvl2pPr>
            <a:lvl3pPr algn="l">
              <a:lnSpc>
                <a:spcPct val="101000"/>
              </a:lnSpc>
              <a:defRPr sz="2800" i="1">
                <a:solidFill>
                  <a:schemeClr val="bg1"/>
                </a:solidFill>
              </a:defRPr>
            </a:lvl3pPr>
            <a:lvl4pPr algn="l">
              <a:lnSpc>
                <a:spcPct val="101000"/>
              </a:lnSpc>
              <a:defRPr sz="2800" i="1">
                <a:solidFill>
                  <a:schemeClr val="bg1"/>
                </a:solidFill>
              </a:defRPr>
            </a:lvl4pPr>
            <a:lvl5pPr algn="l">
              <a:lnSpc>
                <a:spcPct val="101000"/>
              </a:lnSpc>
              <a:defRPr sz="2800" i="1">
                <a:solidFill>
                  <a:schemeClr val="bg1"/>
                </a:solidFill>
              </a:defRPr>
            </a:lvl5pPr>
          </a:lstStyle>
          <a:p>
            <a:pPr lvl="0"/>
            <a:r>
              <a:rPr lang="de-CH" noProof="0" dirty="0"/>
              <a:t>«Zitat hinzufügen»</a:t>
            </a:r>
          </a:p>
          <a:p>
            <a:pPr lvl="1"/>
            <a:r>
              <a:rPr lang="de-CH" noProof="0" dirty="0"/>
              <a:t>Vorname Name</a:t>
            </a:r>
          </a:p>
        </p:txBody>
      </p:sp>
    </p:spTree>
    <p:extLst>
      <p:ext uri="{BB962C8B-B14F-4D97-AF65-F5344CB8AC3E}">
        <p14:creationId xmlns:p14="http://schemas.microsoft.com/office/powerpoint/2010/main" val="8250599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Zitat links Schwarz">
    <p:bg>
      <p:bgPr>
        <a:solidFill>
          <a:schemeClr val="tx1"/>
        </a:solidFill>
        <a:effectLst/>
      </p:bgPr>
    </p:bg>
    <p:spTree>
      <p:nvGrpSpPr>
        <p:cNvPr id="1" name=""/>
        <p:cNvGrpSpPr/>
        <p:nvPr/>
      </p:nvGrpSpPr>
      <p:grpSpPr>
        <a:xfrm>
          <a:off x="0" y="0"/>
          <a:ext cx="0" cy="0"/>
          <a:chOff x="0" y="0"/>
          <a:chExt cx="0" cy="0"/>
        </a:xfrm>
      </p:grpSpPr>
      <p:sp>
        <p:nvSpPr>
          <p:cNvPr id="5" name="Bildplatzhalter 4">
            <a:extLst>
              <a:ext uri="{FF2B5EF4-FFF2-40B4-BE49-F238E27FC236}">
                <a16:creationId xmlns:a16="http://schemas.microsoft.com/office/drawing/2014/main" id="{1024D5AC-18B7-42A0-8763-5161D9B6B298}"/>
              </a:ext>
            </a:extLst>
          </p:cNvPr>
          <p:cNvSpPr>
            <a:spLocks noGrp="1"/>
          </p:cNvSpPr>
          <p:nvPr>
            <p:ph type="pic" sz="quarter" idx="13"/>
          </p:nvPr>
        </p:nvSpPr>
        <p:spPr>
          <a:xfrm>
            <a:off x="6097200" y="0"/>
            <a:ext cx="6094800" cy="6858000"/>
          </a:xfrm>
          <a:pattFill prst="lgCheck">
            <a:fgClr>
              <a:schemeClr val="bg1">
                <a:lumMod val="85000"/>
              </a:schemeClr>
            </a:fgClr>
            <a:bgClr>
              <a:schemeClr val="bg1"/>
            </a:bgClr>
          </a:pattFill>
        </p:spPr>
        <p:txBody>
          <a:bodyPr tIns="720000" anchor="ctr"/>
          <a:lstStyle>
            <a:lvl1pPr algn="ctr">
              <a:defRPr sz="1200"/>
            </a:lvl1pPr>
          </a:lstStyle>
          <a:p>
            <a:pPr marL="0" marR="0" lvl="0" indent="0" algn="ctr" defTabSz="914400" rtl="0" eaLnBrk="1" fontAlgn="auto" latinLnBrk="0" hangingPunct="1">
              <a:lnSpc>
                <a:spcPct val="109000"/>
              </a:lnSpc>
              <a:spcBef>
                <a:spcPts val="0"/>
              </a:spcBef>
              <a:spcAft>
                <a:spcPts val="0"/>
              </a:spcAft>
              <a:buClrTx/>
              <a:buSzTx/>
              <a:buFont typeface="+mj-lt"/>
              <a:buNone/>
              <a:tabLst/>
              <a:defRPr/>
            </a:pPr>
            <a:r>
              <a:rPr lang="de-DE"/>
              <a:t>Bild durch Klicken auf Symbol hinzufügen</a:t>
            </a:r>
            <a:endParaRPr lang="de-DE" dirty="0"/>
          </a:p>
        </p:txBody>
      </p:sp>
      <p:sp>
        <p:nvSpPr>
          <p:cNvPr id="3" name="Datumsplatzhalter 2">
            <a:extLst>
              <a:ext uri="{FF2B5EF4-FFF2-40B4-BE49-F238E27FC236}">
                <a16:creationId xmlns:a16="http://schemas.microsoft.com/office/drawing/2014/main" id="{BEB216CB-AE9D-4C01-AD48-4B7915875192}"/>
              </a:ext>
            </a:extLst>
          </p:cNvPr>
          <p:cNvSpPr>
            <a:spLocks noGrp="1"/>
          </p:cNvSpPr>
          <p:nvPr>
            <p:ph type="dt" sz="half" idx="14"/>
          </p:nvPr>
        </p:nvSpPr>
        <p:spPr/>
        <p:txBody>
          <a:bodyPr/>
          <a:lstStyle>
            <a:lvl1pPr>
              <a:defRPr>
                <a:solidFill>
                  <a:schemeClr val="bg1"/>
                </a:solidFill>
              </a:defRPr>
            </a:lvl1pPr>
          </a:lstStyle>
          <a:p>
            <a:fld id="{EA34726B-7BED-45C5-9554-866B09F9606B}" type="datetime4">
              <a:rPr lang="de-CH" smtClean="0"/>
              <a:t>8. Februar 2026</a:t>
            </a:fld>
            <a:endParaRPr lang="de-CH" dirty="0"/>
          </a:p>
        </p:txBody>
      </p:sp>
      <p:sp>
        <p:nvSpPr>
          <p:cNvPr id="4" name="Fußzeilenplatzhalter 3">
            <a:extLst>
              <a:ext uri="{FF2B5EF4-FFF2-40B4-BE49-F238E27FC236}">
                <a16:creationId xmlns:a16="http://schemas.microsoft.com/office/drawing/2014/main" id="{43E67269-0443-40A6-8D53-CF9C30AE7206}"/>
              </a:ext>
            </a:extLst>
          </p:cNvPr>
          <p:cNvSpPr>
            <a:spLocks noGrp="1"/>
          </p:cNvSpPr>
          <p:nvPr>
            <p:ph type="ftr" sz="quarter" idx="15"/>
          </p:nvPr>
        </p:nvSpPr>
        <p:spPr/>
        <p:txBody>
          <a:bodyPr/>
          <a:lstStyle>
            <a:lvl1pPr>
              <a:defRPr>
                <a:solidFill>
                  <a:schemeClr val="bg1"/>
                </a:solidFill>
              </a:defRPr>
            </a:lvl1p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1FD2179C-3288-47A5-A587-1B7255A2C3E5}"/>
              </a:ext>
            </a:extLst>
          </p:cNvPr>
          <p:cNvSpPr>
            <a:spLocks noGrp="1"/>
          </p:cNvSpPr>
          <p:nvPr>
            <p:ph type="sldNum" sz="quarter" idx="16"/>
          </p:nvPr>
        </p:nvSpPr>
        <p:spPr/>
        <p:txBody>
          <a:bodyPr/>
          <a:lstStyle>
            <a:lvl1pPr>
              <a:defRPr>
                <a:solidFill>
                  <a:schemeClr val="bg1"/>
                </a:solidFill>
              </a:defRPr>
            </a:lvl1pPr>
          </a:lstStyle>
          <a:p>
            <a:fld id="{442AD375-037F-43D0-B059-5172DA06796A}" type="slidenum">
              <a:rPr lang="de-CH" smtClean="0"/>
              <a:pPr/>
              <a:t>‹Nr.›</a:t>
            </a:fld>
            <a:endParaRPr lang="de-CH" dirty="0"/>
          </a:p>
        </p:txBody>
      </p:sp>
      <p:sp>
        <p:nvSpPr>
          <p:cNvPr id="7" name="Inhaltsplatzhalter 3">
            <a:extLst>
              <a:ext uri="{FF2B5EF4-FFF2-40B4-BE49-F238E27FC236}">
                <a16:creationId xmlns:a16="http://schemas.microsoft.com/office/drawing/2014/main" id="{1418F4BC-4C74-54CA-A134-CA009C48C1D5}"/>
              </a:ext>
            </a:extLst>
          </p:cNvPr>
          <p:cNvSpPr>
            <a:spLocks noGrp="1"/>
          </p:cNvSpPr>
          <p:nvPr>
            <p:ph sz="half" idx="2" hasCustomPrompt="1"/>
          </p:nvPr>
        </p:nvSpPr>
        <p:spPr>
          <a:xfrm>
            <a:off x="409575" y="1976438"/>
            <a:ext cx="4860236" cy="4430002"/>
          </a:xfrm>
        </p:spPr>
        <p:txBody>
          <a:bodyPr anchor="t"/>
          <a:lstStyle>
            <a:lvl1pPr algn="l">
              <a:lnSpc>
                <a:spcPct val="101000"/>
              </a:lnSpc>
              <a:spcAft>
                <a:spcPts val="1800"/>
              </a:spcAft>
              <a:defRPr sz="2800" b="0" i="1">
                <a:solidFill>
                  <a:schemeClr val="bg1"/>
                </a:solidFill>
              </a:defRPr>
            </a:lvl1pPr>
            <a:lvl2pPr marL="0" indent="0" algn="l">
              <a:lnSpc>
                <a:spcPct val="101000"/>
              </a:lnSpc>
              <a:buFontTx/>
              <a:buNone/>
              <a:defRPr sz="1200" i="0">
                <a:solidFill>
                  <a:schemeClr val="bg1"/>
                </a:solidFill>
              </a:defRPr>
            </a:lvl2pPr>
            <a:lvl3pPr algn="l">
              <a:lnSpc>
                <a:spcPct val="101000"/>
              </a:lnSpc>
              <a:defRPr sz="2800" i="1">
                <a:solidFill>
                  <a:schemeClr val="bg1"/>
                </a:solidFill>
              </a:defRPr>
            </a:lvl3pPr>
            <a:lvl4pPr algn="l">
              <a:lnSpc>
                <a:spcPct val="101000"/>
              </a:lnSpc>
              <a:defRPr sz="2800" i="1">
                <a:solidFill>
                  <a:schemeClr val="bg1"/>
                </a:solidFill>
              </a:defRPr>
            </a:lvl4pPr>
            <a:lvl5pPr algn="l">
              <a:lnSpc>
                <a:spcPct val="101000"/>
              </a:lnSpc>
              <a:defRPr sz="2800" i="1">
                <a:solidFill>
                  <a:schemeClr val="bg1"/>
                </a:solidFill>
              </a:defRPr>
            </a:lvl5pPr>
          </a:lstStyle>
          <a:p>
            <a:pPr lvl="0"/>
            <a:r>
              <a:rPr lang="de-CH" noProof="0" dirty="0"/>
              <a:t>«Zitat hinzufügen»</a:t>
            </a:r>
          </a:p>
          <a:p>
            <a:pPr lvl="1"/>
            <a:r>
              <a:rPr lang="de-CH" noProof="0" dirty="0"/>
              <a:t>Vorname Name</a:t>
            </a:r>
          </a:p>
        </p:txBody>
      </p:sp>
    </p:spTree>
    <p:extLst>
      <p:ext uri="{BB962C8B-B14F-4D97-AF65-F5344CB8AC3E}">
        <p14:creationId xmlns:p14="http://schemas.microsoft.com/office/powerpoint/2010/main" val="12067690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Zitat links Gelb">
    <p:bg>
      <p:bgPr>
        <a:solidFill>
          <a:schemeClr val="accent2"/>
        </a:solidFill>
        <a:effectLst/>
      </p:bgPr>
    </p:bg>
    <p:spTree>
      <p:nvGrpSpPr>
        <p:cNvPr id="1" name=""/>
        <p:cNvGrpSpPr/>
        <p:nvPr/>
      </p:nvGrpSpPr>
      <p:grpSpPr>
        <a:xfrm>
          <a:off x="0" y="0"/>
          <a:ext cx="0" cy="0"/>
          <a:chOff x="0" y="0"/>
          <a:chExt cx="0" cy="0"/>
        </a:xfrm>
      </p:grpSpPr>
      <p:sp>
        <p:nvSpPr>
          <p:cNvPr id="5" name="Bildplatzhalter 4">
            <a:extLst>
              <a:ext uri="{FF2B5EF4-FFF2-40B4-BE49-F238E27FC236}">
                <a16:creationId xmlns:a16="http://schemas.microsoft.com/office/drawing/2014/main" id="{1024D5AC-18B7-42A0-8763-5161D9B6B298}"/>
              </a:ext>
            </a:extLst>
          </p:cNvPr>
          <p:cNvSpPr>
            <a:spLocks noGrp="1"/>
          </p:cNvSpPr>
          <p:nvPr>
            <p:ph type="pic" sz="quarter" idx="13"/>
          </p:nvPr>
        </p:nvSpPr>
        <p:spPr>
          <a:xfrm>
            <a:off x="6097200" y="0"/>
            <a:ext cx="6094800" cy="6858000"/>
          </a:xfrm>
          <a:pattFill prst="lgCheck">
            <a:fgClr>
              <a:schemeClr val="bg1">
                <a:lumMod val="85000"/>
              </a:schemeClr>
            </a:fgClr>
            <a:bgClr>
              <a:schemeClr val="bg1"/>
            </a:bgClr>
          </a:pattFill>
        </p:spPr>
        <p:txBody>
          <a:bodyPr tIns="720000" anchor="ctr"/>
          <a:lstStyle>
            <a:lvl1pPr algn="ctr">
              <a:defRPr sz="1200"/>
            </a:lvl1pPr>
          </a:lstStyle>
          <a:p>
            <a:r>
              <a:rPr lang="de-DE"/>
              <a:t>Bild durch Klicken auf Symbol hinzufügen</a:t>
            </a:r>
            <a:endParaRPr lang="de-CH" dirty="0"/>
          </a:p>
        </p:txBody>
      </p:sp>
      <p:sp>
        <p:nvSpPr>
          <p:cNvPr id="3" name="Datumsplatzhalter 2">
            <a:extLst>
              <a:ext uri="{FF2B5EF4-FFF2-40B4-BE49-F238E27FC236}">
                <a16:creationId xmlns:a16="http://schemas.microsoft.com/office/drawing/2014/main" id="{BEB216CB-AE9D-4C01-AD48-4B7915875192}"/>
              </a:ext>
            </a:extLst>
          </p:cNvPr>
          <p:cNvSpPr>
            <a:spLocks noGrp="1"/>
          </p:cNvSpPr>
          <p:nvPr>
            <p:ph type="dt" sz="half" idx="14"/>
          </p:nvPr>
        </p:nvSpPr>
        <p:spPr/>
        <p:txBody>
          <a:bodyPr/>
          <a:lstStyle>
            <a:lvl1pPr>
              <a:defRPr>
                <a:solidFill>
                  <a:schemeClr val="bg1"/>
                </a:solidFill>
              </a:defRPr>
            </a:lvl1pPr>
          </a:lstStyle>
          <a:p>
            <a:fld id="{9921E1BE-8DCC-4E83-A7A1-8629E70E0FA2}" type="datetime4">
              <a:rPr lang="de-CH" smtClean="0"/>
              <a:t>8. Februar 2026</a:t>
            </a:fld>
            <a:endParaRPr lang="de-CH" dirty="0"/>
          </a:p>
        </p:txBody>
      </p:sp>
      <p:sp>
        <p:nvSpPr>
          <p:cNvPr id="4" name="Fußzeilenplatzhalter 3">
            <a:extLst>
              <a:ext uri="{FF2B5EF4-FFF2-40B4-BE49-F238E27FC236}">
                <a16:creationId xmlns:a16="http://schemas.microsoft.com/office/drawing/2014/main" id="{43E67269-0443-40A6-8D53-CF9C30AE7206}"/>
              </a:ext>
            </a:extLst>
          </p:cNvPr>
          <p:cNvSpPr>
            <a:spLocks noGrp="1"/>
          </p:cNvSpPr>
          <p:nvPr>
            <p:ph type="ftr" sz="quarter" idx="15"/>
          </p:nvPr>
        </p:nvSpPr>
        <p:spPr/>
        <p:txBody>
          <a:bodyPr/>
          <a:lstStyle>
            <a:lvl1pPr>
              <a:defRPr>
                <a:solidFill>
                  <a:schemeClr val="tx1"/>
                </a:solidFill>
              </a:defRPr>
            </a:lvl1p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1FD2179C-3288-47A5-A587-1B7255A2C3E5}"/>
              </a:ext>
            </a:extLst>
          </p:cNvPr>
          <p:cNvSpPr>
            <a:spLocks noGrp="1"/>
          </p:cNvSpPr>
          <p:nvPr>
            <p:ph type="sldNum" sz="quarter" idx="16"/>
          </p:nvPr>
        </p:nvSpPr>
        <p:spPr/>
        <p:txBody>
          <a:bodyPr/>
          <a:lstStyle>
            <a:lvl1pPr>
              <a:defRPr>
                <a:solidFill>
                  <a:schemeClr val="bg1"/>
                </a:solidFill>
              </a:defRPr>
            </a:lvl1pPr>
          </a:lstStyle>
          <a:p>
            <a:fld id="{442AD375-037F-43D0-B059-5172DA06796A}" type="slidenum">
              <a:rPr lang="de-CH" smtClean="0"/>
              <a:pPr/>
              <a:t>‹Nr.›</a:t>
            </a:fld>
            <a:endParaRPr lang="de-CH" dirty="0"/>
          </a:p>
        </p:txBody>
      </p:sp>
      <p:sp>
        <p:nvSpPr>
          <p:cNvPr id="2" name="Inhaltsplatzhalter 3">
            <a:extLst>
              <a:ext uri="{FF2B5EF4-FFF2-40B4-BE49-F238E27FC236}">
                <a16:creationId xmlns:a16="http://schemas.microsoft.com/office/drawing/2014/main" id="{CD9112FF-AA51-EADB-E8D3-FBA1D3CF2F50}"/>
              </a:ext>
            </a:extLst>
          </p:cNvPr>
          <p:cNvSpPr>
            <a:spLocks noGrp="1"/>
          </p:cNvSpPr>
          <p:nvPr>
            <p:ph sz="half" idx="2" hasCustomPrompt="1"/>
          </p:nvPr>
        </p:nvSpPr>
        <p:spPr>
          <a:xfrm>
            <a:off x="409575" y="1976438"/>
            <a:ext cx="4860236" cy="4430002"/>
          </a:xfrm>
        </p:spPr>
        <p:txBody>
          <a:bodyPr anchor="t"/>
          <a:lstStyle>
            <a:lvl1pPr algn="l">
              <a:lnSpc>
                <a:spcPct val="101000"/>
              </a:lnSpc>
              <a:spcAft>
                <a:spcPts val="1800"/>
              </a:spcAft>
              <a:defRPr sz="2800" b="0" i="1">
                <a:solidFill>
                  <a:schemeClr val="tx1"/>
                </a:solidFill>
              </a:defRPr>
            </a:lvl1pPr>
            <a:lvl2pPr marL="0" indent="0" algn="l">
              <a:lnSpc>
                <a:spcPct val="101000"/>
              </a:lnSpc>
              <a:buFontTx/>
              <a:buNone/>
              <a:defRPr sz="1200" i="0">
                <a:solidFill>
                  <a:schemeClr val="tx1"/>
                </a:solidFill>
              </a:defRPr>
            </a:lvl2pPr>
            <a:lvl3pPr algn="l">
              <a:lnSpc>
                <a:spcPct val="101000"/>
              </a:lnSpc>
              <a:defRPr sz="2800" i="1">
                <a:solidFill>
                  <a:schemeClr val="bg1"/>
                </a:solidFill>
              </a:defRPr>
            </a:lvl3pPr>
            <a:lvl4pPr algn="l">
              <a:lnSpc>
                <a:spcPct val="101000"/>
              </a:lnSpc>
              <a:defRPr sz="2800" i="1">
                <a:solidFill>
                  <a:schemeClr val="bg1"/>
                </a:solidFill>
              </a:defRPr>
            </a:lvl4pPr>
            <a:lvl5pPr algn="l">
              <a:lnSpc>
                <a:spcPct val="101000"/>
              </a:lnSpc>
              <a:defRPr sz="2800" i="1">
                <a:solidFill>
                  <a:schemeClr val="bg1"/>
                </a:solidFill>
              </a:defRPr>
            </a:lvl5pPr>
          </a:lstStyle>
          <a:p>
            <a:pPr lvl="0"/>
            <a:r>
              <a:rPr lang="de-CH" noProof="0" dirty="0"/>
              <a:t>«Zitat hinzufügen»</a:t>
            </a:r>
          </a:p>
          <a:p>
            <a:pPr lvl="1"/>
            <a:r>
              <a:rPr lang="de-CH" noProof="0" dirty="0"/>
              <a:t>Vorname Name</a:t>
            </a:r>
          </a:p>
        </p:txBody>
      </p:sp>
    </p:spTree>
    <p:extLst>
      <p:ext uri="{BB962C8B-B14F-4D97-AF65-F5344CB8AC3E}">
        <p14:creationId xmlns:p14="http://schemas.microsoft.com/office/powerpoint/2010/main" val="18237604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Zahl und Inhalt">
    <p:bg>
      <p:bgPr>
        <a:solidFill>
          <a:schemeClr val="accent2"/>
        </a:solidFill>
        <a:effectLst/>
      </p:bgPr>
    </p:bg>
    <p:spTree>
      <p:nvGrpSpPr>
        <p:cNvPr id="1" name=""/>
        <p:cNvGrpSpPr/>
        <p:nvPr/>
      </p:nvGrpSpPr>
      <p:grpSpPr>
        <a:xfrm>
          <a:off x="0" y="0"/>
          <a:ext cx="0" cy="0"/>
          <a:chOff x="0" y="0"/>
          <a:chExt cx="0" cy="0"/>
        </a:xfrm>
      </p:grpSpPr>
      <p:sp>
        <p:nvSpPr>
          <p:cNvPr id="10" name="Titel 1">
            <a:extLst>
              <a:ext uri="{FF2B5EF4-FFF2-40B4-BE49-F238E27FC236}">
                <a16:creationId xmlns:a16="http://schemas.microsoft.com/office/drawing/2014/main" id="{11E4D078-5AAB-4B78-A536-1E5E75811603}"/>
              </a:ext>
            </a:extLst>
          </p:cNvPr>
          <p:cNvSpPr>
            <a:spLocks noGrp="1"/>
          </p:cNvSpPr>
          <p:nvPr>
            <p:ph type="ctrTitle" hasCustomPrompt="1"/>
          </p:nvPr>
        </p:nvSpPr>
        <p:spPr>
          <a:xfrm>
            <a:off x="417195" y="1976438"/>
            <a:ext cx="4159461" cy="1283394"/>
          </a:xfrm>
        </p:spPr>
        <p:txBody>
          <a:bodyPr anchor="t"/>
          <a:lstStyle>
            <a:lvl1pPr algn="l">
              <a:lnSpc>
                <a:spcPct val="83000"/>
              </a:lnSpc>
              <a:defRPr sz="11200" spc="-180" baseline="0">
                <a:solidFill>
                  <a:schemeClr val="tx1"/>
                </a:solidFill>
              </a:defRPr>
            </a:lvl1pPr>
          </a:lstStyle>
          <a:p>
            <a:r>
              <a:rPr lang="de-CH" dirty="0"/>
              <a:t>0000</a:t>
            </a:r>
          </a:p>
        </p:txBody>
      </p:sp>
      <p:sp>
        <p:nvSpPr>
          <p:cNvPr id="2" name="Datumsplatzhalter 1">
            <a:extLst>
              <a:ext uri="{FF2B5EF4-FFF2-40B4-BE49-F238E27FC236}">
                <a16:creationId xmlns:a16="http://schemas.microsoft.com/office/drawing/2014/main" id="{DCA52041-14A4-02CD-2627-AE45648D957F}"/>
              </a:ext>
            </a:extLst>
          </p:cNvPr>
          <p:cNvSpPr>
            <a:spLocks noGrp="1"/>
          </p:cNvSpPr>
          <p:nvPr>
            <p:ph type="dt" sz="half" idx="10"/>
          </p:nvPr>
        </p:nvSpPr>
        <p:spPr/>
        <p:txBody>
          <a:bodyPr/>
          <a:lstStyle>
            <a:lvl1pPr>
              <a:defRPr>
                <a:solidFill>
                  <a:schemeClr val="tx1"/>
                </a:solidFill>
              </a:defRPr>
            </a:lvl1pPr>
          </a:lstStyle>
          <a:p>
            <a:fld id="{0E7FABFA-EDC5-4582-8289-CF64B9DDE4B6}" type="datetime4">
              <a:rPr lang="de-CH" smtClean="0"/>
              <a:t>8. Februar 2026</a:t>
            </a:fld>
            <a:endParaRPr lang="de-CH" dirty="0"/>
          </a:p>
        </p:txBody>
      </p:sp>
      <p:sp>
        <p:nvSpPr>
          <p:cNvPr id="3" name="Fußzeilenplatzhalter 2">
            <a:extLst>
              <a:ext uri="{FF2B5EF4-FFF2-40B4-BE49-F238E27FC236}">
                <a16:creationId xmlns:a16="http://schemas.microsoft.com/office/drawing/2014/main" id="{C136D8F0-8617-17B6-BA68-728A2AFFDFD6}"/>
              </a:ext>
            </a:extLst>
          </p:cNvPr>
          <p:cNvSpPr>
            <a:spLocks noGrp="1"/>
          </p:cNvSpPr>
          <p:nvPr>
            <p:ph type="ftr" sz="quarter" idx="11"/>
          </p:nvPr>
        </p:nvSpPr>
        <p:spPr/>
        <p:txBody>
          <a:bodyPr/>
          <a:lstStyle>
            <a:lvl1pPr>
              <a:defRPr>
                <a:solidFill>
                  <a:schemeClr val="tx1"/>
                </a:solidFill>
              </a:defRPr>
            </a:lvl1p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5" name="Foliennummernplatzhalter 4">
            <a:extLst>
              <a:ext uri="{FF2B5EF4-FFF2-40B4-BE49-F238E27FC236}">
                <a16:creationId xmlns:a16="http://schemas.microsoft.com/office/drawing/2014/main" id="{FB9AB41C-675F-B07F-815D-748B5494CA6E}"/>
              </a:ext>
            </a:extLst>
          </p:cNvPr>
          <p:cNvSpPr>
            <a:spLocks noGrp="1"/>
          </p:cNvSpPr>
          <p:nvPr>
            <p:ph type="sldNum" sz="quarter" idx="12"/>
          </p:nvPr>
        </p:nvSpPr>
        <p:spPr/>
        <p:txBody>
          <a:bodyPr/>
          <a:lstStyle>
            <a:lvl1pPr>
              <a:defRPr>
                <a:solidFill>
                  <a:schemeClr val="tx1"/>
                </a:solidFill>
              </a:defRPr>
            </a:lvl1pPr>
          </a:lstStyle>
          <a:p>
            <a:fld id="{442AD375-037F-43D0-B059-5172DA06796A}" type="slidenum">
              <a:rPr lang="de-CH" smtClean="0"/>
              <a:pPr/>
              <a:t>‹Nr.›</a:t>
            </a:fld>
            <a:endParaRPr lang="de-CH" dirty="0"/>
          </a:p>
        </p:txBody>
      </p:sp>
      <p:sp>
        <p:nvSpPr>
          <p:cNvPr id="4" name="Inhaltsplatzhalter 3">
            <a:extLst>
              <a:ext uri="{FF2B5EF4-FFF2-40B4-BE49-F238E27FC236}">
                <a16:creationId xmlns:a16="http://schemas.microsoft.com/office/drawing/2014/main" id="{74A1BB34-CAC2-B749-245B-FE40C8F074D3}"/>
              </a:ext>
            </a:extLst>
          </p:cNvPr>
          <p:cNvSpPr>
            <a:spLocks noGrp="1"/>
          </p:cNvSpPr>
          <p:nvPr>
            <p:ph sz="half" idx="2" hasCustomPrompt="1"/>
          </p:nvPr>
        </p:nvSpPr>
        <p:spPr>
          <a:xfrm>
            <a:off x="5250180" y="2052639"/>
            <a:ext cx="5598348" cy="3068550"/>
          </a:xfrm>
        </p:spPr>
        <p:txBody>
          <a:bodyPr/>
          <a:lstStyle>
            <a:lvl1pPr>
              <a:defRPr b="0"/>
            </a:lvl1pPr>
          </a:lstStyle>
          <a:p>
            <a:pPr lvl="0"/>
            <a:r>
              <a:rPr lang="de-CH" noProof="0" dirty="0"/>
              <a:t>Inhalt hinzufügen</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Tree>
    <p:extLst>
      <p:ext uri="{BB962C8B-B14F-4D97-AF65-F5344CB8AC3E}">
        <p14:creationId xmlns:p14="http://schemas.microsoft.com/office/powerpoint/2010/main" val="381275733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Zahl goss und Inhalt">
    <p:bg>
      <p:bgPr>
        <a:solidFill>
          <a:schemeClr val="accent2"/>
        </a:solidFill>
        <a:effectLst/>
      </p:bgPr>
    </p:bg>
    <p:spTree>
      <p:nvGrpSpPr>
        <p:cNvPr id="1" name=""/>
        <p:cNvGrpSpPr/>
        <p:nvPr/>
      </p:nvGrpSpPr>
      <p:grpSpPr>
        <a:xfrm>
          <a:off x="0" y="0"/>
          <a:ext cx="0" cy="0"/>
          <a:chOff x="0" y="0"/>
          <a:chExt cx="0" cy="0"/>
        </a:xfrm>
      </p:grpSpPr>
      <p:sp>
        <p:nvSpPr>
          <p:cNvPr id="10" name="Titel 1">
            <a:extLst>
              <a:ext uri="{FF2B5EF4-FFF2-40B4-BE49-F238E27FC236}">
                <a16:creationId xmlns:a16="http://schemas.microsoft.com/office/drawing/2014/main" id="{11E4D078-5AAB-4B78-A536-1E5E75811603}"/>
              </a:ext>
            </a:extLst>
          </p:cNvPr>
          <p:cNvSpPr>
            <a:spLocks noGrp="1"/>
          </p:cNvSpPr>
          <p:nvPr>
            <p:ph type="ctrTitle" hasCustomPrompt="1"/>
          </p:nvPr>
        </p:nvSpPr>
        <p:spPr>
          <a:xfrm>
            <a:off x="417195" y="1928813"/>
            <a:ext cx="6686917" cy="2640694"/>
          </a:xfrm>
        </p:spPr>
        <p:txBody>
          <a:bodyPr anchor="t"/>
          <a:lstStyle>
            <a:lvl1pPr algn="l">
              <a:lnSpc>
                <a:spcPct val="83000"/>
              </a:lnSpc>
              <a:defRPr sz="22400" spc="-180" baseline="0">
                <a:solidFill>
                  <a:schemeClr val="tx1"/>
                </a:solidFill>
              </a:defRPr>
            </a:lvl1pPr>
          </a:lstStyle>
          <a:p>
            <a:r>
              <a:rPr lang="de-CH" dirty="0"/>
              <a:t>0000</a:t>
            </a:r>
          </a:p>
        </p:txBody>
      </p:sp>
      <p:sp>
        <p:nvSpPr>
          <p:cNvPr id="2" name="Datumsplatzhalter 1">
            <a:extLst>
              <a:ext uri="{FF2B5EF4-FFF2-40B4-BE49-F238E27FC236}">
                <a16:creationId xmlns:a16="http://schemas.microsoft.com/office/drawing/2014/main" id="{DCA52041-14A4-02CD-2627-AE45648D957F}"/>
              </a:ext>
            </a:extLst>
          </p:cNvPr>
          <p:cNvSpPr>
            <a:spLocks noGrp="1"/>
          </p:cNvSpPr>
          <p:nvPr>
            <p:ph type="dt" sz="half" idx="10"/>
          </p:nvPr>
        </p:nvSpPr>
        <p:spPr/>
        <p:txBody>
          <a:bodyPr/>
          <a:lstStyle>
            <a:lvl1pPr>
              <a:defRPr>
                <a:solidFill>
                  <a:schemeClr val="tx1"/>
                </a:solidFill>
              </a:defRPr>
            </a:lvl1pPr>
          </a:lstStyle>
          <a:p>
            <a:fld id="{3EDD4A99-587B-40C3-A2F1-910B42E2E41B}" type="datetime4">
              <a:rPr lang="de-CH" smtClean="0"/>
              <a:t>8. Februar 2026</a:t>
            </a:fld>
            <a:endParaRPr lang="de-CH" dirty="0"/>
          </a:p>
        </p:txBody>
      </p:sp>
      <p:sp>
        <p:nvSpPr>
          <p:cNvPr id="3" name="Fußzeilenplatzhalter 2">
            <a:extLst>
              <a:ext uri="{FF2B5EF4-FFF2-40B4-BE49-F238E27FC236}">
                <a16:creationId xmlns:a16="http://schemas.microsoft.com/office/drawing/2014/main" id="{C136D8F0-8617-17B6-BA68-728A2AFFDFD6}"/>
              </a:ext>
            </a:extLst>
          </p:cNvPr>
          <p:cNvSpPr>
            <a:spLocks noGrp="1"/>
          </p:cNvSpPr>
          <p:nvPr>
            <p:ph type="ftr" sz="quarter" idx="11"/>
          </p:nvPr>
        </p:nvSpPr>
        <p:spPr/>
        <p:txBody>
          <a:bodyPr/>
          <a:lstStyle>
            <a:lvl1pPr>
              <a:defRPr>
                <a:solidFill>
                  <a:schemeClr val="tx1"/>
                </a:solidFill>
              </a:defRPr>
            </a:lvl1p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5" name="Foliennummernplatzhalter 4">
            <a:extLst>
              <a:ext uri="{FF2B5EF4-FFF2-40B4-BE49-F238E27FC236}">
                <a16:creationId xmlns:a16="http://schemas.microsoft.com/office/drawing/2014/main" id="{FB9AB41C-675F-B07F-815D-748B5494CA6E}"/>
              </a:ext>
            </a:extLst>
          </p:cNvPr>
          <p:cNvSpPr>
            <a:spLocks noGrp="1"/>
          </p:cNvSpPr>
          <p:nvPr>
            <p:ph type="sldNum" sz="quarter" idx="12"/>
          </p:nvPr>
        </p:nvSpPr>
        <p:spPr/>
        <p:txBody>
          <a:bodyPr/>
          <a:lstStyle>
            <a:lvl1pPr>
              <a:defRPr>
                <a:solidFill>
                  <a:schemeClr val="tx1"/>
                </a:solidFill>
              </a:defRPr>
            </a:lvl1pPr>
          </a:lstStyle>
          <a:p>
            <a:fld id="{442AD375-037F-43D0-B059-5172DA06796A}" type="slidenum">
              <a:rPr lang="de-CH" smtClean="0"/>
              <a:pPr/>
              <a:t>‹Nr.›</a:t>
            </a:fld>
            <a:endParaRPr lang="de-CH" dirty="0"/>
          </a:p>
        </p:txBody>
      </p:sp>
      <p:sp>
        <p:nvSpPr>
          <p:cNvPr id="4" name="Inhaltsplatzhalter 3">
            <a:extLst>
              <a:ext uri="{FF2B5EF4-FFF2-40B4-BE49-F238E27FC236}">
                <a16:creationId xmlns:a16="http://schemas.microsoft.com/office/drawing/2014/main" id="{74A1BB34-CAC2-B749-245B-FE40C8F074D3}"/>
              </a:ext>
            </a:extLst>
          </p:cNvPr>
          <p:cNvSpPr>
            <a:spLocks noGrp="1"/>
          </p:cNvSpPr>
          <p:nvPr>
            <p:ph sz="half" idx="2" hasCustomPrompt="1"/>
          </p:nvPr>
        </p:nvSpPr>
        <p:spPr>
          <a:xfrm>
            <a:off x="7535375" y="1989410"/>
            <a:ext cx="3817209" cy="3419809"/>
          </a:xfrm>
        </p:spPr>
        <p:txBody>
          <a:bodyPr/>
          <a:lstStyle>
            <a:lvl1pPr>
              <a:defRPr b="0"/>
            </a:lvl1pPr>
          </a:lstStyle>
          <a:p>
            <a:pPr lvl="0"/>
            <a:r>
              <a:rPr lang="de-CH" noProof="0" dirty="0"/>
              <a:t>Inhalt hinzufügen</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Tree>
    <p:extLst>
      <p:ext uri="{BB962C8B-B14F-4D97-AF65-F5344CB8AC3E}">
        <p14:creationId xmlns:p14="http://schemas.microsoft.com/office/powerpoint/2010/main" val="328494285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echs Partnerlogos">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12019" y="371702"/>
            <a:ext cx="11370406" cy="822098"/>
          </a:xfrm>
        </p:spPr>
        <p:txBody>
          <a:bodyPr anchor="t"/>
          <a:lstStyle/>
          <a:p>
            <a:r>
              <a:rPr lang="de-CH" dirty="0"/>
              <a:t>Titel hinzufügen</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89E9865E-DAB7-42B3-A566-E8D0E56E6D5B}" type="datetime4">
              <a:rPr lang="de-CH" smtClean="0"/>
              <a:t>8. Februar 2026</a:t>
            </a:fld>
            <a:endParaRPr lang="de-CH"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de-CH" smtClean="0"/>
              <a:pPr/>
              <a:t>‹Nr.›</a:t>
            </a:fld>
            <a:endParaRPr lang="de-CH" dirty="0"/>
          </a:p>
        </p:txBody>
      </p:sp>
      <p:sp>
        <p:nvSpPr>
          <p:cNvPr id="9" name="Inhaltsplatzhalter 7">
            <a:extLst>
              <a:ext uri="{FF2B5EF4-FFF2-40B4-BE49-F238E27FC236}">
                <a16:creationId xmlns:a16="http://schemas.microsoft.com/office/drawing/2014/main" id="{2434EA80-B06A-1BFD-6E77-EDF7B772DA1D}"/>
              </a:ext>
            </a:extLst>
          </p:cNvPr>
          <p:cNvSpPr>
            <a:spLocks noGrp="1"/>
          </p:cNvSpPr>
          <p:nvPr>
            <p:ph sz="quarter" idx="22" hasCustomPrompt="1"/>
          </p:nvPr>
        </p:nvSpPr>
        <p:spPr>
          <a:xfrm>
            <a:off x="3307196" y="2054225"/>
            <a:ext cx="2678400" cy="1130400"/>
          </a:xfrm>
        </p:spPr>
        <p:txBody>
          <a:bodyPr anchor="ctr"/>
          <a:lstStyle>
            <a:lvl1pPr algn="ctr">
              <a:defRPr sz="1200"/>
            </a:lvl1pPr>
          </a:lstStyle>
          <a:p>
            <a:pPr lvl="0"/>
            <a:r>
              <a:rPr lang="de-DE" dirty="0"/>
              <a:t>Partnerlogo hinzufügen</a:t>
            </a:r>
            <a:endParaRPr lang="de-CH" dirty="0"/>
          </a:p>
        </p:txBody>
      </p:sp>
      <p:sp>
        <p:nvSpPr>
          <p:cNvPr id="10" name="Inhaltsplatzhalter 7">
            <a:extLst>
              <a:ext uri="{FF2B5EF4-FFF2-40B4-BE49-F238E27FC236}">
                <a16:creationId xmlns:a16="http://schemas.microsoft.com/office/drawing/2014/main" id="{3265BBEB-3FAC-3805-8888-D6B03A3FF81C}"/>
              </a:ext>
            </a:extLst>
          </p:cNvPr>
          <p:cNvSpPr>
            <a:spLocks noGrp="1"/>
          </p:cNvSpPr>
          <p:nvPr>
            <p:ph sz="quarter" idx="23" hasCustomPrompt="1"/>
          </p:nvPr>
        </p:nvSpPr>
        <p:spPr>
          <a:xfrm>
            <a:off x="6204817" y="2054225"/>
            <a:ext cx="2678400" cy="1130400"/>
          </a:xfrm>
        </p:spPr>
        <p:txBody>
          <a:bodyPr anchor="ctr"/>
          <a:lstStyle>
            <a:lvl1pPr algn="ctr">
              <a:defRPr sz="1200"/>
            </a:lvl1pPr>
          </a:lstStyle>
          <a:p>
            <a:pPr lvl="0"/>
            <a:r>
              <a:rPr lang="de-DE" dirty="0"/>
              <a:t>Partnerlogo hinzufügen</a:t>
            </a:r>
            <a:endParaRPr lang="de-CH" dirty="0"/>
          </a:p>
        </p:txBody>
      </p:sp>
      <p:sp>
        <p:nvSpPr>
          <p:cNvPr id="18" name="Inhaltsplatzhalter 7">
            <a:extLst>
              <a:ext uri="{FF2B5EF4-FFF2-40B4-BE49-F238E27FC236}">
                <a16:creationId xmlns:a16="http://schemas.microsoft.com/office/drawing/2014/main" id="{FF456F7A-6AB7-B641-89B4-F65742515E7F}"/>
              </a:ext>
            </a:extLst>
          </p:cNvPr>
          <p:cNvSpPr>
            <a:spLocks noGrp="1"/>
          </p:cNvSpPr>
          <p:nvPr>
            <p:ph sz="quarter" idx="24" hasCustomPrompt="1"/>
          </p:nvPr>
        </p:nvSpPr>
        <p:spPr>
          <a:xfrm>
            <a:off x="9102438" y="2054225"/>
            <a:ext cx="2678400" cy="1130400"/>
          </a:xfrm>
        </p:spPr>
        <p:txBody>
          <a:bodyPr anchor="ctr"/>
          <a:lstStyle>
            <a:lvl1pPr algn="ctr">
              <a:defRPr sz="1200"/>
            </a:lvl1pPr>
          </a:lstStyle>
          <a:p>
            <a:pPr lvl="0"/>
            <a:r>
              <a:rPr lang="de-DE" dirty="0"/>
              <a:t>Partnerlogo hinzufügen</a:t>
            </a:r>
            <a:endParaRPr lang="de-CH" dirty="0"/>
          </a:p>
        </p:txBody>
      </p:sp>
      <p:sp>
        <p:nvSpPr>
          <p:cNvPr id="19" name="Inhaltsplatzhalter 7">
            <a:extLst>
              <a:ext uri="{FF2B5EF4-FFF2-40B4-BE49-F238E27FC236}">
                <a16:creationId xmlns:a16="http://schemas.microsoft.com/office/drawing/2014/main" id="{5C7FDEF6-24C8-B2F0-C4CC-3B97E2001AB1}"/>
              </a:ext>
            </a:extLst>
          </p:cNvPr>
          <p:cNvSpPr>
            <a:spLocks noGrp="1"/>
          </p:cNvSpPr>
          <p:nvPr>
            <p:ph sz="quarter" idx="21" hasCustomPrompt="1"/>
          </p:nvPr>
        </p:nvSpPr>
        <p:spPr>
          <a:xfrm>
            <a:off x="409575" y="2054225"/>
            <a:ext cx="2678400" cy="1130400"/>
          </a:xfrm>
        </p:spPr>
        <p:txBody>
          <a:bodyPr anchor="ctr"/>
          <a:lstStyle>
            <a:lvl1pPr algn="ctr">
              <a:defRPr sz="1200"/>
            </a:lvl1pPr>
          </a:lstStyle>
          <a:p>
            <a:pPr lvl="0"/>
            <a:r>
              <a:rPr lang="de-DE" dirty="0"/>
              <a:t>Partnerlogo hinzufügen</a:t>
            </a:r>
            <a:endParaRPr lang="de-CH" dirty="0"/>
          </a:p>
        </p:txBody>
      </p:sp>
      <p:sp>
        <p:nvSpPr>
          <p:cNvPr id="28" name="Inhaltsplatzhalter 7">
            <a:extLst>
              <a:ext uri="{FF2B5EF4-FFF2-40B4-BE49-F238E27FC236}">
                <a16:creationId xmlns:a16="http://schemas.microsoft.com/office/drawing/2014/main" id="{E82A8977-1881-CD98-DE81-46DF1B23E644}"/>
              </a:ext>
            </a:extLst>
          </p:cNvPr>
          <p:cNvSpPr>
            <a:spLocks noGrp="1"/>
          </p:cNvSpPr>
          <p:nvPr>
            <p:ph sz="quarter" idx="25" hasCustomPrompt="1"/>
          </p:nvPr>
        </p:nvSpPr>
        <p:spPr>
          <a:xfrm>
            <a:off x="3307196" y="3400253"/>
            <a:ext cx="2678400" cy="1130400"/>
          </a:xfrm>
        </p:spPr>
        <p:txBody>
          <a:bodyPr anchor="ctr"/>
          <a:lstStyle>
            <a:lvl1pPr algn="ctr">
              <a:defRPr sz="1200"/>
            </a:lvl1pPr>
          </a:lstStyle>
          <a:p>
            <a:pPr lvl="0"/>
            <a:r>
              <a:rPr lang="de-DE" dirty="0"/>
              <a:t>v</a:t>
            </a:r>
            <a:endParaRPr lang="de-CH" dirty="0"/>
          </a:p>
        </p:txBody>
      </p:sp>
      <p:sp>
        <p:nvSpPr>
          <p:cNvPr id="29" name="Inhaltsplatzhalter 7">
            <a:extLst>
              <a:ext uri="{FF2B5EF4-FFF2-40B4-BE49-F238E27FC236}">
                <a16:creationId xmlns:a16="http://schemas.microsoft.com/office/drawing/2014/main" id="{EC550B11-169F-202A-CD24-FEA4170BBB61}"/>
              </a:ext>
            </a:extLst>
          </p:cNvPr>
          <p:cNvSpPr>
            <a:spLocks noGrp="1"/>
          </p:cNvSpPr>
          <p:nvPr>
            <p:ph sz="quarter" idx="26" hasCustomPrompt="1"/>
          </p:nvPr>
        </p:nvSpPr>
        <p:spPr>
          <a:xfrm>
            <a:off x="6204817" y="3400253"/>
            <a:ext cx="2678400" cy="1130400"/>
          </a:xfrm>
        </p:spPr>
        <p:txBody>
          <a:bodyPr anchor="ctr"/>
          <a:lstStyle>
            <a:lvl1pPr algn="ctr">
              <a:defRPr sz="1200"/>
            </a:lvl1pPr>
          </a:lstStyle>
          <a:p>
            <a:pPr lvl="0"/>
            <a:r>
              <a:rPr lang="de-DE" dirty="0"/>
              <a:t>Partnerlogo hinzufügen</a:t>
            </a:r>
            <a:endParaRPr lang="de-CH" dirty="0"/>
          </a:p>
        </p:txBody>
      </p:sp>
      <p:sp>
        <p:nvSpPr>
          <p:cNvPr id="30" name="Inhaltsplatzhalter 7">
            <a:extLst>
              <a:ext uri="{FF2B5EF4-FFF2-40B4-BE49-F238E27FC236}">
                <a16:creationId xmlns:a16="http://schemas.microsoft.com/office/drawing/2014/main" id="{2BD5F25A-D5D5-54DE-0B51-CA2AD878E862}"/>
              </a:ext>
            </a:extLst>
          </p:cNvPr>
          <p:cNvSpPr>
            <a:spLocks noGrp="1"/>
          </p:cNvSpPr>
          <p:nvPr>
            <p:ph sz="quarter" idx="27" hasCustomPrompt="1"/>
          </p:nvPr>
        </p:nvSpPr>
        <p:spPr>
          <a:xfrm>
            <a:off x="9102438" y="3400253"/>
            <a:ext cx="2678400" cy="1130400"/>
          </a:xfrm>
        </p:spPr>
        <p:txBody>
          <a:bodyPr anchor="ctr"/>
          <a:lstStyle>
            <a:lvl1pPr algn="ctr">
              <a:defRPr sz="1200"/>
            </a:lvl1pPr>
          </a:lstStyle>
          <a:p>
            <a:pPr lvl="0"/>
            <a:r>
              <a:rPr lang="de-DE" dirty="0"/>
              <a:t>Partnerlogo hinzufügen</a:t>
            </a:r>
            <a:endParaRPr lang="de-CH" dirty="0"/>
          </a:p>
        </p:txBody>
      </p:sp>
      <p:sp>
        <p:nvSpPr>
          <p:cNvPr id="31" name="Inhaltsplatzhalter 7">
            <a:extLst>
              <a:ext uri="{FF2B5EF4-FFF2-40B4-BE49-F238E27FC236}">
                <a16:creationId xmlns:a16="http://schemas.microsoft.com/office/drawing/2014/main" id="{79A1D666-48E6-EBFF-2A56-3659D7E1A820}"/>
              </a:ext>
            </a:extLst>
          </p:cNvPr>
          <p:cNvSpPr>
            <a:spLocks noGrp="1"/>
          </p:cNvSpPr>
          <p:nvPr>
            <p:ph sz="quarter" idx="28" hasCustomPrompt="1"/>
          </p:nvPr>
        </p:nvSpPr>
        <p:spPr>
          <a:xfrm>
            <a:off x="409575" y="3400253"/>
            <a:ext cx="2678400" cy="1130400"/>
          </a:xfrm>
        </p:spPr>
        <p:txBody>
          <a:bodyPr anchor="ctr"/>
          <a:lstStyle>
            <a:lvl1pPr algn="ctr">
              <a:defRPr sz="1200"/>
            </a:lvl1pPr>
          </a:lstStyle>
          <a:p>
            <a:pPr lvl="0"/>
            <a:r>
              <a:rPr lang="de-DE" dirty="0"/>
              <a:t>Partnerlogo hinzufügen</a:t>
            </a:r>
            <a:endParaRPr lang="de-CH" dirty="0"/>
          </a:p>
        </p:txBody>
      </p:sp>
    </p:spTree>
    <p:extLst>
      <p:ext uri="{BB962C8B-B14F-4D97-AF65-F5344CB8AC3E}">
        <p14:creationId xmlns:p14="http://schemas.microsoft.com/office/powerpoint/2010/main" val="189860742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Kontakt">
    <p:spTree>
      <p:nvGrpSpPr>
        <p:cNvPr id="1" name=""/>
        <p:cNvGrpSpPr/>
        <p:nvPr/>
      </p:nvGrpSpPr>
      <p:grpSpPr>
        <a:xfrm>
          <a:off x="0" y="0"/>
          <a:ext cx="0" cy="0"/>
          <a:chOff x="0" y="0"/>
          <a:chExt cx="0" cy="0"/>
        </a:xfrm>
      </p:grpSpPr>
      <p:sp>
        <p:nvSpPr>
          <p:cNvPr id="9" name="Bildplatzhalter 8">
            <a:extLst>
              <a:ext uri="{FF2B5EF4-FFF2-40B4-BE49-F238E27FC236}">
                <a16:creationId xmlns:a16="http://schemas.microsoft.com/office/drawing/2014/main" id="{15C1CE07-A57D-0813-75AC-4F7178F4AD8B}"/>
              </a:ext>
            </a:extLst>
          </p:cNvPr>
          <p:cNvSpPr>
            <a:spLocks noGrp="1" noChangeAspect="1"/>
          </p:cNvSpPr>
          <p:nvPr>
            <p:ph type="pic" sz="quarter" idx="13"/>
          </p:nvPr>
        </p:nvSpPr>
        <p:spPr>
          <a:xfrm>
            <a:off x="1635696" y="1589745"/>
            <a:ext cx="3016800" cy="3016800"/>
          </a:xfrm>
          <a:custGeom>
            <a:avLst/>
            <a:gdLst>
              <a:gd name="connsiteX0" fmla="*/ 1508400 w 3016800"/>
              <a:gd name="connsiteY0" fmla="*/ 0 h 3016800"/>
              <a:gd name="connsiteX1" fmla="*/ 3016800 w 3016800"/>
              <a:gd name="connsiteY1" fmla="*/ 1508400 h 3016800"/>
              <a:gd name="connsiteX2" fmla="*/ 1508400 w 3016800"/>
              <a:gd name="connsiteY2" fmla="*/ 3016800 h 3016800"/>
              <a:gd name="connsiteX3" fmla="*/ 0 w 3016800"/>
              <a:gd name="connsiteY3" fmla="*/ 1508400 h 3016800"/>
              <a:gd name="connsiteX4" fmla="*/ 1508400 w 3016800"/>
              <a:gd name="connsiteY4" fmla="*/ 0 h 3016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6800" h="3016800">
                <a:moveTo>
                  <a:pt x="1508400" y="0"/>
                </a:moveTo>
                <a:cubicBezTo>
                  <a:pt x="2341466" y="0"/>
                  <a:pt x="3016800" y="675334"/>
                  <a:pt x="3016800" y="1508400"/>
                </a:cubicBezTo>
                <a:cubicBezTo>
                  <a:pt x="3016800" y="2341466"/>
                  <a:pt x="2341466" y="3016800"/>
                  <a:pt x="1508400" y="3016800"/>
                </a:cubicBezTo>
                <a:cubicBezTo>
                  <a:pt x="675334" y="3016800"/>
                  <a:pt x="0" y="2341466"/>
                  <a:pt x="0" y="1508400"/>
                </a:cubicBezTo>
                <a:cubicBezTo>
                  <a:pt x="0" y="675334"/>
                  <a:pt x="675334" y="0"/>
                  <a:pt x="1508400" y="0"/>
                </a:cubicBezTo>
                <a:close/>
              </a:path>
            </a:pathLst>
          </a:custGeom>
          <a:pattFill prst="lgCheck">
            <a:fgClr>
              <a:schemeClr val="bg1">
                <a:lumMod val="85000"/>
              </a:schemeClr>
            </a:fgClr>
            <a:bgClr>
              <a:schemeClr val="bg1"/>
            </a:bgClr>
          </a:pattFill>
        </p:spPr>
        <p:txBody>
          <a:bodyPr wrap="square" tIns="720000" anchor="ctr">
            <a:noAutofit/>
          </a:bodyPr>
          <a:lstStyle>
            <a:lvl1pPr algn="ctr">
              <a:defRPr sz="1200"/>
            </a:lvl1pPr>
          </a:lstStyle>
          <a:p>
            <a:r>
              <a:rPr lang="de-DE"/>
              <a:t>Bild durch Klicken auf Symbol hinzufügen</a:t>
            </a:r>
            <a:endParaRPr lang="de-CH" dirty="0"/>
          </a:p>
        </p:txBody>
      </p:sp>
      <p:sp>
        <p:nvSpPr>
          <p:cNvPr id="2" name="Titel 1"/>
          <p:cNvSpPr>
            <a:spLocks noGrp="1"/>
          </p:cNvSpPr>
          <p:nvPr>
            <p:ph type="title" hasCustomPrompt="1"/>
          </p:nvPr>
        </p:nvSpPr>
        <p:spPr>
          <a:xfrm>
            <a:off x="412019" y="371702"/>
            <a:ext cx="5580000" cy="828000"/>
          </a:xfrm>
        </p:spPr>
        <p:txBody>
          <a:bodyPr/>
          <a:lstStyle/>
          <a:p>
            <a:r>
              <a:rPr lang="de-CH" dirty="0"/>
              <a:t>Titel hinzufügen</a:t>
            </a:r>
          </a:p>
        </p:txBody>
      </p:sp>
      <p:sp>
        <p:nvSpPr>
          <p:cNvPr id="3" name="Inhaltsplatzhalter 2"/>
          <p:cNvSpPr>
            <a:spLocks noGrp="1"/>
          </p:cNvSpPr>
          <p:nvPr>
            <p:ph sz="half" idx="1" hasCustomPrompt="1"/>
          </p:nvPr>
        </p:nvSpPr>
        <p:spPr>
          <a:xfrm>
            <a:off x="5226050" y="1976437"/>
            <a:ext cx="5040000" cy="2568687"/>
          </a:xfrm>
        </p:spPr>
        <p:txBody>
          <a:bodyPr/>
          <a:lstStyle>
            <a:lvl1pPr>
              <a:lnSpc>
                <a:spcPct val="112000"/>
              </a:lnSpc>
              <a:tabLst>
                <a:tab pos="361950" algn="l"/>
              </a:tabLst>
              <a:defRPr/>
            </a:lvl1pPr>
            <a:lvl2pPr>
              <a:lnSpc>
                <a:spcPct val="112000"/>
              </a:lnSpc>
              <a:tabLst>
                <a:tab pos="361950" algn="l"/>
              </a:tabLst>
              <a:defRPr/>
            </a:lvl2pPr>
            <a:lvl3pPr>
              <a:lnSpc>
                <a:spcPct val="112000"/>
              </a:lnSpc>
              <a:tabLst>
                <a:tab pos="361950" algn="l"/>
              </a:tabLst>
              <a:defRPr/>
            </a:lvl3pPr>
            <a:lvl4pPr>
              <a:lnSpc>
                <a:spcPct val="112000"/>
              </a:lnSpc>
              <a:tabLst>
                <a:tab pos="361950" algn="l"/>
              </a:tabLst>
              <a:defRPr/>
            </a:lvl4pPr>
            <a:lvl5pPr>
              <a:lnSpc>
                <a:spcPct val="112000"/>
              </a:lnSpc>
              <a:tabLst>
                <a:tab pos="361950" algn="l"/>
              </a:tabLst>
              <a:defRPr/>
            </a:lvl5pPr>
          </a:lstStyle>
          <a:p>
            <a:pPr lvl="0"/>
            <a:r>
              <a:rPr lang="de-CH" noProof="0" dirty="0"/>
              <a:t>Inhalt hinzufügen</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5" name="Datumsplatzhalter 4">
            <a:extLst>
              <a:ext uri="{FF2B5EF4-FFF2-40B4-BE49-F238E27FC236}">
                <a16:creationId xmlns:a16="http://schemas.microsoft.com/office/drawing/2014/main" id="{0CBC3AC7-219E-4C67-AEDA-C67A12A69C38}"/>
              </a:ext>
            </a:extLst>
          </p:cNvPr>
          <p:cNvSpPr>
            <a:spLocks noGrp="1"/>
          </p:cNvSpPr>
          <p:nvPr>
            <p:ph type="dt" sz="half" idx="10"/>
          </p:nvPr>
        </p:nvSpPr>
        <p:spPr/>
        <p:txBody>
          <a:bodyPr/>
          <a:lstStyle/>
          <a:p>
            <a:fld id="{3D39717F-B452-4C48-814F-A09866EFD43F}" type="datetime4">
              <a:rPr lang="de-CH" smtClean="0"/>
              <a:t>8. Februar 2026</a:t>
            </a:fld>
            <a:endParaRPr lang="de-CH" dirty="0"/>
          </a:p>
        </p:txBody>
      </p:sp>
      <p:sp>
        <p:nvSpPr>
          <p:cNvPr id="6" name="Fußzeilenplatzhalter 5">
            <a:extLst>
              <a:ext uri="{FF2B5EF4-FFF2-40B4-BE49-F238E27FC236}">
                <a16:creationId xmlns:a16="http://schemas.microsoft.com/office/drawing/2014/main" id="{C7782AC2-B1F9-49B1-8F1C-175BF9874552}"/>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7" name="Foliennummernplatzhalter 6">
            <a:extLst>
              <a:ext uri="{FF2B5EF4-FFF2-40B4-BE49-F238E27FC236}">
                <a16:creationId xmlns:a16="http://schemas.microsoft.com/office/drawing/2014/main" id="{1764E7F5-EE66-4CED-8EDA-D78B639D28B0}"/>
              </a:ext>
            </a:extLst>
          </p:cNvPr>
          <p:cNvSpPr>
            <a:spLocks noGrp="1"/>
          </p:cNvSpPr>
          <p:nvPr>
            <p:ph type="sldNum" sz="quarter" idx="12"/>
          </p:nvPr>
        </p:nvSpPr>
        <p:spPr/>
        <p:txBody>
          <a:bodyPr/>
          <a:lstStyle/>
          <a:p>
            <a:fld id="{442AD375-037F-43D0-B059-5172DA06796A}" type="slidenum">
              <a:rPr lang="de-CH" smtClean="0"/>
              <a:pPr/>
              <a:t>‹Nr.›</a:t>
            </a:fld>
            <a:endParaRPr lang="de-CH" dirty="0"/>
          </a:p>
        </p:txBody>
      </p:sp>
      <p:sp>
        <p:nvSpPr>
          <p:cNvPr id="13" name="Inhaltsplatzhalter 2">
            <a:extLst>
              <a:ext uri="{FF2B5EF4-FFF2-40B4-BE49-F238E27FC236}">
                <a16:creationId xmlns:a16="http://schemas.microsoft.com/office/drawing/2014/main" id="{133DFD27-7EB9-BC39-5EE0-A172ED2AA6A8}"/>
              </a:ext>
            </a:extLst>
          </p:cNvPr>
          <p:cNvSpPr>
            <a:spLocks noGrp="1"/>
          </p:cNvSpPr>
          <p:nvPr>
            <p:ph sz="half" idx="14" hasCustomPrompt="1"/>
          </p:nvPr>
        </p:nvSpPr>
        <p:spPr>
          <a:xfrm>
            <a:off x="5226050" y="5229224"/>
            <a:ext cx="5040000" cy="857251"/>
          </a:xfrm>
        </p:spPr>
        <p:txBody>
          <a:bodyPr anchor="b"/>
          <a:lstStyle>
            <a:lvl1pPr>
              <a:lnSpc>
                <a:spcPct val="111000"/>
              </a:lnSpc>
              <a:defRPr sz="1200"/>
            </a:lvl1pPr>
            <a:lvl2pPr>
              <a:lnSpc>
                <a:spcPct val="111000"/>
              </a:lnSpc>
              <a:defRPr sz="1200"/>
            </a:lvl2pPr>
            <a:lvl3pPr>
              <a:lnSpc>
                <a:spcPct val="111000"/>
              </a:lnSpc>
              <a:defRPr sz="1200"/>
            </a:lvl3pPr>
            <a:lvl4pPr>
              <a:lnSpc>
                <a:spcPct val="111000"/>
              </a:lnSpc>
              <a:defRPr sz="1200"/>
            </a:lvl4pPr>
            <a:lvl5pPr>
              <a:lnSpc>
                <a:spcPct val="111000"/>
              </a:lnSpc>
              <a:defRPr sz="1200"/>
            </a:lvl5pPr>
          </a:lstStyle>
          <a:p>
            <a:pPr lvl="0"/>
            <a:r>
              <a:rPr lang="de-CH" noProof="0" dirty="0"/>
              <a:t>Die Schweizerische Post AG</a:t>
            </a:r>
          </a:p>
        </p:txBody>
      </p:sp>
    </p:spTree>
    <p:extLst>
      <p:ext uri="{BB962C8B-B14F-4D97-AF65-F5344CB8AC3E}">
        <p14:creationId xmlns:p14="http://schemas.microsoft.com/office/powerpoint/2010/main" val="121327634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9" name="Bildplatzhalter 8">
            <a:extLst>
              <a:ext uri="{FF2B5EF4-FFF2-40B4-BE49-F238E27FC236}">
                <a16:creationId xmlns:a16="http://schemas.microsoft.com/office/drawing/2014/main" id="{15C1CE07-A57D-0813-75AC-4F7178F4AD8B}"/>
              </a:ext>
            </a:extLst>
          </p:cNvPr>
          <p:cNvSpPr>
            <a:spLocks noGrp="1" noChangeAspect="1"/>
          </p:cNvSpPr>
          <p:nvPr>
            <p:ph type="pic" sz="quarter" idx="13"/>
          </p:nvPr>
        </p:nvSpPr>
        <p:spPr>
          <a:xfrm>
            <a:off x="1373500" y="1594163"/>
            <a:ext cx="1810800" cy="1810800"/>
          </a:xfrm>
          <a:custGeom>
            <a:avLst/>
            <a:gdLst>
              <a:gd name="connsiteX0" fmla="*/ 1508400 w 3016800"/>
              <a:gd name="connsiteY0" fmla="*/ 0 h 3016800"/>
              <a:gd name="connsiteX1" fmla="*/ 3016800 w 3016800"/>
              <a:gd name="connsiteY1" fmla="*/ 1508400 h 3016800"/>
              <a:gd name="connsiteX2" fmla="*/ 1508400 w 3016800"/>
              <a:gd name="connsiteY2" fmla="*/ 3016800 h 3016800"/>
              <a:gd name="connsiteX3" fmla="*/ 0 w 3016800"/>
              <a:gd name="connsiteY3" fmla="*/ 1508400 h 3016800"/>
              <a:gd name="connsiteX4" fmla="*/ 1508400 w 3016800"/>
              <a:gd name="connsiteY4" fmla="*/ 0 h 3016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6800" h="3016800">
                <a:moveTo>
                  <a:pt x="1508400" y="0"/>
                </a:moveTo>
                <a:cubicBezTo>
                  <a:pt x="2341466" y="0"/>
                  <a:pt x="3016800" y="675334"/>
                  <a:pt x="3016800" y="1508400"/>
                </a:cubicBezTo>
                <a:cubicBezTo>
                  <a:pt x="3016800" y="2341466"/>
                  <a:pt x="2341466" y="3016800"/>
                  <a:pt x="1508400" y="3016800"/>
                </a:cubicBezTo>
                <a:cubicBezTo>
                  <a:pt x="675334" y="3016800"/>
                  <a:pt x="0" y="2341466"/>
                  <a:pt x="0" y="1508400"/>
                </a:cubicBezTo>
                <a:cubicBezTo>
                  <a:pt x="0" y="675334"/>
                  <a:pt x="675334" y="0"/>
                  <a:pt x="1508400" y="0"/>
                </a:cubicBezTo>
                <a:close/>
              </a:path>
            </a:pathLst>
          </a:custGeom>
          <a:pattFill prst="lgCheck">
            <a:fgClr>
              <a:schemeClr val="bg1">
                <a:lumMod val="85000"/>
              </a:schemeClr>
            </a:fgClr>
            <a:bgClr>
              <a:schemeClr val="bg1"/>
            </a:bgClr>
          </a:pattFill>
        </p:spPr>
        <p:txBody>
          <a:bodyPr wrap="square" tIns="720000" anchor="ctr">
            <a:noAutofit/>
          </a:bodyPr>
          <a:lstStyle>
            <a:lvl1pPr algn="ctr">
              <a:defRPr sz="1200"/>
            </a:lvl1pPr>
          </a:lstStyle>
          <a:p>
            <a:r>
              <a:rPr lang="de-DE"/>
              <a:t>Bild durch Klicken auf Symbol hinzufügen</a:t>
            </a:r>
            <a:endParaRPr lang="de-CH" dirty="0"/>
          </a:p>
        </p:txBody>
      </p:sp>
      <p:sp>
        <p:nvSpPr>
          <p:cNvPr id="2" name="Titel 1"/>
          <p:cNvSpPr>
            <a:spLocks noGrp="1"/>
          </p:cNvSpPr>
          <p:nvPr>
            <p:ph type="title" hasCustomPrompt="1"/>
          </p:nvPr>
        </p:nvSpPr>
        <p:spPr>
          <a:xfrm>
            <a:off x="412019" y="371702"/>
            <a:ext cx="5580000" cy="828000"/>
          </a:xfrm>
        </p:spPr>
        <p:txBody>
          <a:bodyPr/>
          <a:lstStyle/>
          <a:p>
            <a:r>
              <a:rPr lang="de-CH" dirty="0"/>
              <a:t>Titel hinzufügen</a:t>
            </a:r>
          </a:p>
        </p:txBody>
      </p:sp>
      <p:sp>
        <p:nvSpPr>
          <p:cNvPr id="5" name="Datumsplatzhalter 4">
            <a:extLst>
              <a:ext uri="{FF2B5EF4-FFF2-40B4-BE49-F238E27FC236}">
                <a16:creationId xmlns:a16="http://schemas.microsoft.com/office/drawing/2014/main" id="{0CBC3AC7-219E-4C67-AEDA-C67A12A69C38}"/>
              </a:ext>
            </a:extLst>
          </p:cNvPr>
          <p:cNvSpPr>
            <a:spLocks noGrp="1"/>
          </p:cNvSpPr>
          <p:nvPr>
            <p:ph type="dt" sz="half" idx="10"/>
          </p:nvPr>
        </p:nvSpPr>
        <p:spPr/>
        <p:txBody>
          <a:bodyPr/>
          <a:lstStyle/>
          <a:p>
            <a:fld id="{98510B85-29BB-423C-8190-A143D21F3A34}" type="datetime4">
              <a:rPr lang="de-CH" smtClean="0"/>
              <a:t>8. Februar 2026</a:t>
            </a:fld>
            <a:endParaRPr lang="de-CH" dirty="0"/>
          </a:p>
        </p:txBody>
      </p:sp>
      <p:sp>
        <p:nvSpPr>
          <p:cNvPr id="6" name="Fußzeilenplatzhalter 5">
            <a:extLst>
              <a:ext uri="{FF2B5EF4-FFF2-40B4-BE49-F238E27FC236}">
                <a16:creationId xmlns:a16="http://schemas.microsoft.com/office/drawing/2014/main" id="{C7782AC2-B1F9-49B1-8F1C-175BF9874552}"/>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7" name="Foliennummernplatzhalter 6">
            <a:extLst>
              <a:ext uri="{FF2B5EF4-FFF2-40B4-BE49-F238E27FC236}">
                <a16:creationId xmlns:a16="http://schemas.microsoft.com/office/drawing/2014/main" id="{1764E7F5-EE66-4CED-8EDA-D78B639D28B0}"/>
              </a:ext>
            </a:extLst>
          </p:cNvPr>
          <p:cNvSpPr>
            <a:spLocks noGrp="1"/>
          </p:cNvSpPr>
          <p:nvPr>
            <p:ph type="sldNum" sz="quarter" idx="12"/>
          </p:nvPr>
        </p:nvSpPr>
        <p:spPr/>
        <p:txBody>
          <a:bodyPr/>
          <a:lstStyle/>
          <a:p>
            <a:fld id="{442AD375-037F-43D0-B059-5172DA06796A}" type="slidenum">
              <a:rPr lang="de-CH" smtClean="0"/>
              <a:pPr/>
              <a:t>‹Nr.›</a:t>
            </a:fld>
            <a:endParaRPr lang="de-CH" dirty="0"/>
          </a:p>
        </p:txBody>
      </p:sp>
      <p:sp>
        <p:nvSpPr>
          <p:cNvPr id="13" name="Inhaltsplatzhalter 2">
            <a:extLst>
              <a:ext uri="{FF2B5EF4-FFF2-40B4-BE49-F238E27FC236}">
                <a16:creationId xmlns:a16="http://schemas.microsoft.com/office/drawing/2014/main" id="{133DFD27-7EB9-BC39-5EE0-A172ED2AA6A8}"/>
              </a:ext>
            </a:extLst>
          </p:cNvPr>
          <p:cNvSpPr>
            <a:spLocks noGrp="1"/>
          </p:cNvSpPr>
          <p:nvPr>
            <p:ph sz="half" idx="14" hasCustomPrompt="1"/>
          </p:nvPr>
        </p:nvSpPr>
        <p:spPr>
          <a:xfrm>
            <a:off x="1383025" y="3736800"/>
            <a:ext cx="2340000" cy="1352435"/>
          </a:xfrm>
        </p:spPr>
        <p:txBody>
          <a:bodyPr/>
          <a:lstStyle>
            <a:lvl1pPr>
              <a:lnSpc>
                <a:spcPct val="100000"/>
              </a:lnSpc>
              <a:tabLst>
                <a:tab pos="244800" algn="l"/>
              </a:tabLst>
              <a:defRPr sz="1200" spc="20" baseline="0"/>
            </a:lvl1pPr>
            <a:lvl2pPr>
              <a:lnSpc>
                <a:spcPct val="111000"/>
              </a:lnSpc>
              <a:defRPr sz="1200"/>
            </a:lvl2pPr>
            <a:lvl3pPr>
              <a:lnSpc>
                <a:spcPct val="111000"/>
              </a:lnSpc>
              <a:defRPr sz="1200"/>
            </a:lvl3pPr>
            <a:lvl4pPr>
              <a:lnSpc>
                <a:spcPct val="111000"/>
              </a:lnSpc>
              <a:defRPr sz="1200"/>
            </a:lvl4pPr>
            <a:lvl5pPr>
              <a:lnSpc>
                <a:spcPct val="111000"/>
              </a:lnSpc>
              <a:defRPr sz="1200"/>
            </a:lvl5pPr>
          </a:lstStyle>
          <a:p>
            <a:pPr lvl="0"/>
            <a:r>
              <a:rPr lang="de-CH" noProof="0" dirty="0"/>
              <a:t>Vorname Name</a:t>
            </a:r>
          </a:p>
        </p:txBody>
      </p:sp>
      <p:sp>
        <p:nvSpPr>
          <p:cNvPr id="10" name="Bildplatzhalter 8">
            <a:extLst>
              <a:ext uri="{FF2B5EF4-FFF2-40B4-BE49-F238E27FC236}">
                <a16:creationId xmlns:a16="http://schemas.microsoft.com/office/drawing/2014/main" id="{3BE99C5A-8C33-EC76-410A-8CA7925EC57C}"/>
              </a:ext>
            </a:extLst>
          </p:cNvPr>
          <p:cNvSpPr>
            <a:spLocks noGrp="1" noChangeAspect="1"/>
          </p:cNvSpPr>
          <p:nvPr>
            <p:ph type="pic" sz="quarter" idx="15"/>
          </p:nvPr>
        </p:nvSpPr>
        <p:spPr>
          <a:xfrm>
            <a:off x="3917099" y="1594163"/>
            <a:ext cx="1810800" cy="1810800"/>
          </a:xfrm>
          <a:custGeom>
            <a:avLst/>
            <a:gdLst>
              <a:gd name="connsiteX0" fmla="*/ 1508400 w 3016800"/>
              <a:gd name="connsiteY0" fmla="*/ 0 h 3016800"/>
              <a:gd name="connsiteX1" fmla="*/ 3016800 w 3016800"/>
              <a:gd name="connsiteY1" fmla="*/ 1508400 h 3016800"/>
              <a:gd name="connsiteX2" fmla="*/ 1508400 w 3016800"/>
              <a:gd name="connsiteY2" fmla="*/ 3016800 h 3016800"/>
              <a:gd name="connsiteX3" fmla="*/ 0 w 3016800"/>
              <a:gd name="connsiteY3" fmla="*/ 1508400 h 3016800"/>
              <a:gd name="connsiteX4" fmla="*/ 1508400 w 3016800"/>
              <a:gd name="connsiteY4" fmla="*/ 0 h 3016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6800" h="3016800">
                <a:moveTo>
                  <a:pt x="1508400" y="0"/>
                </a:moveTo>
                <a:cubicBezTo>
                  <a:pt x="2341466" y="0"/>
                  <a:pt x="3016800" y="675334"/>
                  <a:pt x="3016800" y="1508400"/>
                </a:cubicBezTo>
                <a:cubicBezTo>
                  <a:pt x="3016800" y="2341466"/>
                  <a:pt x="2341466" y="3016800"/>
                  <a:pt x="1508400" y="3016800"/>
                </a:cubicBezTo>
                <a:cubicBezTo>
                  <a:pt x="675334" y="3016800"/>
                  <a:pt x="0" y="2341466"/>
                  <a:pt x="0" y="1508400"/>
                </a:cubicBezTo>
                <a:cubicBezTo>
                  <a:pt x="0" y="675334"/>
                  <a:pt x="675334" y="0"/>
                  <a:pt x="1508400" y="0"/>
                </a:cubicBezTo>
                <a:close/>
              </a:path>
            </a:pathLst>
          </a:custGeom>
          <a:pattFill prst="lgCheck">
            <a:fgClr>
              <a:schemeClr val="bg1">
                <a:lumMod val="85000"/>
              </a:schemeClr>
            </a:fgClr>
            <a:bgClr>
              <a:schemeClr val="bg1"/>
            </a:bgClr>
          </a:pattFill>
        </p:spPr>
        <p:txBody>
          <a:bodyPr wrap="square" tIns="720000" anchor="ctr">
            <a:noAutofit/>
          </a:bodyPr>
          <a:lstStyle>
            <a:lvl1pPr algn="ctr">
              <a:defRPr sz="1200"/>
            </a:lvl1pPr>
          </a:lstStyle>
          <a:p>
            <a:r>
              <a:rPr lang="de-DE"/>
              <a:t>Bild durch Klicken auf Symbol hinzufügen</a:t>
            </a:r>
            <a:endParaRPr lang="de-CH"/>
          </a:p>
        </p:txBody>
      </p:sp>
      <p:sp>
        <p:nvSpPr>
          <p:cNvPr id="11" name="Bildplatzhalter 8">
            <a:extLst>
              <a:ext uri="{FF2B5EF4-FFF2-40B4-BE49-F238E27FC236}">
                <a16:creationId xmlns:a16="http://schemas.microsoft.com/office/drawing/2014/main" id="{9D0824B9-BD75-4BB4-8387-8447A541515F}"/>
              </a:ext>
            </a:extLst>
          </p:cNvPr>
          <p:cNvSpPr>
            <a:spLocks noGrp="1" noChangeAspect="1"/>
          </p:cNvSpPr>
          <p:nvPr>
            <p:ph type="pic" sz="quarter" idx="16"/>
          </p:nvPr>
        </p:nvSpPr>
        <p:spPr>
          <a:xfrm>
            <a:off x="6460698" y="1594163"/>
            <a:ext cx="1810800" cy="1810800"/>
          </a:xfrm>
          <a:custGeom>
            <a:avLst/>
            <a:gdLst>
              <a:gd name="connsiteX0" fmla="*/ 1508400 w 3016800"/>
              <a:gd name="connsiteY0" fmla="*/ 0 h 3016800"/>
              <a:gd name="connsiteX1" fmla="*/ 3016800 w 3016800"/>
              <a:gd name="connsiteY1" fmla="*/ 1508400 h 3016800"/>
              <a:gd name="connsiteX2" fmla="*/ 1508400 w 3016800"/>
              <a:gd name="connsiteY2" fmla="*/ 3016800 h 3016800"/>
              <a:gd name="connsiteX3" fmla="*/ 0 w 3016800"/>
              <a:gd name="connsiteY3" fmla="*/ 1508400 h 3016800"/>
              <a:gd name="connsiteX4" fmla="*/ 1508400 w 3016800"/>
              <a:gd name="connsiteY4" fmla="*/ 0 h 3016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6800" h="3016800">
                <a:moveTo>
                  <a:pt x="1508400" y="0"/>
                </a:moveTo>
                <a:cubicBezTo>
                  <a:pt x="2341466" y="0"/>
                  <a:pt x="3016800" y="675334"/>
                  <a:pt x="3016800" y="1508400"/>
                </a:cubicBezTo>
                <a:cubicBezTo>
                  <a:pt x="3016800" y="2341466"/>
                  <a:pt x="2341466" y="3016800"/>
                  <a:pt x="1508400" y="3016800"/>
                </a:cubicBezTo>
                <a:cubicBezTo>
                  <a:pt x="675334" y="3016800"/>
                  <a:pt x="0" y="2341466"/>
                  <a:pt x="0" y="1508400"/>
                </a:cubicBezTo>
                <a:cubicBezTo>
                  <a:pt x="0" y="675334"/>
                  <a:pt x="675334" y="0"/>
                  <a:pt x="1508400" y="0"/>
                </a:cubicBezTo>
                <a:close/>
              </a:path>
            </a:pathLst>
          </a:custGeom>
          <a:pattFill prst="lgCheck">
            <a:fgClr>
              <a:schemeClr val="bg1">
                <a:lumMod val="85000"/>
              </a:schemeClr>
            </a:fgClr>
            <a:bgClr>
              <a:schemeClr val="bg1"/>
            </a:bgClr>
          </a:pattFill>
        </p:spPr>
        <p:txBody>
          <a:bodyPr wrap="square" tIns="720000" anchor="ctr">
            <a:noAutofit/>
          </a:bodyPr>
          <a:lstStyle>
            <a:lvl1pPr algn="ctr">
              <a:defRPr sz="1200"/>
            </a:lvl1pPr>
          </a:lstStyle>
          <a:p>
            <a:r>
              <a:rPr lang="de-DE"/>
              <a:t>Bild durch Klicken auf Symbol hinzufügen</a:t>
            </a:r>
            <a:endParaRPr lang="de-CH"/>
          </a:p>
        </p:txBody>
      </p:sp>
      <p:sp>
        <p:nvSpPr>
          <p:cNvPr id="12" name="Bildplatzhalter 8">
            <a:extLst>
              <a:ext uri="{FF2B5EF4-FFF2-40B4-BE49-F238E27FC236}">
                <a16:creationId xmlns:a16="http://schemas.microsoft.com/office/drawing/2014/main" id="{F77700C9-DC33-4093-F992-25FAD22E7F73}"/>
              </a:ext>
            </a:extLst>
          </p:cNvPr>
          <p:cNvSpPr>
            <a:spLocks noGrp="1" noChangeAspect="1"/>
          </p:cNvSpPr>
          <p:nvPr>
            <p:ph type="pic" sz="quarter" idx="17"/>
          </p:nvPr>
        </p:nvSpPr>
        <p:spPr>
          <a:xfrm>
            <a:off x="9004296" y="1594163"/>
            <a:ext cx="1810800" cy="1810800"/>
          </a:xfrm>
          <a:custGeom>
            <a:avLst/>
            <a:gdLst>
              <a:gd name="connsiteX0" fmla="*/ 1508400 w 3016800"/>
              <a:gd name="connsiteY0" fmla="*/ 0 h 3016800"/>
              <a:gd name="connsiteX1" fmla="*/ 3016800 w 3016800"/>
              <a:gd name="connsiteY1" fmla="*/ 1508400 h 3016800"/>
              <a:gd name="connsiteX2" fmla="*/ 1508400 w 3016800"/>
              <a:gd name="connsiteY2" fmla="*/ 3016800 h 3016800"/>
              <a:gd name="connsiteX3" fmla="*/ 0 w 3016800"/>
              <a:gd name="connsiteY3" fmla="*/ 1508400 h 3016800"/>
              <a:gd name="connsiteX4" fmla="*/ 1508400 w 3016800"/>
              <a:gd name="connsiteY4" fmla="*/ 0 h 3016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6800" h="3016800">
                <a:moveTo>
                  <a:pt x="1508400" y="0"/>
                </a:moveTo>
                <a:cubicBezTo>
                  <a:pt x="2341466" y="0"/>
                  <a:pt x="3016800" y="675334"/>
                  <a:pt x="3016800" y="1508400"/>
                </a:cubicBezTo>
                <a:cubicBezTo>
                  <a:pt x="3016800" y="2341466"/>
                  <a:pt x="2341466" y="3016800"/>
                  <a:pt x="1508400" y="3016800"/>
                </a:cubicBezTo>
                <a:cubicBezTo>
                  <a:pt x="675334" y="3016800"/>
                  <a:pt x="0" y="2341466"/>
                  <a:pt x="0" y="1508400"/>
                </a:cubicBezTo>
                <a:cubicBezTo>
                  <a:pt x="0" y="675334"/>
                  <a:pt x="675334" y="0"/>
                  <a:pt x="1508400" y="0"/>
                </a:cubicBezTo>
                <a:close/>
              </a:path>
            </a:pathLst>
          </a:custGeom>
          <a:pattFill prst="lgCheck">
            <a:fgClr>
              <a:schemeClr val="bg1">
                <a:lumMod val="85000"/>
              </a:schemeClr>
            </a:fgClr>
            <a:bgClr>
              <a:schemeClr val="bg1"/>
            </a:bgClr>
          </a:pattFill>
        </p:spPr>
        <p:txBody>
          <a:bodyPr wrap="square" tIns="720000" anchor="ctr">
            <a:noAutofit/>
          </a:bodyPr>
          <a:lstStyle>
            <a:lvl1pPr algn="ctr">
              <a:defRPr sz="1200"/>
            </a:lvl1pPr>
          </a:lstStyle>
          <a:p>
            <a:r>
              <a:rPr lang="de-DE"/>
              <a:t>Bild durch Klicken auf Symbol hinzufügen</a:t>
            </a:r>
            <a:endParaRPr lang="de-CH"/>
          </a:p>
        </p:txBody>
      </p:sp>
      <p:sp>
        <p:nvSpPr>
          <p:cNvPr id="14" name="Inhaltsplatzhalter 2">
            <a:extLst>
              <a:ext uri="{FF2B5EF4-FFF2-40B4-BE49-F238E27FC236}">
                <a16:creationId xmlns:a16="http://schemas.microsoft.com/office/drawing/2014/main" id="{B03CECBD-FB76-9C97-A7F3-6DC9A5B56EF0}"/>
              </a:ext>
            </a:extLst>
          </p:cNvPr>
          <p:cNvSpPr>
            <a:spLocks noGrp="1"/>
          </p:cNvSpPr>
          <p:nvPr>
            <p:ph sz="half" idx="18" hasCustomPrompt="1"/>
          </p:nvPr>
        </p:nvSpPr>
        <p:spPr>
          <a:xfrm>
            <a:off x="3917099" y="3736800"/>
            <a:ext cx="2340000" cy="1352435"/>
          </a:xfrm>
        </p:spPr>
        <p:txBody>
          <a:bodyPr/>
          <a:lstStyle>
            <a:lvl1pPr>
              <a:lnSpc>
                <a:spcPct val="100000"/>
              </a:lnSpc>
              <a:tabLst>
                <a:tab pos="244800" algn="l"/>
              </a:tabLst>
              <a:defRPr sz="1200" spc="20" baseline="0"/>
            </a:lvl1pPr>
            <a:lvl2pPr>
              <a:lnSpc>
                <a:spcPct val="111000"/>
              </a:lnSpc>
              <a:defRPr sz="1200"/>
            </a:lvl2pPr>
            <a:lvl3pPr>
              <a:lnSpc>
                <a:spcPct val="111000"/>
              </a:lnSpc>
              <a:defRPr sz="1200"/>
            </a:lvl3pPr>
            <a:lvl4pPr>
              <a:lnSpc>
                <a:spcPct val="111000"/>
              </a:lnSpc>
              <a:defRPr sz="1200"/>
            </a:lvl4pPr>
            <a:lvl5pPr>
              <a:lnSpc>
                <a:spcPct val="111000"/>
              </a:lnSpc>
              <a:defRPr sz="1200"/>
            </a:lvl5pPr>
          </a:lstStyle>
          <a:p>
            <a:pPr lvl="0"/>
            <a:r>
              <a:rPr lang="de-CH" noProof="0" dirty="0"/>
              <a:t>Vorname Name</a:t>
            </a:r>
          </a:p>
        </p:txBody>
      </p:sp>
      <p:sp>
        <p:nvSpPr>
          <p:cNvPr id="15" name="Inhaltsplatzhalter 2">
            <a:extLst>
              <a:ext uri="{FF2B5EF4-FFF2-40B4-BE49-F238E27FC236}">
                <a16:creationId xmlns:a16="http://schemas.microsoft.com/office/drawing/2014/main" id="{D0EB7A47-7FD0-8D63-D1B7-6A37885C02BF}"/>
              </a:ext>
            </a:extLst>
          </p:cNvPr>
          <p:cNvSpPr>
            <a:spLocks noGrp="1"/>
          </p:cNvSpPr>
          <p:nvPr>
            <p:ph sz="half" idx="19" hasCustomPrompt="1"/>
          </p:nvPr>
        </p:nvSpPr>
        <p:spPr>
          <a:xfrm>
            <a:off x="6451173" y="3736800"/>
            <a:ext cx="2340000" cy="1352435"/>
          </a:xfrm>
        </p:spPr>
        <p:txBody>
          <a:bodyPr/>
          <a:lstStyle>
            <a:lvl1pPr>
              <a:lnSpc>
                <a:spcPct val="100000"/>
              </a:lnSpc>
              <a:tabLst>
                <a:tab pos="244800" algn="l"/>
              </a:tabLst>
              <a:defRPr sz="1200" spc="20" baseline="0"/>
            </a:lvl1pPr>
            <a:lvl2pPr>
              <a:lnSpc>
                <a:spcPct val="111000"/>
              </a:lnSpc>
              <a:defRPr sz="1200"/>
            </a:lvl2pPr>
            <a:lvl3pPr>
              <a:lnSpc>
                <a:spcPct val="111000"/>
              </a:lnSpc>
              <a:defRPr sz="1200"/>
            </a:lvl3pPr>
            <a:lvl4pPr>
              <a:lnSpc>
                <a:spcPct val="111000"/>
              </a:lnSpc>
              <a:defRPr sz="1200"/>
            </a:lvl4pPr>
            <a:lvl5pPr>
              <a:lnSpc>
                <a:spcPct val="111000"/>
              </a:lnSpc>
              <a:defRPr sz="1200"/>
            </a:lvl5pPr>
          </a:lstStyle>
          <a:p>
            <a:pPr lvl="0"/>
            <a:r>
              <a:rPr lang="de-CH" noProof="0" dirty="0"/>
              <a:t>Vorname Name</a:t>
            </a:r>
          </a:p>
        </p:txBody>
      </p:sp>
      <p:sp>
        <p:nvSpPr>
          <p:cNvPr id="16" name="Inhaltsplatzhalter 2">
            <a:extLst>
              <a:ext uri="{FF2B5EF4-FFF2-40B4-BE49-F238E27FC236}">
                <a16:creationId xmlns:a16="http://schemas.microsoft.com/office/drawing/2014/main" id="{61E41B16-BAC0-88D8-38A9-8FF76F613A16}"/>
              </a:ext>
            </a:extLst>
          </p:cNvPr>
          <p:cNvSpPr>
            <a:spLocks noGrp="1"/>
          </p:cNvSpPr>
          <p:nvPr>
            <p:ph sz="half" idx="20" hasCustomPrompt="1"/>
          </p:nvPr>
        </p:nvSpPr>
        <p:spPr>
          <a:xfrm>
            <a:off x="8985247" y="3736800"/>
            <a:ext cx="2340000" cy="1352435"/>
          </a:xfrm>
        </p:spPr>
        <p:txBody>
          <a:bodyPr/>
          <a:lstStyle>
            <a:lvl1pPr>
              <a:lnSpc>
                <a:spcPct val="100000"/>
              </a:lnSpc>
              <a:tabLst>
                <a:tab pos="244800" algn="l"/>
              </a:tabLst>
              <a:defRPr sz="1200" spc="20" baseline="0"/>
            </a:lvl1pPr>
            <a:lvl2pPr>
              <a:lnSpc>
                <a:spcPct val="111000"/>
              </a:lnSpc>
              <a:defRPr sz="1200"/>
            </a:lvl2pPr>
            <a:lvl3pPr>
              <a:lnSpc>
                <a:spcPct val="111000"/>
              </a:lnSpc>
              <a:defRPr sz="1200"/>
            </a:lvl3pPr>
            <a:lvl4pPr>
              <a:lnSpc>
                <a:spcPct val="111000"/>
              </a:lnSpc>
              <a:defRPr sz="1200"/>
            </a:lvl4pPr>
            <a:lvl5pPr>
              <a:lnSpc>
                <a:spcPct val="111000"/>
              </a:lnSpc>
              <a:defRPr sz="1200"/>
            </a:lvl5pPr>
          </a:lstStyle>
          <a:p>
            <a:pPr lvl="0"/>
            <a:r>
              <a:rPr lang="de-CH" noProof="0" dirty="0"/>
              <a:t>Vorname Name</a:t>
            </a:r>
          </a:p>
        </p:txBody>
      </p:sp>
    </p:spTree>
    <p:extLst>
      <p:ext uri="{BB962C8B-B14F-4D97-AF65-F5344CB8AC3E}">
        <p14:creationId xmlns:p14="http://schemas.microsoft.com/office/powerpoint/2010/main" val="183290899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WO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12019" y="371702"/>
            <a:ext cx="1903561" cy="828000"/>
          </a:xfrm>
        </p:spPr>
        <p:txBody>
          <a:bodyPr/>
          <a:lstStyle/>
          <a:p>
            <a:r>
              <a:rPr lang="de-CH" dirty="0"/>
              <a:t>Titel hinzufügen</a:t>
            </a:r>
          </a:p>
        </p:txBody>
      </p:sp>
      <p:sp>
        <p:nvSpPr>
          <p:cNvPr id="3" name="Inhaltsplatzhalter 2"/>
          <p:cNvSpPr>
            <a:spLocks noGrp="1"/>
          </p:cNvSpPr>
          <p:nvPr>
            <p:ph sz="half" idx="1" hasCustomPrompt="1"/>
          </p:nvPr>
        </p:nvSpPr>
        <p:spPr>
          <a:xfrm>
            <a:off x="2353679" y="451272"/>
            <a:ext cx="4608000" cy="2851200"/>
          </a:xfrm>
          <a:solidFill>
            <a:schemeClr val="accent2"/>
          </a:solidFill>
        </p:spPr>
        <p:txBody>
          <a:bodyPr lIns="108000" tIns="57600" rIns="108000" bIns="108000"/>
          <a:lstStyle>
            <a:lvl1pPr>
              <a:lnSpc>
                <a:spcPct val="118000"/>
              </a:lnSpc>
              <a:defRPr sz="1200"/>
            </a:lvl1pPr>
            <a:lvl2pPr>
              <a:lnSpc>
                <a:spcPct val="118000"/>
              </a:lnSpc>
              <a:defRPr sz="1200"/>
            </a:lvl2pPr>
            <a:lvl3pPr>
              <a:lnSpc>
                <a:spcPct val="118000"/>
              </a:lnSpc>
              <a:defRPr sz="1200"/>
            </a:lvl3pPr>
            <a:lvl4pPr>
              <a:lnSpc>
                <a:spcPct val="118000"/>
              </a:lnSpc>
              <a:defRPr sz="1200"/>
            </a:lvl4pPr>
            <a:lvl5pPr>
              <a:lnSpc>
                <a:spcPct val="118000"/>
              </a:lnSpc>
              <a:defRPr sz="1200"/>
            </a:lvl5pPr>
          </a:lstStyle>
          <a:p>
            <a:pPr lvl="0"/>
            <a:r>
              <a:rPr lang="de-CH" noProof="0" dirty="0"/>
              <a:t>Inhalt hinzufügen</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4" name="Inhaltsplatzhalter 3"/>
          <p:cNvSpPr>
            <a:spLocks noGrp="1"/>
          </p:cNvSpPr>
          <p:nvPr>
            <p:ph sz="half" idx="2" hasCustomPrompt="1"/>
          </p:nvPr>
        </p:nvSpPr>
        <p:spPr>
          <a:xfrm>
            <a:off x="7186744" y="451272"/>
            <a:ext cx="4608000" cy="2851200"/>
          </a:xfrm>
          <a:solidFill>
            <a:schemeClr val="accent6"/>
          </a:solidFill>
        </p:spPr>
        <p:txBody>
          <a:bodyPr lIns="108000" tIns="57600" rIns="108000" bIns="108000"/>
          <a:lstStyle>
            <a:lvl1pPr>
              <a:lnSpc>
                <a:spcPct val="118000"/>
              </a:lnSpc>
              <a:defRPr sz="1200" b="0"/>
            </a:lvl1pPr>
            <a:lvl2pPr>
              <a:lnSpc>
                <a:spcPct val="118000"/>
              </a:lnSpc>
              <a:defRPr sz="1200"/>
            </a:lvl2pPr>
            <a:lvl3pPr>
              <a:lnSpc>
                <a:spcPct val="118000"/>
              </a:lnSpc>
              <a:defRPr sz="1200"/>
            </a:lvl3pPr>
            <a:lvl4pPr>
              <a:lnSpc>
                <a:spcPct val="118000"/>
              </a:lnSpc>
              <a:defRPr sz="1200"/>
            </a:lvl4pPr>
            <a:lvl5pPr>
              <a:lnSpc>
                <a:spcPct val="118000"/>
              </a:lnSpc>
              <a:defRPr sz="1200"/>
            </a:lvl5pPr>
          </a:lstStyle>
          <a:p>
            <a:pPr lvl="0"/>
            <a:r>
              <a:rPr lang="de-CH" noProof="0" dirty="0"/>
              <a:t>Inhalt hinzufügen</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5" name="Datumsplatzhalter 4">
            <a:extLst>
              <a:ext uri="{FF2B5EF4-FFF2-40B4-BE49-F238E27FC236}">
                <a16:creationId xmlns:a16="http://schemas.microsoft.com/office/drawing/2014/main" id="{0CBC3AC7-219E-4C67-AEDA-C67A12A69C38}"/>
              </a:ext>
            </a:extLst>
          </p:cNvPr>
          <p:cNvSpPr>
            <a:spLocks noGrp="1"/>
          </p:cNvSpPr>
          <p:nvPr>
            <p:ph type="dt" sz="half" idx="10"/>
          </p:nvPr>
        </p:nvSpPr>
        <p:spPr/>
        <p:txBody>
          <a:bodyPr/>
          <a:lstStyle/>
          <a:p>
            <a:fld id="{CC2560EE-4B1B-48DC-8DF5-44A5B7A44D60}" type="datetime4">
              <a:rPr lang="de-CH" smtClean="0"/>
              <a:t>8. Februar 2026</a:t>
            </a:fld>
            <a:endParaRPr lang="de-CH" dirty="0"/>
          </a:p>
        </p:txBody>
      </p:sp>
      <p:sp>
        <p:nvSpPr>
          <p:cNvPr id="6" name="Fußzeilenplatzhalter 5">
            <a:extLst>
              <a:ext uri="{FF2B5EF4-FFF2-40B4-BE49-F238E27FC236}">
                <a16:creationId xmlns:a16="http://schemas.microsoft.com/office/drawing/2014/main" id="{C7782AC2-B1F9-49B1-8F1C-175BF9874552}"/>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7" name="Foliennummernplatzhalter 6">
            <a:extLst>
              <a:ext uri="{FF2B5EF4-FFF2-40B4-BE49-F238E27FC236}">
                <a16:creationId xmlns:a16="http://schemas.microsoft.com/office/drawing/2014/main" id="{1764E7F5-EE66-4CED-8EDA-D78B639D28B0}"/>
              </a:ext>
            </a:extLst>
          </p:cNvPr>
          <p:cNvSpPr>
            <a:spLocks noGrp="1"/>
          </p:cNvSpPr>
          <p:nvPr>
            <p:ph type="sldNum" sz="quarter" idx="12"/>
          </p:nvPr>
        </p:nvSpPr>
        <p:spPr/>
        <p:txBody>
          <a:bodyPr/>
          <a:lstStyle/>
          <a:p>
            <a:fld id="{442AD375-037F-43D0-B059-5172DA06796A}" type="slidenum">
              <a:rPr lang="de-CH" smtClean="0"/>
              <a:pPr/>
              <a:t>‹Nr.›</a:t>
            </a:fld>
            <a:endParaRPr lang="de-CH" dirty="0"/>
          </a:p>
        </p:txBody>
      </p:sp>
      <p:sp>
        <p:nvSpPr>
          <p:cNvPr id="11" name="Inhaltsplatzhalter 2">
            <a:extLst>
              <a:ext uri="{FF2B5EF4-FFF2-40B4-BE49-F238E27FC236}">
                <a16:creationId xmlns:a16="http://schemas.microsoft.com/office/drawing/2014/main" id="{491B4733-B867-D1BD-5D12-1D335C6F8BD8}"/>
              </a:ext>
            </a:extLst>
          </p:cNvPr>
          <p:cNvSpPr>
            <a:spLocks noGrp="1"/>
          </p:cNvSpPr>
          <p:nvPr>
            <p:ph sz="half" idx="13" hasCustomPrompt="1"/>
          </p:nvPr>
        </p:nvSpPr>
        <p:spPr>
          <a:xfrm>
            <a:off x="2353679" y="3519276"/>
            <a:ext cx="4608000" cy="2851200"/>
          </a:xfrm>
          <a:solidFill>
            <a:schemeClr val="accent2"/>
          </a:solidFill>
        </p:spPr>
        <p:txBody>
          <a:bodyPr lIns="108000" tIns="57600" rIns="108000" bIns="108000"/>
          <a:lstStyle>
            <a:lvl1pPr>
              <a:lnSpc>
                <a:spcPct val="118000"/>
              </a:lnSpc>
              <a:defRPr sz="1200"/>
            </a:lvl1pPr>
            <a:lvl2pPr>
              <a:lnSpc>
                <a:spcPct val="118000"/>
              </a:lnSpc>
              <a:defRPr sz="1200"/>
            </a:lvl2pPr>
            <a:lvl3pPr>
              <a:lnSpc>
                <a:spcPct val="118000"/>
              </a:lnSpc>
              <a:defRPr sz="1200"/>
            </a:lvl3pPr>
            <a:lvl4pPr>
              <a:lnSpc>
                <a:spcPct val="118000"/>
              </a:lnSpc>
              <a:defRPr sz="1200"/>
            </a:lvl4pPr>
            <a:lvl5pPr>
              <a:lnSpc>
                <a:spcPct val="118000"/>
              </a:lnSpc>
              <a:defRPr sz="1200"/>
            </a:lvl5pPr>
          </a:lstStyle>
          <a:p>
            <a:pPr lvl="0"/>
            <a:r>
              <a:rPr lang="de-CH" noProof="0" dirty="0"/>
              <a:t>Inhalt hinzufügen</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12" name="Inhaltsplatzhalter 3">
            <a:extLst>
              <a:ext uri="{FF2B5EF4-FFF2-40B4-BE49-F238E27FC236}">
                <a16:creationId xmlns:a16="http://schemas.microsoft.com/office/drawing/2014/main" id="{76AAB5E1-849C-6442-D299-2E133577F104}"/>
              </a:ext>
            </a:extLst>
          </p:cNvPr>
          <p:cNvSpPr>
            <a:spLocks noGrp="1"/>
          </p:cNvSpPr>
          <p:nvPr>
            <p:ph sz="half" idx="14" hasCustomPrompt="1"/>
          </p:nvPr>
        </p:nvSpPr>
        <p:spPr>
          <a:xfrm>
            <a:off x="7186744" y="3519276"/>
            <a:ext cx="4608000" cy="2851200"/>
          </a:xfrm>
          <a:solidFill>
            <a:schemeClr val="accent6"/>
          </a:solidFill>
        </p:spPr>
        <p:txBody>
          <a:bodyPr lIns="108000" tIns="57600" rIns="108000" bIns="108000"/>
          <a:lstStyle>
            <a:lvl1pPr>
              <a:lnSpc>
                <a:spcPct val="118000"/>
              </a:lnSpc>
              <a:defRPr sz="1200" b="0"/>
            </a:lvl1pPr>
            <a:lvl2pPr>
              <a:lnSpc>
                <a:spcPct val="118000"/>
              </a:lnSpc>
              <a:defRPr sz="1200"/>
            </a:lvl2pPr>
            <a:lvl3pPr>
              <a:lnSpc>
                <a:spcPct val="118000"/>
              </a:lnSpc>
              <a:defRPr sz="1200"/>
            </a:lvl3pPr>
            <a:lvl4pPr>
              <a:lnSpc>
                <a:spcPct val="118000"/>
              </a:lnSpc>
              <a:defRPr sz="1200"/>
            </a:lvl4pPr>
            <a:lvl5pPr>
              <a:lnSpc>
                <a:spcPct val="118000"/>
              </a:lnSpc>
              <a:defRPr sz="1200"/>
            </a:lvl5pPr>
          </a:lstStyle>
          <a:p>
            <a:pPr lvl="0"/>
            <a:r>
              <a:rPr lang="de-CH" noProof="0" dirty="0"/>
              <a:t>Inhalt hinzufügen</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Tree>
    <p:extLst>
      <p:ext uri="{BB962C8B-B14F-4D97-AF65-F5344CB8AC3E}">
        <p14:creationId xmlns:p14="http://schemas.microsoft.com/office/powerpoint/2010/main" val="348832890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Abschluss">
    <p:bg>
      <p:bgPr>
        <a:solidFill>
          <a:schemeClr val="accent2"/>
        </a:solidFill>
        <a:effectLst/>
      </p:bgPr>
    </p:bg>
    <p:spTree>
      <p:nvGrpSpPr>
        <p:cNvPr id="1" name=""/>
        <p:cNvGrpSpPr/>
        <p:nvPr/>
      </p:nvGrpSpPr>
      <p:grpSpPr>
        <a:xfrm>
          <a:off x="0" y="0"/>
          <a:ext cx="0" cy="0"/>
          <a:chOff x="0" y="0"/>
          <a:chExt cx="0" cy="0"/>
        </a:xfrm>
      </p:grpSpPr>
      <p:sp>
        <p:nvSpPr>
          <p:cNvPr id="10" name="Titel 1">
            <a:extLst>
              <a:ext uri="{FF2B5EF4-FFF2-40B4-BE49-F238E27FC236}">
                <a16:creationId xmlns:a16="http://schemas.microsoft.com/office/drawing/2014/main" id="{11E4D078-5AAB-4B78-A536-1E5E75811603}"/>
              </a:ext>
            </a:extLst>
          </p:cNvPr>
          <p:cNvSpPr>
            <a:spLocks noGrp="1"/>
          </p:cNvSpPr>
          <p:nvPr>
            <p:ph type="ctrTitle" hasCustomPrompt="1"/>
          </p:nvPr>
        </p:nvSpPr>
        <p:spPr>
          <a:xfrm>
            <a:off x="418703" y="1252537"/>
            <a:ext cx="11363722" cy="4014787"/>
          </a:xfrm>
        </p:spPr>
        <p:txBody>
          <a:bodyPr anchor="ctr"/>
          <a:lstStyle>
            <a:lvl1pPr algn="l">
              <a:lnSpc>
                <a:spcPct val="89000"/>
              </a:lnSpc>
              <a:defRPr sz="8400" spc="-180" baseline="0">
                <a:solidFill>
                  <a:schemeClr val="tx1"/>
                </a:solidFill>
              </a:defRPr>
            </a:lvl1pPr>
          </a:lstStyle>
          <a:p>
            <a:r>
              <a:rPr lang="de-CH" dirty="0"/>
              <a:t>Titel </a:t>
            </a:r>
            <a:br>
              <a:rPr lang="de-CH" dirty="0"/>
            </a:br>
            <a:r>
              <a:rPr lang="de-CH" dirty="0"/>
              <a:t>hinzufügen</a:t>
            </a:r>
          </a:p>
        </p:txBody>
      </p:sp>
      <p:sp>
        <p:nvSpPr>
          <p:cNvPr id="2" name="Datumsplatzhalter 1">
            <a:extLst>
              <a:ext uri="{FF2B5EF4-FFF2-40B4-BE49-F238E27FC236}">
                <a16:creationId xmlns:a16="http://schemas.microsoft.com/office/drawing/2014/main" id="{DCA52041-14A4-02CD-2627-AE45648D957F}"/>
              </a:ext>
            </a:extLst>
          </p:cNvPr>
          <p:cNvSpPr>
            <a:spLocks noGrp="1"/>
          </p:cNvSpPr>
          <p:nvPr>
            <p:ph type="dt" sz="half" idx="10"/>
          </p:nvPr>
        </p:nvSpPr>
        <p:spPr/>
        <p:txBody>
          <a:bodyPr/>
          <a:lstStyle>
            <a:lvl1pPr>
              <a:defRPr>
                <a:solidFill>
                  <a:schemeClr val="bg2"/>
                </a:solidFill>
              </a:defRPr>
            </a:lvl1pPr>
          </a:lstStyle>
          <a:p>
            <a:fld id="{6A1B65CA-05E4-4BFB-858C-9BBC2392CD78}" type="datetime4">
              <a:rPr lang="de-CH" smtClean="0"/>
              <a:t>8. Februar 2026</a:t>
            </a:fld>
            <a:endParaRPr lang="de-CH" dirty="0"/>
          </a:p>
        </p:txBody>
      </p:sp>
      <p:sp>
        <p:nvSpPr>
          <p:cNvPr id="3" name="Fußzeilenplatzhalter 2">
            <a:extLst>
              <a:ext uri="{FF2B5EF4-FFF2-40B4-BE49-F238E27FC236}">
                <a16:creationId xmlns:a16="http://schemas.microsoft.com/office/drawing/2014/main" id="{C136D8F0-8617-17B6-BA68-728A2AFFDFD6}"/>
              </a:ext>
            </a:extLst>
          </p:cNvPr>
          <p:cNvSpPr>
            <a:spLocks noGrp="1"/>
          </p:cNvSpPr>
          <p:nvPr>
            <p:ph type="ftr" sz="quarter" idx="11"/>
          </p:nvPr>
        </p:nvSpPr>
        <p:spPr/>
        <p:txBody>
          <a:bodyPr/>
          <a:lstStyle>
            <a:lvl1pPr>
              <a:defRPr>
                <a:solidFill>
                  <a:schemeClr val="bg2"/>
                </a:solidFill>
              </a:defRPr>
            </a:lvl1p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5" name="Foliennummernplatzhalter 4">
            <a:extLst>
              <a:ext uri="{FF2B5EF4-FFF2-40B4-BE49-F238E27FC236}">
                <a16:creationId xmlns:a16="http://schemas.microsoft.com/office/drawing/2014/main" id="{FB9AB41C-675F-B07F-815D-748B5494CA6E}"/>
              </a:ext>
            </a:extLst>
          </p:cNvPr>
          <p:cNvSpPr>
            <a:spLocks noGrp="1"/>
          </p:cNvSpPr>
          <p:nvPr>
            <p:ph type="sldNum" sz="quarter" idx="12"/>
          </p:nvPr>
        </p:nvSpPr>
        <p:spPr/>
        <p:txBody>
          <a:bodyPr/>
          <a:lstStyle>
            <a:lvl1pPr>
              <a:defRPr>
                <a:solidFill>
                  <a:schemeClr val="bg2"/>
                </a:solidFill>
              </a:defRPr>
            </a:lvl1pPr>
          </a:lstStyle>
          <a:p>
            <a:fld id="{442AD375-037F-43D0-B059-5172DA06796A}" type="slidenum">
              <a:rPr lang="de-CH" smtClean="0"/>
              <a:pPr/>
              <a:t>‹Nr.›</a:t>
            </a:fld>
            <a:endParaRPr lang="de-CH" dirty="0"/>
          </a:p>
        </p:txBody>
      </p:sp>
      <p:pic>
        <p:nvPicPr>
          <p:cNvPr id="4" name="Grafik 3">
            <a:extLst>
              <a:ext uri="{FF2B5EF4-FFF2-40B4-BE49-F238E27FC236}">
                <a16:creationId xmlns:a16="http://schemas.microsoft.com/office/drawing/2014/main" id="{C211389A-D25C-8D71-9D9B-502E3AB0D9A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37013" y="5524376"/>
            <a:ext cx="1206000" cy="1206000"/>
          </a:xfrm>
          <a:prstGeom prst="rect">
            <a:avLst/>
          </a:prstGeom>
        </p:spPr>
      </p:pic>
    </p:spTree>
    <p:extLst>
      <p:ext uri="{BB962C8B-B14F-4D97-AF65-F5344CB8AC3E}">
        <p14:creationId xmlns:p14="http://schemas.microsoft.com/office/powerpoint/2010/main" val="32971655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Abschluss mit Text gross">
    <p:bg>
      <p:bgPr>
        <a:solidFill>
          <a:schemeClr val="accent2"/>
        </a:solidFill>
        <a:effectLst/>
      </p:bgPr>
    </p:bg>
    <p:spTree>
      <p:nvGrpSpPr>
        <p:cNvPr id="1" name=""/>
        <p:cNvGrpSpPr/>
        <p:nvPr/>
      </p:nvGrpSpPr>
      <p:grpSpPr>
        <a:xfrm>
          <a:off x="0" y="0"/>
          <a:ext cx="0" cy="0"/>
          <a:chOff x="0" y="0"/>
          <a:chExt cx="0" cy="0"/>
        </a:xfrm>
      </p:grpSpPr>
      <p:sp>
        <p:nvSpPr>
          <p:cNvPr id="10" name="Titel 1">
            <a:extLst>
              <a:ext uri="{FF2B5EF4-FFF2-40B4-BE49-F238E27FC236}">
                <a16:creationId xmlns:a16="http://schemas.microsoft.com/office/drawing/2014/main" id="{11E4D078-5AAB-4B78-A536-1E5E75811603}"/>
              </a:ext>
            </a:extLst>
          </p:cNvPr>
          <p:cNvSpPr>
            <a:spLocks noGrp="1"/>
          </p:cNvSpPr>
          <p:nvPr>
            <p:ph type="ctrTitle" hasCustomPrompt="1"/>
          </p:nvPr>
        </p:nvSpPr>
        <p:spPr>
          <a:xfrm>
            <a:off x="418703" y="1129891"/>
            <a:ext cx="11363722" cy="4394608"/>
          </a:xfrm>
        </p:spPr>
        <p:txBody>
          <a:bodyPr anchor="ctr"/>
          <a:lstStyle>
            <a:lvl1pPr algn="l">
              <a:lnSpc>
                <a:spcPct val="84000"/>
              </a:lnSpc>
              <a:defRPr sz="11200" spc="-180" baseline="0">
                <a:solidFill>
                  <a:schemeClr val="tx1"/>
                </a:solidFill>
              </a:defRPr>
            </a:lvl1pPr>
          </a:lstStyle>
          <a:p>
            <a:r>
              <a:rPr lang="de-CH" dirty="0"/>
              <a:t>Titel </a:t>
            </a:r>
            <a:br>
              <a:rPr lang="de-CH" dirty="0"/>
            </a:br>
            <a:r>
              <a:rPr lang="de-CH" dirty="0"/>
              <a:t>hinzufügen</a:t>
            </a:r>
          </a:p>
        </p:txBody>
      </p:sp>
      <p:sp>
        <p:nvSpPr>
          <p:cNvPr id="2" name="Datumsplatzhalter 1">
            <a:extLst>
              <a:ext uri="{FF2B5EF4-FFF2-40B4-BE49-F238E27FC236}">
                <a16:creationId xmlns:a16="http://schemas.microsoft.com/office/drawing/2014/main" id="{DCA52041-14A4-02CD-2627-AE45648D957F}"/>
              </a:ext>
            </a:extLst>
          </p:cNvPr>
          <p:cNvSpPr>
            <a:spLocks noGrp="1"/>
          </p:cNvSpPr>
          <p:nvPr>
            <p:ph type="dt" sz="half" idx="10"/>
          </p:nvPr>
        </p:nvSpPr>
        <p:spPr/>
        <p:txBody>
          <a:bodyPr/>
          <a:lstStyle>
            <a:lvl1pPr>
              <a:defRPr>
                <a:solidFill>
                  <a:schemeClr val="bg2"/>
                </a:solidFill>
              </a:defRPr>
            </a:lvl1pPr>
          </a:lstStyle>
          <a:p>
            <a:fld id="{71610FEF-A0F7-4B95-99B3-83A8D8B2A0D3}" type="datetime4">
              <a:rPr lang="de-CH" smtClean="0"/>
              <a:t>8. Februar 2026</a:t>
            </a:fld>
            <a:endParaRPr lang="de-CH" dirty="0"/>
          </a:p>
        </p:txBody>
      </p:sp>
      <p:sp>
        <p:nvSpPr>
          <p:cNvPr id="3" name="Fußzeilenplatzhalter 2">
            <a:extLst>
              <a:ext uri="{FF2B5EF4-FFF2-40B4-BE49-F238E27FC236}">
                <a16:creationId xmlns:a16="http://schemas.microsoft.com/office/drawing/2014/main" id="{C136D8F0-8617-17B6-BA68-728A2AFFDFD6}"/>
              </a:ext>
            </a:extLst>
          </p:cNvPr>
          <p:cNvSpPr>
            <a:spLocks noGrp="1"/>
          </p:cNvSpPr>
          <p:nvPr>
            <p:ph type="ftr" sz="quarter" idx="11"/>
          </p:nvPr>
        </p:nvSpPr>
        <p:spPr/>
        <p:txBody>
          <a:bodyPr/>
          <a:lstStyle>
            <a:lvl1pPr>
              <a:defRPr>
                <a:solidFill>
                  <a:schemeClr val="bg2"/>
                </a:solidFill>
              </a:defRPr>
            </a:lvl1p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5" name="Foliennummernplatzhalter 4">
            <a:extLst>
              <a:ext uri="{FF2B5EF4-FFF2-40B4-BE49-F238E27FC236}">
                <a16:creationId xmlns:a16="http://schemas.microsoft.com/office/drawing/2014/main" id="{FB9AB41C-675F-B07F-815D-748B5494CA6E}"/>
              </a:ext>
            </a:extLst>
          </p:cNvPr>
          <p:cNvSpPr>
            <a:spLocks noGrp="1"/>
          </p:cNvSpPr>
          <p:nvPr>
            <p:ph type="sldNum" sz="quarter" idx="12"/>
          </p:nvPr>
        </p:nvSpPr>
        <p:spPr/>
        <p:txBody>
          <a:bodyPr/>
          <a:lstStyle>
            <a:lvl1pPr>
              <a:defRPr>
                <a:solidFill>
                  <a:schemeClr val="bg2"/>
                </a:solidFill>
              </a:defRPr>
            </a:lvl1pPr>
          </a:lstStyle>
          <a:p>
            <a:fld id="{442AD375-037F-43D0-B059-5172DA06796A}" type="slidenum">
              <a:rPr lang="de-CH" smtClean="0"/>
              <a:pPr/>
              <a:t>‹Nr.›</a:t>
            </a:fld>
            <a:endParaRPr lang="de-CH" dirty="0"/>
          </a:p>
        </p:txBody>
      </p:sp>
      <p:pic>
        <p:nvPicPr>
          <p:cNvPr id="4" name="Grafik 3">
            <a:extLst>
              <a:ext uri="{FF2B5EF4-FFF2-40B4-BE49-F238E27FC236}">
                <a16:creationId xmlns:a16="http://schemas.microsoft.com/office/drawing/2014/main" id="{BE92C7EA-A2CF-B395-B4D2-3DF2841EC21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37013" y="5524376"/>
            <a:ext cx="1206000" cy="1206000"/>
          </a:xfrm>
          <a:prstGeom prst="rect">
            <a:avLst/>
          </a:prstGeom>
        </p:spPr>
      </p:pic>
    </p:spTree>
    <p:extLst>
      <p:ext uri="{BB962C8B-B14F-4D97-AF65-F5344CB8AC3E}">
        <p14:creationId xmlns:p14="http://schemas.microsoft.com/office/powerpoint/2010/main" val="36743947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Abschluss mit Bi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DCA52041-14A4-02CD-2627-AE45648D957F}"/>
              </a:ext>
            </a:extLst>
          </p:cNvPr>
          <p:cNvSpPr>
            <a:spLocks noGrp="1"/>
          </p:cNvSpPr>
          <p:nvPr>
            <p:ph type="dt" sz="half" idx="10"/>
          </p:nvPr>
        </p:nvSpPr>
        <p:spPr/>
        <p:txBody>
          <a:bodyPr/>
          <a:lstStyle>
            <a:lvl1pPr>
              <a:defRPr>
                <a:solidFill>
                  <a:schemeClr val="tx1"/>
                </a:solidFill>
              </a:defRPr>
            </a:lvl1pPr>
          </a:lstStyle>
          <a:p>
            <a:fld id="{33EEDA90-F659-4B56-AEA3-AD4378942189}" type="datetime4">
              <a:rPr lang="de-CH" smtClean="0"/>
              <a:t>8. Februar 2026</a:t>
            </a:fld>
            <a:endParaRPr lang="de-CH" dirty="0"/>
          </a:p>
        </p:txBody>
      </p:sp>
      <p:sp>
        <p:nvSpPr>
          <p:cNvPr id="3" name="Fußzeilenplatzhalter 2">
            <a:extLst>
              <a:ext uri="{FF2B5EF4-FFF2-40B4-BE49-F238E27FC236}">
                <a16:creationId xmlns:a16="http://schemas.microsoft.com/office/drawing/2014/main" id="{C136D8F0-8617-17B6-BA68-728A2AFFDFD6}"/>
              </a:ext>
            </a:extLst>
          </p:cNvPr>
          <p:cNvSpPr>
            <a:spLocks noGrp="1"/>
          </p:cNvSpPr>
          <p:nvPr>
            <p:ph type="ftr" sz="quarter" idx="11"/>
          </p:nvPr>
        </p:nvSpPr>
        <p:spPr/>
        <p:txBody>
          <a:bodyPr/>
          <a:lstStyle>
            <a:lvl1pPr>
              <a:defRPr>
                <a:solidFill>
                  <a:schemeClr val="tx1"/>
                </a:solidFill>
              </a:defRPr>
            </a:lvl1p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5" name="Foliennummernplatzhalter 4">
            <a:extLst>
              <a:ext uri="{FF2B5EF4-FFF2-40B4-BE49-F238E27FC236}">
                <a16:creationId xmlns:a16="http://schemas.microsoft.com/office/drawing/2014/main" id="{FB9AB41C-675F-B07F-815D-748B5494CA6E}"/>
              </a:ext>
            </a:extLst>
          </p:cNvPr>
          <p:cNvSpPr>
            <a:spLocks noGrp="1"/>
          </p:cNvSpPr>
          <p:nvPr>
            <p:ph type="sldNum" sz="quarter" idx="12"/>
          </p:nvPr>
        </p:nvSpPr>
        <p:spPr/>
        <p:txBody>
          <a:bodyPr/>
          <a:lstStyle>
            <a:lvl1pPr>
              <a:defRPr>
                <a:solidFill>
                  <a:schemeClr val="tx1"/>
                </a:solidFill>
              </a:defRPr>
            </a:lvl1pPr>
          </a:lstStyle>
          <a:p>
            <a:fld id="{442AD375-037F-43D0-B059-5172DA06796A}" type="slidenum">
              <a:rPr lang="de-CH" smtClean="0"/>
              <a:pPr/>
              <a:t>‹Nr.›</a:t>
            </a:fld>
            <a:endParaRPr lang="de-CH" dirty="0"/>
          </a:p>
        </p:txBody>
      </p:sp>
      <p:sp>
        <p:nvSpPr>
          <p:cNvPr id="6" name="Bildplatzhalter 4">
            <a:extLst>
              <a:ext uri="{FF2B5EF4-FFF2-40B4-BE49-F238E27FC236}">
                <a16:creationId xmlns:a16="http://schemas.microsoft.com/office/drawing/2014/main" id="{0B2FFA85-45B9-2EE5-6F98-EF83E6894261}"/>
              </a:ext>
            </a:extLst>
          </p:cNvPr>
          <p:cNvSpPr>
            <a:spLocks noGrp="1"/>
          </p:cNvSpPr>
          <p:nvPr>
            <p:ph type="pic" sz="quarter" idx="13" hasCustomPrompt="1"/>
          </p:nvPr>
        </p:nvSpPr>
        <p:spPr>
          <a:xfrm>
            <a:off x="0" y="0"/>
            <a:ext cx="12192000" cy="6858000"/>
          </a:xfrm>
          <a:pattFill prst="lgCheck">
            <a:fgClr>
              <a:schemeClr val="bg1">
                <a:lumMod val="85000"/>
              </a:schemeClr>
            </a:fgClr>
            <a:bgClr>
              <a:schemeClr val="bg1"/>
            </a:bgClr>
          </a:pattFill>
        </p:spPr>
        <p:txBody>
          <a:bodyPr tIns="540000" anchor="t" anchorCtr="0"/>
          <a:lstStyle>
            <a:lvl1pPr algn="ctr">
              <a:defRPr sz="1200"/>
            </a:lvl1pPr>
          </a:lstStyle>
          <a:p>
            <a:r>
              <a:rPr lang="de-DE" dirty="0"/>
              <a:t>Bild durch «Drag &amp; Drop» in den Bildplatzhalter ziehen oder Platzhalter markieren, Bild durch CTRL-V einfügen und in den Hintergrund stellen</a:t>
            </a:r>
            <a:endParaRPr lang="de-CH" dirty="0"/>
          </a:p>
        </p:txBody>
      </p:sp>
      <p:sp>
        <p:nvSpPr>
          <p:cNvPr id="10" name="Titel 1">
            <a:extLst>
              <a:ext uri="{FF2B5EF4-FFF2-40B4-BE49-F238E27FC236}">
                <a16:creationId xmlns:a16="http://schemas.microsoft.com/office/drawing/2014/main" id="{11E4D078-5AAB-4B78-A536-1E5E75811603}"/>
              </a:ext>
            </a:extLst>
          </p:cNvPr>
          <p:cNvSpPr>
            <a:spLocks noGrp="1"/>
          </p:cNvSpPr>
          <p:nvPr>
            <p:ph type="ctrTitle" hasCustomPrompt="1"/>
          </p:nvPr>
        </p:nvSpPr>
        <p:spPr>
          <a:xfrm>
            <a:off x="418703" y="1129891"/>
            <a:ext cx="11363722" cy="4394608"/>
          </a:xfrm>
        </p:spPr>
        <p:txBody>
          <a:bodyPr anchor="ctr"/>
          <a:lstStyle>
            <a:lvl1pPr algn="l">
              <a:lnSpc>
                <a:spcPct val="84000"/>
              </a:lnSpc>
              <a:defRPr sz="11200" spc="-180" baseline="0">
                <a:solidFill>
                  <a:schemeClr val="tx1"/>
                </a:solidFill>
              </a:defRPr>
            </a:lvl1pPr>
          </a:lstStyle>
          <a:p>
            <a:r>
              <a:rPr lang="de-CH" dirty="0"/>
              <a:t>Titel </a:t>
            </a:r>
            <a:br>
              <a:rPr lang="de-CH" dirty="0"/>
            </a:br>
            <a:r>
              <a:rPr lang="de-CH" dirty="0"/>
              <a:t>hinzufügen</a:t>
            </a:r>
          </a:p>
        </p:txBody>
      </p:sp>
      <p:sp>
        <p:nvSpPr>
          <p:cNvPr id="7" name="Textplatzhalter 16">
            <a:extLst>
              <a:ext uri="{FF2B5EF4-FFF2-40B4-BE49-F238E27FC236}">
                <a16:creationId xmlns:a16="http://schemas.microsoft.com/office/drawing/2014/main" id="{270ACFFE-C461-4482-E634-E54DEDCFB936}"/>
              </a:ext>
            </a:extLst>
          </p:cNvPr>
          <p:cNvSpPr>
            <a:spLocks noGrp="1"/>
          </p:cNvSpPr>
          <p:nvPr>
            <p:ph type="body" sz="quarter" idx="15" hasCustomPrompt="1"/>
          </p:nvPr>
        </p:nvSpPr>
        <p:spPr>
          <a:xfrm>
            <a:off x="10828425" y="5456325"/>
            <a:ext cx="954000" cy="954000"/>
          </a:xfrm>
          <a:blipFill>
            <a:blip r:embed="rId2"/>
            <a:stretch>
              <a:fillRect/>
            </a:stretch>
          </a:blipFill>
        </p:spPr>
        <p:txBody>
          <a:bodyPr/>
          <a:lstStyle>
            <a:lvl1pPr>
              <a:defRPr sz="100">
                <a:solidFill>
                  <a:schemeClr val="accent2"/>
                </a:solidFill>
              </a:defRPr>
            </a:lvl1pPr>
            <a:lvl2pPr>
              <a:defRPr sz="100"/>
            </a:lvl2pPr>
            <a:lvl3pPr>
              <a:defRPr sz="100"/>
            </a:lvl3pPr>
            <a:lvl4pPr>
              <a:defRPr sz="100"/>
            </a:lvl4pPr>
            <a:lvl5pPr>
              <a:defRPr sz="100"/>
            </a:lvl5pPr>
          </a:lstStyle>
          <a:p>
            <a:pPr lvl="0"/>
            <a:r>
              <a:rPr lang="de-DE" dirty="0"/>
              <a:t> </a:t>
            </a:r>
            <a:endParaRPr lang="de-CH" dirty="0"/>
          </a:p>
        </p:txBody>
      </p:sp>
    </p:spTree>
    <p:extLst>
      <p:ext uri="{BB962C8B-B14F-4D97-AF65-F5344CB8AC3E}">
        <p14:creationId xmlns:p14="http://schemas.microsoft.com/office/powerpoint/2010/main" val="3018667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12019" y="371702"/>
            <a:ext cx="11370406" cy="828000"/>
          </a:xfrm>
          <a:prstGeom prst="rect">
            <a:avLst/>
          </a:prstGeom>
        </p:spPr>
        <p:txBody>
          <a:bodyPr vert="horz" lIns="0" tIns="0" rIns="0" bIns="0" rtlCol="0" anchor="t">
            <a:noAutofit/>
          </a:bodyPr>
          <a:lstStyle/>
          <a:p>
            <a:r>
              <a:rPr lang="de-CH" dirty="0"/>
              <a:t>Titel hinzufügen</a:t>
            </a:r>
          </a:p>
        </p:txBody>
      </p:sp>
      <p:sp>
        <p:nvSpPr>
          <p:cNvPr id="3" name="Textplatzhalter 2"/>
          <p:cNvSpPr>
            <a:spLocks noGrp="1"/>
          </p:cNvSpPr>
          <p:nvPr>
            <p:ph type="body" idx="1"/>
          </p:nvPr>
        </p:nvSpPr>
        <p:spPr>
          <a:xfrm>
            <a:off x="409574" y="1976437"/>
            <a:ext cx="11370406" cy="4430783"/>
          </a:xfrm>
          <a:prstGeom prst="rect">
            <a:avLst/>
          </a:prstGeom>
        </p:spPr>
        <p:txBody>
          <a:bodyPr vert="horz" lIns="0" tIns="0" rIns="0" bIns="0" rtlCol="0">
            <a:noAutofit/>
          </a:bodyPr>
          <a:lstStyle/>
          <a:p>
            <a:pPr lvl="0"/>
            <a:r>
              <a:rPr lang="de-CH" noProof="0" dirty="0"/>
              <a:t>Inhalt hinzufügen</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4" name="Datumsplatzhalter 3"/>
          <p:cNvSpPr>
            <a:spLocks noGrp="1"/>
          </p:cNvSpPr>
          <p:nvPr>
            <p:ph type="dt" sz="half" idx="2"/>
          </p:nvPr>
        </p:nvSpPr>
        <p:spPr>
          <a:xfrm>
            <a:off x="9461239" y="6560212"/>
            <a:ext cx="1189348" cy="144016"/>
          </a:xfrm>
          <a:prstGeom prst="rect">
            <a:avLst/>
          </a:prstGeom>
        </p:spPr>
        <p:txBody>
          <a:bodyPr vert="horz" lIns="0" tIns="0" rIns="0" bIns="0" rtlCol="0" anchor="t" anchorCtr="0"/>
          <a:lstStyle>
            <a:lvl1pPr algn="r">
              <a:defRPr sz="800">
                <a:solidFill>
                  <a:schemeClr val="tx1"/>
                </a:solidFill>
              </a:defRPr>
            </a:lvl1pPr>
          </a:lstStyle>
          <a:p>
            <a:fld id="{BB3AC14B-B053-4A15-808A-90A93C23BEA3}" type="datetime4">
              <a:rPr lang="de-CH" smtClean="0"/>
              <a:t>8. Februar 2026</a:t>
            </a:fld>
            <a:endParaRPr lang="de-CH" dirty="0"/>
          </a:p>
        </p:txBody>
      </p:sp>
      <p:sp>
        <p:nvSpPr>
          <p:cNvPr id="5" name="Fußzeilenplatzhalter 4"/>
          <p:cNvSpPr>
            <a:spLocks noGrp="1"/>
          </p:cNvSpPr>
          <p:nvPr>
            <p:ph type="ftr" sz="quarter" idx="3"/>
          </p:nvPr>
        </p:nvSpPr>
        <p:spPr>
          <a:xfrm>
            <a:off x="409574" y="6560212"/>
            <a:ext cx="8926786" cy="144016"/>
          </a:xfrm>
          <a:prstGeom prst="rect">
            <a:avLst/>
          </a:prstGeom>
        </p:spPr>
        <p:txBody>
          <a:bodyPr vert="horz" lIns="0" tIns="0" rIns="0" bIns="0" rtlCol="0" anchor="t" anchorCtr="0"/>
          <a:lstStyle>
            <a:lvl1pPr algn="l">
              <a:defRPr sz="800" spc="0" baseline="0">
                <a:solidFill>
                  <a:schemeClr val="tx1"/>
                </a:solidFill>
              </a:defRPr>
            </a:lvl1pPr>
          </a:lstStyle>
          <a:p>
            <a:r>
              <a:rPr lang="de-DE" noProof="0"/>
              <a:t>Die Schweizerische Post – Titel der Präsentation – Vorname Name – C1 Öffentlich | C2 Intern | C3 Eingeschränkt | C4 Vertraulich (Fusszeile ändern über «Einfügen &gt; Kopf- und Fusszeile»)</a:t>
            </a:r>
            <a:endParaRPr lang="de-CH" noProof="0" dirty="0"/>
          </a:p>
        </p:txBody>
      </p:sp>
      <p:sp>
        <p:nvSpPr>
          <p:cNvPr id="6" name="Foliennummernplatzhalter 5"/>
          <p:cNvSpPr>
            <a:spLocks noGrp="1"/>
          </p:cNvSpPr>
          <p:nvPr>
            <p:ph type="sldNum" sz="quarter" idx="4"/>
          </p:nvPr>
        </p:nvSpPr>
        <p:spPr>
          <a:xfrm>
            <a:off x="11037126" y="6560212"/>
            <a:ext cx="745299" cy="144016"/>
          </a:xfrm>
          <a:prstGeom prst="rect">
            <a:avLst/>
          </a:prstGeom>
        </p:spPr>
        <p:txBody>
          <a:bodyPr vert="horz" lIns="0" tIns="0" rIns="0" bIns="0" rtlCol="0" anchor="t" anchorCtr="0"/>
          <a:lstStyle>
            <a:lvl1pPr algn="r">
              <a:defRPr sz="800">
                <a:solidFill>
                  <a:schemeClr val="tx1"/>
                </a:solidFill>
              </a:defRPr>
            </a:lvl1pPr>
          </a:lstStyle>
          <a:p>
            <a:fld id="{442AD375-037F-43D0-B059-5172DA06796A}" type="slidenum">
              <a:rPr lang="de-CH" smtClean="0"/>
              <a:pPr/>
              <a:t>‹Nr.›</a:t>
            </a:fld>
            <a:endParaRPr lang="de-CH" dirty="0"/>
          </a:p>
        </p:txBody>
      </p:sp>
    </p:spTree>
    <p:extLst>
      <p:ext uri="{BB962C8B-B14F-4D97-AF65-F5344CB8AC3E}">
        <p14:creationId xmlns:p14="http://schemas.microsoft.com/office/powerpoint/2010/main" val="1011663896"/>
      </p:ext>
    </p:extLst>
  </p:cSld>
  <p:clrMap bg1="lt1" tx1="dk1" bg2="lt2" tx2="dk2" accent1="accent1" accent2="accent2" accent3="accent3" accent4="accent4" accent5="accent5" accent6="accent6" hlink="hlink" folHlink="folHlink"/>
  <p:sldLayoutIdLst>
    <p:sldLayoutId id="2147483658" r:id="rId1"/>
    <p:sldLayoutId id="2147483666" r:id="rId2"/>
    <p:sldLayoutId id="2147483667" r:id="rId3"/>
    <p:sldLayoutId id="2147483669" r:id="rId4"/>
    <p:sldLayoutId id="2147483672" r:id="rId5"/>
    <p:sldLayoutId id="2147483700" r:id="rId6"/>
    <p:sldLayoutId id="2147483684" r:id="rId7"/>
    <p:sldLayoutId id="2147483685" r:id="rId8"/>
    <p:sldLayoutId id="2147483686" r:id="rId9"/>
    <p:sldLayoutId id="2147483689" r:id="rId10"/>
    <p:sldLayoutId id="2147483659" r:id="rId11"/>
    <p:sldLayoutId id="2147483674" r:id="rId12"/>
    <p:sldLayoutId id="2147483661" r:id="rId13"/>
    <p:sldLayoutId id="2147483675" r:id="rId14"/>
    <p:sldLayoutId id="2147483676" r:id="rId15"/>
    <p:sldLayoutId id="2147483664" r:id="rId16"/>
    <p:sldLayoutId id="2147483699" r:id="rId17"/>
    <p:sldLayoutId id="2147483679" r:id="rId18"/>
    <p:sldLayoutId id="2147483702" r:id="rId19"/>
    <p:sldLayoutId id="2147483677" r:id="rId20"/>
    <p:sldLayoutId id="2147483678" r:id="rId21"/>
    <p:sldLayoutId id="2147483698" r:id="rId22"/>
    <p:sldLayoutId id="2147483697" r:id="rId23"/>
    <p:sldLayoutId id="2147483680" r:id="rId24"/>
    <p:sldLayoutId id="2147483681" r:id="rId25"/>
    <p:sldLayoutId id="2147483682" r:id="rId26"/>
    <p:sldLayoutId id="2147483683" r:id="rId27"/>
    <p:sldLayoutId id="2147483687" r:id="rId28"/>
    <p:sldLayoutId id="2147483688" r:id="rId29"/>
    <p:sldLayoutId id="2147483673" r:id="rId30"/>
    <p:sldLayoutId id="2147483690" r:id="rId31"/>
    <p:sldLayoutId id="2147483691" r:id="rId32"/>
    <p:sldLayoutId id="2147483692" r:id="rId33"/>
    <p:sldLayoutId id="2147483694" r:id="rId34"/>
    <p:sldLayoutId id="2147483695" r:id="rId35"/>
    <p:sldLayoutId id="2147483696" r:id="rId36"/>
  </p:sldLayoutIdLst>
  <p:hf hdr="0"/>
  <p:txStyles>
    <p:titleStyle>
      <a:lvl1pPr algn="l" defTabSz="914400" rtl="0" eaLnBrk="1" latinLnBrk="0" hangingPunct="1">
        <a:lnSpc>
          <a:spcPct val="96000"/>
        </a:lnSpc>
        <a:spcBef>
          <a:spcPct val="0"/>
        </a:spcBef>
        <a:buNone/>
        <a:defRPr sz="2800" b="1" kern="1200" spc="-10" baseline="0">
          <a:solidFill>
            <a:schemeClr val="tx1"/>
          </a:solidFill>
          <a:latin typeface="+mj-lt"/>
          <a:ea typeface="+mj-ea"/>
          <a:cs typeface="+mj-cs"/>
        </a:defRPr>
      </a:lvl1pPr>
    </p:titleStyle>
    <p:bodyStyle>
      <a:lvl1pPr marL="0" indent="0" algn="l" defTabSz="914400" rtl="0" eaLnBrk="1" latinLnBrk="0" hangingPunct="1">
        <a:lnSpc>
          <a:spcPct val="109000"/>
        </a:lnSpc>
        <a:spcBef>
          <a:spcPts val="0"/>
        </a:spcBef>
        <a:buFont typeface="+mj-lt"/>
        <a:buNone/>
        <a:defRPr sz="2000" b="0" kern="1200" spc="-10" baseline="0">
          <a:solidFill>
            <a:schemeClr val="tx1"/>
          </a:solidFill>
          <a:latin typeface="+mn-lt"/>
          <a:ea typeface="+mn-ea"/>
          <a:cs typeface="+mn-cs"/>
        </a:defRPr>
      </a:lvl1pPr>
      <a:lvl2pPr marL="198000" indent="-198000" algn="l" defTabSz="914400" rtl="0" eaLnBrk="1" latinLnBrk="0" hangingPunct="1">
        <a:lnSpc>
          <a:spcPct val="109000"/>
        </a:lnSpc>
        <a:spcBef>
          <a:spcPts val="0"/>
        </a:spcBef>
        <a:buFont typeface="Segoe UI" panose="020B0502040204020203" pitchFamily="34" charset="0"/>
        <a:buChar char="‒"/>
        <a:defRPr sz="2000" kern="1200" spc="-10" baseline="0">
          <a:solidFill>
            <a:schemeClr val="tx1"/>
          </a:solidFill>
          <a:latin typeface="+mn-lt"/>
          <a:ea typeface="+mn-ea"/>
          <a:cs typeface="+mn-cs"/>
        </a:defRPr>
      </a:lvl2pPr>
      <a:lvl3pPr marL="396000" indent="-198000" algn="l" defTabSz="914400" rtl="0" eaLnBrk="1" latinLnBrk="0" hangingPunct="1">
        <a:lnSpc>
          <a:spcPct val="109000"/>
        </a:lnSpc>
        <a:spcBef>
          <a:spcPts val="0"/>
        </a:spcBef>
        <a:buFont typeface="Segoe UI" panose="020B0502040204020203" pitchFamily="34" charset="0"/>
        <a:buChar char="‒"/>
        <a:defRPr sz="2000" kern="1200" spc="-10" baseline="0">
          <a:solidFill>
            <a:schemeClr val="tx1"/>
          </a:solidFill>
          <a:latin typeface="+mn-lt"/>
          <a:ea typeface="+mn-ea"/>
          <a:cs typeface="+mn-cs"/>
        </a:defRPr>
      </a:lvl3pPr>
      <a:lvl4pPr marL="594000" indent="-198000" algn="l" defTabSz="914400" rtl="0" eaLnBrk="1" latinLnBrk="0" hangingPunct="1">
        <a:lnSpc>
          <a:spcPct val="109000"/>
        </a:lnSpc>
        <a:spcBef>
          <a:spcPts val="0"/>
        </a:spcBef>
        <a:buFont typeface="Segoe UI" panose="020B0502040204020203" pitchFamily="34" charset="0"/>
        <a:buChar char="‒"/>
        <a:defRPr sz="2000" kern="1200" spc="-10" baseline="0">
          <a:solidFill>
            <a:schemeClr val="tx1"/>
          </a:solidFill>
          <a:latin typeface="+mn-lt"/>
          <a:ea typeface="+mn-ea"/>
          <a:cs typeface="+mn-cs"/>
        </a:defRPr>
      </a:lvl4pPr>
      <a:lvl5pPr marL="792000" indent="-198000" algn="l" defTabSz="914400" rtl="0" eaLnBrk="1" latinLnBrk="0" hangingPunct="1">
        <a:lnSpc>
          <a:spcPct val="109000"/>
        </a:lnSpc>
        <a:spcBef>
          <a:spcPts val="0"/>
        </a:spcBef>
        <a:buFont typeface="Segoe UI" panose="020B0502040204020203" pitchFamily="34" charset="0"/>
        <a:buChar char="‒"/>
        <a:defRPr sz="2000" kern="1200" spc="-1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indent="0" algn="l" defTabSz="914400" rtl="0" eaLnBrk="1" latinLnBrk="0" hangingPunct="1">
        <a:lnSpc>
          <a:spcPct val="109000"/>
        </a:lnSpc>
        <a:spcBef>
          <a:spcPts val="0"/>
        </a:spcBef>
        <a:buFont typeface="+mj-lt"/>
        <a:buNone/>
        <a:defRPr sz="2000" b="0" kern="1200" spc="-10" baseline="0">
          <a:solidFill>
            <a:schemeClr val="tx1"/>
          </a:solidFill>
          <a:latin typeface="+mn-lt"/>
          <a:ea typeface="+mn-ea"/>
          <a:cs typeface="+mn-cs"/>
        </a:defRPr>
      </a:lvl1pPr>
      <a:lvl2pPr marL="198000" indent="-198000" algn="l" defTabSz="914400" rtl="0" eaLnBrk="1" latinLnBrk="0" hangingPunct="1">
        <a:lnSpc>
          <a:spcPct val="109000"/>
        </a:lnSpc>
        <a:spcBef>
          <a:spcPts val="0"/>
        </a:spcBef>
        <a:buFont typeface="Symbol" panose="05050102010706020507" pitchFamily="18" charset="2"/>
        <a:buChar char="-"/>
        <a:defRPr sz="2000" kern="1200" spc="-10" baseline="0">
          <a:solidFill>
            <a:schemeClr val="tx1"/>
          </a:solidFill>
          <a:latin typeface="+mn-lt"/>
          <a:ea typeface="+mn-ea"/>
          <a:cs typeface="+mn-cs"/>
        </a:defRPr>
      </a:lvl2pPr>
      <a:lvl3pPr marL="396000" indent="-198000" algn="l" defTabSz="914400" rtl="0" eaLnBrk="1" latinLnBrk="0" hangingPunct="1">
        <a:lnSpc>
          <a:spcPct val="109000"/>
        </a:lnSpc>
        <a:spcBef>
          <a:spcPts val="0"/>
        </a:spcBef>
        <a:buFont typeface="Symbol" panose="05050102010706020507" pitchFamily="18" charset="2"/>
        <a:buChar char="-"/>
        <a:defRPr sz="2000" kern="1200" spc="-10" baseline="0">
          <a:solidFill>
            <a:schemeClr val="tx1"/>
          </a:solidFill>
          <a:latin typeface="+mn-lt"/>
          <a:ea typeface="+mn-ea"/>
          <a:cs typeface="+mn-cs"/>
        </a:defRPr>
      </a:lvl3pPr>
      <a:lvl4pPr marL="594000" indent="-198000" algn="l" defTabSz="914400" rtl="0" eaLnBrk="1" latinLnBrk="0" hangingPunct="1">
        <a:lnSpc>
          <a:spcPct val="109000"/>
        </a:lnSpc>
        <a:spcBef>
          <a:spcPts val="0"/>
        </a:spcBef>
        <a:buFont typeface="Symbol" panose="05050102010706020507" pitchFamily="18" charset="2"/>
        <a:buChar char="-"/>
        <a:defRPr sz="2000" kern="1200" spc="-10" baseline="0">
          <a:solidFill>
            <a:schemeClr val="tx1"/>
          </a:solidFill>
          <a:latin typeface="+mn-lt"/>
          <a:ea typeface="+mn-ea"/>
          <a:cs typeface="+mn-cs"/>
        </a:defRPr>
      </a:lvl4pPr>
      <a:lvl5pPr marL="792000" indent="-198000" algn="l" defTabSz="914400" rtl="0" eaLnBrk="1" latinLnBrk="0" hangingPunct="1">
        <a:lnSpc>
          <a:spcPct val="109000"/>
        </a:lnSpc>
        <a:spcBef>
          <a:spcPts val="0"/>
        </a:spcBef>
        <a:buFont typeface="Symbol" panose="05050102010706020507" pitchFamily="18" charset="2"/>
        <a:buChar char="-"/>
        <a:defRPr sz="2000" kern="1200" spc="-1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8" userDrawn="1">
          <p15:clr>
            <a:srgbClr val="A4A3A4"/>
          </p15:clr>
        </p15:guide>
        <p15:guide id="2" pos="7422" userDrawn="1">
          <p15:clr>
            <a:srgbClr val="A4A3A4"/>
          </p15:clr>
        </p15:guide>
        <p15:guide id="3" orient="horz" pos="4038" userDrawn="1">
          <p15:clr>
            <a:srgbClr val="A4A3A4"/>
          </p15:clr>
        </p15:guide>
        <p15:guide id="4" orient="horz" pos="1245" userDrawn="1">
          <p15:clr>
            <a:srgbClr val="A4A3A4"/>
          </p15:clr>
        </p15:guide>
        <p15:guide id="5" orient="horz" pos="234"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hyperlink" Target="mailto:experience-hub@post.ch" TargetMode="Externa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hyperlink" Target="https://www.experience-hub.ch/document/2753" TargetMode="External"/><Relationship Id="rId7" Type="http://schemas.openxmlformats.org/officeDocument/2006/relationships/image" Target="../media/image6.jpeg"/><Relationship Id="rId2" Type="http://schemas.openxmlformats.org/officeDocument/2006/relationships/slide" Target="slide87.xml"/><Relationship Id="rId1" Type="http://schemas.openxmlformats.org/officeDocument/2006/relationships/slideLayout" Target="../slideLayouts/slideLayout1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experience-hub.ch/document/2752" TargetMode="External"/><Relationship Id="rId1" Type="http://schemas.openxmlformats.org/officeDocument/2006/relationships/slideLayout" Target="../slideLayouts/slideLayout13.xml"/><Relationship Id="rId5" Type="http://schemas.openxmlformats.org/officeDocument/2006/relationships/image" Target="../media/image1.emf"/><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jpeg"/><Relationship Id="rId1" Type="http://schemas.openxmlformats.org/officeDocument/2006/relationships/slideLayout" Target="../slideLayouts/slideLayout1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jpg"/><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slide" Target="slide87.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26.xml"/></Relationships>
</file>

<file path=ppt/slides/_rels/slide43.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2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9.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2" Type="http://schemas.openxmlformats.org/officeDocument/2006/relationships/image" Target="../media/image49.jpg"/><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8.xml.rels><?xml version="1.0" encoding="UTF-8" standalone="yes"?>
<Relationships xmlns="http://schemas.openxmlformats.org/package/2006/relationships"><Relationship Id="rId2" Type="http://schemas.openxmlformats.org/officeDocument/2006/relationships/slide" Target="slide85.xml"/><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50.png"/><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6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1.xml.rels><?xml version="1.0" encoding="UTF-8" standalone="yes"?>
<Relationships xmlns="http://schemas.openxmlformats.org/package/2006/relationships"><Relationship Id="rId2" Type="http://schemas.openxmlformats.org/officeDocument/2006/relationships/image" Target="../media/image53.jpg"/><Relationship Id="rId1" Type="http://schemas.openxmlformats.org/officeDocument/2006/relationships/slideLayout" Target="../slideLayouts/slideLayout36.xml"/></Relationships>
</file>

<file path=ppt/slides/_rels/slide82.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36.xml"/></Relationships>
</file>

<file path=ppt/slides/_rels/slide83.xml.rels><?xml version="1.0" encoding="UTF-8" standalone="yes"?>
<Relationships xmlns="http://schemas.openxmlformats.org/package/2006/relationships"><Relationship Id="rId2" Type="http://schemas.openxmlformats.org/officeDocument/2006/relationships/image" Target="../media/image55.jpg"/><Relationship Id="rId1" Type="http://schemas.openxmlformats.org/officeDocument/2006/relationships/slideLayout" Target="../slideLayouts/slideLayout36.xml"/></Relationships>
</file>

<file path=ppt/slides/_rels/slide84.xml.rels><?xml version="1.0" encoding="UTF-8" standalone="yes"?>
<Relationships xmlns="http://schemas.openxmlformats.org/package/2006/relationships"><Relationship Id="rId2" Type="http://schemas.openxmlformats.org/officeDocument/2006/relationships/image" Target="../media/image56.jpg"/><Relationship Id="rId1" Type="http://schemas.openxmlformats.org/officeDocument/2006/relationships/slideLayout" Target="../slideLayouts/slideLayout36.xml"/></Relationships>
</file>

<file path=ppt/slides/_rels/slide85.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50.png"/><Relationship Id="rId1" Type="http://schemas.openxmlformats.org/officeDocument/2006/relationships/slideLayout" Target="../slideLayouts/slideLayout16.xml"/><Relationship Id="rId5" Type="http://schemas.openxmlformats.org/officeDocument/2006/relationships/image" Target="../media/image58.svg"/><Relationship Id="rId4" Type="http://schemas.openxmlformats.org/officeDocument/2006/relationships/image" Target="../media/image57.png"/></Relationships>
</file>

<file path=ppt/slides/_rels/slide86.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4.jpeg"/><Relationship Id="rId2" Type="http://schemas.openxmlformats.org/officeDocument/2006/relationships/image" Target="../media/image59.png"/><Relationship Id="rId1" Type="http://schemas.openxmlformats.org/officeDocument/2006/relationships/slideLayout" Target="../slideLayouts/slideLayout16.xml"/><Relationship Id="rId6" Type="http://schemas.openxmlformats.org/officeDocument/2006/relationships/image" Target="../media/image63.jpeg"/><Relationship Id="rId5" Type="http://schemas.openxmlformats.org/officeDocument/2006/relationships/image" Target="../media/image62.jpeg"/><Relationship Id="rId4" Type="http://schemas.openxmlformats.org/officeDocument/2006/relationships/image" Target="../media/image61.png"/></Relationships>
</file>

<file path=ppt/slides/_rels/slide87.xml.rels><?xml version="1.0" encoding="UTF-8" standalone="yes"?>
<Relationships xmlns="http://schemas.openxmlformats.org/package/2006/relationships"><Relationship Id="rId26" Type="http://schemas.openxmlformats.org/officeDocument/2006/relationships/image" Target="../media/image87.png"/><Relationship Id="rId21" Type="http://schemas.openxmlformats.org/officeDocument/2006/relationships/image" Target="../media/image82.svg"/><Relationship Id="rId42" Type="http://schemas.openxmlformats.org/officeDocument/2006/relationships/image" Target="../media/image101.png"/><Relationship Id="rId47" Type="http://schemas.openxmlformats.org/officeDocument/2006/relationships/image" Target="../media/image106.svg"/><Relationship Id="rId63" Type="http://schemas.openxmlformats.org/officeDocument/2006/relationships/image" Target="../media/image122.svg"/><Relationship Id="rId68" Type="http://schemas.openxmlformats.org/officeDocument/2006/relationships/image" Target="../media/image127.png"/><Relationship Id="rId84" Type="http://schemas.openxmlformats.org/officeDocument/2006/relationships/image" Target="../media/image143.png"/><Relationship Id="rId89" Type="http://schemas.openxmlformats.org/officeDocument/2006/relationships/image" Target="../media/image148.svg"/><Relationship Id="rId112" Type="http://schemas.openxmlformats.org/officeDocument/2006/relationships/image" Target="../media/image171.png"/><Relationship Id="rId2" Type="http://schemas.openxmlformats.org/officeDocument/2006/relationships/notesSlide" Target="../notesSlides/notesSlide2.xml"/><Relationship Id="rId16" Type="http://schemas.openxmlformats.org/officeDocument/2006/relationships/image" Target="../media/image77.png"/><Relationship Id="rId29" Type="http://schemas.openxmlformats.org/officeDocument/2006/relationships/image" Target="../media/image90.svg"/><Relationship Id="rId107" Type="http://schemas.openxmlformats.org/officeDocument/2006/relationships/image" Target="../media/image166.svg"/><Relationship Id="rId11" Type="http://schemas.openxmlformats.org/officeDocument/2006/relationships/image" Target="../media/image72.svg"/><Relationship Id="rId24" Type="http://schemas.openxmlformats.org/officeDocument/2006/relationships/image" Target="../media/image85.png"/><Relationship Id="rId32" Type="http://schemas.openxmlformats.org/officeDocument/2006/relationships/image" Target="../media/image93.png"/><Relationship Id="rId37" Type="http://schemas.openxmlformats.org/officeDocument/2006/relationships/image" Target="../media/image98.svg"/><Relationship Id="rId40" Type="http://schemas.openxmlformats.org/officeDocument/2006/relationships/image" Target="../media/image57.png"/><Relationship Id="rId45" Type="http://schemas.openxmlformats.org/officeDocument/2006/relationships/image" Target="../media/image104.svg"/><Relationship Id="rId53" Type="http://schemas.openxmlformats.org/officeDocument/2006/relationships/image" Target="../media/image112.svg"/><Relationship Id="rId58" Type="http://schemas.openxmlformats.org/officeDocument/2006/relationships/image" Target="../media/image117.png"/><Relationship Id="rId66" Type="http://schemas.openxmlformats.org/officeDocument/2006/relationships/image" Target="../media/image125.png"/><Relationship Id="rId74" Type="http://schemas.openxmlformats.org/officeDocument/2006/relationships/image" Target="../media/image133.png"/><Relationship Id="rId79" Type="http://schemas.openxmlformats.org/officeDocument/2006/relationships/image" Target="../media/image138.svg"/><Relationship Id="rId87" Type="http://schemas.openxmlformats.org/officeDocument/2006/relationships/image" Target="../media/image146.svg"/><Relationship Id="rId102" Type="http://schemas.openxmlformats.org/officeDocument/2006/relationships/image" Target="../media/image161.png"/><Relationship Id="rId110" Type="http://schemas.openxmlformats.org/officeDocument/2006/relationships/image" Target="../media/image169.png"/><Relationship Id="rId5" Type="http://schemas.openxmlformats.org/officeDocument/2006/relationships/image" Target="../media/image66.svg"/><Relationship Id="rId61" Type="http://schemas.openxmlformats.org/officeDocument/2006/relationships/image" Target="../media/image120.svg"/><Relationship Id="rId82" Type="http://schemas.openxmlformats.org/officeDocument/2006/relationships/image" Target="../media/image141.png"/><Relationship Id="rId90" Type="http://schemas.openxmlformats.org/officeDocument/2006/relationships/image" Target="../media/image149.png"/><Relationship Id="rId95" Type="http://schemas.openxmlformats.org/officeDocument/2006/relationships/image" Target="../media/image154.svg"/><Relationship Id="rId19" Type="http://schemas.openxmlformats.org/officeDocument/2006/relationships/image" Target="../media/image80.svg"/><Relationship Id="rId14" Type="http://schemas.openxmlformats.org/officeDocument/2006/relationships/image" Target="../media/image75.png"/><Relationship Id="rId22" Type="http://schemas.openxmlformats.org/officeDocument/2006/relationships/image" Target="../media/image83.png"/><Relationship Id="rId27" Type="http://schemas.openxmlformats.org/officeDocument/2006/relationships/image" Target="../media/image88.svg"/><Relationship Id="rId30" Type="http://schemas.openxmlformats.org/officeDocument/2006/relationships/image" Target="../media/image91.png"/><Relationship Id="rId35" Type="http://schemas.openxmlformats.org/officeDocument/2006/relationships/image" Target="../media/image96.svg"/><Relationship Id="rId43" Type="http://schemas.openxmlformats.org/officeDocument/2006/relationships/image" Target="../media/image102.svg"/><Relationship Id="rId48" Type="http://schemas.openxmlformats.org/officeDocument/2006/relationships/image" Target="../media/image107.png"/><Relationship Id="rId56" Type="http://schemas.openxmlformats.org/officeDocument/2006/relationships/image" Target="../media/image115.png"/><Relationship Id="rId64" Type="http://schemas.openxmlformats.org/officeDocument/2006/relationships/image" Target="../media/image123.png"/><Relationship Id="rId69" Type="http://schemas.openxmlformats.org/officeDocument/2006/relationships/image" Target="../media/image128.svg"/><Relationship Id="rId77" Type="http://schemas.openxmlformats.org/officeDocument/2006/relationships/image" Target="../media/image136.svg"/><Relationship Id="rId100" Type="http://schemas.openxmlformats.org/officeDocument/2006/relationships/image" Target="../media/image159.png"/><Relationship Id="rId105" Type="http://schemas.openxmlformats.org/officeDocument/2006/relationships/image" Target="../media/image164.svg"/><Relationship Id="rId113" Type="http://schemas.openxmlformats.org/officeDocument/2006/relationships/image" Target="../media/image172.svg"/><Relationship Id="rId8" Type="http://schemas.openxmlformats.org/officeDocument/2006/relationships/image" Target="../media/image69.png"/><Relationship Id="rId51" Type="http://schemas.openxmlformats.org/officeDocument/2006/relationships/image" Target="../media/image110.svg"/><Relationship Id="rId72" Type="http://schemas.openxmlformats.org/officeDocument/2006/relationships/image" Target="../media/image131.png"/><Relationship Id="rId80" Type="http://schemas.openxmlformats.org/officeDocument/2006/relationships/image" Target="../media/image139.png"/><Relationship Id="rId85" Type="http://schemas.openxmlformats.org/officeDocument/2006/relationships/image" Target="../media/image144.svg"/><Relationship Id="rId93" Type="http://schemas.openxmlformats.org/officeDocument/2006/relationships/image" Target="../media/image152.svg"/><Relationship Id="rId98" Type="http://schemas.openxmlformats.org/officeDocument/2006/relationships/image" Target="../media/image157.png"/><Relationship Id="rId3" Type="http://schemas.openxmlformats.org/officeDocument/2006/relationships/hyperlink" Target="https://www.experience-hub.ch/document/2753" TargetMode="External"/><Relationship Id="rId12" Type="http://schemas.openxmlformats.org/officeDocument/2006/relationships/image" Target="../media/image73.png"/><Relationship Id="rId17" Type="http://schemas.openxmlformats.org/officeDocument/2006/relationships/image" Target="../media/image78.svg"/><Relationship Id="rId25" Type="http://schemas.openxmlformats.org/officeDocument/2006/relationships/image" Target="../media/image86.svg"/><Relationship Id="rId33" Type="http://schemas.openxmlformats.org/officeDocument/2006/relationships/image" Target="../media/image94.svg"/><Relationship Id="rId38" Type="http://schemas.openxmlformats.org/officeDocument/2006/relationships/image" Target="../media/image99.png"/><Relationship Id="rId46" Type="http://schemas.openxmlformats.org/officeDocument/2006/relationships/image" Target="../media/image105.png"/><Relationship Id="rId59" Type="http://schemas.openxmlformats.org/officeDocument/2006/relationships/image" Target="../media/image118.svg"/><Relationship Id="rId67" Type="http://schemas.openxmlformats.org/officeDocument/2006/relationships/image" Target="../media/image126.svg"/><Relationship Id="rId103" Type="http://schemas.openxmlformats.org/officeDocument/2006/relationships/image" Target="../media/image162.svg"/><Relationship Id="rId108" Type="http://schemas.openxmlformats.org/officeDocument/2006/relationships/image" Target="../media/image167.png"/><Relationship Id="rId20" Type="http://schemas.openxmlformats.org/officeDocument/2006/relationships/image" Target="../media/image81.png"/><Relationship Id="rId41" Type="http://schemas.openxmlformats.org/officeDocument/2006/relationships/image" Target="../media/image58.svg"/><Relationship Id="rId54" Type="http://schemas.openxmlformats.org/officeDocument/2006/relationships/image" Target="../media/image113.png"/><Relationship Id="rId62" Type="http://schemas.openxmlformats.org/officeDocument/2006/relationships/image" Target="../media/image121.png"/><Relationship Id="rId70" Type="http://schemas.openxmlformats.org/officeDocument/2006/relationships/image" Target="../media/image129.png"/><Relationship Id="rId75" Type="http://schemas.openxmlformats.org/officeDocument/2006/relationships/image" Target="../media/image134.svg"/><Relationship Id="rId83" Type="http://schemas.openxmlformats.org/officeDocument/2006/relationships/image" Target="../media/image142.svg"/><Relationship Id="rId88" Type="http://schemas.openxmlformats.org/officeDocument/2006/relationships/image" Target="../media/image147.png"/><Relationship Id="rId91" Type="http://schemas.openxmlformats.org/officeDocument/2006/relationships/image" Target="../media/image150.svg"/><Relationship Id="rId96" Type="http://schemas.openxmlformats.org/officeDocument/2006/relationships/image" Target="../media/image155.png"/><Relationship Id="rId111" Type="http://schemas.openxmlformats.org/officeDocument/2006/relationships/image" Target="../media/image170.svg"/><Relationship Id="rId1" Type="http://schemas.openxmlformats.org/officeDocument/2006/relationships/slideLayout" Target="../slideLayouts/slideLayout16.xml"/><Relationship Id="rId6" Type="http://schemas.openxmlformats.org/officeDocument/2006/relationships/image" Target="../media/image67.png"/><Relationship Id="rId15" Type="http://schemas.openxmlformats.org/officeDocument/2006/relationships/image" Target="../media/image76.svg"/><Relationship Id="rId23" Type="http://schemas.openxmlformats.org/officeDocument/2006/relationships/image" Target="../media/image84.svg"/><Relationship Id="rId28" Type="http://schemas.openxmlformats.org/officeDocument/2006/relationships/image" Target="../media/image89.png"/><Relationship Id="rId36" Type="http://schemas.openxmlformats.org/officeDocument/2006/relationships/image" Target="../media/image97.png"/><Relationship Id="rId49" Type="http://schemas.openxmlformats.org/officeDocument/2006/relationships/image" Target="../media/image108.svg"/><Relationship Id="rId57" Type="http://schemas.openxmlformats.org/officeDocument/2006/relationships/image" Target="../media/image116.svg"/><Relationship Id="rId106" Type="http://schemas.openxmlformats.org/officeDocument/2006/relationships/image" Target="../media/image165.png"/><Relationship Id="rId10" Type="http://schemas.openxmlformats.org/officeDocument/2006/relationships/image" Target="../media/image71.png"/><Relationship Id="rId31" Type="http://schemas.openxmlformats.org/officeDocument/2006/relationships/image" Target="../media/image92.svg"/><Relationship Id="rId44" Type="http://schemas.openxmlformats.org/officeDocument/2006/relationships/image" Target="../media/image103.png"/><Relationship Id="rId52" Type="http://schemas.openxmlformats.org/officeDocument/2006/relationships/image" Target="../media/image111.png"/><Relationship Id="rId60" Type="http://schemas.openxmlformats.org/officeDocument/2006/relationships/image" Target="../media/image119.png"/><Relationship Id="rId65" Type="http://schemas.openxmlformats.org/officeDocument/2006/relationships/image" Target="../media/image124.svg"/><Relationship Id="rId73" Type="http://schemas.openxmlformats.org/officeDocument/2006/relationships/image" Target="../media/image132.svg"/><Relationship Id="rId78" Type="http://schemas.openxmlformats.org/officeDocument/2006/relationships/image" Target="../media/image137.png"/><Relationship Id="rId81" Type="http://schemas.openxmlformats.org/officeDocument/2006/relationships/image" Target="../media/image140.svg"/><Relationship Id="rId86" Type="http://schemas.openxmlformats.org/officeDocument/2006/relationships/image" Target="../media/image145.png"/><Relationship Id="rId94" Type="http://schemas.openxmlformats.org/officeDocument/2006/relationships/image" Target="../media/image153.png"/><Relationship Id="rId99" Type="http://schemas.openxmlformats.org/officeDocument/2006/relationships/image" Target="../media/image158.svg"/><Relationship Id="rId101" Type="http://schemas.openxmlformats.org/officeDocument/2006/relationships/image" Target="../media/image160.svg"/><Relationship Id="rId4" Type="http://schemas.openxmlformats.org/officeDocument/2006/relationships/image" Target="../media/image65.png"/><Relationship Id="rId9" Type="http://schemas.openxmlformats.org/officeDocument/2006/relationships/image" Target="../media/image70.svg"/><Relationship Id="rId13" Type="http://schemas.openxmlformats.org/officeDocument/2006/relationships/image" Target="../media/image74.svg"/><Relationship Id="rId18" Type="http://schemas.openxmlformats.org/officeDocument/2006/relationships/image" Target="../media/image79.png"/><Relationship Id="rId39" Type="http://schemas.openxmlformats.org/officeDocument/2006/relationships/image" Target="../media/image100.svg"/><Relationship Id="rId109" Type="http://schemas.openxmlformats.org/officeDocument/2006/relationships/image" Target="../media/image168.svg"/><Relationship Id="rId34" Type="http://schemas.openxmlformats.org/officeDocument/2006/relationships/image" Target="../media/image95.png"/><Relationship Id="rId50" Type="http://schemas.openxmlformats.org/officeDocument/2006/relationships/image" Target="../media/image109.png"/><Relationship Id="rId55" Type="http://schemas.openxmlformats.org/officeDocument/2006/relationships/image" Target="../media/image114.svg"/><Relationship Id="rId76" Type="http://schemas.openxmlformats.org/officeDocument/2006/relationships/image" Target="../media/image135.png"/><Relationship Id="rId97" Type="http://schemas.openxmlformats.org/officeDocument/2006/relationships/image" Target="../media/image156.svg"/><Relationship Id="rId104" Type="http://schemas.openxmlformats.org/officeDocument/2006/relationships/image" Target="../media/image163.png"/><Relationship Id="rId7" Type="http://schemas.openxmlformats.org/officeDocument/2006/relationships/image" Target="../media/image68.svg"/><Relationship Id="rId71" Type="http://schemas.openxmlformats.org/officeDocument/2006/relationships/image" Target="../media/image130.svg"/><Relationship Id="rId92" Type="http://schemas.openxmlformats.org/officeDocument/2006/relationships/image" Target="../media/image151.png"/></Relationships>
</file>

<file path=ppt/slides/_rels/slide88.xml.rels><?xml version="1.0" encoding="UTF-8" standalone="yes"?>
<Relationships xmlns="http://schemas.openxmlformats.org/package/2006/relationships"><Relationship Id="rId26" Type="http://schemas.openxmlformats.org/officeDocument/2006/relationships/image" Target="../media/image195.png"/><Relationship Id="rId21" Type="http://schemas.openxmlformats.org/officeDocument/2006/relationships/image" Target="../media/image190.svg"/><Relationship Id="rId42" Type="http://schemas.openxmlformats.org/officeDocument/2006/relationships/image" Target="../media/image211.png"/><Relationship Id="rId47" Type="http://schemas.openxmlformats.org/officeDocument/2006/relationships/image" Target="../media/image216.svg"/><Relationship Id="rId63" Type="http://schemas.openxmlformats.org/officeDocument/2006/relationships/image" Target="../media/image232.svg"/><Relationship Id="rId68" Type="http://schemas.openxmlformats.org/officeDocument/2006/relationships/image" Target="../media/image237.png"/><Relationship Id="rId84" Type="http://schemas.openxmlformats.org/officeDocument/2006/relationships/image" Target="../media/image253.png"/><Relationship Id="rId89" Type="http://schemas.openxmlformats.org/officeDocument/2006/relationships/image" Target="../media/image258.svg"/><Relationship Id="rId112" Type="http://schemas.openxmlformats.org/officeDocument/2006/relationships/image" Target="../media/image281.png"/><Relationship Id="rId2" Type="http://schemas.openxmlformats.org/officeDocument/2006/relationships/notesSlide" Target="../notesSlides/notesSlide3.xml"/><Relationship Id="rId16" Type="http://schemas.openxmlformats.org/officeDocument/2006/relationships/image" Target="../media/image185.png"/><Relationship Id="rId29" Type="http://schemas.openxmlformats.org/officeDocument/2006/relationships/image" Target="../media/image198.svg"/><Relationship Id="rId107" Type="http://schemas.openxmlformats.org/officeDocument/2006/relationships/image" Target="../media/image276.svg"/><Relationship Id="rId11" Type="http://schemas.openxmlformats.org/officeDocument/2006/relationships/image" Target="../media/image180.svg"/><Relationship Id="rId24" Type="http://schemas.openxmlformats.org/officeDocument/2006/relationships/image" Target="../media/image193.png"/><Relationship Id="rId32" Type="http://schemas.openxmlformats.org/officeDocument/2006/relationships/image" Target="../media/image201.png"/><Relationship Id="rId37" Type="http://schemas.openxmlformats.org/officeDocument/2006/relationships/image" Target="../media/image206.svg"/><Relationship Id="rId40" Type="http://schemas.openxmlformats.org/officeDocument/2006/relationships/image" Target="../media/image209.png"/><Relationship Id="rId45" Type="http://schemas.openxmlformats.org/officeDocument/2006/relationships/image" Target="../media/image214.svg"/><Relationship Id="rId53" Type="http://schemas.openxmlformats.org/officeDocument/2006/relationships/image" Target="../media/image222.svg"/><Relationship Id="rId58" Type="http://schemas.openxmlformats.org/officeDocument/2006/relationships/image" Target="../media/image227.png"/><Relationship Id="rId66" Type="http://schemas.openxmlformats.org/officeDocument/2006/relationships/image" Target="../media/image235.png"/><Relationship Id="rId74" Type="http://schemas.openxmlformats.org/officeDocument/2006/relationships/image" Target="../media/image243.png"/><Relationship Id="rId79" Type="http://schemas.openxmlformats.org/officeDocument/2006/relationships/image" Target="../media/image248.svg"/><Relationship Id="rId87" Type="http://schemas.openxmlformats.org/officeDocument/2006/relationships/image" Target="../media/image256.svg"/><Relationship Id="rId102" Type="http://schemas.openxmlformats.org/officeDocument/2006/relationships/image" Target="../media/image271.png"/><Relationship Id="rId110" Type="http://schemas.openxmlformats.org/officeDocument/2006/relationships/image" Target="../media/image279.png"/><Relationship Id="rId5" Type="http://schemas.openxmlformats.org/officeDocument/2006/relationships/image" Target="../media/image174.svg"/><Relationship Id="rId61" Type="http://schemas.openxmlformats.org/officeDocument/2006/relationships/image" Target="../media/image230.svg"/><Relationship Id="rId82" Type="http://schemas.openxmlformats.org/officeDocument/2006/relationships/image" Target="../media/image251.png"/><Relationship Id="rId90" Type="http://schemas.openxmlformats.org/officeDocument/2006/relationships/image" Target="../media/image259.png"/><Relationship Id="rId95" Type="http://schemas.openxmlformats.org/officeDocument/2006/relationships/image" Target="../media/image264.svg"/><Relationship Id="rId19" Type="http://schemas.openxmlformats.org/officeDocument/2006/relationships/image" Target="../media/image188.svg"/><Relationship Id="rId14" Type="http://schemas.openxmlformats.org/officeDocument/2006/relationships/image" Target="../media/image183.png"/><Relationship Id="rId22" Type="http://schemas.openxmlformats.org/officeDocument/2006/relationships/image" Target="../media/image191.png"/><Relationship Id="rId27" Type="http://schemas.openxmlformats.org/officeDocument/2006/relationships/image" Target="../media/image196.svg"/><Relationship Id="rId30" Type="http://schemas.openxmlformats.org/officeDocument/2006/relationships/image" Target="../media/image199.png"/><Relationship Id="rId35" Type="http://schemas.openxmlformats.org/officeDocument/2006/relationships/image" Target="../media/image204.svg"/><Relationship Id="rId43" Type="http://schemas.openxmlformats.org/officeDocument/2006/relationships/image" Target="../media/image212.svg"/><Relationship Id="rId48" Type="http://schemas.openxmlformats.org/officeDocument/2006/relationships/image" Target="../media/image217.png"/><Relationship Id="rId56" Type="http://schemas.openxmlformats.org/officeDocument/2006/relationships/image" Target="../media/image225.png"/><Relationship Id="rId64" Type="http://schemas.openxmlformats.org/officeDocument/2006/relationships/image" Target="../media/image233.png"/><Relationship Id="rId69" Type="http://schemas.openxmlformats.org/officeDocument/2006/relationships/image" Target="../media/image238.svg"/><Relationship Id="rId77" Type="http://schemas.openxmlformats.org/officeDocument/2006/relationships/image" Target="../media/image246.svg"/><Relationship Id="rId100" Type="http://schemas.openxmlformats.org/officeDocument/2006/relationships/image" Target="../media/image269.png"/><Relationship Id="rId105" Type="http://schemas.openxmlformats.org/officeDocument/2006/relationships/image" Target="../media/image274.svg"/><Relationship Id="rId113" Type="http://schemas.openxmlformats.org/officeDocument/2006/relationships/image" Target="../media/image282.svg"/><Relationship Id="rId8" Type="http://schemas.openxmlformats.org/officeDocument/2006/relationships/image" Target="../media/image177.png"/><Relationship Id="rId51" Type="http://schemas.openxmlformats.org/officeDocument/2006/relationships/image" Target="../media/image220.svg"/><Relationship Id="rId72" Type="http://schemas.openxmlformats.org/officeDocument/2006/relationships/image" Target="../media/image241.png"/><Relationship Id="rId80" Type="http://schemas.openxmlformats.org/officeDocument/2006/relationships/image" Target="../media/image249.png"/><Relationship Id="rId85" Type="http://schemas.openxmlformats.org/officeDocument/2006/relationships/image" Target="../media/image254.svg"/><Relationship Id="rId93" Type="http://schemas.openxmlformats.org/officeDocument/2006/relationships/image" Target="../media/image262.svg"/><Relationship Id="rId98" Type="http://schemas.openxmlformats.org/officeDocument/2006/relationships/image" Target="../media/image267.png"/><Relationship Id="rId3" Type="http://schemas.openxmlformats.org/officeDocument/2006/relationships/hyperlink" Target="https://www.experience-hub.ch/document/2753" TargetMode="External"/><Relationship Id="rId12" Type="http://schemas.openxmlformats.org/officeDocument/2006/relationships/image" Target="../media/image181.png"/><Relationship Id="rId17" Type="http://schemas.openxmlformats.org/officeDocument/2006/relationships/image" Target="../media/image186.svg"/><Relationship Id="rId25" Type="http://schemas.openxmlformats.org/officeDocument/2006/relationships/image" Target="../media/image194.svg"/><Relationship Id="rId33" Type="http://schemas.openxmlformats.org/officeDocument/2006/relationships/image" Target="../media/image202.svg"/><Relationship Id="rId38" Type="http://schemas.openxmlformats.org/officeDocument/2006/relationships/image" Target="../media/image207.png"/><Relationship Id="rId46" Type="http://schemas.openxmlformats.org/officeDocument/2006/relationships/image" Target="../media/image215.png"/><Relationship Id="rId59" Type="http://schemas.openxmlformats.org/officeDocument/2006/relationships/image" Target="../media/image228.svg"/><Relationship Id="rId67" Type="http://schemas.openxmlformats.org/officeDocument/2006/relationships/image" Target="../media/image236.svg"/><Relationship Id="rId103" Type="http://schemas.openxmlformats.org/officeDocument/2006/relationships/image" Target="../media/image272.svg"/><Relationship Id="rId108" Type="http://schemas.openxmlformats.org/officeDocument/2006/relationships/image" Target="../media/image277.png"/><Relationship Id="rId20" Type="http://schemas.openxmlformats.org/officeDocument/2006/relationships/image" Target="../media/image189.png"/><Relationship Id="rId41" Type="http://schemas.openxmlformats.org/officeDocument/2006/relationships/image" Target="../media/image210.svg"/><Relationship Id="rId54" Type="http://schemas.openxmlformats.org/officeDocument/2006/relationships/image" Target="../media/image223.png"/><Relationship Id="rId62" Type="http://schemas.openxmlformats.org/officeDocument/2006/relationships/image" Target="../media/image231.png"/><Relationship Id="rId70" Type="http://schemas.openxmlformats.org/officeDocument/2006/relationships/image" Target="../media/image239.png"/><Relationship Id="rId75" Type="http://schemas.openxmlformats.org/officeDocument/2006/relationships/image" Target="../media/image244.svg"/><Relationship Id="rId83" Type="http://schemas.openxmlformats.org/officeDocument/2006/relationships/image" Target="../media/image252.svg"/><Relationship Id="rId88" Type="http://schemas.openxmlformats.org/officeDocument/2006/relationships/image" Target="../media/image257.png"/><Relationship Id="rId91" Type="http://schemas.openxmlformats.org/officeDocument/2006/relationships/image" Target="../media/image260.svg"/><Relationship Id="rId96" Type="http://schemas.openxmlformats.org/officeDocument/2006/relationships/image" Target="../media/image265.png"/><Relationship Id="rId111" Type="http://schemas.openxmlformats.org/officeDocument/2006/relationships/image" Target="../media/image280.svg"/><Relationship Id="rId1" Type="http://schemas.openxmlformats.org/officeDocument/2006/relationships/slideLayout" Target="../slideLayouts/slideLayout16.xml"/><Relationship Id="rId6" Type="http://schemas.openxmlformats.org/officeDocument/2006/relationships/image" Target="../media/image175.png"/><Relationship Id="rId15" Type="http://schemas.openxmlformats.org/officeDocument/2006/relationships/image" Target="../media/image184.svg"/><Relationship Id="rId23" Type="http://schemas.openxmlformats.org/officeDocument/2006/relationships/image" Target="../media/image192.svg"/><Relationship Id="rId28" Type="http://schemas.openxmlformats.org/officeDocument/2006/relationships/image" Target="../media/image197.png"/><Relationship Id="rId36" Type="http://schemas.openxmlformats.org/officeDocument/2006/relationships/image" Target="../media/image205.png"/><Relationship Id="rId49" Type="http://schemas.openxmlformats.org/officeDocument/2006/relationships/image" Target="../media/image218.svg"/><Relationship Id="rId57" Type="http://schemas.openxmlformats.org/officeDocument/2006/relationships/image" Target="../media/image226.svg"/><Relationship Id="rId106" Type="http://schemas.openxmlformats.org/officeDocument/2006/relationships/image" Target="../media/image275.png"/><Relationship Id="rId10" Type="http://schemas.openxmlformats.org/officeDocument/2006/relationships/image" Target="../media/image179.png"/><Relationship Id="rId31" Type="http://schemas.openxmlformats.org/officeDocument/2006/relationships/image" Target="../media/image200.svg"/><Relationship Id="rId44" Type="http://schemas.openxmlformats.org/officeDocument/2006/relationships/image" Target="../media/image213.png"/><Relationship Id="rId52" Type="http://schemas.openxmlformats.org/officeDocument/2006/relationships/image" Target="../media/image221.png"/><Relationship Id="rId60" Type="http://schemas.openxmlformats.org/officeDocument/2006/relationships/image" Target="../media/image229.png"/><Relationship Id="rId65" Type="http://schemas.openxmlformats.org/officeDocument/2006/relationships/image" Target="../media/image234.svg"/><Relationship Id="rId73" Type="http://schemas.openxmlformats.org/officeDocument/2006/relationships/image" Target="../media/image242.svg"/><Relationship Id="rId78" Type="http://schemas.openxmlformats.org/officeDocument/2006/relationships/image" Target="../media/image247.png"/><Relationship Id="rId81" Type="http://schemas.openxmlformats.org/officeDocument/2006/relationships/image" Target="../media/image250.svg"/><Relationship Id="rId86" Type="http://schemas.openxmlformats.org/officeDocument/2006/relationships/image" Target="../media/image255.png"/><Relationship Id="rId94" Type="http://schemas.openxmlformats.org/officeDocument/2006/relationships/image" Target="../media/image263.png"/><Relationship Id="rId99" Type="http://schemas.openxmlformats.org/officeDocument/2006/relationships/image" Target="../media/image268.svg"/><Relationship Id="rId101" Type="http://schemas.openxmlformats.org/officeDocument/2006/relationships/image" Target="../media/image270.svg"/><Relationship Id="rId4" Type="http://schemas.openxmlformats.org/officeDocument/2006/relationships/image" Target="../media/image173.png"/><Relationship Id="rId9" Type="http://schemas.openxmlformats.org/officeDocument/2006/relationships/image" Target="../media/image178.svg"/><Relationship Id="rId13" Type="http://schemas.openxmlformats.org/officeDocument/2006/relationships/image" Target="../media/image182.svg"/><Relationship Id="rId18" Type="http://schemas.openxmlformats.org/officeDocument/2006/relationships/image" Target="../media/image187.png"/><Relationship Id="rId39" Type="http://schemas.openxmlformats.org/officeDocument/2006/relationships/image" Target="../media/image208.svg"/><Relationship Id="rId109" Type="http://schemas.openxmlformats.org/officeDocument/2006/relationships/image" Target="../media/image278.svg"/><Relationship Id="rId34" Type="http://schemas.openxmlformats.org/officeDocument/2006/relationships/image" Target="../media/image203.png"/><Relationship Id="rId50" Type="http://schemas.openxmlformats.org/officeDocument/2006/relationships/image" Target="../media/image219.png"/><Relationship Id="rId55" Type="http://schemas.openxmlformats.org/officeDocument/2006/relationships/image" Target="../media/image224.svg"/><Relationship Id="rId76" Type="http://schemas.openxmlformats.org/officeDocument/2006/relationships/image" Target="../media/image245.png"/><Relationship Id="rId97" Type="http://schemas.openxmlformats.org/officeDocument/2006/relationships/image" Target="../media/image266.svg"/><Relationship Id="rId104" Type="http://schemas.openxmlformats.org/officeDocument/2006/relationships/image" Target="../media/image273.png"/><Relationship Id="rId7" Type="http://schemas.openxmlformats.org/officeDocument/2006/relationships/image" Target="../media/image176.svg"/><Relationship Id="rId71" Type="http://schemas.openxmlformats.org/officeDocument/2006/relationships/image" Target="../media/image240.svg"/><Relationship Id="rId92" Type="http://schemas.openxmlformats.org/officeDocument/2006/relationships/image" Target="../media/image261.png"/></Relationships>
</file>

<file path=ppt/slides/_rels/slide89.xml.rels><?xml version="1.0" encoding="UTF-8" standalone="yes"?>
<Relationships xmlns="http://schemas.openxmlformats.org/package/2006/relationships"><Relationship Id="rId26" Type="http://schemas.openxmlformats.org/officeDocument/2006/relationships/image" Target="../media/image88.svg"/><Relationship Id="rId21" Type="http://schemas.openxmlformats.org/officeDocument/2006/relationships/image" Target="../media/image83.png"/><Relationship Id="rId42" Type="http://schemas.openxmlformats.org/officeDocument/2006/relationships/image" Target="../media/image102.svg"/><Relationship Id="rId47" Type="http://schemas.openxmlformats.org/officeDocument/2006/relationships/image" Target="../media/image107.png"/><Relationship Id="rId63" Type="http://schemas.openxmlformats.org/officeDocument/2006/relationships/image" Target="../media/image123.png"/><Relationship Id="rId68" Type="http://schemas.openxmlformats.org/officeDocument/2006/relationships/image" Target="../media/image128.svg"/><Relationship Id="rId84" Type="http://schemas.openxmlformats.org/officeDocument/2006/relationships/image" Target="../media/image144.svg"/><Relationship Id="rId89" Type="http://schemas.openxmlformats.org/officeDocument/2006/relationships/image" Target="../media/image149.png"/><Relationship Id="rId112" Type="http://schemas.openxmlformats.org/officeDocument/2006/relationships/image" Target="../media/image172.svg"/><Relationship Id="rId2" Type="http://schemas.openxmlformats.org/officeDocument/2006/relationships/notesSlide" Target="../notesSlides/notesSlide4.xml"/><Relationship Id="rId16" Type="http://schemas.openxmlformats.org/officeDocument/2006/relationships/image" Target="../media/image78.svg"/><Relationship Id="rId29" Type="http://schemas.openxmlformats.org/officeDocument/2006/relationships/image" Target="../media/image91.png"/><Relationship Id="rId107" Type="http://schemas.openxmlformats.org/officeDocument/2006/relationships/image" Target="../media/image167.png"/><Relationship Id="rId11" Type="http://schemas.openxmlformats.org/officeDocument/2006/relationships/image" Target="../media/image73.png"/><Relationship Id="rId24" Type="http://schemas.openxmlformats.org/officeDocument/2006/relationships/image" Target="../media/image86.svg"/><Relationship Id="rId32" Type="http://schemas.openxmlformats.org/officeDocument/2006/relationships/image" Target="../media/image94.svg"/><Relationship Id="rId37" Type="http://schemas.openxmlformats.org/officeDocument/2006/relationships/image" Target="../media/image99.png"/><Relationship Id="rId40" Type="http://schemas.openxmlformats.org/officeDocument/2006/relationships/image" Target="../media/image58.svg"/><Relationship Id="rId45" Type="http://schemas.openxmlformats.org/officeDocument/2006/relationships/image" Target="../media/image105.png"/><Relationship Id="rId53" Type="http://schemas.openxmlformats.org/officeDocument/2006/relationships/image" Target="../media/image113.png"/><Relationship Id="rId58" Type="http://schemas.openxmlformats.org/officeDocument/2006/relationships/image" Target="../media/image118.svg"/><Relationship Id="rId66" Type="http://schemas.openxmlformats.org/officeDocument/2006/relationships/image" Target="../media/image126.svg"/><Relationship Id="rId74" Type="http://schemas.openxmlformats.org/officeDocument/2006/relationships/image" Target="../media/image134.svg"/><Relationship Id="rId79" Type="http://schemas.openxmlformats.org/officeDocument/2006/relationships/image" Target="../media/image139.png"/><Relationship Id="rId87" Type="http://schemas.openxmlformats.org/officeDocument/2006/relationships/image" Target="../media/image147.png"/><Relationship Id="rId102" Type="http://schemas.openxmlformats.org/officeDocument/2006/relationships/image" Target="../media/image162.svg"/><Relationship Id="rId110" Type="http://schemas.openxmlformats.org/officeDocument/2006/relationships/image" Target="../media/image170.svg"/><Relationship Id="rId5" Type="http://schemas.openxmlformats.org/officeDocument/2006/relationships/image" Target="../media/image67.png"/><Relationship Id="rId61" Type="http://schemas.openxmlformats.org/officeDocument/2006/relationships/image" Target="../media/image121.png"/><Relationship Id="rId82" Type="http://schemas.openxmlformats.org/officeDocument/2006/relationships/image" Target="../media/image142.svg"/><Relationship Id="rId90" Type="http://schemas.openxmlformats.org/officeDocument/2006/relationships/image" Target="../media/image150.svg"/><Relationship Id="rId95" Type="http://schemas.openxmlformats.org/officeDocument/2006/relationships/image" Target="../media/image155.png"/><Relationship Id="rId19" Type="http://schemas.openxmlformats.org/officeDocument/2006/relationships/image" Target="../media/image81.png"/><Relationship Id="rId14" Type="http://schemas.openxmlformats.org/officeDocument/2006/relationships/image" Target="../media/image76.svg"/><Relationship Id="rId22" Type="http://schemas.openxmlformats.org/officeDocument/2006/relationships/image" Target="../media/image84.svg"/><Relationship Id="rId27" Type="http://schemas.openxmlformats.org/officeDocument/2006/relationships/image" Target="../media/image89.png"/><Relationship Id="rId30" Type="http://schemas.openxmlformats.org/officeDocument/2006/relationships/image" Target="../media/image92.svg"/><Relationship Id="rId35" Type="http://schemas.openxmlformats.org/officeDocument/2006/relationships/image" Target="../media/image97.png"/><Relationship Id="rId43" Type="http://schemas.openxmlformats.org/officeDocument/2006/relationships/image" Target="../media/image103.png"/><Relationship Id="rId48" Type="http://schemas.openxmlformats.org/officeDocument/2006/relationships/image" Target="../media/image108.svg"/><Relationship Id="rId56" Type="http://schemas.openxmlformats.org/officeDocument/2006/relationships/image" Target="../media/image116.svg"/><Relationship Id="rId64" Type="http://schemas.openxmlformats.org/officeDocument/2006/relationships/image" Target="../media/image124.svg"/><Relationship Id="rId69" Type="http://schemas.openxmlformats.org/officeDocument/2006/relationships/image" Target="../media/image129.png"/><Relationship Id="rId77" Type="http://schemas.openxmlformats.org/officeDocument/2006/relationships/image" Target="../media/image137.png"/><Relationship Id="rId100" Type="http://schemas.openxmlformats.org/officeDocument/2006/relationships/image" Target="../media/image160.svg"/><Relationship Id="rId105" Type="http://schemas.openxmlformats.org/officeDocument/2006/relationships/image" Target="../media/image165.png"/><Relationship Id="rId8" Type="http://schemas.openxmlformats.org/officeDocument/2006/relationships/image" Target="../media/image70.svg"/><Relationship Id="rId51" Type="http://schemas.openxmlformats.org/officeDocument/2006/relationships/image" Target="../media/image111.png"/><Relationship Id="rId72" Type="http://schemas.openxmlformats.org/officeDocument/2006/relationships/image" Target="../media/image132.svg"/><Relationship Id="rId80" Type="http://schemas.openxmlformats.org/officeDocument/2006/relationships/image" Target="../media/image140.svg"/><Relationship Id="rId85" Type="http://schemas.openxmlformats.org/officeDocument/2006/relationships/image" Target="../media/image145.png"/><Relationship Id="rId93" Type="http://schemas.openxmlformats.org/officeDocument/2006/relationships/image" Target="../media/image153.png"/><Relationship Id="rId98" Type="http://schemas.openxmlformats.org/officeDocument/2006/relationships/image" Target="../media/image158.svg"/><Relationship Id="rId3" Type="http://schemas.openxmlformats.org/officeDocument/2006/relationships/image" Target="../media/image65.png"/><Relationship Id="rId12" Type="http://schemas.openxmlformats.org/officeDocument/2006/relationships/image" Target="../media/image74.svg"/><Relationship Id="rId17" Type="http://schemas.openxmlformats.org/officeDocument/2006/relationships/image" Target="../media/image79.png"/><Relationship Id="rId25" Type="http://schemas.openxmlformats.org/officeDocument/2006/relationships/image" Target="../media/image87.png"/><Relationship Id="rId33" Type="http://schemas.openxmlformats.org/officeDocument/2006/relationships/image" Target="../media/image95.png"/><Relationship Id="rId38" Type="http://schemas.openxmlformats.org/officeDocument/2006/relationships/image" Target="../media/image100.svg"/><Relationship Id="rId46" Type="http://schemas.openxmlformats.org/officeDocument/2006/relationships/image" Target="../media/image106.svg"/><Relationship Id="rId59" Type="http://schemas.openxmlformats.org/officeDocument/2006/relationships/image" Target="../media/image119.png"/><Relationship Id="rId67" Type="http://schemas.openxmlformats.org/officeDocument/2006/relationships/image" Target="../media/image127.png"/><Relationship Id="rId103" Type="http://schemas.openxmlformats.org/officeDocument/2006/relationships/image" Target="../media/image163.png"/><Relationship Id="rId108" Type="http://schemas.openxmlformats.org/officeDocument/2006/relationships/image" Target="../media/image168.svg"/><Relationship Id="rId20" Type="http://schemas.openxmlformats.org/officeDocument/2006/relationships/image" Target="../media/image82.svg"/><Relationship Id="rId41" Type="http://schemas.openxmlformats.org/officeDocument/2006/relationships/image" Target="../media/image101.png"/><Relationship Id="rId54" Type="http://schemas.openxmlformats.org/officeDocument/2006/relationships/image" Target="../media/image114.svg"/><Relationship Id="rId62" Type="http://schemas.openxmlformats.org/officeDocument/2006/relationships/image" Target="../media/image122.svg"/><Relationship Id="rId70" Type="http://schemas.openxmlformats.org/officeDocument/2006/relationships/image" Target="../media/image130.svg"/><Relationship Id="rId75" Type="http://schemas.openxmlformats.org/officeDocument/2006/relationships/image" Target="../media/image135.png"/><Relationship Id="rId83" Type="http://schemas.openxmlformats.org/officeDocument/2006/relationships/image" Target="../media/image143.png"/><Relationship Id="rId88" Type="http://schemas.openxmlformats.org/officeDocument/2006/relationships/image" Target="../media/image148.svg"/><Relationship Id="rId91" Type="http://schemas.openxmlformats.org/officeDocument/2006/relationships/image" Target="../media/image151.png"/><Relationship Id="rId96" Type="http://schemas.openxmlformats.org/officeDocument/2006/relationships/image" Target="../media/image156.svg"/><Relationship Id="rId111" Type="http://schemas.openxmlformats.org/officeDocument/2006/relationships/image" Target="../media/image171.png"/><Relationship Id="rId1" Type="http://schemas.openxmlformats.org/officeDocument/2006/relationships/slideLayout" Target="../slideLayouts/slideLayout16.xml"/><Relationship Id="rId6" Type="http://schemas.openxmlformats.org/officeDocument/2006/relationships/image" Target="../media/image68.svg"/><Relationship Id="rId15" Type="http://schemas.openxmlformats.org/officeDocument/2006/relationships/image" Target="../media/image77.png"/><Relationship Id="rId23" Type="http://schemas.openxmlformats.org/officeDocument/2006/relationships/image" Target="../media/image85.png"/><Relationship Id="rId28" Type="http://schemas.openxmlformats.org/officeDocument/2006/relationships/image" Target="../media/image90.svg"/><Relationship Id="rId36" Type="http://schemas.openxmlformats.org/officeDocument/2006/relationships/image" Target="../media/image98.svg"/><Relationship Id="rId49" Type="http://schemas.openxmlformats.org/officeDocument/2006/relationships/image" Target="../media/image109.png"/><Relationship Id="rId57" Type="http://schemas.openxmlformats.org/officeDocument/2006/relationships/image" Target="../media/image117.png"/><Relationship Id="rId106" Type="http://schemas.openxmlformats.org/officeDocument/2006/relationships/image" Target="../media/image166.svg"/><Relationship Id="rId10" Type="http://schemas.openxmlformats.org/officeDocument/2006/relationships/image" Target="../media/image72.svg"/><Relationship Id="rId31" Type="http://schemas.openxmlformats.org/officeDocument/2006/relationships/image" Target="../media/image93.png"/><Relationship Id="rId44" Type="http://schemas.openxmlformats.org/officeDocument/2006/relationships/image" Target="../media/image104.svg"/><Relationship Id="rId52" Type="http://schemas.openxmlformats.org/officeDocument/2006/relationships/image" Target="../media/image112.svg"/><Relationship Id="rId60" Type="http://schemas.openxmlformats.org/officeDocument/2006/relationships/image" Target="../media/image120.svg"/><Relationship Id="rId65" Type="http://schemas.openxmlformats.org/officeDocument/2006/relationships/image" Target="../media/image125.png"/><Relationship Id="rId73" Type="http://schemas.openxmlformats.org/officeDocument/2006/relationships/image" Target="../media/image133.png"/><Relationship Id="rId78" Type="http://schemas.openxmlformats.org/officeDocument/2006/relationships/image" Target="../media/image138.svg"/><Relationship Id="rId81" Type="http://schemas.openxmlformats.org/officeDocument/2006/relationships/image" Target="../media/image141.png"/><Relationship Id="rId86" Type="http://schemas.openxmlformats.org/officeDocument/2006/relationships/image" Target="../media/image146.svg"/><Relationship Id="rId94" Type="http://schemas.openxmlformats.org/officeDocument/2006/relationships/image" Target="../media/image154.svg"/><Relationship Id="rId99" Type="http://schemas.openxmlformats.org/officeDocument/2006/relationships/image" Target="../media/image159.png"/><Relationship Id="rId101" Type="http://schemas.openxmlformats.org/officeDocument/2006/relationships/image" Target="../media/image161.png"/><Relationship Id="rId4" Type="http://schemas.openxmlformats.org/officeDocument/2006/relationships/image" Target="../media/image66.svg"/><Relationship Id="rId9" Type="http://schemas.openxmlformats.org/officeDocument/2006/relationships/image" Target="../media/image71.png"/><Relationship Id="rId13" Type="http://schemas.openxmlformats.org/officeDocument/2006/relationships/image" Target="../media/image75.png"/><Relationship Id="rId18" Type="http://schemas.openxmlformats.org/officeDocument/2006/relationships/image" Target="../media/image80.svg"/><Relationship Id="rId39" Type="http://schemas.openxmlformats.org/officeDocument/2006/relationships/image" Target="../media/image57.png"/><Relationship Id="rId109" Type="http://schemas.openxmlformats.org/officeDocument/2006/relationships/image" Target="../media/image169.png"/><Relationship Id="rId34" Type="http://schemas.openxmlformats.org/officeDocument/2006/relationships/image" Target="../media/image96.svg"/><Relationship Id="rId50" Type="http://schemas.openxmlformats.org/officeDocument/2006/relationships/image" Target="../media/image110.svg"/><Relationship Id="rId55" Type="http://schemas.openxmlformats.org/officeDocument/2006/relationships/image" Target="../media/image115.png"/><Relationship Id="rId76" Type="http://schemas.openxmlformats.org/officeDocument/2006/relationships/image" Target="../media/image136.svg"/><Relationship Id="rId97" Type="http://schemas.openxmlformats.org/officeDocument/2006/relationships/image" Target="../media/image157.png"/><Relationship Id="rId104" Type="http://schemas.openxmlformats.org/officeDocument/2006/relationships/image" Target="../media/image164.svg"/><Relationship Id="rId7" Type="http://schemas.openxmlformats.org/officeDocument/2006/relationships/image" Target="../media/image69.png"/><Relationship Id="rId71" Type="http://schemas.openxmlformats.org/officeDocument/2006/relationships/image" Target="../media/image131.png"/><Relationship Id="rId92" Type="http://schemas.openxmlformats.org/officeDocument/2006/relationships/image" Target="../media/image152.svg"/></Relationships>
</file>

<file path=ppt/slides/_rels/slide90.xml.rels><?xml version="1.0" encoding="UTF-8" standalone="yes"?>
<Relationships xmlns="http://schemas.openxmlformats.org/package/2006/relationships"><Relationship Id="rId26" Type="http://schemas.openxmlformats.org/officeDocument/2006/relationships/image" Target="../media/image196.svg"/><Relationship Id="rId21" Type="http://schemas.openxmlformats.org/officeDocument/2006/relationships/image" Target="../media/image191.png"/><Relationship Id="rId42" Type="http://schemas.openxmlformats.org/officeDocument/2006/relationships/image" Target="../media/image212.svg"/><Relationship Id="rId47" Type="http://schemas.openxmlformats.org/officeDocument/2006/relationships/image" Target="../media/image217.png"/><Relationship Id="rId63" Type="http://schemas.openxmlformats.org/officeDocument/2006/relationships/image" Target="../media/image233.png"/><Relationship Id="rId68" Type="http://schemas.openxmlformats.org/officeDocument/2006/relationships/image" Target="../media/image238.svg"/><Relationship Id="rId84" Type="http://schemas.openxmlformats.org/officeDocument/2006/relationships/image" Target="../media/image254.svg"/><Relationship Id="rId89" Type="http://schemas.openxmlformats.org/officeDocument/2006/relationships/image" Target="../media/image259.png"/><Relationship Id="rId112" Type="http://schemas.openxmlformats.org/officeDocument/2006/relationships/image" Target="../media/image282.svg"/><Relationship Id="rId2" Type="http://schemas.openxmlformats.org/officeDocument/2006/relationships/notesSlide" Target="../notesSlides/notesSlide5.xml"/><Relationship Id="rId16" Type="http://schemas.openxmlformats.org/officeDocument/2006/relationships/image" Target="../media/image186.svg"/><Relationship Id="rId29" Type="http://schemas.openxmlformats.org/officeDocument/2006/relationships/image" Target="../media/image199.png"/><Relationship Id="rId107" Type="http://schemas.openxmlformats.org/officeDocument/2006/relationships/image" Target="../media/image277.png"/><Relationship Id="rId11" Type="http://schemas.openxmlformats.org/officeDocument/2006/relationships/image" Target="../media/image181.png"/><Relationship Id="rId24" Type="http://schemas.openxmlformats.org/officeDocument/2006/relationships/image" Target="../media/image194.svg"/><Relationship Id="rId32" Type="http://schemas.openxmlformats.org/officeDocument/2006/relationships/image" Target="../media/image202.svg"/><Relationship Id="rId37" Type="http://schemas.openxmlformats.org/officeDocument/2006/relationships/image" Target="../media/image207.png"/><Relationship Id="rId40" Type="http://schemas.openxmlformats.org/officeDocument/2006/relationships/image" Target="../media/image210.svg"/><Relationship Id="rId45" Type="http://schemas.openxmlformats.org/officeDocument/2006/relationships/image" Target="../media/image215.png"/><Relationship Id="rId53" Type="http://schemas.openxmlformats.org/officeDocument/2006/relationships/image" Target="../media/image223.png"/><Relationship Id="rId58" Type="http://schemas.openxmlformats.org/officeDocument/2006/relationships/image" Target="../media/image228.svg"/><Relationship Id="rId66" Type="http://schemas.openxmlformats.org/officeDocument/2006/relationships/image" Target="../media/image236.svg"/><Relationship Id="rId74" Type="http://schemas.openxmlformats.org/officeDocument/2006/relationships/image" Target="../media/image244.svg"/><Relationship Id="rId79" Type="http://schemas.openxmlformats.org/officeDocument/2006/relationships/image" Target="../media/image249.png"/><Relationship Id="rId87" Type="http://schemas.openxmlformats.org/officeDocument/2006/relationships/image" Target="../media/image257.png"/><Relationship Id="rId102" Type="http://schemas.openxmlformats.org/officeDocument/2006/relationships/image" Target="../media/image272.svg"/><Relationship Id="rId110" Type="http://schemas.openxmlformats.org/officeDocument/2006/relationships/image" Target="../media/image280.svg"/><Relationship Id="rId5" Type="http://schemas.openxmlformats.org/officeDocument/2006/relationships/image" Target="../media/image175.png"/><Relationship Id="rId61" Type="http://schemas.openxmlformats.org/officeDocument/2006/relationships/image" Target="../media/image231.png"/><Relationship Id="rId82" Type="http://schemas.openxmlformats.org/officeDocument/2006/relationships/image" Target="../media/image252.svg"/><Relationship Id="rId90" Type="http://schemas.openxmlformats.org/officeDocument/2006/relationships/image" Target="../media/image260.svg"/><Relationship Id="rId95" Type="http://schemas.openxmlformats.org/officeDocument/2006/relationships/image" Target="../media/image265.png"/><Relationship Id="rId19" Type="http://schemas.openxmlformats.org/officeDocument/2006/relationships/image" Target="../media/image189.png"/><Relationship Id="rId14" Type="http://schemas.openxmlformats.org/officeDocument/2006/relationships/image" Target="../media/image184.svg"/><Relationship Id="rId22" Type="http://schemas.openxmlformats.org/officeDocument/2006/relationships/image" Target="../media/image192.svg"/><Relationship Id="rId27" Type="http://schemas.openxmlformats.org/officeDocument/2006/relationships/image" Target="../media/image197.png"/><Relationship Id="rId30" Type="http://schemas.openxmlformats.org/officeDocument/2006/relationships/image" Target="../media/image200.svg"/><Relationship Id="rId35" Type="http://schemas.openxmlformats.org/officeDocument/2006/relationships/image" Target="../media/image205.png"/><Relationship Id="rId43" Type="http://schemas.openxmlformats.org/officeDocument/2006/relationships/image" Target="../media/image213.png"/><Relationship Id="rId48" Type="http://schemas.openxmlformats.org/officeDocument/2006/relationships/image" Target="../media/image218.svg"/><Relationship Id="rId56" Type="http://schemas.openxmlformats.org/officeDocument/2006/relationships/image" Target="../media/image226.svg"/><Relationship Id="rId64" Type="http://schemas.openxmlformats.org/officeDocument/2006/relationships/image" Target="../media/image234.svg"/><Relationship Id="rId69" Type="http://schemas.openxmlformats.org/officeDocument/2006/relationships/image" Target="../media/image239.png"/><Relationship Id="rId77" Type="http://schemas.openxmlformats.org/officeDocument/2006/relationships/image" Target="../media/image247.png"/><Relationship Id="rId100" Type="http://schemas.openxmlformats.org/officeDocument/2006/relationships/image" Target="../media/image270.svg"/><Relationship Id="rId105" Type="http://schemas.openxmlformats.org/officeDocument/2006/relationships/image" Target="../media/image275.png"/><Relationship Id="rId8" Type="http://schemas.openxmlformats.org/officeDocument/2006/relationships/image" Target="../media/image178.svg"/><Relationship Id="rId51" Type="http://schemas.openxmlformats.org/officeDocument/2006/relationships/image" Target="../media/image221.png"/><Relationship Id="rId72" Type="http://schemas.openxmlformats.org/officeDocument/2006/relationships/image" Target="../media/image242.svg"/><Relationship Id="rId80" Type="http://schemas.openxmlformats.org/officeDocument/2006/relationships/image" Target="../media/image250.svg"/><Relationship Id="rId85" Type="http://schemas.openxmlformats.org/officeDocument/2006/relationships/image" Target="../media/image255.png"/><Relationship Id="rId93" Type="http://schemas.openxmlformats.org/officeDocument/2006/relationships/image" Target="../media/image263.png"/><Relationship Id="rId98" Type="http://schemas.openxmlformats.org/officeDocument/2006/relationships/image" Target="../media/image268.svg"/><Relationship Id="rId3" Type="http://schemas.openxmlformats.org/officeDocument/2006/relationships/image" Target="../media/image173.png"/><Relationship Id="rId12" Type="http://schemas.openxmlformats.org/officeDocument/2006/relationships/image" Target="../media/image182.svg"/><Relationship Id="rId17" Type="http://schemas.openxmlformats.org/officeDocument/2006/relationships/image" Target="../media/image187.png"/><Relationship Id="rId25" Type="http://schemas.openxmlformats.org/officeDocument/2006/relationships/image" Target="../media/image195.png"/><Relationship Id="rId33" Type="http://schemas.openxmlformats.org/officeDocument/2006/relationships/image" Target="../media/image203.png"/><Relationship Id="rId38" Type="http://schemas.openxmlformats.org/officeDocument/2006/relationships/image" Target="../media/image208.svg"/><Relationship Id="rId46" Type="http://schemas.openxmlformats.org/officeDocument/2006/relationships/image" Target="../media/image216.svg"/><Relationship Id="rId59" Type="http://schemas.openxmlformats.org/officeDocument/2006/relationships/image" Target="../media/image229.png"/><Relationship Id="rId67" Type="http://schemas.openxmlformats.org/officeDocument/2006/relationships/image" Target="../media/image237.png"/><Relationship Id="rId103" Type="http://schemas.openxmlformats.org/officeDocument/2006/relationships/image" Target="../media/image273.png"/><Relationship Id="rId108" Type="http://schemas.openxmlformats.org/officeDocument/2006/relationships/image" Target="../media/image278.svg"/><Relationship Id="rId20" Type="http://schemas.openxmlformats.org/officeDocument/2006/relationships/image" Target="../media/image190.svg"/><Relationship Id="rId41" Type="http://schemas.openxmlformats.org/officeDocument/2006/relationships/image" Target="../media/image211.png"/><Relationship Id="rId54" Type="http://schemas.openxmlformats.org/officeDocument/2006/relationships/image" Target="../media/image224.svg"/><Relationship Id="rId62" Type="http://schemas.openxmlformats.org/officeDocument/2006/relationships/image" Target="../media/image232.svg"/><Relationship Id="rId70" Type="http://schemas.openxmlformats.org/officeDocument/2006/relationships/image" Target="../media/image240.svg"/><Relationship Id="rId75" Type="http://schemas.openxmlformats.org/officeDocument/2006/relationships/image" Target="../media/image245.png"/><Relationship Id="rId83" Type="http://schemas.openxmlformats.org/officeDocument/2006/relationships/image" Target="../media/image253.png"/><Relationship Id="rId88" Type="http://schemas.openxmlformats.org/officeDocument/2006/relationships/image" Target="../media/image258.svg"/><Relationship Id="rId91" Type="http://schemas.openxmlformats.org/officeDocument/2006/relationships/image" Target="../media/image261.png"/><Relationship Id="rId96" Type="http://schemas.openxmlformats.org/officeDocument/2006/relationships/image" Target="../media/image266.svg"/><Relationship Id="rId111" Type="http://schemas.openxmlformats.org/officeDocument/2006/relationships/image" Target="../media/image281.png"/><Relationship Id="rId1" Type="http://schemas.openxmlformats.org/officeDocument/2006/relationships/slideLayout" Target="../slideLayouts/slideLayout16.xml"/><Relationship Id="rId6" Type="http://schemas.openxmlformats.org/officeDocument/2006/relationships/image" Target="../media/image176.svg"/><Relationship Id="rId15" Type="http://schemas.openxmlformats.org/officeDocument/2006/relationships/image" Target="../media/image185.png"/><Relationship Id="rId23" Type="http://schemas.openxmlformats.org/officeDocument/2006/relationships/image" Target="../media/image193.png"/><Relationship Id="rId28" Type="http://schemas.openxmlformats.org/officeDocument/2006/relationships/image" Target="../media/image198.svg"/><Relationship Id="rId36" Type="http://schemas.openxmlformats.org/officeDocument/2006/relationships/image" Target="../media/image206.svg"/><Relationship Id="rId49" Type="http://schemas.openxmlformats.org/officeDocument/2006/relationships/image" Target="../media/image219.png"/><Relationship Id="rId57" Type="http://schemas.openxmlformats.org/officeDocument/2006/relationships/image" Target="../media/image227.png"/><Relationship Id="rId106" Type="http://schemas.openxmlformats.org/officeDocument/2006/relationships/image" Target="../media/image276.svg"/><Relationship Id="rId10" Type="http://schemas.openxmlformats.org/officeDocument/2006/relationships/image" Target="../media/image180.svg"/><Relationship Id="rId31" Type="http://schemas.openxmlformats.org/officeDocument/2006/relationships/image" Target="../media/image201.png"/><Relationship Id="rId44" Type="http://schemas.openxmlformats.org/officeDocument/2006/relationships/image" Target="../media/image214.svg"/><Relationship Id="rId52" Type="http://schemas.openxmlformats.org/officeDocument/2006/relationships/image" Target="../media/image222.svg"/><Relationship Id="rId60" Type="http://schemas.openxmlformats.org/officeDocument/2006/relationships/image" Target="../media/image230.svg"/><Relationship Id="rId65" Type="http://schemas.openxmlformats.org/officeDocument/2006/relationships/image" Target="../media/image235.png"/><Relationship Id="rId73" Type="http://schemas.openxmlformats.org/officeDocument/2006/relationships/image" Target="../media/image243.png"/><Relationship Id="rId78" Type="http://schemas.openxmlformats.org/officeDocument/2006/relationships/image" Target="../media/image248.svg"/><Relationship Id="rId81" Type="http://schemas.openxmlformats.org/officeDocument/2006/relationships/image" Target="../media/image251.png"/><Relationship Id="rId86" Type="http://schemas.openxmlformats.org/officeDocument/2006/relationships/image" Target="../media/image256.svg"/><Relationship Id="rId94" Type="http://schemas.openxmlformats.org/officeDocument/2006/relationships/image" Target="../media/image264.svg"/><Relationship Id="rId99" Type="http://schemas.openxmlformats.org/officeDocument/2006/relationships/image" Target="../media/image269.png"/><Relationship Id="rId101" Type="http://schemas.openxmlformats.org/officeDocument/2006/relationships/image" Target="../media/image271.png"/><Relationship Id="rId4" Type="http://schemas.openxmlformats.org/officeDocument/2006/relationships/image" Target="../media/image174.svg"/><Relationship Id="rId9" Type="http://schemas.openxmlformats.org/officeDocument/2006/relationships/image" Target="../media/image179.png"/><Relationship Id="rId13" Type="http://schemas.openxmlformats.org/officeDocument/2006/relationships/image" Target="../media/image183.png"/><Relationship Id="rId18" Type="http://schemas.openxmlformats.org/officeDocument/2006/relationships/image" Target="../media/image188.svg"/><Relationship Id="rId39" Type="http://schemas.openxmlformats.org/officeDocument/2006/relationships/image" Target="../media/image209.png"/><Relationship Id="rId109" Type="http://schemas.openxmlformats.org/officeDocument/2006/relationships/image" Target="../media/image279.png"/><Relationship Id="rId34" Type="http://schemas.openxmlformats.org/officeDocument/2006/relationships/image" Target="../media/image204.svg"/><Relationship Id="rId50" Type="http://schemas.openxmlformats.org/officeDocument/2006/relationships/image" Target="../media/image220.svg"/><Relationship Id="rId55" Type="http://schemas.openxmlformats.org/officeDocument/2006/relationships/image" Target="../media/image225.png"/><Relationship Id="rId76" Type="http://schemas.openxmlformats.org/officeDocument/2006/relationships/image" Target="../media/image246.svg"/><Relationship Id="rId97" Type="http://schemas.openxmlformats.org/officeDocument/2006/relationships/image" Target="../media/image267.png"/><Relationship Id="rId104" Type="http://schemas.openxmlformats.org/officeDocument/2006/relationships/image" Target="../media/image274.svg"/><Relationship Id="rId7" Type="http://schemas.openxmlformats.org/officeDocument/2006/relationships/image" Target="../media/image177.png"/><Relationship Id="rId71" Type="http://schemas.openxmlformats.org/officeDocument/2006/relationships/image" Target="../media/image241.png"/><Relationship Id="rId92" Type="http://schemas.openxmlformats.org/officeDocument/2006/relationships/image" Target="../media/image262.svg"/></Relationships>
</file>

<file path=ppt/slides/_rels/slide91.xml.rels><?xml version="1.0" encoding="UTF-8" standalone="yes"?>
<Relationships xmlns="http://schemas.openxmlformats.org/package/2006/relationships"><Relationship Id="rId8" Type="http://schemas.openxmlformats.org/officeDocument/2006/relationships/image" Target="../media/image283.png"/><Relationship Id="rId3" Type="http://schemas.microsoft.com/office/2007/relationships/media" Target="../media/media2.mp3"/><Relationship Id="rId7" Type="http://schemas.openxmlformats.org/officeDocument/2006/relationships/slideLayout" Target="../slideLayouts/slideLayout16.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audio" Target="../media/media3.mp3"/><Relationship Id="rId5" Type="http://schemas.microsoft.com/office/2007/relationships/media" Target="../media/media3.mp3"/><Relationship Id="rId4" Type="http://schemas.openxmlformats.org/officeDocument/2006/relationships/audio" Target="../media/media2.mp3"/></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2" Type="http://schemas.openxmlformats.org/officeDocument/2006/relationships/image" Target="../media/image284.jpg"/><Relationship Id="rId1" Type="http://schemas.openxmlformats.org/officeDocument/2006/relationships/slideLayout" Target="../slideLayouts/slideLayout23.xml"/></Relationships>
</file>

<file path=ppt/slides/_rels/slide97.xml.rels><?xml version="1.0" encoding="UTF-8" standalone="yes"?>
<Relationships xmlns="http://schemas.openxmlformats.org/package/2006/relationships"><Relationship Id="rId2" Type="http://schemas.openxmlformats.org/officeDocument/2006/relationships/image" Target="../media/image285.jpg"/><Relationship Id="rId1" Type="http://schemas.openxmlformats.org/officeDocument/2006/relationships/slideLayout" Target="../slideLayouts/slideLayout22.xml"/></Relationships>
</file>

<file path=ppt/slides/_rels/slide98.xml.rels><?xml version="1.0" encoding="UTF-8" standalone="yes"?>
<Relationships xmlns="http://schemas.openxmlformats.org/package/2006/relationships"><Relationship Id="rId2" Type="http://schemas.openxmlformats.org/officeDocument/2006/relationships/image" Target="../media/image286.jpg"/><Relationship Id="rId1" Type="http://schemas.openxmlformats.org/officeDocument/2006/relationships/slideLayout" Target="../slideLayouts/slideLayout23.xml"/></Relationships>
</file>

<file path=ppt/slides/_rels/slide99.xml.rels><?xml version="1.0" encoding="UTF-8" standalone="yes"?>
<Relationships xmlns="http://schemas.openxmlformats.org/package/2006/relationships"><Relationship Id="rId2" Type="http://schemas.openxmlformats.org/officeDocument/2006/relationships/image" Target="../media/image287.jpg"/><Relationship Id="rId1" Type="http://schemas.openxmlformats.org/officeDocument/2006/relationships/slideLayout" Target="../slideLayouts/slideLayout22.xml"/></Relationships>
</file>

<file path=ppt/slides/_rels/slide100.xml.rels><?xml version="1.0" encoding="UTF-8" standalone="yes"?>
<Relationships xmlns="http://schemas.openxmlformats.org/package/2006/relationships"><Relationship Id="rId2" Type="http://schemas.openxmlformats.org/officeDocument/2006/relationships/image" Target="../media/image288.jpg"/><Relationship Id="rId1" Type="http://schemas.openxmlformats.org/officeDocument/2006/relationships/slideLayout" Target="../slideLayouts/slideLayout22.xml"/></Relationships>
</file>

<file path=ppt/slides/_rels/slide10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chart" Target="../charts/chart9.xml"/><Relationship Id="rId7" Type="http://schemas.openxmlformats.org/officeDocument/2006/relationships/diagramColors" Target="../diagrams/colors1.xml"/><Relationship Id="rId2" Type="http://schemas.openxmlformats.org/officeDocument/2006/relationships/chart" Target="../charts/chart8.xml"/><Relationship Id="rId1" Type="http://schemas.openxmlformats.org/officeDocument/2006/relationships/slideLayout" Target="../slideLayouts/slideLayout1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chart" Target="../charts/char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5F70C6B-DFC2-A1F5-AC86-9D03399110EA}"/>
              </a:ext>
            </a:extLst>
          </p:cNvPr>
          <p:cNvSpPr>
            <a:spLocks noGrp="1"/>
          </p:cNvSpPr>
          <p:nvPr>
            <p:ph type="title"/>
          </p:nvPr>
        </p:nvSpPr>
        <p:spPr/>
        <p:txBody>
          <a:bodyPr/>
          <a:lstStyle/>
          <a:p>
            <a:r>
              <a:rPr lang="de-CH" dirty="0"/>
              <a:t>Für einen durchgängigen Auftritt der Post</a:t>
            </a:r>
          </a:p>
        </p:txBody>
      </p:sp>
      <p:sp>
        <p:nvSpPr>
          <p:cNvPr id="3" name="Inhaltsplatzhalter 2">
            <a:extLst>
              <a:ext uri="{FF2B5EF4-FFF2-40B4-BE49-F238E27FC236}">
                <a16:creationId xmlns:a16="http://schemas.microsoft.com/office/drawing/2014/main" id="{33FD3C92-3A13-11BF-4EA6-6157B894C140}"/>
              </a:ext>
            </a:extLst>
          </p:cNvPr>
          <p:cNvSpPr>
            <a:spLocks noGrp="1"/>
          </p:cNvSpPr>
          <p:nvPr>
            <p:ph idx="1"/>
          </p:nvPr>
        </p:nvSpPr>
        <p:spPr/>
        <p:txBody>
          <a:bodyPr/>
          <a:lstStyle/>
          <a:p>
            <a:pPr algn="l" rtl="0" fontAlgn="base"/>
            <a:r>
              <a:rPr lang="de-CH" b="0" i="0" u="none" strike="noStrike" dirty="0">
                <a:effectLst/>
              </a:rPr>
              <a:t>Willkommen in der neu gestalteten PowerPoint-Vorlage. Diese hilft dir, schnell und einfach Präsentationen im Corporate Design der Post zu erstellen und damit ein stimmiges Erscheinungsbild sicher zu stellen. Du erreichst einen perfekten Auftritt – egal ob vor einem internen Publikum,  vor Kundschaft oder Partnerinnen und Partnern.</a:t>
            </a:r>
          </a:p>
          <a:p>
            <a:pPr algn="l" rtl="0" fontAlgn="base"/>
            <a:endParaRPr lang="de-CH" b="0" i="0" u="none" strike="noStrike" dirty="0">
              <a:effectLst/>
            </a:endParaRPr>
          </a:p>
          <a:p>
            <a:pPr algn="l" rtl="0" fontAlgn="base"/>
            <a:r>
              <a:rPr lang="de-CH" b="0" i="0" u="none" strike="noStrike" dirty="0">
                <a:effectLst/>
              </a:rPr>
              <a:t>Die PowerPoint-Vorlage gibt es in einer Kurzversion mit den meistgenutzten Folien und in einer Langversion mit einer grossen Auswahl an Beispielfolien. Diese können direkt überschrieben werden. Zusätzlich haben wir den einen oder anderen Hinweis zur Handhabung oder Tipp in die Beispielfolien integriert. ​</a:t>
            </a:r>
          </a:p>
          <a:p>
            <a:pPr algn="l" rtl="0" fontAlgn="base"/>
            <a:endParaRPr lang="de-CH" b="0" i="0" u="none" strike="noStrike" dirty="0">
              <a:effectLst/>
            </a:endParaRPr>
          </a:p>
          <a:p>
            <a:pPr algn="l" rtl="0" fontAlgn="base"/>
            <a:r>
              <a:rPr lang="de-CH" b="0" i="0" u="none" strike="noStrike" dirty="0">
                <a:effectLst/>
              </a:rPr>
              <a:t>Wir wünschen dir viel Vergnügen mit der PowerPoint-Vorlage. Damit wir diese verbessern und auf die Bedürfnisse der Anwenderinnen und Anwender abstimmen können, sind Feedback oder Anregungen erwünscht. Wende dich mit Inputs oder Fragen an </a:t>
            </a:r>
            <a:r>
              <a:rPr lang="de-CH" b="0" i="0" dirty="0">
                <a:effectLst/>
                <a:latin typeface="Calibri" panose="020F0502020204030204" pitchFamily="34" charset="0"/>
                <a:hlinkClick r:id="rId2"/>
              </a:rPr>
              <a:t>experience-hub@post.ch</a:t>
            </a:r>
            <a:r>
              <a:rPr lang="de-CH" b="0" i="0" u="none" strike="noStrike" dirty="0">
                <a:solidFill>
                  <a:srgbClr val="000000"/>
                </a:solidFill>
                <a:effectLst/>
                <a:latin typeface="Calibri" panose="020F0502020204030204" pitchFamily="34" charset="0"/>
              </a:rPr>
              <a:t>.</a:t>
            </a:r>
            <a:r>
              <a:rPr lang="de-CH" b="0" i="0" u="none" strike="noStrike" dirty="0">
                <a:effectLst/>
              </a:rPr>
              <a:t> </a:t>
            </a:r>
          </a:p>
        </p:txBody>
      </p:sp>
      <p:sp>
        <p:nvSpPr>
          <p:cNvPr id="5" name="Datumsplatzhalter 4">
            <a:extLst>
              <a:ext uri="{FF2B5EF4-FFF2-40B4-BE49-F238E27FC236}">
                <a16:creationId xmlns:a16="http://schemas.microsoft.com/office/drawing/2014/main" id="{C91A664D-CFD9-528F-363C-0C7BB4C0AEA6}"/>
              </a:ext>
            </a:extLst>
          </p:cNvPr>
          <p:cNvSpPr>
            <a:spLocks noGrp="1"/>
          </p:cNvSpPr>
          <p:nvPr>
            <p:ph type="dt" sz="half" idx="10"/>
          </p:nvPr>
        </p:nvSpPr>
        <p:spPr/>
        <p:txBody>
          <a:bodyPr/>
          <a:lstStyle/>
          <a:p>
            <a:fld id="{1571750A-0082-4808-904F-69BEC72A6235}" type="datetime4">
              <a:rPr lang="de-CH" smtClean="0"/>
              <a:t>8. Februar 2026</a:t>
            </a:fld>
            <a:endParaRPr lang="de-CH" dirty="0"/>
          </a:p>
        </p:txBody>
      </p:sp>
      <p:sp>
        <p:nvSpPr>
          <p:cNvPr id="6" name="Fußzeilenplatzhalter 5">
            <a:extLst>
              <a:ext uri="{FF2B5EF4-FFF2-40B4-BE49-F238E27FC236}">
                <a16:creationId xmlns:a16="http://schemas.microsoft.com/office/drawing/2014/main" id="{65885E22-9AC1-791A-A54D-897072845175}"/>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7" name="Foliennummernplatzhalter 6">
            <a:extLst>
              <a:ext uri="{FF2B5EF4-FFF2-40B4-BE49-F238E27FC236}">
                <a16:creationId xmlns:a16="http://schemas.microsoft.com/office/drawing/2014/main" id="{13F87A9B-F2A9-FDD8-CC98-692D6FC00D00}"/>
              </a:ext>
            </a:extLst>
          </p:cNvPr>
          <p:cNvSpPr>
            <a:spLocks noGrp="1"/>
          </p:cNvSpPr>
          <p:nvPr>
            <p:ph type="sldNum" sz="quarter" idx="12"/>
          </p:nvPr>
        </p:nvSpPr>
        <p:spPr/>
        <p:txBody>
          <a:bodyPr/>
          <a:lstStyle/>
          <a:p>
            <a:fld id="{442AD375-037F-43D0-B059-5172DA06796A}" type="slidenum">
              <a:rPr lang="de-CH" smtClean="0"/>
              <a:pPr/>
              <a:t>1</a:t>
            </a:fld>
            <a:endParaRPr lang="de-CH" dirty="0"/>
          </a:p>
        </p:txBody>
      </p:sp>
    </p:spTree>
    <p:extLst>
      <p:ext uri="{BB962C8B-B14F-4D97-AF65-F5344CB8AC3E}">
        <p14:creationId xmlns:p14="http://schemas.microsoft.com/office/powerpoint/2010/main" val="3869568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DC62361-F653-4144-9423-98C78FA595C8}"/>
              </a:ext>
            </a:extLst>
          </p:cNvPr>
          <p:cNvSpPr>
            <a:spLocks noGrp="1"/>
          </p:cNvSpPr>
          <p:nvPr>
            <p:ph type="title"/>
          </p:nvPr>
        </p:nvSpPr>
        <p:spPr>
          <a:xfrm>
            <a:off x="412019" y="371475"/>
            <a:ext cx="11370406" cy="828000"/>
          </a:xfrm>
        </p:spPr>
        <p:txBody>
          <a:bodyPr/>
          <a:lstStyle/>
          <a:p>
            <a:r>
              <a:rPr lang="de-CH" dirty="0"/>
              <a:t>Textformatierung</a:t>
            </a:r>
          </a:p>
        </p:txBody>
      </p:sp>
      <p:sp>
        <p:nvSpPr>
          <p:cNvPr id="3" name="Inhaltsplatzhalter 2">
            <a:extLst>
              <a:ext uri="{FF2B5EF4-FFF2-40B4-BE49-F238E27FC236}">
                <a16:creationId xmlns:a16="http://schemas.microsoft.com/office/drawing/2014/main" id="{291BB038-ED1F-4F80-A77D-FB609B5E0DD3}"/>
              </a:ext>
            </a:extLst>
          </p:cNvPr>
          <p:cNvSpPr>
            <a:spLocks noGrp="1"/>
          </p:cNvSpPr>
          <p:nvPr>
            <p:ph idx="1"/>
          </p:nvPr>
        </p:nvSpPr>
        <p:spPr/>
        <p:txBody>
          <a:bodyPr wrap="square"/>
          <a:lstStyle/>
          <a:p>
            <a:r>
              <a:rPr lang="de-CH" dirty="0"/>
              <a:t>Für Aufzählungen nicht den «Aufzählungs-Button» verwenden, sondern mit Textebenen arbeiten. </a:t>
            </a:r>
            <a:br>
              <a:rPr lang="de-CH" dirty="0"/>
            </a:br>
            <a:r>
              <a:rPr lang="de-CH" dirty="0"/>
              <a:t>Die Textebenen werden im Absatzformat mit der </a:t>
            </a:r>
            <a:r>
              <a:rPr lang="de-CH" dirty="0">
                <a:solidFill>
                  <a:srgbClr val="19D27D"/>
                </a:solidFill>
              </a:rPr>
              <a:t>Funktion «Listenebene erhöhen» / «Listenebene verringern» </a:t>
            </a:r>
            <a:r>
              <a:rPr lang="de-CH" dirty="0"/>
              <a:t>definiert.</a:t>
            </a:r>
          </a:p>
          <a:p>
            <a:endParaRPr lang="de-CH" dirty="0"/>
          </a:p>
          <a:p>
            <a:endParaRPr lang="de-CH" dirty="0"/>
          </a:p>
          <a:p>
            <a:endParaRPr lang="de-CH" dirty="0"/>
          </a:p>
          <a:p>
            <a:endParaRPr lang="de-CH" dirty="0"/>
          </a:p>
          <a:p>
            <a:r>
              <a:rPr lang="de-CH" dirty="0"/>
              <a:t>Textebene 1</a:t>
            </a:r>
          </a:p>
          <a:p>
            <a:pPr lvl="1"/>
            <a:r>
              <a:rPr lang="de-CH" dirty="0"/>
              <a:t>Textebene 2</a:t>
            </a:r>
          </a:p>
          <a:p>
            <a:pPr lvl="2"/>
            <a:r>
              <a:rPr lang="de-CH" dirty="0"/>
              <a:t>Textebene 3</a:t>
            </a:r>
          </a:p>
          <a:p>
            <a:endParaRPr lang="de-CH" dirty="0"/>
          </a:p>
        </p:txBody>
      </p:sp>
      <p:sp>
        <p:nvSpPr>
          <p:cNvPr id="4" name="Datumsplatzhalter 3">
            <a:extLst>
              <a:ext uri="{FF2B5EF4-FFF2-40B4-BE49-F238E27FC236}">
                <a16:creationId xmlns:a16="http://schemas.microsoft.com/office/drawing/2014/main" id="{58E9CA5B-C387-463C-AC81-58AF0AEF0B92}"/>
              </a:ext>
            </a:extLst>
          </p:cNvPr>
          <p:cNvSpPr>
            <a:spLocks noGrp="1"/>
          </p:cNvSpPr>
          <p:nvPr>
            <p:ph type="dt" sz="half" idx="10"/>
          </p:nvPr>
        </p:nvSpPr>
        <p:spPr/>
        <p:txBody>
          <a:bodyPr/>
          <a:lstStyle/>
          <a:p>
            <a:fld id="{726F9E2A-A382-4999-A78B-5C0F0695DDF9}" type="datetime4">
              <a:rPr lang="de-CH" smtClean="0"/>
              <a:t>8. Februar 2026</a:t>
            </a:fld>
            <a:endParaRPr lang="de-CH" dirty="0"/>
          </a:p>
        </p:txBody>
      </p:sp>
      <p:sp>
        <p:nvSpPr>
          <p:cNvPr id="5" name="Fußzeilenplatzhalter 4">
            <a:extLst>
              <a:ext uri="{FF2B5EF4-FFF2-40B4-BE49-F238E27FC236}">
                <a16:creationId xmlns:a16="http://schemas.microsoft.com/office/drawing/2014/main" id="{52A44A14-C242-4BEE-AB7B-A4DF74E158B3}"/>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186C7291-FDC8-47D0-BD58-C55860767B15}"/>
              </a:ext>
            </a:extLst>
          </p:cNvPr>
          <p:cNvSpPr>
            <a:spLocks noGrp="1"/>
          </p:cNvSpPr>
          <p:nvPr>
            <p:ph type="sldNum" sz="quarter" idx="12"/>
          </p:nvPr>
        </p:nvSpPr>
        <p:spPr/>
        <p:txBody>
          <a:bodyPr/>
          <a:lstStyle/>
          <a:p>
            <a:fld id="{442AD375-037F-43D0-B059-5172DA06796A}" type="slidenum">
              <a:rPr lang="de-CH" smtClean="0"/>
              <a:pPr/>
              <a:t>2</a:t>
            </a:fld>
            <a:endParaRPr lang="de-CH" dirty="0"/>
          </a:p>
        </p:txBody>
      </p:sp>
      <p:grpSp>
        <p:nvGrpSpPr>
          <p:cNvPr id="46" name="Gruppo 45">
            <a:extLst>
              <a:ext uri="{FF2B5EF4-FFF2-40B4-BE49-F238E27FC236}">
                <a16:creationId xmlns:a16="http://schemas.microsoft.com/office/drawing/2014/main" id="{38B1EC24-EA6F-4083-82EE-210A3B342DAE}"/>
              </a:ext>
            </a:extLst>
          </p:cNvPr>
          <p:cNvGrpSpPr/>
          <p:nvPr/>
        </p:nvGrpSpPr>
        <p:grpSpPr>
          <a:xfrm>
            <a:off x="407368" y="3213064"/>
            <a:ext cx="2897561" cy="792000"/>
            <a:chOff x="3370828" y="4007344"/>
            <a:chExt cx="2897561" cy="792000"/>
          </a:xfrm>
        </p:grpSpPr>
        <p:pic>
          <p:nvPicPr>
            <p:cNvPr id="21" name="Picture 20" descr="Graphical user interface, application, Word&#10;&#10;Description automatically generated">
              <a:extLst>
                <a:ext uri="{FF2B5EF4-FFF2-40B4-BE49-F238E27FC236}">
                  <a16:creationId xmlns:a16="http://schemas.microsoft.com/office/drawing/2014/main" id="{6AB58390-3F50-4EDA-A948-AC53530F42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0828" y="4007344"/>
              <a:ext cx="2897561" cy="792000"/>
            </a:xfrm>
            <a:prstGeom prst="rect">
              <a:avLst/>
            </a:prstGeom>
            <a:ln>
              <a:solidFill>
                <a:schemeClr val="bg1">
                  <a:lumMod val="75000"/>
                </a:schemeClr>
              </a:solidFill>
            </a:ln>
          </p:spPr>
        </p:pic>
        <p:grpSp>
          <p:nvGrpSpPr>
            <p:cNvPr id="30" name="Gruppo 29">
              <a:extLst>
                <a:ext uri="{FF2B5EF4-FFF2-40B4-BE49-F238E27FC236}">
                  <a16:creationId xmlns:a16="http://schemas.microsoft.com/office/drawing/2014/main" id="{4E947BB6-7922-490C-B31C-12DCA37E1D6F}"/>
                </a:ext>
              </a:extLst>
            </p:cNvPr>
            <p:cNvGrpSpPr/>
            <p:nvPr/>
          </p:nvGrpSpPr>
          <p:grpSpPr>
            <a:xfrm>
              <a:off x="3480353" y="4063737"/>
              <a:ext cx="1175487" cy="245732"/>
              <a:chOff x="3480353" y="4063737"/>
              <a:chExt cx="1175487" cy="245732"/>
            </a:xfrm>
          </p:grpSpPr>
          <p:sp>
            <p:nvSpPr>
              <p:cNvPr id="26" name="Rechteck 12">
                <a:extLst>
                  <a:ext uri="{FF2B5EF4-FFF2-40B4-BE49-F238E27FC236}">
                    <a16:creationId xmlns:a16="http://schemas.microsoft.com/office/drawing/2014/main" id="{3B0A7D29-37CA-400C-A630-DB32B4469B87}"/>
                  </a:ext>
                </a:extLst>
              </p:cNvPr>
              <p:cNvSpPr/>
              <p:nvPr/>
            </p:nvSpPr>
            <p:spPr>
              <a:xfrm>
                <a:off x="4123746" y="4063737"/>
                <a:ext cx="532094" cy="245732"/>
              </a:xfrm>
              <a:prstGeom prst="rect">
                <a:avLst/>
              </a:prstGeom>
              <a:noFill/>
              <a:ln w="28575">
                <a:solidFill>
                  <a:srgbClr val="19D27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CH"/>
              </a:p>
            </p:txBody>
          </p:sp>
          <p:grpSp>
            <p:nvGrpSpPr>
              <p:cNvPr id="27" name="Gruppieren 8">
                <a:extLst>
                  <a:ext uri="{FF2B5EF4-FFF2-40B4-BE49-F238E27FC236}">
                    <a16:creationId xmlns:a16="http://schemas.microsoft.com/office/drawing/2014/main" id="{0FE1E877-BAB8-4777-A7FF-EAEF5CE2EC21}"/>
                  </a:ext>
                </a:extLst>
              </p:cNvPr>
              <p:cNvGrpSpPr/>
              <p:nvPr/>
            </p:nvGrpSpPr>
            <p:grpSpPr>
              <a:xfrm>
                <a:off x="3480353" y="4085471"/>
                <a:ext cx="216024" cy="216024"/>
                <a:chOff x="6096000" y="1892966"/>
                <a:chExt cx="216024" cy="216024"/>
              </a:xfrm>
            </p:grpSpPr>
            <p:cxnSp>
              <p:nvCxnSpPr>
                <p:cNvPr id="28" name="Gerader Verbinder 9">
                  <a:extLst>
                    <a:ext uri="{FF2B5EF4-FFF2-40B4-BE49-F238E27FC236}">
                      <a16:creationId xmlns:a16="http://schemas.microsoft.com/office/drawing/2014/main" id="{40B2CF21-0283-44AD-B94F-FAB6CF4204EA}"/>
                    </a:ext>
                  </a:extLst>
                </p:cNvPr>
                <p:cNvCxnSpPr/>
                <p:nvPr/>
              </p:nvCxnSpPr>
              <p:spPr>
                <a:xfrm flipH="1">
                  <a:off x="6096000" y="1892966"/>
                  <a:ext cx="216024" cy="2160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Gerader Verbinder 10">
                  <a:extLst>
                    <a:ext uri="{FF2B5EF4-FFF2-40B4-BE49-F238E27FC236}">
                      <a16:creationId xmlns:a16="http://schemas.microsoft.com/office/drawing/2014/main" id="{B4257EA7-F3AA-46E6-B6B8-6094B376F2CF}"/>
                    </a:ext>
                  </a:extLst>
                </p:cNvPr>
                <p:cNvCxnSpPr>
                  <a:cxnSpLocks/>
                </p:cNvCxnSpPr>
                <p:nvPr/>
              </p:nvCxnSpPr>
              <p:spPr>
                <a:xfrm>
                  <a:off x="6096000" y="1892966"/>
                  <a:ext cx="216024" cy="2160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8772860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41A951-41DE-AECC-A360-325EB66AFF86}"/>
              </a:ext>
            </a:extLst>
          </p:cNvPr>
          <p:cNvSpPr>
            <a:spLocks noGrp="1"/>
          </p:cNvSpPr>
          <p:nvPr>
            <p:ph type="title"/>
          </p:nvPr>
        </p:nvSpPr>
        <p:spPr/>
        <p:txBody>
          <a:bodyPr/>
          <a:lstStyle/>
          <a:p>
            <a:r>
              <a:rPr lang="de-CH" dirty="0"/>
              <a:t>Piktogramme</a:t>
            </a:r>
          </a:p>
        </p:txBody>
      </p:sp>
      <p:sp>
        <p:nvSpPr>
          <p:cNvPr id="3" name="Inhaltsplatzhalter 2">
            <a:extLst>
              <a:ext uri="{FF2B5EF4-FFF2-40B4-BE49-F238E27FC236}">
                <a16:creationId xmlns:a16="http://schemas.microsoft.com/office/drawing/2014/main" id="{5C39B469-AA33-910B-1818-33EC40A81E6F}"/>
              </a:ext>
            </a:extLst>
          </p:cNvPr>
          <p:cNvSpPr>
            <a:spLocks noGrp="1"/>
          </p:cNvSpPr>
          <p:nvPr>
            <p:ph idx="1"/>
          </p:nvPr>
        </p:nvSpPr>
        <p:spPr>
          <a:xfrm>
            <a:off x="409574" y="1976437"/>
            <a:ext cx="6478514" cy="4430783"/>
          </a:xfrm>
        </p:spPr>
        <p:txBody>
          <a:bodyPr/>
          <a:lstStyle/>
          <a:p>
            <a:r>
              <a:rPr lang="de-CH" dirty="0"/>
              <a:t>Im </a:t>
            </a:r>
            <a:r>
              <a:rPr lang="de-CH" dirty="0">
                <a:hlinkClick r:id="rId2" action="ppaction://hlinksldjump"/>
              </a:rPr>
              <a:t>hinteren Bereich</a:t>
            </a:r>
            <a:r>
              <a:rPr lang="de-CH" dirty="0"/>
              <a:t> der Vorlage steht eine Piktogramm-Bibliothek zur Verfügung. Piktogramme können von dort kopiert und an der gewünschten Stelle eingefügt werden.</a:t>
            </a:r>
          </a:p>
          <a:p>
            <a:endParaRPr lang="de-CH" dirty="0"/>
          </a:p>
          <a:p>
            <a:r>
              <a:rPr lang="de-CH" dirty="0"/>
              <a:t>Eine grössere Auswahl findet sich im Experience Hub im </a:t>
            </a:r>
            <a:r>
              <a:rPr lang="de-CH" sz="2000" dirty="0">
                <a:cs typeface="Calibri"/>
                <a:hlinkClick r:id="rId3">
                  <a:extLst>
                    <a:ext uri="{A12FA001-AC4F-418D-AE19-62706E023703}">
                      <ahyp:hlinkClr xmlns:ahyp="http://schemas.microsoft.com/office/drawing/2018/hyperlinkcolor" val="tx"/>
                    </a:ext>
                  </a:extLst>
                </a:hlinkClick>
              </a:rPr>
              <a:t>Download-Bereich Piktogramme</a:t>
            </a:r>
            <a:r>
              <a:rPr lang="de-CH" sz="2000" dirty="0">
                <a:cs typeface="Calibri"/>
              </a:rPr>
              <a:t>. </a:t>
            </a:r>
          </a:p>
          <a:p>
            <a:endParaRPr lang="de-CH" dirty="0">
              <a:cs typeface="Calibri"/>
            </a:endParaRPr>
          </a:p>
          <a:p>
            <a:r>
              <a:rPr lang="de-CH" dirty="0">
                <a:cs typeface="Calibri"/>
              </a:rPr>
              <a:t>Piktogramme können von dort im SVG-Format heruntergeladen und in PowerPoint eingefügt werden.</a:t>
            </a:r>
          </a:p>
          <a:p>
            <a:endParaRPr lang="de-CH" dirty="0"/>
          </a:p>
          <a:p>
            <a:endParaRPr lang="de-CH" dirty="0"/>
          </a:p>
          <a:p>
            <a:r>
              <a:rPr lang="de-CH" dirty="0"/>
              <a:t>Icons können in PowerPoint eingefärbt werden: Grafikformat &gt; Grafikfüllung</a:t>
            </a:r>
          </a:p>
        </p:txBody>
      </p:sp>
      <p:sp>
        <p:nvSpPr>
          <p:cNvPr id="4" name="Datumsplatzhalter 3">
            <a:extLst>
              <a:ext uri="{FF2B5EF4-FFF2-40B4-BE49-F238E27FC236}">
                <a16:creationId xmlns:a16="http://schemas.microsoft.com/office/drawing/2014/main" id="{91D157A3-08CB-AA0D-365A-8BD039C12C50}"/>
              </a:ext>
            </a:extLst>
          </p:cNvPr>
          <p:cNvSpPr>
            <a:spLocks noGrp="1"/>
          </p:cNvSpPr>
          <p:nvPr>
            <p:ph type="dt" sz="half" idx="10"/>
          </p:nvPr>
        </p:nvSpPr>
        <p:spPr/>
        <p:txBody>
          <a:bodyPr/>
          <a:lstStyle/>
          <a:p>
            <a:fld id="{51C7289D-92B1-4D11-B410-DD9A9930D801}" type="datetime4">
              <a:rPr lang="de-CH" smtClean="0"/>
              <a:t>8. Februar 2026</a:t>
            </a:fld>
            <a:endParaRPr lang="de-CH" dirty="0"/>
          </a:p>
        </p:txBody>
      </p:sp>
      <p:sp>
        <p:nvSpPr>
          <p:cNvPr id="5" name="Fußzeilenplatzhalter 4">
            <a:extLst>
              <a:ext uri="{FF2B5EF4-FFF2-40B4-BE49-F238E27FC236}">
                <a16:creationId xmlns:a16="http://schemas.microsoft.com/office/drawing/2014/main" id="{C5577F02-EC87-1684-62A6-DDBE302D0945}"/>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44F7E7E7-E400-954F-DB8A-D1C99B51F352}"/>
              </a:ext>
            </a:extLst>
          </p:cNvPr>
          <p:cNvSpPr>
            <a:spLocks noGrp="1"/>
          </p:cNvSpPr>
          <p:nvPr>
            <p:ph type="sldNum" sz="quarter" idx="12"/>
          </p:nvPr>
        </p:nvSpPr>
        <p:spPr/>
        <p:txBody>
          <a:bodyPr/>
          <a:lstStyle/>
          <a:p>
            <a:fld id="{442AD375-037F-43D0-B059-5172DA06796A}" type="slidenum">
              <a:rPr lang="de-CH" smtClean="0"/>
              <a:pPr/>
              <a:t>3</a:t>
            </a:fld>
            <a:endParaRPr lang="de-CH" dirty="0"/>
          </a:p>
        </p:txBody>
      </p:sp>
      <p:pic>
        <p:nvPicPr>
          <p:cNvPr id="8" name="Grafik 7">
            <a:extLst>
              <a:ext uri="{FF2B5EF4-FFF2-40B4-BE49-F238E27FC236}">
                <a16:creationId xmlns:a16="http://schemas.microsoft.com/office/drawing/2014/main" id="{43E822A9-5CAD-E10B-E7CE-62D9DDBA749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12124" y="1982990"/>
            <a:ext cx="4567856" cy="615781"/>
          </a:xfrm>
          <a:prstGeom prst="rect">
            <a:avLst/>
          </a:prstGeom>
        </p:spPr>
      </p:pic>
      <p:grpSp>
        <p:nvGrpSpPr>
          <p:cNvPr id="27" name="Gruppieren 26">
            <a:extLst>
              <a:ext uri="{FF2B5EF4-FFF2-40B4-BE49-F238E27FC236}">
                <a16:creationId xmlns:a16="http://schemas.microsoft.com/office/drawing/2014/main" id="{FE226549-0030-F3F2-86F2-01B0DF65E1EC}"/>
              </a:ext>
            </a:extLst>
          </p:cNvPr>
          <p:cNvGrpSpPr/>
          <p:nvPr/>
        </p:nvGrpSpPr>
        <p:grpSpPr>
          <a:xfrm>
            <a:off x="8796300" y="3497883"/>
            <a:ext cx="2986125" cy="1868227"/>
            <a:chOff x="7979272" y="3497883"/>
            <a:chExt cx="3803153" cy="2379389"/>
          </a:xfrm>
        </p:grpSpPr>
        <p:pic>
          <p:nvPicPr>
            <p:cNvPr id="14" name="Grafik 13">
              <a:extLst>
                <a:ext uri="{FF2B5EF4-FFF2-40B4-BE49-F238E27FC236}">
                  <a16:creationId xmlns:a16="http://schemas.microsoft.com/office/drawing/2014/main" id="{9AFBD032-2412-6531-BA8D-7D44703197E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79272" y="3497883"/>
              <a:ext cx="3803153" cy="2379389"/>
            </a:xfrm>
            <a:prstGeom prst="rect">
              <a:avLst/>
            </a:prstGeom>
          </p:spPr>
        </p:pic>
        <p:sp>
          <p:nvSpPr>
            <p:cNvPr id="24" name="Rechteck 23">
              <a:extLst>
                <a:ext uri="{FF2B5EF4-FFF2-40B4-BE49-F238E27FC236}">
                  <a16:creationId xmlns:a16="http://schemas.microsoft.com/office/drawing/2014/main" id="{9B84CC6D-6E7A-13BA-8E05-10EBA217CD43}"/>
                </a:ext>
              </a:extLst>
            </p:cNvPr>
            <p:cNvSpPr/>
            <p:nvPr/>
          </p:nvSpPr>
          <p:spPr>
            <a:xfrm>
              <a:off x="10560497" y="4537906"/>
              <a:ext cx="1219483" cy="763302"/>
            </a:xfrm>
            <a:prstGeom prst="rect">
              <a:avLst/>
            </a:prstGeom>
            <a:noFill/>
            <a:ln w="28575">
              <a:solidFill>
                <a:schemeClr val="accent2"/>
              </a:solid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grpSp>
      <p:pic>
        <p:nvPicPr>
          <p:cNvPr id="26" name="Grafik 25">
            <a:extLst>
              <a:ext uri="{FF2B5EF4-FFF2-40B4-BE49-F238E27FC236}">
                <a16:creationId xmlns:a16="http://schemas.microsoft.com/office/drawing/2014/main" id="{55E70AC2-B050-AA8E-4925-59733C80614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06622" y="4931966"/>
            <a:ext cx="1214758" cy="1504950"/>
          </a:xfrm>
          <a:prstGeom prst="rect">
            <a:avLst/>
          </a:prstGeom>
        </p:spPr>
      </p:pic>
      <p:grpSp>
        <p:nvGrpSpPr>
          <p:cNvPr id="12" name="Gruppieren 11">
            <a:extLst>
              <a:ext uri="{FF2B5EF4-FFF2-40B4-BE49-F238E27FC236}">
                <a16:creationId xmlns:a16="http://schemas.microsoft.com/office/drawing/2014/main" id="{3608F2B8-CD0B-1245-0BAF-AF2173E36F07}"/>
              </a:ext>
            </a:extLst>
          </p:cNvPr>
          <p:cNvGrpSpPr/>
          <p:nvPr/>
        </p:nvGrpSpPr>
        <p:grpSpPr>
          <a:xfrm>
            <a:off x="7212124" y="3032956"/>
            <a:ext cx="2743200" cy="1504950"/>
            <a:chOff x="7212124" y="3032956"/>
            <a:chExt cx="2743200" cy="1504950"/>
          </a:xfrm>
        </p:grpSpPr>
        <p:pic>
          <p:nvPicPr>
            <p:cNvPr id="9" name="Picture 9">
              <a:extLst>
                <a:ext uri="{FF2B5EF4-FFF2-40B4-BE49-F238E27FC236}">
                  <a16:creationId xmlns:a16="http://schemas.microsoft.com/office/drawing/2014/main" id="{242F3F7F-94EB-F183-B24B-5192B1664304}"/>
                </a:ext>
              </a:extLst>
            </p:cNvPr>
            <p:cNvPicPr>
              <a:picLocks noChangeAspect="1"/>
            </p:cNvPicPr>
            <p:nvPr/>
          </p:nvPicPr>
          <p:blipFill>
            <a:blip r:embed="rId7"/>
            <a:stretch>
              <a:fillRect/>
            </a:stretch>
          </p:blipFill>
          <p:spPr>
            <a:xfrm>
              <a:off x="7212124" y="3032956"/>
              <a:ext cx="2743200" cy="1504950"/>
            </a:xfrm>
            <a:prstGeom prst="rect">
              <a:avLst/>
            </a:prstGeom>
            <a:ln>
              <a:solidFill>
                <a:schemeClr val="accent5"/>
              </a:solidFill>
            </a:ln>
          </p:spPr>
        </p:pic>
        <p:sp>
          <p:nvSpPr>
            <p:cNvPr id="7" name="Rechteck 6">
              <a:extLst>
                <a:ext uri="{FF2B5EF4-FFF2-40B4-BE49-F238E27FC236}">
                  <a16:creationId xmlns:a16="http://schemas.microsoft.com/office/drawing/2014/main" id="{4102D151-72B2-A60A-9E10-2E231A936C45}"/>
                </a:ext>
              </a:extLst>
            </p:cNvPr>
            <p:cNvSpPr/>
            <p:nvPr/>
          </p:nvSpPr>
          <p:spPr>
            <a:xfrm>
              <a:off x="7212124" y="3068960"/>
              <a:ext cx="468052" cy="180020"/>
            </a:xfrm>
            <a:prstGeom prst="rect">
              <a:avLst/>
            </a:prstGeom>
            <a:solidFill>
              <a:schemeClr val="bg1"/>
            </a:solidFill>
            <a:ln w="6350">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1" name="Grafik 10">
              <a:extLst>
                <a:ext uri="{FF2B5EF4-FFF2-40B4-BE49-F238E27FC236}">
                  <a16:creationId xmlns:a16="http://schemas.microsoft.com/office/drawing/2014/main" id="{5DC0698C-AAC3-1E8F-6BE9-54319550193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284132" y="3095480"/>
              <a:ext cx="153500" cy="153500"/>
            </a:xfrm>
            <a:prstGeom prst="rect">
              <a:avLst/>
            </a:prstGeom>
          </p:spPr>
        </p:pic>
      </p:grpSp>
    </p:spTree>
    <p:extLst>
      <p:ext uri="{BB962C8B-B14F-4D97-AF65-F5344CB8AC3E}">
        <p14:creationId xmlns:p14="http://schemas.microsoft.com/office/powerpoint/2010/main" val="3460140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9519F6-AEDA-6098-1D06-683DA29F8244}"/>
              </a:ext>
            </a:extLst>
          </p:cNvPr>
          <p:cNvSpPr>
            <a:spLocks noGrp="1"/>
          </p:cNvSpPr>
          <p:nvPr>
            <p:ph type="title"/>
          </p:nvPr>
        </p:nvSpPr>
        <p:spPr/>
        <p:txBody>
          <a:bodyPr/>
          <a:lstStyle/>
          <a:p>
            <a:r>
              <a:rPr lang="de-CH" dirty="0"/>
              <a:t>Bilder</a:t>
            </a:r>
            <a:endParaRPr lang="de-CH" strike="sngStrike" dirty="0">
              <a:solidFill>
                <a:srgbClr val="FF0000"/>
              </a:solidFill>
            </a:endParaRPr>
          </a:p>
        </p:txBody>
      </p:sp>
      <p:sp>
        <p:nvSpPr>
          <p:cNvPr id="7" name="Inhaltsplatzhalter 6">
            <a:extLst>
              <a:ext uri="{FF2B5EF4-FFF2-40B4-BE49-F238E27FC236}">
                <a16:creationId xmlns:a16="http://schemas.microsoft.com/office/drawing/2014/main" id="{A7BEAB8F-4B8E-E62D-B671-6BBCCD24C2E6}"/>
              </a:ext>
            </a:extLst>
          </p:cNvPr>
          <p:cNvSpPr>
            <a:spLocks noGrp="1"/>
          </p:cNvSpPr>
          <p:nvPr>
            <p:ph sz="half" idx="1"/>
          </p:nvPr>
        </p:nvSpPr>
        <p:spPr/>
        <p:txBody>
          <a:bodyPr/>
          <a:lstStyle/>
          <a:p>
            <a:r>
              <a:rPr lang="de-CH" dirty="0"/>
              <a:t>In den nachfolgenden Bereichen der Vorlage stehen Folien mit Bildern zur Verfügung.</a:t>
            </a:r>
          </a:p>
          <a:p>
            <a:r>
              <a:rPr lang="de-CH" dirty="0"/>
              <a:t>Diese Bilder können übernommen werden.</a:t>
            </a:r>
          </a:p>
          <a:p>
            <a:endParaRPr lang="de-CH" dirty="0"/>
          </a:p>
          <a:p>
            <a:r>
              <a:rPr lang="de-CH" dirty="0"/>
              <a:t>Eine grössere Auswahl an Bildern der Post findet sich im Experience Hub im </a:t>
            </a:r>
            <a:r>
              <a:rPr lang="de-CH" sz="2000" dirty="0">
                <a:cs typeface="Calibri"/>
                <a:hlinkClick r:id="rId2"/>
              </a:rPr>
              <a:t>Download-Bereich Fotos</a:t>
            </a:r>
            <a:r>
              <a:rPr lang="de-CH" sz="2000" dirty="0">
                <a:cs typeface="Calibri"/>
              </a:rPr>
              <a:t>. </a:t>
            </a:r>
          </a:p>
          <a:p>
            <a:endParaRPr lang="de-CH" dirty="0">
              <a:cs typeface="Calibri"/>
            </a:endParaRPr>
          </a:p>
          <a:p>
            <a:r>
              <a:rPr lang="de-CH" dirty="0">
                <a:cs typeface="Calibri"/>
              </a:rPr>
              <a:t>Bilder können von dort in der Grösse «Medium (Office)» heruntergeladen und in PowerPoint eingefügt werden.</a:t>
            </a:r>
            <a:endParaRPr lang="de-CH" dirty="0"/>
          </a:p>
        </p:txBody>
      </p:sp>
      <p:sp>
        <p:nvSpPr>
          <p:cNvPr id="4" name="Datumsplatzhalter 3">
            <a:extLst>
              <a:ext uri="{FF2B5EF4-FFF2-40B4-BE49-F238E27FC236}">
                <a16:creationId xmlns:a16="http://schemas.microsoft.com/office/drawing/2014/main" id="{500E0DB8-B472-29E2-2A22-32574BEAEB9E}"/>
              </a:ext>
            </a:extLst>
          </p:cNvPr>
          <p:cNvSpPr>
            <a:spLocks noGrp="1"/>
          </p:cNvSpPr>
          <p:nvPr>
            <p:ph type="dt" sz="half" idx="10"/>
          </p:nvPr>
        </p:nvSpPr>
        <p:spPr/>
        <p:txBody>
          <a:bodyPr/>
          <a:lstStyle/>
          <a:p>
            <a:fld id="{6F47962B-2BC5-4A39-B684-3386CACCDE79}" type="datetime4">
              <a:rPr lang="de-CH" smtClean="0"/>
              <a:t>8. Februar 2026</a:t>
            </a:fld>
            <a:endParaRPr lang="de-CH" dirty="0"/>
          </a:p>
        </p:txBody>
      </p:sp>
      <p:sp>
        <p:nvSpPr>
          <p:cNvPr id="5" name="Fußzeilenplatzhalter 4">
            <a:extLst>
              <a:ext uri="{FF2B5EF4-FFF2-40B4-BE49-F238E27FC236}">
                <a16:creationId xmlns:a16="http://schemas.microsoft.com/office/drawing/2014/main" id="{0505E7DD-A180-7A39-8DB7-6AFA25209834}"/>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D4F6BD79-63C5-C9F3-CB74-7697C44095E4}"/>
              </a:ext>
            </a:extLst>
          </p:cNvPr>
          <p:cNvSpPr>
            <a:spLocks noGrp="1"/>
          </p:cNvSpPr>
          <p:nvPr>
            <p:ph type="sldNum" sz="quarter" idx="12"/>
          </p:nvPr>
        </p:nvSpPr>
        <p:spPr/>
        <p:txBody>
          <a:bodyPr/>
          <a:lstStyle/>
          <a:p>
            <a:fld id="{442AD375-037F-43D0-B059-5172DA06796A}" type="slidenum">
              <a:rPr lang="de-CH" smtClean="0"/>
              <a:pPr/>
              <a:t>4</a:t>
            </a:fld>
            <a:endParaRPr lang="de-CH" dirty="0"/>
          </a:p>
        </p:txBody>
      </p:sp>
      <p:pic>
        <p:nvPicPr>
          <p:cNvPr id="12" name="Grafik 11">
            <a:extLst>
              <a:ext uri="{FF2B5EF4-FFF2-40B4-BE49-F238E27FC236}">
                <a16:creationId xmlns:a16="http://schemas.microsoft.com/office/drawing/2014/main" id="{6235758B-9238-EDA5-5962-CBD8E66E51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36359" y="4344433"/>
            <a:ext cx="2440027" cy="2062786"/>
          </a:xfrm>
          <a:prstGeom prst="rect">
            <a:avLst/>
          </a:prstGeom>
        </p:spPr>
      </p:pic>
      <p:cxnSp>
        <p:nvCxnSpPr>
          <p:cNvPr id="13" name="Gerader Verbinder 12">
            <a:extLst>
              <a:ext uri="{FF2B5EF4-FFF2-40B4-BE49-F238E27FC236}">
                <a16:creationId xmlns:a16="http://schemas.microsoft.com/office/drawing/2014/main" id="{1DBE5D98-5EEC-8115-5A3C-765B8297EAA6}"/>
              </a:ext>
            </a:extLst>
          </p:cNvPr>
          <p:cNvCxnSpPr>
            <a:cxnSpLocks/>
          </p:cNvCxnSpPr>
          <p:nvPr/>
        </p:nvCxnSpPr>
        <p:spPr>
          <a:xfrm>
            <a:off x="7248128" y="5373216"/>
            <a:ext cx="1930954" cy="0"/>
          </a:xfrm>
          <a:prstGeom prst="line">
            <a:avLst/>
          </a:prstGeom>
          <a:ln w="9525">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grpSp>
        <p:nvGrpSpPr>
          <p:cNvPr id="9" name="Gruppieren 8">
            <a:extLst>
              <a:ext uri="{FF2B5EF4-FFF2-40B4-BE49-F238E27FC236}">
                <a16:creationId xmlns:a16="http://schemas.microsoft.com/office/drawing/2014/main" id="{3E798F01-04D9-37D1-229B-D070246F60CE}"/>
              </a:ext>
            </a:extLst>
          </p:cNvPr>
          <p:cNvGrpSpPr/>
          <p:nvPr/>
        </p:nvGrpSpPr>
        <p:grpSpPr>
          <a:xfrm>
            <a:off x="6304385" y="1994806"/>
            <a:ext cx="5472001" cy="2868388"/>
            <a:chOff x="6304385" y="1994806"/>
            <a:chExt cx="5472001" cy="2868388"/>
          </a:xfrm>
        </p:grpSpPr>
        <p:pic>
          <p:nvPicPr>
            <p:cNvPr id="10" name="Grafik 9" descr="Ein Bild, das Website enthält.&#10;&#10;Automatisch generierte Beschreibung">
              <a:extLst>
                <a:ext uri="{FF2B5EF4-FFF2-40B4-BE49-F238E27FC236}">
                  <a16:creationId xmlns:a16="http://schemas.microsoft.com/office/drawing/2014/main" id="{1CCDC9AD-3A21-B63F-FB9C-AFD43D72D4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04385" y="1994806"/>
              <a:ext cx="5472001" cy="2868388"/>
            </a:xfrm>
            <a:prstGeom prst="rect">
              <a:avLst/>
            </a:prstGeom>
            <a:ln>
              <a:solidFill>
                <a:schemeClr val="accent5"/>
              </a:solidFill>
            </a:ln>
            <a:effectLst/>
          </p:spPr>
        </p:pic>
        <p:sp>
          <p:nvSpPr>
            <p:cNvPr id="3" name="Rechteck 2">
              <a:extLst>
                <a:ext uri="{FF2B5EF4-FFF2-40B4-BE49-F238E27FC236}">
                  <a16:creationId xmlns:a16="http://schemas.microsoft.com/office/drawing/2014/main" id="{7D969AC1-5F42-CEF5-73F2-73DC7EE461C5}"/>
                </a:ext>
              </a:extLst>
            </p:cNvPr>
            <p:cNvSpPr/>
            <p:nvPr/>
          </p:nvSpPr>
          <p:spPr>
            <a:xfrm>
              <a:off x="6305042" y="2001962"/>
              <a:ext cx="655054" cy="346918"/>
            </a:xfrm>
            <a:prstGeom prst="rect">
              <a:avLst/>
            </a:prstGeom>
            <a:solidFill>
              <a:schemeClr val="bg1"/>
            </a:solidFill>
            <a:ln w="6350">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8" name="Grafik 7">
              <a:extLst>
                <a:ext uri="{FF2B5EF4-FFF2-40B4-BE49-F238E27FC236}">
                  <a16:creationId xmlns:a16="http://schemas.microsoft.com/office/drawing/2014/main" id="{671809E0-ED29-4308-7206-DF2A138B45F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93168" y="2076196"/>
              <a:ext cx="253775" cy="253775"/>
            </a:xfrm>
            <a:prstGeom prst="rect">
              <a:avLst/>
            </a:prstGeom>
          </p:spPr>
        </p:pic>
      </p:grpSp>
    </p:spTree>
    <p:extLst>
      <p:ext uri="{BB962C8B-B14F-4D97-AF65-F5344CB8AC3E}">
        <p14:creationId xmlns:p14="http://schemas.microsoft.com/office/powerpoint/2010/main" val="3325517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9E963AB-8DE9-FB63-C44F-D025D1831C7B}"/>
              </a:ext>
            </a:extLst>
          </p:cNvPr>
          <p:cNvSpPr>
            <a:spLocks noGrp="1"/>
          </p:cNvSpPr>
          <p:nvPr>
            <p:ph type="title"/>
          </p:nvPr>
        </p:nvSpPr>
        <p:spPr/>
        <p:txBody>
          <a:bodyPr/>
          <a:lstStyle/>
          <a:p>
            <a:r>
              <a:rPr lang="de-CH" dirty="0"/>
              <a:t>Titelbild ändern</a:t>
            </a:r>
          </a:p>
        </p:txBody>
      </p:sp>
      <p:sp>
        <p:nvSpPr>
          <p:cNvPr id="3" name="Inhaltsplatzhalter 2">
            <a:extLst>
              <a:ext uri="{FF2B5EF4-FFF2-40B4-BE49-F238E27FC236}">
                <a16:creationId xmlns:a16="http://schemas.microsoft.com/office/drawing/2014/main" id="{54F2AE1C-C10B-BC51-008E-031B620AAC33}"/>
              </a:ext>
            </a:extLst>
          </p:cNvPr>
          <p:cNvSpPr>
            <a:spLocks noGrp="1"/>
          </p:cNvSpPr>
          <p:nvPr>
            <p:ph idx="1"/>
          </p:nvPr>
        </p:nvSpPr>
        <p:spPr/>
        <p:txBody>
          <a:bodyPr/>
          <a:lstStyle/>
          <a:p>
            <a:r>
              <a:rPr lang="de-CH" dirty="0"/>
              <a:t>Am einfachsten kann das Titelbild mit Rechtsklick &gt; Bild ändern ersetzt werden.</a:t>
            </a:r>
          </a:p>
          <a:p>
            <a:endParaRPr lang="de-CH" dirty="0"/>
          </a:p>
          <a:p>
            <a:r>
              <a:rPr lang="de-CH" dirty="0"/>
              <a:t>Wird auf einer Titelfolie ein bestehendes Bild gelöscht, so stellt sich der Bildplatzhalter automatisch in den Vordergrund und überdeckt Titel und Logo. Nach dem Einfügen eines neuen Bildes, muss das Bild manuell in den Hintergrund gestellt werden: Rechtsklick auf Bild &gt; in den Hintergrund</a:t>
            </a:r>
          </a:p>
        </p:txBody>
      </p:sp>
      <p:sp>
        <p:nvSpPr>
          <p:cNvPr id="5" name="Datumsplatzhalter 4">
            <a:extLst>
              <a:ext uri="{FF2B5EF4-FFF2-40B4-BE49-F238E27FC236}">
                <a16:creationId xmlns:a16="http://schemas.microsoft.com/office/drawing/2014/main" id="{DFA353D3-A0DD-E399-E0E6-F7CBA35F9F7F}"/>
              </a:ext>
            </a:extLst>
          </p:cNvPr>
          <p:cNvSpPr>
            <a:spLocks noGrp="1"/>
          </p:cNvSpPr>
          <p:nvPr>
            <p:ph type="dt" sz="half" idx="10"/>
          </p:nvPr>
        </p:nvSpPr>
        <p:spPr/>
        <p:txBody>
          <a:bodyPr/>
          <a:lstStyle/>
          <a:p>
            <a:fld id="{4BA12588-CEF7-4690-AB70-7083B0AEACA5}" type="datetime4">
              <a:rPr lang="de-CH" smtClean="0"/>
              <a:t>8. Februar 2026</a:t>
            </a:fld>
            <a:endParaRPr lang="de-CH" dirty="0"/>
          </a:p>
        </p:txBody>
      </p:sp>
      <p:sp>
        <p:nvSpPr>
          <p:cNvPr id="6" name="Fußzeilenplatzhalter 5">
            <a:extLst>
              <a:ext uri="{FF2B5EF4-FFF2-40B4-BE49-F238E27FC236}">
                <a16:creationId xmlns:a16="http://schemas.microsoft.com/office/drawing/2014/main" id="{10FFDB1E-56F8-A7D2-20E2-C9BB452CA242}"/>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7" name="Foliennummernplatzhalter 6">
            <a:extLst>
              <a:ext uri="{FF2B5EF4-FFF2-40B4-BE49-F238E27FC236}">
                <a16:creationId xmlns:a16="http://schemas.microsoft.com/office/drawing/2014/main" id="{363FD114-3A4D-A1E2-BBD5-1EE514A08907}"/>
              </a:ext>
            </a:extLst>
          </p:cNvPr>
          <p:cNvSpPr>
            <a:spLocks noGrp="1"/>
          </p:cNvSpPr>
          <p:nvPr>
            <p:ph type="sldNum" sz="quarter" idx="12"/>
          </p:nvPr>
        </p:nvSpPr>
        <p:spPr/>
        <p:txBody>
          <a:bodyPr/>
          <a:lstStyle/>
          <a:p>
            <a:fld id="{442AD375-037F-43D0-B059-5172DA06796A}" type="slidenum">
              <a:rPr lang="de-CH" smtClean="0"/>
              <a:pPr/>
              <a:t>5</a:t>
            </a:fld>
            <a:endParaRPr lang="de-CH" dirty="0"/>
          </a:p>
        </p:txBody>
      </p:sp>
      <p:pic>
        <p:nvPicPr>
          <p:cNvPr id="9" name="Grafik 8">
            <a:extLst>
              <a:ext uri="{FF2B5EF4-FFF2-40B4-BE49-F238E27FC236}">
                <a16:creationId xmlns:a16="http://schemas.microsoft.com/office/drawing/2014/main" id="{5748CAF6-46E3-1B82-DA02-B25D2F47A04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408426" y="4437112"/>
            <a:ext cx="2520000" cy="1417500"/>
          </a:xfrm>
          <a:prstGeom prst="rect">
            <a:avLst/>
          </a:prstGeom>
        </p:spPr>
      </p:pic>
      <p:pic>
        <p:nvPicPr>
          <p:cNvPr id="11" name="Grafik 10">
            <a:extLst>
              <a:ext uri="{FF2B5EF4-FFF2-40B4-BE49-F238E27FC236}">
                <a16:creationId xmlns:a16="http://schemas.microsoft.com/office/drawing/2014/main" id="{4199DF9D-A299-5075-E439-9096328AF7DB}"/>
              </a:ext>
            </a:extLst>
          </p:cNvPr>
          <p:cNvPicPr>
            <a:picLocks noChangeAspect="1"/>
          </p:cNvPicPr>
          <p:nvPr/>
        </p:nvPicPr>
        <p:blipFill rotWithShape="1">
          <a:blip r:embed="rId3">
            <a:extLst>
              <a:ext uri="{28A0092B-C50C-407E-A947-70E740481C1C}">
                <a14:useLocalDpi xmlns:a14="http://schemas.microsoft.com/office/drawing/2010/main" val="0"/>
              </a:ext>
            </a:extLst>
          </a:blip>
          <a:srcRect l="30502" t="30244" r="29988" b="30244"/>
          <a:stretch/>
        </p:blipFill>
        <p:spPr>
          <a:xfrm>
            <a:off x="3358562" y="4437112"/>
            <a:ext cx="2520000" cy="1415378"/>
          </a:xfrm>
          <a:prstGeom prst="rect">
            <a:avLst/>
          </a:prstGeom>
        </p:spPr>
      </p:pic>
      <p:pic>
        <p:nvPicPr>
          <p:cNvPr id="13" name="Grafik 12">
            <a:extLst>
              <a:ext uri="{FF2B5EF4-FFF2-40B4-BE49-F238E27FC236}">
                <a16:creationId xmlns:a16="http://schemas.microsoft.com/office/drawing/2014/main" id="{75CDD4D1-6142-5FFA-F6D3-1B182834C5A4}"/>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6308698" y="4437112"/>
            <a:ext cx="2520000" cy="1417178"/>
          </a:xfrm>
          <a:prstGeom prst="rect">
            <a:avLst/>
          </a:prstGeom>
        </p:spPr>
      </p:pic>
      <p:pic>
        <p:nvPicPr>
          <p:cNvPr id="15" name="Grafik 14">
            <a:extLst>
              <a:ext uri="{FF2B5EF4-FFF2-40B4-BE49-F238E27FC236}">
                <a16:creationId xmlns:a16="http://schemas.microsoft.com/office/drawing/2014/main" id="{0233BB90-597C-8146-9D1B-CF412E0B9425}"/>
              </a:ext>
            </a:extLst>
          </p:cNvPr>
          <p:cNvPicPr>
            <a:picLocks noChangeAspect="1"/>
          </p:cNvPicPr>
          <p:nvPr/>
        </p:nvPicPr>
        <p:blipFill rotWithShape="1">
          <a:blip r:embed="rId5">
            <a:extLst>
              <a:ext uri="{28A0092B-C50C-407E-A947-70E740481C1C}">
                <a14:useLocalDpi xmlns:a14="http://schemas.microsoft.com/office/drawing/2010/main" val="0"/>
              </a:ext>
            </a:extLst>
          </a:blip>
          <a:srcRect b="10295"/>
          <a:stretch/>
        </p:blipFill>
        <p:spPr>
          <a:xfrm>
            <a:off x="7145375" y="5685118"/>
            <a:ext cx="1851364" cy="280253"/>
          </a:xfrm>
          <a:prstGeom prst="rect">
            <a:avLst/>
          </a:prstGeom>
          <a:effectLst>
            <a:outerShdw blurRad="50800" dist="38100" dir="2700000" algn="tl" rotWithShape="0">
              <a:prstClr val="black">
                <a:alpha val="40000"/>
              </a:prstClr>
            </a:outerShdw>
          </a:effectLst>
        </p:spPr>
      </p:pic>
      <p:pic>
        <p:nvPicPr>
          <p:cNvPr id="4" name="Grafik 3">
            <a:extLst>
              <a:ext uri="{FF2B5EF4-FFF2-40B4-BE49-F238E27FC236}">
                <a16:creationId xmlns:a16="http://schemas.microsoft.com/office/drawing/2014/main" id="{47C7128E-7E99-F506-FB3B-5A88EA7493CD}"/>
              </a:ext>
            </a:extLst>
          </p:cNvPr>
          <p:cNvPicPr>
            <a:picLocks noChangeAspect="1"/>
          </p:cNvPicPr>
          <p:nvPr/>
        </p:nvPicPr>
        <p:blipFill>
          <a:blip r:embed="rId6"/>
          <a:stretch>
            <a:fillRect/>
          </a:stretch>
        </p:blipFill>
        <p:spPr>
          <a:xfrm>
            <a:off x="9258832" y="4437112"/>
            <a:ext cx="2520000" cy="1417500"/>
          </a:xfrm>
          <a:prstGeom prst="rect">
            <a:avLst/>
          </a:prstGeom>
        </p:spPr>
      </p:pic>
      <p:pic>
        <p:nvPicPr>
          <p:cNvPr id="14" name="Grafik 13" descr="Cursor mit einfarbiger Füllung">
            <a:extLst>
              <a:ext uri="{FF2B5EF4-FFF2-40B4-BE49-F238E27FC236}">
                <a16:creationId xmlns:a16="http://schemas.microsoft.com/office/drawing/2014/main" id="{93227D4C-CFF6-52B9-58BB-5716A5A7C420}"/>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85472" y="5765467"/>
            <a:ext cx="392583" cy="392583"/>
          </a:xfrm>
          <a:prstGeom prst="rect">
            <a:avLst/>
          </a:prstGeom>
        </p:spPr>
      </p:pic>
      <p:cxnSp>
        <p:nvCxnSpPr>
          <p:cNvPr id="17" name="Gerader Verbinder 16">
            <a:extLst>
              <a:ext uri="{FF2B5EF4-FFF2-40B4-BE49-F238E27FC236}">
                <a16:creationId xmlns:a16="http://schemas.microsoft.com/office/drawing/2014/main" id="{E249324E-41EA-2030-8449-6362DF51916A}"/>
              </a:ext>
            </a:extLst>
          </p:cNvPr>
          <p:cNvCxnSpPr>
            <a:cxnSpLocks/>
          </p:cNvCxnSpPr>
          <p:nvPr/>
        </p:nvCxnSpPr>
        <p:spPr>
          <a:xfrm>
            <a:off x="2981494" y="5145847"/>
            <a:ext cx="324000" cy="0"/>
          </a:xfrm>
          <a:prstGeom prst="line">
            <a:avLst/>
          </a:prstGeom>
          <a:ln w="9525">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E19F6EA6-653F-C772-1CCC-833AA5E7FCE4}"/>
              </a:ext>
            </a:extLst>
          </p:cNvPr>
          <p:cNvCxnSpPr>
            <a:cxnSpLocks/>
          </p:cNvCxnSpPr>
          <p:nvPr/>
        </p:nvCxnSpPr>
        <p:spPr>
          <a:xfrm>
            <a:off x="5931630" y="5145847"/>
            <a:ext cx="324000" cy="0"/>
          </a:xfrm>
          <a:prstGeom prst="line">
            <a:avLst/>
          </a:prstGeom>
          <a:ln w="9525">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23330446-76B4-D970-DC12-2DA2A2FA42A6}"/>
              </a:ext>
            </a:extLst>
          </p:cNvPr>
          <p:cNvCxnSpPr>
            <a:cxnSpLocks/>
          </p:cNvCxnSpPr>
          <p:nvPr/>
        </p:nvCxnSpPr>
        <p:spPr>
          <a:xfrm>
            <a:off x="8881766" y="5145847"/>
            <a:ext cx="324000" cy="0"/>
          </a:xfrm>
          <a:prstGeom prst="line">
            <a:avLst/>
          </a:prstGeom>
          <a:ln w="9525">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pic>
        <p:nvPicPr>
          <p:cNvPr id="8" name="Grafik 7" descr="Cursor mit einfarbiger Füllung">
            <a:extLst>
              <a:ext uri="{FF2B5EF4-FFF2-40B4-BE49-F238E27FC236}">
                <a16:creationId xmlns:a16="http://schemas.microsoft.com/office/drawing/2014/main" id="{FA44750A-257D-FED9-6173-7CD0042A0D08}"/>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680570" y="4480477"/>
            <a:ext cx="392583" cy="392583"/>
          </a:xfrm>
          <a:prstGeom prst="rect">
            <a:avLst/>
          </a:prstGeom>
        </p:spPr>
      </p:pic>
    </p:spTree>
    <p:extLst>
      <p:ext uri="{BB962C8B-B14F-4D97-AF65-F5344CB8AC3E}">
        <p14:creationId xmlns:p14="http://schemas.microsoft.com/office/powerpoint/2010/main" val="792266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Bildplatzhalter 6">
            <a:extLst>
              <a:ext uri="{FF2B5EF4-FFF2-40B4-BE49-F238E27FC236}">
                <a16:creationId xmlns:a16="http://schemas.microsoft.com/office/drawing/2014/main" id="{B830A205-6A83-C848-9D49-D0EDB47A39E5}"/>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l="5" r="5"/>
          <a:stretch/>
        </p:blipFill>
        <p:spPr/>
      </p:pic>
      <p:sp>
        <p:nvSpPr>
          <p:cNvPr id="2" name="Textplatzhalter 1">
            <a:extLst>
              <a:ext uri="{FF2B5EF4-FFF2-40B4-BE49-F238E27FC236}">
                <a16:creationId xmlns:a16="http://schemas.microsoft.com/office/drawing/2014/main" id="{3C442C0C-E7E7-B99A-43C5-FAA200DC528F}"/>
              </a:ext>
            </a:extLst>
          </p:cNvPr>
          <p:cNvSpPr>
            <a:spLocks noGrp="1"/>
          </p:cNvSpPr>
          <p:nvPr>
            <p:ph type="body" sz="quarter" idx="14"/>
          </p:nvPr>
        </p:nvSpPr>
        <p:spPr/>
        <p:txBody>
          <a:bodyPr/>
          <a:lstStyle/>
          <a:p>
            <a:endParaRPr lang="de-CH"/>
          </a:p>
        </p:txBody>
      </p:sp>
      <p:sp>
        <p:nvSpPr>
          <p:cNvPr id="4" name="Untertitel 3">
            <a:extLst>
              <a:ext uri="{FF2B5EF4-FFF2-40B4-BE49-F238E27FC236}">
                <a16:creationId xmlns:a16="http://schemas.microsoft.com/office/drawing/2014/main" id="{C0A50CD8-B5A6-8431-0466-AD8CE76C8EDB}"/>
              </a:ext>
            </a:extLst>
          </p:cNvPr>
          <p:cNvSpPr>
            <a:spLocks noGrp="1"/>
          </p:cNvSpPr>
          <p:nvPr>
            <p:ph type="subTitle" idx="1"/>
          </p:nvPr>
        </p:nvSpPr>
        <p:spPr/>
        <p:txBody>
          <a:bodyPr/>
          <a:lstStyle/>
          <a:p>
            <a:r>
              <a:rPr lang="de-CH" dirty="0"/>
              <a:t>Titelfolie</a:t>
            </a:r>
          </a:p>
          <a:p>
            <a:pPr lvl="1"/>
            <a:r>
              <a:rPr lang="de-CH" dirty="0"/>
              <a:t>Vorname Name (Textebene 2)</a:t>
            </a:r>
          </a:p>
          <a:p>
            <a:pPr lvl="1"/>
            <a:r>
              <a:rPr lang="de-CH" dirty="0"/>
              <a:t>Ort, </a:t>
            </a:r>
            <a:fld id="{CC86DD65-6287-487B-88AF-ED769542C3DB}" type="datetime4">
              <a:rPr lang="de-CH"/>
              <a:t>8. Februar 2026</a:t>
            </a:fld>
            <a:endParaRPr lang="de-CH" dirty="0"/>
          </a:p>
        </p:txBody>
      </p:sp>
    </p:spTree>
    <p:extLst>
      <p:ext uri="{BB962C8B-B14F-4D97-AF65-F5344CB8AC3E}">
        <p14:creationId xmlns:p14="http://schemas.microsoft.com/office/powerpoint/2010/main" val="811990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Bildplatzhalter 6">
            <a:extLst>
              <a:ext uri="{FF2B5EF4-FFF2-40B4-BE49-F238E27FC236}">
                <a16:creationId xmlns:a16="http://schemas.microsoft.com/office/drawing/2014/main" id="{B830A205-6A83-C848-9D49-D0EDB47A39E5}"/>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6" r="6"/>
          <a:stretch/>
        </p:blipFill>
        <p:spPr/>
      </p:pic>
      <p:sp>
        <p:nvSpPr>
          <p:cNvPr id="8" name="Textplatzhalter 7">
            <a:extLst>
              <a:ext uri="{FF2B5EF4-FFF2-40B4-BE49-F238E27FC236}">
                <a16:creationId xmlns:a16="http://schemas.microsoft.com/office/drawing/2014/main" id="{570E47CA-F97F-316C-EDF8-8F532FBF7166}"/>
              </a:ext>
            </a:extLst>
          </p:cNvPr>
          <p:cNvSpPr>
            <a:spLocks noGrp="1"/>
          </p:cNvSpPr>
          <p:nvPr>
            <p:ph type="body" sz="quarter" idx="14"/>
          </p:nvPr>
        </p:nvSpPr>
        <p:spPr/>
        <p:txBody>
          <a:bodyPr/>
          <a:lstStyle/>
          <a:p>
            <a:endParaRPr lang="de-CH"/>
          </a:p>
        </p:txBody>
      </p:sp>
      <p:sp>
        <p:nvSpPr>
          <p:cNvPr id="4" name="Untertitel 3">
            <a:extLst>
              <a:ext uri="{FF2B5EF4-FFF2-40B4-BE49-F238E27FC236}">
                <a16:creationId xmlns:a16="http://schemas.microsoft.com/office/drawing/2014/main" id="{C0A50CD8-B5A6-8431-0466-AD8CE76C8EDB}"/>
              </a:ext>
            </a:extLst>
          </p:cNvPr>
          <p:cNvSpPr>
            <a:spLocks noGrp="1"/>
          </p:cNvSpPr>
          <p:nvPr>
            <p:ph type="subTitle" idx="1"/>
          </p:nvPr>
        </p:nvSpPr>
        <p:spPr/>
        <p:txBody>
          <a:bodyPr/>
          <a:lstStyle/>
          <a:p>
            <a:r>
              <a:rPr lang="de-CH" dirty="0">
                <a:solidFill>
                  <a:schemeClr val="tx1"/>
                </a:solidFill>
              </a:rPr>
              <a:t>Titelfolie</a:t>
            </a:r>
          </a:p>
          <a:p>
            <a:pPr lvl="1"/>
            <a:r>
              <a:rPr lang="de-CH" dirty="0">
                <a:solidFill>
                  <a:schemeClr val="tx1"/>
                </a:solidFill>
              </a:rPr>
              <a:t>Vorname Name (Textebene 2)</a:t>
            </a:r>
          </a:p>
          <a:p>
            <a:pPr lvl="1"/>
            <a:r>
              <a:rPr lang="de-CH" dirty="0">
                <a:solidFill>
                  <a:schemeClr val="tx1"/>
                </a:solidFill>
              </a:rPr>
              <a:t>Ort, </a:t>
            </a:r>
            <a:fld id="{CC86DD65-6287-487B-88AF-ED769542C3DB}" type="datetime4">
              <a:rPr lang="de-CH" smtClean="0">
                <a:solidFill>
                  <a:schemeClr val="tx1"/>
                </a:solidFill>
              </a:rPr>
              <a:pPr lvl="1"/>
              <a:t>8. Februar 2026</a:t>
            </a:fld>
            <a:endParaRPr lang="de-CH" dirty="0">
              <a:solidFill>
                <a:schemeClr val="tx1"/>
              </a:solidFill>
            </a:endParaRPr>
          </a:p>
        </p:txBody>
      </p:sp>
    </p:spTree>
    <p:extLst>
      <p:ext uri="{BB962C8B-B14F-4D97-AF65-F5344CB8AC3E}">
        <p14:creationId xmlns:p14="http://schemas.microsoft.com/office/powerpoint/2010/main" val="3804011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Bildplatzhalter 6">
            <a:extLst>
              <a:ext uri="{FF2B5EF4-FFF2-40B4-BE49-F238E27FC236}">
                <a16:creationId xmlns:a16="http://schemas.microsoft.com/office/drawing/2014/main" id="{B830A205-6A83-C848-9D49-D0EDB47A39E5}"/>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6" r="6"/>
          <a:stretch/>
        </p:blipFill>
        <p:spPr/>
      </p:pic>
      <p:sp>
        <p:nvSpPr>
          <p:cNvPr id="8" name="Textplatzhalter 7">
            <a:extLst>
              <a:ext uri="{FF2B5EF4-FFF2-40B4-BE49-F238E27FC236}">
                <a16:creationId xmlns:a16="http://schemas.microsoft.com/office/drawing/2014/main" id="{EDF8CF50-0C8C-949A-76F8-A7779CB2F0AD}"/>
              </a:ext>
            </a:extLst>
          </p:cNvPr>
          <p:cNvSpPr>
            <a:spLocks noGrp="1"/>
          </p:cNvSpPr>
          <p:nvPr>
            <p:ph type="body" sz="quarter" idx="14"/>
          </p:nvPr>
        </p:nvSpPr>
        <p:spPr/>
        <p:txBody>
          <a:bodyPr/>
          <a:lstStyle/>
          <a:p>
            <a:endParaRPr lang="de-CH"/>
          </a:p>
        </p:txBody>
      </p:sp>
      <p:sp>
        <p:nvSpPr>
          <p:cNvPr id="4" name="Untertitel 3">
            <a:extLst>
              <a:ext uri="{FF2B5EF4-FFF2-40B4-BE49-F238E27FC236}">
                <a16:creationId xmlns:a16="http://schemas.microsoft.com/office/drawing/2014/main" id="{C0A50CD8-B5A6-8431-0466-AD8CE76C8EDB}"/>
              </a:ext>
            </a:extLst>
          </p:cNvPr>
          <p:cNvSpPr>
            <a:spLocks noGrp="1"/>
          </p:cNvSpPr>
          <p:nvPr>
            <p:ph type="subTitle" idx="1"/>
          </p:nvPr>
        </p:nvSpPr>
        <p:spPr/>
        <p:txBody>
          <a:bodyPr/>
          <a:lstStyle/>
          <a:p>
            <a:r>
              <a:rPr lang="de-CH" dirty="0">
                <a:solidFill>
                  <a:schemeClr val="tx1"/>
                </a:solidFill>
              </a:rPr>
              <a:t>Titelfolie</a:t>
            </a:r>
          </a:p>
          <a:p>
            <a:pPr lvl="1"/>
            <a:r>
              <a:rPr lang="de-CH" dirty="0">
                <a:solidFill>
                  <a:schemeClr val="tx1"/>
                </a:solidFill>
              </a:rPr>
              <a:t>Vorname Name (Textebene 2)</a:t>
            </a:r>
          </a:p>
          <a:p>
            <a:pPr lvl="1"/>
            <a:r>
              <a:rPr lang="de-CH" dirty="0">
                <a:solidFill>
                  <a:schemeClr val="tx1"/>
                </a:solidFill>
              </a:rPr>
              <a:t>Ort, </a:t>
            </a:r>
            <a:fld id="{CC86DD65-6287-487B-88AF-ED769542C3DB}" type="datetime4">
              <a:rPr lang="de-CH" smtClean="0">
                <a:solidFill>
                  <a:schemeClr val="tx1"/>
                </a:solidFill>
              </a:rPr>
              <a:pPr lvl="1"/>
              <a:t>8. Februar 2026</a:t>
            </a:fld>
            <a:endParaRPr lang="de-CH" dirty="0">
              <a:solidFill>
                <a:schemeClr val="tx1"/>
              </a:solidFill>
            </a:endParaRPr>
          </a:p>
        </p:txBody>
      </p:sp>
    </p:spTree>
    <p:extLst>
      <p:ext uri="{BB962C8B-B14F-4D97-AF65-F5344CB8AC3E}">
        <p14:creationId xmlns:p14="http://schemas.microsoft.com/office/powerpoint/2010/main" val="2300824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Bildplatzhalter 6">
            <a:extLst>
              <a:ext uri="{FF2B5EF4-FFF2-40B4-BE49-F238E27FC236}">
                <a16:creationId xmlns:a16="http://schemas.microsoft.com/office/drawing/2014/main" id="{B830A205-6A83-C848-9D49-D0EDB47A39E5}"/>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6" r="6"/>
          <a:stretch/>
        </p:blipFill>
        <p:spPr/>
      </p:pic>
      <p:sp>
        <p:nvSpPr>
          <p:cNvPr id="10" name="Textplatzhalter 9">
            <a:extLst>
              <a:ext uri="{FF2B5EF4-FFF2-40B4-BE49-F238E27FC236}">
                <a16:creationId xmlns:a16="http://schemas.microsoft.com/office/drawing/2014/main" id="{4E5048E8-2FDA-9DF5-8E49-EEFDB0184524}"/>
              </a:ext>
            </a:extLst>
          </p:cNvPr>
          <p:cNvSpPr>
            <a:spLocks noGrp="1"/>
          </p:cNvSpPr>
          <p:nvPr>
            <p:ph type="body" sz="quarter" idx="14"/>
          </p:nvPr>
        </p:nvSpPr>
        <p:spPr/>
        <p:txBody>
          <a:bodyPr/>
          <a:lstStyle/>
          <a:p>
            <a:endParaRPr lang="de-CH"/>
          </a:p>
        </p:txBody>
      </p:sp>
      <p:sp>
        <p:nvSpPr>
          <p:cNvPr id="4" name="Untertitel 3">
            <a:extLst>
              <a:ext uri="{FF2B5EF4-FFF2-40B4-BE49-F238E27FC236}">
                <a16:creationId xmlns:a16="http://schemas.microsoft.com/office/drawing/2014/main" id="{C0A50CD8-B5A6-8431-0466-AD8CE76C8EDB}"/>
              </a:ext>
            </a:extLst>
          </p:cNvPr>
          <p:cNvSpPr>
            <a:spLocks noGrp="1"/>
          </p:cNvSpPr>
          <p:nvPr>
            <p:ph type="subTitle" idx="1"/>
          </p:nvPr>
        </p:nvSpPr>
        <p:spPr/>
        <p:txBody>
          <a:bodyPr/>
          <a:lstStyle/>
          <a:p>
            <a:r>
              <a:rPr lang="de-CH" dirty="0"/>
              <a:t>Titelfolie</a:t>
            </a:r>
          </a:p>
          <a:p>
            <a:pPr lvl="1"/>
            <a:r>
              <a:rPr lang="de-CH" dirty="0"/>
              <a:t>Vorname Name (Textebene 2)</a:t>
            </a:r>
          </a:p>
          <a:p>
            <a:pPr lvl="1"/>
            <a:r>
              <a:rPr lang="de-CH" dirty="0"/>
              <a:t>Ort, </a:t>
            </a:r>
            <a:fld id="{CC86DD65-6287-487B-88AF-ED769542C3DB}" type="datetime4">
              <a:rPr lang="de-CH" smtClean="0"/>
              <a:pPr lvl="1"/>
              <a:t>8. Februar 2026</a:t>
            </a:fld>
            <a:endParaRPr lang="de-CH" dirty="0"/>
          </a:p>
        </p:txBody>
      </p:sp>
    </p:spTree>
    <p:extLst>
      <p:ext uri="{BB962C8B-B14F-4D97-AF65-F5344CB8AC3E}">
        <p14:creationId xmlns:p14="http://schemas.microsoft.com/office/powerpoint/2010/main" val="3316681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Bildplatzhalter 6">
            <a:extLst>
              <a:ext uri="{FF2B5EF4-FFF2-40B4-BE49-F238E27FC236}">
                <a16:creationId xmlns:a16="http://schemas.microsoft.com/office/drawing/2014/main" id="{B830A205-6A83-C848-9D49-D0EDB47A39E5}"/>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11" b="11"/>
          <a:stretch/>
        </p:blipFill>
        <p:spPr/>
      </p:pic>
      <p:sp>
        <p:nvSpPr>
          <p:cNvPr id="10" name="Textplatzhalter 9">
            <a:extLst>
              <a:ext uri="{FF2B5EF4-FFF2-40B4-BE49-F238E27FC236}">
                <a16:creationId xmlns:a16="http://schemas.microsoft.com/office/drawing/2014/main" id="{4E5048E8-2FDA-9DF5-8E49-EEFDB0184524}"/>
              </a:ext>
            </a:extLst>
          </p:cNvPr>
          <p:cNvSpPr>
            <a:spLocks noGrp="1"/>
          </p:cNvSpPr>
          <p:nvPr>
            <p:ph type="body" sz="quarter" idx="14"/>
          </p:nvPr>
        </p:nvSpPr>
        <p:spPr/>
        <p:txBody>
          <a:bodyPr/>
          <a:lstStyle/>
          <a:p>
            <a:endParaRPr lang="de-CH"/>
          </a:p>
        </p:txBody>
      </p:sp>
      <p:sp>
        <p:nvSpPr>
          <p:cNvPr id="4" name="Untertitel 3">
            <a:extLst>
              <a:ext uri="{FF2B5EF4-FFF2-40B4-BE49-F238E27FC236}">
                <a16:creationId xmlns:a16="http://schemas.microsoft.com/office/drawing/2014/main" id="{C0A50CD8-B5A6-8431-0466-AD8CE76C8EDB}"/>
              </a:ext>
            </a:extLst>
          </p:cNvPr>
          <p:cNvSpPr>
            <a:spLocks noGrp="1"/>
          </p:cNvSpPr>
          <p:nvPr>
            <p:ph type="subTitle" idx="1"/>
          </p:nvPr>
        </p:nvSpPr>
        <p:spPr/>
        <p:txBody>
          <a:bodyPr/>
          <a:lstStyle/>
          <a:p>
            <a:r>
              <a:rPr lang="de-CH" dirty="0"/>
              <a:t>Titelfolie</a:t>
            </a:r>
          </a:p>
          <a:p>
            <a:pPr lvl="1"/>
            <a:r>
              <a:rPr lang="de-CH" dirty="0"/>
              <a:t>Vorname Name (Textebene 2)</a:t>
            </a:r>
          </a:p>
          <a:p>
            <a:pPr lvl="1"/>
            <a:r>
              <a:rPr lang="de-CH" dirty="0"/>
              <a:t>Ort, </a:t>
            </a:r>
            <a:fld id="{CC86DD65-6287-487B-88AF-ED769542C3DB}" type="datetime4">
              <a:rPr lang="de-CH" smtClean="0"/>
              <a:pPr lvl="1"/>
              <a:t>8. Februar 2026</a:t>
            </a:fld>
            <a:endParaRPr lang="de-CH" dirty="0"/>
          </a:p>
        </p:txBody>
      </p:sp>
    </p:spTree>
    <p:extLst>
      <p:ext uri="{BB962C8B-B14F-4D97-AF65-F5344CB8AC3E}">
        <p14:creationId xmlns:p14="http://schemas.microsoft.com/office/powerpoint/2010/main" val="23355205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Bildplatzhalter 6">
            <a:extLst>
              <a:ext uri="{FF2B5EF4-FFF2-40B4-BE49-F238E27FC236}">
                <a16:creationId xmlns:a16="http://schemas.microsoft.com/office/drawing/2014/main" id="{B830A205-6A83-C848-9D49-D0EDB47A39E5}"/>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11" b="11"/>
          <a:stretch/>
        </p:blipFill>
        <p:spPr/>
      </p:pic>
      <p:sp>
        <p:nvSpPr>
          <p:cNvPr id="10" name="Textplatzhalter 9">
            <a:extLst>
              <a:ext uri="{FF2B5EF4-FFF2-40B4-BE49-F238E27FC236}">
                <a16:creationId xmlns:a16="http://schemas.microsoft.com/office/drawing/2014/main" id="{4E5048E8-2FDA-9DF5-8E49-EEFDB0184524}"/>
              </a:ext>
            </a:extLst>
          </p:cNvPr>
          <p:cNvSpPr>
            <a:spLocks noGrp="1"/>
          </p:cNvSpPr>
          <p:nvPr>
            <p:ph type="body" sz="quarter" idx="14"/>
          </p:nvPr>
        </p:nvSpPr>
        <p:spPr/>
        <p:txBody>
          <a:bodyPr/>
          <a:lstStyle/>
          <a:p>
            <a:endParaRPr lang="de-CH"/>
          </a:p>
        </p:txBody>
      </p:sp>
      <p:sp>
        <p:nvSpPr>
          <p:cNvPr id="4" name="Untertitel 3">
            <a:extLst>
              <a:ext uri="{FF2B5EF4-FFF2-40B4-BE49-F238E27FC236}">
                <a16:creationId xmlns:a16="http://schemas.microsoft.com/office/drawing/2014/main" id="{C0A50CD8-B5A6-8431-0466-AD8CE76C8EDB}"/>
              </a:ext>
            </a:extLst>
          </p:cNvPr>
          <p:cNvSpPr>
            <a:spLocks noGrp="1"/>
          </p:cNvSpPr>
          <p:nvPr>
            <p:ph type="subTitle" idx="1"/>
          </p:nvPr>
        </p:nvSpPr>
        <p:spPr/>
        <p:txBody>
          <a:bodyPr/>
          <a:lstStyle/>
          <a:p>
            <a:r>
              <a:rPr lang="de-CH" dirty="0"/>
              <a:t>Titelfolie</a:t>
            </a:r>
          </a:p>
          <a:p>
            <a:pPr lvl="1"/>
            <a:r>
              <a:rPr lang="de-CH" dirty="0"/>
              <a:t>Vorname Name (Textebene 2)</a:t>
            </a:r>
          </a:p>
          <a:p>
            <a:pPr lvl="1"/>
            <a:r>
              <a:rPr lang="de-CH" dirty="0"/>
              <a:t>Ort, </a:t>
            </a:r>
            <a:fld id="{CC86DD65-6287-487B-88AF-ED769542C3DB}" type="datetime4">
              <a:rPr lang="de-CH" smtClean="0"/>
              <a:pPr lvl="1"/>
              <a:t>8. Februar 2026</a:t>
            </a:fld>
            <a:endParaRPr lang="de-CH" dirty="0"/>
          </a:p>
        </p:txBody>
      </p:sp>
    </p:spTree>
    <p:extLst>
      <p:ext uri="{BB962C8B-B14F-4D97-AF65-F5344CB8AC3E}">
        <p14:creationId xmlns:p14="http://schemas.microsoft.com/office/powerpoint/2010/main" val="36095022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Bildplatzhalter 6">
            <a:extLst>
              <a:ext uri="{FF2B5EF4-FFF2-40B4-BE49-F238E27FC236}">
                <a16:creationId xmlns:a16="http://schemas.microsoft.com/office/drawing/2014/main" id="{B830A205-6A83-C848-9D49-D0EDB47A39E5}"/>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6" r="6"/>
          <a:stretch/>
        </p:blipFill>
        <p:spPr/>
      </p:pic>
      <p:sp>
        <p:nvSpPr>
          <p:cNvPr id="8" name="Textplatzhalter 7">
            <a:extLst>
              <a:ext uri="{FF2B5EF4-FFF2-40B4-BE49-F238E27FC236}">
                <a16:creationId xmlns:a16="http://schemas.microsoft.com/office/drawing/2014/main" id="{D01649C1-F81B-5280-EC59-2B358DAD1674}"/>
              </a:ext>
            </a:extLst>
          </p:cNvPr>
          <p:cNvSpPr>
            <a:spLocks noGrp="1"/>
          </p:cNvSpPr>
          <p:nvPr>
            <p:ph type="body" sz="quarter" idx="14"/>
          </p:nvPr>
        </p:nvSpPr>
        <p:spPr/>
        <p:txBody>
          <a:bodyPr/>
          <a:lstStyle/>
          <a:p>
            <a:endParaRPr lang="de-CH"/>
          </a:p>
        </p:txBody>
      </p:sp>
      <p:sp>
        <p:nvSpPr>
          <p:cNvPr id="4" name="Untertitel 3">
            <a:extLst>
              <a:ext uri="{FF2B5EF4-FFF2-40B4-BE49-F238E27FC236}">
                <a16:creationId xmlns:a16="http://schemas.microsoft.com/office/drawing/2014/main" id="{C0A50CD8-B5A6-8431-0466-AD8CE76C8EDB}"/>
              </a:ext>
            </a:extLst>
          </p:cNvPr>
          <p:cNvSpPr>
            <a:spLocks noGrp="1"/>
          </p:cNvSpPr>
          <p:nvPr>
            <p:ph type="subTitle" idx="1"/>
          </p:nvPr>
        </p:nvSpPr>
        <p:spPr/>
        <p:txBody>
          <a:bodyPr/>
          <a:lstStyle/>
          <a:p>
            <a:r>
              <a:rPr lang="de-CH" dirty="0"/>
              <a:t>Titelfolie</a:t>
            </a:r>
          </a:p>
          <a:p>
            <a:pPr lvl="1"/>
            <a:r>
              <a:rPr lang="de-CH" dirty="0"/>
              <a:t>Vorname Name (Textebene 2)</a:t>
            </a:r>
          </a:p>
          <a:p>
            <a:pPr lvl="1"/>
            <a:r>
              <a:rPr lang="de-CH" dirty="0"/>
              <a:t>Ort, </a:t>
            </a:r>
            <a:fld id="{CC86DD65-6287-487B-88AF-ED769542C3DB}" type="datetime4">
              <a:rPr lang="de-CH" smtClean="0"/>
              <a:pPr lvl="1"/>
              <a:t>8. Februar 2026</a:t>
            </a:fld>
            <a:endParaRPr lang="de-CH" dirty="0"/>
          </a:p>
        </p:txBody>
      </p:sp>
    </p:spTree>
    <p:extLst>
      <p:ext uri="{BB962C8B-B14F-4D97-AF65-F5344CB8AC3E}">
        <p14:creationId xmlns:p14="http://schemas.microsoft.com/office/powerpoint/2010/main" val="8123106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Bildplatzhalter 6">
            <a:extLst>
              <a:ext uri="{FF2B5EF4-FFF2-40B4-BE49-F238E27FC236}">
                <a16:creationId xmlns:a16="http://schemas.microsoft.com/office/drawing/2014/main" id="{B830A205-6A83-C848-9D49-D0EDB47A39E5}"/>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11" b="11"/>
          <a:stretch/>
        </p:blipFill>
        <p:spPr/>
      </p:pic>
      <p:sp>
        <p:nvSpPr>
          <p:cNvPr id="8" name="Textplatzhalter 7">
            <a:extLst>
              <a:ext uri="{FF2B5EF4-FFF2-40B4-BE49-F238E27FC236}">
                <a16:creationId xmlns:a16="http://schemas.microsoft.com/office/drawing/2014/main" id="{86936189-EA39-187B-51C9-9572B07705DC}"/>
              </a:ext>
            </a:extLst>
          </p:cNvPr>
          <p:cNvSpPr>
            <a:spLocks noGrp="1"/>
          </p:cNvSpPr>
          <p:nvPr>
            <p:ph type="body" sz="quarter" idx="14"/>
          </p:nvPr>
        </p:nvSpPr>
        <p:spPr/>
        <p:txBody>
          <a:bodyPr/>
          <a:lstStyle/>
          <a:p>
            <a:endParaRPr lang="de-CH"/>
          </a:p>
        </p:txBody>
      </p:sp>
      <p:sp>
        <p:nvSpPr>
          <p:cNvPr id="4" name="Untertitel 3">
            <a:extLst>
              <a:ext uri="{FF2B5EF4-FFF2-40B4-BE49-F238E27FC236}">
                <a16:creationId xmlns:a16="http://schemas.microsoft.com/office/drawing/2014/main" id="{C0A50CD8-B5A6-8431-0466-AD8CE76C8EDB}"/>
              </a:ext>
            </a:extLst>
          </p:cNvPr>
          <p:cNvSpPr>
            <a:spLocks noGrp="1"/>
          </p:cNvSpPr>
          <p:nvPr>
            <p:ph type="subTitle" idx="1"/>
          </p:nvPr>
        </p:nvSpPr>
        <p:spPr/>
        <p:txBody>
          <a:bodyPr/>
          <a:lstStyle/>
          <a:p>
            <a:r>
              <a:rPr lang="de-CH" dirty="0">
                <a:solidFill>
                  <a:schemeClr val="tx1"/>
                </a:solidFill>
              </a:rPr>
              <a:t>Titelfolie</a:t>
            </a:r>
          </a:p>
          <a:p>
            <a:pPr lvl="1"/>
            <a:r>
              <a:rPr lang="de-CH" dirty="0">
                <a:solidFill>
                  <a:schemeClr val="tx1"/>
                </a:solidFill>
              </a:rPr>
              <a:t>Vorname Name (Textebene 2)</a:t>
            </a:r>
          </a:p>
          <a:p>
            <a:pPr lvl="1"/>
            <a:r>
              <a:rPr lang="de-CH" dirty="0">
                <a:solidFill>
                  <a:schemeClr val="tx1"/>
                </a:solidFill>
              </a:rPr>
              <a:t>Ort, </a:t>
            </a:r>
            <a:fld id="{CC86DD65-6287-487B-88AF-ED769542C3DB}" type="datetime4">
              <a:rPr lang="de-CH" smtClean="0">
                <a:solidFill>
                  <a:schemeClr val="tx1"/>
                </a:solidFill>
              </a:rPr>
              <a:pPr lvl="1"/>
              <a:t>8. Februar 2026</a:t>
            </a:fld>
            <a:endParaRPr lang="de-CH" dirty="0">
              <a:solidFill>
                <a:schemeClr val="tx1"/>
              </a:solidFill>
            </a:endParaRPr>
          </a:p>
        </p:txBody>
      </p:sp>
    </p:spTree>
    <p:extLst>
      <p:ext uri="{BB962C8B-B14F-4D97-AF65-F5344CB8AC3E}">
        <p14:creationId xmlns:p14="http://schemas.microsoft.com/office/powerpoint/2010/main" val="32214246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Bildplatzhalter 6">
            <a:extLst>
              <a:ext uri="{FF2B5EF4-FFF2-40B4-BE49-F238E27FC236}">
                <a16:creationId xmlns:a16="http://schemas.microsoft.com/office/drawing/2014/main" id="{B830A205-6A83-C848-9D49-D0EDB47A39E5}"/>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11" b="11"/>
          <a:stretch/>
        </p:blipFill>
        <p:spPr/>
      </p:pic>
      <p:sp>
        <p:nvSpPr>
          <p:cNvPr id="8" name="Textplatzhalter 7">
            <a:extLst>
              <a:ext uri="{FF2B5EF4-FFF2-40B4-BE49-F238E27FC236}">
                <a16:creationId xmlns:a16="http://schemas.microsoft.com/office/drawing/2014/main" id="{64B03A9E-3D87-4700-A830-1274DDB4029B}"/>
              </a:ext>
            </a:extLst>
          </p:cNvPr>
          <p:cNvSpPr>
            <a:spLocks noGrp="1"/>
          </p:cNvSpPr>
          <p:nvPr>
            <p:ph type="body" sz="quarter" idx="14"/>
          </p:nvPr>
        </p:nvSpPr>
        <p:spPr/>
        <p:txBody>
          <a:bodyPr/>
          <a:lstStyle/>
          <a:p>
            <a:endParaRPr lang="de-CH"/>
          </a:p>
        </p:txBody>
      </p:sp>
      <p:sp>
        <p:nvSpPr>
          <p:cNvPr id="4" name="Untertitel 3">
            <a:extLst>
              <a:ext uri="{FF2B5EF4-FFF2-40B4-BE49-F238E27FC236}">
                <a16:creationId xmlns:a16="http://schemas.microsoft.com/office/drawing/2014/main" id="{C0A50CD8-B5A6-8431-0466-AD8CE76C8EDB}"/>
              </a:ext>
            </a:extLst>
          </p:cNvPr>
          <p:cNvSpPr>
            <a:spLocks noGrp="1"/>
          </p:cNvSpPr>
          <p:nvPr>
            <p:ph type="subTitle" idx="1"/>
          </p:nvPr>
        </p:nvSpPr>
        <p:spPr/>
        <p:txBody>
          <a:bodyPr/>
          <a:lstStyle/>
          <a:p>
            <a:r>
              <a:rPr lang="de-CH" dirty="0"/>
              <a:t>Titelfolie</a:t>
            </a:r>
          </a:p>
          <a:p>
            <a:pPr lvl="1"/>
            <a:r>
              <a:rPr lang="de-CH" dirty="0"/>
              <a:t>Vorname Name (Textebene 2)</a:t>
            </a:r>
          </a:p>
          <a:p>
            <a:pPr lvl="1"/>
            <a:r>
              <a:rPr lang="de-CH" dirty="0"/>
              <a:t>Ort, </a:t>
            </a:r>
            <a:fld id="{CC86DD65-6287-487B-88AF-ED769542C3DB}" type="datetime4">
              <a:rPr lang="de-CH" smtClean="0"/>
              <a:pPr lvl="1"/>
              <a:t>8. Februar 2026</a:t>
            </a:fld>
            <a:endParaRPr lang="de-CH" dirty="0"/>
          </a:p>
        </p:txBody>
      </p:sp>
    </p:spTree>
    <p:extLst>
      <p:ext uri="{BB962C8B-B14F-4D97-AF65-F5344CB8AC3E}">
        <p14:creationId xmlns:p14="http://schemas.microsoft.com/office/powerpoint/2010/main" val="18193730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Bildplatzhalter 6">
            <a:extLst>
              <a:ext uri="{FF2B5EF4-FFF2-40B4-BE49-F238E27FC236}">
                <a16:creationId xmlns:a16="http://schemas.microsoft.com/office/drawing/2014/main" id="{B830A205-6A83-C848-9D49-D0EDB47A39E5}"/>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6" r="6"/>
          <a:stretch/>
        </p:blipFill>
        <p:spPr/>
      </p:pic>
      <p:sp>
        <p:nvSpPr>
          <p:cNvPr id="8" name="Textplatzhalter 7">
            <a:extLst>
              <a:ext uri="{FF2B5EF4-FFF2-40B4-BE49-F238E27FC236}">
                <a16:creationId xmlns:a16="http://schemas.microsoft.com/office/drawing/2014/main" id="{6146956E-F49F-0719-42B8-CE06606D869A}"/>
              </a:ext>
            </a:extLst>
          </p:cNvPr>
          <p:cNvSpPr>
            <a:spLocks noGrp="1"/>
          </p:cNvSpPr>
          <p:nvPr>
            <p:ph type="body" sz="quarter" idx="14"/>
          </p:nvPr>
        </p:nvSpPr>
        <p:spPr/>
        <p:txBody>
          <a:bodyPr/>
          <a:lstStyle/>
          <a:p>
            <a:endParaRPr lang="de-CH"/>
          </a:p>
        </p:txBody>
      </p:sp>
      <p:sp>
        <p:nvSpPr>
          <p:cNvPr id="4" name="Untertitel 3">
            <a:extLst>
              <a:ext uri="{FF2B5EF4-FFF2-40B4-BE49-F238E27FC236}">
                <a16:creationId xmlns:a16="http://schemas.microsoft.com/office/drawing/2014/main" id="{C0A50CD8-B5A6-8431-0466-AD8CE76C8EDB}"/>
              </a:ext>
            </a:extLst>
          </p:cNvPr>
          <p:cNvSpPr>
            <a:spLocks noGrp="1"/>
          </p:cNvSpPr>
          <p:nvPr>
            <p:ph type="subTitle" idx="1"/>
          </p:nvPr>
        </p:nvSpPr>
        <p:spPr/>
        <p:txBody>
          <a:bodyPr/>
          <a:lstStyle/>
          <a:p>
            <a:r>
              <a:rPr lang="de-CH" dirty="0"/>
              <a:t>Titelfolie</a:t>
            </a:r>
          </a:p>
          <a:p>
            <a:pPr lvl="1"/>
            <a:r>
              <a:rPr lang="de-CH" dirty="0"/>
              <a:t>Vorname Name (Textebene 2)</a:t>
            </a:r>
          </a:p>
          <a:p>
            <a:pPr lvl="1"/>
            <a:r>
              <a:rPr lang="de-CH" dirty="0"/>
              <a:t>Ort, </a:t>
            </a:r>
            <a:fld id="{CC86DD65-6287-487B-88AF-ED769542C3DB}" type="datetime4">
              <a:rPr lang="de-CH" smtClean="0"/>
              <a:pPr lvl="1"/>
              <a:t>8. Februar 2026</a:t>
            </a:fld>
            <a:endParaRPr lang="de-CH" dirty="0"/>
          </a:p>
        </p:txBody>
      </p:sp>
    </p:spTree>
    <p:extLst>
      <p:ext uri="{BB962C8B-B14F-4D97-AF65-F5344CB8AC3E}">
        <p14:creationId xmlns:p14="http://schemas.microsoft.com/office/powerpoint/2010/main" val="32392730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Bildplatzhalter 6">
            <a:extLst>
              <a:ext uri="{FF2B5EF4-FFF2-40B4-BE49-F238E27FC236}">
                <a16:creationId xmlns:a16="http://schemas.microsoft.com/office/drawing/2014/main" id="{B830A205-6A83-C848-9D49-D0EDB47A39E5}"/>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6" r="6"/>
          <a:stretch/>
        </p:blipFill>
        <p:spPr/>
      </p:pic>
      <p:sp>
        <p:nvSpPr>
          <p:cNvPr id="8" name="Textplatzhalter 7">
            <a:extLst>
              <a:ext uri="{FF2B5EF4-FFF2-40B4-BE49-F238E27FC236}">
                <a16:creationId xmlns:a16="http://schemas.microsoft.com/office/drawing/2014/main" id="{6146956E-F49F-0719-42B8-CE06606D869A}"/>
              </a:ext>
            </a:extLst>
          </p:cNvPr>
          <p:cNvSpPr>
            <a:spLocks noGrp="1"/>
          </p:cNvSpPr>
          <p:nvPr>
            <p:ph type="body" sz="quarter" idx="14"/>
          </p:nvPr>
        </p:nvSpPr>
        <p:spPr/>
        <p:txBody>
          <a:bodyPr/>
          <a:lstStyle/>
          <a:p>
            <a:endParaRPr lang="de-CH"/>
          </a:p>
        </p:txBody>
      </p:sp>
      <p:sp>
        <p:nvSpPr>
          <p:cNvPr id="4" name="Untertitel 3">
            <a:extLst>
              <a:ext uri="{FF2B5EF4-FFF2-40B4-BE49-F238E27FC236}">
                <a16:creationId xmlns:a16="http://schemas.microsoft.com/office/drawing/2014/main" id="{C0A50CD8-B5A6-8431-0466-AD8CE76C8EDB}"/>
              </a:ext>
            </a:extLst>
          </p:cNvPr>
          <p:cNvSpPr>
            <a:spLocks noGrp="1"/>
          </p:cNvSpPr>
          <p:nvPr>
            <p:ph type="subTitle" idx="1"/>
          </p:nvPr>
        </p:nvSpPr>
        <p:spPr/>
        <p:txBody>
          <a:bodyPr/>
          <a:lstStyle/>
          <a:p>
            <a:r>
              <a:rPr lang="de-CH" dirty="0"/>
              <a:t>Titelfolie</a:t>
            </a:r>
          </a:p>
          <a:p>
            <a:pPr lvl="1"/>
            <a:r>
              <a:rPr lang="de-CH" dirty="0"/>
              <a:t>Vorname Name (Textebene 2)</a:t>
            </a:r>
          </a:p>
          <a:p>
            <a:pPr lvl="1"/>
            <a:r>
              <a:rPr lang="de-CH" dirty="0"/>
              <a:t>Ort, </a:t>
            </a:r>
            <a:fld id="{CC86DD65-6287-487B-88AF-ED769542C3DB}" type="datetime4">
              <a:rPr lang="de-CH" smtClean="0"/>
              <a:pPr lvl="1"/>
              <a:t>8. Februar 2026</a:t>
            </a:fld>
            <a:endParaRPr lang="de-CH" dirty="0"/>
          </a:p>
        </p:txBody>
      </p:sp>
    </p:spTree>
    <p:extLst>
      <p:ext uri="{BB962C8B-B14F-4D97-AF65-F5344CB8AC3E}">
        <p14:creationId xmlns:p14="http://schemas.microsoft.com/office/powerpoint/2010/main" val="20925537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Bildplatzhalter 6">
            <a:extLst>
              <a:ext uri="{FF2B5EF4-FFF2-40B4-BE49-F238E27FC236}">
                <a16:creationId xmlns:a16="http://schemas.microsoft.com/office/drawing/2014/main" id="{B830A205-6A83-C848-9D49-D0EDB47A39E5}"/>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6" r="6"/>
          <a:stretch/>
        </p:blipFill>
        <p:spPr>
          <a:xfrm>
            <a:off x="-2014" y="44624"/>
            <a:ext cx="12193200" cy="6858000"/>
          </a:xfrm>
        </p:spPr>
      </p:pic>
      <p:sp>
        <p:nvSpPr>
          <p:cNvPr id="8" name="Textplatzhalter 7">
            <a:extLst>
              <a:ext uri="{FF2B5EF4-FFF2-40B4-BE49-F238E27FC236}">
                <a16:creationId xmlns:a16="http://schemas.microsoft.com/office/drawing/2014/main" id="{700ACAFB-5060-FE70-C829-45BFCC1C58A6}"/>
              </a:ext>
            </a:extLst>
          </p:cNvPr>
          <p:cNvSpPr>
            <a:spLocks noGrp="1"/>
          </p:cNvSpPr>
          <p:nvPr>
            <p:ph type="body" sz="quarter" idx="14"/>
          </p:nvPr>
        </p:nvSpPr>
        <p:spPr/>
        <p:txBody>
          <a:bodyPr/>
          <a:lstStyle/>
          <a:p>
            <a:endParaRPr lang="de-CH"/>
          </a:p>
        </p:txBody>
      </p:sp>
      <p:sp>
        <p:nvSpPr>
          <p:cNvPr id="4" name="Untertitel 3">
            <a:extLst>
              <a:ext uri="{FF2B5EF4-FFF2-40B4-BE49-F238E27FC236}">
                <a16:creationId xmlns:a16="http://schemas.microsoft.com/office/drawing/2014/main" id="{C0A50CD8-B5A6-8431-0466-AD8CE76C8EDB}"/>
              </a:ext>
            </a:extLst>
          </p:cNvPr>
          <p:cNvSpPr>
            <a:spLocks noGrp="1"/>
          </p:cNvSpPr>
          <p:nvPr>
            <p:ph type="subTitle" idx="1"/>
          </p:nvPr>
        </p:nvSpPr>
        <p:spPr/>
        <p:txBody>
          <a:bodyPr/>
          <a:lstStyle/>
          <a:p>
            <a:r>
              <a:rPr lang="de-CH" dirty="0"/>
              <a:t>Titelfolie</a:t>
            </a:r>
          </a:p>
          <a:p>
            <a:pPr lvl="1"/>
            <a:r>
              <a:rPr lang="de-CH" dirty="0"/>
              <a:t>Vorname Name (Textebene 2)</a:t>
            </a:r>
          </a:p>
          <a:p>
            <a:pPr lvl="1"/>
            <a:r>
              <a:rPr lang="de-CH" dirty="0"/>
              <a:t>Ort, </a:t>
            </a:r>
            <a:fld id="{CC86DD65-6287-487B-88AF-ED769542C3DB}" type="datetime4">
              <a:rPr lang="de-CH" smtClean="0"/>
              <a:pPr lvl="1"/>
              <a:t>8. Februar 2026</a:t>
            </a:fld>
            <a:endParaRPr lang="de-CH" dirty="0"/>
          </a:p>
        </p:txBody>
      </p:sp>
    </p:spTree>
    <p:extLst>
      <p:ext uri="{BB962C8B-B14F-4D97-AF65-F5344CB8AC3E}">
        <p14:creationId xmlns:p14="http://schemas.microsoft.com/office/powerpoint/2010/main" val="29688512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Bildplatzhalter 6">
            <a:extLst>
              <a:ext uri="{FF2B5EF4-FFF2-40B4-BE49-F238E27FC236}">
                <a16:creationId xmlns:a16="http://schemas.microsoft.com/office/drawing/2014/main" id="{B830A205-6A83-C848-9D49-D0EDB47A39E5}"/>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6" r="6"/>
          <a:stretch/>
        </p:blipFill>
        <p:spPr/>
      </p:pic>
      <p:sp>
        <p:nvSpPr>
          <p:cNvPr id="8" name="Textplatzhalter 7">
            <a:extLst>
              <a:ext uri="{FF2B5EF4-FFF2-40B4-BE49-F238E27FC236}">
                <a16:creationId xmlns:a16="http://schemas.microsoft.com/office/drawing/2014/main" id="{2AA265EF-3020-B2C8-69E0-944A1E867A0D}"/>
              </a:ext>
            </a:extLst>
          </p:cNvPr>
          <p:cNvSpPr>
            <a:spLocks noGrp="1"/>
          </p:cNvSpPr>
          <p:nvPr>
            <p:ph type="body" sz="quarter" idx="14"/>
          </p:nvPr>
        </p:nvSpPr>
        <p:spPr/>
        <p:txBody>
          <a:bodyPr/>
          <a:lstStyle/>
          <a:p>
            <a:endParaRPr lang="de-CH"/>
          </a:p>
        </p:txBody>
      </p:sp>
      <p:sp>
        <p:nvSpPr>
          <p:cNvPr id="4" name="Untertitel 3">
            <a:extLst>
              <a:ext uri="{FF2B5EF4-FFF2-40B4-BE49-F238E27FC236}">
                <a16:creationId xmlns:a16="http://schemas.microsoft.com/office/drawing/2014/main" id="{C0A50CD8-B5A6-8431-0466-AD8CE76C8EDB}"/>
              </a:ext>
            </a:extLst>
          </p:cNvPr>
          <p:cNvSpPr>
            <a:spLocks noGrp="1"/>
          </p:cNvSpPr>
          <p:nvPr>
            <p:ph type="subTitle" idx="1"/>
          </p:nvPr>
        </p:nvSpPr>
        <p:spPr/>
        <p:txBody>
          <a:bodyPr/>
          <a:lstStyle/>
          <a:p>
            <a:r>
              <a:rPr lang="de-CH" dirty="0"/>
              <a:t>Titelfolie</a:t>
            </a:r>
          </a:p>
          <a:p>
            <a:pPr lvl="1"/>
            <a:r>
              <a:rPr lang="de-CH" dirty="0"/>
              <a:t>Vorname Name (Textebene 2)</a:t>
            </a:r>
          </a:p>
          <a:p>
            <a:pPr lvl="1"/>
            <a:r>
              <a:rPr lang="de-CH" dirty="0"/>
              <a:t>Ort, </a:t>
            </a:r>
            <a:fld id="{CC86DD65-6287-487B-88AF-ED769542C3DB}" type="datetime4">
              <a:rPr lang="de-CH" smtClean="0"/>
              <a:pPr lvl="1"/>
              <a:t>8. Februar 2026</a:t>
            </a:fld>
            <a:endParaRPr lang="de-CH" dirty="0"/>
          </a:p>
        </p:txBody>
      </p:sp>
    </p:spTree>
    <p:extLst>
      <p:ext uri="{BB962C8B-B14F-4D97-AF65-F5344CB8AC3E}">
        <p14:creationId xmlns:p14="http://schemas.microsoft.com/office/powerpoint/2010/main" val="26315047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Bildplatzhalter 6">
            <a:extLst>
              <a:ext uri="{FF2B5EF4-FFF2-40B4-BE49-F238E27FC236}">
                <a16:creationId xmlns:a16="http://schemas.microsoft.com/office/drawing/2014/main" id="{B830A205-6A83-C848-9D49-D0EDB47A39E5}"/>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6" r="6"/>
          <a:stretch/>
        </p:blipFill>
        <p:spPr/>
      </p:pic>
      <p:sp>
        <p:nvSpPr>
          <p:cNvPr id="8" name="Textplatzhalter 7">
            <a:extLst>
              <a:ext uri="{FF2B5EF4-FFF2-40B4-BE49-F238E27FC236}">
                <a16:creationId xmlns:a16="http://schemas.microsoft.com/office/drawing/2014/main" id="{2AA265EF-3020-B2C8-69E0-944A1E867A0D}"/>
              </a:ext>
            </a:extLst>
          </p:cNvPr>
          <p:cNvSpPr>
            <a:spLocks noGrp="1"/>
          </p:cNvSpPr>
          <p:nvPr>
            <p:ph type="body" sz="quarter" idx="14"/>
          </p:nvPr>
        </p:nvSpPr>
        <p:spPr/>
        <p:txBody>
          <a:bodyPr/>
          <a:lstStyle/>
          <a:p>
            <a:endParaRPr lang="de-CH"/>
          </a:p>
        </p:txBody>
      </p:sp>
      <p:sp>
        <p:nvSpPr>
          <p:cNvPr id="4" name="Untertitel 3">
            <a:extLst>
              <a:ext uri="{FF2B5EF4-FFF2-40B4-BE49-F238E27FC236}">
                <a16:creationId xmlns:a16="http://schemas.microsoft.com/office/drawing/2014/main" id="{C0A50CD8-B5A6-8431-0466-AD8CE76C8EDB}"/>
              </a:ext>
            </a:extLst>
          </p:cNvPr>
          <p:cNvSpPr>
            <a:spLocks noGrp="1"/>
          </p:cNvSpPr>
          <p:nvPr>
            <p:ph type="subTitle" idx="1"/>
          </p:nvPr>
        </p:nvSpPr>
        <p:spPr/>
        <p:txBody>
          <a:bodyPr/>
          <a:lstStyle/>
          <a:p>
            <a:r>
              <a:rPr lang="de-CH" dirty="0"/>
              <a:t>Titelfolie</a:t>
            </a:r>
          </a:p>
          <a:p>
            <a:pPr lvl="1"/>
            <a:r>
              <a:rPr lang="de-CH" dirty="0"/>
              <a:t>Vorname Name (Textebene 2)</a:t>
            </a:r>
          </a:p>
          <a:p>
            <a:pPr lvl="1"/>
            <a:r>
              <a:rPr lang="de-CH" dirty="0"/>
              <a:t>Ort, </a:t>
            </a:r>
            <a:fld id="{CC86DD65-6287-487B-88AF-ED769542C3DB}" type="datetime4">
              <a:rPr lang="de-CH" smtClean="0"/>
              <a:pPr lvl="1"/>
              <a:t>8. Februar 2026</a:t>
            </a:fld>
            <a:endParaRPr lang="de-CH" dirty="0"/>
          </a:p>
        </p:txBody>
      </p:sp>
    </p:spTree>
    <p:extLst>
      <p:ext uri="{BB962C8B-B14F-4D97-AF65-F5344CB8AC3E}">
        <p14:creationId xmlns:p14="http://schemas.microsoft.com/office/powerpoint/2010/main" val="19303289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Bildplatzhalter 7">
            <a:extLst>
              <a:ext uri="{FF2B5EF4-FFF2-40B4-BE49-F238E27FC236}">
                <a16:creationId xmlns:a16="http://schemas.microsoft.com/office/drawing/2014/main" id="{C51DE367-ED25-9187-5F2B-3FCCA54CAA95}"/>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30" r="30"/>
          <a:stretch/>
        </p:blipFill>
        <p:spPr/>
      </p:pic>
      <p:sp>
        <p:nvSpPr>
          <p:cNvPr id="4" name="Untertitel 3">
            <a:extLst>
              <a:ext uri="{FF2B5EF4-FFF2-40B4-BE49-F238E27FC236}">
                <a16:creationId xmlns:a16="http://schemas.microsoft.com/office/drawing/2014/main" id="{C4E131AD-8B50-CE71-624D-CD0E068255E0}"/>
              </a:ext>
            </a:extLst>
          </p:cNvPr>
          <p:cNvSpPr>
            <a:spLocks noGrp="1"/>
          </p:cNvSpPr>
          <p:nvPr>
            <p:ph type="subTitle" idx="1"/>
          </p:nvPr>
        </p:nvSpPr>
        <p:spPr/>
        <p:txBody>
          <a:bodyPr/>
          <a:lstStyle/>
          <a:p>
            <a:r>
              <a:rPr lang="de-CH" dirty="0"/>
              <a:t>Titelfolie</a:t>
            </a:r>
          </a:p>
          <a:p>
            <a:pPr lvl="1"/>
            <a:r>
              <a:rPr lang="de-CH" dirty="0"/>
              <a:t>Vorname Name (Textebene 2)</a:t>
            </a:r>
          </a:p>
          <a:p>
            <a:pPr lvl="1"/>
            <a:r>
              <a:rPr lang="de-CH" dirty="0"/>
              <a:t>Ort, </a:t>
            </a:r>
            <a:fld id="{CC86DD65-6287-487B-88AF-ED769542C3DB}" type="datetime4">
              <a:rPr lang="de-CH" smtClean="0"/>
              <a:pPr lvl="1"/>
              <a:t>8. Februar 2026</a:t>
            </a:fld>
            <a:endParaRPr lang="de-CH" dirty="0"/>
          </a:p>
        </p:txBody>
      </p:sp>
    </p:spTree>
    <p:extLst>
      <p:ext uri="{BB962C8B-B14F-4D97-AF65-F5344CB8AC3E}">
        <p14:creationId xmlns:p14="http://schemas.microsoft.com/office/powerpoint/2010/main" val="23726870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Bildplatzhalter 4">
            <a:extLst>
              <a:ext uri="{FF2B5EF4-FFF2-40B4-BE49-F238E27FC236}">
                <a16:creationId xmlns:a16="http://schemas.microsoft.com/office/drawing/2014/main" id="{4C4ECDDD-99CF-4AA0-9434-C0CF013A3DD7}"/>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30" r="30"/>
          <a:stretch/>
        </p:blipFill>
        <p:spPr/>
      </p:pic>
      <p:sp>
        <p:nvSpPr>
          <p:cNvPr id="3" name="Untertitel 2">
            <a:extLst>
              <a:ext uri="{FF2B5EF4-FFF2-40B4-BE49-F238E27FC236}">
                <a16:creationId xmlns:a16="http://schemas.microsoft.com/office/drawing/2014/main" id="{5CCEBD35-B770-4EAD-463F-AA437E2D68CF}"/>
              </a:ext>
            </a:extLst>
          </p:cNvPr>
          <p:cNvSpPr>
            <a:spLocks noGrp="1"/>
          </p:cNvSpPr>
          <p:nvPr>
            <p:ph type="subTitle" idx="1"/>
          </p:nvPr>
        </p:nvSpPr>
        <p:spPr/>
        <p:txBody>
          <a:bodyPr/>
          <a:lstStyle/>
          <a:p>
            <a:r>
              <a:rPr lang="de-CH" dirty="0"/>
              <a:t>Titelfolie</a:t>
            </a:r>
          </a:p>
          <a:p>
            <a:pPr lvl="1"/>
            <a:r>
              <a:rPr lang="de-CH" dirty="0"/>
              <a:t>Vorname Name (Textebene 2)</a:t>
            </a:r>
          </a:p>
          <a:p>
            <a:pPr lvl="1"/>
            <a:r>
              <a:rPr lang="de-CH" dirty="0"/>
              <a:t>Ort, </a:t>
            </a:r>
            <a:fld id="{CC86DD65-6287-487B-88AF-ED769542C3DB}" type="datetime4">
              <a:rPr lang="de-CH" smtClean="0"/>
              <a:pPr lvl="1"/>
              <a:t>8. Februar 2026</a:t>
            </a:fld>
            <a:endParaRPr lang="de-CH" dirty="0"/>
          </a:p>
        </p:txBody>
      </p:sp>
    </p:spTree>
    <p:extLst>
      <p:ext uri="{BB962C8B-B14F-4D97-AF65-F5344CB8AC3E}">
        <p14:creationId xmlns:p14="http://schemas.microsoft.com/office/powerpoint/2010/main" val="15752992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Bildplatzhalter 5">
            <a:extLst>
              <a:ext uri="{FF2B5EF4-FFF2-40B4-BE49-F238E27FC236}">
                <a16:creationId xmlns:a16="http://schemas.microsoft.com/office/drawing/2014/main" id="{6425FACB-6C10-93B6-116C-0FA4FC3E0C33}"/>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21" r="21"/>
          <a:stretch/>
        </p:blipFill>
        <p:spPr/>
      </p:pic>
      <p:sp>
        <p:nvSpPr>
          <p:cNvPr id="4" name="Untertitel 3">
            <a:extLst>
              <a:ext uri="{FF2B5EF4-FFF2-40B4-BE49-F238E27FC236}">
                <a16:creationId xmlns:a16="http://schemas.microsoft.com/office/drawing/2014/main" id="{45000A3E-D11F-CE62-061E-3F6B0671A105}"/>
              </a:ext>
            </a:extLst>
          </p:cNvPr>
          <p:cNvSpPr>
            <a:spLocks noGrp="1"/>
          </p:cNvSpPr>
          <p:nvPr>
            <p:ph type="subTitle" idx="1"/>
          </p:nvPr>
        </p:nvSpPr>
        <p:spPr/>
        <p:txBody>
          <a:bodyPr/>
          <a:lstStyle/>
          <a:p>
            <a:r>
              <a:rPr lang="de-CH" dirty="0"/>
              <a:t>Titelfolie</a:t>
            </a:r>
          </a:p>
          <a:p>
            <a:pPr lvl="1"/>
            <a:r>
              <a:rPr lang="de-CH" dirty="0"/>
              <a:t>Vorname Name (Textebene 2)</a:t>
            </a:r>
          </a:p>
          <a:p>
            <a:pPr lvl="1"/>
            <a:r>
              <a:rPr lang="de-CH" dirty="0"/>
              <a:t>Ort, </a:t>
            </a:r>
            <a:fld id="{CC86DD65-6287-487B-88AF-ED769542C3DB}" type="datetime4">
              <a:rPr lang="de-CH" smtClean="0"/>
              <a:pPr lvl="1"/>
              <a:t>8. Februar 2026</a:t>
            </a:fld>
            <a:endParaRPr lang="de-CH" dirty="0"/>
          </a:p>
        </p:txBody>
      </p:sp>
    </p:spTree>
    <p:extLst>
      <p:ext uri="{BB962C8B-B14F-4D97-AF65-F5344CB8AC3E}">
        <p14:creationId xmlns:p14="http://schemas.microsoft.com/office/powerpoint/2010/main" val="678306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a:extLst>
              <a:ext uri="{FF2B5EF4-FFF2-40B4-BE49-F238E27FC236}">
                <a16:creationId xmlns:a16="http://schemas.microsoft.com/office/drawing/2014/main" id="{2FEBDF65-0255-6E4F-CC6A-DA63ED5DCAC1}"/>
              </a:ext>
            </a:extLst>
          </p:cNvPr>
          <p:cNvSpPr>
            <a:spLocks noGrp="1"/>
          </p:cNvSpPr>
          <p:nvPr>
            <p:ph type="subTitle" idx="1"/>
          </p:nvPr>
        </p:nvSpPr>
        <p:spPr/>
        <p:txBody>
          <a:bodyPr/>
          <a:lstStyle/>
          <a:p>
            <a:r>
              <a:rPr lang="de-CH" dirty="0"/>
              <a:t>Titel auf Gelb</a:t>
            </a:r>
          </a:p>
          <a:p>
            <a:pPr lvl="1"/>
            <a:r>
              <a:rPr lang="de-CH" dirty="0"/>
              <a:t>Vorname Name (Textebene 2)</a:t>
            </a:r>
          </a:p>
          <a:p>
            <a:pPr lvl="1"/>
            <a:r>
              <a:rPr lang="de-CH" dirty="0"/>
              <a:t>Ort, </a:t>
            </a:r>
            <a:fld id="{CC86DD65-6287-487B-88AF-ED769542C3DB}" type="datetime4">
              <a:rPr lang="de-CH" smtClean="0"/>
              <a:pPr lvl="1"/>
              <a:t>8. Februar 2026</a:t>
            </a:fld>
            <a:endParaRPr lang="de-CH" dirty="0"/>
          </a:p>
        </p:txBody>
      </p:sp>
    </p:spTree>
    <p:extLst>
      <p:ext uri="{BB962C8B-B14F-4D97-AF65-F5344CB8AC3E}">
        <p14:creationId xmlns:p14="http://schemas.microsoft.com/office/powerpoint/2010/main" val="37917699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Bildplatzhalter 6">
            <a:extLst>
              <a:ext uri="{FF2B5EF4-FFF2-40B4-BE49-F238E27FC236}">
                <a16:creationId xmlns:a16="http://schemas.microsoft.com/office/drawing/2014/main" id="{6D935D6E-9AE3-28EB-2919-4D41B003B77D}"/>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t="-3" b="14301"/>
          <a:stretch/>
        </p:blipFill>
        <p:spPr>
          <a:xfrm>
            <a:off x="0" y="0"/>
            <a:ext cx="12193200" cy="5877272"/>
          </a:xfrm>
        </p:spPr>
      </p:pic>
      <p:sp>
        <p:nvSpPr>
          <p:cNvPr id="9" name="Inhaltsplatzhalter 8">
            <a:extLst>
              <a:ext uri="{FF2B5EF4-FFF2-40B4-BE49-F238E27FC236}">
                <a16:creationId xmlns:a16="http://schemas.microsoft.com/office/drawing/2014/main" id="{09ECEC1D-C3DC-04EF-305C-B41684A88D21}"/>
              </a:ext>
            </a:extLst>
          </p:cNvPr>
          <p:cNvSpPr>
            <a:spLocks noGrp="1"/>
          </p:cNvSpPr>
          <p:nvPr>
            <p:ph sz="quarter" idx="20"/>
          </p:nvPr>
        </p:nvSpPr>
        <p:spPr/>
        <p:txBody>
          <a:bodyPr/>
          <a:lstStyle/>
          <a:p>
            <a:endParaRPr lang="de-CH"/>
          </a:p>
        </p:txBody>
      </p:sp>
      <p:sp>
        <p:nvSpPr>
          <p:cNvPr id="10" name="Inhaltsplatzhalter 9">
            <a:extLst>
              <a:ext uri="{FF2B5EF4-FFF2-40B4-BE49-F238E27FC236}">
                <a16:creationId xmlns:a16="http://schemas.microsoft.com/office/drawing/2014/main" id="{94E39A83-CD64-11DC-C994-4E5087F8AFD8}"/>
              </a:ext>
            </a:extLst>
          </p:cNvPr>
          <p:cNvSpPr>
            <a:spLocks noGrp="1"/>
          </p:cNvSpPr>
          <p:nvPr>
            <p:ph sz="quarter" idx="21"/>
          </p:nvPr>
        </p:nvSpPr>
        <p:spPr/>
        <p:txBody>
          <a:bodyPr/>
          <a:lstStyle/>
          <a:p>
            <a:endParaRPr lang="de-CH"/>
          </a:p>
        </p:txBody>
      </p:sp>
      <p:sp>
        <p:nvSpPr>
          <p:cNvPr id="11" name="Inhaltsplatzhalter 10">
            <a:extLst>
              <a:ext uri="{FF2B5EF4-FFF2-40B4-BE49-F238E27FC236}">
                <a16:creationId xmlns:a16="http://schemas.microsoft.com/office/drawing/2014/main" id="{FD60D5E0-F9F7-2C0E-AF92-6E7633EBC287}"/>
              </a:ext>
            </a:extLst>
          </p:cNvPr>
          <p:cNvSpPr>
            <a:spLocks noGrp="1"/>
          </p:cNvSpPr>
          <p:nvPr>
            <p:ph sz="quarter" idx="22"/>
          </p:nvPr>
        </p:nvSpPr>
        <p:spPr/>
        <p:txBody>
          <a:bodyPr/>
          <a:lstStyle/>
          <a:p>
            <a:endParaRPr lang="de-CH"/>
          </a:p>
        </p:txBody>
      </p:sp>
      <p:sp>
        <p:nvSpPr>
          <p:cNvPr id="8" name="Inhaltsplatzhalter 7">
            <a:extLst>
              <a:ext uri="{FF2B5EF4-FFF2-40B4-BE49-F238E27FC236}">
                <a16:creationId xmlns:a16="http://schemas.microsoft.com/office/drawing/2014/main" id="{92DF8AA6-1C49-1F33-F98A-153D81B3D7C1}"/>
              </a:ext>
            </a:extLst>
          </p:cNvPr>
          <p:cNvSpPr>
            <a:spLocks noGrp="1"/>
          </p:cNvSpPr>
          <p:nvPr>
            <p:ph sz="quarter" idx="19"/>
          </p:nvPr>
        </p:nvSpPr>
        <p:spPr/>
        <p:txBody>
          <a:bodyPr/>
          <a:lstStyle/>
          <a:p>
            <a:endParaRPr lang="de-CH"/>
          </a:p>
        </p:txBody>
      </p:sp>
      <p:sp>
        <p:nvSpPr>
          <p:cNvPr id="4" name="Untertitel 3">
            <a:extLst>
              <a:ext uri="{FF2B5EF4-FFF2-40B4-BE49-F238E27FC236}">
                <a16:creationId xmlns:a16="http://schemas.microsoft.com/office/drawing/2014/main" id="{CD561EE5-0100-344F-152F-8A2DBC8678F5}"/>
              </a:ext>
            </a:extLst>
          </p:cNvPr>
          <p:cNvSpPr>
            <a:spLocks noGrp="1"/>
          </p:cNvSpPr>
          <p:nvPr>
            <p:ph type="subTitle" idx="1"/>
          </p:nvPr>
        </p:nvSpPr>
        <p:spPr/>
        <p:txBody>
          <a:bodyPr/>
          <a:lstStyle/>
          <a:p>
            <a:r>
              <a:rPr lang="de-CH" dirty="0"/>
              <a:t>Titelfolie</a:t>
            </a:r>
            <a:br>
              <a:rPr lang="de-CH" dirty="0"/>
            </a:br>
            <a:r>
              <a:rPr lang="de-CH" dirty="0"/>
              <a:t>Partnerlogos</a:t>
            </a:r>
          </a:p>
          <a:p>
            <a:pPr lvl="1"/>
            <a:r>
              <a:rPr lang="de-CH" dirty="0"/>
              <a:t>Vorname Name (Textebene 2)</a:t>
            </a:r>
          </a:p>
          <a:p>
            <a:pPr lvl="1"/>
            <a:r>
              <a:rPr lang="de-CH" dirty="0"/>
              <a:t>Ort, </a:t>
            </a:r>
            <a:fld id="{CC86DD65-6287-487B-88AF-ED769542C3DB}" type="datetime4">
              <a:rPr lang="de-CH" smtClean="0"/>
              <a:pPr lvl="1"/>
              <a:t>8. Februar 2026</a:t>
            </a:fld>
            <a:endParaRPr lang="de-CH" dirty="0"/>
          </a:p>
        </p:txBody>
      </p:sp>
      <p:sp>
        <p:nvSpPr>
          <p:cNvPr id="6" name="Textplatzhalter 5">
            <a:extLst>
              <a:ext uri="{FF2B5EF4-FFF2-40B4-BE49-F238E27FC236}">
                <a16:creationId xmlns:a16="http://schemas.microsoft.com/office/drawing/2014/main" id="{38CE2021-0DBD-5094-7F29-721B4200247E}"/>
              </a:ext>
            </a:extLst>
          </p:cNvPr>
          <p:cNvSpPr>
            <a:spLocks noGrp="1"/>
          </p:cNvSpPr>
          <p:nvPr>
            <p:ph type="body" sz="quarter" idx="14"/>
          </p:nvPr>
        </p:nvSpPr>
        <p:spPr/>
        <p:txBody>
          <a:bodyPr/>
          <a:lstStyle/>
          <a:p>
            <a:endParaRPr lang="de-CH"/>
          </a:p>
        </p:txBody>
      </p:sp>
    </p:spTree>
    <p:extLst>
      <p:ext uri="{BB962C8B-B14F-4D97-AF65-F5344CB8AC3E}">
        <p14:creationId xmlns:p14="http://schemas.microsoft.com/office/powerpoint/2010/main" val="37364640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el 38">
            <a:extLst>
              <a:ext uri="{FF2B5EF4-FFF2-40B4-BE49-F238E27FC236}">
                <a16:creationId xmlns:a16="http://schemas.microsoft.com/office/drawing/2014/main" id="{0D99BB9D-19D7-ECA5-57CA-73B1BC29F845}"/>
              </a:ext>
            </a:extLst>
          </p:cNvPr>
          <p:cNvSpPr>
            <a:spLocks noGrp="1"/>
          </p:cNvSpPr>
          <p:nvPr>
            <p:ph type="title"/>
          </p:nvPr>
        </p:nvSpPr>
        <p:spPr/>
        <p:txBody>
          <a:bodyPr/>
          <a:lstStyle/>
          <a:p>
            <a:r>
              <a:rPr lang="de-CH" dirty="0"/>
              <a:t>Beispielfolie «Sechs Partnerlogos»</a:t>
            </a:r>
          </a:p>
        </p:txBody>
      </p:sp>
      <p:sp>
        <p:nvSpPr>
          <p:cNvPr id="3" name="Datumsplatzhalter 2">
            <a:extLst>
              <a:ext uri="{FF2B5EF4-FFF2-40B4-BE49-F238E27FC236}">
                <a16:creationId xmlns:a16="http://schemas.microsoft.com/office/drawing/2014/main" id="{5D02A1BC-8AA5-62B9-0820-B67733A0DE16}"/>
              </a:ext>
            </a:extLst>
          </p:cNvPr>
          <p:cNvSpPr>
            <a:spLocks noGrp="1"/>
          </p:cNvSpPr>
          <p:nvPr>
            <p:ph type="dt" sz="half" idx="10"/>
          </p:nvPr>
        </p:nvSpPr>
        <p:spPr/>
        <p:txBody>
          <a:bodyPr/>
          <a:lstStyle/>
          <a:p>
            <a:fld id="{D325CF49-A376-417E-BE01-6132BF1F4C77}" type="datetime4">
              <a:rPr lang="de-CH" smtClean="0"/>
              <a:t>8. Februar 2026</a:t>
            </a:fld>
            <a:endParaRPr lang="de-CH" dirty="0"/>
          </a:p>
        </p:txBody>
      </p:sp>
      <p:sp>
        <p:nvSpPr>
          <p:cNvPr id="4" name="Fußzeilenplatzhalter 3">
            <a:extLst>
              <a:ext uri="{FF2B5EF4-FFF2-40B4-BE49-F238E27FC236}">
                <a16:creationId xmlns:a16="http://schemas.microsoft.com/office/drawing/2014/main" id="{ED0A2F6B-ABDB-6067-837C-F08E02B62E42}"/>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5" name="Foliennummernplatzhalter 4">
            <a:extLst>
              <a:ext uri="{FF2B5EF4-FFF2-40B4-BE49-F238E27FC236}">
                <a16:creationId xmlns:a16="http://schemas.microsoft.com/office/drawing/2014/main" id="{A9B363B6-C07F-9443-6ABF-1B637C82A49B}"/>
              </a:ext>
            </a:extLst>
          </p:cNvPr>
          <p:cNvSpPr>
            <a:spLocks noGrp="1"/>
          </p:cNvSpPr>
          <p:nvPr>
            <p:ph type="sldNum" sz="quarter" idx="12"/>
          </p:nvPr>
        </p:nvSpPr>
        <p:spPr/>
        <p:txBody>
          <a:bodyPr/>
          <a:lstStyle/>
          <a:p>
            <a:fld id="{442AD375-037F-43D0-B059-5172DA06796A}" type="slidenum">
              <a:rPr lang="de-CH" smtClean="0"/>
              <a:pPr/>
              <a:t>25</a:t>
            </a:fld>
            <a:endParaRPr lang="de-CH" dirty="0"/>
          </a:p>
        </p:txBody>
      </p:sp>
      <p:sp>
        <p:nvSpPr>
          <p:cNvPr id="10" name="Inhaltsplatzhalter 9">
            <a:extLst>
              <a:ext uri="{FF2B5EF4-FFF2-40B4-BE49-F238E27FC236}">
                <a16:creationId xmlns:a16="http://schemas.microsoft.com/office/drawing/2014/main" id="{49B32DA6-6FF3-2331-0463-946DC4BA20EC}"/>
              </a:ext>
            </a:extLst>
          </p:cNvPr>
          <p:cNvSpPr>
            <a:spLocks noGrp="1"/>
          </p:cNvSpPr>
          <p:nvPr>
            <p:ph sz="quarter" idx="22"/>
          </p:nvPr>
        </p:nvSpPr>
        <p:spPr/>
        <p:txBody>
          <a:bodyPr/>
          <a:lstStyle/>
          <a:p>
            <a:endParaRPr lang="de-CH"/>
          </a:p>
        </p:txBody>
      </p:sp>
      <p:sp>
        <p:nvSpPr>
          <p:cNvPr id="11" name="Inhaltsplatzhalter 10">
            <a:extLst>
              <a:ext uri="{FF2B5EF4-FFF2-40B4-BE49-F238E27FC236}">
                <a16:creationId xmlns:a16="http://schemas.microsoft.com/office/drawing/2014/main" id="{2C55AB10-23BB-D8A8-48FB-8806FD96F171}"/>
              </a:ext>
            </a:extLst>
          </p:cNvPr>
          <p:cNvSpPr>
            <a:spLocks noGrp="1"/>
          </p:cNvSpPr>
          <p:nvPr>
            <p:ph sz="quarter" idx="23"/>
          </p:nvPr>
        </p:nvSpPr>
        <p:spPr/>
        <p:txBody>
          <a:bodyPr/>
          <a:lstStyle/>
          <a:p>
            <a:endParaRPr lang="de-CH"/>
          </a:p>
        </p:txBody>
      </p:sp>
      <p:sp>
        <p:nvSpPr>
          <p:cNvPr id="12" name="Inhaltsplatzhalter 11">
            <a:extLst>
              <a:ext uri="{FF2B5EF4-FFF2-40B4-BE49-F238E27FC236}">
                <a16:creationId xmlns:a16="http://schemas.microsoft.com/office/drawing/2014/main" id="{D16F27E2-C549-8C6C-BF15-2F20882F4B76}"/>
              </a:ext>
            </a:extLst>
          </p:cNvPr>
          <p:cNvSpPr>
            <a:spLocks noGrp="1"/>
          </p:cNvSpPr>
          <p:nvPr>
            <p:ph sz="quarter" idx="24"/>
          </p:nvPr>
        </p:nvSpPr>
        <p:spPr/>
        <p:txBody>
          <a:bodyPr/>
          <a:lstStyle/>
          <a:p>
            <a:endParaRPr lang="de-CH"/>
          </a:p>
        </p:txBody>
      </p:sp>
      <p:sp>
        <p:nvSpPr>
          <p:cNvPr id="9" name="Inhaltsplatzhalter 8">
            <a:extLst>
              <a:ext uri="{FF2B5EF4-FFF2-40B4-BE49-F238E27FC236}">
                <a16:creationId xmlns:a16="http://schemas.microsoft.com/office/drawing/2014/main" id="{55D327D0-1704-976B-E3D6-CAFEA1CBA6B9}"/>
              </a:ext>
            </a:extLst>
          </p:cNvPr>
          <p:cNvSpPr>
            <a:spLocks noGrp="1"/>
          </p:cNvSpPr>
          <p:nvPr>
            <p:ph sz="quarter" idx="21"/>
          </p:nvPr>
        </p:nvSpPr>
        <p:spPr/>
        <p:txBody>
          <a:bodyPr/>
          <a:lstStyle/>
          <a:p>
            <a:endParaRPr lang="de-CH"/>
          </a:p>
        </p:txBody>
      </p:sp>
      <p:sp>
        <p:nvSpPr>
          <p:cNvPr id="13" name="Inhaltsplatzhalter 12">
            <a:extLst>
              <a:ext uri="{FF2B5EF4-FFF2-40B4-BE49-F238E27FC236}">
                <a16:creationId xmlns:a16="http://schemas.microsoft.com/office/drawing/2014/main" id="{09C83A74-79D6-B51A-4626-1AB8464A8339}"/>
              </a:ext>
            </a:extLst>
          </p:cNvPr>
          <p:cNvSpPr>
            <a:spLocks noGrp="1"/>
          </p:cNvSpPr>
          <p:nvPr>
            <p:ph sz="quarter" idx="25"/>
          </p:nvPr>
        </p:nvSpPr>
        <p:spPr/>
        <p:txBody>
          <a:bodyPr/>
          <a:lstStyle/>
          <a:p>
            <a:endParaRPr lang="de-CH"/>
          </a:p>
        </p:txBody>
      </p:sp>
      <p:sp>
        <p:nvSpPr>
          <p:cNvPr id="14" name="Inhaltsplatzhalter 13">
            <a:extLst>
              <a:ext uri="{FF2B5EF4-FFF2-40B4-BE49-F238E27FC236}">
                <a16:creationId xmlns:a16="http://schemas.microsoft.com/office/drawing/2014/main" id="{0D5F6BCD-8EED-7CC9-9311-B77F27372020}"/>
              </a:ext>
            </a:extLst>
          </p:cNvPr>
          <p:cNvSpPr>
            <a:spLocks noGrp="1"/>
          </p:cNvSpPr>
          <p:nvPr>
            <p:ph sz="quarter" idx="26"/>
          </p:nvPr>
        </p:nvSpPr>
        <p:spPr/>
        <p:txBody>
          <a:bodyPr/>
          <a:lstStyle/>
          <a:p>
            <a:endParaRPr lang="de-CH"/>
          </a:p>
        </p:txBody>
      </p:sp>
      <p:sp>
        <p:nvSpPr>
          <p:cNvPr id="15" name="Inhaltsplatzhalter 14">
            <a:extLst>
              <a:ext uri="{FF2B5EF4-FFF2-40B4-BE49-F238E27FC236}">
                <a16:creationId xmlns:a16="http://schemas.microsoft.com/office/drawing/2014/main" id="{C134F5C2-FD7E-0C65-FFDE-59F0101C2C0F}"/>
              </a:ext>
            </a:extLst>
          </p:cNvPr>
          <p:cNvSpPr>
            <a:spLocks noGrp="1"/>
          </p:cNvSpPr>
          <p:nvPr>
            <p:ph sz="quarter" idx="27"/>
          </p:nvPr>
        </p:nvSpPr>
        <p:spPr/>
        <p:txBody>
          <a:bodyPr/>
          <a:lstStyle/>
          <a:p>
            <a:endParaRPr lang="de-CH"/>
          </a:p>
        </p:txBody>
      </p:sp>
      <p:sp>
        <p:nvSpPr>
          <p:cNvPr id="16" name="Inhaltsplatzhalter 15">
            <a:extLst>
              <a:ext uri="{FF2B5EF4-FFF2-40B4-BE49-F238E27FC236}">
                <a16:creationId xmlns:a16="http://schemas.microsoft.com/office/drawing/2014/main" id="{3B7708C2-34EC-FB78-9CCD-F28ECF16CAAF}"/>
              </a:ext>
            </a:extLst>
          </p:cNvPr>
          <p:cNvSpPr>
            <a:spLocks noGrp="1"/>
          </p:cNvSpPr>
          <p:nvPr>
            <p:ph sz="quarter" idx="28"/>
          </p:nvPr>
        </p:nvSpPr>
        <p:spPr/>
        <p:txBody>
          <a:bodyPr/>
          <a:lstStyle/>
          <a:p>
            <a:endParaRPr lang="de-CH"/>
          </a:p>
        </p:txBody>
      </p:sp>
    </p:spTree>
    <p:extLst>
      <p:ext uri="{BB962C8B-B14F-4D97-AF65-F5344CB8AC3E}">
        <p14:creationId xmlns:p14="http://schemas.microsoft.com/office/powerpoint/2010/main" val="24371205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541980-B0B4-4D12-7CB3-548FB642EC1A}"/>
              </a:ext>
            </a:extLst>
          </p:cNvPr>
          <p:cNvSpPr>
            <a:spLocks noGrp="1"/>
          </p:cNvSpPr>
          <p:nvPr>
            <p:ph type="title"/>
          </p:nvPr>
        </p:nvSpPr>
        <p:spPr/>
        <p:txBody>
          <a:bodyPr/>
          <a:lstStyle/>
          <a:p>
            <a:r>
              <a:rPr lang="de-CH" dirty="0"/>
              <a:t>Inhaltsverzeichnis</a:t>
            </a:r>
          </a:p>
        </p:txBody>
      </p:sp>
      <p:sp>
        <p:nvSpPr>
          <p:cNvPr id="4" name="Datumsplatzhalter 3">
            <a:extLst>
              <a:ext uri="{FF2B5EF4-FFF2-40B4-BE49-F238E27FC236}">
                <a16:creationId xmlns:a16="http://schemas.microsoft.com/office/drawing/2014/main" id="{E21E7F1F-FABD-1930-C892-820099C6D5DC}"/>
              </a:ext>
            </a:extLst>
          </p:cNvPr>
          <p:cNvSpPr>
            <a:spLocks noGrp="1"/>
          </p:cNvSpPr>
          <p:nvPr>
            <p:ph type="dt" sz="half" idx="10"/>
          </p:nvPr>
        </p:nvSpPr>
        <p:spPr/>
        <p:txBody>
          <a:bodyPr/>
          <a:lstStyle/>
          <a:p>
            <a:fld id="{20360B35-F2E5-4031-A59C-7FB3A740E895}" type="datetime4">
              <a:rPr lang="de-CH" smtClean="0"/>
              <a:t>8. Februar 2026</a:t>
            </a:fld>
            <a:endParaRPr lang="de-CH" dirty="0"/>
          </a:p>
        </p:txBody>
      </p:sp>
      <p:sp>
        <p:nvSpPr>
          <p:cNvPr id="5" name="Fußzeilenplatzhalter 4">
            <a:extLst>
              <a:ext uri="{FF2B5EF4-FFF2-40B4-BE49-F238E27FC236}">
                <a16:creationId xmlns:a16="http://schemas.microsoft.com/office/drawing/2014/main" id="{863A184F-4B48-DAC1-4040-9030455BC097}"/>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58DAE3A3-3D52-F130-D5A5-F8CC8F23BDCA}"/>
              </a:ext>
            </a:extLst>
          </p:cNvPr>
          <p:cNvSpPr>
            <a:spLocks noGrp="1"/>
          </p:cNvSpPr>
          <p:nvPr>
            <p:ph type="sldNum" sz="quarter" idx="12"/>
          </p:nvPr>
        </p:nvSpPr>
        <p:spPr/>
        <p:txBody>
          <a:bodyPr/>
          <a:lstStyle/>
          <a:p>
            <a:fld id="{442AD375-037F-43D0-B059-5172DA06796A}" type="slidenum">
              <a:rPr lang="de-CH" smtClean="0"/>
              <a:pPr/>
              <a:t>26</a:t>
            </a:fld>
            <a:endParaRPr lang="de-CH" dirty="0"/>
          </a:p>
        </p:txBody>
      </p:sp>
      <p:sp>
        <p:nvSpPr>
          <p:cNvPr id="25" name="Textplatzhalter 24">
            <a:extLst>
              <a:ext uri="{FF2B5EF4-FFF2-40B4-BE49-F238E27FC236}">
                <a16:creationId xmlns:a16="http://schemas.microsoft.com/office/drawing/2014/main" id="{8CA851C8-E5EF-0991-3F68-A9B6DE91EF74}"/>
              </a:ext>
            </a:extLst>
          </p:cNvPr>
          <p:cNvSpPr>
            <a:spLocks noGrp="1"/>
          </p:cNvSpPr>
          <p:nvPr>
            <p:ph type="body" sz="quarter" idx="13"/>
          </p:nvPr>
        </p:nvSpPr>
        <p:spPr/>
        <p:txBody>
          <a:bodyPr/>
          <a:lstStyle/>
          <a:p>
            <a:r>
              <a:rPr lang="de-CH" dirty="0"/>
              <a:t>Thema</a:t>
            </a:r>
          </a:p>
          <a:p>
            <a:r>
              <a:rPr lang="de-CH" dirty="0"/>
              <a:t>Thema</a:t>
            </a:r>
          </a:p>
          <a:p>
            <a:r>
              <a:rPr lang="de-CH" dirty="0"/>
              <a:t>Thema</a:t>
            </a:r>
          </a:p>
        </p:txBody>
      </p:sp>
    </p:spTree>
    <p:extLst>
      <p:ext uri="{BB962C8B-B14F-4D97-AF65-F5344CB8AC3E}">
        <p14:creationId xmlns:p14="http://schemas.microsoft.com/office/powerpoint/2010/main" val="4188228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E21E7F1F-FABD-1930-C892-820099C6D5DC}"/>
              </a:ext>
            </a:extLst>
          </p:cNvPr>
          <p:cNvSpPr>
            <a:spLocks noGrp="1"/>
          </p:cNvSpPr>
          <p:nvPr>
            <p:ph type="dt" sz="half" idx="10"/>
          </p:nvPr>
        </p:nvSpPr>
        <p:spPr/>
        <p:txBody>
          <a:bodyPr/>
          <a:lstStyle/>
          <a:p>
            <a:fld id="{02975D6A-B658-4E30-BA8C-503545261CB3}" type="datetime4">
              <a:rPr lang="de-CH" smtClean="0"/>
              <a:t>8. Februar 2026</a:t>
            </a:fld>
            <a:endParaRPr lang="de-CH" dirty="0"/>
          </a:p>
        </p:txBody>
      </p:sp>
      <p:sp>
        <p:nvSpPr>
          <p:cNvPr id="5" name="Fußzeilenplatzhalter 4">
            <a:extLst>
              <a:ext uri="{FF2B5EF4-FFF2-40B4-BE49-F238E27FC236}">
                <a16:creationId xmlns:a16="http://schemas.microsoft.com/office/drawing/2014/main" id="{863A184F-4B48-DAC1-4040-9030455BC097}"/>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58DAE3A3-3D52-F130-D5A5-F8CC8F23BDCA}"/>
              </a:ext>
            </a:extLst>
          </p:cNvPr>
          <p:cNvSpPr>
            <a:spLocks noGrp="1"/>
          </p:cNvSpPr>
          <p:nvPr>
            <p:ph type="sldNum" sz="quarter" idx="12"/>
          </p:nvPr>
        </p:nvSpPr>
        <p:spPr/>
        <p:txBody>
          <a:bodyPr/>
          <a:lstStyle/>
          <a:p>
            <a:fld id="{442AD375-037F-43D0-B059-5172DA06796A}" type="slidenum">
              <a:rPr lang="de-CH" smtClean="0"/>
              <a:pPr/>
              <a:t>27</a:t>
            </a:fld>
            <a:endParaRPr lang="de-CH" dirty="0"/>
          </a:p>
        </p:txBody>
      </p:sp>
      <p:sp>
        <p:nvSpPr>
          <p:cNvPr id="2" name="Titel 1">
            <a:extLst>
              <a:ext uri="{FF2B5EF4-FFF2-40B4-BE49-F238E27FC236}">
                <a16:creationId xmlns:a16="http://schemas.microsoft.com/office/drawing/2014/main" id="{21541980-B0B4-4D12-7CB3-548FB642EC1A}"/>
              </a:ext>
            </a:extLst>
          </p:cNvPr>
          <p:cNvSpPr>
            <a:spLocks noGrp="1"/>
          </p:cNvSpPr>
          <p:nvPr>
            <p:ph type="title"/>
          </p:nvPr>
        </p:nvSpPr>
        <p:spPr/>
        <p:txBody>
          <a:bodyPr/>
          <a:lstStyle/>
          <a:p>
            <a:r>
              <a:rPr lang="de-CH" dirty="0"/>
              <a:t>Inhaltsverzeichnis</a:t>
            </a:r>
          </a:p>
        </p:txBody>
      </p:sp>
      <p:sp>
        <p:nvSpPr>
          <p:cNvPr id="10" name="Ellipse 9">
            <a:extLst>
              <a:ext uri="{FF2B5EF4-FFF2-40B4-BE49-F238E27FC236}">
                <a16:creationId xmlns:a16="http://schemas.microsoft.com/office/drawing/2014/main" id="{DE8F5392-3E2B-3369-09D5-B5664C66888A}"/>
              </a:ext>
            </a:extLst>
          </p:cNvPr>
          <p:cNvSpPr>
            <a:spLocks noChangeAspect="1"/>
          </p:cNvSpPr>
          <p:nvPr/>
        </p:nvSpPr>
        <p:spPr>
          <a:xfrm>
            <a:off x="1378186" y="2058752"/>
            <a:ext cx="540000" cy="54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7000"/>
              </a:lnSpc>
            </a:pPr>
            <a:r>
              <a:rPr lang="de-CH" sz="2000" dirty="0">
                <a:solidFill>
                  <a:schemeClr val="tx1"/>
                </a:solidFill>
              </a:rPr>
              <a:t>1</a:t>
            </a:r>
          </a:p>
        </p:txBody>
      </p:sp>
      <p:sp>
        <p:nvSpPr>
          <p:cNvPr id="12" name="Ellipse 11">
            <a:extLst>
              <a:ext uri="{FF2B5EF4-FFF2-40B4-BE49-F238E27FC236}">
                <a16:creationId xmlns:a16="http://schemas.microsoft.com/office/drawing/2014/main" id="{7634DF40-4697-A208-DC27-DD8C3CA90536}"/>
              </a:ext>
            </a:extLst>
          </p:cNvPr>
          <p:cNvSpPr>
            <a:spLocks noChangeAspect="1"/>
          </p:cNvSpPr>
          <p:nvPr/>
        </p:nvSpPr>
        <p:spPr>
          <a:xfrm>
            <a:off x="1378186" y="3235605"/>
            <a:ext cx="540000" cy="54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7000"/>
              </a:lnSpc>
            </a:pPr>
            <a:r>
              <a:rPr lang="de-CH" sz="2000" dirty="0">
                <a:solidFill>
                  <a:schemeClr val="tx1"/>
                </a:solidFill>
              </a:rPr>
              <a:t>2</a:t>
            </a:r>
          </a:p>
        </p:txBody>
      </p:sp>
      <p:sp>
        <p:nvSpPr>
          <p:cNvPr id="13" name="Ellipse 12">
            <a:extLst>
              <a:ext uri="{FF2B5EF4-FFF2-40B4-BE49-F238E27FC236}">
                <a16:creationId xmlns:a16="http://schemas.microsoft.com/office/drawing/2014/main" id="{FC32F632-9846-9A56-36A5-8E8DEF857C05}"/>
              </a:ext>
            </a:extLst>
          </p:cNvPr>
          <p:cNvSpPr>
            <a:spLocks noChangeAspect="1"/>
          </p:cNvSpPr>
          <p:nvPr/>
        </p:nvSpPr>
        <p:spPr>
          <a:xfrm>
            <a:off x="1378186" y="4412459"/>
            <a:ext cx="540000" cy="54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7000"/>
              </a:lnSpc>
            </a:pPr>
            <a:r>
              <a:rPr lang="de-CH" sz="2000" dirty="0">
                <a:solidFill>
                  <a:schemeClr val="tx1"/>
                </a:solidFill>
              </a:rPr>
              <a:t>3</a:t>
            </a:r>
          </a:p>
        </p:txBody>
      </p:sp>
      <p:sp>
        <p:nvSpPr>
          <p:cNvPr id="14" name="Ellipse 13">
            <a:extLst>
              <a:ext uri="{FF2B5EF4-FFF2-40B4-BE49-F238E27FC236}">
                <a16:creationId xmlns:a16="http://schemas.microsoft.com/office/drawing/2014/main" id="{A2B2CF3A-7440-09EF-37D7-147FEA121EC5}"/>
              </a:ext>
            </a:extLst>
          </p:cNvPr>
          <p:cNvSpPr>
            <a:spLocks noChangeAspect="1"/>
          </p:cNvSpPr>
          <p:nvPr/>
        </p:nvSpPr>
        <p:spPr>
          <a:xfrm>
            <a:off x="6401046" y="2058752"/>
            <a:ext cx="540000" cy="54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7000"/>
              </a:lnSpc>
            </a:pPr>
            <a:r>
              <a:rPr lang="de-CH" sz="2000" dirty="0">
                <a:solidFill>
                  <a:schemeClr val="tx1"/>
                </a:solidFill>
              </a:rPr>
              <a:t>4</a:t>
            </a:r>
          </a:p>
        </p:txBody>
      </p:sp>
      <p:sp>
        <p:nvSpPr>
          <p:cNvPr id="15" name="Ellipse 14">
            <a:extLst>
              <a:ext uri="{FF2B5EF4-FFF2-40B4-BE49-F238E27FC236}">
                <a16:creationId xmlns:a16="http://schemas.microsoft.com/office/drawing/2014/main" id="{4FE790EE-F55B-D45D-8132-CEFBF7ECA611}"/>
              </a:ext>
            </a:extLst>
          </p:cNvPr>
          <p:cNvSpPr>
            <a:spLocks noChangeAspect="1"/>
          </p:cNvSpPr>
          <p:nvPr/>
        </p:nvSpPr>
        <p:spPr>
          <a:xfrm>
            <a:off x="6401046" y="3237488"/>
            <a:ext cx="540000" cy="54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7000"/>
              </a:lnSpc>
            </a:pPr>
            <a:r>
              <a:rPr lang="de-CH" sz="2000" dirty="0">
                <a:solidFill>
                  <a:schemeClr val="tx1"/>
                </a:solidFill>
              </a:rPr>
              <a:t>5</a:t>
            </a:r>
          </a:p>
        </p:txBody>
      </p:sp>
      <p:sp>
        <p:nvSpPr>
          <p:cNvPr id="16" name="Ellipse 15">
            <a:extLst>
              <a:ext uri="{FF2B5EF4-FFF2-40B4-BE49-F238E27FC236}">
                <a16:creationId xmlns:a16="http://schemas.microsoft.com/office/drawing/2014/main" id="{65A09C1C-B7E8-8473-5A86-CA0045EE8EC0}"/>
              </a:ext>
            </a:extLst>
          </p:cNvPr>
          <p:cNvSpPr>
            <a:spLocks noChangeAspect="1"/>
          </p:cNvSpPr>
          <p:nvPr/>
        </p:nvSpPr>
        <p:spPr>
          <a:xfrm>
            <a:off x="6401046" y="4412459"/>
            <a:ext cx="540000" cy="54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7000"/>
              </a:lnSpc>
            </a:pPr>
            <a:r>
              <a:rPr lang="de-CH" sz="2000" dirty="0">
                <a:solidFill>
                  <a:schemeClr val="tx1"/>
                </a:solidFill>
              </a:rPr>
              <a:t>6</a:t>
            </a:r>
          </a:p>
        </p:txBody>
      </p:sp>
      <p:sp>
        <p:nvSpPr>
          <p:cNvPr id="7" name="Textfeld 6">
            <a:extLst>
              <a:ext uri="{FF2B5EF4-FFF2-40B4-BE49-F238E27FC236}">
                <a16:creationId xmlns:a16="http://schemas.microsoft.com/office/drawing/2014/main" id="{092A8254-16D6-B47E-C587-32DF7795459C}"/>
              </a:ext>
            </a:extLst>
          </p:cNvPr>
          <p:cNvSpPr txBox="1"/>
          <p:nvPr/>
        </p:nvSpPr>
        <p:spPr>
          <a:xfrm>
            <a:off x="2063551" y="2165910"/>
            <a:ext cx="4032447" cy="309700"/>
          </a:xfrm>
          <a:prstGeom prst="rect">
            <a:avLst/>
          </a:prstGeom>
          <a:noFill/>
        </p:spPr>
        <p:txBody>
          <a:bodyPr wrap="square" lIns="0" tIns="0" rIns="0" bIns="0" rtlCol="0" anchor="ctr">
            <a:spAutoFit/>
          </a:bodyPr>
          <a:lstStyle/>
          <a:p>
            <a:r>
              <a:rPr lang="de-CH" dirty="0"/>
              <a:t>Thema</a:t>
            </a:r>
          </a:p>
        </p:txBody>
      </p:sp>
      <p:sp>
        <p:nvSpPr>
          <p:cNvPr id="9" name="Textfeld 8">
            <a:extLst>
              <a:ext uri="{FF2B5EF4-FFF2-40B4-BE49-F238E27FC236}">
                <a16:creationId xmlns:a16="http://schemas.microsoft.com/office/drawing/2014/main" id="{1602144F-789B-F139-DEB4-AE1D2CCF31A9}"/>
              </a:ext>
            </a:extLst>
          </p:cNvPr>
          <p:cNvSpPr txBox="1"/>
          <p:nvPr/>
        </p:nvSpPr>
        <p:spPr>
          <a:xfrm>
            <a:off x="2059450" y="3350755"/>
            <a:ext cx="4032447" cy="309700"/>
          </a:xfrm>
          <a:prstGeom prst="rect">
            <a:avLst/>
          </a:prstGeom>
          <a:noFill/>
        </p:spPr>
        <p:txBody>
          <a:bodyPr wrap="square" lIns="0" tIns="0" rIns="0" bIns="0" rtlCol="0" anchor="ctr">
            <a:spAutoFit/>
          </a:bodyPr>
          <a:lstStyle/>
          <a:p>
            <a:r>
              <a:rPr lang="de-CH" dirty="0"/>
              <a:t>Thema</a:t>
            </a:r>
          </a:p>
        </p:txBody>
      </p:sp>
      <p:sp>
        <p:nvSpPr>
          <p:cNvPr id="11" name="Textfeld 10">
            <a:extLst>
              <a:ext uri="{FF2B5EF4-FFF2-40B4-BE49-F238E27FC236}">
                <a16:creationId xmlns:a16="http://schemas.microsoft.com/office/drawing/2014/main" id="{0B7B4910-3398-8F91-46EC-A65B71DFD580}"/>
              </a:ext>
            </a:extLst>
          </p:cNvPr>
          <p:cNvSpPr txBox="1"/>
          <p:nvPr/>
        </p:nvSpPr>
        <p:spPr>
          <a:xfrm>
            <a:off x="2058797" y="4527609"/>
            <a:ext cx="4032447" cy="309700"/>
          </a:xfrm>
          <a:prstGeom prst="rect">
            <a:avLst/>
          </a:prstGeom>
          <a:noFill/>
        </p:spPr>
        <p:txBody>
          <a:bodyPr wrap="square" lIns="0" tIns="0" rIns="0" bIns="0" rtlCol="0" anchor="ctr">
            <a:spAutoFit/>
          </a:bodyPr>
          <a:lstStyle/>
          <a:p>
            <a:r>
              <a:rPr lang="de-CH" dirty="0"/>
              <a:t>Thema</a:t>
            </a:r>
          </a:p>
        </p:txBody>
      </p:sp>
      <p:sp>
        <p:nvSpPr>
          <p:cNvPr id="17" name="Textfeld 16">
            <a:extLst>
              <a:ext uri="{FF2B5EF4-FFF2-40B4-BE49-F238E27FC236}">
                <a16:creationId xmlns:a16="http://schemas.microsoft.com/office/drawing/2014/main" id="{965C425B-F337-99DA-D060-B4BEE1EAC390}"/>
              </a:ext>
            </a:extLst>
          </p:cNvPr>
          <p:cNvSpPr txBox="1"/>
          <p:nvPr/>
        </p:nvSpPr>
        <p:spPr>
          <a:xfrm>
            <a:off x="7104112" y="2165910"/>
            <a:ext cx="4032447" cy="309700"/>
          </a:xfrm>
          <a:prstGeom prst="rect">
            <a:avLst/>
          </a:prstGeom>
          <a:noFill/>
        </p:spPr>
        <p:txBody>
          <a:bodyPr wrap="square" lIns="0" tIns="0" rIns="0" bIns="0" rtlCol="0" anchor="ctr">
            <a:spAutoFit/>
          </a:bodyPr>
          <a:lstStyle/>
          <a:p>
            <a:r>
              <a:rPr lang="de-CH" dirty="0"/>
              <a:t>Thema</a:t>
            </a:r>
          </a:p>
        </p:txBody>
      </p:sp>
      <p:sp>
        <p:nvSpPr>
          <p:cNvPr id="18" name="Textfeld 17">
            <a:extLst>
              <a:ext uri="{FF2B5EF4-FFF2-40B4-BE49-F238E27FC236}">
                <a16:creationId xmlns:a16="http://schemas.microsoft.com/office/drawing/2014/main" id="{5FE5B0C8-812D-92ED-03AE-5B21E8D686CD}"/>
              </a:ext>
            </a:extLst>
          </p:cNvPr>
          <p:cNvSpPr txBox="1"/>
          <p:nvPr/>
        </p:nvSpPr>
        <p:spPr>
          <a:xfrm>
            <a:off x="7100011" y="3350755"/>
            <a:ext cx="4032447" cy="309700"/>
          </a:xfrm>
          <a:prstGeom prst="rect">
            <a:avLst/>
          </a:prstGeom>
          <a:noFill/>
        </p:spPr>
        <p:txBody>
          <a:bodyPr wrap="square" lIns="0" tIns="0" rIns="0" bIns="0" rtlCol="0" anchor="ctr">
            <a:spAutoFit/>
          </a:bodyPr>
          <a:lstStyle/>
          <a:p>
            <a:r>
              <a:rPr lang="de-CH" dirty="0"/>
              <a:t>Thema</a:t>
            </a:r>
          </a:p>
        </p:txBody>
      </p:sp>
      <p:sp>
        <p:nvSpPr>
          <p:cNvPr id="19" name="Textfeld 18">
            <a:extLst>
              <a:ext uri="{FF2B5EF4-FFF2-40B4-BE49-F238E27FC236}">
                <a16:creationId xmlns:a16="http://schemas.microsoft.com/office/drawing/2014/main" id="{6E1A5E97-D4BE-4D29-6955-5302D9EB0F04}"/>
              </a:ext>
            </a:extLst>
          </p:cNvPr>
          <p:cNvSpPr txBox="1"/>
          <p:nvPr/>
        </p:nvSpPr>
        <p:spPr>
          <a:xfrm>
            <a:off x="7099358" y="4527609"/>
            <a:ext cx="4032447" cy="309700"/>
          </a:xfrm>
          <a:prstGeom prst="rect">
            <a:avLst/>
          </a:prstGeom>
          <a:noFill/>
        </p:spPr>
        <p:txBody>
          <a:bodyPr wrap="square" lIns="0" tIns="0" rIns="0" bIns="0" rtlCol="0" anchor="ctr">
            <a:spAutoFit/>
          </a:bodyPr>
          <a:lstStyle/>
          <a:p>
            <a:r>
              <a:rPr lang="de-CH" dirty="0"/>
              <a:t>Thema</a:t>
            </a:r>
          </a:p>
        </p:txBody>
      </p:sp>
    </p:spTree>
    <p:extLst>
      <p:ext uri="{BB962C8B-B14F-4D97-AF65-F5344CB8AC3E}">
        <p14:creationId xmlns:p14="http://schemas.microsoft.com/office/powerpoint/2010/main" val="25243004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A2F75E-2379-D94F-5E29-01461949014D}"/>
              </a:ext>
            </a:extLst>
          </p:cNvPr>
          <p:cNvSpPr>
            <a:spLocks noGrp="1"/>
          </p:cNvSpPr>
          <p:nvPr>
            <p:ph type="title"/>
          </p:nvPr>
        </p:nvSpPr>
        <p:spPr/>
        <p:txBody>
          <a:bodyPr/>
          <a:lstStyle/>
          <a:p>
            <a:r>
              <a:rPr lang="de-CH" dirty="0"/>
              <a:t>Beispielfolie «Inhalt gross»</a:t>
            </a:r>
          </a:p>
        </p:txBody>
      </p:sp>
      <p:sp>
        <p:nvSpPr>
          <p:cNvPr id="3" name="Inhaltsplatzhalter 2">
            <a:extLst>
              <a:ext uri="{FF2B5EF4-FFF2-40B4-BE49-F238E27FC236}">
                <a16:creationId xmlns:a16="http://schemas.microsoft.com/office/drawing/2014/main" id="{92802349-E354-5749-2811-66D18B1AA711}"/>
              </a:ext>
            </a:extLst>
          </p:cNvPr>
          <p:cNvSpPr>
            <a:spLocks noGrp="1"/>
          </p:cNvSpPr>
          <p:nvPr>
            <p:ph idx="1"/>
          </p:nvPr>
        </p:nvSpPr>
        <p:spPr/>
        <p:txBody>
          <a:bodyPr/>
          <a:lstStyle/>
          <a:p>
            <a:r>
              <a:rPr lang="de-CH" dirty="0"/>
              <a:t>Lorem </a:t>
            </a:r>
            <a:r>
              <a:rPr lang="de-CH" dirty="0" err="1"/>
              <a:t>ipsum</a:t>
            </a:r>
            <a:r>
              <a:rPr lang="de-CH" dirty="0"/>
              <a:t> </a:t>
            </a:r>
            <a:r>
              <a:rPr lang="de-CH" dirty="0" err="1"/>
              <a:t>dolor</a:t>
            </a:r>
            <a:r>
              <a:rPr lang="de-CH" dirty="0"/>
              <a:t> </a:t>
            </a:r>
            <a:r>
              <a:rPr lang="de-CH" dirty="0" err="1"/>
              <a:t>sit</a:t>
            </a:r>
            <a:r>
              <a:rPr lang="de-CH" dirty="0"/>
              <a:t> </a:t>
            </a:r>
            <a:r>
              <a:rPr lang="de-CH" dirty="0" err="1"/>
              <a:t>amet</a:t>
            </a:r>
            <a:r>
              <a:rPr lang="de-CH" dirty="0"/>
              <a:t>, </a:t>
            </a:r>
            <a:r>
              <a:rPr lang="de-CH" dirty="0" err="1"/>
              <a:t>consectetuer</a:t>
            </a:r>
            <a:r>
              <a:rPr lang="de-CH" dirty="0"/>
              <a:t> </a:t>
            </a:r>
            <a:r>
              <a:rPr lang="de-CH" dirty="0" err="1"/>
              <a:t>adipiscing</a:t>
            </a:r>
            <a:r>
              <a:rPr lang="de-CH" dirty="0"/>
              <a:t> </a:t>
            </a:r>
            <a:r>
              <a:rPr lang="de-CH" dirty="0" err="1"/>
              <a:t>elit</a:t>
            </a:r>
            <a:r>
              <a:rPr lang="de-CH" dirty="0"/>
              <a:t>. Maecenas </a:t>
            </a:r>
            <a:r>
              <a:rPr lang="de-CH" dirty="0" err="1"/>
              <a:t>porttitor</a:t>
            </a:r>
            <a:r>
              <a:rPr lang="de-CH" dirty="0"/>
              <a:t> </a:t>
            </a:r>
            <a:r>
              <a:rPr lang="de-CH" dirty="0" err="1"/>
              <a:t>congue</a:t>
            </a:r>
            <a:r>
              <a:rPr lang="de-CH" dirty="0"/>
              <a:t> </a:t>
            </a:r>
            <a:r>
              <a:rPr lang="de-CH" dirty="0" err="1"/>
              <a:t>massa</a:t>
            </a:r>
            <a:r>
              <a:rPr lang="de-CH" dirty="0"/>
              <a:t>. </a:t>
            </a:r>
            <a:r>
              <a:rPr lang="de-CH" dirty="0" err="1"/>
              <a:t>Fusce</a:t>
            </a:r>
            <a:r>
              <a:rPr lang="de-CH" dirty="0"/>
              <a:t> </a:t>
            </a:r>
            <a:r>
              <a:rPr lang="de-CH" dirty="0" err="1"/>
              <a:t>posuere</a:t>
            </a:r>
            <a:r>
              <a:rPr lang="de-CH" dirty="0"/>
              <a:t>, magna sed </a:t>
            </a:r>
            <a:r>
              <a:rPr lang="de-CH" dirty="0" err="1"/>
              <a:t>pulvinar</a:t>
            </a:r>
            <a:r>
              <a:rPr lang="de-CH" dirty="0"/>
              <a:t> </a:t>
            </a:r>
            <a:r>
              <a:rPr lang="de-CH" dirty="0" err="1"/>
              <a:t>ultricies</a:t>
            </a:r>
            <a:r>
              <a:rPr lang="de-CH" dirty="0"/>
              <a:t>, </a:t>
            </a:r>
            <a:r>
              <a:rPr lang="de-CH" dirty="0" err="1"/>
              <a:t>purus</a:t>
            </a:r>
            <a:r>
              <a:rPr lang="de-CH" dirty="0"/>
              <a:t> </a:t>
            </a:r>
            <a:r>
              <a:rPr lang="de-CH" dirty="0" err="1"/>
              <a:t>lectus</a:t>
            </a:r>
            <a:r>
              <a:rPr lang="de-CH" dirty="0"/>
              <a:t> </a:t>
            </a:r>
            <a:r>
              <a:rPr lang="de-CH" dirty="0" err="1"/>
              <a:t>malesuada</a:t>
            </a:r>
            <a:r>
              <a:rPr lang="de-CH" dirty="0"/>
              <a:t> </a:t>
            </a:r>
            <a:r>
              <a:rPr lang="de-CH" dirty="0" err="1"/>
              <a:t>libero</a:t>
            </a:r>
            <a:r>
              <a:rPr lang="de-CH" dirty="0"/>
              <a:t>, </a:t>
            </a:r>
            <a:r>
              <a:rPr lang="de-CH" dirty="0" err="1"/>
              <a:t>sit</a:t>
            </a:r>
            <a:r>
              <a:rPr lang="de-CH" dirty="0"/>
              <a:t> </a:t>
            </a:r>
            <a:r>
              <a:rPr lang="de-CH" dirty="0" err="1"/>
              <a:t>amet</a:t>
            </a:r>
            <a:r>
              <a:rPr lang="de-CH" dirty="0"/>
              <a:t> commodo magna </a:t>
            </a:r>
            <a:r>
              <a:rPr lang="de-CH" dirty="0" err="1"/>
              <a:t>eros</a:t>
            </a:r>
            <a:r>
              <a:rPr lang="de-CH" dirty="0"/>
              <a:t> </a:t>
            </a:r>
            <a:r>
              <a:rPr lang="de-CH" dirty="0" err="1"/>
              <a:t>quis</a:t>
            </a:r>
            <a:r>
              <a:rPr lang="de-CH" dirty="0"/>
              <a:t> </a:t>
            </a:r>
            <a:r>
              <a:rPr lang="de-CH" dirty="0" err="1"/>
              <a:t>urna</a:t>
            </a:r>
            <a:r>
              <a:rPr lang="de-CH" dirty="0"/>
              <a:t>. Lorem </a:t>
            </a:r>
            <a:r>
              <a:rPr lang="de-CH" dirty="0" err="1"/>
              <a:t>ipsum</a:t>
            </a:r>
            <a:r>
              <a:rPr lang="de-CH" dirty="0"/>
              <a:t> </a:t>
            </a:r>
            <a:r>
              <a:rPr lang="de-CH" dirty="0" err="1"/>
              <a:t>dolor</a:t>
            </a:r>
            <a:r>
              <a:rPr lang="de-CH" dirty="0"/>
              <a:t> </a:t>
            </a:r>
            <a:r>
              <a:rPr lang="de-CH" dirty="0" err="1"/>
              <a:t>sit</a:t>
            </a:r>
            <a:r>
              <a:rPr lang="de-CH" dirty="0"/>
              <a:t> </a:t>
            </a:r>
            <a:r>
              <a:rPr lang="de-CH" dirty="0" err="1"/>
              <a:t>amet</a:t>
            </a:r>
            <a:r>
              <a:rPr lang="de-CH" dirty="0"/>
              <a:t>, </a:t>
            </a:r>
            <a:r>
              <a:rPr lang="de-CH" dirty="0" err="1"/>
              <a:t>consectetuer</a:t>
            </a:r>
            <a:r>
              <a:rPr lang="de-CH" dirty="0"/>
              <a:t> </a:t>
            </a:r>
            <a:r>
              <a:rPr lang="de-CH" dirty="0" err="1"/>
              <a:t>adipiscing</a:t>
            </a:r>
            <a:r>
              <a:rPr lang="de-CH" dirty="0"/>
              <a:t> </a:t>
            </a:r>
            <a:r>
              <a:rPr lang="de-CH" dirty="0" err="1"/>
              <a:t>elit</a:t>
            </a:r>
            <a:r>
              <a:rPr lang="de-CH" dirty="0"/>
              <a:t>. Maecenas </a:t>
            </a:r>
            <a:r>
              <a:rPr lang="de-CH" dirty="0" err="1"/>
              <a:t>porttitor</a:t>
            </a:r>
            <a:r>
              <a:rPr lang="de-CH" dirty="0"/>
              <a:t> </a:t>
            </a:r>
            <a:r>
              <a:rPr lang="de-CH" dirty="0" err="1"/>
              <a:t>congue</a:t>
            </a:r>
            <a:r>
              <a:rPr lang="de-CH" dirty="0"/>
              <a:t> </a:t>
            </a:r>
            <a:r>
              <a:rPr lang="de-CH" dirty="0" err="1"/>
              <a:t>massa</a:t>
            </a:r>
            <a:r>
              <a:rPr lang="de-CH" dirty="0"/>
              <a:t>. </a:t>
            </a:r>
            <a:r>
              <a:rPr lang="de-CH" dirty="0" err="1"/>
              <a:t>Fusce</a:t>
            </a:r>
            <a:r>
              <a:rPr lang="de-CH" dirty="0"/>
              <a:t> </a:t>
            </a:r>
            <a:r>
              <a:rPr lang="de-CH" dirty="0" err="1"/>
              <a:t>posuere</a:t>
            </a:r>
            <a:r>
              <a:rPr lang="de-CH" dirty="0"/>
              <a:t>, magna sed </a:t>
            </a:r>
            <a:r>
              <a:rPr lang="de-CH" dirty="0" err="1"/>
              <a:t>pulvinar</a:t>
            </a:r>
            <a:r>
              <a:rPr lang="de-CH" dirty="0"/>
              <a:t> </a:t>
            </a:r>
            <a:r>
              <a:rPr lang="de-CH" dirty="0" err="1"/>
              <a:t>ultricies</a:t>
            </a:r>
            <a:r>
              <a:rPr lang="de-CH" dirty="0"/>
              <a:t>, </a:t>
            </a:r>
            <a:r>
              <a:rPr lang="de-CH" dirty="0" err="1"/>
              <a:t>purus</a:t>
            </a:r>
            <a:r>
              <a:rPr lang="de-CH" dirty="0"/>
              <a:t> </a:t>
            </a:r>
            <a:r>
              <a:rPr lang="de-CH" dirty="0" err="1"/>
              <a:t>lectus</a:t>
            </a:r>
            <a:r>
              <a:rPr lang="de-CH" dirty="0"/>
              <a:t> </a:t>
            </a:r>
            <a:r>
              <a:rPr lang="de-CH" dirty="0" err="1"/>
              <a:t>malesuada</a:t>
            </a:r>
            <a:r>
              <a:rPr lang="de-CH" dirty="0"/>
              <a:t> </a:t>
            </a:r>
            <a:r>
              <a:rPr lang="de-CH" dirty="0" err="1"/>
              <a:t>libero</a:t>
            </a:r>
            <a:r>
              <a:rPr lang="de-CH" dirty="0"/>
              <a:t>, </a:t>
            </a:r>
            <a:r>
              <a:rPr lang="de-CH" dirty="0" err="1"/>
              <a:t>sit</a:t>
            </a:r>
            <a:r>
              <a:rPr lang="de-CH" dirty="0"/>
              <a:t> </a:t>
            </a:r>
            <a:r>
              <a:rPr lang="de-CH" dirty="0" err="1"/>
              <a:t>amet</a:t>
            </a:r>
            <a:r>
              <a:rPr lang="de-CH" dirty="0"/>
              <a:t> commodo magna </a:t>
            </a:r>
            <a:r>
              <a:rPr lang="de-CH" dirty="0" err="1"/>
              <a:t>eros</a:t>
            </a:r>
            <a:r>
              <a:rPr lang="de-CH" dirty="0"/>
              <a:t> </a:t>
            </a:r>
            <a:r>
              <a:rPr lang="de-CH" dirty="0" err="1"/>
              <a:t>quis</a:t>
            </a:r>
            <a:r>
              <a:rPr lang="de-CH" dirty="0"/>
              <a:t> </a:t>
            </a:r>
            <a:r>
              <a:rPr lang="de-CH" dirty="0" err="1"/>
              <a:t>urna</a:t>
            </a:r>
            <a:r>
              <a:rPr lang="de-CH" dirty="0"/>
              <a:t>.</a:t>
            </a:r>
          </a:p>
          <a:p>
            <a:endParaRPr lang="de-CH" dirty="0"/>
          </a:p>
        </p:txBody>
      </p:sp>
      <p:sp>
        <p:nvSpPr>
          <p:cNvPr id="4" name="Datumsplatzhalter 3">
            <a:extLst>
              <a:ext uri="{FF2B5EF4-FFF2-40B4-BE49-F238E27FC236}">
                <a16:creationId xmlns:a16="http://schemas.microsoft.com/office/drawing/2014/main" id="{652EC5D9-2B4F-E90D-ED65-AB28E2F73157}"/>
              </a:ext>
            </a:extLst>
          </p:cNvPr>
          <p:cNvSpPr>
            <a:spLocks noGrp="1"/>
          </p:cNvSpPr>
          <p:nvPr>
            <p:ph type="dt" sz="half" idx="10"/>
          </p:nvPr>
        </p:nvSpPr>
        <p:spPr/>
        <p:txBody>
          <a:bodyPr/>
          <a:lstStyle/>
          <a:p>
            <a:fld id="{0313FB95-C995-4E63-90EC-0A7848C9F418}" type="datetime4">
              <a:rPr lang="de-CH" smtClean="0"/>
              <a:t>8. Februar 2026</a:t>
            </a:fld>
            <a:endParaRPr lang="de-CH" dirty="0"/>
          </a:p>
        </p:txBody>
      </p:sp>
      <p:sp>
        <p:nvSpPr>
          <p:cNvPr id="5" name="Fußzeilenplatzhalter 4">
            <a:extLst>
              <a:ext uri="{FF2B5EF4-FFF2-40B4-BE49-F238E27FC236}">
                <a16:creationId xmlns:a16="http://schemas.microsoft.com/office/drawing/2014/main" id="{89ABC9C3-BCF7-30E6-074F-0478B17AC2F9}"/>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47EFEACB-9647-6D83-C782-BB21938277E0}"/>
              </a:ext>
            </a:extLst>
          </p:cNvPr>
          <p:cNvSpPr>
            <a:spLocks noGrp="1"/>
          </p:cNvSpPr>
          <p:nvPr>
            <p:ph type="sldNum" sz="quarter" idx="12"/>
          </p:nvPr>
        </p:nvSpPr>
        <p:spPr/>
        <p:txBody>
          <a:bodyPr/>
          <a:lstStyle/>
          <a:p>
            <a:fld id="{442AD375-037F-43D0-B059-5172DA06796A}" type="slidenum">
              <a:rPr lang="de-CH" smtClean="0"/>
              <a:pPr/>
              <a:t>28</a:t>
            </a:fld>
            <a:endParaRPr lang="de-CH" dirty="0"/>
          </a:p>
        </p:txBody>
      </p:sp>
    </p:spTree>
    <p:extLst>
      <p:ext uri="{BB962C8B-B14F-4D97-AF65-F5344CB8AC3E}">
        <p14:creationId xmlns:p14="http://schemas.microsoft.com/office/powerpoint/2010/main" val="27073977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A8F4C6-7AC0-FE74-DA0F-4F22C61F638D}"/>
              </a:ext>
            </a:extLst>
          </p:cNvPr>
          <p:cNvSpPr>
            <a:spLocks noGrp="1"/>
          </p:cNvSpPr>
          <p:nvPr>
            <p:ph type="title"/>
          </p:nvPr>
        </p:nvSpPr>
        <p:spPr/>
        <p:txBody>
          <a:bodyPr/>
          <a:lstStyle/>
          <a:p>
            <a:r>
              <a:rPr lang="de-CH" dirty="0"/>
              <a:t>Beispielfolie «Zwei Inhalte gross»</a:t>
            </a:r>
          </a:p>
        </p:txBody>
      </p:sp>
      <p:sp>
        <p:nvSpPr>
          <p:cNvPr id="3" name="Inhaltsplatzhalter 2">
            <a:extLst>
              <a:ext uri="{FF2B5EF4-FFF2-40B4-BE49-F238E27FC236}">
                <a16:creationId xmlns:a16="http://schemas.microsoft.com/office/drawing/2014/main" id="{07B89B92-ACE9-EC07-525F-DF1D67589A6B}"/>
              </a:ext>
            </a:extLst>
          </p:cNvPr>
          <p:cNvSpPr>
            <a:spLocks noGrp="1"/>
          </p:cNvSpPr>
          <p:nvPr>
            <p:ph idx="1"/>
          </p:nvPr>
        </p:nvSpPr>
        <p:spPr/>
        <p:txBody>
          <a:bodyPr/>
          <a:lstStyle/>
          <a:p>
            <a:r>
              <a:rPr lang="de-DE" b="1" dirty="0"/>
              <a:t>Untertitel</a:t>
            </a:r>
          </a:p>
          <a:p>
            <a:pPr lvl="1"/>
            <a:r>
              <a:rPr lang="de-DE" dirty="0"/>
              <a:t>Aufzählung auf einer Zeile</a:t>
            </a:r>
          </a:p>
          <a:p>
            <a:pPr lvl="1"/>
            <a:r>
              <a:rPr lang="de-DE" dirty="0"/>
              <a:t>Aufzählung auf einer Zeile</a:t>
            </a:r>
          </a:p>
          <a:p>
            <a:pPr lvl="1"/>
            <a:r>
              <a:rPr lang="de-DE" dirty="0"/>
              <a:t>Aufzählung auf einer Zeile</a:t>
            </a:r>
          </a:p>
          <a:p>
            <a:pPr lvl="1"/>
            <a:r>
              <a:rPr lang="de-DE" dirty="0"/>
              <a:t>Aufzählung auf einer Zeile</a:t>
            </a:r>
          </a:p>
          <a:p>
            <a:pPr lvl="1"/>
            <a:r>
              <a:rPr lang="de-DE" dirty="0"/>
              <a:t>Aufzählung auf einer Zeile</a:t>
            </a:r>
          </a:p>
          <a:p>
            <a:pPr lvl="1"/>
            <a:r>
              <a:rPr lang="de-DE" dirty="0"/>
              <a:t>Aufzählung auf einer Zeile</a:t>
            </a:r>
          </a:p>
        </p:txBody>
      </p:sp>
      <p:sp>
        <p:nvSpPr>
          <p:cNvPr id="4" name="Datumsplatzhalter 3">
            <a:extLst>
              <a:ext uri="{FF2B5EF4-FFF2-40B4-BE49-F238E27FC236}">
                <a16:creationId xmlns:a16="http://schemas.microsoft.com/office/drawing/2014/main" id="{ACE33579-1BDE-7AE8-12AB-8FDAC4E8F8EF}"/>
              </a:ext>
            </a:extLst>
          </p:cNvPr>
          <p:cNvSpPr>
            <a:spLocks noGrp="1"/>
          </p:cNvSpPr>
          <p:nvPr>
            <p:ph type="dt" sz="half" idx="10"/>
          </p:nvPr>
        </p:nvSpPr>
        <p:spPr/>
        <p:txBody>
          <a:bodyPr/>
          <a:lstStyle/>
          <a:p>
            <a:fld id="{CECD0D51-1DF0-4159-B45D-C1B88005D613}" type="datetime4">
              <a:rPr lang="de-CH" smtClean="0"/>
              <a:t>8. Februar 2026</a:t>
            </a:fld>
            <a:endParaRPr lang="de-CH" dirty="0"/>
          </a:p>
        </p:txBody>
      </p:sp>
      <p:sp>
        <p:nvSpPr>
          <p:cNvPr id="5" name="Fußzeilenplatzhalter 4">
            <a:extLst>
              <a:ext uri="{FF2B5EF4-FFF2-40B4-BE49-F238E27FC236}">
                <a16:creationId xmlns:a16="http://schemas.microsoft.com/office/drawing/2014/main" id="{21EE80EA-AE9D-15F4-21C9-38CBB50BEC93}"/>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54E2F3E4-44C2-B76E-9809-864E872F109D}"/>
              </a:ext>
            </a:extLst>
          </p:cNvPr>
          <p:cNvSpPr>
            <a:spLocks noGrp="1"/>
          </p:cNvSpPr>
          <p:nvPr>
            <p:ph type="sldNum" sz="quarter" idx="12"/>
          </p:nvPr>
        </p:nvSpPr>
        <p:spPr/>
        <p:txBody>
          <a:bodyPr/>
          <a:lstStyle/>
          <a:p>
            <a:fld id="{442AD375-037F-43D0-B059-5172DA06796A}" type="slidenum">
              <a:rPr lang="de-CH" smtClean="0"/>
              <a:pPr/>
              <a:t>29</a:t>
            </a:fld>
            <a:endParaRPr lang="de-CH" dirty="0"/>
          </a:p>
        </p:txBody>
      </p:sp>
      <p:sp>
        <p:nvSpPr>
          <p:cNvPr id="7" name="Inhaltsplatzhalter 6">
            <a:extLst>
              <a:ext uri="{FF2B5EF4-FFF2-40B4-BE49-F238E27FC236}">
                <a16:creationId xmlns:a16="http://schemas.microsoft.com/office/drawing/2014/main" id="{22B550EF-BFBA-E06B-71F1-CE9E07C6B1DC}"/>
              </a:ext>
            </a:extLst>
          </p:cNvPr>
          <p:cNvSpPr>
            <a:spLocks noGrp="1"/>
          </p:cNvSpPr>
          <p:nvPr>
            <p:ph idx="13"/>
          </p:nvPr>
        </p:nvSpPr>
        <p:spPr/>
        <p:txBody>
          <a:bodyPr/>
          <a:lstStyle/>
          <a:p>
            <a:r>
              <a:rPr lang="de-DE" b="1" dirty="0"/>
              <a:t>Untertitel</a:t>
            </a:r>
          </a:p>
          <a:p>
            <a:pPr lvl="1"/>
            <a:r>
              <a:rPr lang="de-DE" dirty="0"/>
              <a:t>Aufzählung auf einer Zeile</a:t>
            </a:r>
          </a:p>
          <a:p>
            <a:pPr lvl="1"/>
            <a:r>
              <a:rPr lang="de-DE" dirty="0"/>
              <a:t>Aufzählung auf einer Zeile</a:t>
            </a:r>
          </a:p>
          <a:p>
            <a:pPr lvl="1"/>
            <a:r>
              <a:rPr lang="de-DE" dirty="0"/>
              <a:t>Aufzählung auf einer Zeile</a:t>
            </a:r>
          </a:p>
          <a:p>
            <a:pPr lvl="1"/>
            <a:r>
              <a:rPr lang="de-DE" dirty="0"/>
              <a:t>Aufzählung auf einer Zeile</a:t>
            </a:r>
          </a:p>
          <a:p>
            <a:pPr lvl="1"/>
            <a:r>
              <a:rPr lang="de-DE" dirty="0"/>
              <a:t>Aufzählung auf einer Zeile</a:t>
            </a:r>
          </a:p>
          <a:p>
            <a:pPr lvl="1"/>
            <a:r>
              <a:rPr lang="de-DE" dirty="0"/>
              <a:t>Aufzählung auf einer Zeile</a:t>
            </a:r>
          </a:p>
        </p:txBody>
      </p:sp>
    </p:spTree>
    <p:extLst>
      <p:ext uri="{BB962C8B-B14F-4D97-AF65-F5344CB8AC3E}">
        <p14:creationId xmlns:p14="http://schemas.microsoft.com/office/powerpoint/2010/main" val="29547251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AF13D6A-7B15-CFEA-A131-DC0981BB93A7}"/>
              </a:ext>
            </a:extLst>
          </p:cNvPr>
          <p:cNvSpPr>
            <a:spLocks noGrp="1"/>
          </p:cNvSpPr>
          <p:nvPr>
            <p:ph type="title"/>
          </p:nvPr>
        </p:nvSpPr>
        <p:spPr/>
        <p:txBody>
          <a:bodyPr/>
          <a:lstStyle/>
          <a:p>
            <a:r>
              <a:rPr lang="de-CH" dirty="0"/>
              <a:t>Beispielfolie </a:t>
            </a:r>
            <a:br>
              <a:rPr lang="de-CH" dirty="0"/>
            </a:br>
            <a:r>
              <a:rPr lang="de-CH" dirty="0"/>
              <a:t>«Zwei Inhalte»</a:t>
            </a:r>
          </a:p>
        </p:txBody>
      </p:sp>
      <p:sp>
        <p:nvSpPr>
          <p:cNvPr id="3" name="Inhaltsplatzhalter 2">
            <a:extLst>
              <a:ext uri="{FF2B5EF4-FFF2-40B4-BE49-F238E27FC236}">
                <a16:creationId xmlns:a16="http://schemas.microsoft.com/office/drawing/2014/main" id="{D0FAE68A-656A-385F-8C85-FB8AE9854BE6}"/>
              </a:ext>
            </a:extLst>
          </p:cNvPr>
          <p:cNvSpPr>
            <a:spLocks noGrp="1"/>
          </p:cNvSpPr>
          <p:nvPr>
            <p:ph sz="half" idx="1"/>
          </p:nvPr>
        </p:nvSpPr>
        <p:spPr/>
        <p:txBody>
          <a:bodyPr/>
          <a:lstStyle/>
          <a:p>
            <a:r>
              <a:rPr lang="de-CH" b="1" dirty="0"/>
              <a:t>Untertitel</a:t>
            </a:r>
          </a:p>
          <a:p>
            <a:r>
              <a:rPr lang="de-CH" dirty="0"/>
              <a:t>Ost </a:t>
            </a:r>
            <a:r>
              <a:rPr lang="de-CH" dirty="0" err="1"/>
              <a:t>eici</a:t>
            </a:r>
            <a:r>
              <a:rPr lang="de-CH" dirty="0"/>
              <a:t> </a:t>
            </a:r>
            <a:r>
              <a:rPr lang="de-CH" dirty="0" err="1"/>
              <a:t>dis</a:t>
            </a:r>
            <a:r>
              <a:rPr lang="de-CH" dirty="0"/>
              <a:t> </a:t>
            </a:r>
            <a:r>
              <a:rPr lang="de-CH" dirty="0" err="1"/>
              <a:t>iur</a:t>
            </a:r>
            <a:r>
              <a:rPr lang="de-CH" dirty="0"/>
              <a:t>, </a:t>
            </a:r>
            <a:r>
              <a:rPr lang="de-CH" dirty="0" err="1"/>
              <a:t>eic</a:t>
            </a:r>
            <a:r>
              <a:rPr lang="de-CH" dirty="0"/>
              <a:t> </a:t>
            </a:r>
            <a:r>
              <a:rPr lang="de-CH" dirty="0" err="1"/>
              <a:t>to</a:t>
            </a:r>
            <a:r>
              <a:rPr lang="de-CH" dirty="0"/>
              <a:t> in </a:t>
            </a:r>
            <a:r>
              <a:rPr lang="de-CH" dirty="0" err="1"/>
              <a:t>eicieni</a:t>
            </a:r>
            <a:r>
              <a:rPr lang="de-CH" dirty="0"/>
              <a:t> </a:t>
            </a:r>
            <a:r>
              <a:rPr lang="de-CH" dirty="0" err="1"/>
              <a:t>endicia</a:t>
            </a:r>
            <a:r>
              <a:rPr lang="de-CH" dirty="0"/>
              <a:t> </a:t>
            </a:r>
            <a:r>
              <a:rPr lang="de-CH" dirty="0" err="1"/>
              <a:t>sium</a:t>
            </a:r>
            <a:r>
              <a:rPr lang="de-CH" dirty="0"/>
              <a:t> quas </a:t>
            </a:r>
          </a:p>
          <a:p>
            <a:r>
              <a:rPr lang="de-CH" dirty="0" err="1"/>
              <a:t>aut</a:t>
            </a:r>
            <a:r>
              <a:rPr lang="de-CH" dirty="0"/>
              <a:t> </a:t>
            </a:r>
            <a:r>
              <a:rPr lang="de-CH" dirty="0" err="1"/>
              <a:t>verum</a:t>
            </a:r>
            <a:r>
              <a:rPr lang="de-CH" dirty="0"/>
              <a:t> </a:t>
            </a:r>
            <a:r>
              <a:rPr lang="de-CH" dirty="0" err="1"/>
              <a:t>alis</a:t>
            </a:r>
            <a:r>
              <a:rPr lang="de-CH" dirty="0"/>
              <a:t> </a:t>
            </a:r>
            <a:r>
              <a:rPr lang="de-CH" dirty="0" err="1"/>
              <a:t>cores</a:t>
            </a:r>
            <a:r>
              <a:rPr lang="de-CH" dirty="0"/>
              <a:t> am </a:t>
            </a:r>
            <a:r>
              <a:rPr lang="de-CH" dirty="0" err="1"/>
              <a:t>quiderfere</a:t>
            </a:r>
            <a:r>
              <a:rPr lang="de-CH" dirty="0"/>
              <a:t>, </a:t>
            </a:r>
            <a:r>
              <a:rPr lang="de-CH" dirty="0" err="1"/>
              <a:t>cus</a:t>
            </a:r>
            <a:r>
              <a:rPr lang="de-CH" dirty="0"/>
              <a:t>, si dem </a:t>
            </a:r>
            <a:r>
              <a:rPr lang="de-CH" dirty="0" err="1"/>
              <a:t>eris</a:t>
            </a:r>
            <a:r>
              <a:rPr lang="de-CH" dirty="0"/>
              <a:t> </a:t>
            </a:r>
            <a:r>
              <a:rPr lang="de-CH" dirty="0" err="1"/>
              <a:t>rem</a:t>
            </a:r>
            <a:r>
              <a:rPr lang="de-CH" dirty="0"/>
              <a:t> </a:t>
            </a:r>
            <a:r>
              <a:rPr lang="de-CH" dirty="0" err="1"/>
              <a:t>nonsent</a:t>
            </a:r>
            <a:r>
              <a:rPr lang="de-CH" dirty="0"/>
              <a:t> </a:t>
            </a:r>
            <a:r>
              <a:rPr lang="de-CH" dirty="0" err="1"/>
              <a:t>fugitatem</a:t>
            </a:r>
            <a:r>
              <a:rPr lang="de-CH" dirty="0"/>
              <a:t> </a:t>
            </a:r>
            <a:r>
              <a:rPr lang="de-CH" dirty="0" err="1"/>
              <a:t>iurione</a:t>
            </a:r>
            <a:r>
              <a:rPr lang="de-CH" dirty="0"/>
              <a:t> </a:t>
            </a:r>
            <a:r>
              <a:rPr lang="de-CH" dirty="0" err="1"/>
              <a:t>mposin</a:t>
            </a:r>
            <a:r>
              <a:rPr lang="de-CH" dirty="0"/>
              <a:t> </a:t>
            </a:r>
            <a:r>
              <a:rPr lang="de-CH" dirty="0" err="1"/>
              <a:t>iasira</a:t>
            </a:r>
            <a:r>
              <a:rPr lang="de-CH" dirty="0"/>
              <a:t> </a:t>
            </a:r>
            <a:r>
              <a:rPr lang="de-CH" dirty="0" err="1"/>
              <a:t>ta</a:t>
            </a:r>
            <a:r>
              <a:rPr lang="de-CH" dirty="0"/>
              <a:t> </a:t>
            </a:r>
            <a:r>
              <a:rPr lang="de-CH" dirty="0" err="1"/>
              <a:t>por</a:t>
            </a:r>
            <a:r>
              <a:rPr lang="de-CH" dirty="0"/>
              <a:t> </a:t>
            </a:r>
            <a:r>
              <a:rPr lang="de-CH" dirty="0" err="1"/>
              <a:t>bla</a:t>
            </a:r>
            <a:r>
              <a:rPr lang="de-CH" dirty="0"/>
              <a:t> </a:t>
            </a:r>
            <a:r>
              <a:rPr lang="de-CH" dirty="0" err="1"/>
              <a:t>voluptur</a:t>
            </a:r>
            <a:r>
              <a:rPr lang="de-CH" dirty="0"/>
              <a:t> </a:t>
            </a:r>
            <a:r>
              <a:rPr lang="de-CH" dirty="0" err="1"/>
              <a:t>sim</a:t>
            </a:r>
            <a:r>
              <a:rPr lang="de-CH" dirty="0"/>
              <a:t> </a:t>
            </a:r>
            <a:r>
              <a:rPr lang="de-CH" dirty="0" err="1"/>
              <a:t>harupti</a:t>
            </a:r>
            <a:r>
              <a:rPr lang="de-CH" dirty="0"/>
              <a:t> </a:t>
            </a:r>
            <a:r>
              <a:rPr lang="de-CH" dirty="0" err="1"/>
              <a:t>nem</a:t>
            </a:r>
            <a:r>
              <a:rPr lang="de-CH" dirty="0"/>
              <a:t> </a:t>
            </a:r>
            <a:r>
              <a:rPr lang="de-CH" dirty="0" err="1"/>
              <a:t>idun</a:t>
            </a:r>
            <a:r>
              <a:rPr lang="de-CH" dirty="0"/>
              <a:t> </a:t>
            </a:r>
            <a:r>
              <a:rPr lang="de-CH" dirty="0" err="1"/>
              <a:t>tiuras</a:t>
            </a:r>
            <a:r>
              <a:rPr lang="de-CH" dirty="0"/>
              <a:t> </a:t>
            </a:r>
          </a:p>
          <a:p>
            <a:r>
              <a:rPr lang="de-CH" dirty="0" err="1"/>
              <a:t>siqui</a:t>
            </a:r>
            <a:r>
              <a:rPr lang="de-CH" dirty="0"/>
              <a:t> </a:t>
            </a:r>
            <a:r>
              <a:rPr lang="de-CH" dirty="0" err="1"/>
              <a:t>to</a:t>
            </a:r>
            <a:r>
              <a:rPr lang="de-CH" dirty="0"/>
              <a:t> </a:t>
            </a:r>
            <a:r>
              <a:rPr lang="de-CH" dirty="0" err="1"/>
              <a:t>blant</a:t>
            </a:r>
            <a:r>
              <a:rPr lang="de-CH" dirty="0"/>
              <a:t>. Magnis </a:t>
            </a:r>
            <a:r>
              <a:rPr lang="de-CH" dirty="0" err="1"/>
              <a:t>doluptation</a:t>
            </a:r>
            <a:r>
              <a:rPr lang="de-CH" dirty="0"/>
              <a:t> </a:t>
            </a:r>
            <a:r>
              <a:rPr lang="de-CH" dirty="0" err="1"/>
              <a:t>ratis</a:t>
            </a:r>
            <a:r>
              <a:rPr lang="de-CH" dirty="0"/>
              <a:t> </a:t>
            </a:r>
            <a:r>
              <a:rPr lang="de-CH" dirty="0" err="1"/>
              <a:t>saima</a:t>
            </a:r>
            <a:r>
              <a:rPr lang="de-CH" dirty="0"/>
              <a:t>, </a:t>
            </a:r>
            <a:r>
              <a:rPr lang="de-CH" dirty="0" err="1"/>
              <a:t>sit</a:t>
            </a:r>
            <a:r>
              <a:rPr lang="de-CH" dirty="0"/>
              <a:t> </a:t>
            </a:r>
            <a:r>
              <a:rPr lang="de-CH" dirty="0" err="1"/>
              <a:t>lordus</a:t>
            </a:r>
            <a:r>
              <a:rPr lang="de-CH" dirty="0"/>
              <a:t> </a:t>
            </a:r>
            <a:r>
              <a:rPr lang="de-CH" dirty="0" err="1"/>
              <a:t>consed</a:t>
            </a:r>
            <a:r>
              <a:rPr lang="de-CH" dirty="0"/>
              <a:t> </a:t>
            </a:r>
            <a:r>
              <a:rPr lang="de-CH" dirty="0" err="1"/>
              <a:t>quia</a:t>
            </a:r>
            <a:r>
              <a:rPr lang="de-CH" dirty="0"/>
              <a:t> </a:t>
            </a:r>
            <a:r>
              <a:rPr lang="de-CH" dirty="0" err="1"/>
              <a:t>solum</a:t>
            </a:r>
            <a:r>
              <a:rPr lang="de-CH" dirty="0"/>
              <a:t> et </a:t>
            </a:r>
            <a:r>
              <a:rPr lang="de-CH" dirty="0" err="1"/>
              <a:t>doluptio</a:t>
            </a:r>
            <a:r>
              <a:rPr lang="de-CH" dirty="0"/>
              <a:t>. </a:t>
            </a:r>
          </a:p>
          <a:p>
            <a:endParaRPr lang="de-CH" dirty="0"/>
          </a:p>
          <a:p>
            <a:pPr lvl="1"/>
            <a:r>
              <a:rPr lang="de-CH" dirty="0"/>
              <a:t>Aufzählung auf einer Zeile</a:t>
            </a:r>
          </a:p>
          <a:p>
            <a:pPr lvl="1"/>
            <a:r>
              <a:rPr lang="de-CH" dirty="0"/>
              <a:t>Aufzählung auf einer Zeile</a:t>
            </a:r>
          </a:p>
          <a:p>
            <a:pPr lvl="1"/>
            <a:r>
              <a:rPr lang="de-CH" dirty="0"/>
              <a:t>Aufzählung auf einer Zeile</a:t>
            </a:r>
          </a:p>
        </p:txBody>
      </p:sp>
      <p:sp>
        <p:nvSpPr>
          <p:cNvPr id="4" name="Inhaltsplatzhalter 3">
            <a:extLst>
              <a:ext uri="{FF2B5EF4-FFF2-40B4-BE49-F238E27FC236}">
                <a16:creationId xmlns:a16="http://schemas.microsoft.com/office/drawing/2014/main" id="{8CD0FA0D-FFC9-ED8F-0E54-138C1CB03860}"/>
              </a:ext>
            </a:extLst>
          </p:cNvPr>
          <p:cNvSpPr>
            <a:spLocks noGrp="1"/>
          </p:cNvSpPr>
          <p:nvPr>
            <p:ph sz="half" idx="2"/>
          </p:nvPr>
        </p:nvSpPr>
        <p:spPr/>
        <p:txBody>
          <a:bodyPr/>
          <a:lstStyle/>
          <a:p>
            <a:r>
              <a:rPr lang="de-CH" b="1" dirty="0"/>
              <a:t>Untertitel</a:t>
            </a:r>
          </a:p>
          <a:p>
            <a:r>
              <a:rPr lang="de-CH" dirty="0"/>
              <a:t>Ost </a:t>
            </a:r>
            <a:r>
              <a:rPr lang="de-CH" dirty="0" err="1"/>
              <a:t>eici</a:t>
            </a:r>
            <a:r>
              <a:rPr lang="de-CH" dirty="0"/>
              <a:t> </a:t>
            </a:r>
            <a:r>
              <a:rPr lang="de-CH" dirty="0" err="1"/>
              <a:t>dis</a:t>
            </a:r>
            <a:r>
              <a:rPr lang="de-CH" dirty="0"/>
              <a:t> </a:t>
            </a:r>
            <a:r>
              <a:rPr lang="de-CH" dirty="0" err="1"/>
              <a:t>iur</a:t>
            </a:r>
            <a:r>
              <a:rPr lang="de-CH" dirty="0"/>
              <a:t>, </a:t>
            </a:r>
            <a:r>
              <a:rPr lang="de-CH" dirty="0" err="1"/>
              <a:t>eic</a:t>
            </a:r>
            <a:r>
              <a:rPr lang="de-CH" dirty="0"/>
              <a:t> </a:t>
            </a:r>
            <a:r>
              <a:rPr lang="de-CH" dirty="0" err="1"/>
              <a:t>to</a:t>
            </a:r>
            <a:r>
              <a:rPr lang="de-CH" dirty="0"/>
              <a:t> in </a:t>
            </a:r>
            <a:r>
              <a:rPr lang="de-CH" dirty="0" err="1"/>
              <a:t>eicieni</a:t>
            </a:r>
            <a:r>
              <a:rPr lang="de-CH" dirty="0"/>
              <a:t> </a:t>
            </a:r>
            <a:r>
              <a:rPr lang="de-CH" dirty="0" err="1"/>
              <a:t>endicia</a:t>
            </a:r>
            <a:r>
              <a:rPr lang="de-CH" dirty="0"/>
              <a:t> </a:t>
            </a:r>
            <a:r>
              <a:rPr lang="de-CH" dirty="0" err="1"/>
              <a:t>sium</a:t>
            </a:r>
            <a:r>
              <a:rPr lang="de-CH" dirty="0"/>
              <a:t> quas </a:t>
            </a:r>
          </a:p>
          <a:p>
            <a:r>
              <a:rPr lang="de-CH" dirty="0" err="1"/>
              <a:t>aut</a:t>
            </a:r>
            <a:r>
              <a:rPr lang="de-CH" dirty="0"/>
              <a:t> </a:t>
            </a:r>
            <a:r>
              <a:rPr lang="de-CH" dirty="0" err="1"/>
              <a:t>verum</a:t>
            </a:r>
            <a:r>
              <a:rPr lang="de-CH" dirty="0"/>
              <a:t> </a:t>
            </a:r>
            <a:r>
              <a:rPr lang="de-CH" dirty="0" err="1"/>
              <a:t>alis</a:t>
            </a:r>
            <a:r>
              <a:rPr lang="de-CH" dirty="0"/>
              <a:t> </a:t>
            </a:r>
            <a:r>
              <a:rPr lang="de-CH" dirty="0" err="1"/>
              <a:t>cores</a:t>
            </a:r>
            <a:r>
              <a:rPr lang="de-CH" dirty="0"/>
              <a:t> am </a:t>
            </a:r>
            <a:r>
              <a:rPr lang="de-CH" dirty="0" err="1"/>
              <a:t>quiderfere</a:t>
            </a:r>
            <a:r>
              <a:rPr lang="de-CH" dirty="0"/>
              <a:t>, </a:t>
            </a:r>
            <a:r>
              <a:rPr lang="de-CH" dirty="0" err="1"/>
              <a:t>cus</a:t>
            </a:r>
            <a:r>
              <a:rPr lang="de-CH" dirty="0"/>
              <a:t>, si dem </a:t>
            </a:r>
            <a:r>
              <a:rPr lang="de-CH" dirty="0" err="1"/>
              <a:t>eris</a:t>
            </a:r>
            <a:r>
              <a:rPr lang="de-CH" dirty="0"/>
              <a:t> </a:t>
            </a:r>
            <a:r>
              <a:rPr lang="de-CH" dirty="0" err="1"/>
              <a:t>rem</a:t>
            </a:r>
            <a:r>
              <a:rPr lang="de-CH" dirty="0"/>
              <a:t> </a:t>
            </a:r>
            <a:r>
              <a:rPr lang="de-CH" dirty="0" err="1"/>
              <a:t>nonsent</a:t>
            </a:r>
            <a:r>
              <a:rPr lang="de-CH" dirty="0"/>
              <a:t> </a:t>
            </a:r>
            <a:r>
              <a:rPr lang="de-CH" dirty="0" err="1"/>
              <a:t>fugitatem</a:t>
            </a:r>
            <a:r>
              <a:rPr lang="de-CH" dirty="0"/>
              <a:t> </a:t>
            </a:r>
            <a:r>
              <a:rPr lang="de-CH" dirty="0" err="1"/>
              <a:t>iurione</a:t>
            </a:r>
            <a:r>
              <a:rPr lang="de-CH" dirty="0"/>
              <a:t> </a:t>
            </a:r>
            <a:r>
              <a:rPr lang="de-CH" dirty="0" err="1"/>
              <a:t>mposin</a:t>
            </a:r>
            <a:r>
              <a:rPr lang="de-CH" dirty="0"/>
              <a:t> </a:t>
            </a:r>
            <a:r>
              <a:rPr lang="de-CH" dirty="0" err="1"/>
              <a:t>iasira</a:t>
            </a:r>
            <a:r>
              <a:rPr lang="de-CH" dirty="0"/>
              <a:t> </a:t>
            </a:r>
            <a:r>
              <a:rPr lang="de-CH" dirty="0" err="1"/>
              <a:t>ta</a:t>
            </a:r>
            <a:r>
              <a:rPr lang="de-CH" dirty="0"/>
              <a:t> </a:t>
            </a:r>
            <a:r>
              <a:rPr lang="de-CH" dirty="0" err="1"/>
              <a:t>por</a:t>
            </a:r>
            <a:r>
              <a:rPr lang="de-CH" dirty="0"/>
              <a:t> </a:t>
            </a:r>
            <a:r>
              <a:rPr lang="de-CH" dirty="0" err="1"/>
              <a:t>bla</a:t>
            </a:r>
            <a:r>
              <a:rPr lang="de-CH" dirty="0"/>
              <a:t> </a:t>
            </a:r>
            <a:r>
              <a:rPr lang="de-CH" dirty="0" err="1"/>
              <a:t>voluptur</a:t>
            </a:r>
            <a:r>
              <a:rPr lang="de-CH" dirty="0"/>
              <a:t> </a:t>
            </a:r>
            <a:r>
              <a:rPr lang="de-CH" dirty="0" err="1"/>
              <a:t>sim</a:t>
            </a:r>
            <a:r>
              <a:rPr lang="de-CH" dirty="0"/>
              <a:t> </a:t>
            </a:r>
            <a:r>
              <a:rPr lang="de-CH" dirty="0" err="1"/>
              <a:t>harupti</a:t>
            </a:r>
            <a:r>
              <a:rPr lang="de-CH" dirty="0"/>
              <a:t> </a:t>
            </a:r>
            <a:r>
              <a:rPr lang="de-CH" dirty="0" err="1"/>
              <a:t>nem</a:t>
            </a:r>
            <a:r>
              <a:rPr lang="de-CH" dirty="0"/>
              <a:t> </a:t>
            </a:r>
            <a:r>
              <a:rPr lang="de-CH" dirty="0" err="1"/>
              <a:t>idun</a:t>
            </a:r>
            <a:r>
              <a:rPr lang="de-CH" dirty="0"/>
              <a:t> </a:t>
            </a:r>
            <a:r>
              <a:rPr lang="de-CH" dirty="0" err="1"/>
              <a:t>tiuras</a:t>
            </a:r>
            <a:r>
              <a:rPr lang="de-CH" dirty="0"/>
              <a:t> </a:t>
            </a:r>
          </a:p>
          <a:p>
            <a:r>
              <a:rPr lang="de-CH" dirty="0" err="1"/>
              <a:t>siqui</a:t>
            </a:r>
            <a:r>
              <a:rPr lang="de-CH" dirty="0"/>
              <a:t> </a:t>
            </a:r>
            <a:r>
              <a:rPr lang="de-CH" dirty="0" err="1"/>
              <a:t>to</a:t>
            </a:r>
            <a:r>
              <a:rPr lang="de-CH" dirty="0"/>
              <a:t> </a:t>
            </a:r>
            <a:r>
              <a:rPr lang="de-CH" dirty="0" err="1"/>
              <a:t>blant</a:t>
            </a:r>
            <a:r>
              <a:rPr lang="de-CH" dirty="0"/>
              <a:t>. Magnis </a:t>
            </a:r>
            <a:r>
              <a:rPr lang="de-CH" dirty="0" err="1"/>
              <a:t>doluptation</a:t>
            </a:r>
            <a:r>
              <a:rPr lang="de-CH" dirty="0"/>
              <a:t> </a:t>
            </a:r>
            <a:r>
              <a:rPr lang="de-CH" dirty="0" err="1"/>
              <a:t>ratis</a:t>
            </a:r>
            <a:r>
              <a:rPr lang="de-CH" dirty="0"/>
              <a:t> </a:t>
            </a:r>
            <a:r>
              <a:rPr lang="de-CH" dirty="0" err="1"/>
              <a:t>saima</a:t>
            </a:r>
            <a:r>
              <a:rPr lang="de-CH" dirty="0"/>
              <a:t>, </a:t>
            </a:r>
            <a:r>
              <a:rPr lang="de-CH" dirty="0" err="1"/>
              <a:t>sit</a:t>
            </a:r>
            <a:r>
              <a:rPr lang="de-CH" dirty="0"/>
              <a:t> </a:t>
            </a:r>
            <a:r>
              <a:rPr lang="de-CH" dirty="0" err="1"/>
              <a:t>lordus</a:t>
            </a:r>
            <a:r>
              <a:rPr lang="de-CH" dirty="0"/>
              <a:t> </a:t>
            </a:r>
            <a:r>
              <a:rPr lang="de-CH" dirty="0" err="1"/>
              <a:t>consed</a:t>
            </a:r>
            <a:r>
              <a:rPr lang="de-CH" dirty="0"/>
              <a:t> </a:t>
            </a:r>
            <a:r>
              <a:rPr lang="de-CH" dirty="0" err="1"/>
              <a:t>quia</a:t>
            </a:r>
            <a:r>
              <a:rPr lang="de-CH" dirty="0"/>
              <a:t> </a:t>
            </a:r>
            <a:r>
              <a:rPr lang="de-CH" dirty="0" err="1"/>
              <a:t>solum</a:t>
            </a:r>
            <a:r>
              <a:rPr lang="de-CH" dirty="0"/>
              <a:t> et </a:t>
            </a:r>
            <a:r>
              <a:rPr lang="de-CH" dirty="0" err="1"/>
              <a:t>doluptio</a:t>
            </a:r>
            <a:r>
              <a:rPr lang="de-CH" dirty="0"/>
              <a:t>. </a:t>
            </a:r>
          </a:p>
          <a:p>
            <a:endParaRPr lang="de-CH" dirty="0"/>
          </a:p>
          <a:p>
            <a:pPr lvl="1"/>
            <a:r>
              <a:rPr lang="de-CH" dirty="0"/>
              <a:t>Aufzählung auf einer Zeile</a:t>
            </a:r>
          </a:p>
          <a:p>
            <a:pPr lvl="1"/>
            <a:r>
              <a:rPr lang="de-CH" dirty="0"/>
              <a:t>Aufzählung auf einer Zeile</a:t>
            </a:r>
          </a:p>
          <a:p>
            <a:pPr lvl="1"/>
            <a:r>
              <a:rPr lang="de-CH" dirty="0"/>
              <a:t>Aufzählung auf einer Zeile</a:t>
            </a:r>
          </a:p>
        </p:txBody>
      </p:sp>
      <p:sp>
        <p:nvSpPr>
          <p:cNvPr id="5" name="Datumsplatzhalter 4">
            <a:extLst>
              <a:ext uri="{FF2B5EF4-FFF2-40B4-BE49-F238E27FC236}">
                <a16:creationId xmlns:a16="http://schemas.microsoft.com/office/drawing/2014/main" id="{72997838-436C-E606-0F50-F8C3C23B6B5A}"/>
              </a:ext>
            </a:extLst>
          </p:cNvPr>
          <p:cNvSpPr>
            <a:spLocks noGrp="1"/>
          </p:cNvSpPr>
          <p:nvPr>
            <p:ph type="dt" sz="half" idx="10"/>
          </p:nvPr>
        </p:nvSpPr>
        <p:spPr/>
        <p:txBody>
          <a:bodyPr/>
          <a:lstStyle/>
          <a:p>
            <a:fld id="{3771F3A6-F441-464A-92A9-B25BBD4C6A33}" type="datetime4">
              <a:rPr lang="de-CH" smtClean="0"/>
              <a:t>8. Februar 2026</a:t>
            </a:fld>
            <a:endParaRPr lang="de-CH" dirty="0"/>
          </a:p>
        </p:txBody>
      </p:sp>
      <p:sp>
        <p:nvSpPr>
          <p:cNvPr id="6" name="Fußzeilenplatzhalter 5">
            <a:extLst>
              <a:ext uri="{FF2B5EF4-FFF2-40B4-BE49-F238E27FC236}">
                <a16:creationId xmlns:a16="http://schemas.microsoft.com/office/drawing/2014/main" id="{8586D67C-038A-2E13-A7D5-19D6450BEFB6}"/>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7" name="Foliennummernplatzhalter 6">
            <a:extLst>
              <a:ext uri="{FF2B5EF4-FFF2-40B4-BE49-F238E27FC236}">
                <a16:creationId xmlns:a16="http://schemas.microsoft.com/office/drawing/2014/main" id="{481DC551-AF0C-7660-3097-0F6923654BD8}"/>
              </a:ext>
            </a:extLst>
          </p:cNvPr>
          <p:cNvSpPr>
            <a:spLocks noGrp="1"/>
          </p:cNvSpPr>
          <p:nvPr>
            <p:ph type="sldNum" sz="quarter" idx="12"/>
          </p:nvPr>
        </p:nvSpPr>
        <p:spPr/>
        <p:txBody>
          <a:bodyPr/>
          <a:lstStyle/>
          <a:p>
            <a:fld id="{442AD375-037F-43D0-B059-5172DA06796A}" type="slidenum">
              <a:rPr lang="de-CH" smtClean="0"/>
              <a:pPr/>
              <a:t>30</a:t>
            </a:fld>
            <a:endParaRPr lang="de-CH" dirty="0"/>
          </a:p>
        </p:txBody>
      </p:sp>
    </p:spTree>
    <p:extLst>
      <p:ext uri="{BB962C8B-B14F-4D97-AF65-F5344CB8AC3E}">
        <p14:creationId xmlns:p14="http://schemas.microsoft.com/office/powerpoint/2010/main" val="3087373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0F4FF06-1A48-2DFB-0C04-659A8BA896F6}"/>
              </a:ext>
            </a:extLst>
          </p:cNvPr>
          <p:cNvSpPr>
            <a:spLocks noGrp="1"/>
          </p:cNvSpPr>
          <p:nvPr>
            <p:ph type="title"/>
          </p:nvPr>
        </p:nvSpPr>
        <p:spPr/>
        <p:txBody>
          <a:bodyPr/>
          <a:lstStyle/>
          <a:p>
            <a:r>
              <a:rPr lang="de-CH" dirty="0"/>
              <a:t>Beispielfolie</a:t>
            </a:r>
            <a:br>
              <a:rPr lang="de-CH" dirty="0"/>
            </a:br>
            <a:r>
              <a:rPr lang="de-CH" dirty="0"/>
              <a:t>«Drei Inhalte»</a:t>
            </a:r>
          </a:p>
        </p:txBody>
      </p:sp>
      <p:sp>
        <p:nvSpPr>
          <p:cNvPr id="3" name="Inhaltsplatzhalter 2">
            <a:extLst>
              <a:ext uri="{FF2B5EF4-FFF2-40B4-BE49-F238E27FC236}">
                <a16:creationId xmlns:a16="http://schemas.microsoft.com/office/drawing/2014/main" id="{CFEA3659-4F88-D25B-2C3D-1DB3EF4AC217}"/>
              </a:ext>
            </a:extLst>
          </p:cNvPr>
          <p:cNvSpPr>
            <a:spLocks noGrp="1"/>
          </p:cNvSpPr>
          <p:nvPr>
            <p:ph sz="half" idx="1"/>
          </p:nvPr>
        </p:nvSpPr>
        <p:spPr/>
        <p:txBody>
          <a:bodyPr/>
          <a:lstStyle/>
          <a:p>
            <a:r>
              <a:rPr lang="de-CH" b="1" dirty="0"/>
              <a:t>Untertitel</a:t>
            </a:r>
          </a:p>
          <a:p>
            <a:r>
              <a:rPr lang="de-CH" dirty="0"/>
              <a:t>Ost </a:t>
            </a:r>
            <a:r>
              <a:rPr lang="de-CH" dirty="0" err="1"/>
              <a:t>eici</a:t>
            </a:r>
            <a:r>
              <a:rPr lang="de-CH" dirty="0"/>
              <a:t> </a:t>
            </a:r>
            <a:r>
              <a:rPr lang="de-CH" dirty="0" err="1"/>
              <a:t>dis</a:t>
            </a:r>
            <a:r>
              <a:rPr lang="de-CH" dirty="0"/>
              <a:t> </a:t>
            </a:r>
            <a:r>
              <a:rPr lang="de-CH" dirty="0" err="1"/>
              <a:t>iur</a:t>
            </a:r>
            <a:r>
              <a:rPr lang="de-CH" dirty="0"/>
              <a:t>, </a:t>
            </a:r>
            <a:r>
              <a:rPr lang="de-CH" dirty="0" err="1"/>
              <a:t>eic</a:t>
            </a:r>
            <a:r>
              <a:rPr lang="de-CH" dirty="0"/>
              <a:t> </a:t>
            </a:r>
            <a:r>
              <a:rPr lang="de-CH" dirty="0" err="1"/>
              <a:t>to</a:t>
            </a:r>
            <a:r>
              <a:rPr lang="de-CH" dirty="0"/>
              <a:t> in </a:t>
            </a:r>
            <a:r>
              <a:rPr lang="de-CH" dirty="0" err="1"/>
              <a:t>eicien</a:t>
            </a:r>
            <a:r>
              <a:rPr lang="de-CH" dirty="0"/>
              <a:t> </a:t>
            </a:r>
            <a:r>
              <a:rPr lang="de-CH" dirty="0" err="1"/>
              <a:t>endicia</a:t>
            </a:r>
            <a:r>
              <a:rPr lang="de-CH" dirty="0"/>
              <a:t> </a:t>
            </a:r>
            <a:r>
              <a:rPr lang="de-CH" dirty="0" err="1"/>
              <a:t>sium</a:t>
            </a:r>
            <a:r>
              <a:rPr lang="de-CH" dirty="0"/>
              <a:t> quas </a:t>
            </a:r>
            <a:r>
              <a:rPr lang="de-CH" dirty="0" err="1"/>
              <a:t>aut</a:t>
            </a:r>
            <a:r>
              <a:rPr lang="de-CH" dirty="0"/>
              <a:t> </a:t>
            </a:r>
            <a:r>
              <a:rPr lang="de-CH" dirty="0" err="1"/>
              <a:t>verun</a:t>
            </a:r>
            <a:r>
              <a:rPr lang="de-CH" dirty="0"/>
              <a:t> </a:t>
            </a:r>
            <a:r>
              <a:rPr lang="de-CH" dirty="0" err="1"/>
              <a:t>alis</a:t>
            </a:r>
            <a:r>
              <a:rPr lang="de-CH" dirty="0"/>
              <a:t> </a:t>
            </a:r>
            <a:r>
              <a:rPr lang="de-CH" dirty="0" err="1"/>
              <a:t>cores</a:t>
            </a:r>
            <a:r>
              <a:rPr lang="de-CH" dirty="0"/>
              <a:t> am </a:t>
            </a:r>
            <a:r>
              <a:rPr lang="de-CH" dirty="0" err="1"/>
              <a:t>quiderfere</a:t>
            </a:r>
            <a:r>
              <a:rPr lang="de-CH" dirty="0"/>
              <a:t>, </a:t>
            </a:r>
            <a:r>
              <a:rPr lang="de-CH" dirty="0" err="1"/>
              <a:t>cussi</a:t>
            </a:r>
            <a:r>
              <a:rPr lang="de-CH" dirty="0"/>
              <a:t> de </a:t>
            </a:r>
            <a:r>
              <a:rPr lang="de-CH" dirty="0" err="1"/>
              <a:t>eris</a:t>
            </a:r>
            <a:r>
              <a:rPr lang="de-CH" dirty="0"/>
              <a:t> </a:t>
            </a:r>
            <a:r>
              <a:rPr lang="de-CH" dirty="0" err="1"/>
              <a:t>rem</a:t>
            </a:r>
            <a:r>
              <a:rPr lang="de-CH" dirty="0"/>
              <a:t> </a:t>
            </a:r>
            <a:r>
              <a:rPr lang="de-CH" dirty="0" err="1"/>
              <a:t>nonsent</a:t>
            </a:r>
            <a:r>
              <a:rPr lang="de-CH" dirty="0"/>
              <a:t> </a:t>
            </a:r>
            <a:r>
              <a:rPr lang="de-CH" dirty="0" err="1"/>
              <a:t>fugitae</a:t>
            </a:r>
            <a:r>
              <a:rPr lang="de-CH" dirty="0"/>
              <a:t> </a:t>
            </a:r>
            <a:r>
              <a:rPr lang="de-CH" dirty="0" err="1"/>
              <a:t>volupi</a:t>
            </a:r>
            <a:r>
              <a:rPr lang="de-CH" dirty="0"/>
              <a:t> </a:t>
            </a:r>
            <a:r>
              <a:rPr lang="de-CH" dirty="0" err="1"/>
              <a:t>tur</a:t>
            </a:r>
            <a:r>
              <a:rPr lang="de-CH" dirty="0"/>
              <a:t> </a:t>
            </a:r>
            <a:r>
              <a:rPr lang="de-CH" dirty="0" err="1"/>
              <a:t>sim</a:t>
            </a:r>
            <a:r>
              <a:rPr lang="de-CH" dirty="0"/>
              <a:t> </a:t>
            </a:r>
            <a:r>
              <a:rPr lang="de-CH" dirty="0" err="1"/>
              <a:t>harupti</a:t>
            </a:r>
            <a:r>
              <a:rPr lang="de-CH" dirty="0"/>
              <a:t> </a:t>
            </a:r>
            <a:r>
              <a:rPr lang="de-CH" dirty="0" err="1"/>
              <a:t>nem</a:t>
            </a:r>
            <a:r>
              <a:rPr lang="de-CH" dirty="0"/>
              <a:t> </a:t>
            </a:r>
            <a:r>
              <a:rPr lang="de-CH" dirty="0" err="1"/>
              <a:t>idu</a:t>
            </a:r>
            <a:r>
              <a:rPr lang="de-CH" dirty="0"/>
              <a:t> </a:t>
            </a:r>
            <a:r>
              <a:rPr lang="de-CH" dirty="0" err="1"/>
              <a:t>lupon</a:t>
            </a:r>
            <a:r>
              <a:rPr lang="de-CH" dirty="0"/>
              <a:t> </a:t>
            </a:r>
            <a:r>
              <a:rPr lang="de-CH" dirty="0" err="1"/>
              <a:t>ratis</a:t>
            </a:r>
            <a:r>
              <a:rPr lang="de-CH" dirty="0"/>
              <a:t> </a:t>
            </a:r>
            <a:r>
              <a:rPr lang="de-CH" dirty="0" err="1"/>
              <a:t>saima</a:t>
            </a:r>
            <a:r>
              <a:rPr lang="de-CH" dirty="0"/>
              <a:t>, </a:t>
            </a:r>
            <a:r>
              <a:rPr lang="de-CH" dirty="0" err="1"/>
              <a:t>sit</a:t>
            </a:r>
            <a:r>
              <a:rPr lang="de-CH" dirty="0"/>
              <a:t> </a:t>
            </a:r>
            <a:r>
              <a:rPr lang="de-CH" dirty="0" err="1"/>
              <a:t>lordusi</a:t>
            </a:r>
            <a:r>
              <a:rPr lang="de-CH" dirty="0"/>
              <a:t> </a:t>
            </a:r>
            <a:r>
              <a:rPr lang="de-CH" dirty="0" err="1"/>
              <a:t>conseda</a:t>
            </a:r>
            <a:r>
              <a:rPr lang="de-CH" dirty="0"/>
              <a:t>.</a:t>
            </a:r>
          </a:p>
          <a:p>
            <a:endParaRPr lang="de-CH" dirty="0"/>
          </a:p>
          <a:p>
            <a:pPr lvl="1"/>
            <a:r>
              <a:rPr lang="de-CH" dirty="0"/>
              <a:t>Aufzählung auf einer Zeile</a:t>
            </a:r>
          </a:p>
          <a:p>
            <a:pPr lvl="1"/>
            <a:r>
              <a:rPr lang="de-CH" dirty="0"/>
              <a:t>Aufzählung auf einer Zeile</a:t>
            </a:r>
          </a:p>
        </p:txBody>
      </p:sp>
      <p:sp>
        <p:nvSpPr>
          <p:cNvPr id="4" name="Inhaltsplatzhalter 3">
            <a:extLst>
              <a:ext uri="{FF2B5EF4-FFF2-40B4-BE49-F238E27FC236}">
                <a16:creationId xmlns:a16="http://schemas.microsoft.com/office/drawing/2014/main" id="{43D55233-2F1E-889D-F4BF-CE532EA15078}"/>
              </a:ext>
            </a:extLst>
          </p:cNvPr>
          <p:cNvSpPr>
            <a:spLocks noGrp="1"/>
          </p:cNvSpPr>
          <p:nvPr>
            <p:ph sz="half" idx="2"/>
          </p:nvPr>
        </p:nvSpPr>
        <p:spPr/>
        <p:txBody>
          <a:bodyPr/>
          <a:lstStyle/>
          <a:p>
            <a:r>
              <a:rPr lang="de-CH" b="1" dirty="0"/>
              <a:t>Untertitel</a:t>
            </a:r>
          </a:p>
          <a:p>
            <a:r>
              <a:rPr lang="de-CH" dirty="0"/>
              <a:t>Ost </a:t>
            </a:r>
            <a:r>
              <a:rPr lang="de-CH" dirty="0" err="1"/>
              <a:t>eici</a:t>
            </a:r>
            <a:r>
              <a:rPr lang="de-CH" dirty="0"/>
              <a:t> </a:t>
            </a:r>
            <a:r>
              <a:rPr lang="de-CH" dirty="0" err="1"/>
              <a:t>dis</a:t>
            </a:r>
            <a:r>
              <a:rPr lang="de-CH" dirty="0"/>
              <a:t> </a:t>
            </a:r>
            <a:r>
              <a:rPr lang="de-CH" dirty="0" err="1"/>
              <a:t>iur</a:t>
            </a:r>
            <a:r>
              <a:rPr lang="de-CH" dirty="0"/>
              <a:t>, </a:t>
            </a:r>
            <a:r>
              <a:rPr lang="de-CH" dirty="0" err="1"/>
              <a:t>eic</a:t>
            </a:r>
            <a:r>
              <a:rPr lang="de-CH" dirty="0"/>
              <a:t> </a:t>
            </a:r>
            <a:r>
              <a:rPr lang="de-CH" dirty="0" err="1"/>
              <a:t>to</a:t>
            </a:r>
            <a:r>
              <a:rPr lang="de-CH" dirty="0"/>
              <a:t> in </a:t>
            </a:r>
            <a:r>
              <a:rPr lang="de-CH" dirty="0" err="1"/>
              <a:t>eicien</a:t>
            </a:r>
            <a:r>
              <a:rPr lang="de-CH" dirty="0"/>
              <a:t> </a:t>
            </a:r>
            <a:r>
              <a:rPr lang="de-CH" dirty="0" err="1"/>
              <a:t>endicia</a:t>
            </a:r>
            <a:r>
              <a:rPr lang="de-CH" dirty="0"/>
              <a:t> </a:t>
            </a:r>
            <a:r>
              <a:rPr lang="de-CH" dirty="0" err="1"/>
              <a:t>sium</a:t>
            </a:r>
            <a:r>
              <a:rPr lang="de-CH" dirty="0"/>
              <a:t> quas </a:t>
            </a:r>
            <a:r>
              <a:rPr lang="de-CH" dirty="0" err="1"/>
              <a:t>aut</a:t>
            </a:r>
            <a:r>
              <a:rPr lang="de-CH" dirty="0"/>
              <a:t> </a:t>
            </a:r>
            <a:r>
              <a:rPr lang="de-CH" dirty="0" err="1"/>
              <a:t>verun</a:t>
            </a:r>
            <a:r>
              <a:rPr lang="de-CH" dirty="0"/>
              <a:t> </a:t>
            </a:r>
            <a:r>
              <a:rPr lang="de-CH" dirty="0" err="1"/>
              <a:t>alis</a:t>
            </a:r>
            <a:r>
              <a:rPr lang="de-CH" dirty="0"/>
              <a:t> </a:t>
            </a:r>
            <a:r>
              <a:rPr lang="de-CH" dirty="0" err="1"/>
              <a:t>cores</a:t>
            </a:r>
            <a:r>
              <a:rPr lang="de-CH" dirty="0"/>
              <a:t> am </a:t>
            </a:r>
            <a:r>
              <a:rPr lang="de-CH" dirty="0" err="1"/>
              <a:t>quiderfere</a:t>
            </a:r>
            <a:r>
              <a:rPr lang="de-CH" dirty="0"/>
              <a:t>, </a:t>
            </a:r>
            <a:r>
              <a:rPr lang="de-CH" dirty="0" err="1"/>
              <a:t>cussi</a:t>
            </a:r>
            <a:r>
              <a:rPr lang="de-CH" dirty="0"/>
              <a:t> de </a:t>
            </a:r>
            <a:r>
              <a:rPr lang="de-CH" dirty="0" err="1"/>
              <a:t>eris</a:t>
            </a:r>
            <a:r>
              <a:rPr lang="de-CH" dirty="0"/>
              <a:t> </a:t>
            </a:r>
            <a:r>
              <a:rPr lang="de-CH" dirty="0" err="1"/>
              <a:t>rem</a:t>
            </a:r>
            <a:r>
              <a:rPr lang="de-CH" dirty="0"/>
              <a:t> </a:t>
            </a:r>
            <a:r>
              <a:rPr lang="de-CH" dirty="0" err="1"/>
              <a:t>nonsent</a:t>
            </a:r>
            <a:r>
              <a:rPr lang="de-CH" dirty="0"/>
              <a:t> </a:t>
            </a:r>
            <a:r>
              <a:rPr lang="de-CH" dirty="0" err="1"/>
              <a:t>fugitae</a:t>
            </a:r>
            <a:r>
              <a:rPr lang="de-CH" dirty="0"/>
              <a:t> </a:t>
            </a:r>
            <a:r>
              <a:rPr lang="de-CH" dirty="0" err="1"/>
              <a:t>volupi</a:t>
            </a:r>
            <a:r>
              <a:rPr lang="de-CH" dirty="0"/>
              <a:t> </a:t>
            </a:r>
            <a:r>
              <a:rPr lang="de-CH" dirty="0" err="1"/>
              <a:t>tur</a:t>
            </a:r>
            <a:r>
              <a:rPr lang="de-CH" dirty="0"/>
              <a:t> </a:t>
            </a:r>
            <a:r>
              <a:rPr lang="de-CH" dirty="0" err="1"/>
              <a:t>sim</a:t>
            </a:r>
            <a:r>
              <a:rPr lang="de-CH" dirty="0"/>
              <a:t> </a:t>
            </a:r>
            <a:r>
              <a:rPr lang="de-CH" dirty="0" err="1"/>
              <a:t>harupti</a:t>
            </a:r>
            <a:r>
              <a:rPr lang="de-CH" dirty="0"/>
              <a:t> </a:t>
            </a:r>
            <a:r>
              <a:rPr lang="de-CH" dirty="0" err="1"/>
              <a:t>nem</a:t>
            </a:r>
            <a:r>
              <a:rPr lang="de-CH" dirty="0"/>
              <a:t> </a:t>
            </a:r>
            <a:r>
              <a:rPr lang="de-CH" dirty="0" err="1"/>
              <a:t>idu</a:t>
            </a:r>
            <a:r>
              <a:rPr lang="de-CH" dirty="0"/>
              <a:t> </a:t>
            </a:r>
            <a:r>
              <a:rPr lang="de-CH" dirty="0" err="1"/>
              <a:t>lupon</a:t>
            </a:r>
            <a:r>
              <a:rPr lang="de-CH" dirty="0"/>
              <a:t> </a:t>
            </a:r>
            <a:r>
              <a:rPr lang="de-CH" dirty="0" err="1"/>
              <a:t>ratis</a:t>
            </a:r>
            <a:r>
              <a:rPr lang="de-CH" dirty="0"/>
              <a:t> </a:t>
            </a:r>
            <a:r>
              <a:rPr lang="de-CH" dirty="0" err="1"/>
              <a:t>saima</a:t>
            </a:r>
            <a:r>
              <a:rPr lang="de-CH" dirty="0"/>
              <a:t>, </a:t>
            </a:r>
            <a:r>
              <a:rPr lang="de-CH" dirty="0" err="1"/>
              <a:t>sit</a:t>
            </a:r>
            <a:r>
              <a:rPr lang="de-CH" dirty="0"/>
              <a:t> </a:t>
            </a:r>
            <a:r>
              <a:rPr lang="de-CH" dirty="0" err="1"/>
              <a:t>lordusi</a:t>
            </a:r>
            <a:r>
              <a:rPr lang="de-CH" dirty="0"/>
              <a:t> </a:t>
            </a:r>
            <a:r>
              <a:rPr lang="de-CH" dirty="0" err="1"/>
              <a:t>conseda</a:t>
            </a:r>
            <a:r>
              <a:rPr lang="de-CH" dirty="0"/>
              <a:t>.</a:t>
            </a:r>
          </a:p>
          <a:p>
            <a:endParaRPr lang="de-CH" dirty="0"/>
          </a:p>
          <a:p>
            <a:pPr lvl="1"/>
            <a:r>
              <a:rPr lang="de-CH" dirty="0"/>
              <a:t>Aufzählung auf einer Zeile</a:t>
            </a:r>
          </a:p>
          <a:p>
            <a:pPr lvl="1"/>
            <a:r>
              <a:rPr lang="de-CH" dirty="0"/>
              <a:t>Aufzählung auf einer Zeile</a:t>
            </a:r>
          </a:p>
        </p:txBody>
      </p:sp>
      <p:sp>
        <p:nvSpPr>
          <p:cNvPr id="5" name="Datumsplatzhalter 4">
            <a:extLst>
              <a:ext uri="{FF2B5EF4-FFF2-40B4-BE49-F238E27FC236}">
                <a16:creationId xmlns:a16="http://schemas.microsoft.com/office/drawing/2014/main" id="{1976BD17-4D6C-8A07-BA5A-8C33E807810E}"/>
              </a:ext>
            </a:extLst>
          </p:cNvPr>
          <p:cNvSpPr>
            <a:spLocks noGrp="1"/>
          </p:cNvSpPr>
          <p:nvPr>
            <p:ph type="dt" sz="half" idx="10"/>
          </p:nvPr>
        </p:nvSpPr>
        <p:spPr/>
        <p:txBody>
          <a:bodyPr/>
          <a:lstStyle/>
          <a:p>
            <a:fld id="{778B6D17-B9CB-43F7-BA4B-F41F33D9CB72}" type="datetime4">
              <a:rPr lang="de-CH" smtClean="0"/>
              <a:t>8. Februar 2026</a:t>
            </a:fld>
            <a:endParaRPr lang="de-CH" dirty="0"/>
          </a:p>
        </p:txBody>
      </p:sp>
      <p:sp>
        <p:nvSpPr>
          <p:cNvPr id="6" name="Fußzeilenplatzhalter 5">
            <a:extLst>
              <a:ext uri="{FF2B5EF4-FFF2-40B4-BE49-F238E27FC236}">
                <a16:creationId xmlns:a16="http://schemas.microsoft.com/office/drawing/2014/main" id="{AD9E6B1B-FA75-B705-2FA5-417598A49DC1}"/>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7" name="Foliennummernplatzhalter 6">
            <a:extLst>
              <a:ext uri="{FF2B5EF4-FFF2-40B4-BE49-F238E27FC236}">
                <a16:creationId xmlns:a16="http://schemas.microsoft.com/office/drawing/2014/main" id="{54142633-D1C4-9923-9738-74F9716AA934}"/>
              </a:ext>
            </a:extLst>
          </p:cNvPr>
          <p:cNvSpPr>
            <a:spLocks noGrp="1"/>
          </p:cNvSpPr>
          <p:nvPr>
            <p:ph type="sldNum" sz="quarter" idx="12"/>
          </p:nvPr>
        </p:nvSpPr>
        <p:spPr/>
        <p:txBody>
          <a:bodyPr/>
          <a:lstStyle/>
          <a:p>
            <a:fld id="{442AD375-037F-43D0-B059-5172DA06796A}" type="slidenum">
              <a:rPr lang="de-CH" smtClean="0"/>
              <a:pPr/>
              <a:t>31</a:t>
            </a:fld>
            <a:endParaRPr lang="de-CH" dirty="0"/>
          </a:p>
        </p:txBody>
      </p:sp>
      <p:sp>
        <p:nvSpPr>
          <p:cNvPr id="8" name="Inhaltsplatzhalter 7">
            <a:extLst>
              <a:ext uri="{FF2B5EF4-FFF2-40B4-BE49-F238E27FC236}">
                <a16:creationId xmlns:a16="http://schemas.microsoft.com/office/drawing/2014/main" id="{9A75B526-14A2-A705-6EFE-597CBBE2BBBA}"/>
              </a:ext>
            </a:extLst>
          </p:cNvPr>
          <p:cNvSpPr>
            <a:spLocks noGrp="1"/>
          </p:cNvSpPr>
          <p:nvPr>
            <p:ph sz="half" idx="13"/>
          </p:nvPr>
        </p:nvSpPr>
        <p:spPr/>
        <p:txBody>
          <a:bodyPr/>
          <a:lstStyle/>
          <a:p>
            <a:r>
              <a:rPr lang="de-CH" b="1" dirty="0"/>
              <a:t>Untertitel</a:t>
            </a:r>
          </a:p>
          <a:p>
            <a:r>
              <a:rPr lang="de-CH" dirty="0"/>
              <a:t>Ost </a:t>
            </a:r>
            <a:r>
              <a:rPr lang="de-CH" dirty="0" err="1"/>
              <a:t>eici</a:t>
            </a:r>
            <a:r>
              <a:rPr lang="de-CH" dirty="0"/>
              <a:t> </a:t>
            </a:r>
            <a:r>
              <a:rPr lang="de-CH" dirty="0" err="1"/>
              <a:t>dis</a:t>
            </a:r>
            <a:r>
              <a:rPr lang="de-CH" dirty="0"/>
              <a:t> </a:t>
            </a:r>
            <a:r>
              <a:rPr lang="de-CH" dirty="0" err="1"/>
              <a:t>iur</a:t>
            </a:r>
            <a:r>
              <a:rPr lang="de-CH" dirty="0"/>
              <a:t>, </a:t>
            </a:r>
            <a:r>
              <a:rPr lang="de-CH" dirty="0" err="1"/>
              <a:t>eic</a:t>
            </a:r>
            <a:r>
              <a:rPr lang="de-CH" dirty="0"/>
              <a:t> </a:t>
            </a:r>
            <a:r>
              <a:rPr lang="de-CH" dirty="0" err="1"/>
              <a:t>to</a:t>
            </a:r>
            <a:r>
              <a:rPr lang="de-CH" dirty="0"/>
              <a:t> in </a:t>
            </a:r>
            <a:r>
              <a:rPr lang="de-CH" dirty="0" err="1"/>
              <a:t>eicien</a:t>
            </a:r>
            <a:r>
              <a:rPr lang="de-CH" dirty="0"/>
              <a:t> </a:t>
            </a:r>
            <a:r>
              <a:rPr lang="de-CH" dirty="0" err="1"/>
              <a:t>endicia</a:t>
            </a:r>
            <a:r>
              <a:rPr lang="de-CH" dirty="0"/>
              <a:t> </a:t>
            </a:r>
            <a:r>
              <a:rPr lang="de-CH" dirty="0" err="1"/>
              <a:t>sium</a:t>
            </a:r>
            <a:r>
              <a:rPr lang="de-CH" dirty="0"/>
              <a:t> quas </a:t>
            </a:r>
            <a:r>
              <a:rPr lang="de-CH" dirty="0" err="1"/>
              <a:t>aut</a:t>
            </a:r>
            <a:r>
              <a:rPr lang="de-CH" dirty="0"/>
              <a:t> </a:t>
            </a:r>
            <a:r>
              <a:rPr lang="de-CH" dirty="0" err="1"/>
              <a:t>verun</a:t>
            </a:r>
            <a:r>
              <a:rPr lang="de-CH" dirty="0"/>
              <a:t> </a:t>
            </a:r>
            <a:r>
              <a:rPr lang="de-CH" dirty="0" err="1"/>
              <a:t>alis</a:t>
            </a:r>
            <a:r>
              <a:rPr lang="de-CH" dirty="0"/>
              <a:t> </a:t>
            </a:r>
            <a:r>
              <a:rPr lang="de-CH" dirty="0" err="1"/>
              <a:t>cores</a:t>
            </a:r>
            <a:r>
              <a:rPr lang="de-CH" dirty="0"/>
              <a:t> am </a:t>
            </a:r>
            <a:r>
              <a:rPr lang="de-CH" dirty="0" err="1"/>
              <a:t>quiderfere</a:t>
            </a:r>
            <a:r>
              <a:rPr lang="de-CH" dirty="0"/>
              <a:t>, </a:t>
            </a:r>
            <a:r>
              <a:rPr lang="de-CH" dirty="0" err="1"/>
              <a:t>cussi</a:t>
            </a:r>
            <a:r>
              <a:rPr lang="de-CH" dirty="0"/>
              <a:t> de </a:t>
            </a:r>
            <a:r>
              <a:rPr lang="de-CH" dirty="0" err="1"/>
              <a:t>eris</a:t>
            </a:r>
            <a:r>
              <a:rPr lang="de-CH" dirty="0"/>
              <a:t> </a:t>
            </a:r>
            <a:r>
              <a:rPr lang="de-CH" dirty="0" err="1"/>
              <a:t>rem</a:t>
            </a:r>
            <a:r>
              <a:rPr lang="de-CH" dirty="0"/>
              <a:t> </a:t>
            </a:r>
            <a:r>
              <a:rPr lang="de-CH" dirty="0" err="1"/>
              <a:t>nonsent</a:t>
            </a:r>
            <a:r>
              <a:rPr lang="de-CH" dirty="0"/>
              <a:t> </a:t>
            </a:r>
            <a:r>
              <a:rPr lang="de-CH" dirty="0" err="1"/>
              <a:t>fugitae</a:t>
            </a:r>
            <a:r>
              <a:rPr lang="de-CH" dirty="0"/>
              <a:t> </a:t>
            </a:r>
            <a:r>
              <a:rPr lang="de-CH" dirty="0" err="1"/>
              <a:t>volupi</a:t>
            </a:r>
            <a:r>
              <a:rPr lang="de-CH" dirty="0"/>
              <a:t> </a:t>
            </a:r>
            <a:r>
              <a:rPr lang="de-CH" dirty="0" err="1"/>
              <a:t>tur</a:t>
            </a:r>
            <a:r>
              <a:rPr lang="de-CH" dirty="0"/>
              <a:t> </a:t>
            </a:r>
            <a:r>
              <a:rPr lang="de-CH" dirty="0" err="1"/>
              <a:t>sim</a:t>
            </a:r>
            <a:r>
              <a:rPr lang="de-CH" dirty="0"/>
              <a:t> </a:t>
            </a:r>
            <a:r>
              <a:rPr lang="de-CH" dirty="0" err="1"/>
              <a:t>harupti</a:t>
            </a:r>
            <a:r>
              <a:rPr lang="de-CH" dirty="0"/>
              <a:t> </a:t>
            </a:r>
            <a:r>
              <a:rPr lang="de-CH" dirty="0" err="1"/>
              <a:t>nem</a:t>
            </a:r>
            <a:r>
              <a:rPr lang="de-CH" dirty="0"/>
              <a:t> </a:t>
            </a:r>
            <a:r>
              <a:rPr lang="de-CH" dirty="0" err="1"/>
              <a:t>idu</a:t>
            </a:r>
            <a:r>
              <a:rPr lang="de-CH" dirty="0"/>
              <a:t> </a:t>
            </a:r>
            <a:r>
              <a:rPr lang="de-CH" dirty="0" err="1"/>
              <a:t>lupon</a:t>
            </a:r>
            <a:r>
              <a:rPr lang="de-CH" dirty="0"/>
              <a:t> </a:t>
            </a:r>
            <a:r>
              <a:rPr lang="de-CH" dirty="0" err="1"/>
              <a:t>ratis</a:t>
            </a:r>
            <a:r>
              <a:rPr lang="de-CH" dirty="0"/>
              <a:t> </a:t>
            </a:r>
            <a:r>
              <a:rPr lang="de-CH" dirty="0" err="1"/>
              <a:t>saima</a:t>
            </a:r>
            <a:r>
              <a:rPr lang="de-CH" dirty="0"/>
              <a:t>, </a:t>
            </a:r>
            <a:r>
              <a:rPr lang="de-CH" dirty="0" err="1"/>
              <a:t>sit</a:t>
            </a:r>
            <a:r>
              <a:rPr lang="de-CH" dirty="0"/>
              <a:t> </a:t>
            </a:r>
            <a:r>
              <a:rPr lang="de-CH" dirty="0" err="1"/>
              <a:t>lordusi</a:t>
            </a:r>
            <a:r>
              <a:rPr lang="de-CH" dirty="0"/>
              <a:t> </a:t>
            </a:r>
            <a:r>
              <a:rPr lang="de-CH" dirty="0" err="1"/>
              <a:t>conseda</a:t>
            </a:r>
            <a:r>
              <a:rPr lang="de-CH" dirty="0"/>
              <a:t>.</a:t>
            </a:r>
          </a:p>
          <a:p>
            <a:endParaRPr lang="de-CH" dirty="0"/>
          </a:p>
          <a:p>
            <a:pPr lvl="1"/>
            <a:r>
              <a:rPr lang="de-CH" dirty="0"/>
              <a:t>Aufzählung auf einer Zeile</a:t>
            </a:r>
          </a:p>
          <a:p>
            <a:pPr lvl="1"/>
            <a:r>
              <a:rPr lang="de-CH" dirty="0"/>
              <a:t>Aufzählung auf einer Zeile</a:t>
            </a:r>
          </a:p>
        </p:txBody>
      </p:sp>
    </p:spTree>
    <p:extLst>
      <p:ext uri="{BB962C8B-B14F-4D97-AF65-F5344CB8AC3E}">
        <p14:creationId xmlns:p14="http://schemas.microsoft.com/office/powerpoint/2010/main" val="4408569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Bildplatzhalter 8">
            <a:extLst>
              <a:ext uri="{FF2B5EF4-FFF2-40B4-BE49-F238E27FC236}">
                <a16:creationId xmlns:a16="http://schemas.microsoft.com/office/drawing/2014/main" id="{FE5A4392-8004-D3BD-8FB2-09FBA6445BE0}"/>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7" b="7"/>
          <a:stretch/>
        </p:blipFill>
        <p:spPr/>
      </p:pic>
      <p:sp>
        <p:nvSpPr>
          <p:cNvPr id="3" name="Titel 2">
            <a:extLst>
              <a:ext uri="{FF2B5EF4-FFF2-40B4-BE49-F238E27FC236}">
                <a16:creationId xmlns:a16="http://schemas.microsoft.com/office/drawing/2014/main" id="{4AE32A06-B783-9251-EFFF-0B0875F4EDE2}"/>
              </a:ext>
            </a:extLst>
          </p:cNvPr>
          <p:cNvSpPr>
            <a:spLocks noGrp="1"/>
          </p:cNvSpPr>
          <p:nvPr>
            <p:ph type="title"/>
          </p:nvPr>
        </p:nvSpPr>
        <p:spPr/>
        <p:txBody>
          <a:bodyPr/>
          <a:lstStyle/>
          <a:p>
            <a:r>
              <a:rPr lang="de-CH" dirty="0"/>
              <a:t>Beispielfolie </a:t>
            </a:r>
            <a:br>
              <a:rPr lang="de-CH" dirty="0"/>
            </a:br>
            <a:r>
              <a:rPr lang="de-CH" dirty="0"/>
              <a:t>«Inhalt und Bild»</a:t>
            </a:r>
          </a:p>
        </p:txBody>
      </p:sp>
      <p:sp>
        <p:nvSpPr>
          <p:cNvPr id="4" name="Inhaltsplatzhalter 3">
            <a:extLst>
              <a:ext uri="{FF2B5EF4-FFF2-40B4-BE49-F238E27FC236}">
                <a16:creationId xmlns:a16="http://schemas.microsoft.com/office/drawing/2014/main" id="{8BCAE584-3CF7-F682-296F-1742F8D7334A}"/>
              </a:ext>
            </a:extLst>
          </p:cNvPr>
          <p:cNvSpPr>
            <a:spLocks noGrp="1"/>
          </p:cNvSpPr>
          <p:nvPr>
            <p:ph sz="half" idx="1"/>
          </p:nvPr>
        </p:nvSpPr>
        <p:spPr/>
        <p:txBody>
          <a:bodyPr/>
          <a:lstStyle/>
          <a:p>
            <a:r>
              <a:rPr lang="de-CH" dirty="0"/>
              <a:t>Ost </a:t>
            </a:r>
            <a:r>
              <a:rPr lang="de-CH" dirty="0" err="1"/>
              <a:t>eici</a:t>
            </a:r>
            <a:r>
              <a:rPr lang="de-CH" dirty="0"/>
              <a:t> </a:t>
            </a:r>
            <a:r>
              <a:rPr lang="de-CH" dirty="0" err="1"/>
              <a:t>dis</a:t>
            </a:r>
            <a:r>
              <a:rPr lang="de-CH" dirty="0"/>
              <a:t> </a:t>
            </a:r>
            <a:r>
              <a:rPr lang="de-CH" dirty="0" err="1"/>
              <a:t>iur</a:t>
            </a:r>
            <a:r>
              <a:rPr lang="de-CH" dirty="0"/>
              <a:t>, </a:t>
            </a:r>
            <a:r>
              <a:rPr lang="de-CH" dirty="0" err="1"/>
              <a:t>eic</a:t>
            </a:r>
            <a:r>
              <a:rPr lang="de-CH" dirty="0"/>
              <a:t> </a:t>
            </a:r>
            <a:r>
              <a:rPr lang="de-CH" dirty="0" err="1"/>
              <a:t>to</a:t>
            </a:r>
            <a:r>
              <a:rPr lang="de-CH" dirty="0"/>
              <a:t> in </a:t>
            </a:r>
            <a:r>
              <a:rPr lang="de-CH" dirty="0" err="1"/>
              <a:t>eicieni</a:t>
            </a:r>
            <a:r>
              <a:rPr lang="de-CH" dirty="0"/>
              <a:t> </a:t>
            </a:r>
            <a:r>
              <a:rPr lang="de-CH" dirty="0" err="1"/>
              <a:t>endicia</a:t>
            </a:r>
            <a:r>
              <a:rPr lang="de-CH" dirty="0"/>
              <a:t> </a:t>
            </a:r>
            <a:r>
              <a:rPr lang="de-CH" dirty="0" err="1"/>
              <a:t>sium</a:t>
            </a:r>
            <a:r>
              <a:rPr lang="de-CH" dirty="0"/>
              <a:t> quas </a:t>
            </a:r>
          </a:p>
          <a:p>
            <a:r>
              <a:rPr lang="de-CH" dirty="0" err="1"/>
              <a:t>aut</a:t>
            </a:r>
            <a:r>
              <a:rPr lang="de-CH" dirty="0"/>
              <a:t> </a:t>
            </a:r>
            <a:r>
              <a:rPr lang="de-CH" dirty="0" err="1"/>
              <a:t>verum</a:t>
            </a:r>
            <a:r>
              <a:rPr lang="de-CH" dirty="0"/>
              <a:t> </a:t>
            </a:r>
            <a:r>
              <a:rPr lang="de-CH" dirty="0" err="1"/>
              <a:t>alis</a:t>
            </a:r>
            <a:r>
              <a:rPr lang="de-CH" dirty="0"/>
              <a:t> </a:t>
            </a:r>
            <a:r>
              <a:rPr lang="de-CH" dirty="0" err="1"/>
              <a:t>cores</a:t>
            </a:r>
            <a:r>
              <a:rPr lang="de-CH" dirty="0"/>
              <a:t> am </a:t>
            </a:r>
            <a:r>
              <a:rPr lang="de-CH" dirty="0" err="1"/>
              <a:t>quiderfere</a:t>
            </a:r>
            <a:r>
              <a:rPr lang="de-CH" dirty="0"/>
              <a:t>, </a:t>
            </a:r>
            <a:r>
              <a:rPr lang="de-CH" dirty="0" err="1"/>
              <a:t>cus</a:t>
            </a:r>
            <a:r>
              <a:rPr lang="de-CH" dirty="0"/>
              <a:t>, si dem </a:t>
            </a:r>
            <a:r>
              <a:rPr lang="de-CH" dirty="0" err="1"/>
              <a:t>eris</a:t>
            </a:r>
            <a:r>
              <a:rPr lang="de-CH" dirty="0"/>
              <a:t> </a:t>
            </a:r>
            <a:r>
              <a:rPr lang="de-CH" dirty="0" err="1"/>
              <a:t>rem</a:t>
            </a:r>
            <a:r>
              <a:rPr lang="de-CH" dirty="0"/>
              <a:t> </a:t>
            </a:r>
            <a:r>
              <a:rPr lang="de-CH" dirty="0" err="1"/>
              <a:t>nonsent</a:t>
            </a:r>
            <a:r>
              <a:rPr lang="de-CH" dirty="0"/>
              <a:t> </a:t>
            </a:r>
            <a:r>
              <a:rPr lang="de-CH" dirty="0" err="1"/>
              <a:t>fugitatem</a:t>
            </a:r>
            <a:r>
              <a:rPr lang="de-CH" dirty="0"/>
              <a:t> </a:t>
            </a:r>
            <a:r>
              <a:rPr lang="de-CH" dirty="0" err="1"/>
              <a:t>iurione</a:t>
            </a:r>
            <a:r>
              <a:rPr lang="de-CH" dirty="0"/>
              <a:t> </a:t>
            </a:r>
            <a:r>
              <a:rPr lang="de-CH" dirty="0" err="1"/>
              <a:t>mposin</a:t>
            </a:r>
            <a:r>
              <a:rPr lang="de-CH" dirty="0"/>
              <a:t> </a:t>
            </a:r>
            <a:r>
              <a:rPr lang="de-CH" dirty="0" err="1"/>
              <a:t>iasira</a:t>
            </a:r>
            <a:r>
              <a:rPr lang="de-CH" dirty="0"/>
              <a:t> </a:t>
            </a:r>
            <a:r>
              <a:rPr lang="de-CH" dirty="0" err="1"/>
              <a:t>ta</a:t>
            </a:r>
            <a:r>
              <a:rPr lang="de-CH" dirty="0"/>
              <a:t> </a:t>
            </a:r>
            <a:r>
              <a:rPr lang="de-CH" dirty="0" err="1"/>
              <a:t>por</a:t>
            </a:r>
            <a:r>
              <a:rPr lang="de-CH" dirty="0"/>
              <a:t> </a:t>
            </a:r>
            <a:r>
              <a:rPr lang="de-CH" dirty="0" err="1"/>
              <a:t>bla</a:t>
            </a:r>
            <a:r>
              <a:rPr lang="de-CH" dirty="0"/>
              <a:t> </a:t>
            </a:r>
            <a:r>
              <a:rPr lang="de-CH" dirty="0" err="1"/>
              <a:t>voluptur</a:t>
            </a:r>
            <a:r>
              <a:rPr lang="de-CH" dirty="0"/>
              <a:t> </a:t>
            </a:r>
            <a:r>
              <a:rPr lang="de-CH" dirty="0" err="1"/>
              <a:t>sim</a:t>
            </a:r>
            <a:r>
              <a:rPr lang="de-CH" dirty="0"/>
              <a:t> </a:t>
            </a:r>
            <a:r>
              <a:rPr lang="de-CH" dirty="0" err="1"/>
              <a:t>harupti</a:t>
            </a:r>
            <a:r>
              <a:rPr lang="de-CH" dirty="0"/>
              <a:t> </a:t>
            </a:r>
            <a:r>
              <a:rPr lang="de-CH" dirty="0" err="1"/>
              <a:t>nem</a:t>
            </a:r>
            <a:r>
              <a:rPr lang="de-CH" dirty="0"/>
              <a:t> </a:t>
            </a:r>
            <a:r>
              <a:rPr lang="de-CH" dirty="0" err="1"/>
              <a:t>idun</a:t>
            </a:r>
            <a:r>
              <a:rPr lang="de-CH" dirty="0"/>
              <a:t> </a:t>
            </a:r>
            <a:r>
              <a:rPr lang="de-CH" dirty="0" err="1"/>
              <a:t>tiuras</a:t>
            </a:r>
            <a:r>
              <a:rPr lang="de-CH" dirty="0"/>
              <a:t> </a:t>
            </a:r>
          </a:p>
          <a:p>
            <a:r>
              <a:rPr lang="de-CH" dirty="0" err="1"/>
              <a:t>siqui</a:t>
            </a:r>
            <a:r>
              <a:rPr lang="de-CH" dirty="0"/>
              <a:t> </a:t>
            </a:r>
            <a:r>
              <a:rPr lang="de-CH" dirty="0" err="1"/>
              <a:t>to</a:t>
            </a:r>
            <a:r>
              <a:rPr lang="de-CH" dirty="0"/>
              <a:t> </a:t>
            </a:r>
            <a:r>
              <a:rPr lang="de-CH" dirty="0" err="1"/>
              <a:t>blant</a:t>
            </a:r>
            <a:r>
              <a:rPr lang="de-CH" dirty="0"/>
              <a:t>. Magnis </a:t>
            </a:r>
            <a:r>
              <a:rPr lang="de-CH" dirty="0" err="1"/>
              <a:t>doluptation</a:t>
            </a:r>
            <a:r>
              <a:rPr lang="de-CH" dirty="0"/>
              <a:t> </a:t>
            </a:r>
            <a:r>
              <a:rPr lang="de-CH" dirty="0" err="1"/>
              <a:t>ratis</a:t>
            </a:r>
            <a:r>
              <a:rPr lang="de-CH" dirty="0"/>
              <a:t> </a:t>
            </a:r>
            <a:r>
              <a:rPr lang="de-CH" dirty="0" err="1"/>
              <a:t>saima</a:t>
            </a:r>
            <a:r>
              <a:rPr lang="de-CH" dirty="0"/>
              <a:t>, </a:t>
            </a:r>
            <a:r>
              <a:rPr lang="de-CH" dirty="0" err="1"/>
              <a:t>sit</a:t>
            </a:r>
            <a:r>
              <a:rPr lang="de-CH" dirty="0"/>
              <a:t> </a:t>
            </a:r>
            <a:r>
              <a:rPr lang="de-CH" dirty="0" err="1"/>
              <a:t>lordus</a:t>
            </a:r>
            <a:r>
              <a:rPr lang="de-CH" dirty="0"/>
              <a:t> </a:t>
            </a:r>
            <a:r>
              <a:rPr lang="de-CH" dirty="0" err="1"/>
              <a:t>consed</a:t>
            </a:r>
            <a:r>
              <a:rPr lang="de-CH" dirty="0"/>
              <a:t> </a:t>
            </a:r>
            <a:r>
              <a:rPr lang="de-CH" dirty="0" err="1"/>
              <a:t>quia</a:t>
            </a:r>
            <a:r>
              <a:rPr lang="de-CH" dirty="0"/>
              <a:t> </a:t>
            </a:r>
            <a:r>
              <a:rPr lang="de-CH" dirty="0" err="1"/>
              <a:t>solum</a:t>
            </a:r>
            <a:r>
              <a:rPr lang="de-CH" dirty="0"/>
              <a:t> et </a:t>
            </a:r>
            <a:r>
              <a:rPr lang="de-CH" dirty="0" err="1"/>
              <a:t>doluptio</a:t>
            </a:r>
            <a:r>
              <a:rPr lang="de-CH" dirty="0"/>
              <a:t>. Intis </a:t>
            </a:r>
            <a:r>
              <a:rPr lang="de-CH" dirty="0" err="1"/>
              <a:t>assn</a:t>
            </a:r>
            <a:r>
              <a:rPr lang="de-CH" dirty="0"/>
              <a:t> </a:t>
            </a:r>
            <a:r>
              <a:rPr lang="de-CH" dirty="0" err="1"/>
              <a:t>verum</a:t>
            </a:r>
            <a:r>
              <a:rPr lang="de-CH" dirty="0"/>
              <a:t> </a:t>
            </a:r>
            <a:r>
              <a:rPr lang="de-CH" dirty="0" err="1"/>
              <a:t>res</a:t>
            </a:r>
            <a:r>
              <a:rPr lang="de-CH" dirty="0"/>
              <a:t> es </a:t>
            </a:r>
            <a:r>
              <a:rPr lang="de-CH" dirty="0" err="1"/>
              <a:t>venimus</a:t>
            </a:r>
            <a:r>
              <a:rPr lang="de-CH" dirty="0"/>
              <a:t> </a:t>
            </a:r>
            <a:r>
              <a:rPr lang="de-CH" dirty="0" err="1"/>
              <a:t>dantio</a:t>
            </a:r>
            <a:r>
              <a:rPr lang="de-CH" dirty="0"/>
              <a:t>. Modis </a:t>
            </a:r>
            <a:r>
              <a:rPr lang="de-CH" dirty="0" err="1"/>
              <a:t>idi</a:t>
            </a:r>
            <a:r>
              <a:rPr lang="de-CH" dirty="0"/>
              <a:t> </a:t>
            </a:r>
            <a:r>
              <a:rPr lang="de-CH" dirty="0" err="1"/>
              <a:t>uterdoluptur</a:t>
            </a:r>
            <a:r>
              <a:rPr lang="de-CH" dirty="0"/>
              <a:t> </a:t>
            </a:r>
            <a:r>
              <a:rPr lang="de-CH" dirty="0" err="1"/>
              <a:t>sum</a:t>
            </a:r>
            <a:r>
              <a:rPr lang="de-CH" dirty="0"/>
              <a:t> </a:t>
            </a:r>
            <a:r>
              <a:rPr lang="de-CH" dirty="0" err="1"/>
              <a:t>sum</a:t>
            </a:r>
            <a:r>
              <a:rPr lang="de-CH" dirty="0"/>
              <a:t> quam et </a:t>
            </a:r>
            <a:r>
              <a:rPr lang="de-CH" dirty="0" err="1"/>
              <a:t>et</a:t>
            </a:r>
            <a:r>
              <a:rPr lang="de-CH" dirty="0"/>
              <a:t> </a:t>
            </a:r>
            <a:r>
              <a:rPr lang="de-CH" dirty="0" err="1"/>
              <a:t>adi</a:t>
            </a:r>
            <a:r>
              <a:rPr lang="de-CH" dirty="0"/>
              <a:t> </a:t>
            </a:r>
            <a:r>
              <a:rPr lang="de-CH" dirty="0" err="1"/>
              <a:t>te</a:t>
            </a:r>
            <a:r>
              <a:rPr lang="de-CH" dirty="0"/>
              <a:t> </a:t>
            </a:r>
            <a:r>
              <a:rPr lang="de-CH" dirty="0" err="1"/>
              <a:t>seque</a:t>
            </a:r>
            <a:r>
              <a:rPr lang="de-CH" dirty="0"/>
              <a:t> </a:t>
            </a:r>
            <a:r>
              <a:rPr lang="de-CH" dirty="0" err="1"/>
              <a:t>volor</a:t>
            </a:r>
            <a:r>
              <a:rPr lang="de-CH" dirty="0"/>
              <a:t> am </a:t>
            </a:r>
            <a:r>
              <a:rPr lang="de-CH" dirty="0" err="1"/>
              <a:t>dolum</a:t>
            </a:r>
            <a:r>
              <a:rPr lang="de-CH" dirty="0"/>
              <a:t> </a:t>
            </a:r>
            <a:r>
              <a:rPr lang="de-CH" dirty="0" err="1"/>
              <a:t>etur</a:t>
            </a:r>
            <a:r>
              <a:rPr lang="de-CH" dirty="0"/>
              <a:t> </a:t>
            </a:r>
            <a:r>
              <a:rPr lang="de-CH" dirty="0" err="1"/>
              <a:t>as</a:t>
            </a:r>
            <a:r>
              <a:rPr lang="de-CH" dirty="0"/>
              <a:t> </a:t>
            </a:r>
            <a:r>
              <a:rPr lang="de-CH" dirty="0" err="1"/>
              <a:t>sus</a:t>
            </a:r>
            <a:r>
              <a:rPr lang="de-CH" dirty="0"/>
              <a:t> </a:t>
            </a:r>
            <a:r>
              <a:rPr lang="de-CH" dirty="0" err="1"/>
              <a:t>doluptia</a:t>
            </a:r>
            <a:r>
              <a:rPr lang="de-CH" dirty="0"/>
              <a:t>.</a:t>
            </a:r>
          </a:p>
        </p:txBody>
      </p:sp>
      <p:sp>
        <p:nvSpPr>
          <p:cNvPr id="5" name="Datumsplatzhalter 4">
            <a:extLst>
              <a:ext uri="{FF2B5EF4-FFF2-40B4-BE49-F238E27FC236}">
                <a16:creationId xmlns:a16="http://schemas.microsoft.com/office/drawing/2014/main" id="{BABBDEFA-C5FC-B8EC-A73B-2E4435BF0F12}"/>
              </a:ext>
            </a:extLst>
          </p:cNvPr>
          <p:cNvSpPr>
            <a:spLocks noGrp="1"/>
          </p:cNvSpPr>
          <p:nvPr>
            <p:ph type="dt" sz="half" idx="10"/>
          </p:nvPr>
        </p:nvSpPr>
        <p:spPr/>
        <p:txBody>
          <a:bodyPr/>
          <a:lstStyle/>
          <a:p>
            <a:fld id="{8F4DDF46-5FBE-4931-BA2F-99F2856D4D51}" type="datetime4">
              <a:rPr lang="de-CH" smtClean="0"/>
              <a:t>8. Februar 2026</a:t>
            </a:fld>
            <a:endParaRPr lang="de-CH" dirty="0"/>
          </a:p>
        </p:txBody>
      </p:sp>
      <p:sp>
        <p:nvSpPr>
          <p:cNvPr id="6" name="Fußzeilenplatzhalter 5">
            <a:extLst>
              <a:ext uri="{FF2B5EF4-FFF2-40B4-BE49-F238E27FC236}">
                <a16:creationId xmlns:a16="http://schemas.microsoft.com/office/drawing/2014/main" id="{21167E88-4D02-3893-E11B-65728B76D207}"/>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7" name="Foliennummernplatzhalter 6">
            <a:extLst>
              <a:ext uri="{FF2B5EF4-FFF2-40B4-BE49-F238E27FC236}">
                <a16:creationId xmlns:a16="http://schemas.microsoft.com/office/drawing/2014/main" id="{D485B270-3408-7E0A-C234-20F4EDB53C43}"/>
              </a:ext>
            </a:extLst>
          </p:cNvPr>
          <p:cNvSpPr>
            <a:spLocks noGrp="1"/>
          </p:cNvSpPr>
          <p:nvPr>
            <p:ph type="sldNum" sz="quarter" idx="12"/>
          </p:nvPr>
        </p:nvSpPr>
        <p:spPr/>
        <p:txBody>
          <a:bodyPr/>
          <a:lstStyle/>
          <a:p>
            <a:fld id="{442AD375-037F-43D0-B059-5172DA06796A}" type="slidenum">
              <a:rPr lang="de-CH" smtClean="0"/>
              <a:pPr/>
              <a:t>32</a:t>
            </a:fld>
            <a:endParaRPr lang="de-CH" dirty="0"/>
          </a:p>
        </p:txBody>
      </p:sp>
    </p:spTree>
    <p:extLst>
      <p:ext uri="{BB962C8B-B14F-4D97-AF65-F5344CB8AC3E}">
        <p14:creationId xmlns:p14="http://schemas.microsoft.com/office/powerpoint/2010/main" val="33615507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Bildplatzhalter 8">
            <a:extLst>
              <a:ext uri="{FF2B5EF4-FFF2-40B4-BE49-F238E27FC236}">
                <a16:creationId xmlns:a16="http://schemas.microsoft.com/office/drawing/2014/main" id="{4FC0A69B-7185-DAAF-F3B9-5269AD9AE1EB}"/>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a:stretch/>
        </p:blipFill>
        <p:spPr/>
      </p:pic>
      <p:sp>
        <p:nvSpPr>
          <p:cNvPr id="3" name="Titel 2">
            <a:extLst>
              <a:ext uri="{FF2B5EF4-FFF2-40B4-BE49-F238E27FC236}">
                <a16:creationId xmlns:a16="http://schemas.microsoft.com/office/drawing/2014/main" id="{1822ED58-53A8-F73D-E6AE-486459238809}"/>
              </a:ext>
            </a:extLst>
          </p:cNvPr>
          <p:cNvSpPr>
            <a:spLocks noGrp="1"/>
          </p:cNvSpPr>
          <p:nvPr>
            <p:ph type="title"/>
          </p:nvPr>
        </p:nvSpPr>
        <p:spPr/>
        <p:txBody>
          <a:bodyPr/>
          <a:lstStyle/>
          <a:p>
            <a:r>
              <a:rPr lang="de-CH" dirty="0"/>
              <a:t>Beispielfolie </a:t>
            </a:r>
            <a:br>
              <a:rPr lang="de-CH" dirty="0"/>
            </a:br>
            <a:r>
              <a:rPr lang="de-CH" dirty="0"/>
              <a:t>«Bild mit Titel und Inhalt»</a:t>
            </a:r>
          </a:p>
        </p:txBody>
      </p:sp>
      <p:sp>
        <p:nvSpPr>
          <p:cNvPr id="4" name="Inhaltsplatzhalter 3">
            <a:extLst>
              <a:ext uri="{FF2B5EF4-FFF2-40B4-BE49-F238E27FC236}">
                <a16:creationId xmlns:a16="http://schemas.microsoft.com/office/drawing/2014/main" id="{61EE3D94-0351-E431-D779-974870B371FA}"/>
              </a:ext>
            </a:extLst>
          </p:cNvPr>
          <p:cNvSpPr>
            <a:spLocks noGrp="1"/>
          </p:cNvSpPr>
          <p:nvPr>
            <p:ph idx="1"/>
          </p:nvPr>
        </p:nvSpPr>
        <p:spPr>
          <a:xfrm>
            <a:off x="409574" y="1976437"/>
            <a:ext cx="4174258" cy="4430783"/>
          </a:xfrm>
        </p:spPr>
        <p:txBody>
          <a:bodyPr/>
          <a:lstStyle/>
          <a:p>
            <a:r>
              <a:rPr lang="de-CH" dirty="0"/>
              <a:t>Ost </a:t>
            </a:r>
            <a:r>
              <a:rPr lang="de-CH" dirty="0" err="1"/>
              <a:t>eici</a:t>
            </a:r>
            <a:r>
              <a:rPr lang="de-CH" dirty="0"/>
              <a:t> </a:t>
            </a:r>
            <a:r>
              <a:rPr lang="de-CH" dirty="0" err="1"/>
              <a:t>dis</a:t>
            </a:r>
            <a:r>
              <a:rPr lang="de-CH" dirty="0"/>
              <a:t> </a:t>
            </a:r>
            <a:r>
              <a:rPr lang="de-CH" dirty="0" err="1"/>
              <a:t>iur</a:t>
            </a:r>
            <a:r>
              <a:rPr lang="de-CH" dirty="0"/>
              <a:t>, </a:t>
            </a:r>
            <a:r>
              <a:rPr lang="de-CH" dirty="0" err="1"/>
              <a:t>eic</a:t>
            </a:r>
            <a:r>
              <a:rPr lang="de-CH" dirty="0"/>
              <a:t> </a:t>
            </a:r>
            <a:r>
              <a:rPr lang="de-CH" dirty="0" err="1"/>
              <a:t>to</a:t>
            </a:r>
            <a:r>
              <a:rPr lang="de-CH" dirty="0"/>
              <a:t> in </a:t>
            </a:r>
            <a:r>
              <a:rPr lang="de-CH" dirty="0" err="1"/>
              <a:t>eicen</a:t>
            </a:r>
            <a:r>
              <a:rPr lang="de-CH" dirty="0"/>
              <a:t> </a:t>
            </a:r>
            <a:r>
              <a:rPr lang="de-CH" dirty="0" err="1"/>
              <a:t>endicia</a:t>
            </a:r>
            <a:r>
              <a:rPr lang="de-CH" dirty="0"/>
              <a:t> </a:t>
            </a:r>
            <a:r>
              <a:rPr lang="de-CH" dirty="0" err="1"/>
              <a:t>sium</a:t>
            </a:r>
            <a:r>
              <a:rPr lang="de-CH" dirty="0"/>
              <a:t> quas </a:t>
            </a:r>
            <a:r>
              <a:rPr lang="de-CH" dirty="0" err="1"/>
              <a:t>aut</a:t>
            </a:r>
            <a:r>
              <a:rPr lang="de-CH" dirty="0"/>
              <a:t> </a:t>
            </a:r>
            <a:r>
              <a:rPr lang="de-CH" dirty="0" err="1"/>
              <a:t>verum</a:t>
            </a:r>
            <a:r>
              <a:rPr lang="de-CH" dirty="0"/>
              <a:t> </a:t>
            </a:r>
            <a:r>
              <a:rPr lang="de-CH" dirty="0" err="1"/>
              <a:t>alis</a:t>
            </a:r>
            <a:r>
              <a:rPr lang="de-CH" dirty="0"/>
              <a:t> </a:t>
            </a:r>
            <a:r>
              <a:rPr lang="de-CH" dirty="0" err="1"/>
              <a:t>cores</a:t>
            </a:r>
            <a:r>
              <a:rPr lang="de-CH" dirty="0"/>
              <a:t> am </a:t>
            </a:r>
            <a:r>
              <a:rPr lang="de-CH" dirty="0" err="1"/>
              <a:t>quiderfere</a:t>
            </a:r>
            <a:r>
              <a:rPr lang="de-CH" dirty="0"/>
              <a:t>, </a:t>
            </a:r>
            <a:r>
              <a:rPr lang="de-CH" dirty="0" err="1"/>
              <a:t>cus</a:t>
            </a:r>
            <a:r>
              <a:rPr lang="de-CH" dirty="0"/>
              <a:t>, si dem </a:t>
            </a:r>
            <a:r>
              <a:rPr lang="de-CH" dirty="0" err="1"/>
              <a:t>eris</a:t>
            </a:r>
            <a:r>
              <a:rPr lang="de-CH" dirty="0"/>
              <a:t> </a:t>
            </a:r>
            <a:r>
              <a:rPr lang="de-CH" dirty="0" err="1"/>
              <a:t>rem</a:t>
            </a:r>
            <a:r>
              <a:rPr lang="de-CH" dirty="0"/>
              <a:t> non </a:t>
            </a:r>
            <a:r>
              <a:rPr lang="de-CH" dirty="0" err="1"/>
              <a:t>sent</a:t>
            </a:r>
            <a:r>
              <a:rPr lang="de-CH" dirty="0"/>
              <a:t> </a:t>
            </a:r>
            <a:r>
              <a:rPr lang="de-CH" dirty="0" err="1"/>
              <a:t>fugitatem</a:t>
            </a:r>
            <a:r>
              <a:rPr lang="de-CH" dirty="0"/>
              <a:t> </a:t>
            </a:r>
            <a:r>
              <a:rPr lang="de-CH" dirty="0" err="1"/>
              <a:t>iurione</a:t>
            </a:r>
            <a:r>
              <a:rPr lang="de-CH" dirty="0"/>
              <a:t> </a:t>
            </a:r>
            <a:r>
              <a:rPr lang="de-CH" dirty="0" err="1"/>
              <a:t>mposin</a:t>
            </a:r>
            <a:r>
              <a:rPr lang="de-CH" dirty="0"/>
              <a:t> </a:t>
            </a:r>
            <a:r>
              <a:rPr lang="de-CH" dirty="0" err="1"/>
              <a:t>iasira</a:t>
            </a:r>
            <a:r>
              <a:rPr lang="de-CH" dirty="0"/>
              <a:t> </a:t>
            </a:r>
            <a:r>
              <a:rPr lang="de-CH" dirty="0" err="1"/>
              <a:t>ta</a:t>
            </a:r>
            <a:r>
              <a:rPr lang="de-CH" dirty="0"/>
              <a:t> </a:t>
            </a:r>
            <a:r>
              <a:rPr lang="de-CH" dirty="0" err="1"/>
              <a:t>pobla</a:t>
            </a:r>
            <a:r>
              <a:rPr lang="de-CH" dirty="0"/>
              <a:t> </a:t>
            </a:r>
            <a:r>
              <a:rPr lang="de-CH" dirty="0" err="1"/>
              <a:t>voluptu</a:t>
            </a:r>
            <a:r>
              <a:rPr lang="de-CH" dirty="0"/>
              <a:t> </a:t>
            </a:r>
            <a:r>
              <a:rPr lang="de-CH" dirty="0" err="1"/>
              <a:t>sim</a:t>
            </a:r>
            <a:r>
              <a:rPr lang="de-CH" dirty="0"/>
              <a:t> </a:t>
            </a:r>
            <a:r>
              <a:rPr lang="de-CH" dirty="0" err="1"/>
              <a:t>harupti</a:t>
            </a:r>
            <a:r>
              <a:rPr lang="de-CH" dirty="0"/>
              <a:t> </a:t>
            </a:r>
            <a:r>
              <a:rPr lang="de-CH" dirty="0" err="1"/>
              <a:t>nem</a:t>
            </a:r>
            <a:r>
              <a:rPr lang="de-CH" dirty="0"/>
              <a:t> </a:t>
            </a:r>
            <a:r>
              <a:rPr lang="de-CH" dirty="0" err="1"/>
              <a:t>idun</a:t>
            </a:r>
            <a:r>
              <a:rPr lang="de-CH" dirty="0"/>
              <a:t> </a:t>
            </a:r>
            <a:r>
              <a:rPr lang="de-CH" dirty="0" err="1"/>
              <a:t>tiuras</a:t>
            </a:r>
            <a:r>
              <a:rPr lang="de-CH" dirty="0"/>
              <a:t> </a:t>
            </a:r>
            <a:r>
              <a:rPr lang="de-CH" dirty="0" err="1"/>
              <a:t>siqui</a:t>
            </a:r>
            <a:r>
              <a:rPr lang="de-CH" dirty="0"/>
              <a:t> </a:t>
            </a:r>
            <a:r>
              <a:rPr lang="de-CH" dirty="0" err="1"/>
              <a:t>to</a:t>
            </a:r>
            <a:r>
              <a:rPr lang="de-CH" dirty="0"/>
              <a:t> </a:t>
            </a:r>
            <a:r>
              <a:rPr lang="de-CH" dirty="0" err="1"/>
              <a:t>blant</a:t>
            </a:r>
            <a:r>
              <a:rPr lang="de-CH" dirty="0"/>
              <a:t>. Magnis do-</a:t>
            </a:r>
            <a:r>
              <a:rPr lang="de-CH" dirty="0" err="1"/>
              <a:t>luptation</a:t>
            </a:r>
            <a:r>
              <a:rPr lang="de-CH" dirty="0"/>
              <a:t> </a:t>
            </a:r>
            <a:r>
              <a:rPr lang="de-CH" dirty="0" err="1"/>
              <a:t>ratis</a:t>
            </a:r>
            <a:r>
              <a:rPr lang="de-CH" dirty="0"/>
              <a:t> </a:t>
            </a:r>
            <a:r>
              <a:rPr lang="de-CH" dirty="0" err="1"/>
              <a:t>saima</a:t>
            </a:r>
            <a:r>
              <a:rPr lang="de-CH" dirty="0"/>
              <a:t>, </a:t>
            </a:r>
            <a:r>
              <a:rPr lang="de-CH" dirty="0" err="1"/>
              <a:t>sit</a:t>
            </a:r>
            <a:r>
              <a:rPr lang="de-CH" dirty="0"/>
              <a:t> </a:t>
            </a:r>
            <a:r>
              <a:rPr lang="de-CH" dirty="0" err="1"/>
              <a:t>lordus</a:t>
            </a:r>
            <a:r>
              <a:rPr lang="de-CH" dirty="0"/>
              <a:t> </a:t>
            </a:r>
            <a:r>
              <a:rPr lang="de-CH" dirty="0" err="1"/>
              <a:t>con</a:t>
            </a:r>
            <a:r>
              <a:rPr lang="de-CH" dirty="0"/>
              <a:t> sed </a:t>
            </a:r>
            <a:r>
              <a:rPr lang="de-CH" dirty="0" err="1"/>
              <a:t>quia</a:t>
            </a:r>
            <a:r>
              <a:rPr lang="de-CH" dirty="0"/>
              <a:t> </a:t>
            </a:r>
            <a:r>
              <a:rPr lang="de-CH" dirty="0" err="1"/>
              <a:t>solum</a:t>
            </a:r>
            <a:r>
              <a:rPr lang="de-CH" dirty="0"/>
              <a:t> et </a:t>
            </a:r>
            <a:r>
              <a:rPr lang="de-CH" dirty="0" err="1"/>
              <a:t>doluptio</a:t>
            </a:r>
            <a:r>
              <a:rPr lang="de-CH" dirty="0"/>
              <a:t>. Intis </a:t>
            </a:r>
            <a:r>
              <a:rPr lang="de-CH" dirty="0" err="1"/>
              <a:t>assn</a:t>
            </a:r>
            <a:r>
              <a:rPr lang="de-CH" dirty="0"/>
              <a:t> </a:t>
            </a:r>
            <a:r>
              <a:rPr lang="de-CH" dirty="0" err="1"/>
              <a:t>verum</a:t>
            </a:r>
            <a:r>
              <a:rPr lang="de-CH" dirty="0"/>
              <a:t> </a:t>
            </a:r>
            <a:r>
              <a:rPr lang="de-CH" dirty="0" err="1"/>
              <a:t>res</a:t>
            </a:r>
            <a:r>
              <a:rPr lang="de-CH" dirty="0"/>
              <a:t> es.</a:t>
            </a:r>
          </a:p>
        </p:txBody>
      </p:sp>
      <p:sp>
        <p:nvSpPr>
          <p:cNvPr id="5" name="Datumsplatzhalter 4">
            <a:extLst>
              <a:ext uri="{FF2B5EF4-FFF2-40B4-BE49-F238E27FC236}">
                <a16:creationId xmlns:a16="http://schemas.microsoft.com/office/drawing/2014/main" id="{BE763F5D-0840-2652-3C17-A6C1052078ED}"/>
              </a:ext>
            </a:extLst>
          </p:cNvPr>
          <p:cNvSpPr>
            <a:spLocks noGrp="1"/>
          </p:cNvSpPr>
          <p:nvPr>
            <p:ph type="dt" sz="half" idx="10"/>
          </p:nvPr>
        </p:nvSpPr>
        <p:spPr/>
        <p:txBody>
          <a:bodyPr/>
          <a:lstStyle/>
          <a:p>
            <a:fld id="{738B6033-CC81-4D81-9258-1EA9B7C4CDC3}" type="datetime4">
              <a:rPr lang="de-CH" smtClean="0"/>
              <a:t>8. Februar 2026</a:t>
            </a:fld>
            <a:endParaRPr lang="de-CH" dirty="0"/>
          </a:p>
        </p:txBody>
      </p:sp>
      <p:sp>
        <p:nvSpPr>
          <p:cNvPr id="6" name="Fußzeilenplatzhalter 5">
            <a:extLst>
              <a:ext uri="{FF2B5EF4-FFF2-40B4-BE49-F238E27FC236}">
                <a16:creationId xmlns:a16="http://schemas.microsoft.com/office/drawing/2014/main" id="{193FF469-E85F-959A-E684-4814C5EE7D67}"/>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7" name="Foliennummernplatzhalter 6">
            <a:extLst>
              <a:ext uri="{FF2B5EF4-FFF2-40B4-BE49-F238E27FC236}">
                <a16:creationId xmlns:a16="http://schemas.microsoft.com/office/drawing/2014/main" id="{7DC67930-5B5D-A7A3-CB2D-58B382A2FBDD}"/>
              </a:ext>
            </a:extLst>
          </p:cNvPr>
          <p:cNvSpPr>
            <a:spLocks noGrp="1"/>
          </p:cNvSpPr>
          <p:nvPr>
            <p:ph type="sldNum" sz="quarter" idx="12"/>
          </p:nvPr>
        </p:nvSpPr>
        <p:spPr/>
        <p:txBody>
          <a:bodyPr/>
          <a:lstStyle/>
          <a:p>
            <a:fld id="{442AD375-037F-43D0-B059-5172DA06796A}" type="slidenum">
              <a:rPr lang="de-CH" smtClean="0"/>
              <a:pPr/>
              <a:t>33</a:t>
            </a:fld>
            <a:endParaRPr lang="de-CH" dirty="0"/>
          </a:p>
        </p:txBody>
      </p:sp>
    </p:spTree>
    <p:extLst>
      <p:ext uri="{BB962C8B-B14F-4D97-AF65-F5344CB8AC3E}">
        <p14:creationId xmlns:p14="http://schemas.microsoft.com/office/powerpoint/2010/main" val="12622689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FFEB2D6A-C876-113B-2ED3-B622F313FFA8}"/>
              </a:ext>
            </a:extLst>
          </p:cNvPr>
          <p:cNvSpPr>
            <a:spLocks noGrp="1"/>
          </p:cNvSpPr>
          <p:nvPr>
            <p:ph sz="half" idx="1"/>
          </p:nvPr>
        </p:nvSpPr>
        <p:spPr/>
        <p:txBody>
          <a:bodyPr/>
          <a:lstStyle/>
          <a:p>
            <a:r>
              <a:rPr lang="de-CH" b="1" dirty="0"/>
              <a:t>Untertitel</a:t>
            </a:r>
          </a:p>
          <a:p>
            <a:r>
              <a:rPr lang="de-CH" dirty="0"/>
              <a:t>Ost </a:t>
            </a:r>
            <a:r>
              <a:rPr lang="de-CH" dirty="0" err="1"/>
              <a:t>eici</a:t>
            </a:r>
            <a:r>
              <a:rPr lang="de-CH" dirty="0"/>
              <a:t> </a:t>
            </a:r>
            <a:r>
              <a:rPr lang="de-CH" dirty="0" err="1"/>
              <a:t>dis</a:t>
            </a:r>
            <a:r>
              <a:rPr lang="de-CH" dirty="0"/>
              <a:t> </a:t>
            </a:r>
            <a:r>
              <a:rPr lang="de-CH" dirty="0" err="1"/>
              <a:t>iur</a:t>
            </a:r>
            <a:r>
              <a:rPr lang="de-CH" dirty="0"/>
              <a:t>, </a:t>
            </a:r>
            <a:r>
              <a:rPr lang="de-CH" dirty="0" err="1"/>
              <a:t>eic</a:t>
            </a:r>
            <a:r>
              <a:rPr lang="de-CH" dirty="0"/>
              <a:t> </a:t>
            </a:r>
            <a:r>
              <a:rPr lang="de-CH" dirty="0" err="1"/>
              <a:t>to</a:t>
            </a:r>
            <a:r>
              <a:rPr lang="de-CH" dirty="0"/>
              <a:t> in </a:t>
            </a:r>
            <a:r>
              <a:rPr lang="de-CH" dirty="0" err="1"/>
              <a:t>eicieni</a:t>
            </a:r>
            <a:r>
              <a:rPr lang="de-CH" dirty="0"/>
              <a:t> </a:t>
            </a:r>
            <a:r>
              <a:rPr lang="de-CH" dirty="0" err="1"/>
              <a:t>endicia</a:t>
            </a:r>
            <a:r>
              <a:rPr lang="de-CH" dirty="0"/>
              <a:t> </a:t>
            </a:r>
            <a:r>
              <a:rPr lang="de-CH" dirty="0" err="1"/>
              <a:t>sium</a:t>
            </a:r>
            <a:r>
              <a:rPr lang="de-CH" dirty="0"/>
              <a:t> quas </a:t>
            </a:r>
            <a:r>
              <a:rPr lang="de-CH" dirty="0" err="1"/>
              <a:t>aut</a:t>
            </a:r>
            <a:r>
              <a:rPr lang="de-CH" dirty="0"/>
              <a:t> </a:t>
            </a:r>
            <a:r>
              <a:rPr lang="de-CH" dirty="0" err="1"/>
              <a:t>verum</a:t>
            </a:r>
            <a:r>
              <a:rPr lang="de-CH" dirty="0"/>
              <a:t> </a:t>
            </a:r>
            <a:r>
              <a:rPr lang="de-CH" dirty="0" err="1"/>
              <a:t>alis</a:t>
            </a:r>
            <a:r>
              <a:rPr lang="de-CH" dirty="0"/>
              <a:t> </a:t>
            </a:r>
            <a:r>
              <a:rPr lang="de-CH" dirty="0" err="1"/>
              <a:t>cores</a:t>
            </a:r>
            <a:r>
              <a:rPr lang="de-CH" dirty="0"/>
              <a:t> am </a:t>
            </a:r>
            <a:r>
              <a:rPr lang="de-CH" dirty="0" err="1"/>
              <a:t>quiderfere</a:t>
            </a:r>
            <a:r>
              <a:rPr lang="de-CH" dirty="0"/>
              <a:t>, </a:t>
            </a:r>
            <a:r>
              <a:rPr lang="de-CH" dirty="0" err="1"/>
              <a:t>cus</a:t>
            </a:r>
            <a:r>
              <a:rPr lang="de-CH" dirty="0"/>
              <a:t>, si dem </a:t>
            </a:r>
            <a:r>
              <a:rPr lang="de-CH" dirty="0" err="1"/>
              <a:t>eris</a:t>
            </a:r>
            <a:r>
              <a:rPr lang="de-CH" dirty="0"/>
              <a:t> </a:t>
            </a:r>
            <a:r>
              <a:rPr lang="de-CH" dirty="0" err="1"/>
              <a:t>rem</a:t>
            </a:r>
            <a:r>
              <a:rPr lang="de-CH" dirty="0"/>
              <a:t> </a:t>
            </a:r>
            <a:r>
              <a:rPr lang="de-CH" dirty="0" err="1"/>
              <a:t>nonsent</a:t>
            </a:r>
            <a:r>
              <a:rPr lang="de-CH" dirty="0"/>
              <a:t> </a:t>
            </a:r>
            <a:r>
              <a:rPr lang="de-CH" dirty="0" err="1"/>
              <a:t>fugitatem</a:t>
            </a:r>
            <a:r>
              <a:rPr lang="de-CH" dirty="0"/>
              <a:t> </a:t>
            </a:r>
            <a:r>
              <a:rPr lang="de-CH" dirty="0" err="1"/>
              <a:t>iurione</a:t>
            </a:r>
            <a:r>
              <a:rPr lang="de-CH" dirty="0"/>
              <a:t> </a:t>
            </a:r>
            <a:r>
              <a:rPr lang="de-CH" dirty="0" err="1"/>
              <a:t>mposin</a:t>
            </a:r>
            <a:r>
              <a:rPr lang="de-CH" dirty="0"/>
              <a:t> </a:t>
            </a:r>
            <a:r>
              <a:rPr lang="de-CH" dirty="0" err="1"/>
              <a:t>iasira</a:t>
            </a:r>
            <a:r>
              <a:rPr lang="de-CH" dirty="0"/>
              <a:t> </a:t>
            </a:r>
            <a:r>
              <a:rPr lang="de-CH" dirty="0" err="1"/>
              <a:t>ta</a:t>
            </a:r>
            <a:r>
              <a:rPr lang="de-CH" dirty="0"/>
              <a:t> </a:t>
            </a:r>
            <a:r>
              <a:rPr lang="de-CH" dirty="0" err="1"/>
              <a:t>por</a:t>
            </a:r>
            <a:r>
              <a:rPr lang="de-CH" dirty="0"/>
              <a:t> </a:t>
            </a:r>
            <a:r>
              <a:rPr lang="de-CH" dirty="0" err="1"/>
              <a:t>bla</a:t>
            </a:r>
            <a:r>
              <a:rPr lang="de-CH" dirty="0"/>
              <a:t> </a:t>
            </a:r>
            <a:r>
              <a:rPr lang="de-CH" dirty="0" err="1"/>
              <a:t>voluptur</a:t>
            </a:r>
            <a:r>
              <a:rPr lang="de-CH" dirty="0"/>
              <a:t> </a:t>
            </a:r>
            <a:r>
              <a:rPr lang="de-CH" dirty="0" err="1"/>
              <a:t>sim</a:t>
            </a:r>
            <a:r>
              <a:rPr lang="de-CH" dirty="0"/>
              <a:t> </a:t>
            </a:r>
            <a:r>
              <a:rPr lang="de-CH" dirty="0" err="1"/>
              <a:t>luptation</a:t>
            </a:r>
            <a:r>
              <a:rPr lang="de-CH" dirty="0"/>
              <a:t> </a:t>
            </a:r>
            <a:r>
              <a:rPr lang="de-CH" dirty="0" err="1"/>
              <a:t>ratis</a:t>
            </a:r>
            <a:r>
              <a:rPr lang="de-CH" dirty="0"/>
              <a:t> </a:t>
            </a:r>
            <a:r>
              <a:rPr lang="de-CH" dirty="0" err="1"/>
              <a:t>saima</a:t>
            </a:r>
            <a:r>
              <a:rPr lang="de-CH" dirty="0"/>
              <a:t>, </a:t>
            </a:r>
            <a:r>
              <a:rPr lang="de-CH" dirty="0" err="1"/>
              <a:t>sit</a:t>
            </a:r>
            <a:r>
              <a:rPr lang="de-CH" dirty="0"/>
              <a:t> </a:t>
            </a:r>
            <a:r>
              <a:rPr lang="de-CH" dirty="0" err="1"/>
              <a:t>lordus</a:t>
            </a:r>
            <a:r>
              <a:rPr lang="de-CH" dirty="0"/>
              <a:t> </a:t>
            </a:r>
            <a:r>
              <a:rPr lang="de-CH" dirty="0" err="1"/>
              <a:t>consed</a:t>
            </a:r>
            <a:r>
              <a:rPr lang="de-CH" dirty="0"/>
              <a:t> ques </a:t>
            </a:r>
            <a:r>
              <a:rPr lang="de-CH" dirty="0" err="1"/>
              <a:t>volor</a:t>
            </a:r>
            <a:r>
              <a:rPr lang="de-CH" dirty="0"/>
              <a:t> am </a:t>
            </a:r>
            <a:r>
              <a:rPr lang="de-CH" dirty="0" err="1"/>
              <a:t>dolum</a:t>
            </a:r>
            <a:r>
              <a:rPr lang="de-CH" dirty="0"/>
              <a:t> </a:t>
            </a:r>
            <a:r>
              <a:rPr lang="de-CH" dirty="0" err="1"/>
              <a:t>etur</a:t>
            </a:r>
            <a:r>
              <a:rPr lang="de-CH" dirty="0"/>
              <a:t> </a:t>
            </a:r>
            <a:r>
              <a:rPr lang="de-CH" dirty="0" err="1"/>
              <a:t>as</a:t>
            </a:r>
            <a:r>
              <a:rPr lang="de-CH" dirty="0"/>
              <a:t> </a:t>
            </a:r>
            <a:r>
              <a:rPr lang="de-CH" dirty="0" err="1"/>
              <a:t>sus</a:t>
            </a:r>
            <a:r>
              <a:rPr lang="de-CH" dirty="0"/>
              <a:t> </a:t>
            </a:r>
            <a:r>
              <a:rPr lang="de-CH" dirty="0" err="1"/>
              <a:t>doluptia</a:t>
            </a:r>
            <a:r>
              <a:rPr lang="de-CH" dirty="0"/>
              <a:t>.</a:t>
            </a:r>
          </a:p>
        </p:txBody>
      </p:sp>
      <p:sp>
        <p:nvSpPr>
          <p:cNvPr id="3" name="Inhaltsplatzhalter 2">
            <a:extLst>
              <a:ext uri="{FF2B5EF4-FFF2-40B4-BE49-F238E27FC236}">
                <a16:creationId xmlns:a16="http://schemas.microsoft.com/office/drawing/2014/main" id="{41BB8D8E-EAD1-E9EF-4D81-F71A4349F56D}"/>
              </a:ext>
            </a:extLst>
          </p:cNvPr>
          <p:cNvSpPr>
            <a:spLocks noGrp="1"/>
          </p:cNvSpPr>
          <p:nvPr>
            <p:ph sz="half" idx="2"/>
          </p:nvPr>
        </p:nvSpPr>
        <p:spPr/>
        <p:txBody>
          <a:bodyPr/>
          <a:lstStyle/>
          <a:p>
            <a:r>
              <a:rPr lang="de-CH" b="1" dirty="0"/>
              <a:t>Untertitel</a:t>
            </a:r>
          </a:p>
          <a:p>
            <a:r>
              <a:rPr lang="de-CH" dirty="0"/>
              <a:t>Ost </a:t>
            </a:r>
            <a:r>
              <a:rPr lang="de-CH" dirty="0" err="1"/>
              <a:t>eici</a:t>
            </a:r>
            <a:r>
              <a:rPr lang="de-CH" dirty="0"/>
              <a:t> </a:t>
            </a:r>
            <a:r>
              <a:rPr lang="de-CH" dirty="0" err="1"/>
              <a:t>dis</a:t>
            </a:r>
            <a:r>
              <a:rPr lang="de-CH" dirty="0"/>
              <a:t> </a:t>
            </a:r>
            <a:r>
              <a:rPr lang="de-CH" dirty="0" err="1"/>
              <a:t>iur</a:t>
            </a:r>
            <a:r>
              <a:rPr lang="de-CH" dirty="0"/>
              <a:t>, </a:t>
            </a:r>
            <a:r>
              <a:rPr lang="de-CH" dirty="0" err="1"/>
              <a:t>eic</a:t>
            </a:r>
            <a:r>
              <a:rPr lang="de-CH" dirty="0"/>
              <a:t> </a:t>
            </a:r>
            <a:r>
              <a:rPr lang="de-CH" dirty="0" err="1"/>
              <a:t>to</a:t>
            </a:r>
            <a:r>
              <a:rPr lang="de-CH" dirty="0"/>
              <a:t> in </a:t>
            </a:r>
            <a:r>
              <a:rPr lang="de-CH" dirty="0" err="1"/>
              <a:t>eicieni</a:t>
            </a:r>
            <a:r>
              <a:rPr lang="de-CH" dirty="0"/>
              <a:t> </a:t>
            </a:r>
            <a:r>
              <a:rPr lang="de-CH" dirty="0" err="1"/>
              <a:t>endicia</a:t>
            </a:r>
            <a:r>
              <a:rPr lang="de-CH" dirty="0"/>
              <a:t> </a:t>
            </a:r>
            <a:r>
              <a:rPr lang="de-CH" dirty="0" err="1"/>
              <a:t>sium</a:t>
            </a:r>
            <a:r>
              <a:rPr lang="de-CH" dirty="0"/>
              <a:t> quas </a:t>
            </a:r>
            <a:r>
              <a:rPr lang="de-CH" dirty="0" err="1"/>
              <a:t>aut</a:t>
            </a:r>
            <a:r>
              <a:rPr lang="de-CH" dirty="0"/>
              <a:t> </a:t>
            </a:r>
            <a:r>
              <a:rPr lang="de-CH" dirty="0" err="1"/>
              <a:t>verum</a:t>
            </a:r>
            <a:r>
              <a:rPr lang="de-CH" dirty="0"/>
              <a:t> </a:t>
            </a:r>
            <a:r>
              <a:rPr lang="de-CH" dirty="0" err="1"/>
              <a:t>alis</a:t>
            </a:r>
            <a:r>
              <a:rPr lang="de-CH" dirty="0"/>
              <a:t> </a:t>
            </a:r>
            <a:r>
              <a:rPr lang="de-CH" dirty="0" err="1"/>
              <a:t>cores</a:t>
            </a:r>
            <a:r>
              <a:rPr lang="de-CH" dirty="0"/>
              <a:t> am </a:t>
            </a:r>
            <a:r>
              <a:rPr lang="de-CH" dirty="0" err="1"/>
              <a:t>quiderfere</a:t>
            </a:r>
            <a:r>
              <a:rPr lang="de-CH" dirty="0"/>
              <a:t>, </a:t>
            </a:r>
            <a:r>
              <a:rPr lang="de-CH" dirty="0" err="1"/>
              <a:t>cus</a:t>
            </a:r>
            <a:r>
              <a:rPr lang="de-CH" dirty="0"/>
              <a:t>, si dem </a:t>
            </a:r>
            <a:r>
              <a:rPr lang="de-CH" dirty="0" err="1"/>
              <a:t>eris</a:t>
            </a:r>
            <a:r>
              <a:rPr lang="de-CH" dirty="0"/>
              <a:t> </a:t>
            </a:r>
            <a:r>
              <a:rPr lang="de-CH" dirty="0" err="1"/>
              <a:t>rem</a:t>
            </a:r>
            <a:r>
              <a:rPr lang="de-CH" dirty="0"/>
              <a:t> </a:t>
            </a:r>
            <a:r>
              <a:rPr lang="de-CH" dirty="0" err="1"/>
              <a:t>nonsent</a:t>
            </a:r>
            <a:r>
              <a:rPr lang="de-CH" dirty="0"/>
              <a:t> </a:t>
            </a:r>
            <a:r>
              <a:rPr lang="de-CH" dirty="0" err="1"/>
              <a:t>fugitatem</a:t>
            </a:r>
            <a:r>
              <a:rPr lang="de-CH" dirty="0"/>
              <a:t> </a:t>
            </a:r>
            <a:r>
              <a:rPr lang="de-CH" dirty="0" err="1"/>
              <a:t>iurione</a:t>
            </a:r>
            <a:r>
              <a:rPr lang="de-CH" dirty="0"/>
              <a:t> </a:t>
            </a:r>
            <a:r>
              <a:rPr lang="de-CH" dirty="0" err="1"/>
              <a:t>mposin</a:t>
            </a:r>
            <a:r>
              <a:rPr lang="de-CH" dirty="0"/>
              <a:t> </a:t>
            </a:r>
            <a:r>
              <a:rPr lang="de-CH" dirty="0" err="1"/>
              <a:t>iasira</a:t>
            </a:r>
            <a:r>
              <a:rPr lang="de-CH" dirty="0"/>
              <a:t> </a:t>
            </a:r>
            <a:r>
              <a:rPr lang="de-CH" dirty="0" err="1"/>
              <a:t>ta</a:t>
            </a:r>
            <a:r>
              <a:rPr lang="de-CH" dirty="0"/>
              <a:t> </a:t>
            </a:r>
            <a:r>
              <a:rPr lang="de-CH" dirty="0" err="1"/>
              <a:t>por</a:t>
            </a:r>
            <a:r>
              <a:rPr lang="de-CH" dirty="0"/>
              <a:t> </a:t>
            </a:r>
            <a:r>
              <a:rPr lang="de-CH" dirty="0" err="1"/>
              <a:t>bla</a:t>
            </a:r>
            <a:r>
              <a:rPr lang="de-CH" dirty="0"/>
              <a:t> </a:t>
            </a:r>
            <a:r>
              <a:rPr lang="de-CH" dirty="0" err="1"/>
              <a:t>voluptur</a:t>
            </a:r>
            <a:r>
              <a:rPr lang="de-CH" dirty="0"/>
              <a:t> </a:t>
            </a:r>
            <a:r>
              <a:rPr lang="de-CH" dirty="0" err="1"/>
              <a:t>sim</a:t>
            </a:r>
            <a:r>
              <a:rPr lang="de-CH" dirty="0"/>
              <a:t> </a:t>
            </a:r>
            <a:r>
              <a:rPr lang="de-CH" dirty="0" err="1"/>
              <a:t>luptation</a:t>
            </a:r>
            <a:r>
              <a:rPr lang="de-CH" dirty="0"/>
              <a:t> </a:t>
            </a:r>
            <a:r>
              <a:rPr lang="de-CH" dirty="0" err="1"/>
              <a:t>ratis</a:t>
            </a:r>
            <a:r>
              <a:rPr lang="de-CH" dirty="0"/>
              <a:t> </a:t>
            </a:r>
            <a:r>
              <a:rPr lang="de-CH" dirty="0" err="1"/>
              <a:t>saima</a:t>
            </a:r>
            <a:r>
              <a:rPr lang="de-CH" dirty="0"/>
              <a:t>, </a:t>
            </a:r>
            <a:r>
              <a:rPr lang="de-CH" dirty="0" err="1"/>
              <a:t>sit</a:t>
            </a:r>
            <a:r>
              <a:rPr lang="de-CH" dirty="0"/>
              <a:t> </a:t>
            </a:r>
            <a:r>
              <a:rPr lang="de-CH" dirty="0" err="1"/>
              <a:t>lordus</a:t>
            </a:r>
            <a:r>
              <a:rPr lang="de-CH" dirty="0"/>
              <a:t> </a:t>
            </a:r>
            <a:r>
              <a:rPr lang="de-CH" dirty="0" err="1"/>
              <a:t>consed</a:t>
            </a:r>
            <a:r>
              <a:rPr lang="de-CH" dirty="0"/>
              <a:t> ques </a:t>
            </a:r>
            <a:r>
              <a:rPr lang="de-CH" dirty="0" err="1"/>
              <a:t>volor</a:t>
            </a:r>
            <a:r>
              <a:rPr lang="de-CH" dirty="0"/>
              <a:t> am </a:t>
            </a:r>
            <a:r>
              <a:rPr lang="de-CH" dirty="0" err="1"/>
              <a:t>dolum</a:t>
            </a:r>
            <a:r>
              <a:rPr lang="de-CH" dirty="0"/>
              <a:t> </a:t>
            </a:r>
            <a:r>
              <a:rPr lang="de-CH" dirty="0" err="1"/>
              <a:t>etur</a:t>
            </a:r>
            <a:r>
              <a:rPr lang="de-CH" dirty="0"/>
              <a:t> </a:t>
            </a:r>
            <a:r>
              <a:rPr lang="de-CH" dirty="0" err="1"/>
              <a:t>as</a:t>
            </a:r>
            <a:r>
              <a:rPr lang="de-CH" dirty="0"/>
              <a:t> </a:t>
            </a:r>
            <a:r>
              <a:rPr lang="de-CH" dirty="0" err="1"/>
              <a:t>sus</a:t>
            </a:r>
            <a:r>
              <a:rPr lang="de-CH" dirty="0"/>
              <a:t> </a:t>
            </a:r>
            <a:r>
              <a:rPr lang="de-CH" dirty="0" err="1"/>
              <a:t>doluptia</a:t>
            </a:r>
            <a:r>
              <a:rPr lang="de-CH" dirty="0"/>
              <a:t>.</a:t>
            </a:r>
          </a:p>
        </p:txBody>
      </p:sp>
      <p:sp>
        <p:nvSpPr>
          <p:cNvPr id="4" name="Datumsplatzhalter 3">
            <a:extLst>
              <a:ext uri="{FF2B5EF4-FFF2-40B4-BE49-F238E27FC236}">
                <a16:creationId xmlns:a16="http://schemas.microsoft.com/office/drawing/2014/main" id="{841F9FA1-DBF2-ABF1-FA38-87E873DC8E1C}"/>
              </a:ext>
            </a:extLst>
          </p:cNvPr>
          <p:cNvSpPr>
            <a:spLocks noGrp="1"/>
          </p:cNvSpPr>
          <p:nvPr>
            <p:ph type="dt" sz="half" idx="10"/>
          </p:nvPr>
        </p:nvSpPr>
        <p:spPr/>
        <p:txBody>
          <a:bodyPr/>
          <a:lstStyle/>
          <a:p>
            <a:fld id="{217586A3-3FB3-47EC-9579-C4DD426CD2CF}" type="datetime4">
              <a:rPr lang="de-CH" smtClean="0"/>
              <a:t>8. Februar 2026</a:t>
            </a:fld>
            <a:endParaRPr lang="de-CH" dirty="0"/>
          </a:p>
        </p:txBody>
      </p:sp>
      <p:sp>
        <p:nvSpPr>
          <p:cNvPr id="5" name="Fußzeilenplatzhalter 4">
            <a:extLst>
              <a:ext uri="{FF2B5EF4-FFF2-40B4-BE49-F238E27FC236}">
                <a16:creationId xmlns:a16="http://schemas.microsoft.com/office/drawing/2014/main" id="{F8987827-4189-D9F1-BEA5-EAFC4C51914D}"/>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5F7DD9EF-92E2-C7D3-2BC1-D42B0A78313F}"/>
              </a:ext>
            </a:extLst>
          </p:cNvPr>
          <p:cNvSpPr>
            <a:spLocks noGrp="1"/>
          </p:cNvSpPr>
          <p:nvPr>
            <p:ph type="sldNum" sz="quarter" idx="12"/>
          </p:nvPr>
        </p:nvSpPr>
        <p:spPr/>
        <p:txBody>
          <a:bodyPr/>
          <a:lstStyle/>
          <a:p>
            <a:fld id="{442AD375-037F-43D0-B059-5172DA06796A}" type="slidenum">
              <a:rPr lang="de-CH" smtClean="0"/>
              <a:pPr/>
              <a:t>34</a:t>
            </a:fld>
            <a:endParaRPr lang="de-CH" dirty="0"/>
          </a:p>
        </p:txBody>
      </p:sp>
      <p:pic>
        <p:nvPicPr>
          <p:cNvPr id="12" name="Bildplatzhalter 11">
            <a:extLst>
              <a:ext uri="{FF2B5EF4-FFF2-40B4-BE49-F238E27FC236}">
                <a16:creationId xmlns:a16="http://schemas.microsoft.com/office/drawing/2014/main" id="{73461C68-B389-1C7E-A0AE-D131FEC7A310}"/>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34" r="34"/>
          <a:stretch/>
        </p:blipFill>
        <p:spPr/>
      </p:pic>
      <p:pic>
        <p:nvPicPr>
          <p:cNvPr id="10" name="Bildplatzhalter 9">
            <a:extLst>
              <a:ext uri="{FF2B5EF4-FFF2-40B4-BE49-F238E27FC236}">
                <a16:creationId xmlns:a16="http://schemas.microsoft.com/office/drawing/2014/main" id="{D5FE623A-68C8-24E9-5CE7-BD3AE99A8342}"/>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02" r="102"/>
          <a:stretch/>
        </p:blipFill>
        <p:spPr/>
      </p:pic>
    </p:spTree>
    <p:extLst>
      <p:ext uri="{BB962C8B-B14F-4D97-AF65-F5344CB8AC3E}">
        <p14:creationId xmlns:p14="http://schemas.microsoft.com/office/powerpoint/2010/main" val="7571376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E6C5988-C890-5E36-377D-52AB6FC2DA23}"/>
              </a:ext>
            </a:extLst>
          </p:cNvPr>
          <p:cNvSpPr>
            <a:spLocks noGrp="1"/>
          </p:cNvSpPr>
          <p:nvPr>
            <p:ph type="title"/>
          </p:nvPr>
        </p:nvSpPr>
        <p:spPr/>
        <p:txBody>
          <a:bodyPr/>
          <a:lstStyle/>
          <a:p>
            <a:r>
              <a:rPr lang="de-CH" dirty="0"/>
              <a:t>Beispielfolie «Drei Inhalte»</a:t>
            </a:r>
          </a:p>
        </p:txBody>
      </p:sp>
      <p:sp>
        <p:nvSpPr>
          <p:cNvPr id="3" name="Inhaltsplatzhalter 2">
            <a:extLst>
              <a:ext uri="{FF2B5EF4-FFF2-40B4-BE49-F238E27FC236}">
                <a16:creationId xmlns:a16="http://schemas.microsoft.com/office/drawing/2014/main" id="{0A5A6399-19F8-F4E2-C32F-73C7D36A3E29}"/>
              </a:ext>
            </a:extLst>
          </p:cNvPr>
          <p:cNvSpPr>
            <a:spLocks noGrp="1"/>
          </p:cNvSpPr>
          <p:nvPr>
            <p:ph sz="half" idx="1"/>
          </p:nvPr>
        </p:nvSpPr>
        <p:spPr/>
        <p:txBody>
          <a:bodyPr/>
          <a:lstStyle/>
          <a:p>
            <a:r>
              <a:rPr lang="de-CH" dirty="0" err="1"/>
              <a:t>Cus</a:t>
            </a:r>
            <a:r>
              <a:rPr lang="de-CH" dirty="0"/>
              <a:t> </a:t>
            </a:r>
            <a:r>
              <a:rPr lang="de-CH" dirty="0" err="1"/>
              <a:t>ellecti</a:t>
            </a:r>
            <a:r>
              <a:rPr lang="de-CH" dirty="0"/>
              <a:t> </a:t>
            </a:r>
            <a:r>
              <a:rPr lang="de-CH" dirty="0" err="1"/>
              <a:t>ut</a:t>
            </a:r>
            <a:r>
              <a:rPr lang="de-CH" dirty="0"/>
              <a:t> </a:t>
            </a:r>
            <a:r>
              <a:rPr lang="de-CH" dirty="0" err="1"/>
              <a:t>voloreium</a:t>
            </a:r>
            <a:r>
              <a:rPr lang="de-CH" dirty="0"/>
              <a:t> </a:t>
            </a:r>
            <a:r>
              <a:rPr lang="de-CH" dirty="0" err="1"/>
              <a:t>ipsandit</a:t>
            </a:r>
            <a:r>
              <a:rPr lang="de-CH" dirty="0"/>
              <a:t> </a:t>
            </a:r>
            <a:r>
              <a:rPr lang="de-CH" dirty="0" err="1"/>
              <a:t>volo</a:t>
            </a:r>
            <a:r>
              <a:rPr lang="de-CH" dirty="0"/>
              <a:t> </a:t>
            </a:r>
            <a:r>
              <a:rPr lang="de-CH" dirty="0" err="1"/>
              <a:t>quatecatur</a:t>
            </a:r>
            <a:r>
              <a:rPr lang="de-CH" dirty="0"/>
              <a:t>? </a:t>
            </a:r>
            <a:r>
              <a:rPr lang="de-CH" dirty="0" err="1"/>
              <a:t>Musapie</a:t>
            </a:r>
            <a:r>
              <a:rPr lang="de-CH" dirty="0"/>
              <a:t> </a:t>
            </a:r>
            <a:r>
              <a:rPr lang="de-CH" dirty="0" err="1"/>
              <a:t>turepta</a:t>
            </a:r>
            <a:r>
              <a:rPr lang="de-CH" dirty="0"/>
              <a:t> </a:t>
            </a:r>
            <a:r>
              <a:rPr lang="de-CH" dirty="0" err="1"/>
              <a:t>tectem</a:t>
            </a:r>
            <a:r>
              <a:rPr lang="de-CH" dirty="0"/>
              <a:t> quam </a:t>
            </a:r>
            <a:r>
              <a:rPr lang="de-CH" dirty="0" err="1"/>
              <a:t>resto</a:t>
            </a:r>
            <a:r>
              <a:rPr lang="de-CH" dirty="0"/>
              <a:t> </a:t>
            </a:r>
            <a:r>
              <a:rPr lang="de-CH" dirty="0" err="1"/>
              <a:t>idus</a:t>
            </a:r>
            <a:r>
              <a:rPr lang="de-CH" dirty="0"/>
              <a:t> </a:t>
            </a:r>
            <a:r>
              <a:rPr lang="de-CH" dirty="0" err="1"/>
              <a:t>magniae</a:t>
            </a:r>
            <a:r>
              <a:rPr lang="de-CH" dirty="0"/>
              <a:t> </a:t>
            </a:r>
            <a:r>
              <a:rPr lang="de-CH" dirty="0" err="1"/>
              <a:t>volorem</a:t>
            </a:r>
            <a:r>
              <a:rPr lang="de-CH" dirty="0"/>
              <a:t> la </a:t>
            </a:r>
            <a:r>
              <a:rPr lang="de-CH" dirty="0" err="1"/>
              <a:t>nimolup</a:t>
            </a:r>
            <a:r>
              <a:rPr lang="de-CH" dirty="0"/>
              <a:t> </a:t>
            </a:r>
            <a:r>
              <a:rPr lang="de-CH" dirty="0" err="1"/>
              <a:t>tassimus</a:t>
            </a:r>
            <a:r>
              <a:rPr lang="de-CH" dirty="0"/>
              <a:t> </a:t>
            </a:r>
            <a:r>
              <a:rPr lang="de-CH" dirty="0" err="1"/>
              <a:t>el</a:t>
            </a:r>
            <a:r>
              <a:rPr lang="de-CH" dirty="0"/>
              <a:t> </a:t>
            </a:r>
            <a:r>
              <a:rPr lang="de-CH" dirty="0" err="1"/>
              <a:t>idelist</a:t>
            </a:r>
            <a:r>
              <a:rPr lang="de-CH" dirty="0"/>
              <a:t> </a:t>
            </a:r>
            <a:r>
              <a:rPr lang="de-CH" dirty="0" err="1"/>
              <a:t>viti</a:t>
            </a:r>
            <a:r>
              <a:rPr lang="de-CH" dirty="0"/>
              <a:t> </a:t>
            </a:r>
            <a:r>
              <a:rPr lang="de-CH" dirty="0" err="1"/>
              <a:t>cumara</a:t>
            </a:r>
            <a:r>
              <a:rPr lang="de-CH" dirty="0"/>
              <a:t> </a:t>
            </a:r>
            <a:r>
              <a:rPr lang="de-CH" dirty="0" err="1"/>
              <a:t>volut</a:t>
            </a:r>
            <a:r>
              <a:rPr lang="de-CH" dirty="0"/>
              <a:t> </a:t>
            </a:r>
            <a:r>
              <a:rPr lang="de-CH" dirty="0" err="1"/>
              <a:t>volupid</a:t>
            </a:r>
            <a:r>
              <a:rPr lang="de-CH" dirty="0"/>
              <a:t> </a:t>
            </a:r>
            <a:r>
              <a:rPr lang="de-CH" dirty="0" err="1"/>
              <a:t>enihici</a:t>
            </a:r>
            <a:r>
              <a:rPr lang="de-CH" dirty="0"/>
              <a:t> </a:t>
            </a:r>
            <a:r>
              <a:rPr lang="de-CH" dirty="0" err="1"/>
              <a:t>enihitam</a:t>
            </a:r>
            <a:r>
              <a:rPr lang="de-CH" dirty="0"/>
              <a:t> </a:t>
            </a:r>
            <a:r>
              <a:rPr lang="de-CH" dirty="0" err="1"/>
              <a:t>quom</a:t>
            </a:r>
            <a:r>
              <a:rPr lang="de-CH" dirty="0"/>
              <a:t> </a:t>
            </a:r>
            <a:r>
              <a:rPr lang="de-CH" dirty="0" err="1"/>
              <a:t>eturiam</a:t>
            </a:r>
            <a:r>
              <a:rPr lang="de-CH" dirty="0"/>
              <a:t> </a:t>
            </a:r>
            <a:r>
              <a:rPr lang="de-CH" dirty="0" err="1"/>
              <a:t>fugia</a:t>
            </a:r>
            <a:r>
              <a:rPr lang="de-CH" dirty="0"/>
              <a:t> </a:t>
            </a:r>
            <a:r>
              <a:rPr lang="de-CH" dirty="0" err="1"/>
              <a:t>sit</a:t>
            </a:r>
            <a:r>
              <a:rPr lang="de-CH" dirty="0"/>
              <a:t> </a:t>
            </a:r>
            <a:r>
              <a:rPr lang="de-CH" dirty="0" err="1"/>
              <a:t>idebitaque</a:t>
            </a:r>
            <a:r>
              <a:rPr lang="de-CH" dirty="0"/>
              <a:t> </a:t>
            </a:r>
            <a:r>
              <a:rPr lang="de-CH" dirty="0" err="1"/>
              <a:t>vera</a:t>
            </a:r>
            <a:r>
              <a:rPr lang="de-CH" dirty="0"/>
              <a:t> </a:t>
            </a:r>
            <a:r>
              <a:rPr lang="de-CH" dirty="0" err="1"/>
              <a:t>vola</a:t>
            </a:r>
            <a:r>
              <a:rPr lang="de-CH" dirty="0"/>
              <a:t> quam </a:t>
            </a:r>
            <a:r>
              <a:rPr lang="de-CH" dirty="0" err="1"/>
              <a:t>resto</a:t>
            </a:r>
            <a:r>
              <a:rPr lang="de-CH" dirty="0"/>
              <a:t> </a:t>
            </a:r>
            <a:r>
              <a:rPr lang="de-CH" dirty="0" err="1"/>
              <a:t>idus</a:t>
            </a:r>
            <a:r>
              <a:rPr lang="de-CH" dirty="0"/>
              <a:t> </a:t>
            </a:r>
            <a:r>
              <a:rPr lang="de-CH" dirty="0" err="1"/>
              <a:t>magniae</a:t>
            </a:r>
            <a:r>
              <a:rPr lang="de-CH" dirty="0"/>
              <a:t> </a:t>
            </a:r>
            <a:r>
              <a:rPr lang="de-CH" dirty="0" err="1"/>
              <a:t>volorem</a:t>
            </a:r>
            <a:r>
              <a:rPr lang="de-CH" dirty="0"/>
              <a:t> la </a:t>
            </a:r>
            <a:r>
              <a:rPr lang="de-CH" dirty="0" err="1"/>
              <a:t>nimolup</a:t>
            </a:r>
            <a:r>
              <a:rPr lang="de-CH" dirty="0"/>
              <a:t> </a:t>
            </a:r>
            <a:r>
              <a:rPr lang="de-CH" dirty="0" err="1"/>
              <a:t>tassimus</a:t>
            </a:r>
            <a:r>
              <a:rPr lang="de-CH" dirty="0"/>
              <a:t> </a:t>
            </a:r>
            <a:r>
              <a:rPr lang="de-CH" dirty="0" err="1"/>
              <a:t>el</a:t>
            </a:r>
            <a:r>
              <a:rPr lang="de-CH" dirty="0"/>
              <a:t> </a:t>
            </a:r>
            <a:r>
              <a:rPr lang="de-CH" dirty="0" err="1"/>
              <a:t>idelist</a:t>
            </a:r>
            <a:r>
              <a:rPr lang="de-CH" dirty="0"/>
              <a:t> </a:t>
            </a:r>
            <a:r>
              <a:rPr lang="de-CH" dirty="0" err="1"/>
              <a:t>viti</a:t>
            </a:r>
            <a:r>
              <a:rPr lang="de-CH" dirty="0"/>
              <a:t> </a:t>
            </a:r>
            <a:r>
              <a:rPr lang="de-CH" dirty="0" err="1"/>
              <a:t>cumara</a:t>
            </a:r>
            <a:r>
              <a:rPr lang="de-CH" dirty="0"/>
              <a:t> </a:t>
            </a:r>
            <a:r>
              <a:rPr lang="de-CH" dirty="0" err="1"/>
              <a:t>volut</a:t>
            </a:r>
            <a:r>
              <a:rPr lang="de-CH" dirty="0"/>
              <a:t> </a:t>
            </a:r>
            <a:r>
              <a:rPr lang="de-CH" dirty="0" err="1"/>
              <a:t>volupid</a:t>
            </a:r>
            <a:r>
              <a:rPr lang="de-CH" dirty="0"/>
              <a:t> </a:t>
            </a:r>
            <a:r>
              <a:rPr lang="de-CH" dirty="0" err="1"/>
              <a:t>enihici</a:t>
            </a:r>
            <a:r>
              <a:rPr lang="de-CH" dirty="0"/>
              <a:t> </a:t>
            </a:r>
            <a:r>
              <a:rPr lang="de-CH" dirty="0" err="1"/>
              <a:t>enihitam</a:t>
            </a:r>
            <a:r>
              <a:rPr lang="de-CH" dirty="0"/>
              <a:t> </a:t>
            </a:r>
            <a:r>
              <a:rPr lang="de-CH" dirty="0" err="1"/>
              <a:t>quom</a:t>
            </a:r>
            <a:r>
              <a:rPr lang="de-CH" dirty="0"/>
              <a:t> </a:t>
            </a:r>
            <a:r>
              <a:rPr lang="de-CH" dirty="0" err="1"/>
              <a:t>luptaepta</a:t>
            </a:r>
            <a:r>
              <a:rPr lang="de-CH" dirty="0"/>
              <a:t> </a:t>
            </a:r>
            <a:r>
              <a:rPr lang="de-CH" dirty="0" err="1"/>
              <a:t>none</a:t>
            </a:r>
            <a:r>
              <a:rPr lang="de-CH" dirty="0"/>
              <a:t> </a:t>
            </a:r>
            <a:r>
              <a:rPr lang="de-CH" dirty="0" err="1"/>
              <a:t>vit</a:t>
            </a:r>
            <a:r>
              <a:rPr lang="de-CH" dirty="0"/>
              <a:t> </a:t>
            </a:r>
            <a:r>
              <a:rPr lang="de-CH" dirty="0" err="1"/>
              <a:t>faccae</a:t>
            </a:r>
            <a:r>
              <a:rPr lang="de-CH" dirty="0"/>
              <a:t> </a:t>
            </a:r>
            <a:r>
              <a:rPr lang="de-CH" dirty="0" err="1"/>
              <a:t>idelist</a:t>
            </a:r>
            <a:r>
              <a:rPr lang="de-CH" dirty="0"/>
              <a:t> </a:t>
            </a:r>
            <a:r>
              <a:rPr lang="de-CH" dirty="0" err="1"/>
              <a:t>vitiara</a:t>
            </a:r>
            <a:r>
              <a:rPr lang="de-CH" dirty="0"/>
              <a:t> </a:t>
            </a:r>
            <a:r>
              <a:rPr lang="de-CH" dirty="0" err="1"/>
              <a:t>volut</a:t>
            </a:r>
            <a:r>
              <a:rPr lang="de-CH" dirty="0"/>
              <a:t> </a:t>
            </a:r>
            <a:r>
              <a:rPr lang="de-CH" dirty="0" err="1"/>
              <a:t>volupid</a:t>
            </a:r>
            <a:r>
              <a:rPr lang="de-CH" dirty="0"/>
              <a:t> </a:t>
            </a:r>
            <a:r>
              <a:rPr lang="de-CH" dirty="0" err="1"/>
              <a:t>enihici</a:t>
            </a:r>
            <a:r>
              <a:rPr lang="de-CH" dirty="0"/>
              <a:t> </a:t>
            </a:r>
            <a:r>
              <a:rPr lang="de-CH" dirty="0" err="1"/>
              <a:t>enihitam</a:t>
            </a:r>
            <a:r>
              <a:rPr lang="de-CH" dirty="0"/>
              <a:t> </a:t>
            </a:r>
            <a:r>
              <a:rPr lang="de-CH" dirty="0" err="1"/>
              <a:t>quom</a:t>
            </a:r>
            <a:r>
              <a:rPr lang="de-CH" dirty="0"/>
              <a:t> </a:t>
            </a:r>
            <a:r>
              <a:rPr lang="de-CH" dirty="0" err="1"/>
              <a:t>eturiam</a:t>
            </a:r>
            <a:r>
              <a:rPr lang="de-CH" dirty="0"/>
              <a:t> </a:t>
            </a:r>
            <a:r>
              <a:rPr lang="de-CH" dirty="0" err="1"/>
              <a:t>fugia</a:t>
            </a:r>
            <a:r>
              <a:rPr lang="de-CH" dirty="0"/>
              <a:t> </a:t>
            </a:r>
            <a:r>
              <a:rPr lang="de-CH" dirty="0" err="1"/>
              <a:t>sit</a:t>
            </a:r>
            <a:r>
              <a:rPr lang="de-CH" dirty="0"/>
              <a:t> </a:t>
            </a:r>
            <a:r>
              <a:rPr lang="de-CH" dirty="0" err="1"/>
              <a:t>idebitaque</a:t>
            </a:r>
            <a:r>
              <a:rPr lang="de-CH" dirty="0"/>
              <a:t> </a:t>
            </a:r>
            <a:r>
              <a:rPr lang="de-CH" dirty="0" err="1"/>
              <a:t>vera</a:t>
            </a:r>
            <a:r>
              <a:rPr lang="de-CH" dirty="0"/>
              <a:t> </a:t>
            </a:r>
            <a:r>
              <a:rPr lang="de-CH" dirty="0" err="1"/>
              <a:t>vola</a:t>
            </a:r>
            <a:r>
              <a:rPr lang="de-CH" dirty="0"/>
              <a:t>.</a:t>
            </a:r>
          </a:p>
        </p:txBody>
      </p:sp>
      <p:sp>
        <p:nvSpPr>
          <p:cNvPr id="4" name="Inhaltsplatzhalter 3">
            <a:extLst>
              <a:ext uri="{FF2B5EF4-FFF2-40B4-BE49-F238E27FC236}">
                <a16:creationId xmlns:a16="http://schemas.microsoft.com/office/drawing/2014/main" id="{EE725CB3-D4FF-1F6A-D0CA-902E866F21AF}"/>
              </a:ext>
            </a:extLst>
          </p:cNvPr>
          <p:cNvSpPr>
            <a:spLocks noGrp="1"/>
          </p:cNvSpPr>
          <p:nvPr>
            <p:ph sz="half" idx="2"/>
          </p:nvPr>
        </p:nvSpPr>
        <p:spPr/>
        <p:txBody>
          <a:bodyPr/>
          <a:lstStyle/>
          <a:p>
            <a:r>
              <a:rPr lang="de-CH" dirty="0" err="1"/>
              <a:t>Cus</a:t>
            </a:r>
            <a:r>
              <a:rPr lang="de-CH" dirty="0"/>
              <a:t> </a:t>
            </a:r>
            <a:r>
              <a:rPr lang="de-CH" dirty="0" err="1"/>
              <a:t>ellecti</a:t>
            </a:r>
            <a:r>
              <a:rPr lang="de-CH" dirty="0"/>
              <a:t> </a:t>
            </a:r>
            <a:r>
              <a:rPr lang="de-CH" dirty="0" err="1"/>
              <a:t>ut</a:t>
            </a:r>
            <a:r>
              <a:rPr lang="de-CH" dirty="0"/>
              <a:t> </a:t>
            </a:r>
            <a:r>
              <a:rPr lang="de-CH" dirty="0" err="1"/>
              <a:t>voloreium</a:t>
            </a:r>
            <a:r>
              <a:rPr lang="de-CH" dirty="0"/>
              <a:t> </a:t>
            </a:r>
            <a:r>
              <a:rPr lang="de-CH" dirty="0" err="1"/>
              <a:t>ipsandit</a:t>
            </a:r>
            <a:r>
              <a:rPr lang="de-CH" dirty="0"/>
              <a:t> </a:t>
            </a:r>
            <a:r>
              <a:rPr lang="de-CH" dirty="0" err="1"/>
              <a:t>volo</a:t>
            </a:r>
            <a:r>
              <a:rPr lang="de-CH" dirty="0"/>
              <a:t> </a:t>
            </a:r>
            <a:r>
              <a:rPr lang="de-CH" dirty="0" err="1"/>
              <a:t>quatecatur</a:t>
            </a:r>
            <a:r>
              <a:rPr lang="de-CH" dirty="0"/>
              <a:t>? </a:t>
            </a:r>
            <a:r>
              <a:rPr lang="de-CH" dirty="0" err="1"/>
              <a:t>Musapie</a:t>
            </a:r>
            <a:r>
              <a:rPr lang="de-CH" dirty="0"/>
              <a:t> </a:t>
            </a:r>
            <a:r>
              <a:rPr lang="de-CH" dirty="0" err="1"/>
              <a:t>turepta</a:t>
            </a:r>
            <a:r>
              <a:rPr lang="de-CH" dirty="0"/>
              <a:t> </a:t>
            </a:r>
            <a:r>
              <a:rPr lang="de-CH" dirty="0" err="1"/>
              <a:t>tectem</a:t>
            </a:r>
            <a:r>
              <a:rPr lang="de-CH" dirty="0"/>
              <a:t> quam </a:t>
            </a:r>
            <a:r>
              <a:rPr lang="de-CH" dirty="0" err="1"/>
              <a:t>resto</a:t>
            </a:r>
            <a:r>
              <a:rPr lang="de-CH" dirty="0"/>
              <a:t> </a:t>
            </a:r>
            <a:r>
              <a:rPr lang="de-CH" dirty="0" err="1"/>
              <a:t>idus</a:t>
            </a:r>
            <a:r>
              <a:rPr lang="de-CH" dirty="0"/>
              <a:t> </a:t>
            </a:r>
            <a:r>
              <a:rPr lang="de-CH" dirty="0" err="1"/>
              <a:t>magniae</a:t>
            </a:r>
            <a:r>
              <a:rPr lang="de-CH" dirty="0"/>
              <a:t> </a:t>
            </a:r>
            <a:r>
              <a:rPr lang="de-CH" dirty="0" err="1"/>
              <a:t>volorem</a:t>
            </a:r>
            <a:r>
              <a:rPr lang="de-CH" dirty="0"/>
              <a:t> la </a:t>
            </a:r>
            <a:r>
              <a:rPr lang="de-CH" dirty="0" err="1"/>
              <a:t>nimolup</a:t>
            </a:r>
            <a:r>
              <a:rPr lang="de-CH" dirty="0"/>
              <a:t> </a:t>
            </a:r>
            <a:r>
              <a:rPr lang="de-CH" dirty="0" err="1"/>
              <a:t>tassimus</a:t>
            </a:r>
            <a:r>
              <a:rPr lang="de-CH" dirty="0"/>
              <a:t> </a:t>
            </a:r>
            <a:r>
              <a:rPr lang="de-CH" dirty="0" err="1"/>
              <a:t>el</a:t>
            </a:r>
            <a:r>
              <a:rPr lang="de-CH" dirty="0"/>
              <a:t> </a:t>
            </a:r>
            <a:r>
              <a:rPr lang="de-CH" dirty="0" err="1"/>
              <a:t>idelist</a:t>
            </a:r>
            <a:r>
              <a:rPr lang="de-CH" dirty="0"/>
              <a:t> </a:t>
            </a:r>
            <a:r>
              <a:rPr lang="de-CH" dirty="0" err="1"/>
              <a:t>viti</a:t>
            </a:r>
            <a:r>
              <a:rPr lang="de-CH" dirty="0"/>
              <a:t> </a:t>
            </a:r>
            <a:r>
              <a:rPr lang="de-CH" dirty="0" err="1"/>
              <a:t>cumara</a:t>
            </a:r>
            <a:r>
              <a:rPr lang="de-CH" dirty="0"/>
              <a:t> </a:t>
            </a:r>
            <a:r>
              <a:rPr lang="de-CH" dirty="0" err="1"/>
              <a:t>volut</a:t>
            </a:r>
            <a:r>
              <a:rPr lang="de-CH" dirty="0"/>
              <a:t> </a:t>
            </a:r>
            <a:r>
              <a:rPr lang="de-CH" dirty="0" err="1"/>
              <a:t>volupid</a:t>
            </a:r>
            <a:r>
              <a:rPr lang="de-CH" dirty="0"/>
              <a:t> </a:t>
            </a:r>
            <a:r>
              <a:rPr lang="de-CH" dirty="0" err="1"/>
              <a:t>enihici</a:t>
            </a:r>
            <a:r>
              <a:rPr lang="de-CH" dirty="0"/>
              <a:t> </a:t>
            </a:r>
            <a:r>
              <a:rPr lang="de-CH" dirty="0" err="1"/>
              <a:t>enihitam</a:t>
            </a:r>
            <a:r>
              <a:rPr lang="de-CH" dirty="0"/>
              <a:t> </a:t>
            </a:r>
            <a:r>
              <a:rPr lang="de-CH" dirty="0" err="1"/>
              <a:t>quom</a:t>
            </a:r>
            <a:r>
              <a:rPr lang="de-CH" dirty="0"/>
              <a:t> </a:t>
            </a:r>
            <a:r>
              <a:rPr lang="de-CH" dirty="0" err="1"/>
              <a:t>eturiam</a:t>
            </a:r>
            <a:r>
              <a:rPr lang="de-CH" dirty="0"/>
              <a:t> </a:t>
            </a:r>
            <a:r>
              <a:rPr lang="de-CH" dirty="0" err="1"/>
              <a:t>fugia</a:t>
            </a:r>
            <a:r>
              <a:rPr lang="de-CH" dirty="0"/>
              <a:t> </a:t>
            </a:r>
            <a:r>
              <a:rPr lang="de-CH" dirty="0" err="1"/>
              <a:t>sit</a:t>
            </a:r>
            <a:r>
              <a:rPr lang="de-CH" dirty="0"/>
              <a:t> </a:t>
            </a:r>
            <a:r>
              <a:rPr lang="de-CH" dirty="0" err="1"/>
              <a:t>idebitaque</a:t>
            </a:r>
            <a:r>
              <a:rPr lang="de-CH" dirty="0"/>
              <a:t> </a:t>
            </a:r>
            <a:r>
              <a:rPr lang="de-CH" dirty="0" err="1"/>
              <a:t>vera</a:t>
            </a:r>
            <a:r>
              <a:rPr lang="de-CH" dirty="0"/>
              <a:t> </a:t>
            </a:r>
            <a:r>
              <a:rPr lang="de-CH" dirty="0" err="1"/>
              <a:t>vola</a:t>
            </a:r>
            <a:r>
              <a:rPr lang="de-CH" dirty="0"/>
              <a:t> quam </a:t>
            </a:r>
            <a:r>
              <a:rPr lang="de-CH" dirty="0" err="1"/>
              <a:t>resto</a:t>
            </a:r>
            <a:r>
              <a:rPr lang="de-CH" dirty="0"/>
              <a:t> </a:t>
            </a:r>
            <a:r>
              <a:rPr lang="de-CH" dirty="0" err="1"/>
              <a:t>idus</a:t>
            </a:r>
            <a:r>
              <a:rPr lang="de-CH" dirty="0"/>
              <a:t> </a:t>
            </a:r>
            <a:r>
              <a:rPr lang="de-CH" dirty="0" err="1"/>
              <a:t>magniae</a:t>
            </a:r>
            <a:r>
              <a:rPr lang="de-CH" dirty="0"/>
              <a:t> </a:t>
            </a:r>
            <a:r>
              <a:rPr lang="de-CH" dirty="0" err="1"/>
              <a:t>volorem</a:t>
            </a:r>
            <a:r>
              <a:rPr lang="de-CH" dirty="0"/>
              <a:t> la </a:t>
            </a:r>
            <a:r>
              <a:rPr lang="de-CH" dirty="0" err="1"/>
              <a:t>nimolup</a:t>
            </a:r>
            <a:r>
              <a:rPr lang="de-CH" dirty="0"/>
              <a:t> </a:t>
            </a:r>
            <a:r>
              <a:rPr lang="de-CH" dirty="0" err="1"/>
              <a:t>tassimus</a:t>
            </a:r>
            <a:r>
              <a:rPr lang="de-CH" dirty="0"/>
              <a:t> </a:t>
            </a:r>
            <a:r>
              <a:rPr lang="de-CH" dirty="0" err="1"/>
              <a:t>el</a:t>
            </a:r>
            <a:r>
              <a:rPr lang="de-CH" dirty="0"/>
              <a:t> </a:t>
            </a:r>
            <a:r>
              <a:rPr lang="de-CH" dirty="0" err="1"/>
              <a:t>idelist</a:t>
            </a:r>
            <a:r>
              <a:rPr lang="de-CH" dirty="0"/>
              <a:t> </a:t>
            </a:r>
            <a:r>
              <a:rPr lang="de-CH" dirty="0" err="1"/>
              <a:t>viti</a:t>
            </a:r>
            <a:r>
              <a:rPr lang="de-CH" dirty="0"/>
              <a:t> </a:t>
            </a:r>
            <a:r>
              <a:rPr lang="de-CH" dirty="0" err="1"/>
              <a:t>cumara</a:t>
            </a:r>
            <a:r>
              <a:rPr lang="de-CH" dirty="0"/>
              <a:t> </a:t>
            </a:r>
            <a:r>
              <a:rPr lang="de-CH" dirty="0" err="1"/>
              <a:t>volut</a:t>
            </a:r>
            <a:r>
              <a:rPr lang="de-CH" dirty="0"/>
              <a:t> </a:t>
            </a:r>
            <a:r>
              <a:rPr lang="de-CH" dirty="0" err="1"/>
              <a:t>volupid</a:t>
            </a:r>
            <a:r>
              <a:rPr lang="de-CH" dirty="0"/>
              <a:t> </a:t>
            </a:r>
            <a:r>
              <a:rPr lang="de-CH" dirty="0" err="1"/>
              <a:t>enihici</a:t>
            </a:r>
            <a:r>
              <a:rPr lang="de-CH" dirty="0"/>
              <a:t> </a:t>
            </a:r>
            <a:r>
              <a:rPr lang="de-CH" dirty="0" err="1"/>
              <a:t>enihitam</a:t>
            </a:r>
            <a:r>
              <a:rPr lang="de-CH" dirty="0"/>
              <a:t> </a:t>
            </a:r>
            <a:r>
              <a:rPr lang="de-CH" dirty="0" err="1"/>
              <a:t>quom</a:t>
            </a:r>
            <a:r>
              <a:rPr lang="de-CH" dirty="0"/>
              <a:t> </a:t>
            </a:r>
            <a:r>
              <a:rPr lang="de-CH" dirty="0" err="1"/>
              <a:t>luptaepta</a:t>
            </a:r>
            <a:r>
              <a:rPr lang="de-CH" dirty="0"/>
              <a:t> </a:t>
            </a:r>
            <a:r>
              <a:rPr lang="de-CH" dirty="0" err="1"/>
              <a:t>none</a:t>
            </a:r>
            <a:r>
              <a:rPr lang="de-CH" dirty="0"/>
              <a:t> </a:t>
            </a:r>
            <a:r>
              <a:rPr lang="de-CH" dirty="0" err="1"/>
              <a:t>vit</a:t>
            </a:r>
            <a:r>
              <a:rPr lang="de-CH" dirty="0"/>
              <a:t> </a:t>
            </a:r>
            <a:r>
              <a:rPr lang="de-CH" dirty="0" err="1"/>
              <a:t>faccae</a:t>
            </a:r>
            <a:r>
              <a:rPr lang="de-CH" dirty="0"/>
              <a:t> </a:t>
            </a:r>
            <a:r>
              <a:rPr lang="de-CH" dirty="0" err="1"/>
              <a:t>idelist</a:t>
            </a:r>
            <a:r>
              <a:rPr lang="de-CH" dirty="0"/>
              <a:t> </a:t>
            </a:r>
            <a:r>
              <a:rPr lang="de-CH" dirty="0" err="1"/>
              <a:t>vitiara</a:t>
            </a:r>
            <a:r>
              <a:rPr lang="de-CH" dirty="0"/>
              <a:t> </a:t>
            </a:r>
            <a:r>
              <a:rPr lang="de-CH" dirty="0" err="1"/>
              <a:t>volut</a:t>
            </a:r>
            <a:r>
              <a:rPr lang="de-CH" dirty="0"/>
              <a:t> </a:t>
            </a:r>
            <a:r>
              <a:rPr lang="de-CH" dirty="0" err="1"/>
              <a:t>volupid</a:t>
            </a:r>
            <a:r>
              <a:rPr lang="de-CH" dirty="0"/>
              <a:t> </a:t>
            </a:r>
            <a:r>
              <a:rPr lang="de-CH" dirty="0" err="1"/>
              <a:t>enihici</a:t>
            </a:r>
            <a:r>
              <a:rPr lang="de-CH" dirty="0"/>
              <a:t> </a:t>
            </a:r>
            <a:r>
              <a:rPr lang="de-CH" dirty="0" err="1"/>
              <a:t>enihitam</a:t>
            </a:r>
            <a:r>
              <a:rPr lang="de-CH" dirty="0"/>
              <a:t> </a:t>
            </a:r>
            <a:r>
              <a:rPr lang="de-CH" dirty="0" err="1"/>
              <a:t>quom</a:t>
            </a:r>
            <a:r>
              <a:rPr lang="de-CH" dirty="0"/>
              <a:t> </a:t>
            </a:r>
            <a:r>
              <a:rPr lang="de-CH" dirty="0" err="1"/>
              <a:t>eturiam</a:t>
            </a:r>
            <a:r>
              <a:rPr lang="de-CH" dirty="0"/>
              <a:t> </a:t>
            </a:r>
            <a:r>
              <a:rPr lang="de-CH" dirty="0" err="1"/>
              <a:t>fugia</a:t>
            </a:r>
            <a:r>
              <a:rPr lang="de-CH" dirty="0"/>
              <a:t> </a:t>
            </a:r>
            <a:r>
              <a:rPr lang="de-CH" dirty="0" err="1"/>
              <a:t>sit</a:t>
            </a:r>
            <a:r>
              <a:rPr lang="de-CH" dirty="0"/>
              <a:t> </a:t>
            </a:r>
            <a:r>
              <a:rPr lang="de-CH" dirty="0" err="1"/>
              <a:t>idebitaque</a:t>
            </a:r>
            <a:r>
              <a:rPr lang="de-CH" dirty="0"/>
              <a:t> </a:t>
            </a:r>
            <a:r>
              <a:rPr lang="de-CH" dirty="0" err="1"/>
              <a:t>vera</a:t>
            </a:r>
            <a:r>
              <a:rPr lang="de-CH" dirty="0"/>
              <a:t> </a:t>
            </a:r>
            <a:r>
              <a:rPr lang="de-CH" dirty="0" err="1"/>
              <a:t>vola</a:t>
            </a:r>
            <a:r>
              <a:rPr lang="de-CH" dirty="0"/>
              <a:t>.</a:t>
            </a:r>
          </a:p>
        </p:txBody>
      </p:sp>
      <p:sp>
        <p:nvSpPr>
          <p:cNvPr id="5" name="Datumsplatzhalter 4">
            <a:extLst>
              <a:ext uri="{FF2B5EF4-FFF2-40B4-BE49-F238E27FC236}">
                <a16:creationId xmlns:a16="http://schemas.microsoft.com/office/drawing/2014/main" id="{79094AA1-7F72-D504-213E-F603C8D5705E}"/>
              </a:ext>
            </a:extLst>
          </p:cNvPr>
          <p:cNvSpPr>
            <a:spLocks noGrp="1"/>
          </p:cNvSpPr>
          <p:nvPr>
            <p:ph type="dt" sz="half" idx="10"/>
          </p:nvPr>
        </p:nvSpPr>
        <p:spPr/>
        <p:txBody>
          <a:bodyPr/>
          <a:lstStyle/>
          <a:p>
            <a:fld id="{346082FD-7272-47E3-972C-76F66EF16657}" type="datetime4">
              <a:rPr lang="de-CH" smtClean="0"/>
              <a:t>8. Februar 2026</a:t>
            </a:fld>
            <a:endParaRPr lang="de-CH" dirty="0"/>
          </a:p>
        </p:txBody>
      </p:sp>
      <p:sp>
        <p:nvSpPr>
          <p:cNvPr id="6" name="Fußzeilenplatzhalter 5">
            <a:extLst>
              <a:ext uri="{FF2B5EF4-FFF2-40B4-BE49-F238E27FC236}">
                <a16:creationId xmlns:a16="http://schemas.microsoft.com/office/drawing/2014/main" id="{B45E2309-D3D4-06A7-8709-9FB1A7C16053}"/>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7" name="Foliennummernplatzhalter 6">
            <a:extLst>
              <a:ext uri="{FF2B5EF4-FFF2-40B4-BE49-F238E27FC236}">
                <a16:creationId xmlns:a16="http://schemas.microsoft.com/office/drawing/2014/main" id="{DAA81E3E-3F89-DB4A-0643-D873CB1765FA}"/>
              </a:ext>
            </a:extLst>
          </p:cNvPr>
          <p:cNvSpPr>
            <a:spLocks noGrp="1"/>
          </p:cNvSpPr>
          <p:nvPr>
            <p:ph type="sldNum" sz="quarter" idx="12"/>
          </p:nvPr>
        </p:nvSpPr>
        <p:spPr/>
        <p:txBody>
          <a:bodyPr/>
          <a:lstStyle/>
          <a:p>
            <a:fld id="{442AD375-037F-43D0-B059-5172DA06796A}" type="slidenum">
              <a:rPr lang="de-CH" smtClean="0"/>
              <a:pPr/>
              <a:t>35</a:t>
            </a:fld>
            <a:endParaRPr lang="de-CH" dirty="0"/>
          </a:p>
        </p:txBody>
      </p:sp>
      <p:sp>
        <p:nvSpPr>
          <p:cNvPr id="8" name="Inhaltsplatzhalter 7">
            <a:extLst>
              <a:ext uri="{FF2B5EF4-FFF2-40B4-BE49-F238E27FC236}">
                <a16:creationId xmlns:a16="http://schemas.microsoft.com/office/drawing/2014/main" id="{0034B62D-44A8-F284-B5CD-C456811E8DE7}"/>
              </a:ext>
            </a:extLst>
          </p:cNvPr>
          <p:cNvSpPr>
            <a:spLocks noGrp="1"/>
          </p:cNvSpPr>
          <p:nvPr>
            <p:ph sz="half" idx="13"/>
          </p:nvPr>
        </p:nvSpPr>
        <p:spPr/>
        <p:txBody>
          <a:bodyPr/>
          <a:lstStyle/>
          <a:p>
            <a:r>
              <a:rPr lang="de-CH" dirty="0" err="1"/>
              <a:t>Cus</a:t>
            </a:r>
            <a:r>
              <a:rPr lang="de-CH" dirty="0"/>
              <a:t> </a:t>
            </a:r>
            <a:r>
              <a:rPr lang="de-CH" dirty="0" err="1"/>
              <a:t>ellecti</a:t>
            </a:r>
            <a:r>
              <a:rPr lang="de-CH" dirty="0"/>
              <a:t> </a:t>
            </a:r>
            <a:r>
              <a:rPr lang="de-CH" dirty="0" err="1"/>
              <a:t>ut</a:t>
            </a:r>
            <a:r>
              <a:rPr lang="de-CH" dirty="0"/>
              <a:t> </a:t>
            </a:r>
            <a:r>
              <a:rPr lang="de-CH" dirty="0" err="1"/>
              <a:t>voloreium</a:t>
            </a:r>
            <a:r>
              <a:rPr lang="de-CH" dirty="0"/>
              <a:t> </a:t>
            </a:r>
            <a:r>
              <a:rPr lang="de-CH" dirty="0" err="1"/>
              <a:t>ipsandit</a:t>
            </a:r>
            <a:r>
              <a:rPr lang="de-CH" dirty="0"/>
              <a:t> </a:t>
            </a:r>
            <a:r>
              <a:rPr lang="de-CH" dirty="0" err="1"/>
              <a:t>volo</a:t>
            </a:r>
            <a:r>
              <a:rPr lang="de-CH" dirty="0"/>
              <a:t> </a:t>
            </a:r>
            <a:r>
              <a:rPr lang="de-CH" dirty="0" err="1"/>
              <a:t>quatecatur</a:t>
            </a:r>
            <a:r>
              <a:rPr lang="de-CH" dirty="0"/>
              <a:t>? </a:t>
            </a:r>
            <a:r>
              <a:rPr lang="de-CH" dirty="0" err="1"/>
              <a:t>Musapie</a:t>
            </a:r>
            <a:r>
              <a:rPr lang="de-CH" dirty="0"/>
              <a:t> </a:t>
            </a:r>
            <a:r>
              <a:rPr lang="de-CH" dirty="0" err="1"/>
              <a:t>turepta</a:t>
            </a:r>
            <a:r>
              <a:rPr lang="de-CH" dirty="0"/>
              <a:t> </a:t>
            </a:r>
            <a:r>
              <a:rPr lang="de-CH" dirty="0" err="1"/>
              <a:t>tectem</a:t>
            </a:r>
            <a:r>
              <a:rPr lang="de-CH" dirty="0"/>
              <a:t> quam </a:t>
            </a:r>
            <a:r>
              <a:rPr lang="de-CH" dirty="0" err="1"/>
              <a:t>resto</a:t>
            </a:r>
            <a:r>
              <a:rPr lang="de-CH" dirty="0"/>
              <a:t> </a:t>
            </a:r>
            <a:r>
              <a:rPr lang="de-CH" dirty="0" err="1"/>
              <a:t>idus</a:t>
            </a:r>
            <a:r>
              <a:rPr lang="de-CH" dirty="0"/>
              <a:t> </a:t>
            </a:r>
            <a:r>
              <a:rPr lang="de-CH" dirty="0" err="1"/>
              <a:t>magniae</a:t>
            </a:r>
            <a:r>
              <a:rPr lang="de-CH" dirty="0"/>
              <a:t> </a:t>
            </a:r>
            <a:r>
              <a:rPr lang="de-CH" dirty="0" err="1"/>
              <a:t>volorem</a:t>
            </a:r>
            <a:r>
              <a:rPr lang="de-CH" dirty="0"/>
              <a:t> la </a:t>
            </a:r>
            <a:r>
              <a:rPr lang="de-CH" dirty="0" err="1"/>
              <a:t>nimolup</a:t>
            </a:r>
            <a:r>
              <a:rPr lang="de-CH" dirty="0"/>
              <a:t> </a:t>
            </a:r>
            <a:r>
              <a:rPr lang="de-CH" dirty="0" err="1"/>
              <a:t>tassimus</a:t>
            </a:r>
            <a:r>
              <a:rPr lang="de-CH" dirty="0"/>
              <a:t> </a:t>
            </a:r>
            <a:r>
              <a:rPr lang="de-CH" dirty="0" err="1"/>
              <a:t>el</a:t>
            </a:r>
            <a:r>
              <a:rPr lang="de-CH" dirty="0"/>
              <a:t> </a:t>
            </a:r>
            <a:r>
              <a:rPr lang="de-CH" dirty="0" err="1"/>
              <a:t>idelist</a:t>
            </a:r>
            <a:r>
              <a:rPr lang="de-CH" dirty="0"/>
              <a:t> </a:t>
            </a:r>
            <a:r>
              <a:rPr lang="de-CH" dirty="0" err="1"/>
              <a:t>viti</a:t>
            </a:r>
            <a:r>
              <a:rPr lang="de-CH" dirty="0"/>
              <a:t> </a:t>
            </a:r>
            <a:r>
              <a:rPr lang="de-CH" dirty="0" err="1"/>
              <a:t>cumara</a:t>
            </a:r>
            <a:r>
              <a:rPr lang="de-CH" dirty="0"/>
              <a:t> </a:t>
            </a:r>
            <a:r>
              <a:rPr lang="de-CH" dirty="0" err="1"/>
              <a:t>volut</a:t>
            </a:r>
            <a:r>
              <a:rPr lang="de-CH" dirty="0"/>
              <a:t> </a:t>
            </a:r>
            <a:r>
              <a:rPr lang="de-CH" dirty="0" err="1"/>
              <a:t>volupid</a:t>
            </a:r>
            <a:r>
              <a:rPr lang="de-CH" dirty="0"/>
              <a:t> </a:t>
            </a:r>
            <a:r>
              <a:rPr lang="de-CH" dirty="0" err="1"/>
              <a:t>enihici</a:t>
            </a:r>
            <a:r>
              <a:rPr lang="de-CH" dirty="0"/>
              <a:t> </a:t>
            </a:r>
            <a:r>
              <a:rPr lang="de-CH" dirty="0" err="1"/>
              <a:t>enihitam</a:t>
            </a:r>
            <a:r>
              <a:rPr lang="de-CH" dirty="0"/>
              <a:t> </a:t>
            </a:r>
            <a:r>
              <a:rPr lang="de-CH" dirty="0" err="1"/>
              <a:t>quom</a:t>
            </a:r>
            <a:r>
              <a:rPr lang="de-CH" dirty="0"/>
              <a:t> </a:t>
            </a:r>
            <a:r>
              <a:rPr lang="de-CH" dirty="0" err="1"/>
              <a:t>eturiam</a:t>
            </a:r>
            <a:r>
              <a:rPr lang="de-CH" dirty="0"/>
              <a:t> </a:t>
            </a:r>
            <a:r>
              <a:rPr lang="de-CH" dirty="0" err="1"/>
              <a:t>fugia</a:t>
            </a:r>
            <a:r>
              <a:rPr lang="de-CH" dirty="0"/>
              <a:t> </a:t>
            </a:r>
            <a:r>
              <a:rPr lang="de-CH" dirty="0" err="1"/>
              <a:t>sit</a:t>
            </a:r>
            <a:r>
              <a:rPr lang="de-CH" dirty="0"/>
              <a:t> </a:t>
            </a:r>
            <a:r>
              <a:rPr lang="de-CH" dirty="0" err="1"/>
              <a:t>idebitaque</a:t>
            </a:r>
            <a:r>
              <a:rPr lang="de-CH" dirty="0"/>
              <a:t> </a:t>
            </a:r>
            <a:r>
              <a:rPr lang="de-CH" dirty="0" err="1"/>
              <a:t>vera</a:t>
            </a:r>
            <a:r>
              <a:rPr lang="de-CH" dirty="0"/>
              <a:t> </a:t>
            </a:r>
            <a:r>
              <a:rPr lang="de-CH" dirty="0" err="1"/>
              <a:t>vola</a:t>
            </a:r>
            <a:r>
              <a:rPr lang="de-CH" dirty="0"/>
              <a:t> quam </a:t>
            </a:r>
            <a:r>
              <a:rPr lang="de-CH" dirty="0" err="1"/>
              <a:t>resto</a:t>
            </a:r>
            <a:r>
              <a:rPr lang="de-CH" dirty="0"/>
              <a:t> </a:t>
            </a:r>
            <a:r>
              <a:rPr lang="de-CH" dirty="0" err="1"/>
              <a:t>idus</a:t>
            </a:r>
            <a:r>
              <a:rPr lang="de-CH" dirty="0"/>
              <a:t> </a:t>
            </a:r>
            <a:r>
              <a:rPr lang="de-CH" dirty="0" err="1"/>
              <a:t>magniae</a:t>
            </a:r>
            <a:r>
              <a:rPr lang="de-CH" dirty="0"/>
              <a:t> </a:t>
            </a:r>
            <a:r>
              <a:rPr lang="de-CH" dirty="0" err="1"/>
              <a:t>volorem</a:t>
            </a:r>
            <a:r>
              <a:rPr lang="de-CH" dirty="0"/>
              <a:t> la </a:t>
            </a:r>
            <a:r>
              <a:rPr lang="de-CH" dirty="0" err="1"/>
              <a:t>nimolup</a:t>
            </a:r>
            <a:r>
              <a:rPr lang="de-CH" dirty="0"/>
              <a:t> </a:t>
            </a:r>
            <a:r>
              <a:rPr lang="de-CH" dirty="0" err="1"/>
              <a:t>tassimus</a:t>
            </a:r>
            <a:r>
              <a:rPr lang="de-CH" dirty="0"/>
              <a:t> </a:t>
            </a:r>
            <a:r>
              <a:rPr lang="de-CH" dirty="0" err="1"/>
              <a:t>el</a:t>
            </a:r>
            <a:r>
              <a:rPr lang="de-CH" dirty="0"/>
              <a:t> </a:t>
            </a:r>
            <a:r>
              <a:rPr lang="de-CH" dirty="0" err="1"/>
              <a:t>idelist</a:t>
            </a:r>
            <a:r>
              <a:rPr lang="de-CH" dirty="0"/>
              <a:t> </a:t>
            </a:r>
            <a:r>
              <a:rPr lang="de-CH" dirty="0" err="1"/>
              <a:t>viti</a:t>
            </a:r>
            <a:r>
              <a:rPr lang="de-CH" dirty="0"/>
              <a:t> </a:t>
            </a:r>
            <a:r>
              <a:rPr lang="de-CH" dirty="0" err="1"/>
              <a:t>cumara</a:t>
            </a:r>
            <a:r>
              <a:rPr lang="de-CH" dirty="0"/>
              <a:t> </a:t>
            </a:r>
            <a:r>
              <a:rPr lang="de-CH" dirty="0" err="1"/>
              <a:t>volut</a:t>
            </a:r>
            <a:r>
              <a:rPr lang="de-CH" dirty="0"/>
              <a:t> </a:t>
            </a:r>
            <a:r>
              <a:rPr lang="de-CH" dirty="0" err="1"/>
              <a:t>volupid</a:t>
            </a:r>
            <a:r>
              <a:rPr lang="de-CH" dirty="0"/>
              <a:t> </a:t>
            </a:r>
            <a:r>
              <a:rPr lang="de-CH" dirty="0" err="1"/>
              <a:t>enihici</a:t>
            </a:r>
            <a:r>
              <a:rPr lang="de-CH" dirty="0"/>
              <a:t> </a:t>
            </a:r>
            <a:r>
              <a:rPr lang="de-CH" dirty="0" err="1"/>
              <a:t>enihitam</a:t>
            </a:r>
            <a:r>
              <a:rPr lang="de-CH" dirty="0"/>
              <a:t> </a:t>
            </a:r>
            <a:r>
              <a:rPr lang="de-CH" dirty="0" err="1"/>
              <a:t>quom</a:t>
            </a:r>
            <a:r>
              <a:rPr lang="de-CH" dirty="0"/>
              <a:t> </a:t>
            </a:r>
            <a:r>
              <a:rPr lang="de-CH" dirty="0" err="1"/>
              <a:t>luptaepta</a:t>
            </a:r>
            <a:r>
              <a:rPr lang="de-CH" dirty="0"/>
              <a:t> </a:t>
            </a:r>
            <a:r>
              <a:rPr lang="de-CH" dirty="0" err="1"/>
              <a:t>none</a:t>
            </a:r>
            <a:r>
              <a:rPr lang="de-CH" dirty="0"/>
              <a:t> </a:t>
            </a:r>
            <a:r>
              <a:rPr lang="de-CH" dirty="0" err="1"/>
              <a:t>vit</a:t>
            </a:r>
            <a:r>
              <a:rPr lang="de-CH" dirty="0"/>
              <a:t> </a:t>
            </a:r>
            <a:r>
              <a:rPr lang="de-CH" dirty="0" err="1"/>
              <a:t>faccae</a:t>
            </a:r>
            <a:r>
              <a:rPr lang="de-CH" dirty="0"/>
              <a:t> </a:t>
            </a:r>
            <a:r>
              <a:rPr lang="de-CH" dirty="0" err="1"/>
              <a:t>idelist</a:t>
            </a:r>
            <a:r>
              <a:rPr lang="de-CH" dirty="0"/>
              <a:t> </a:t>
            </a:r>
            <a:r>
              <a:rPr lang="de-CH" dirty="0" err="1"/>
              <a:t>vitiara</a:t>
            </a:r>
            <a:r>
              <a:rPr lang="de-CH" dirty="0"/>
              <a:t> </a:t>
            </a:r>
            <a:r>
              <a:rPr lang="de-CH" dirty="0" err="1"/>
              <a:t>volut</a:t>
            </a:r>
            <a:r>
              <a:rPr lang="de-CH" dirty="0"/>
              <a:t> </a:t>
            </a:r>
            <a:r>
              <a:rPr lang="de-CH" dirty="0" err="1"/>
              <a:t>volupid</a:t>
            </a:r>
            <a:r>
              <a:rPr lang="de-CH" dirty="0"/>
              <a:t> </a:t>
            </a:r>
            <a:r>
              <a:rPr lang="de-CH" dirty="0" err="1"/>
              <a:t>enihici</a:t>
            </a:r>
            <a:r>
              <a:rPr lang="de-CH" dirty="0"/>
              <a:t> </a:t>
            </a:r>
            <a:r>
              <a:rPr lang="de-CH" dirty="0" err="1"/>
              <a:t>enihitam</a:t>
            </a:r>
            <a:r>
              <a:rPr lang="de-CH" dirty="0"/>
              <a:t> </a:t>
            </a:r>
            <a:r>
              <a:rPr lang="de-CH" dirty="0" err="1"/>
              <a:t>quom</a:t>
            </a:r>
            <a:r>
              <a:rPr lang="de-CH" dirty="0"/>
              <a:t> </a:t>
            </a:r>
            <a:r>
              <a:rPr lang="de-CH" dirty="0" err="1"/>
              <a:t>eturiam</a:t>
            </a:r>
            <a:r>
              <a:rPr lang="de-CH" dirty="0"/>
              <a:t> </a:t>
            </a:r>
            <a:r>
              <a:rPr lang="de-CH" dirty="0" err="1"/>
              <a:t>fugia</a:t>
            </a:r>
            <a:r>
              <a:rPr lang="de-CH" dirty="0"/>
              <a:t> </a:t>
            </a:r>
            <a:r>
              <a:rPr lang="de-CH" dirty="0" err="1"/>
              <a:t>sit</a:t>
            </a:r>
            <a:r>
              <a:rPr lang="de-CH" dirty="0"/>
              <a:t> </a:t>
            </a:r>
            <a:r>
              <a:rPr lang="de-CH" dirty="0" err="1"/>
              <a:t>idebitaque</a:t>
            </a:r>
            <a:r>
              <a:rPr lang="de-CH" dirty="0"/>
              <a:t> </a:t>
            </a:r>
            <a:r>
              <a:rPr lang="de-CH" dirty="0" err="1"/>
              <a:t>vera</a:t>
            </a:r>
            <a:r>
              <a:rPr lang="de-CH" dirty="0"/>
              <a:t> </a:t>
            </a:r>
            <a:r>
              <a:rPr lang="de-CH" dirty="0" err="1"/>
              <a:t>vola</a:t>
            </a:r>
            <a:r>
              <a:rPr lang="de-CH" dirty="0"/>
              <a:t>.</a:t>
            </a:r>
          </a:p>
        </p:txBody>
      </p:sp>
      <p:grpSp>
        <p:nvGrpSpPr>
          <p:cNvPr id="9" name="Group 74">
            <a:extLst>
              <a:ext uri="{FF2B5EF4-FFF2-40B4-BE49-F238E27FC236}">
                <a16:creationId xmlns:a16="http://schemas.microsoft.com/office/drawing/2014/main" id="{F2977625-28DB-6E4F-2A5A-32BEFAF860F2}"/>
              </a:ext>
            </a:extLst>
          </p:cNvPr>
          <p:cNvGrpSpPr>
            <a:grpSpLocks noChangeAspect="1"/>
          </p:cNvGrpSpPr>
          <p:nvPr/>
        </p:nvGrpSpPr>
        <p:grpSpPr bwMode="auto">
          <a:xfrm>
            <a:off x="409575" y="1346324"/>
            <a:ext cx="540000" cy="540000"/>
            <a:chOff x="815" y="2619"/>
            <a:chExt cx="344" cy="344"/>
          </a:xfrm>
        </p:grpSpPr>
        <p:sp>
          <p:nvSpPr>
            <p:cNvPr id="10" name="AutoShape 73">
              <a:extLst>
                <a:ext uri="{FF2B5EF4-FFF2-40B4-BE49-F238E27FC236}">
                  <a16:creationId xmlns:a16="http://schemas.microsoft.com/office/drawing/2014/main" id="{EDDEC890-69A1-B301-331A-17DF781DF441}"/>
                </a:ext>
              </a:extLst>
            </p:cNvPr>
            <p:cNvSpPr>
              <a:spLocks noChangeAspect="1" noChangeArrowheads="1" noTextEdit="1"/>
            </p:cNvSpPr>
            <p:nvPr/>
          </p:nvSpPr>
          <p:spPr bwMode="auto">
            <a:xfrm>
              <a:off x="815" y="2619"/>
              <a:ext cx="344" cy="34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p>
          </p:txBody>
        </p:sp>
        <p:sp>
          <p:nvSpPr>
            <p:cNvPr id="11" name="Freeform 75">
              <a:extLst>
                <a:ext uri="{FF2B5EF4-FFF2-40B4-BE49-F238E27FC236}">
                  <a16:creationId xmlns:a16="http://schemas.microsoft.com/office/drawing/2014/main" id="{4A3F4BAB-FBEC-1C8C-A852-9081A7FF791D}"/>
                </a:ext>
              </a:extLst>
            </p:cNvPr>
            <p:cNvSpPr>
              <a:spLocks/>
            </p:cNvSpPr>
            <p:nvPr/>
          </p:nvSpPr>
          <p:spPr bwMode="auto">
            <a:xfrm>
              <a:off x="815" y="2619"/>
              <a:ext cx="350" cy="350"/>
            </a:xfrm>
            <a:custGeom>
              <a:avLst/>
              <a:gdLst>
                <a:gd name="T0" fmla="*/ 283 w 566"/>
                <a:gd name="T1" fmla="*/ 566 h 566"/>
                <a:gd name="T2" fmla="*/ 283 w 566"/>
                <a:gd name="T3" fmla="*/ 566 h 566"/>
                <a:gd name="T4" fmla="*/ 566 w 566"/>
                <a:gd name="T5" fmla="*/ 282 h 566"/>
                <a:gd name="T6" fmla="*/ 283 w 566"/>
                <a:gd name="T7" fmla="*/ 0 h 566"/>
                <a:gd name="T8" fmla="*/ 0 w 566"/>
                <a:gd name="T9" fmla="*/ 282 h 566"/>
                <a:gd name="T10" fmla="*/ 283 w 566"/>
                <a:gd name="T11" fmla="*/ 566 h 566"/>
              </a:gdLst>
              <a:ahLst/>
              <a:cxnLst>
                <a:cxn ang="0">
                  <a:pos x="T0" y="T1"/>
                </a:cxn>
                <a:cxn ang="0">
                  <a:pos x="T2" y="T3"/>
                </a:cxn>
                <a:cxn ang="0">
                  <a:pos x="T4" y="T5"/>
                </a:cxn>
                <a:cxn ang="0">
                  <a:pos x="T6" y="T7"/>
                </a:cxn>
                <a:cxn ang="0">
                  <a:pos x="T8" y="T9"/>
                </a:cxn>
                <a:cxn ang="0">
                  <a:pos x="T10" y="T11"/>
                </a:cxn>
              </a:cxnLst>
              <a:rect l="0" t="0" r="r" b="b"/>
              <a:pathLst>
                <a:path w="566" h="566">
                  <a:moveTo>
                    <a:pt x="283" y="566"/>
                  </a:moveTo>
                  <a:lnTo>
                    <a:pt x="283" y="566"/>
                  </a:lnTo>
                  <a:cubicBezTo>
                    <a:pt x="440" y="566"/>
                    <a:pt x="566" y="439"/>
                    <a:pt x="566" y="282"/>
                  </a:cubicBezTo>
                  <a:cubicBezTo>
                    <a:pt x="566" y="126"/>
                    <a:pt x="440" y="0"/>
                    <a:pt x="283" y="0"/>
                  </a:cubicBezTo>
                  <a:cubicBezTo>
                    <a:pt x="126" y="0"/>
                    <a:pt x="0" y="126"/>
                    <a:pt x="0" y="282"/>
                  </a:cubicBezTo>
                  <a:cubicBezTo>
                    <a:pt x="0" y="439"/>
                    <a:pt x="126" y="566"/>
                    <a:pt x="283" y="566"/>
                  </a:cubicBezTo>
                  <a:close/>
                </a:path>
              </a:pathLst>
            </a:custGeom>
            <a:solidFill>
              <a:srgbClr val="FBD10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CH"/>
            </a:p>
          </p:txBody>
        </p:sp>
        <p:sp>
          <p:nvSpPr>
            <p:cNvPr id="12" name="Freeform 76">
              <a:extLst>
                <a:ext uri="{FF2B5EF4-FFF2-40B4-BE49-F238E27FC236}">
                  <a16:creationId xmlns:a16="http://schemas.microsoft.com/office/drawing/2014/main" id="{59722EF2-97EA-60AD-6FE2-A6C700A57F1F}"/>
                </a:ext>
              </a:extLst>
            </p:cNvPr>
            <p:cNvSpPr>
              <a:spLocks noEditPoints="1"/>
            </p:cNvSpPr>
            <p:nvPr/>
          </p:nvSpPr>
          <p:spPr bwMode="auto">
            <a:xfrm>
              <a:off x="906" y="2692"/>
              <a:ext cx="169" cy="175"/>
            </a:xfrm>
            <a:custGeom>
              <a:avLst/>
              <a:gdLst>
                <a:gd name="T0" fmla="*/ 220 w 273"/>
                <a:gd name="T1" fmla="*/ 92 h 283"/>
                <a:gd name="T2" fmla="*/ 0 w 273"/>
                <a:gd name="T3" fmla="*/ 145 h 283"/>
                <a:gd name="T4" fmla="*/ 7 w 273"/>
                <a:gd name="T5" fmla="*/ 255 h 283"/>
                <a:gd name="T6" fmla="*/ 62 w 273"/>
                <a:gd name="T7" fmla="*/ 283 h 283"/>
                <a:gd name="T8" fmla="*/ 178 w 273"/>
                <a:gd name="T9" fmla="*/ 255 h 283"/>
                <a:gd name="T10" fmla="*/ 243 w 273"/>
                <a:gd name="T11" fmla="*/ 255 h 283"/>
                <a:gd name="T12" fmla="*/ 272 w 273"/>
                <a:gd name="T13" fmla="*/ 249 h 283"/>
                <a:gd name="T14" fmla="*/ 220 w 273"/>
                <a:gd name="T15" fmla="*/ 92 h 283"/>
                <a:gd name="T16" fmla="*/ 259 w 273"/>
                <a:gd name="T17" fmla="*/ 145 h 283"/>
                <a:gd name="T18" fmla="*/ 178 w 273"/>
                <a:gd name="T19" fmla="*/ 153 h 283"/>
                <a:gd name="T20" fmla="*/ 220 w 273"/>
                <a:gd name="T21" fmla="*/ 105 h 283"/>
                <a:gd name="T22" fmla="*/ 164 w 273"/>
                <a:gd name="T23" fmla="*/ 160 h 283"/>
                <a:gd name="T24" fmla="*/ 164 w 273"/>
                <a:gd name="T25" fmla="*/ 214 h 283"/>
                <a:gd name="T26" fmla="*/ 143 w 273"/>
                <a:gd name="T27" fmla="*/ 105 h 283"/>
                <a:gd name="T28" fmla="*/ 164 w 273"/>
                <a:gd name="T29" fmla="*/ 160 h 283"/>
                <a:gd name="T30" fmla="*/ 109 w 273"/>
                <a:gd name="T31" fmla="*/ 105 h 283"/>
                <a:gd name="T32" fmla="*/ 130 w 273"/>
                <a:gd name="T33" fmla="*/ 214 h 283"/>
                <a:gd name="T34" fmla="*/ 109 w 273"/>
                <a:gd name="T35" fmla="*/ 105 h 283"/>
                <a:gd name="T36" fmla="*/ 14 w 273"/>
                <a:gd name="T37" fmla="*/ 145 h 283"/>
                <a:gd name="T38" fmla="*/ 96 w 273"/>
                <a:gd name="T39" fmla="*/ 105 h 283"/>
                <a:gd name="T40" fmla="*/ 14 w 273"/>
                <a:gd name="T41" fmla="*/ 153 h 283"/>
                <a:gd name="T42" fmla="*/ 14 w 273"/>
                <a:gd name="T43" fmla="*/ 187 h 283"/>
                <a:gd name="T44" fmla="*/ 28 w 273"/>
                <a:gd name="T45" fmla="*/ 187 h 283"/>
                <a:gd name="T46" fmla="*/ 14 w 273"/>
                <a:gd name="T47" fmla="*/ 194 h 283"/>
                <a:gd name="T48" fmla="*/ 62 w 273"/>
                <a:gd name="T49" fmla="*/ 269 h 283"/>
                <a:gd name="T50" fmla="*/ 41 w 273"/>
                <a:gd name="T51" fmla="*/ 249 h 283"/>
                <a:gd name="T52" fmla="*/ 82 w 273"/>
                <a:gd name="T53" fmla="*/ 249 h 283"/>
                <a:gd name="T54" fmla="*/ 212 w 273"/>
                <a:gd name="T55" fmla="*/ 269 h 283"/>
                <a:gd name="T56" fmla="*/ 191 w 273"/>
                <a:gd name="T57" fmla="*/ 249 h 283"/>
                <a:gd name="T58" fmla="*/ 232 w 273"/>
                <a:gd name="T59" fmla="*/ 249 h 283"/>
                <a:gd name="T60" fmla="*/ 244 w 273"/>
                <a:gd name="T61" fmla="*/ 242 h 283"/>
                <a:gd name="T62" fmla="*/ 212 w 273"/>
                <a:gd name="T63" fmla="*/ 214 h 283"/>
                <a:gd name="T64" fmla="*/ 94 w 273"/>
                <a:gd name="T65" fmla="*/ 242 h 283"/>
                <a:gd name="T66" fmla="*/ 28 w 273"/>
                <a:gd name="T67" fmla="*/ 242 h 283"/>
                <a:gd name="T68" fmla="*/ 14 w 273"/>
                <a:gd name="T69" fmla="*/ 208 h 283"/>
                <a:gd name="T70" fmla="*/ 41 w 273"/>
                <a:gd name="T71" fmla="*/ 201 h 283"/>
                <a:gd name="T72" fmla="*/ 34 w 273"/>
                <a:gd name="T73" fmla="*/ 174 h 283"/>
                <a:gd name="T74" fmla="*/ 14 w 273"/>
                <a:gd name="T75" fmla="*/ 167 h 283"/>
                <a:gd name="T76" fmla="*/ 96 w 273"/>
                <a:gd name="T77" fmla="*/ 221 h 283"/>
                <a:gd name="T78" fmla="*/ 171 w 273"/>
                <a:gd name="T79" fmla="*/ 228 h 283"/>
                <a:gd name="T80" fmla="*/ 178 w 273"/>
                <a:gd name="T81" fmla="*/ 167 h 283"/>
                <a:gd name="T82" fmla="*/ 259 w 273"/>
                <a:gd name="T83" fmla="*/ 174 h 283"/>
                <a:gd name="T84" fmla="*/ 232 w 273"/>
                <a:gd name="T85" fmla="*/ 180 h 283"/>
                <a:gd name="T86" fmla="*/ 239 w 273"/>
                <a:gd name="T87" fmla="*/ 208 h 283"/>
                <a:gd name="T88" fmla="*/ 259 w 273"/>
                <a:gd name="T89" fmla="*/ 242 h 283"/>
                <a:gd name="T90" fmla="*/ 259 w 273"/>
                <a:gd name="T91" fmla="*/ 194 h 283"/>
                <a:gd name="T92" fmla="*/ 246 w 273"/>
                <a:gd name="T93" fmla="*/ 194 h 283"/>
                <a:gd name="T94" fmla="*/ 259 w 273"/>
                <a:gd name="T95" fmla="*/ 187 h 283"/>
                <a:gd name="T96" fmla="*/ 78 w 273"/>
                <a:gd name="T97" fmla="*/ 39 h 283"/>
                <a:gd name="T98" fmla="*/ 68 w 273"/>
                <a:gd name="T99" fmla="*/ 29 h 283"/>
                <a:gd name="T100" fmla="*/ 202 w 273"/>
                <a:gd name="T101" fmla="*/ 29 h 283"/>
                <a:gd name="T102" fmla="*/ 135 w 273"/>
                <a:gd name="T103" fmla="*/ 14 h 283"/>
                <a:gd name="T104" fmla="*/ 175 w 273"/>
                <a:gd name="T105" fmla="*/ 58 h 283"/>
                <a:gd name="T106" fmla="*/ 97 w 273"/>
                <a:gd name="T107" fmla="*/ 58 h 283"/>
                <a:gd name="T108" fmla="*/ 183 w 273"/>
                <a:gd name="T109" fmla="*/ 48 h 283"/>
                <a:gd name="T110" fmla="*/ 175 w 273"/>
                <a:gd name="T111" fmla="*/ 58 h 283"/>
                <a:gd name="T112" fmla="*/ 107 w 273"/>
                <a:gd name="T113" fmla="*/ 67 h 283"/>
                <a:gd name="T114" fmla="*/ 154 w 273"/>
                <a:gd name="T115" fmla="*/ 77 h 283"/>
                <a:gd name="T116" fmla="*/ 107 w 273"/>
                <a:gd name="T117" fmla="*/ 67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73" h="283">
                  <a:moveTo>
                    <a:pt x="220" y="92"/>
                  </a:moveTo>
                  <a:lnTo>
                    <a:pt x="220" y="92"/>
                  </a:lnTo>
                  <a:lnTo>
                    <a:pt x="53" y="92"/>
                  </a:lnTo>
                  <a:cubicBezTo>
                    <a:pt x="25" y="92"/>
                    <a:pt x="0" y="116"/>
                    <a:pt x="0" y="145"/>
                  </a:cubicBezTo>
                  <a:lnTo>
                    <a:pt x="0" y="249"/>
                  </a:lnTo>
                  <a:cubicBezTo>
                    <a:pt x="0" y="253"/>
                    <a:pt x="3" y="255"/>
                    <a:pt x="7" y="255"/>
                  </a:cubicBezTo>
                  <a:lnTo>
                    <a:pt x="28" y="255"/>
                  </a:lnTo>
                  <a:cubicBezTo>
                    <a:pt x="30" y="270"/>
                    <a:pt x="44" y="283"/>
                    <a:pt x="62" y="283"/>
                  </a:cubicBezTo>
                  <a:cubicBezTo>
                    <a:pt x="78" y="283"/>
                    <a:pt x="92" y="270"/>
                    <a:pt x="94" y="255"/>
                  </a:cubicBezTo>
                  <a:lnTo>
                    <a:pt x="178" y="255"/>
                  </a:lnTo>
                  <a:cubicBezTo>
                    <a:pt x="180" y="270"/>
                    <a:pt x="194" y="283"/>
                    <a:pt x="210" y="283"/>
                  </a:cubicBezTo>
                  <a:cubicBezTo>
                    <a:pt x="227" y="283"/>
                    <a:pt x="240" y="270"/>
                    <a:pt x="243" y="255"/>
                  </a:cubicBezTo>
                  <a:lnTo>
                    <a:pt x="265" y="255"/>
                  </a:lnTo>
                  <a:cubicBezTo>
                    <a:pt x="269" y="255"/>
                    <a:pt x="272" y="253"/>
                    <a:pt x="272" y="249"/>
                  </a:cubicBezTo>
                  <a:lnTo>
                    <a:pt x="272" y="145"/>
                  </a:lnTo>
                  <a:cubicBezTo>
                    <a:pt x="273" y="116"/>
                    <a:pt x="248" y="92"/>
                    <a:pt x="220" y="92"/>
                  </a:cubicBezTo>
                  <a:close/>
                  <a:moveTo>
                    <a:pt x="259" y="145"/>
                  </a:moveTo>
                  <a:lnTo>
                    <a:pt x="259" y="145"/>
                  </a:lnTo>
                  <a:lnTo>
                    <a:pt x="259" y="153"/>
                  </a:lnTo>
                  <a:lnTo>
                    <a:pt x="178" y="153"/>
                  </a:lnTo>
                  <a:lnTo>
                    <a:pt x="178" y="105"/>
                  </a:lnTo>
                  <a:lnTo>
                    <a:pt x="220" y="105"/>
                  </a:lnTo>
                  <a:cubicBezTo>
                    <a:pt x="242" y="105"/>
                    <a:pt x="259" y="123"/>
                    <a:pt x="259" y="145"/>
                  </a:cubicBezTo>
                  <a:close/>
                  <a:moveTo>
                    <a:pt x="164" y="160"/>
                  </a:moveTo>
                  <a:lnTo>
                    <a:pt x="164" y="160"/>
                  </a:lnTo>
                  <a:lnTo>
                    <a:pt x="164" y="214"/>
                  </a:lnTo>
                  <a:lnTo>
                    <a:pt x="143" y="214"/>
                  </a:lnTo>
                  <a:lnTo>
                    <a:pt x="143" y="105"/>
                  </a:lnTo>
                  <a:lnTo>
                    <a:pt x="164" y="105"/>
                  </a:lnTo>
                  <a:lnTo>
                    <a:pt x="164" y="160"/>
                  </a:lnTo>
                  <a:close/>
                  <a:moveTo>
                    <a:pt x="109" y="105"/>
                  </a:moveTo>
                  <a:lnTo>
                    <a:pt x="109" y="105"/>
                  </a:lnTo>
                  <a:lnTo>
                    <a:pt x="130" y="105"/>
                  </a:lnTo>
                  <a:lnTo>
                    <a:pt x="130" y="214"/>
                  </a:lnTo>
                  <a:lnTo>
                    <a:pt x="109" y="214"/>
                  </a:lnTo>
                  <a:lnTo>
                    <a:pt x="109" y="105"/>
                  </a:lnTo>
                  <a:close/>
                  <a:moveTo>
                    <a:pt x="14" y="145"/>
                  </a:moveTo>
                  <a:lnTo>
                    <a:pt x="14" y="145"/>
                  </a:lnTo>
                  <a:cubicBezTo>
                    <a:pt x="14" y="123"/>
                    <a:pt x="32" y="105"/>
                    <a:pt x="53" y="105"/>
                  </a:cubicBezTo>
                  <a:lnTo>
                    <a:pt x="96" y="105"/>
                  </a:lnTo>
                  <a:lnTo>
                    <a:pt x="96" y="153"/>
                  </a:lnTo>
                  <a:lnTo>
                    <a:pt x="14" y="153"/>
                  </a:lnTo>
                  <a:lnTo>
                    <a:pt x="14" y="145"/>
                  </a:lnTo>
                  <a:close/>
                  <a:moveTo>
                    <a:pt x="14" y="187"/>
                  </a:moveTo>
                  <a:lnTo>
                    <a:pt x="14" y="187"/>
                  </a:lnTo>
                  <a:lnTo>
                    <a:pt x="28" y="187"/>
                  </a:lnTo>
                  <a:lnTo>
                    <a:pt x="28" y="194"/>
                  </a:lnTo>
                  <a:lnTo>
                    <a:pt x="14" y="194"/>
                  </a:lnTo>
                  <a:lnTo>
                    <a:pt x="14" y="187"/>
                  </a:lnTo>
                  <a:close/>
                  <a:moveTo>
                    <a:pt x="62" y="269"/>
                  </a:moveTo>
                  <a:lnTo>
                    <a:pt x="62" y="269"/>
                  </a:lnTo>
                  <a:cubicBezTo>
                    <a:pt x="51" y="269"/>
                    <a:pt x="41" y="259"/>
                    <a:pt x="41" y="249"/>
                  </a:cubicBezTo>
                  <a:cubicBezTo>
                    <a:pt x="41" y="238"/>
                    <a:pt x="51" y="228"/>
                    <a:pt x="62" y="228"/>
                  </a:cubicBezTo>
                  <a:cubicBezTo>
                    <a:pt x="73" y="228"/>
                    <a:pt x="82" y="238"/>
                    <a:pt x="82" y="249"/>
                  </a:cubicBezTo>
                  <a:cubicBezTo>
                    <a:pt x="82" y="259"/>
                    <a:pt x="73" y="269"/>
                    <a:pt x="62" y="269"/>
                  </a:cubicBezTo>
                  <a:close/>
                  <a:moveTo>
                    <a:pt x="212" y="269"/>
                  </a:moveTo>
                  <a:lnTo>
                    <a:pt x="212" y="269"/>
                  </a:lnTo>
                  <a:cubicBezTo>
                    <a:pt x="201" y="269"/>
                    <a:pt x="191" y="259"/>
                    <a:pt x="191" y="249"/>
                  </a:cubicBezTo>
                  <a:cubicBezTo>
                    <a:pt x="191" y="238"/>
                    <a:pt x="201" y="228"/>
                    <a:pt x="212" y="228"/>
                  </a:cubicBezTo>
                  <a:cubicBezTo>
                    <a:pt x="222" y="228"/>
                    <a:pt x="232" y="238"/>
                    <a:pt x="232" y="249"/>
                  </a:cubicBezTo>
                  <a:cubicBezTo>
                    <a:pt x="232" y="259"/>
                    <a:pt x="223" y="269"/>
                    <a:pt x="212" y="269"/>
                  </a:cubicBezTo>
                  <a:close/>
                  <a:moveTo>
                    <a:pt x="244" y="242"/>
                  </a:moveTo>
                  <a:lnTo>
                    <a:pt x="244" y="242"/>
                  </a:lnTo>
                  <a:cubicBezTo>
                    <a:pt x="242" y="227"/>
                    <a:pt x="228" y="214"/>
                    <a:pt x="212" y="214"/>
                  </a:cubicBezTo>
                  <a:cubicBezTo>
                    <a:pt x="195" y="214"/>
                    <a:pt x="182" y="227"/>
                    <a:pt x="179" y="242"/>
                  </a:cubicBezTo>
                  <a:lnTo>
                    <a:pt x="94" y="242"/>
                  </a:lnTo>
                  <a:cubicBezTo>
                    <a:pt x="92" y="227"/>
                    <a:pt x="78" y="214"/>
                    <a:pt x="62" y="214"/>
                  </a:cubicBezTo>
                  <a:cubicBezTo>
                    <a:pt x="45" y="214"/>
                    <a:pt x="32" y="227"/>
                    <a:pt x="28" y="242"/>
                  </a:cubicBezTo>
                  <a:lnTo>
                    <a:pt x="14" y="242"/>
                  </a:lnTo>
                  <a:lnTo>
                    <a:pt x="14" y="208"/>
                  </a:lnTo>
                  <a:lnTo>
                    <a:pt x="34" y="208"/>
                  </a:lnTo>
                  <a:cubicBezTo>
                    <a:pt x="38" y="208"/>
                    <a:pt x="41" y="205"/>
                    <a:pt x="41" y="201"/>
                  </a:cubicBezTo>
                  <a:lnTo>
                    <a:pt x="41" y="180"/>
                  </a:lnTo>
                  <a:cubicBezTo>
                    <a:pt x="41" y="176"/>
                    <a:pt x="38" y="174"/>
                    <a:pt x="34" y="174"/>
                  </a:cubicBezTo>
                  <a:lnTo>
                    <a:pt x="14" y="174"/>
                  </a:lnTo>
                  <a:lnTo>
                    <a:pt x="14" y="167"/>
                  </a:lnTo>
                  <a:lnTo>
                    <a:pt x="96" y="167"/>
                  </a:lnTo>
                  <a:lnTo>
                    <a:pt x="96" y="221"/>
                  </a:lnTo>
                  <a:cubicBezTo>
                    <a:pt x="96" y="225"/>
                    <a:pt x="98" y="228"/>
                    <a:pt x="103" y="228"/>
                  </a:cubicBezTo>
                  <a:lnTo>
                    <a:pt x="171" y="228"/>
                  </a:lnTo>
                  <a:cubicBezTo>
                    <a:pt x="175" y="228"/>
                    <a:pt x="178" y="225"/>
                    <a:pt x="178" y="221"/>
                  </a:cubicBezTo>
                  <a:lnTo>
                    <a:pt x="178" y="167"/>
                  </a:lnTo>
                  <a:lnTo>
                    <a:pt x="259" y="167"/>
                  </a:lnTo>
                  <a:lnTo>
                    <a:pt x="259" y="174"/>
                  </a:lnTo>
                  <a:lnTo>
                    <a:pt x="239" y="174"/>
                  </a:lnTo>
                  <a:cubicBezTo>
                    <a:pt x="235" y="174"/>
                    <a:pt x="232" y="176"/>
                    <a:pt x="232" y="180"/>
                  </a:cubicBezTo>
                  <a:lnTo>
                    <a:pt x="232" y="201"/>
                  </a:lnTo>
                  <a:cubicBezTo>
                    <a:pt x="232" y="205"/>
                    <a:pt x="235" y="208"/>
                    <a:pt x="239" y="208"/>
                  </a:cubicBezTo>
                  <a:lnTo>
                    <a:pt x="259" y="208"/>
                  </a:lnTo>
                  <a:lnTo>
                    <a:pt x="259" y="242"/>
                  </a:lnTo>
                  <a:lnTo>
                    <a:pt x="244" y="242"/>
                  </a:lnTo>
                  <a:close/>
                  <a:moveTo>
                    <a:pt x="259" y="194"/>
                  </a:moveTo>
                  <a:lnTo>
                    <a:pt x="259" y="194"/>
                  </a:lnTo>
                  <a:lnTo>
                    <a:pt x="246" y="194"/>
                  </a:lnTo>
                  <a:lnTo>
                    <a:pt x="246" y="187"/>
                  </a:lnTo>
                  <a:lnTo>
                    <a:pt x="259" y="187"/>
                  </a:lnTo>
                  <a:lnTo>
                    <a:pt x="259" y="194"/>
                  </a:lnTo>
                  <a:close/>
                  <a:moveTo>
                    <a:pt x="78" y="39"/>
                  </a:moveTo>
                  <a:lnTo>
                    <a:pt x="78" y="39"/>
                  </a:lnTo>
                  <a:lnTo>
                    <a:pt x="68" y="29"/>
                  </a:lnTo>
                  <a:cubicBezTo>
                    <a:pt x="86" y="11"/>
                    <a:pt x="111" y="0"/>
                    <a:pt x="135" y="0"/>
                  </a:cubicBezTo>
                  <a:cubicBezTo>
                    <a:pt x="160" y="0"/>
                    <a:pt x="184" y="11"/>
                    <a:pt x="202" y="29"/>
                  </a:cubicBezTo>
                  <a:lnTo>
                    <a:pt x="193" y="39"/>
                  </a:lnTo>
                  <a:cubicBezTo>
                    <a:pt x="178" y="22"/>
                    <a:pt x="157" y="14"/>
                    <a:pt x="135" y="14"/>
                  </a:cubicBezTo>
                  <a:cubicBezTo>
                    <a:pt x="113" y="14"/>
                    <a:pt x="93" y="24"/>
                    <a:pt x="78" y="39"/>
                  </a:cubicBezTo>
                  <a:close/>
                  <a:moveTo>
                    <a:pt x="175" y="58"/>
                  </a:moveTo>
                  <a:lnTo>
                    <a:pt x="175" y="58"/>
                  </a:lnTo>
                  <a:cubicBezTo>
                    <a:pt x="153" y="36"/>
                    <a:pt x="119" y="36"/>
                    <a:pt x="97" y="58"/>
                  </a:cubicBezTo>
                  <a:lnTo>
                    <a:pt x="86" y="48"/>
                  </a:lnTo>
                  <a:cubicBezTo>
                    <a:pt x="113" y="22"/>
                    <a:pt x="157" y="22"/>
                    <a:pt x="183" y="48"/>
                  </a:cubicBezTo>
                  <a:lnTo>
                    <a:pt x="175" y="58"/>
                  </a:lnTo>
                  <a:lnTo>
                    <a:pt x="175" y="58"/>
                  </a:lnTo>
                  <a:close/>
                  <a:moveTo>
                    <a:pt x="107" y="67"/>
                  </a:moveTo>
                  <a:lnTo>
                    <a:pt x="107" y="67"/>
                  </a:lnTo>
                  <a:cubicBezTo>
                    <a:pt x="122" y="52"/>
                    <a:pt x="149" y="52"/>
                    <a:pt x="164" y="67"/>
                  </a:cubicBezTo>
                  <a:lnTo>
                    <a:pt x="154" y="77"/>
                  </a:lnTo>
                  <a:cubicBezTo>
                    <a:pt x="145" y="66"/>
                    <a:pt x="127" y="66"/>
                    <a:pt x="116" y="77"/>
                  </a:cubicBezTo>
                  <a:lnTo>
                    <a:pt x="107" y="67"/>
                  </a:ln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CH"/>
            </a:p>
          </p:txBody>
        </p:sp>
      </p:grpSp>
      <p:grpSp>
        <p:nvGrpSpPr>
          <p:cNvPr id="13" name="Group 9">
            <a:extLst>
              <a:ext uri="{FF2B5EF4-FFF2-40B4-BE49-F238E27FC236}">
                <a16:creationId xmlns:a16="http://schemas.microsoft.com/office/drawing/2014/main" id="{766057E0-ABBD-50B7-CA4A-6EFB0D764D54}"/>
              </a:ext>
            </a:extLst>
          </p:cNvPr>
          <p:cNvGrpSpPr>
            <a:grpSpLocks noChangeAspect="1"/>
          </p:cNvGrpSpPr>
          <p:nvPr/>
        </p:nvGrpSpPr>
        <p:grpSpPr bwMode="auto">
          <a:xfrm>
            <a:off x="4269836" y="1346324"/>
            <a:ext cx="540000" cy="540000"/>
            <a:chOff x="819" y="2168"/>
            <a:chExt cx="344" cy="344"/>
          </a:xfrm>
        </p:grpSpPr>
        <p:sp>
          <p:nvSpPr>
            <p:cNvPr id="14" name="AutoShape 8">
              <a:extLst>
                <a:ext uri="{FF2B5EF4-FFF2-40B4-BE49-F238E27FC236}">
                  <a16:creationId xmlns:a16="http://schemas.microsoft.com/office/drawing/2014/main" id="{6140A5B2-D055-B2B4-A334-F49E55FAB04A}"/>
                </a:ext>
              </a:extLst>
            </p:cNvPr>
            <p:cNvSpPr>
              <a:spLocks noChangeAspect="1" noChangeArrowheads="1" noTextEdit="1"/>
            </p:cNvSpPr>
            <p:nvPr/>
          </p:nvSpPr>
          <p:spPr bwMode="auto">
            <a:xfrm>
              <a:off x="819" y="2168"/>
              <a:ext cx="344" cy="34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p>
          </p:txBody>
        </p:sp>
        <p:sp>
          <p:nvSpPr>
            <p:cNvPr id="15" name="Freeform 10">
              <a:extLst>
                <a:ext uri="{FF2B5EF4-FFF2-40B4-BE49-F238E27FC236}">
                  <a16:creationId xmlns:a16="http://schemas.microsoft.com/office/drawing/2014/main" id="{A94E8388-CDEF-8865-72F2-A0DEAE666B85}"/>
                </a:ext>
              </a:extLst>
            </p:cNvPr>
            <p:cNvSpPr>
              <a:spLocks/>
            </p:cNvSpPr>
            <p:nvPr/>
          </p:nvSpPr>
          <p:spPr bwMode="auto">
            <a:xfrm>
              <a:off x="819" y="2168"/>
              <a:ext cx="350" cy="350"/>
            </a:xfrm>
            <a:custGeom>
              <a:avLst/>
              <a:gdLst>
                <a:gd name="T0" fmla="*/ 283 w 566"/>
                <a:gd name="T1" fmla="*/ 566 h 566"/>
                <a:gd name="T2" fmla="*/ 283 w 566"/>
                <a:gd name="T3" fmla="*/ 566 h 566"/>
                <a:gd name="T4" fmla="*/ 566 w 566"/>
                <a:gd name="T5" fmla="*/ 282 h 566"/>
                <a:gd name="T6" fmla="*/ 283 w 566"/>
                <a:gd name="T7" fmla="*/ 0 h 566"/>
                <a:gd name="T8" fmla="*/ 0 w 566"/>
                <a:gd name="T9" fmla="*/ 282 h 566"/>
                <a:gd name="T10" fmla="*/ 283 w 566"/>
                <a:gd name="T11" fmla="*/ 566 h 566"/>
              </a:gdLst>
              <a:ahLst/>
              <a:cxnLst>
                <a:cxn ang="0">
                  <a:pos x="T0" y="T1"/>
                </a:cxn>
                <a:cxn ang="0">
                  <a:pos x="T2" y="T3"/>
                </a:cxn>
                <a:cxn ang="0">
                  <a:pos x="T4" y="T5"/>
                </a:cxn>
                <a:cxn ang="0">
                  <a:pos x="T6" y="T7"/>
                </a:cxn>
                <a:cxn ang="0">
                  <a:pos x="T8" y="T9"/>
                </a:cxn>
                <a:cxn ang="0">
                  <a:pos x="T10" y="T11"/>
                </a:cxn>
              </a:cxnLst>
              <a:rect l="0" t="0" r="r" b="b"/>
              <a:pathLst>
                <a:path w="566" h="566">
                  <a:moveTo>
                    <a:pt x="283" y="566"/>
                  </a:moveTo>
                  <a:lnTo>
                    <a:pt x="283" y="566"/>
                  </a:lnTo>
                  <a:cubicBezTo>
                    <a:pt x="440" y="566"/>
                    <a:pt x="566" y="439"/>
                    <a:pt x="566" y="282"/>
                  </a:cubicBezTo>
                  <a:cubicBezTo>
                    <a:pt x="566" y="126"/>
                    <a:pt x="440" y="0"/>
                    <a:pt x="283" y="0"/>
                  </a:cubicBezTo>
                  <a:cubicBezTo>
                    <a:pt x="126" y="0"/>
                    <a:pt x="0" y="126"/>
                    <a:pt x="0" y="282"/>
                  </a:cubicBezTo>
                  <a:cubicBezTo>
                    <a:pt x="0" y="439"/>
                    <a:pt x="126" y="566"/>
                    <a:pt x="283" y="566"/>
                  </a:cubicBezTo>
                  <a:close/>
                </a:path>
              </a:pathLst>
            </a:custGeom>
            <a:solidFill>
              <a:srgbClr val="FBD10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CH"/>
            </a:p>
          </p:txBody>
        </p:sp>
        <p:sp>
          <p:nvSpPr>
            <p:cNvPr id="16" name="Freeform 11">
              <a:extLst>
                <a:ext uri="{FF2B5EF4-FFF2-40B4-BE49-F238E27FC236}">
                  <a16:creationId xmlns:a16="http://schemas.microsoft.com/office/drawing/2014/main" id="{B780F623-99C5-A98B-7D1E-BEBC218D4671}"/>
                </a:ext>
              </a:extLst>
            </p:cNvPr>
            <p:cNvSpPr>
              <a:spLocks noEditPoints="1"/>
            </p:cNvSpPr>
            <p:nvPr/>
          </p:nvSpPr>
          <p:spPr bwMode="auto">
            <a:xfrm>
              <a:off x="919" y="2243"/>
              <a:ext cx="150" cy="198"/>
            </a:xfrm>
            <a:custGeom>
              <a:avLst/>
              <a:gdLst>
                <a:gd name="T0" fmla="*/ 147 w 243"/>
                <a:gd name="T1" fmla="*/ 239 h 320"/>
                <a:gd name="T2" fmla="*/ 213 w 243"/>
                <a:gd name="T3" fmla="*/ 222 h 320"/>
                <a:gd name="T4" fmla="*/ 153 w 243"/>
                <a:gd name="T5" fmla="*/ 162 h 320"/>
                <a:gd name="T6" fmla="*/ 129 w 243"/>
                <a:gd name="T7" fmla="*/ 237 h 320"/>
                <a:gd name="T8" fmla="*/ 181 w 243"/>
                <a:gd name="T9" fmla="*/ 88 h 320"/>
                <a:gd name="T10" fmla="*/ 176 w 243"/>
                <a:gd name="T11" fmla="*/ 34 h 320"/>
                <a:gd name="T12" fmla="*/ 122 w 243"/>
                <a:gd name="T13" fmla="*/ 0 h 320"/>
                <a:gd name="T14" fmla="*/ 67 w 243"/>
                <a:gd name="T15" fmla="*/ 34 h 320"/>
                <a:gd name="T16" fmla="*/ 63 w 243"/>
                <a:gd name="T17" fmla="*/ 88 h 320"/>
                <a:gd name="T18" fmla="*/ 115 w 243"/>
                <a:gd name="T19" fmla="*/ 237 h 320"/>
                <a:gd name="T20" fmla="*/ 90 w 243"/>
                <a:gd name="T21" fmla="*/ 162 h 320"/>
                <a:gd name="T22" fmla="*/ 30 w 243"/>
                <a:gd name="T23" fmla="*/ 222 h 320"/>
                <a:gd name="T24" fmla="*/ 97 w 243"/>
                <a:gd name="T25" fmla="*/ 239 h 320"/>
                <a:gd name="T26" fmla="*/ 115 w 243"/>
                <a:gd name="T27" fmla="*/ 280 h 320"/>
                <a:gd name="T28" fmla="*/ 66 w 243"/>
                <a:gd name="T29" fmla="*/ 320 h 320"/>
                <a:gd name="T30" fmla="*/ 177 w 243"/>
                <a:gd name="T31" fmla="*/ 320 h 320"/>
                <a:gd name="T32" fmla="*/ 129 w 243"/>
                <a:gd name="T33" fmla="*/ 280 h 320"/>
                <a:gd name="T34" fmla="*/ 147 w 243"/>
                <a:gd name="T35" fmla="*/ 239 h 320"/>
                <a:gd name="T36" fmla="*/ 163 w 243"/>
                <a:gd name="T37" fmla="*/ 172 h 320"/>
                <a:gd name="T38" fmla="*/ 228 w 243"/>
                <a:gd name="T39" fmla="*/ 148 h 320"/>
                <a:gd name="T40" fmla="*/ 161 w 243"/>
                <a:gd name="T41" fmla="*/ 226 h 320"/>
                <a:gd name="T42" fmla="*/ 202 w 243"/>
                <a:gd name="T43" fmla="*/ 182 h 320"/>
                <a:gd name="T44" fmla="*/ 192 w 243"/>
                <a:gd name="T45" fmla="*/ 173 h 320"/>
                <a:gd name="T46" fmla="*/ 163 w 243"/>
                <a:gd name="T47" fmla="*/ 172 h 320"/>
                <a:gd name="T48" fmla="*/ 83 w 243"/>
                <a:gd name="T49" fmla="*/ 226 h 320"/>
                <a:gd name="T50" fmla="*/ 40 w 243"/>
                <a:gd name="T51" fmla="*/ 213 h 320"/>
                <a:gd name="T52" fmla="*/ 81 w 243"/>
                <a:gd name="T53" fmla="*/ 172 h 320"/>
                <a:gd name="T54" fmla="*/ 52 w 243"/>
                <a:gd name="T55" fmla="*/ 173 h 320"/>
                <a:gd name="T56" fmla="*/ 42 w 243"/>
                <a:gd name="T57" fmla="*/ 182 h 320"/>
                <a:gd name="T58" fmla="*/ 83 w 243"/>
                <a:gd name="T59" fmla="*/ 226 h 320"/>
                <a:gd name="T60" fmla="*/ 168 w 243"/>
                <a:gd name="T61" fmla="*/ 88 h 320"/>
                <a:gd name="T62" fmla="*/ 129 w 243"/>
                <a:gd name="T63" fmla="*/ 135 h 320"/>
                <a:gd name="T64" fmla="*/ 168 w 243"/>
                <a:gd name="T65" fmla="*/ 48 h 320"/>
                <a:gd name="T66" fmla="*/ 168 w 243"/>
                <a:gd name="T67" fmla="*/ 88 h 320"/>
                <a:gd name="T68" fmla="*/ 113 w 243"/>
                <a:gd name="T69" fmla="*/ 32 h 320"/>
                <a:gd name="T70" fmla="*/ 131 w 243"/>
                <a:gd name="T71" fmla="*/ 32 h 320"/>
                <a:gd name="T72" fmla="*/ 122 w 243"/>
                <a:gd name="T73" fmla="*/ 63 h 320"/>
                <a:gd name="T74" fmla="*/ 113 w 243"/>
                <a:gd name="T75" fmla="*/ 32 h 320"/>
                <a:gd name="T76" fmla="*/ 76 w 243"/>
                <a:gd name="T77" fmla="*/ 88 h 320"/>
                <a:gd name="T78" fmla="*/ 76 w 243"/>
                <a:gd name="T79" fmla="*/ 48 h 320"/>
                <a:gd name="T80" fmla="*/ 115 w 243"/>
                <a:gd name="T81" fmla="*/ 135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3" h="320">
                  <a:moveTo>
                    <a:pt x="147" y="239"/>
                  </a:moveTo>
                  <a:lnTo>
                    <a:pt x="147" y="239"/>
                  </a:lnTo>
                  <a:cubicBezTo>
                    <a:pt x="151" y="239"/>
                    <a:pt x="156" y="239"/>
                    <a:pt x="161" y="239"/>
                  </a:cubicBezTo>
                  <a:cubicBezTo>
                    <a:pt x="178" y="239"/>
                    <a:pt x="200" y="236"/>
                    <a:pt x="213" y="222"/>
                  </a:cubicBezTo>
                  <a:cubicBezTo>
                    <a:pt x="238" y="198"/>
                    <a:pt x="243" y="132"/>
                    <a:pt x="243" y="132"/>
                  </a:cubicBezTo>
                  <a:cubicBezTo>
                    <a:pt x="243" y="132"/>
                    <a:pt x="178" y="138"/>
                    <a:pt x="153" y="162"/>
                  </a:cubicBezTo>
                  <a:cubicBezTo>
                    <a:pt x="135" y="181"/>
                    <a:pt x="136" y="213"/>
                    <a:pt x="137" y="229"/>
                  </a:cubicBezTo>
                  <a:lnTo>
                    <a:pt x="129" y="237"/>
                  </a:lnTo>
                  <a:lnTo>
                    <a:pt x="129" y="149"/>
                  </a:lnTo>
                  <a:cubicBezTo>
                    <a:pt x="158" y="145"/>
                    <a:pt x="181" y="119"/>
                    <a:pt x="181" y="88"/>
                  </a:cubicBezTo>
                  <a:lnTo>
                    <a:pt x="181" y="34"/>
                  </a:lnTo>
                  <a:lnTo>
                    <a:pt x="176" y="34"/>
                  </a:lnTo>
                  <a:cubicBezTo>
                    <a:pt x="168" y="34"/>
                    <a:pt x="160" y="36"/>
                    <a:pt x="153" y="39"/>
                  </a:cubicBezTo>
                  <a:cubicBezTo>
                    <a:pt x="147" y="25"/>
                    <a:pt x="135" y="21"/>
                    <a:pt x="122" y="0"/>
                  </a:cubicBezTo>
                  <a:cubicBezTo>
                    <a:pt x="109" y="21"/>
                    <a:pt x="96" y="25"/>
                    <a:pt x="91" y="39"/>
                  </a:cubicBezTo>
                  <a:cubicBezTo>
                    <a:pt x="83" y="36"/>
                    <a:pt x="75" y="34"/>
                    <a:pt x="67" y="34"/>
                  </a:cubicBezTo>
                  <a:lnTo>
                    <a:pt x="63" y="34"/>
                  </a:lnTo>
                  <a:lnTo>
                    <a:pt x="63" y="88"/>
                  </a:lnTo>
                  <a:cubicBezTo>
                    <a:pt x="63" y="119"/>
                    <a:pt x="85" y="145"/>
                    <a:pt x="115" y="149"/>
                  </a:cubicBezTo>
                  <a:lnTo>
                    <a:pt x="115" y="237"/>
                  </a:lnTo>
                  <a:lnTo>
                    <a:pt x="107" y="229"/>
                  </a:lnTo>
                  <a:cubicBezTo>
                    <a:pt x="108" y="213"/>
                    <a:pt x="109" y="181"/>
                    <a:pt x="90" y="162"/>
                  </a:cubicBezTo>
                  <a:cubicBezTo>
                    <a:pt x="66" y="138"/>
                    <a:pt x="0" y="132"/>
                    <a:pt x="0" y="132"/>
                  </a:cubicBezTo>
                  <a:cubicBezTo>
                    <a:pt x="0" y="132"/>
                    <a:pt x="6" y="198"/>
                    <a:pt x="30" y="222"/>
                  </a:cubicBezTo>
                  <a:cubicBezTo>
                    <a:pt x="44" y="236"/>
                    <a:pt x="66" y="239"/>
                    <a:pt x="83" y="239"/>
                  </a:cubicBezTo>
                  <a:cubicBezTo>
                    <a:pt x="88" y="239"/>
                    <a:pt x="93" y="239"/>
                    <a:pt x="97" y="239"/>
                  </a:cubicBezTo>
                  <a:lnTo>
                    <a:pt x="115" y="257"/>
                  </a:lnTo>
                  <a:lnTo>
                    <a:pt x="115" y="280"/>
                  </a:lnTo>
                  <a:cubicBezTo>
                    <a:pt x="85" y="282"/>
                    <a:pt x="59" y="302"/>
                    <a:pt x="50" y="320"/>
                  </a:cubicBezTo>
                  <a:lnTo>
                    <a:pt x="66" y="320"/>
                  </a:lnTo>
                  <a:cubicBezTo>
                    <a:pt x="76" y="307"/>
                    <a:pt x="97" y="293"/>
                    <a:pt x="122" y="293"/>
                  </a:cubicBezTo>
                  <a:cubicBezTo>
                    <a:pt x="147" y="293"/>
                    <a:pt x="168" y="307"/>
                    <a:pt x="177" y="320"/>
                  </a:cubicBezTo>
                  <a:lnTo>
                    <a:pt x="193" y="320"/>
                  </a:lnTo>
                  <a:cubicBezTo>
                    <a:pt x="184" y="302"/>
                    <a:pt x="159" y="282"/>
                    <a:pt x="129" y="280"/>
                  </a:cubicBezTo>
                  <a:lnTo>
                    <a:pt x="129" y="257"/>
                  </a:lnTo>
                  <a:lnTo>
                    <a:pt x="147" y="239"/>
                  </a:lnTo>
                  <a:lnTo>
                    <a:pt x="147" y="239"/>
                  </a:lnTo>
                  <a:close/>
                  <a:moveTo>
                    <a:pt x="163" y="172"/>
                  </a:moveTo>
                  <a:lnTo>
                    <a:pt x="163" y="172"/>
                  </a:lnTo>
                  <a:cubicBezTo>
                    <a:pt x="176" y="159"/>
                    <a:pt x="207" y="151"/>
                    <a:pt x="228" y="148"/>
                  </a:cubicBezTo>
                  <a:cubicBezTo>
                    <a:pt x="224" y="169"/>
                    <a:pt x="217" y="200"/>
                    <a:pt x="204" y="213"/>
                  </a:cubicBezTo>
                  <a:cubicBezTo>
                    <a:pt x="193" y="224"/>
                    <a:pt x="175" y="226"/>
                    <a:pt x="161" y="226"/>
                  </a:cubicBezTo>
                  <a:cubicBezTo>
                    <a:pt x="161" y="226"/>
                    <a:pt x="160" y="226"/>
                    <a:pt x="159" y="226"/>
                  </a:cubicBezTo>
                  <a:lnTo>
                    <a:pt x="202" y="182"/>
                  </a:lnTo>
                  <a:cubicBezTo>
                    <a:pt x="204" y="180"/>
                    <a:pt x="204" y="175"/>
                    <a:pt x="202" y="173"/>
                  </a:cubicBezTo>
                  <a:cubicBezTo>
                    <a:pt x="199" y="170"/>
                    <a:pt x="195" y="170"/>
                    <a:pt x="192" y="173"/>
                  </a:cubicBezTo>
                  <a:lnTo>
                    <a:pt x="150" y="216"/>
                  </a:lnTo>
                  <a:cubicBezTo>
                    <a:pt x="150" y="201"/>
                    <a:pt x="153" y="182"/>
                    <a:pt x="163" y="172"/>
                  </a:cubicBezTo>
                  <a:lnTo>
                    <a:pt x="163" y="172"/>
                  </a:lnTo>
                  <a:close/>
                  <a:moveTo>
                    <a:pt x="83" y="226"/>
                  </a:moveTo>
                  <a:lnTo>
                    <a:pt x="83" y="226"/>
                  </a:lnTo>
                  <a:cubicBezTo>
                    <a:pt x="69" y="226"/>
                    <a:pt x="51" y="223"/>
                    <a:pt x="40" y="213"/>
                  </a:cubicBezTo>
                  <a:cubicBezTo>
                    <a:pt x="27" y="200"/>
                    <a:pt x="20" y="169"/>
                    <a:pt x="16" y="148"/>
                  </a:cubicBezTo>
                  <a:cubicBezTo>
                    <a:pt x="37" y="151"/>
                    <a:pt x="68" y="159"/>
                    <a:pt x="81" y="172"/>
                  </a:cubicBezTo>
                  <a:cubicBezTo>
                    <a:pt x="91" y="182"/>
                    <a:pt x="94" y="201"/>
                    <a:pt x="94" y="216"/>
                  </a:cubicBezTo>
                  <a:lnTo>
                    <a:pt x="52" y="173"/>
                  </a:lnTo>
                  <a:cubicBezTo>
                    <a:pt x="49" y="170"/>
                    <a:pt x="45" y="170"/>
                    <a:pt x="42" y="173"/>
                  </a:cubicBezTo>
                  <a:cubicBezTo>
                    <a:pt x="40" y="175"/>
                    <a:pt x="39" y="180"/>
                    <a:pt x="42" y="182"/>
                  </a:cubicBezTo>
                  <a:lnTo>
                    <a:pt x="85" y="226"/>
                  </a:lnTo>
                  <a:cubicBezTo>
                    <a:pt x="84" y="226"/>
                    <a:pt x="83" y="226"/>
                    <a:pt x="83" y="226"/>
                  </a:cubicBezTo>
                  <a:lnTo>
                    <a:pt x="83" y="226"/>
                  </a:lnTo>
                  <a:close/>
                  <a:moveTo>
                    <a:pt x="168" y="88"/>
                  </a:moveTo>
                  <a:lnTo>
                    <a:pt x="168" y="88"/>
                  </a:lnTo>
                  <a:cubicBezTo>
                    <a:pt x="168" y="111"/>
                    <a:pt x="151" y="131"/>
                    <a:pt x="129" y="135"/>
                  </a:cubicBezTo>
                  <a:lnTo>
                    <a:pt x="129" y="95"/>
                  </a:lnTo>
                  <a:cubicBezTo>
                    <a:pt x="129" y="72"/>
                    <a:pt x="145" y="53"/>
                    <a:pt x="168" y="48"/>
                  </a:cubicBezTo>
                  <a:lnTo>
                    <a:pt x="168" y="88"/>
                  </a:lnTo>
                  <a:lnTo>
                    <a:pt x="168" y="88"/>
                  </a:lnTo>
                  <a:close/>
                  <a:moveTo>
                    <a:pt x="113" y="32"/>
                  </a:moveTo>
                  <a:lnTo>
                    <a:pt x="113" y="32"/>
                  </a:lnTo>
                  <a:cubicBezTo>
                    <a:pt x="116" y="29"/>
                    <a:pt x="119" y="26"/>
                    <a:pt x="122" y="23"/>
                  </a:cubicBezTo>
                  <a:cubicBezTo>
                    <a:pt x="125" y="26"/>
                    <a:pt x="128" y="29"/>
                    <a:pt x="131" y="32"/>
                  </a:cubicBezTo>
                  <a:cubicBezTo>
                    <a:pt x="136" y="36"/>
                    <a:pt x="139" y="39"/>
                    <a:pt x="140" y="44"/>
                  </a:cubicBezTo>
                  <a:cubicBezTo>
                    <a:pt x="135" y="49"/>
                    <a:pt x="128" y="55"/>
                    <a:pt x="122" y="63"/>
                  </a:cubicBezTo>
                  <a:cubicBezTo>
                    <a:pt x="116" y="55"/>
                    <a:pt x="108" y="48"/>
                    <a:pt x="103" y="44"/>
                  </a:cubicBezTo>
                  <a:cubicBezTo>
                    <a:pt x="105" y="40"/>
                    <a:pt x="108" y="37"/>
                    <a:pt x="113" y="32"/>
                  </a:cubicBezTo>
                  <a:lnTo>
                    <a:pt x="113" y="32"/>
                  </a:lnTo>
                  <a:close/>
                  <a:moveTo>
                    <a:pt x="76" y="88"/>
                  </a:moveTo>
                  <a:lnTo>
                    <a:pt x="76" y="88"/>
                  </a:lnTo>
                  <a:lnTo>
                    <a:pt x="76" y="48"/>
                  </a:lnTo>
                  <a:cubicBezTo>
                    <a:pt x="99" y="53"/>
                    <a:pt x="115" y="72"/>
                    <a:pt x="115" y="95"/>
                  </a:cubicBezTo>
                  <a:lnTo>
                    <a:pt x="115" y="135"/>
                  </a:lnTo>
                  <a:cubicBezTo>
                    <a:pt x="93" y="131"/>
                    <a:pt x="76" y="111"/>
                    <a:pt x="76" y="88"/>
                  </a:cubicBez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CH"/>
            </a:p>
          </p:txBody>
        </p:sp>
      </p:grpSp>
      <p:grpSp>
        <p:nvGrpSpPr>
          <p:cNvPr id="17" name="Group 39">
            <a:extLst>
              <a:ext uri="{FF2B5EF4-FFF2-40B4-BE49-F238E27FC236}">
                <a16:creationId xmlns:a16="http://schemas.microsoft.com/office/drawing/2014/main" id="{A8650199-6999-9826-76C7-B4944CCD18E3}"/>
              </a:ext>
            </a:extLst>
          </p:cNvPr>
          <p:cNvGrpSpPr>
            <a:grpSpLocks noChangeAspect="1"/>
          </p:cNvGrpSpPr>
          <p:nvPr/>
        </p:nvGrpSpPr>
        <p:grpSpPr bwMode="auto">
          <a:xfrm>
            <a:off x="8120572" y="1346324"/>
            <a:ext cx="540000" cy="540000"/>
            <a:chOff x="4044" y="2168"/>
            <a:chExt cx="344" cy="344"/>
          </a:xfrm>
        </p:grpSpPr>
        <p:sp>
          <p:nvSpPr>
            <p:cNvPr id="18" name="AutoShape 38">
              <a:extLst>
                <a:ext uri="{FF2B5EF4-FFF2-40B4-BE49-F238E27FC236}">
                  <a16:creationId xmlns:a16="http://schemas.microsoft.com/office/drawing/2014/main" id="{40B8E38B-73FF-5902-4699-01E7874E80A4}"/>
                </a:ext>
              </a:extLst>
            </p:cNvPr>
            <p:cNvSpPr>
              <a:spLocks noChangeAspect="1" noChangeArrowheads="1" noTextEdit="1"/>
            </p:cNvSpPr>
            <p:nvPr/>
          </p:nvSpPr>
          <p:spPr bwMode="auto">
            <a:xfrm>
              <a:off x="4044" y="2168"/>
              <a:ext cx="344" cy="34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p>
          </p:txBody>
        </p:sp>
        <p:sp>
          <p:nvSpPr>
            <p:cNvPr id="19" name="Freeform 40">
              <a:extLst>
                <a:ext uri="{FF2B5EF4-FFF2-40B4-BE49-F238E27FC236}">
                  <a16:creationId xmlns:a16="http://schemas.microsoft.com/office/drawing/2014/main" id="{EDB1E4B5-1E86-F89F-976B-4ECA4D794005}"/>
                </a:ext>
              </a:extLst>
            </p:cNvPr>
            <p:cNvSpPr>
              <a:spLocks/>
            </p:cNvSpPr>
            <p:nvPr/>
          </p:nvSpPr>
          <p:spPr bwMode="auto">
            <a:xfrm>
              <a:off x="4044" y="2168"/>
              <a:ext cx="350" cy="350"/>
            </a:xfrm>
            <a:custGeom>
              <a:avLst/>
              <a:gdLst>
                <a:gd name="T0" fmla="*/ 283 w 566"/>
                <a:gd name="T1" fmla="*/ 566 h 566"/>
                <a:gd name="T2" fmla="*/ 283 w 566"/>
                <a:gd name="T3" fmla="*/ 566 h 566"/>
                <a:gd name="T4" fmla="*/ 566 w 566"/>
                <a:gd name="T5" fmla="*/ 282 h 566"/>
                <a:gd name="T6" fmla="*/ 283 w 566"/>
                <a:gd name="T7" fmla="*/ 0 h 566"/>
                <a:gd name="T8" fmla="*/ 0 w 566"/>
                <a:gd name="T9" fmla="*/ 282 h 566"/>
                <a:gd name="T10" fmla="*/ 283 w 566"/>
                <a:gd name="T11" fmla="*/ 566 h 566"/>
              </a:gdLst>
              <a:ahLst/>
              <a:cxnLst>
                <a:cxn ang="0">
                  <a:pos x="T0" y="T1"/>
                </a:cxn>
                <a:cxn ang="0">
                  <a:pos x="T2" y="T3"/>
                </a:cxn>
                <a:cxn ang="0">
                  <a:pos x="T4" y="T5"/>
                </a:cxn>
                <a:cxn ang="0">
                  <a:pos x="T6" y="T7"/>
                </a:cxn>
                <a:cxn ang="0">
                  <a:pos x="T8" y="T9"/>
                </a:cxn>
                <a:cxn ang="0">
                  <a:pos x="T10" y="T11"/>
                </a:cxn>
              </a:cxnLst>
              <a:rect l="0" t="0" r="r" b="b"/>
              <a:pathLst>
                <a:path w="566" h="566">
                  <a:moveTo>
                    <a:pt x="283" y="566"/>
                  </a:moveTo>
                  <a:lnTo>
                    <a:pt x="283" y="566"/>
                  </a:lnTo>
                  <a:cubicBezTo>
                    <a:pt x="440" y="566"/>
                    <a:pt x="566" y="439"/>
                    <a:pt x="566" y="282"/>
                  </a:cubicBezTo>
                  <a:cubicBezTo>
                    <a:pt x="566" y="126"/>
                    <a:pt x="440" y="0"/>
                    <a:pt x="283" y="0"/>
                  </a:cubicBezTo>
                  <a:cubicBezTo>
                    <a:pt x="126" y="0"/>
                    <a:pt x="0" y="126"/>
                    <a:pt x="0" y="282"/>
                  </a:cubicBezTo>
                  <a:cubicBezTo>
                    <a:pt x="0" y="439"/>
                    <a:pt x="126" y="566"/>
                    <a:pt x="283" y="566"/>
                  </a:cubicBezTo>
                  <a:close/>
                </a:path>
              </a:pathLst>
            </a:custGeom>
            <a:solidFill>
              <a:srgbClr val="FBD10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CH"/>
            </a:p>
          </p:txBody>
        </p:sp>
        <p:sp>
          <p:nvSpPr>
            <p:cNvPr id="20" name="Freeform 41">
              <a:extLst>
                <a:ext uri="{FF2B5EF4-FFF2-40B4-BE49-F238E27FC236}">
                  <a16:creationId xmlns:a16="http://schemas.microsoft.com/office/drawing/2014/main" id="{DFEF2E0B-949E-5863-92F2-8DE4002ABF6D}"/>
                </a:ext>
              </a:extLst>
            </p:cNvPr>
            <p:cNvSpPr>
              <a:spLocks noEditPoints="1"/>
            </p:cNvSpPr>
            <p:nvPr/>
          </p:nvSpPr>
          <p:spPr bwMode="auto">
            <a:xfrm>
              <a:off x="4136" y="2251"/>
              <a:ext cx="172" cy="177"/>
            </a:xfrm>
            <a:custGeom>
              <a:avLst/>
              <a:gdLst>
                <a:gd name="T0" fmla="*/ 204 w 279"/>
                <a:gd name="T1" fmla="*/ 47 h 287"/>
                <a:gd name="T2" fmla="*/ 203 w 279"/>
                <a:gd name="T3" fmla="*/ 102 h 287"/>
                <a:gd name="T4" fmla="*/ 231 w 279"/>
                <a:gd name="T5" fmla="*/ 74 h 287"/>
                <a:gd name="T6" fmla="*/ 214 w 279"/>
                <a:gd name="T7" fmla="*/ 84 h 287"/>
                <a:gd name="T8" fmla="*/ 204 w 279"/>
                <a:gd name="T9" fmla="*/ 88 h 287"/>
                <a:gd name="T10" fmla="*/ 191 w 279"/>
                <a:gd name="T11" fmla="*/ 74 h 287"/>
                <a:gd name="T12" fmla="*/ 204 w 279"/>
                <a:gd name="T13" fmla="*/ 61 h 287"/>
                <a:gd name="T14" fmla="*/ 218 w 279"/>
                <a:gd name="T15" fmla="*/ 74 h 287"/>
                <a:gd name="T16" fmla="*/ 269 w 279"/>
                <a:gd name="T17" fmla="*/ 15 h 287"/>
                <a:gd name="T18" fmla="*/ 268 w 279"/>
                <a:gd name="T19" fmla="*/ 10 h 287"/>
                <a:gd name="T20" fmla="*/ 156 w 279"/>
                <a:gd name="T21" fmla="*/ 45 h 287"/>
                <a:gd name="T22" fmla="*/ 80 w 279"/>
                <a:gd name="T23" fmla="*/ 87 h 287"/>
                <a:gd name="T24" fmla="*/ 0 w 279"/>
                <a:gd name="T25" fmla="*/ 153 h 287"/>
                <a:gd name="T26" fmla="*/ 60 w 279"/>
                <a:gd name="T27" fmla="*/ 161 h 287"/>
                <a:gd name="T28" fmla="*/ 50 w 279"/>
                <a:gd name="T29" fmla="*/ 189 h 287"/>
                <a:gd name="T30" fmla="*/ 96 w 279"/>
                <a:gd name="T31" fmla="*/ 232 h 287"/>
                <a:gd name="T32" fmla="*/ 117 w 279"/>
                <a:gd name="T33" fmla="*/ 219 h 287"/>
                <a:gd name="T34" fmla="*/ 125 w 279"/>
                <a:gd name="T35" fmla="*/ 279 h 287"/>
                <a:gd name="T36" fmla="*/ 192 w 279"/>
                <a:gd name="T37" fmla="*/ 198 h 287"/>
                <a:gd name="T38" fmla="*/ 233 w 279"/>
                <a:gd name="T39" fmla="*/ 122 h 287"/>
                <a:gd name="T40" fmla="*/ 269 w 279"/>
                <a:gd name="T41" fmla="*/ 15 h 287"/>
                <a:gd name="T42" fmla="*/ 127 w 279"/>
                <a:gd name="T43" fmla="*/ 209 h 287"/>
                <a:gd name="T44" fmla="*/ 84 w 279"/>
                <a:gd name="T45" fmla="*/ 137 h 287"/>
                <a:gd name="T46" fmla="*/ 127 w 279"/>
                <a:gd name="T47" fmla="*/ 209 h 287"/>
                <a:gd name="T48" fmla="*/ 67 w 279"/>
                <a:gd name="T49" fmla="*/ 106 h 287"/>
                <a:gd name="T50" fmla="*/ 101 w 279"/>
                <a:gd name="T51" fmla="*/ 100 h 287"/>
                <a:gd name="T52" fmla="*/ 33 w 279"/>
                <a:gd name="T53" fmla="*/ 140 h 287"/>
                <a:gd name="T54" fmla="*/ 67 w 279"/>
                <a:gd name="T55" fmla="*/ 106 h 287"/>
                <a:gd name="T56" fmla="*/ 101 w 279"/>
                <a:gd name="T57" fmla="*/ 214 h 287"/>
                <a:gd name="T58" fmla="*/ 61 w 279"/>
                <a:gd name="T59" fmla="*/ 182 h 287"/>
                <a:gd name="T60" fmla="*/ 70 w 279"/>
                <a:gd name="T61" fmla="*/ 171 h 287"/>
                <a:gd name="T62" fmla="*/ 101 w 279"/>
                <a:gd name="T63" fmla="*/ 214 h 287"/>
                <a:gd name="T64" fmla="*/ 178 w 279"/>
                <a:gd name="T65" fmla="*/ 198 h 287"/>
                <a:gd name="T66" fmla="*/ 139 w 279"/>
                <a:gd name="T67" fmla="*/ 246 h 287"/>
                <a:gd name="T68" fmla="*/ 146 w 279"/>
                <a:gd name="T69" fmla="*/ 210 h 287"/>
                <a:gd name="T70" fmla="*/ 178 w 279"/>
                <a:gd name="T71" fmla="*/ 198 h 287"/>
                <a:gd name="T72" fmla="*/ 192 w 279"/>
                <a:gd name="T73" fmla="*/ 145 h 287"/>
                <a:gd name="T74" fmla="*/ 151 w 279"/>
                <a:gd name="T75" fmla="*/ 185 h 287"/>
                <a:gd name="T76" fmla="*/ 166 w 279"/>
                <a:gd name="T77" fmla="*/ 55 h 287"/>
                <a:gd name="T78" fmla="*/ 224 w 279"/>
                <a:gd name="T79" fmla="*/ 113 h 287"/>
                <a:gd name="T80" fmla="*/ 27 w 279"/>
                <a:gd name="T81" fmla="*/ 223 h 287"/>
                <a:gd name="T82" fmla="*/ 37 w 279"/>
                <a:gd name="T83" fmla="*/ 233 h 287"/>
                <a:gd name="T84" fmla="*/ 6 w 279"/>
                <a:gd name="T85" fmla="*/ 244 h 287"/>
                <a:gd name="T86" fmla="*/ 27 w 279"/>
                <a:gd name="T87" fmla="*/ 223 h 287"/>
                <a:gd name="T88" fmla="*/ 43 w 279"/>
                <a:gd name="T89" fmla="*/ 226 h 287"/>
                <a:gd name="T90" fmla="*/ 46 w 279"/>
                <a:gd name="T91" fmla="*/ 203 h 287"/>
                <a:gd name="T92" fmla="*/ 43 w 279"/>
                <a:gd name="T93" fmla="*/ 226 h 287"/>
                <a:gd name="T94" fmla="*/ 34 w 279"/>
                <a:gd name="T95" fmla="*/ 250 h 287"/>
                <a:gd name="T96" fmla="*/ 44 w 279"/>
                <a:gd name="T97" fmla="*/ 260 h 287"/>
                <a:gd name="T98" fmla="*/ 23 w 279"/>
                <a:gd name="T99" fmla="*/ 261 h 287"/>
                <a:gd name="T100" fmla="*/ 17 w 279"/>
                <a:gd name="T101" fmla="*/ 267 h 287"/>
                <a:gd name="T102" fmla="*/ 27 w 279"/>
                <a:gd name="T103" fmla="*/ 277 h 287"/>
                <a:gd name="T104" fmla="*/ 6 w 279"/>
                <a:gd name="T105" fmla="*/ 278 h 287"/>
                <a:gd name="T106" fmla="*/ 63 w 279"/>
                <a:gd name="T107" fmla="*/ 220 h 287"/>
                <a:gd name="T108" fmla="*/ 73 w 279"/>
                <a:gd name="T109" fmla="*/ 230 h 287"/>
                <a:gd name="T110" fmla="*/ 40 w 279"/>
                <a:gd name="T111" fmla="*/ 244 h 287"/>
                <a:gd name="T112" fmla="*/ 63 w 279"/>
                <a:gd name="T113" fmla="*/ 22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9" h="287">
                  <a:moveTo>
                    <a:pt x="204" y="47"/>
                  </a:moveTo>
                  <a:lnTo>
                    <a:pt x="204" y="47"/>
                  </a:lnTo>
                  <a:cubicBezTo>
                    <a:pt x="189" y="47"/>
                    <a:pt x="177" y="59"/>
                    <a:pt x="177" y="74"/>
                  </a:cubicBezTo>
                  <a:cubicBezTo>
                    <a:pt x="176" y="89"/>
                    <a:pt x="188" y="101"/>
                    <a:pt x="203" y="102"/>
                  </a:cubicBezTo>
                  <a:cubicBezTo>
                    <a:pt x="204" y="102"/>
                    <a:pt x="204" y="102"/>
                    <a:pt x="204" y="102"/>
                  </a:cubicBezTo>
                  <a:cubicBezTo>
                    <a:pt x="219" y="101"/>
                    <a:pt x="231" y="89"/>
                    <a:pt x="231" y="74"/>
                  </a:cubicBezTo>
                  <a:cubicBezTo>
                    <a:pt x="231" y="59"/>
                    <a:pt x="219" y="47"/>
                    <a:pt x="204" y="47"/>
                  </a:cubicBezTo>
                  <a:close/>
                  <a:moveTo>
                    <a:pt x="214" y="84"/>
                  </a:moveTo>
                  <a:lnTo>
                    <a:pt x="214" y="84"/>
                  </a:lnTo>
                  <a:cubicBezTo>
                    <a:pt x="211" y="86"/>
                    <a:pt x="208" y="88"/>
                    <a:pt x="204" y="88"/>
                  </a:cubicBezTo>
                  <a:cubicBezTo>
                    <a:pt x="201" y="88"/>
                    <a:pt x="197" y="86"/>
                    <a:pt x="195" y="84"/>
                  </a:cubicBezTo>
                  <a:cubicBezTo>
                    <a:pt x="192" y="81"/>
                    <a:pt x="191" y="78"/>
                    <a:pt x="191" y="74"/>
                  </a:cubicBezTo>
                  <a:cubicBezTo>
                    <a:pt x="191" y="71"/>
                    <a:pt x="192" y="67"/>
                    <a:pt x="195" y="65"/>
                  </a:cubicBezTo>
                  <a:cubicBezTo>
                    <a:pt x="197" y="62"/>
                    <a:pt x="201" y="61"/>
                    <a:pt x="204" y="61"/>
                  </a:cubicBezTo>
                  <a:cubicBezTo>
                    <a:pt x="208" y="61"/>
                    <a:pt x="211" y="62"/>
                    <a:pt x="214" y="65"/>
                  </a:cubicBezTo>
                  <a:cubicBezTo>
                    <a:pt x="217" y="67"/>
                    <a:pt x="218" y="71"/>
                    <a:pt x="218" y="74"/>
                  </a:cubicBezTo>
                  <a:cubicBezTo>
                    <a:pt x="218" y="78"/>
                    <a:pt x="217" y="81"/>
                    <a:pt x="214" y="84"/>
                  </a:cubicBezTo>
                  <a:close/>
                  <a:moveTo>
                    <a:pt x="269" y="15"/>
                  </a:moveTo>
                  <a:lnTo>
                    <a:pt x="269" y="15"/>
                  </a:lnTo>
                  <a:lnTo>
                    <a:pt x="268" y="10"/>
                  </a:lnTo>
                  <a:lnTo>
                    <a:pt x="263" y="10"/>
                  </a:lnTo>
                  <a:cubicBezTo>
                    <a:pt x="261" y="9"/>
                    <a:pt x="202" y="0"/>
                    <a:pt x="156" y="45"/>
                  </a:cubicBezTo>
                  <a:lnTo>
                    <a:pt x="115" y="87"/>
                  </a:lnTo>
                  <a:lnTo>
                    <a:pt x="80" y="87"/>
                  </a:lnTo>
                  <a:cubicBezTo>
                    <a:pt x="72" y="87"/>
                    <a:pt x="63" y="90"/>
                    <a:pt x="57" y="96"/>
                  </a:cubicBezTo>
                  <a:lnTo>
                    <a:pt x="0" y="153"/>
                  </a:lnTo>
                  <a:lnTo>
                    <a:pt x="52" y="153"/>
                  </a:lnTo>
                  <a:lnTo>
                    <a:pt x="60" y="161"/>
                  </a:lnTo>
                  <a:lnTo>
                    <a:pt x="54" y="168"/>
                  </a:lnTo>
                  <a:cubicBezTo>
                    <a:pt x="47" y="177"/>
                    <a:pt x="45" y="185"/>
                    <a:pt x="50" y="189"/>
                  </a:cubicBezTo>
                  <a:lnTo>
                    <a:pt x="89" y="229"/>
                  </a:lnTo>
                  <a:cubicBezTo>
                    <a:pt x="91" y="231"/>
                    <a:pt x="93" y="232"/>
                    <a:pt x="96" y="232"/>
                  </a:cubicBezTo>
                  <a:cubicBezTo>
                    <a:pt x="100" y="232"/>
                    <a:pt x="105" y="229"/>
                    <a:pt x="110" y="225"/>
                  </a:cubicBezTo>
                  <a:lnTo>
                    <a:pt x="117" y="219"/>
                  </a:lnTo>
                  <a:lnTo>
                    <a:pt x="125" y="226"/>
                  </a:lnTo>
                  <a:lnTo>
                    <a:pt x="125" y="279"/>
                  </a:lnTo>
                  <a:lnTo>
                    <a:pt x="182" y="222"/>
                  </a:lnTo>
                  <a:cubicBezTo>
                    <a:pt x="188" y="216"/>
                    <a:pt x="192" y="207"/>
                    <a:pt x="192" y="198"/>
                  </a:cubicBezTo>
                  <a:lnTo>
                    <a:pt x="192" y="164"/>
                  </a:lnTo>
                  <a:lnTo>
                    <a:pt x="233" y="122"/>
                  </a:lnTo>
                  <a:cubicBezTo>
                    <a:pt x="279" y="77"/>
                    <a:pt x="269" y="18"/>
                    <a:pt x="269" y="15"/>
                  </a:cubicBezTo>
                  <a:lnTo>
                    <a:pt x="269" y="15"/>
                  </a:lnTo>
                  <a:close/>
                  <a:moveTo>
                    <a:pt x="127" y="209"/>
                  </a:moveTo>
                  <a:lnTo>
                    <a:pt x="127" y="209"/>
                  </a:lnTo>
                  <a:lnTo>
                    <a:pt x="69" y="151"/>
                  </a:lnTo>
                  <a:lnTo>
                    <a:pt x="84" y="137"/>
                  </a:lnTo>
                  <a:lnTo>
                    <a:pt x="142" y="195"/>
                  </a:lnTo>
                  <a:lnTo>
                    <a:pt x="127" y="209"/>
                  </a:lnTo>
                  <a:close/>
                  <a:moveTo>
                    <a:pt x="67" y="106"/>
                  </a:moveTo>
                  <a:lnTo>
                    <a:pt x="67" y="106"/>
                  </a:lnTo>
                  <a:cubicBezTo>
                    <a:pt x="70" y="102"/>
                    <a:pt x="75" y="100"/>
                    <a:pt x="80" y="100"/>
                  </a:cubicBezTo>
                  <a:lnTo>
                    <a:pt x="101" y="100"/>
                  </a:lnTo>
                  <a:lnTo>
                    <a:pt x="62" y="140"/>
                  </a:lnTo>
                  <a:lnTo>
                    <a:pt x="33" y="140"/>
                  </a:lnTo>
                  <a:lnTo>
                    <a:pt x="67" y="106"/>
                  </a:lnTo>
                  <a:lnTo>
                    <a:pt x="67" y="106"/>
                  </a:lnTo>
                  <a:close/>
                  <a:moveTo>
                    <a:pt x="101" y="214"/>
                  </a:moveTo>
                  <a:lnTo>
                    <a:pt x="101" y="214"/>
                  </a:lnTo>
                  <a:cubicBezTo>
                    <a:pt x="99" y="216"/>
                    <a:pt x="98" y="217"/>
                    <a:pt x="97" y="217"/>
                  </a:cubicBezTo>
                  <a:lnTo>
                    <a:pt x="61" y="182"/>
                  </a:lnTo>
                  <a:cubicBezTo>
                    <a:pt x="62" y="180"/>
                    <a:pt x="63" y="179"/>
                    <a:pt x="64" y="177"/>
                  </a:cubicBezTo>
                  <a:lnTo>
                    <a:pt x="70" y="171"/>
                  </a:lnTo>
                  <a:lnTo>
                    <a:pt x="108" y="209"/>
                  </a:lnTo>
                  <a:lnTo>
                    <a:pt x="101" y="214"/>
                  </a:lnTo>
                  <a:close/>
                  <a:moveTo>
                    <a:pt x="178" y="198"/>
                  </a:moveTo>
                  <a:lnTo>
                    <a:pt x="178" y="198"/>
                  </a:lnTo>
                  <a:cubicBezTo>
                    <a:pt x="178" y="203"/>
                    <a:pt x="176" y="208"/>
                    <a:pt x="173" y="212"/>
                  </a:cubicBezTo>
                  <a:lnTo>
                    <a:pt x="139" y="246"/>
                  </a:lnTo>
                  <a:lnTo>
                    <a:pt x="139" y="217"/>
                  </a:lnTo>
                  <a:lnTo>
                    <a:pt x="146" y="210"/>
                  </a:lnTo>
                  <a:lnTo>
                    <a:pt x="178" y="177"/>
                  </a:lnTo>
                  <a:lnTo>
                    <a:pt x="178" y="198"/>
                  </a:lnTo>
                  <a:lnTo>
                    <a:pt x="178" y="198"/>
                  </a:lnTo>
                  <a:close/>
                  <a:moveTo>
                    <a:pt x="192" y="145"/>
                  </a:moveTo>
                  <a:lnTo>
                    <a:pt x="192" y="145"/>
                  </a:lnTo>
                  <a:lnTo>
                    <a:pt x="151" y="185"/>
                  </a:lnTo>
                  <a:lnTo>
                    <a:pt x="94" y="127"/>
                  </a:lnTo>
                  <a:lnTo>
                    <a:pt x="166" y="55"/>
                  </a:lnTo>
                  <a:cubicBezTo>
                    <a:pt x="199" y="22"/>
                    <a:pt x="241" y="22"/>
                    <a:pt x="256" y="23"/>
                  </a:cubicBezTo>
                  <a:cubicBezTo>
                    <a:pt x="257" y="37"/>
                    <a:pt x="257" y="80"/>
                    <a:pt x="224" y="113"/>
                  </a:cubicBezTo>
                  <a:lnTo>
                    <a:pt x="192" y="145"/>
                  </a:lnTo>
                  <a:close/>
                  <a:moveTo>
                    <a:pt x="27" y="223"/>
                  </a:moveTo>
                  <a:lnTo>
                    <a:pt x="27" y="223"/>
                  </a:lnTo>
                  <a:lnTo>
                    <a:pt x="37" y="233"/>
                  </a:lnTo>
                  <a:lnTo>
                    <a:pt x="16" y="253"/>
                  </a:lnTo>
                  <a:lnTo>
                    <a:pt x="6" y="244"/>
                  </a:lnTo>
                  <a:lnTo>
                    <a:pt x="27" y="223"/>
                  </a:lnTo>
                  <a:lnTo>
                    <a:pt x="27" y="223"/>
                  </a:lnTo>
                  <a:close/>
                  <a:moveTo>
                    <a:pt x="43" y="226"/>
                  </a:moveTo>
                  <a:lnTo>
                    <a:pt x="43" y="226"/>
                  </a:lnTo>
                  <a:lnTo>
                    <a:pt x="33" y="216"/>
                  </a:lnTo>
                  <a:lnTo>
                    <a:pt x="46" y="203"/>
                  </a:lnTo>
                  <a:lnTo>
                    <a:pt x="56" y="213"/>
                  </a:lnTo>
                  <a:lnTo>
                    <a:pt x="43" y="226"/>
                  </a:lnTo>
                  <a:lnTo>
                    <a:pt x="43" y="226"/>
                  </a:lnTo>
                  <a:close/>
                  <a:moveTo>
                    <a:pt x="34" y="250"/>
                  </a:moveTo>
                  <a:lnTo>
                    <a:pt x="34" y="250"/>
                  </a:lnTo>
                  <a:lnTo>
                    <a:pt x="44" y="260"/>
                  </a:lnTo>
                  <a:lnTo>
                    <a:pt x="33" y="271"/>
                  </a:lnTo>
                  <a:lnTo>
                    <a:pt x="23" y="261"/>
                  </a:lnTo>
                  <a:lnTo>
                    <a:pt x="34" y="250"/>
                  </a:lnTo>
                  <a:close/>
                  <a:moveTo>
                    <a:pt x="17" y="267"/>
                  </a:moveTo>
                  <a:lnTo>
                    <a:pt x="17" y="267"/>
                  </a:lnTo>
                  <a:lnTo>
                    <a:pt x="27" y="277"/>
                  </a:lnTo>
                  <a:lnTo>
                    <a:pt x="16" y="287"/>
                  </a:lnTo>
                  <a:lnTo>
                    <a:pt x="6" y="278"/>
                  </a:lnTo>
                  <a:lnTo>
                    <a:pt x="17" y="267"/>
                  </a:lnTo>
                  <a:close/>
                  <a:moveTo>
                    <a:pt x="63" y="220"/>
                  </a:moveTo>
                  <a:lnTo>
                    <a:pt x="63" y="220"/>
                  </a:lnTo>
                  <a:lnTo>
                    <a:pt x="73" y="230"/>
                  </a:lnTo>
                  <a:lnTo>
                    <a:pt x="50" y="253"/>
                  </a:lnTo>
                  <a:lnTo>
                    <a:pt x="40" y="244"/>
                  </a:lnTo>
                  <a:lnTo>
                    <a:pt x="63" y="220"/>
                  </a:lnTo>
                  <a:lnTo>
                    <a:pt x="63" y="220"/>
                  </a:ln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CH"/>
            </a:p>
          </p:txBody>
        </p:sp>
      </p:grpSp>
      <p:grpSp>
        <p:nvGrpSpPr>
          <p:cNvPr id="21" name="Gruppieren 20">
            <a:extLst>
              <a:ext uri="{FF2B5EF4-FFF2-40B4-BE49-F238E27FC236}">
                <a16:creationId xmlns:a16="http://schemas.microsoft.com/office/drawing/2014/main" id="{B30213CA-0CB6-5FA5-3742-4617D778A7CE}"/>
              </a:ext>
            </a:extLst>
          </p:cNvPr>
          <p:cNvGrpSpPr/>
          <p:nvPr/>
        </p:nvGrpSpPr>
        <p:grpSpPr>
          <a:xfrm>
            <a:off x="7752184" y="226950"/>
            <a:ext cx="4248472" cy="1209318"/>
            <a:chOff x="4953919" y="239500"/>
            <a:chExt cx="4248472" cy="1209318"/>
          </a:xfrm>
        </p:grpSpPr>
        <p:sp>
          <p:nvSpPr>
            <p:cNvPr id="22" name="Rechteck 21">
              <a:extLst>
                <a:ext uri="{FF2B5EF4-FFF2-40B4-BE49-F238E27FC236}">
                  <a16:creationId xmlns:a16="http://schemas.microsoft.com/office/drawing/2014/main" id="{45696C81-8982-B026-60E9-82EE65028139}"/>
                </a:ext>
              </a:extLst>
            </p:cNvPr>
            <p:cNvSpPr/>
            <p:nvPr/>
          </p:nvSpPr>
          <p:spPr>
            <a:xfrm>
              <a:off x="4953919" y="239500"/>
              <a:ext cx="4248472" cy="90230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44000" rIns="72000" bIns="72000" rtlCol="0" anchor="t"/>
            <a:lstStyle/>
            <a:p>
              <a:pPr>
                <a:lnSpc>
                  <a:spcPct val="97000"/>
                </a:lnSpc>
              </a:pPr>
              <a:r>
                <a:rPr lang="de-CH" sz="1200" b="1" spc="30" dirty="0">
                  <a:solidFill>
                    <a:schemeClr val="tx1"/>
                  </a:solidFill>
                </a:rPr>
                <a:t>Hinweis</a:t>
              </a:r>
            </a:p>
            <a:p>
              <a:r>
                <a:rPr lang="de-CH" sz="1000" dirty="0">
                  <a:solidFill>
                    <a:schemeClr val="tx1"/>
                  </a:solidFill>
                </a:rPr>
                <a:t>Mit Piktogrammen kannst du eine Aussage zusätzlich visuell unterstützen. Weitere Post Piktogramme findest du </a:t>
              </a:r>
              <a:r>
                <a:rPr lang="de-CH" sz="1000" dirty="0">
                  <a:solidFill>
                    <a:schemeClr val="tx1"/>
                  </a:solidFill>
                  <a:hlinkClick r:id="rId2" action="ppaction://hlinksldjump"/>
                </a:rPr>
                <a:t>im hinteren Bereich</a:t>
              </a:r>
              <a:r>
                <a:rPr lang="de-CH" sz="1000" dirty="0">
                  <a:solidFill>
                    <a:schemeClr val="tx1"/>
                  </a:solidFill>
                </a:rPr>
                <a:t>.</a:t>
              </a:r>
              <a:br>
                <a:rPr lang="de-CH" sz="1000" dirty="0">
                  <a:solidFill>
                    <a:schemeClr val="tx1"/>
                  </a:solidFill>
                </a:rPr>
              </a:br>
              <a:r>
                <a:rPr lang="de-CH" sz="1000" dirty="0">
                  <a:solidFill>
                    <a:schemeClr val="tx1"/>
                  </a:solidFill>
                </a:rPr>
                <a:t>Du kannst diese einfach durch Kopieren und Einfügen austauschen.</a:t>
              </a:r>
              <a:endParaRPr lang="de-CH" sz="1000" noProof="0" dirty="0">
                <a:solidFill>
                  <a:schemeClr val="tx1"/>
                </a:solidFill>
              </a:endParaRPr>
            </a:p>
          </p:txBody>
        </p:sp>
        <p:sp>
          <p:nvSpPr>
            <p:cNvPr id="23" name="Rechtwinkliges Dreieck 22">
              <a:extLst>
                <a:ext uri="{FF2B5EF4-FFF2-40B4-BE49-F238E27FC236}">
                  <a16:creationId xmlns:a16="http://schemas.microsoft.com/office/drawing/2014/main" id="{6E26E8DD-68A6-D254-7456-5C9AC24B2E5D}"/>
                </a:ext>
              </a:extLst>
            </p:cNvPr>
            <p:cNvSpPr/>
            <p:nvPr/>
          </p:nvSpPr>
          <p:spPr>
            <a:xfrm flipV="1">
              <a:off x="5823077" y="1141808"/>
              <a:ext cx="315529" cy="307010"/>
            </a:xfrm>
            <a:prstGeom prst="r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spTree>
    <p:extLst>
      <p:ext uri="{BB962C8B-B14F-4D97-AF65-F5344CB8AC3E}">
        <p14:creationId xmlns:p14="http://schemas.microsoft.com/office/powerpoint/2010/main" val="18068642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Bildplatzhalter 8">
            <a:extLst>
              <a:ext uri="{FF2B5EF4-FFF2-40B4-BE49-F238E27FC236}">
                <a16:creationId xmlns:a16="http://schemas.microsoft.com/office/drawing/2014/main" id="{E5B7CC75-3819-4444-36DD-4C1B5941EC81}"/>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6" b="6"/>
          <a:stretch/>
        </p:blipFill>
        <p:spPr/>
      </p:pic>
      <p:sp>
        <p:nvSpPr>
          <p:cNvPr id="3" name="Datumsplatzhalter 2">
            <a:extLst>
              <a:ext uri="{FF2B5EF4-FFF2-40B4-BE49-F238E27FC236}">
                <a16:creationId xmlns:a16="http://schemas.microsoft.com/office/drawing/2014/main" id="{9905FD9F-65BB-AD70-8A2F-1F4EECC39E04}"/>
              </a:ext>
            </a:extLst>
          </p:cNvPr>
          <p:cNvSpPr>
            <a:spLocks noGrp="1"/>
          </p:cNvSpPr>
          <p:nvPr>
            <p:ph type="dt" sz="half" idx="14"/>
          </p:nvPr>
        </p:nvSpPr>
        <p:spPr/>
        <p:txBody>
          <a:bodyPr/>
          <a:lstStyle/>
          <a:p>
            <a:fld id="{F8EF4B1C-5D9D-44DF-878A-00E0772EED61}" type="datetime4">
              <a:rPr lang="de-CH" smtClean="0"/>
              <a:t>8. Februar 2026</a:t>
            </a:fld>
            <a:endParaRPr lang="de-CH" dirty="0"/>
          </a:p>
        </p:txBody>
      </p:sp>
      <p:sp>
        <p:nvSpPr>
          <p:cNvPr id="4" name="Fußzeilenplatzhalter 3">
            <a:extLst>
              <a:ext uri="{FF2B5EF4-FFF2-40B4-BE49-F238E27FC236}">
                <a16:creationId xmlns:a16="http://schemas.microsoft.com/office/drawing/2014/main" id="{C8B24B1C-F20D-5EAC-9DF2-DD963537817C}"/>
              </a:ext>
            </a:extLst>
          </p:cNvPr>
          <p:cNvSpPr>
            <a:spLocks noGrp="1"/>
          </p:cNvSpPr>
          <p:nvPr>
            <p:ph type="ftr" sz="quarter" idx="15"/>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5" name="Foliennummernplatzhalter 4">
            <a:extLst>
              <a:ext uri="{FF2B5EF4-FFF2-40B4-BE49-F238E27FC236}">
                <a16:creationId xmlns:a16="http://schemas.microsoft.com/office/drawing/2014/main" id="{78366C44-84FB-B909-85A3-3D0D37D4B267}"/>
              </a:ext>
            </a:extLst>
          </p:cNvPr>
          <p:cNvSpPr>
            <a:spLocks noGrp="1"/>
          </p:cNvSpPr>
          <p:nvPr>
            <p:ph type="sldNum" sz="quarter" idx="16"/>
          </p:nvPr>
        </p:nvSpPr>
        <p:spPr/>
        <p:txBody>
          <a:bodyPr/>
          <a:lstStyle/>
          <a:p>
            <a:fld id="{442AD375-037F-43D0-B059-5172DA06796A}" type="slidenum">
              <a:rPr lang="de-CH" smtClean="0"/>
              <a:pPr/>
              <a:t>36</a:t>
            </a:fld>
            <a:endParaRPr lang="de-CH" dirty="0"/>
          </a:p>
        </p:txBody>
      </p:sp>
      <p:sp>
        <p:nvSpPr>
          <p:cNvPr id="6" name="Inhaltsplatzhalter 5">
            <a:extLst>
              <a:ext uri="{FF2B5EF4-FFF2-40B4-BE49-F238E27FC236}">
                <a16:creationId xmlns:a16="http://schemas.microsoft.com/office/drawing/2014/main" id="{7C9DF6F5-EAA2-F16C-6769-4317F4A7E419}"/>
              </a:ext>
            </a:extLst>
          </p:cNvPr>
          <p:cNvSpPr>
            <a:spLocks noGrp="1"/>
          </p:cNvSpPr>
          <p:nvPr>
            <p:ph sz="half" idx="2"/>
          </p:nvPr>
        </p:nvSpPr>
        <p:spPr/>
        <p:txBody>
          <a:bodyPr/>
          <a:lstStyle/>
          <a:p>
            <a:r>
              <a:rPr lang="de-CH" dirty="0"/>
              <a:t>«Zitat mit einer Länge von</a:t>
            </a:r>
            <a:br>
              <a:rPr lang="de-CH" dirty="0"/>
            </a:br>
            <a:r>
              <a:rPr lang="de-CH" dirty="0"/>
              <a:t>maximal 180 Zeichen. </a:t>
            </a:r>
            <a:r>
              <a:rPr lang="de-CH" dirty="0" err="1"/>
              <a:t>Fic</a:t>
            </a:r>
            <a:r>
              <a:rPr lang="de-CH" dirty="0"/>
              <a:t> </a:t>
            </a:r>
            <a:r>
              <a:rPr lang="de-CH" dirty="0" err="1"/>
              <a:t>temp</a:t>
            </a:r>
            <a:r>
              <a:rPr lang="de-CH" dirty="0"/>
              <a:t> </a:t>
            </a:r>
            <a:r>
              <a:rPr lang="de-CH" dirty="0" err="1"/>
              <a:t>ossi</a:t>
            </a:r>
            <a:r>
              <a:rPr lang="de-CH" dirty="0"/>
              <a:t> </a:t>
            </a:r>
            <a:r>
              <a:rPr lang="de-CH" dirty="0" err="1"/>
              <a:t>sitibus</a:t>
            </a:r>
            <a:r>
              <a:rPr lang="de-CH" dirty="0"/>
              <a:t> </a:t>
            </a:r>
            <a:r>
              <a:rPr lang="de-CH" dirty="0" err="1"/>
              <a:t>nis</a:t>
            </a:r>
            <a:r>
              <a:rPr lang="de-CH" dirty="0"/>
              <a:t> </a:t>
            </a:r>
            <a:r>
              <a:rPr lang="de-CH" dirty="0" err="1"/>
              <a:t>estrum</a:t>
            </a:r>
            <a:r>
              <a:rPr lang="de-CH" dirty="0"/>
              <a:t> </a:t>
            </a:r>
            <a:r>
              <a:rPr lang="de-CH" dirty="0" err="1"/>
              <a:t>volupta</a:t>
            </a:r>
            <a:r>
              <a:rPr lang="de-CH" dirty="0"/>
              <a:t> in </a:t>
            </a:r>
            <a:r>
              <a:rPr lang="de-CH" dirty="0" err="1"/>
              <a:t>core</a:t>
            </a:r>
            <a:r>
              <a:rPr lang="de-CH" dirty="0"/>
              <a:t> </a:t>
            </a:r>
            <a:r>
              <a:rPr lang="de-CH" dirty="0" err="1"/>
              <a:t>consedit</a:t>
            </a:r>
            <a:r>
              <a:rPr lang="de-CH" dirty="0"/>
              <a:t>, quos am, </a:t>
            </a:r>
            <a:r>
              <a:rPr lang="de-CH" dirty="0" err="1"/>
              <a:t>sinus</a:t>
            </a:r>
            <a:r>
              <a:rPr lang="de-CH" dirty="0"/>
              <a:t> </a:t>
            </a:r>
            <a:r>
              <a:rPr lang="de-CH" dirty="0" err="1"/>
              <a:t>as</a:t>
            </a:r>
            <a:r>
              <a:rPr lang="de-CH" dirty="0"/>
              <a:t> </a:t>
            </a:r>
            <a:r>
              <a:rPr lang="de-CH" dirty="0" err="1"/>
              <a:t>essendiae</a:t>
            </a:r>
            <a:r>
              <a:rPr lang="de-CH" dirty="0"/>
              <a:t> </a:t>
            </a:r>
            <a:r>
              <a:rPr lang="de-CH" dirty="0" err="1"/>
              <a:t>con</a:t>
            </a:r>
            <a:r>
              <a:rPr lang="de-CH" dirty="0"/>
              <a:t> et </a:t>
            </a:r>
            <a:r>
              <a:rPr lang="de-CH" dirty="0" err="1"/>
              <a:t>volest</a:t>
            </a:r>
            <a:r>
              <a:rPr lang="de-CH" dirty="0"/>
              <a:t> </a:t>
            </a:r>
            <a:r>
              <a:rPr lang="de-CH" dirty="0" err="1"/>
              <a:t>eture</a:t>
            </a:r>
            <a:br>
              <a:rPr lang="de-CH" dirty="0"/>
            </a:br>
            <a:r>
              <a:rPr lang="de-CH" dirty="0" err="1"/>
              <a:t>remoluptate</a:t>
            </a:r>
            <a:r>
              <a:rPr lang="de-CH" dirty="0"/>
              <a:t> nos </a:t>
            </a:r>
            <a:r>
              <a:rPr lang="de-CH" dirty="0" err="1"/>
              <a:t>perum</a:t>
            </a:r>
            <a:r>
              <a:rPr lang="de-CH" dirty="0"/>
              <a:t>.»</a:t>
            </a:r>
          </a:p>
          <a:p>
            <a:pPr lvl="1"/>
            <a:r>
              <a:rPr lang="de-CH" dirty="0"/>
              <a:t>Vorname Name</a:t>
            </a:r>
          </a:p>
        </p:txBody>
      </p:sp>
    </p:spTree>
    <p:extLst>
      <p:ext uri="{BB962C8B-B14F-4D97-AF65-F5344CB8AC3E}">
        <p14:creationId xmlns:p14="http://schemas.microsoft.com/office/powerpoint/2010/main" val="35587476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Bildplatzhalter 8">
            <a:extLst>
              <a:ext uri="{FF2B5EF4-FFF2-40B4-BE49-F238E27FC236}">
                <a16:creationId xmlns:a16="http://schemas.microsoft.com/office/drawing/2014/main" id="{E5B7CC75-3819-4444-36DD-4C1B5941EC81}"/>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6" b="6"/>
          <a:stretch/>
        </p:blipFill>
        <p:spPr/>
      </p:pic>
      <p:sp>
        <p:nvSpPr>
          <p:cNvPr id="3" name="Datumsplatzhalter 2">
            <a:extLst>
              <a:ext uri="{FF2B5EF4-FFF2-40B4-BE49-F238E27FC236}">
                <a16:creationId xmlns:a16="http://schemas.microsoft.com/office/drawing/2014/main" id="{9905FD9F-65BB-AD70-8A2F-1F4EECC39E04}"/>
              </a:ext>
            </a:extLst>
          </p:cNvPr>
          <p:cNvSpPr>
            <a:spLocks noGrp="1"/>
          </p:cNvSpPr>
          <p:nvPr>
            <p:ph type="dt" sz="half" idx="14"/>
          </p:nvPr>
        </p:nvSpPr>
        <p:spPr/>
        <p:txBody>
          <a:bodyPr/>
          <a:lstStyle/>
          <a:p>
            <a:fld id="{BC292B0A-33FC-4E0C-BED0-0B8D6E44072C}" type="datetime4">
              <a:rPr lang="de-CH" smtClean="0"/>
              <a:t>8. Februar 2026</a:t>
            </a:fld>
            <a:endParaRPr lang="de-CH" dirty="0"/>
          </a:p>
        </p:txBody>
      </p:sp>
      <p:sp>
        <p:nvSpPr>
          <p:cNvPr id="4" name="Fußzeilenplatzhalter 3">
            <a:extLst>
              <a:ext uri="{FF2B5EF4-FFF2-40B4-BE49-F238E27FC236}">
                <a16:creationId xmlns:a16="http://schemas.microsoft.com/office/drawing/2014/main" id="{C8B24B1C-F20D-5EAC-9DF2-DD963537817C}"/>
              </a:ext>
            </a:extLst>
          </p:cNvPr>
          <p:cNvSpPr>
            <a:spLocks noGrp="1"/>
          </p:cNvSpPr>
          <p:nvPr>
            <p:ph type="ftr" sz="quarter" idx="15"/>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5" name="Foliennummernplatzhalter 4">
            <a:extLst>
              <a:ext uri="{FF2B5EF4-FFF2-40B4-BE49-F238E27FC236}">
                <a16:creationId xmlns:a16="http://schemas.microsoft.com/office/drawing/2014/main" id="{78366C44-84FB-B909-85A3-3D0D37D4B267}"/>
              </a:ext>
            </a:extLst>
          </p:cNvPr>
          <p:cNvSpPr>
            <a:spLocks noGrp="1"/>
          </p:cNvSpPr>
          <p:nvPr>
            <p:ph type="sldNum" sz="quarter" idx="16"/>
          </p:nvPr>
        </p:nvSpPr>
        <p:spPr/>
        <p:txBody>
          <a:bodyPr/>
          <a:lstStyle/>
          <a:p>
            <a:fld id="{442AD375-037F-43D0-B059-5172DA06796A}" type="slidenum">
              <a:rPr lang="de-CH" smtClean="0"/>
              <a:pPr/>
              <a:t>37</a:t>
            </a:fld>
            <a:endParaRPr lang="de-CH" dirty="0"/>
          </a:p>
        </p:txBody>
      </p:sp>
      <p:sp>
        <p:nvSpPr>
          <p:cNvPr id="6" name="Inhaltsplatzhalter 5">
            <a:extLst>
              <a:ext uri="{FF2B5EF4-FFF2-40B4-BE49-F238E27FC236}">
                <a16:creationId xmlns:a16="http://schemas.microsoft.com/office/drawing/2014/main" id="{7C9DF6F5-EAA2-F16C-6769-4317F4A7E419}"/>
              </a:ext>
            </a:extLst>
          </p:cNvPr>
          <p:cNvSpPr>
            <a:spLocks noGrp="1"/>
          </p:cNvSpPr>
          <p:nvPr>
            <p:ph sz="half" idx="2"/>
          </p:nvPr>
        </p:nvSpPr>
        <p:spPr/>
        <p:txBody>
          <a:bodyPr/>
          <a:lstStyle/>
          <a:p>
            <a:r>
              <a:rPr lang="de-CH" dirty="0"/>
              <a:t>«Zitat mit einer Länge von</a:t>
            </a:r>
            <a:br>
              <a:rPr lang="de-CH" dirty="0"/>
            </a:br>
            <a:r>
              <a:rPr lang="de-CH" dirty="0"/>
              <a:t>maximal 150 Zeichen. </a:t>
            </a:r>
            <a:r>
              <a:rPr lang="de-CH" dirty="0" err="1"/>
              <a:t>Fic</a:t>
            </a:r>
            <a:r>
              <a:rPr lang="de-CH" dirty="0"/>
              <a:t> </a:t>
            </a:r>
            <a:r>
              <a:rPr lang="de-CH" dirty="0" err="1"/>
              <a:t>temp</a:t>
            </a:r>
            <a:r>
              <a:rPr lang="de-CH" dirty="0"/>
              <a:t> </a:t>
            </a:r>
            <a:r>
              <a:rPr lang="de-CH" dirty="0" err="1"/>
              <a:t>ossi</a:t>
            </a:r>
            <a:r>
              <a:rPr lang="de-CH" dirty="0"/>
              <a:t> </a:t>
            </a:r>
            <a:r>
              <a:rPr lang="de-CH" dirty="0" err="1"/>
              <a:t>sitibus</a:t>
            </a:r>
            <a:r>
              <a:rPr lang="de-CH" dirty="0"/>
              <a:t> </a:t>
            </a:r>
            <a:r>
              <a:rPr lang="de-CH" dirty="0" err="1"/>
              <a:t>nis</a:t>
            </a:r>
            <a:r>
              <a:rPr lang="de-CH" dirty="0"/>
              <a:t> </a:t>
            </a:r>
            <a:r>
              <a:rPr lang="de-CH" dirty="0" err="1"/>
              <a:t>estrum</a:t>
            </a:r>
            <a:r>
              <a:rPr lang="de-CH" dirty="0"/>
              <a:t> </a:t>
            </a:r>
            <a:r>
              <a:rPr lang="de-CH" dirty="0" err="1"/>
              <a:t>volupta</a:t>
            </a:r>
            <a:r>
              <a:rPr lang="de-CH" dirty="0"/>
              <a:t> in </a:t>
            </a:r>
            <a:r>
              <a:rPr lang="de-CH" dirty="0" err="1"/>
              <a:t>core</a:t>
            </a:r>
            <a:r>
              <a:rPr lang="de-CH" dirty="0"/>
              <a:t> </a:t>
            </a:r>
            <a:r>
              <a:rPr lang="de-CH" dirty="0" err="1"/>
              <a:t>consedit</a:t>
            </a:r>
            <a:r>
              <a:rPr lang="de-CH" dirty="0"/>
              <a:t>, quos am, </a:t>
            </a:r>
            <a:r>
              <a:rPr lang="de-CH" dirty="0" err="1"/>
              <a:t>sinus</a:t>
            </a:r>
            <a:r>
              <a:rPr lang="de-CH" dirty="0"/>
              <a:t> </a:t>
            </a:r>
            <a:r>
              <a:rPr lang="de-CH" dirty="0" err="1"/>
              <a:t>as</a:t>
            </a:r>
            <a:r>
              <a:rPr lang="de-CH" dirty="0"/>
              <a:t> </a:t>
            </a:r>
            <a:r>
              <a:rPr lang="de-CH" dirty="0" err="1"/>
              <a:t>essendiae</a:t>
            </a:r>
            <a:r>
              <a:rPr lang="de-CH" dirty="0"/>
              <a:t> </a:t>
            </a:r>
            <a:r>
              <a:rPr lang="de-CH" dirty="0" err="1"/>
              <a:t>con</a:t>
            </a:r>
            <a:r>
              <a:rPr lang="de-CH" dirty="0"/>
              <a:t> et </a:t>
            </a:r>
            <a:r>
              <a:rPr lang="de-CH" dirty="0" err="1"/>
              <a:t>volest</a:t>
            </a:r>
            <a:r>
              <a:rPr lang="de-CH" dirty="0"/>
              <a:t> </a:t>
            </a:r>
            <a:r>
              <a:rPr lang="de-CH" dirty="0" err="1"/>
              <a:t>eture</a:t>
            </a:r>
            <a:br>
              <a:rPr lang="de-CH" dirty="0"/>
            </a:br>
            <a:r>
              <a:rPr lang="de-CH" dirty="0" err="1"/>
              <a:t>remoluptate</a:t>
            </a:r>
            <a:r>
              <a:rPr lang="de-CH" dirty="0"/>
              <a:t> nos </a:t>
            </a:r>
            <a:r>
              <a:rPr lang="de-CH" dirty="0" err="1"/>
              <a:t>perum</a:t>
            </a:r>
            <a:r>
              <a:rPr lang="de-CH" dirty="0"/>
              <a:t>.»</a:t>
            </a:r>
          </a:p>
          <a:p>
            <a:pPr lvl="1"/>
            <a:r>
              <a:rPr lang="de-CH" dirty="0"/>
              <a:t>Vorname Name</a:t>
            </a:r>
          </a:p>
        </p:txBody>
      </p:sp>
    </p:spTree>
    <p:extLst>
      <p:ext uri="{BB962C8B-B14F-4D97-AF65-F5344CB8AC3E}">
        <p14:creationId xmlns:p14="http://schemas.microsoft.com/office/powerpoint/2010/main" val="28555149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Bildplatzhalter 8">
            <a:extLst>
              <a:ext uri="{FF2B5EF4-FFF2-40B4-BE49-F238E27FC236}">
                <a16:creationId xmlns:a16="http://schemas.microsoft.com/office/drawing/2014/main" id="{E5B7CC75-3819-4444-36DD-4C1B5941EC81}"/>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6" b="6"/>
          <a:stretch/>
        </p:blipFill>
        <p:spPr/>
      </p:pic>
      <p:sp>
        <p:nvSpPr>
          <p:cNvPr id="3" name="Datumsplatzhalter 2">
            <a:extLst>
              <a:ext uri="{FF2B5EF4-FFF2-40B4-BE49-F238E27FC236}">
                <a16:creationId xmlns:a16="http://schemas.microsoft.com/office/drawing/2014/main" id="{9905FD9F-65BB-AD70-8A2F-1F4EECC39E04}"/>
              </a:ext>
            </a:extLst>
          </p:cNvPr>
          <p:cNvSpPr>
            <a:spLocks noGrp="1"/>
          </p:cNvSpPr>
          <p:nvPr>
            <p:ph type="dt" sz="half" idx="14"/>
          </p:nvPr>
        </p:nvSpPr>
        <p:spPr/>
        <p:txBody>
          <a:bodyPr/>
          <a:lstStyle/>
          <a:p>
            <a:fld id="{4A6904BD-5C13-4ACC-80BC-699CA6E53488}" type="datetime4">
              <a:rPr lang="de-CH" smtClean="0">
                <a:solidFill>
                  <a:schemeClr val="tx1"/>
                </a:solidFill>
              </a:rPr>
              <a:t>8. Februar 2026</a:t>
            </a:fld>
            <a:endParaRPr lang="de-CH" dirty="0">
              <a:solidFill>
                <a:schemeClr val="tx1"/>
              </a:solidFill>
            </a:endParaRPr>
          </a:p>
        </p:txBody>
      </p:sp>
      <p:sp>
        <p:nvSpPr>
          <p:cNvPr id="4" name="Fußzeilenplatzhalter 3">
            <a:extLst>
              <a:ext uri="{FF2B5EF4-FFF2-40B4-BE49-F238E27FC236}">
                <a16:creationId xmlns:a16="http://schemas.microsoft.com/office/drawing/2014/main" id="{C8B24B1C-F20D-5EAC-9DF2-DD963537817C}"/>
              </a:ext>
            </a:extLst>
          </p:cNvPr>
          <p:cNvSpPr>
            <a:spLocks noGrp="1"/>
          </p:cNvSpPr>
          <p:nvPr>
            <p:ph type="ftr" sz="quarter" idx="15"/>
          </p:nvPr>
        </p:nvSpPr>
        <p:spPr/>
        <p:txBody>
          <a:bodyPr/>
          <a:lstStyle/>
          <a:p>
            <a:r>
              <a:rPr lang="de-DE">
                <a:solidFill>
                  <a:schemeClr val="tx1"/>
                </a:solidFill>
              </a:rPr>
              <a:t>Die Schweizerische Post – Titel der Präsentation – Vorname Name – C1 Öffentlich | C2 Intern | C3 Eingeschränkt | C4 Vertraulich (Fusszeile ändern über «Einfügen &gt; Kopf- und Fusszeile»)</a:t>
            </a:r>
            <a:endParaRPr lang="de-CH" dirty="0">
              <a:solidFill>
                <a:schemeClr val="tx1"/>
              </a:solidFill>
            </a:endParaRPr>
          </a:p>
        </p:txBody>
      </p:sp>
      <p:sp>
        <p:nvSpPr>
          <p:cNvPr id="5" name="Foliennummernplatzhalter 4">
            <a:extLst>
              <a:ext uri="{FF2B5EF4-FFF2-40B4-BE49-F238E27FC236}">
                <a16:creationId xmlns:a16="http://schemas.microsoft.com/office/drawing/2014/main" id="{78366C44-84FB-B909-85A3-3D0D37D4B267}"/>
              </a:ext>
            </a:extLst>
          </p:cNvPr>
          <p:cNvSpPr>
            <a:spLocks noGrp="1"/>
          </p:cNvSpPr>
          <p:nvPr>
            <p:ph type="sldNum" sz="quarter" idx="16"/>
          </p:nvPr>
        </p:nvSpPr>
        <p:spPr/>
        <p:txBody>
          <a:bodyPr/>
          <a:lstStyle/>
          <a:p>
            <a:fld id="{442AD375-037F-43D0-B059-5172DA06796A}" type="slidenum">
              <a:rPr lang="de-CH" smtClean="0">
                <a:solidFill>
                  <a:schemeClr val="tx1"/>
                </a:solidFill>
              </a:rPr>
              <a:pPr/>
              <a:t>38</a:t>
            </a:fld>
            <a:endParaRPr lang="de-CH" dirty="0">
              <a:solidFill>
                <a:schemeClr val="tx1"/>
              </a:solidFill>
            </a:endParaRPr>
          </a:p>
        </p:txBody>
      </p:sp>
      <p:sp>
        <p:nvSpPr>
          <p:cNvPr id="6" name="Inhaltsplatzhalter 5">
            <a:extLst>
              <a:ext uri="{FF2B5EF4-FFF2-40B4-BE49-F238E27FC236}">
                <a16:creationId xmlns:a16="http://schemas.microsoft.com/office/drawing/2014/main" id="{7C9DF6F5-EAA2-F16C-6769-4317F4A7E419}"/>
              </a:ext>
            </a:extLst>
          </p:cNvPr>
          <p:cNvSpPr>
            <a:spLocks noGrp="1"/>
          </p:cNvSpPr>
          <p:nvPr>
            <p:ph sz="half" idx="2"/>
          </p:nvPr>
        </p:nvSpPr>
        <p:spPr/>
        <p:txBody>
          <a:bodyPr/>
          <a:lstStyle/>
          <a:p>
            <a:r>
              <a:rPr lang="de-CH" dirty="0">
                <a:solidFill>
                  <a:schemeClr val="tx1"/>
                </a:solidFill>
              </a:rPr>
              <a:t>«Zitat mit einer Länge von</a:t>
            </a:r>
            <a:br>
              <a:rPr lang="de-CH" dirty="0">
                <a:solidFill>
                  <a:schemeClr val="tx1"/>
                </a:solidFill>
              </a:rPr>
            </a:br>
            <a:r>
              <a:rPr lang="de-CH" dirty="0">
                <a:solidFill>
                  <a:schemeClr val="tx1"/>
                </a:solidFill>
              </a:rPr>
              <a:t>maximal 180 Zeichen. </a:t>
            </a:r>
            <a:r>
              <a:rPr lang="de-CH" dirty="0" err="1">
                <a:solidFill>
                  <a:schemeClr val="tx1"/>
                </a:solidFill>
              </a:rPr>
              <a:t>Fic</a:t>
            </a:r>
            <a:r>
              <a:rPr lang="de-CH" dirty="0">
                <a:solidFill>
                  <a:schemeClr val="tx1"/>
                </a:solidFill>
              </a:rPr>
              <a:t> </a:t>
            </a:r>
            <a:r>
              <a:rPr lang="de-CH" dirty="0" err="1">
                <a:solidFill>
                  <a:schemeClr val="tx1"/>
                </a:solidFill>
              </a:rPr>
              <a:t>temp</a:t>
            </a:r>
            <a:r>
              <a:rPr lang="de-CH" dirty="0">
                <a:solidFill>
                  <a:schemeClr val="tx1"/>
                </a:solidFill>
              </a:rPr>
              <a:t> </a:t>
            </a:r>
            <a:r>
              <a:rPr lang="de-CH" dirty="0" err="1">
                <a:solidFill>
                  <a:schemeClr val="tx1"/>
                </a:solidFill>
              </a:rPr>
              <a:t>ossi</a:t>
            </a:r>
            <a:r>
              <a:rPr lang="de-CH" dirty="0">
                <a:solidFill>
                  <a:schemeClr val="tx1"/>
                </a:solidFill>
              </a:rPr>
              <a:t> </a:t>
            </a:r>
            <a:r>
              <a:rPr lang="de-CH" dirty="0" err="1">
                <a:solidFill>
                  <a:schemeClr val="tx1"/>
                </a:solidFill>
              </a:rPr>
              <a:t>sitibus</a:t>
            </a:r>
            <a:r>
              <a:rPr lang="de-CH" dirty="0">
                <a:solidFill>
                  <a:schemeClr val="tx1"/>
                </a:solidFill>
              </a:rPr>
              <a:t> </a:t>
            </a:r>
            <a:r>
              <a:rPr lang="de-CH" dirty="0" err="1">
                <a:solidFill>
                  <a:schemeClr val="tx1"/>
                </a:solidFill>
              </a:rPr>
              <a:t>nis</a:t>
            </a:r>
            <a:r>
              <a:rPr lang="de-CH" dirty="0">
                <a:solidFill>
                  <a:schemeClr val="tx1"/>
                </a:solidFill>
              </a:rPr>
              <a:t> </a:t>
            </a:r>
            <a:r>
              <a:rPr lang="de-CH" dirty="0" err="1">
                <a:solidFill>
                  <a:schemeClr val="tx1"/>
                </a:solidFill>
              </a:rPr>
              <a:t>estrum</a:t>
            </a:r>
            <a:r>
              <a:rPr lang="de-CH" dirty="0">
                <a:solidFill>
                  <a:schemeClr val="tx1"/>
                </a:solidFill>
              </a:rPr>
              <a:t> </a:t>
            </a:r>
            <a:r>
              <a:rPr lang="de-CH" dirty="0" err="1">
                <a:solidFill>
                  <a:schemeClr val="tx1"/>
                </a:solidFill>
              </a:rPr>
              <a:t>volupta</a:t>
            </a:r>
            <a:r>
              <a:rPr lang="de-CH" dirty="0">
                <a:solidFill>
                  <a:schemeClr val="tx1"/>
                </a:solidFill>
              </a:rPr>
              <a:t> in </a:t>
            </a:r>
            <a:r>
              <a:rPr lang="de-CH" dirty="0" err="1">
                <a:solidFill>
                  <a:schemeClr val="tx1"/>
                </a:solidFill>
              </a:rPr>
              <a:t>core</a:t>
            </a:r>
            <a:r>
              <a:rPr lang="de-CH" dirty="0">
                <a:solidFill>
                  <a:schemeClr val="tx1"/>
                </a:solidFill>
              </a:rPr>
              <a:t> </a:t>
            </a:r>
            <a:r>
              <a:rPr lang="de-CH" dirty="0" err="1">
                <a:solidFill>
                  <a:schemeClr val="tx1"/>
                </a:solidFill>
              </a:rPr>
              <a:t>consedit</a:t>
            </a:r>
            <a:r>
              <a:rPr lang="de-CH" dirty="0">
                <a:solidFill>
                  <a:schemeClr val="tx1"/>
                </a:solidFill>
              </a:rPr>
              <a:t>, quos am, </a:t>
            </a:r>
            <a:r>
              <a:rPr lang="de-CH" dirty="0" err="1">
                <a:solidFill>
                  <a:schemeClr val="tx1"/>
                </a:solidFill>
              </a:rPr>
              <a:t>sinus</a:t>
            </a:r>
            <a:r>
              <a:rPr lang="de-CH" dirty="0">
                <a:solidFill>
                  <a:schemeClr val="tx1"/>
                </a:solidFill>
              </a:rPr>
              <a:t> </a:t>
            </a:r>
            <a:r>
              <a:rPr lang="de-CH" dirty="0" err="1">
                <a:solidFill>
                  <a:schemeClr val="tx1"/>
                </a:solidFill>
              </a:rPr>
              <a:t>as</a:t>
            </a:r>
            <a:r>
              <a:rPr lang="de-CH" dirty="0">
                <a:solidFill>
                  <a:schemeClr val="tx1"/>
                </a:solidFill>
              </a:rPr>
              <a:t> </a:t>
            </a:r>
            <a:r>
              <a:rPr lang="de-CH" dirty="0" err="1">
                <a:solidFill>
                  <a:schemeClr val="tx1"/>
                </a:solidFill>
              </a:rPr>
              <a:t>essendiae</a:t>
            </a:r>
            <a:r>
              <a:rPr lang="de-CH" dirty="0">
                <a:solidFill>
                  <a:schemeClr val="tx1"/>
                </a:solidFill>
              </a:rPr>
              <a:t> </a:t>
            </a:r>
            <a:r>
              <a:rPr lang="de-CH" dirty="0" err="1">
                <a:solidFill>
                  <a:schemeClr val="tx1"/>
                </a:solidFill>
              </a:rPr>
              <a:t>con</a:t>
            </a:r>
            <a:r>
              <a:rPr lang="de-CH" dirty="0">
                <a:solidFill>
                  <a:schemeClr val="tx1"/>
                </a:solidFill>
              </a:rPr>
              <a:t> et </a:t>
            </a:r>
            <a:r>
              <a:rPr lang="de-CH" dirty="0" err="1">
                <a:solidFill>
                  <a:schemeClr val="tx1"/>
                </a:solidFill>
              </a:rPr>
              <a:t>volest</a:t>
            </a:r>
            <a:r>
              <a:rPr lang="de-CH" dirty="0">
                <a:solidFill>
                  <a:schemeClr val="tx1"/>
                </a:solidFill>
              </a:rPr>
              <a:t> </a:t>
            </a:r>
            <a:r>
              <a:rPr lang="de-CH" dirty="0" err="1">
                <a:solidFill>
                  <a:schemeClr val="tx1"/>
                </a:solidFill>
              </a:rPr>
              <a:t>eture</a:t>
            </a:r>
            <a:br>
              <a:rPr lang="de-CH" dirty="0">
                <a:solidFill>
                  <a:schemeClr val="tx1"/>
                </a:solidFill>
              </a:rPr>
            </a:br>
            <a:r>
              <a:rPr lang="de-CH" dirty="0" err="1">
                <a:solidFill>
                  <a:schemeClr val="tx1"/>
                </a:solidFill>
              </a:rPr>
              <a:t>remoluptate</a:t>
            </a:r>
            <a:r>
              <a:rPr lang="de-CH" dirty="0">
                <a:solidFill>
                  <a:schemeClr val="tx1"/>
                </a:solidFill>
              </a:rPr>
              <a:t> nos </a:t>
            </a:r>
            <a:r>
              <a:rPr lang="de-CH" dirty="0" err="1">
                <a:solidFill>
                  <a:schemeClr val="tx1"/>
                </a:solidFill>
              </a:rPr>
              <a:t>perum</a:t>
            </a:r>
            <a:r>
              <a:rPr lang="de-CH" dirty="0">
                <a:solidFill>
                  <a:schemeClr val="tx1"/>
                </a:solidFill>
              </a:rPr>
              <a:t>.»</a:t>
            </a:r>
          </a:p>
          <a:p>
            <a:pPr lvl="1"/>
            <a:r>
              <a:rPr lang="de-CH" dirty="0">
                <a:solidFill>
                  <a:schemeClr val="tx1"/>
                </a:solidFill>
              </a:rPr>
              <a:t>Vorname Name</a:t>
            </a:r>
          </a:p>
        </p:txBody>
      </p:sp>
    </p:spTree>
    <p:extLst>
      <p:ext uri="{BB962C8B-B14F-4D97-AF65-F5344CB8AC3E}">
        <p14:creationId xmlns:p14="http://schemas.microsoft.com/office/powerpoint/2010/main" val="40035975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Bildplatzhalter 8">
            <a:extLst>
              <a:ext uri="{FF2B5EF4-FFF2-40B4-BE49-F238E27FC236}">
                <a16:creationId xmlns:a16="http://schemas.microsoft.com/office/drawing/2014/main" id="{E5B7CC75-3819-4444-36DD-4C1B5941EC81}"/>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11" r="11"/>
          <a:stretch/>
        </p:blipFill>
        <p:spPr/>
      </p:pic>
      <p:sp>
        <p:nvSpPr>
          <p:cNvPr id="3" name="Datumsplatzhalter 2">
            <a:extLst>
              <a:ext uri="{FF2B5EF4-FFF2-40B4-BE49-F238E27FC236}">
                <a16:creationId xmlns:a16="http://schemas.microsoft.com/office/drawing/2014/main" id="{9905FD9F-65BB-AD70-8A2F-1F4EECC39E04}"/>
              </a:ext>
            </a:extLst>
          </p:cNvPr>
          <p:cNvSpPr>
            <a:spLocks noGrp="1"/>
          </p:cNvSpPr>
          <p:nvPr>
            <p:ph type="dt" sz="half" idx="14"/>
          </p:nvPr>
        </p:nvSpPr>
        <p:spPr/>
        <p:txBody>
          <a:bodyPr/>
          <a:lstStyle/>
          <a:p>
            <a:fld id="{FD8D2AAB-64A8-4D80-9E36-136A6819ABAA}" type="datetime4">
              <a:rPr lang="de-CH" smtClean="0">
                <a:solidFill>
                  <a:schemeClr val="tx1"/>
                </a:solidFill>
              </a:rPr>
              <a:t>8. Februar 2026</a:t>
            </a:fld>
            <a:endParaRPr lang="de-CH" dirty="0">
              <a:solidFill>
                <a:schemeClr val="tx1"/>
              </a:solidFill>
            </a:endParaRPr>
          </a:p>
        </p:txBody>
      </p:sp>
      <p:sp>
        <p:nvSpPr>
          <p:cNvPr id="4" name="Fußzeilenplatzhalter 3">
            <a:extLst>
              <a:ext uri="{FF2B5EF4-FFF2-40B4-BE49-F238E27FC236}">
                <a16:creationId xmlns:a16="http://schemas.microsoft.com/office/drawing/2014/main" id="{C8B24B1C-F20D-5EAC-9DF2-DD963537817C}"/>
              </a:ext>
            </a:extLst>
          </p:cNvPr>
          <p:cNvSpPr>
            <a:spLocks noGrp="1"/>
          </p:cNvSpPr>
          <p:nvPr>
            <p:ph type="ftr" sz="quarter" idx="15"/>
          </p:nvPr>
        </p:nvSpPr>
        <p:spPr/>
        <p:txBody>
          <a:bodyPr/>
          <a:lstStyle/>
          <a:p>
            <a:r>
              <a:rPr lang="de-DE">
                <a:solidFill>
                  <a:schemeClr val="tx1"/>
                </a:solidFill>
              </a:rPr>
              <a:t>Die Schweizerische Post – Titel der Präsentation – Vorname Name – C1 Öffentlich | C2 Intern | C3 Eingeschränkt | C4 Vertraulich (Fusszeile ändern über «Einfügen &gt; Kopf- und Fusszeile»)</a:t>
            </a:r>
            <a:endParaRPr lang="de-CH" dirty="0">
              <a:solidFill>
                <a:schemeClr val="tx1"/>
              </a:solidFill>
            </a:endParaRPr>
          </a:p>
        </p:txBody>
      </p:sp>
      <p:sp>
        <p:nvSpPr>
          <p:cNvPr id="5" name="Foliennummernplatzhalter 4">
            <a:extLst>
              <a:ext uri="{FF2B5EF4-FFF2-40B4-BE49-F238E27FC236}">
                <a16:creationId xmlns:a16="http://schemas.microsoft.com/office/drawing/2014/main" id="{78366C44-84FB-B909-85A3-3D0D37D4B267}"/>
              </a:ext>
            </a:extLst>
          </p:cNvPr>
          <p:cNvSpPr>
            <a:spLocks noGrp="1"/>
          </p:cNvSpPr>
          <p:nvPr>
            <p:ph type="sldNum" sz="quarter" idx="16"/>
          </p:nvPr>
        </p:nvSpPr>
        <p:spPr/>
        <p:txBody>
          <a:bodyPr/>
          <a:lstStyle/>
          <a:p>
            <a:fld id="{442AD375-037F-43D0-B059-5172DA06796A}" type="slidenum">
              <a:rPr lang="de-CH" smtClean="0">
                <a:solidFill>
                  <a:schemeClr val="tx1"/>
                </a:solidFill>
              </a:rPr>
              <a:pPr/>
              <a:t>39</a:t>
            </a:fld>
            <a:endParaRPr lang="de-CH" dirty="0">
              <a:solidFill>
                <a:schemeClr val="tx1"/>
              </a:solidFill>
            </a:endParaRPr>
          </a:p>
        </p:txBody>
      </p:sp>
      <p:sp>
        <p:nvSpPr>
          <p:cNvPr id="6" name="Inhaltsplatzhalter 5">
            <a:extLst>
              <a:ext uri="{FF2B5EF4-FFF2-40B4-BE49-F238E27FC236}">
                <a16:creationId xmlns:a16="http://schemas.microsoft.com/office/drawing/2014/main" id="{7C9DF6F5-EAA2-F16C-6769-4317F4A7E419}"/>
              </a:ext>
            </a:extLst>
          </p:cNvPr>
          <p:cNvSpPr>
            <a:spLocks noGrp="1"/>
          </p:cNvSpPr>
          <p:nvPr>
            <p:ph sz="half" idx="2"/>
          </p:nvPr>
        </p:nvSpPr>
        <p:spPr/>
        <p:txBody>
          <a:bodyPr/>
          <a:lstStyle/>
          <a:p>
            <a:r>
              <a:rPr lang="de-CH" dirty="0">
                <a:solidFill>
                  <a:schemeClr val="tx1"/>
                </a:solidFill>
              </a:rPr>
              <a:t>«Zitat mit einer Länge von</a:t>
            </a:r>
            <a:br>
              <a:rPr lang="de-CH" dirty="0">
                <a:solidFill>
                  <a:schemeClr val="tx1"/>
                </a:solidFill>
              </a:rPr>
            </a:br>
            <a:r>
              <a:rPr lang="de-CH" dirty="0">
                <a:solidFill>
                  <a:schemeClr val="tx1"/>
                </a:solidFill>
              </a:rPr>
              <a:t>maximal 180 Zeichen. </a:t>
            </a:r>
            <a:r>
              <a:rPr lang="de-CH" dirty="0" err="1">
                <a:solidFill>
                  <a:schemeClr val="tx1"/>
                </a:solidFill>
              </a:rPr>
              <a:t>Fic</a:t>
            </a:r>
            <a:r>
              <a:rPr lang="de-CH" dirty="0">
                <a:solidFill>
                  <a:schemeClr val="tx1"/>
                </a:solidFill>
              </a:rPr>
              <a:t> </a:t>
            </a:r>
            <a:r>
              <a:rPr lang="de-CH" dirty="0" err="1">
                <a:solidFill>
                  <a:schemeClr val="tx1"/>
                </a:solidFill>
              </a:rPr>
              <a:t>temp</a:t>
            </a:r>
            <a:r>
              <a:rPr lang="de-CH" dirty="0">
                <a:solidFill>
                  <a:schemeClr val="tx1"/>
                </a:solidFill>
              </a:rPr>
              <a:t> </a:t>
            </a:r>
            <a:r>
              <a:rPr lang="de-CH" dirty="0" err="1">
                <a:solidFill>
                  <a:schemeClr val="tx1"/>
                </a:solidFill>
              </a:rPr>
              <a:t>ossi</a:t>
            </a:r>
            <a:r>
              <a:rPr lang="de-CH" dirty="0">
                <a:solidFill>
                  <a:schemeClr val="tx1"/>
                </a:solidFill>
              </a:rPr>
              <a:t> </a:t>
            </a:r>
            <a:r>
              <a:rPr lang="de-CH" dirty="0" err="1">
                <a:solidFill>
                  <a:schemeClr val="tx1"/>
                </a:solidFill>
              </a:rPr>
              <a:t>sitibus</a:t>
            </a:r>
            <a:r>
              <a:rPr lang="de-CH" dirty="0">
                <a:solidFill>
                  <a:schemeClr val="tx1"/>
                </a:solidFill>
              </a:rPr>
              <a:t> </a:t>
            </a:r>
            <a:r>
              <a:rPr lang="de-CH" dirty="0" err="1">
                <a:solidFill>
                  <a:schemeClr val="tx1"/>
                </a:solidFill>
              </a:rPr>
              <a:t>nis</a:t>
            </a:r>
            <a:r>
              <a:rPr lang="de-CH" dirty="0">
                <a:solidFill>
                  <a:schemeClr val="tx1"/>
                </a:solidFill>
              </a:rPr>
              <a:t> </a:t>
            </a:r>
            <a:r>
              <a:rPr lang="de-CH" dirty="0" err="1">
                <a:solidFill>
                  <a:schemeClr val="tx1"/>
                </a:solidFill>
              </a:rPr>
              <a:t>estrum</a:t>
            </a:r>
            <a:r>
              <a:rPr lang="de-CH" dirty="0">
                <a:solidFill>
                  <a:schemeClr val="tx1"/>
                </a:solidFill>
              </a:rPr>
              <a:t> </a:t>
            </a:r>
            <a:r>
              <a:rPr lang="de-CH" dirty="0" err="1">
                <a:solidFill>
                  <a:schemeClr val="tx1"/>
                </a:solidFill>
              </a:rPr>
              <a:t>volupta</a:t>
            </a:r>
            <a:r>
              <a:rPr lang="de-CH" dirty="0">
                <a:solidFill>
                  <a:schemeClr val="tx1"/>
                </a:solidFill>
              </a:rPr>
              <a:t> in </a:t>
            </a:r>
            <a:r>
              <a:rPr lang="de-CH" dirty="0" err="1">
                <a:solidFill>
                  <a:schemeClr val="tx1"/>
                </a:solidFill>
              </a:rPr>
              <a:t>core</a:t>
            </a:r>
            <a:r>
              <a:rPr lang="de-CH" dirty="0">
                <a:solidFill>
                  <a:schemeClr val="tx1"/>
                </a:solidFill>
              </a:rPr>
              <a:t> </a:t>
            </a:r>
            <a:r>
              <a:rPr lang="de-CH" dirty="0" err="1">
                <a:solidFill>
                  <a:schemeClr val="tx1"/>
                </a:solidFill>
              </a:rPr>
              <a:t>consedit</a:t>
            </a:r>
            <a:r>
              <a:rPr lang="de-CH" dirty="0">
                <a:solidFill>
                  <a:schemeClr val="tx1"/>
                </a:solidFill>
              </a:rPr>
              <a:t>, quos am, </a:t>
            </a:r>
            <a:r>
              <a:rPr lang="de-CH" dirty="0" err="1">
                <a:solidFill>
                  <a:schemeClr val="tx1"/>
                </a:solidFill>
              </a:rPr>
              <a:t>sinus</a:t>
            </a:r>
            <a:r>
              <a:rPr lang="de-CH" dirty="0">
                <a:solidFill>
                  <a:schemeClr val="tx1"/>
                </a:solidFill>
              </a:rPr>
              <a:t> </a:t>
            </a:r>
            <a:r>
              <a:rPr lang="de-CH" dirty="0" err="1">
                <a:solidFill>
                  <a:schemeClr val="tx1"/>
                </a:solidFill>
              </a:rPr>
              <a:t>as</a:t>
            </a:r>
            <a:r>
              <a:rPr lang="de-CH" dirty="0">
                <a:solidFill>
                  <a:schemeClr val="tx1"/>
                </a:solidFill>
              </a:rPr>
              <a:t> </a:t>
            </a:r>
            <a:r>
              <a:rPr lang="de-CH" dirty="0" err="1">
                <a:solidFill>
                  <a:schemeClr val="tx1"/>
                </a:solidFill>
              </a:rPr>
              <a:t>essendiae</a:t>
            </a:r>
            <a:r>
              <a:rPr lang="de-CH" dirty="0">
                <a:solidFill>
                  <a:schemeClr val="tx1"/>
                </a:solidFill>
              </a:rPr>
              <a:t> </a:t>
            </a:r>
            <a:r>
              <a:rPr lang="de-CH" dirty="0" err="1">
                <a:solidFill>
                  <a:schemeClr val="tx1"/>
                </a:solidFill>
              </a:rPr>
              <a:t>con</a:t>
            </a:r>
            <a:r>
              <a:rPr lang="de-CH" dirty="0">
                <a:solidFill>
                  <a:schemeClr val="tx1"/>
                </a:solidFill>
              </a:rPr>
              <a:t> et </a:t>
            </a:r>
            <a:r>
              <a:rPr lang="de-CH" dirty="0" err="1">
                <a:solidFill>
                  <a:schemeClr val="tx1"/>
                </a:solidFill>
              </a:rPr>
              <a:t>volest</a:t>
            </a:r>
            <a:r>
              <a:rPr lang="de-CH" dirty="0">
                <a:solidFill>
                  <a:schemeClr val="tx1"/>
                </a:solidFill>
              </a:rPr>
              <a:t> </a:t>
            </a:r>
            <a:r>
              <a:rPr lang="de-CH" dirty="0" err="1">
                <a:solidFill>
                  <a:schemeClr val="tx1"/>
                </a:solidFill>
              </a:rPr>
              <a:t>eture</a:t>
            </a:r>
            <a:br>
              <a:rPr lang="de-CH" dirty="0">
                <a:solidFill>
                  <a:schemeClr val="tx1"/>
                </a:solidFill>
              </a:rPr>
            </a:br>
            <a:r>
              <a:rPr lang="de-CH" dirty="0" err="1">
                <a:solidFill>
                  <a:schemeClr val="tx1"/>
                </a:solidFill>
              </a:rPr>
              <a:t>remoluptate</a:t>
            </a:r>
            <a:r>
              <a:rPr lang="de-CH" dirty="0">
                <a:solidFill>
                  <a:schemeClr val="tx1"/>
                </a:solidFill>
              </a:rPr>
              <a:t> nos </a:t>
            </a:r>
            <a:r>
              <a:rPr lang="de-CH" dirty="0" err="1">
                <a:solidFill>
                  <a:schemeClr val="tx1"/>
                </a:solidFill>
              </a:rPr>
              <a:t>perum</a:t>
            </a:r>
            <a:r>
              <a:rPr lang="de-CH" dirty="0">
                <a:solidFill>
                  <a:schemeClr val="tx1"/>
                </a:solidFill>
              </a:rPr>
              <a:t>.»</a:t>
            </a:r>
          </a:p>
          <a:p>
            <a:pPr lvl="1"/>
            <a:r>
              <a:rPr lang="de-CH" dirty="0">
                <a:solidFill>
                  <a:schemeClr val="tx1"/>
                </a:solidFill>
              </a:rPr>
              <a:t>Vorname Name</a:t>
            </a:r>
          </a:p>
        </p:txBody>
      </p:sp>
    </p:spTree>
    <p:extLst>
      <p:ext uri="{BB962C8B-B14F-4D97-AF65-F5344CB8AC3E}">
        <p14:creationId xmlns:p14="http://schemas.microsoft.com/office/powerpoint/2010/main" val="42414993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Bildplatzhalter 8">
            <a:extLst>
              <a:ext uri="{FF2B5EF4-FFF2-40B4-BE49-F238E27FC236}">
                <a16:creationId xmlns:a16="http://schemas.microsoft.com/office/drawing/2014/main" id="{E5B7CC75-3819-4444-36DD-4C1B5941EC81}"/>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6" b="6"/>
          <a:stretch/>
        </p:blipFill>
        <p:spPr/>
      </p:pic>
      <p:sp>
        <p:nvSpPr>
          <p:cNvPr id="3" name="Datumsplatzhalter 2">
            <a:extLst>
              <a:ext uri="{FF2B5EF4-FFF2-40B4-BE49-F238E27FC236}">
                <a16:creationId xmlns:a16="http://schemas.microsoft.com/office/drawing/2014/main" id="{9905FD9F-65BB-AD70-8A2F-1F4EECC39E04}"/>
              </a:ext>
            </a:extLst>
          </p:cNvPr>
          <p:cNvSpPr>
            <a:spLocks noGrp="1"/>
          </p:cNvSpPr>
          <p:nvPr>
            <p:ph type="dt" sz="half" idx="14"/>
          </p:nvPr>
        </p:nvSpPr>
        <p:spPr/>
        <p:txBody>
          <a:bodyPr/>
          <a:lstStyle/>
          <a:p>
            <a:fld id="{1052782B-1FF8-4F7E-84DE-0EF95E80102B}" type="datetime4">
              <a:rPr lang="de-CH" smtClean="0">
                <a:solidFill>
                  <a:schemeClr val="tx1"/>
                </a:solidFill>
              </a:rPr>
              <a:t>8. Februar 2026</a:t>
            </a:fld>
            <a:endParaRPr lang="de-CH" dirty="0">
              <a:solidFill>
                <a:schemeClr val="tx1"/>
              </a:solidFill>
            </a:endParaRPr>
          </a:p>
        </p:txBody>
      </p:sp>
      <p:sp>
        <p:nvSpPr>
          <p:cNvPr id="4" name="Fußzeilenplatzhalter 3">
            <a:extLst>
              <a:ext uri="{FF2B5EF4-FFF2-40B4-BE49-F238E27FC236}">
                <a16:creationId xmlns:a16="http://schemas.microsoft.com/office/drawing/2014/main" id="{C8B24B1C-F20D-5EAC-9DF2-DD963537817C}"/>
              </a:ext>
            </a:extLst>
          </p:cNvPr>
          <p:cNvSpPr>
            <a:spLocks noGrp="1"/>
          </p:cNvSpPr>
          <p:nvPr>
            <p:ph type="ftr" sz="quarter" idx="15"/>
          </p:nvPr>
        </p:nvSpPr>
        <p:spPr/>
        <p:txBody>
          <a:bodyPr/>
          <a:lstStyle/>
          <a:p>
            <a:r>
              <a:rPr lang="de-DE">
                <a:solidFill>
                  <a:schemeClr val="tx1"/>
                </a:solidFill>
              </a:rPr>
              <a:t>Die Schweizerische Post – Titel der Präsentation – Vorname Name – C1 Öffentlich | C2 Intern | C3 Eingeschränkt | C4 Vertraulich (Fusszeile ändern über «Einfügen &gt; Kopf- und Fusszeile»)</a:t>
            </a:r>
            <a:endParaRPr lang="de-CH" dirty="0">
              <a:solidFill>
                <a:schemeClr val="tx1"/>
              </a:solidFill>
            </a:endParaRPr>
          </a:p>
        </p:txBody>
      </p:sp>
      <p:sp>
        <p:nvSpPr>
          <p:cNvPr id="5" name="Foliennummernplatzhalter 4">
            <a:extLst>
              <a:ext uri="{FF2B5EF4-FFF2-40B4-BE49-F238E27FC236}">
                <a16:creationId xmlns:a16="http://schemas.microsoft.com/office/drawing/2014/main" id="{78366C44-84FB-B909-85A3-3D0D37D4B267}"/>
              </a:ext>
            </a:extLst>
          </p:cNvPr>
          <p:cNvSpPr>
            <a:spLocks noGrp="1"/>
          </p:cNvSpPr>
          <p:nvPr>
            <p:ph type="sldNum" sz="quarter" idx="16"/>
          </p:nvPr>
        </p:nvSpPr>
        <p:spPr/>
        <p:txBody>
          <a:bodyPr/>
          <a:lstStyle/>
          <a:p>
            <a:fld id="{442AD375-037F-43D0-B059-5172DA06796A}" type="slidenum">
              <a:rPr lang="de-CH" smtClean="0">
                <a:solidFill>
                  <a:schemeClr val="tx1"/>
                </a:solidFill>
              </a:rPr>
              <a:pPr/>
              <a:t>40</a:t>
            </a:fld>
            <a:endParaRPr lang="de-CH" dirty="0">
              <a:solidFill>
                <a:schemeClr val="tx1"/>
              </a:solidFill>
            </a:endParaRPr>
          </a:p>
        </p:txBody>
      </p:sp>
      <p:sp>
        <p:nvSpPr>
          <p:cNvPr id="6" name="Inhaltsplatzhalter 5">
            <a:extLst>
              <a:ext uri="{FF2B5EF4-FFF2-40B4-BE49-F238E27FC236}">
                <a16:creationId xmlns:a16="http://schemas.microsoft.com/office/drawing/2014/main" id="{7C9DF6F5-EAA2-F16C-6769-4317F4A7E419}"/>
              </a:ext>
            </a:extLst>
          </p:cNvPr>
          <p:cNvSpPr>
            <a:spLocks noGrp="1"/>
          </p:cNvSpPr>
          <p:nvPr>
            <p:ph sz="half" idx="2"/>
          </p:nvPr>
        </p:nvSpPr>
        <p:spPr/>
        <p:txBody>
          <a:bodyPr/>
          <a:lstStyle/>
          <a:p>
            <a:r>
              <a:rPr lang="de-CH" dirty="0">
                <a:solidFill>
                  <a:schemeClr val="tx1"/>
                </a:solidFill>
              </a:rPr>
              <a:t>«Zitat mit einer Länge von</a:t>
            </a:r>
            <a:br>
              <a:rPr lang="de-CH" dirty="0">
                <a:solidFill>
                  <a:schemeClr val="tx1"/>
                </a:solidFill>
              </a:rPr>
            </a:br>
            <a:r>
              <a:rPr lang="de-CH" dirty="0">
                <a:solidFill>
                  <a:schemeClr val="tx1"/>
                </a:solidFill>
              </a:rPr>
              <a:t>maximal 180 Zeichen. </a:t>
            </a:r>
            <a:r>
              <a:rPr lang="de-CH" dirty="0" err="1">
                <a:solidFill>
                  <a:schemeClr val="tx1"/>
                </a:solidFill>
              </a:rPr>
              <a:t>Fic</a:t>
            </a:r>
            <a:r>
              <a:rPr lang="de-CH" dirty="0">
                <a:solidFill>
                  <a:schemeClr val="tx1"/>
                </a:solidFill>
              </a:rPr>
              <a:t> </a:t>
            </a:r>
            <a:r>
              <a:rPr lang="de-CH" dirty="0" err="1">
                <a:solidFill>
                  <a:schemeClr val="tx1"/>
                </a:solidFill>
              </a:rPr>
              <a:t>temp</a:t>
            </a:r>
            <a:r>
              <a:rPr lang="de-CH" dirty="0">
                <a:solidFill>
                  <a:schemeClr val="tx1"/>
                </a:solidFill>
              </a:rPr>
              <a:t> </a:t>
            </a:r>
            <a:r>
              <a:rPr lang="de-CH" dirty="0" err="1">
                <a:solidFill>
                  <a:schemeClr val="tx1"/>
                </a:solidFill>
              </a:rPr>
              <a:t>ossi</a:t>
            </a:r>
            <a:r>
              <a:rPr lang="de-CH" dirty="0">
                <a:solidFill>
                  <a:schemeClr val="tx1"/>
                </a:solidFill>
              </a:rPr>
              <a:t> </a:t>
            </a:r>
            <a:r>
              <a:rPr lang="de-CH" dirty="0" err="1">
                <a:solidFill>
                  <a:schemeClr val="tx1"/>
                </a:solidFill>
              </a:rPr>
              <a:t>sitibus</a:t>
            </a:r>
            <a:r>
              <a:rPr lang="de-CH" dirty="0">
                <a:solidFill>
                  <a:schemeClr val="tx1"/>
                </a:solidFill>
              </a:rPr>
              <a:t> </a:t>
            </a:r>
            <a:r>
              <a:rPr lang="de-CH" dirty="0" err="1">
                <a:solidFill>
                  <a:schemeClr val="tx1"/>
                </a:solidFill>
              </a:rPr>
              <a:t>nis</a:t>
            </a:r>
            <a:r>
              <a:rPr lang="de-CH" dirty="0">
                <a:solidFill>
                  <a:schemeClr val="tx1"/>
                </a:solidFill>
              </a:rPr>
              <a:t> </a:t>
            </a:r>
            <a:r>
              <a:rPr lang="de-CH" dirty="0" err="1">
                <a:solidFill>
                  <a:schemeClr val="tx1"/>
                </a:solidFill>
              </a:rPr>
              <a:t>estrum</a:t>
            </a:r>
            <a:r>
              <a:rPr lang="de-CH" dirty="0">
                <a:solidFill>
                  <a:schemeClr val="tx1"/>
                </a:solidFill>
              </a:rPr>
              <a:t> </a:t>
            </a:r>
            <a:r>
              <a:rPr lang="de-CH" dirty="0" err="1">
                <a:solidFill>
                  <a:schemeClr val="tx1"/>
                </a:solidFill>
              </a:rPr>
              <a:t>volupta</a:t>
            </a:r>
            <a:r>
              <a:rPr lang="de-CH" dirty="0">
                <a:solidFill>
                  <a:schemeClr val="tx1"/>
                </a:solidFill>
              </a:rPr>
              <a:t> in </a:t>
            </a:r>
            <a:r>
              <a:rPr lang="de-CH" dirty="0" err="1">
                <a:solidFill>
                  <a:schemeClr val="tx1"/>
                </a:solidFill>
              </a:rPr>
              <a:t>core</a:t>
            </a:r>
            <a:r>
              <a:rPr lang="de-CH" dirty="0">
                <a:solidFill>
                  <a:schemeClr val="tx1"/>
                </a:solidFill>
              </a:rPr>
              <a:t> </a:t>
            </a:r>
            <a:r>
              <a:rPr lang="de-CH" dirty="0" err="1">
                <a:solidFill>
                  <a:schemeClr val="tx1"/>
                </a:solidFill>
              </a:rPr>
              <a:t>consedit</a:t>
            </a:r>
            <a:r>
              <a:rPr lang="de-CH" dirty="0">
                <a:solidFill>
                  <a:schemeClr val="tx1"/>
                </a:solidFill>
              </a:rPr>
              <a:t>, quos am, </a:t>
            </a:r>
            <a:r>
              <a:rPr lang="de-CH" dirty="0" err="1">
                <a:solidFill>
                  <a:schemeClr val="tx1"/>
                </a:solidFill>
              </a:rPr>
              <a:t>sinus</a:t>
            </a:r>
            <a:r>
              <a:rPr lang="de-CH" dirty="0">
                <a:solidFill>
                  <a:schemeClr val="tx1"/>
                </a:solidFill>
              </a:rPr>
              <a:t> </a:t>
            </a:r>
            <a:r>
              <a:rPr lang="de-CH" dirty="0" err="1">
                <a:solidFill>
                  <a:schemeClr val="tx1"/>
                </a:solidFill>
              </a:rPr>
              <a:t>as</a:t>
            </a:r>
            <a:r>
              <a:rPr lang="de-CH" dirty="0">
                <a:solidFill>
                  <a:schemeClr val="tx1"/>
                </a:solidFill>
              </a:rPr>
              <a:t> </a:t>
            </a:r>
            <a:r>
              <a:rPr lang="de-CH" dirty="0" err="1">
                <a:solidFill>
                  <a:schemeClr val="tx1"/>
                </a:solidFill>
              </a:rPr>
              <a:t>essendiae</a:t>
            </a:r>
            <a:r>
              <a:rPr lang="de-CH" dirty="0">
                <a:solidFill>
                  <a:schemeClr val="tx1"/>
                </a:solidFill>
              </a:rPr>
              <a:t> </a:t>
            </a:r>
            <a:r>
              <a:rPr lang="de-CH" dirty="0" err="1">
                <a:solidFill>
                  <a:schemeClr val="tx1"/>
                </a:solidFill>
              </a:rPr>
              <a:t>con</a:t>
            </a:r>
            <a:r>
              <a:rPr lang="de-CH" dirty="0">
                <a:solidFill>
                  <a:schemeClr val="tx1"/>
                </a:solidFill>
              </a:rPr>
              <a:t> et </a:t>
            </a:r>
            <a:r>
              <a:rPr lang="de-CH" dirty="0" err="1">
                <a:solidFill>
                  <a:schemeClr val="tx1"/>
                </a:solidFill>
              </a:rPr>
              <a:t>volest</a:t>
            </a:r>
            <a:r>
              <a:rPr lang="de-CH" dirty="0">
                <a:solidFill>
                  <a:schemeClr val="tx1"/>
                </a:solidFill>
              </a:rPr>
              <a:t> </a:t>
            </a:r>
            <a:r>
              <a:rPr lang="de-CH" dirty="0" err="1">
                <a:solidFill>
                  <a:schemeClr val="tx1"/>
                </a:solidFill>
              </a:rPr>
              <a:t>eture</a:t>
            </a:r>
            <a:br>
              <a:rPr lang="de-CH" dirty="0">
                <a:solidFill>
                  <a:schemeClr val="tx1"/>
                </a:solidFill>
              </a:rPr>
            </a:br>
            <a:r>
              <a:rPr lang="de-CH" dirty="0" err="1">
                <a:solidFill>
                  <a:schemeClr val="tx1"/>
                </a:solidFill>
              </a:rPr>
              <a:t>remoluptate</a:t>
            </a:r>
            <a:r>
              <a:rPr lang="de-CH" dirty="0">
                <a:solidFill>
                  <a:schemeClr val="tx1"/>
                </a:solidFill>
              </a:rPr>
              <a:t> nos </a:t>
            </a:r>
            <a:r>
              <a:rPr lang="de-CH" dirty="0" err="1">
                <a:solidFill>
                  <a:schemeClr val="tx1"/>
                </a:solidFill>
              </a:rPr>
              <a:t>perum</a:t>
            </a:r>
            <a:r>
              <a:rPr lang="de-CH" dirty="0">
                <a:solidFill>
                  <a:schemeClr val="tx1"/>
                </a:solidFill>
              </a:rPr>
              <a:t>.»</a:t>
            </a:r>
          </a:p>
          <a:p>
            <a:pPr lvl="1"/>
            <a:r>
              <a:rPr lang="de-CH" dirty="0">
                <a:solidFill>
                  <a:schemeClr val="tx1"/>
                </a:solidFill>
              </a:rPr>
              <a:t>Vorname Name</a:t>
            </a:r>
          </a:p>
        </p:txBody>
      </p:sp>
    </p:spTree>
    <p:extLst>
      <p:ext uri="{BB962C8B-B14F-4D97-AF65-F5344CB8AC3E}">
        <p14:creationId xmlns:p14="http://schemas.microsoft.com/office/powerpoint/2010/main" val="20905298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Bildplatzhalter 8">
            <a:extLst>
              <a:ext uri="{FF2B5EF4-FFF2-40B4-BE49-F238E27FC236}">
                <a16:creationId xmlns:a16="http://schemas.microsoft.com/office/drawing/2014/main" id="{E5B7CC75-3819-4444-36DD-4C1B5941EC81}"/>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a:stretch/>
        </p:blipFill>
        <p:spPr/>
      </p:pic>
      <p:sp>
        <p:nvSpPr>
          <p:cNvPr id="3" name="Datumsplatzhalter 2">
            <a:extLst>
              <a:ext uri="{FF2B5EF4-FFF2-40B4-BE49-F238E27FC236}">
                <a16:creationId xmlns:a16="http://schemas.microsoft.com/office/drawing/2014/main" id="{9905FD9F-65BB-AD70-8A2F-1F4EECC39E04}"/>
              </a:ext>
            </a:extLst>
          </p:cNvPr>
          <p:cNvSpPr>
            <a:spLocks noGrp="1"/>
          </p:cNvSpPr>
          <p:nvPr>
            <p:ph type="dt" sz="half" idx="14"/>
          </p:nvPr>
        </p:nvSpPr>
        <p:spPr/>
        <p:txBody>
          <a:bodyPr/>
          <a:lstStyle/>
          <a:p>
            <a:fld id="{3F6B0BA4-26FD-4064-A6D3-6C8F98BF7803}" type="datetime4">
              <a:rPr lang="de-CH" smtClean="0">
                <a:solidFill>
                  <a:schemeClr val="tx1"/>
                </a:solidFill>
              </a:rPr>
              <a:t>8. Februar 2026</a:t>
            </a:fld>
            <a:endParaRPr lang="de-CH" dirty="0">
              <a:solidFill>
                <a:schemeClr val="tx1"/>
              </a:solidFill>
            </a:endParaRPr>
          </a:p>
        </p:txBody>
      </p:sp>
      <p:sp>
        <p:nvSpPr>
          <p:cNvPr id="4" name="Fußzeilenplatzhalter 3">
            <a:extLst>
              <a:ext uri="{FF2B5EF4-FFF2-40B4-BE49-F238E27FC236}">
                <a16:creationId xmlns:a16="http://schemas.microsoft.com/office/drawing/2014/main" id="{C8B24B1C-F20D-5EAC-9DF2-DD963537817C}"/>
              </a:ext>
            </a:extLst>
          </p:cNvPr>
          <p:cNvSpPr>
            <a:spLocks noGrp="1"/>
          </p:cNvSpPr>
          <p:nvPr>
            <p:ph type="ftr" sz="quarter" idx="15"/>
          </p:nvPr>
        </p:nvSpPr>
        <p:spPr/>
        <p:txBody>
          <a:bodyPr/>
          <a:lstStyle/>
          <a:p>
            <a:r>
              <a:rPr lang="de-DE">
                <a:solidFill>
                  <a:schemeClr val="tx1"/>
                </a:solidFill>
              </a:rPr>
              <a:t>Die Schweizerische Post – Titel der Präsentation – Vorname Name – C1 Öffentlich | C2 Intern | C3 Eingeschränkt | C4 Vertraulich (Fusszeile ändern über «Einfügen &gt; Kopf- und Fusszeile»)</a:t>
            </a:r>
            <a:endParaRPr lang="de-CH" dirty="0">
              <a:solidFill>
                <a:schemeClr val="tx1"/>
              </a:solidFill>
            </a:endParaRPr>
          </a:p>
        </p:txBody>
      </p:sp>
      <p:sp>
        <p:nvSpPr>
          <p:cNvPr id="5" name="Foliennummernplatzhalter 4">
            <a:extLst>
              <a:ext uri="{FF2B5EF4-FFF2-40B4-BE49-F238E27FC236}">
                <a16:creationId xmlns:a16="http://schemas.microsoft.com/office/drawing/2014/main" id="{78366C44-84FB-B909-85A3-3D0D37D4B267}"/>
              </a:ext>
            </a:extLst>
          </p:cNvPr>
          <p:cNvSpPr>
            <a:spLocks noGrp="1"/>
          </p:cNvSpPr>
          <p:nvPr>
            <p:ph type="sldNum" sz="quarter" idx="16"/>
          </p:nvPr>
        </p:nvSpPr>
        <p:spPr/>
        <p:txBody>
          <a:bodyPr/>
          <a:lstStyle/>
          <a:p>
            <a:fld id="{442AD375-037F-43D0-B059-5172DA06796A}" type="slidenum">
              <a:rPr lang="de-CH" smtClean="0">
                <a:solidFill>
                  <a:schemeClr val="tx1"/>
                </a:solidFill>
              </a:rPr>
              <a:pPr/>
              <a:t>41</a:t>
            </a:fld>
            <a:endParaRPr lang="de-CH" dirty="0">
              <a:solidFill>
                <a:schemeClr val="tx1"/>
              </a:solidFill>
            </a:endParaRPr>
          </a:p>
        </p:txBody>
      </p:sp>
      <p:sp>
        <p:nvSpPr>
          <p:cNvPr id="6" name="Inhaltsplatzhalter 5">
            <a:extLst>
              <a:ext uri="{FF2B5EF4-FFF2-40B4-BE49-F238E27FC236}">
                <a16:creationId xmlns:a16="http://schemas.microsoft.com/office/drawing/2014/main" id="{7C9DF6F5-EAA2-F16C-6769-4317F4A7E419}"/>
              </a:ext>
            </a:extLst>
          </p:cNvPr>
          <p:cNvSpPr>
            <a:spLocks noGrp="1"/>
          </p:cNvSpPr>
          <p:nvPr>
            <p:ph sz="half" idx="2"/>
          </p:nvPr>
        </p:nvSpPr>
        <p:spPr/>
        <p:txBody>
          <a:bodyPr/>
          <a:lstStyle/>
          <a:p>
            <a:r>
              <a:rPr lang="de-CH" dirty="0">
                <a:solidFill>
                  <a:schemeClr val="tx1"/>
                </a:solidFill>
              </a:rPr>
              <a:t>«Zitat mit einer Länge von</a:t>
            </a:r>
            <a:br>
              <a:rPr lang="de-CH" dirty="0">
                <a:solidFill>
                  <a:schemeClr val="tx1"/>
                </a:solidFill>
              </a:rPr>
            </a:br>
            <a:r>
              <a:rPr lang="de-CH" dirty="0">
                <a:solidFill>
                  <a:schemeClr val="tx1"/>
                </a:solidFill>
              </a:rPr>
              <a:t>maximal 180 Zeichen. </a:t>
            </a:r>
            <a:r>
              <a:rPr lang="de-CH" dirty="0" err="1">
                <a:solidFill>
                  <a:schemeClr val="tx1"/>
                </a:solidFill>
              </a:rPr>
              <a:t>Fic</a:t>
            </a:r>
            <a:r>
              <a:rPr lang="de-CH" dirty="0">
                <a:solidFill>
                  <a:schemeClr val="tx1"/>
                </a:solidFill>
              </a:rPr>
              <a:t> </a:t>
            </a:r>
            <a:r>
              <a:rPr lang="de-CH" dirty="0" err="1">
                <a:solidFill>
                  <a:schemeClr val="tx1"/>
                </a:solidFill>
              </a:rPr>
              <a:t>temp</a:t>
            </a:r>
            <a:r>
              <a:rPr lang="de-CH" dirty="0">
                <a:solidFill>
                  <a:schemeClr val="tx1"/>
                </a:solidFill>
              </a:rPr>
              <a:t> </a:t>
            </a:r>
            <a:r>
              <a:rPr lang="de-CH" dirty="0" err="1">
                <a:solidFill>
                  <a:schemeClr val="tx1"/>
                </a:solidFill>
              </a:rPr>
              <a:t>ossi</a:t>
            </a:r>
            <a:r>
              <a:rPr lang="de-CH" dirty="0">
                <a:solidFill>
                  <a:schemeClr val="tx1"/>
                </a:solidFill>
              </a:rPr>
              <a:t> </a:t>
            </a:r>
            <a:r>
              <a:rPr lang="de-CH" dirty="0" err="1">
                <a:solidFill>
                  <a:schemeClr val="tx1"/>
                </a:solidFill>
              </a:rPr>
              <a:t>sitibus</a:t>
            </a:r>
            <a:r>
              <a:rPr lang="de-CH" dirty="0">
                <a:solidFill>
                  <a:schemeClr val="tx1"/>
                </a:solidFill>
              </a:rPr>
              <a:t> </a:t>
            </a:r>
            <a:r>
              <a:rPr lang="de-CH" dirty="0" err="1">
                <a:solidFill>
                  <a:schemeClr val="tx1"/>
                </a:solidFill>
              </a:rPr>
              <a:t>nis</a:t>
            </a:r>
            <a:r>
              <a:rPr lang="de-CH" dirty="0">
                <a:solidFill>
                  <a:schemeClr val="tx1"/>
                </a:solidFill>
              </a:rPr>
              <a:t> </a:t>
            </a:r>
            <a:r>
              <a:rPr lang="de-CH" dirty="0" err="1">
                <a:solidFill>
                  <a:schemeClr val="tx1"/>
                </a:solidFill>
              </a:rPr>
              <a:t>estrum</a:t>
            </a:r>
            <a:r>
              <a:rPr lang="de-CH" dirty="0">
                <a:solidFill>
                  <a:schemeClr val="tx1"/>
                </a:solidFill>
              </a:rPr>
              <a:t> </a:t>
            </a:r>
            <a:r>
              <a:rPr lang="de-CH" dirty="0" err="1">
                <a:solidFill>
                  <a:schemeClr val="tx1"/>
                </a:solidFill>
              </a:rPr>
              <a:t>volupta</a:t>
            </a:r>
            <a:r>
              <a:rPr lang="de-CH" dirty="0">
                <a:solidFill>
                  <a:schemeClr val="tx1"/>
                </a:solidFill>
              </a:rPr>
              <a:t> in </a:t>
            </a:r>
            <a:r>
              <a:rPr lang="de-CH" dirty="0" err="1">
                <a:solidFill>
                  <a:schemeClr val="tx1"/>
                </a:solidFill>
              </a:rPr>
              <a:t>core</a:t>
            </a:r>
            <a:r>
              <a:rPr lang="de-CH" dirty="0">
                <a:solidFill>
                  <a:schemeClr val="tx1"/>
                </a:solidFill>
              </a:rPr>
              <a:t> </a:t>
            </a:r>
            <a:r>
              <a:rPr lang="de-CH" dirty="0" err="1">
                <a:solidFill>
                  <a:schemeClr val="tx1"/>
                </a:solidFill>
              </a:rPr>
              <a:t>consedit</a:t>
            </a:r>
            <a:r>
              <a:rPr lang="de-CH" dirty="0">
                <a:solidFill>
                  <a:schemeClr val="tx1"/>
                </a:solidFill>
              </a:rPr>
              <a:t>, quos am, </a:t>
            </a:r>
            <a:r>
              <a:rPr lang="de-CH" dirty="0" err="1">
                <a:solidFill>
                  <a:schemeClr val="tx1"/>
                </a:solidFill>
              </a:rPr>
              <a:t>sinus</a:t>
            </a:r>
            <a:r>
              <a:rPr lang="de-CH" dirty="0">
                <a:solidFill>
                  <a:schemeClr val="tx1"/>
                </a:solidFill>
              </a:rPr>
              <a:t> </a:t>
            </a:r>
            <a:r>
              <a:rPr lang="de-CH" dirty="0" err="1">
                <a:solidFill>
                  <a:schemeClr val="tx1"/>
                </a:solidFill>
              </a:rPr>
              <a:t>as</a:t>
            </a:r>
            <a:r>
              <a:rPr lang="de-CH" dirty="0">
                <a:solidFill>
                  <a:schemeClr val="tx1"/>
                </a:solidFill>
              </a:rPr>
              <a:t> </a:t>
            </a:r>
            <a:r>
              <a:rPr lang="de-CH" dirty="0" err="1">
                <a:solidFill>
                  <a:schemeClr val="tx1"/>
                </a:solidFill>
              </a:rPr>
              <a:t>essendiae</a:t>
            </a:r>
            <a:r>
              <a:rPr lang="de-CH" dirty="0">
                <a:solidFill>
                  <a:schemeClr val="tx1"/>
                </a:solidFill>
              </a:rPr>
              <a:t> </a:t>
            </a:r>
            <a:r>
              <a:rPr lang="de-CH" dirty="0" err="1">
                <a:solidFill>
                  <a:schemeClr val="tx1"/>
                </a:solidFill>
              </a:rPr>
              <a:t>con</a:t>
            </a:r>
            <a:r>
              <a:rPr lang="de-CH" dirty="0">
                <a:solidFill>
                  <a:schemeClr val="tx1"/>
                </a:solidFill>
              </a:rPr>
              <a:t> et </a:t>
            </a:r>
            <a:r>
              <a:rPr lang="de-CH" dirty="0" err="1">
                <a:solidFill>
                  <a:schemeClr val="tx1"/>
                </a:solidFill>
              </a:rPr>
              <a:t>volest</a:t>
            </a:r>
            <a:r>
              <a:rPr lang="de-CH" dirty="0">
                <a:solidFill>
                  <a:schemeClr val="tx1"/>
                </a:solidFill>
              </a:rPr>
              <a:t> </a:t>
            </a:r>
            <a:r>
              <a:rPr lang="de-CH" dirty="0" err="1">
                <a:solidFill>
                  <a:schemeClr val="tx1"/>
                </a:solidFill>
              </a:rPr>
              <a:t>eture</a:t>
            </a:r>
            <a:br>
              <a:rPr lang="de-CH" dirty="0">
                <a:solidFill>
                  <a:schemeClr val="tx1"/>
                </a:solidFill>
              </a:rPr>
            </a:br>
            <a:r>
              <a:rPr lang="de-CH" dirty="0" err="1">
                <a:solidFill>
                  <a:schemeClr val="tx1"/>
                </a:solidFill>
              </a:rPr>
              <a:t>remoluptate</a:t>
            </a:r>
            <a:r>
              <a:rPr lang="de-CH" dirty="0">
                <a:solidFill>
                  <a:schemeClr val="tx1"/>
                </a:solidFill>
              </a:rPr>
              <a:t> nos </a:t>
            </a:r>
            <a:r>
              <a:rPr lang="de-CH" dirty="0" err="1">
                <a:solidFill>
                  <a:schemeClr val="tx1"/>
                </a:solidFill>
              </a:rPr>
              <a:t>perum</a:t>
            </a:r>
            <a:r>
              <a:rPr lang="de-CH" dirty="0">
                <a:solidFill>
                  <a:schemeClr val="tx1"/>
                </a:solidFill>
              </a:rPr>
              <a:t>.»</a:t>
            </a:r>
          </a:p>
          <a:p>
            <a:pPr lvl="1"/>
            <a:r>
              <a:rPr lang="de-CH" dirty="0">
                <a:solidFill>
                  <a:schemeClr val="tx1"/>
                </a:solidFill>
              </a:rPr>
              <a:t>Vorname Name</a:t>
            </a:r>
          </a:p>
        </p:txBody>
      </p:sp>
    </p:spTree>
    <p:extLst>
      <p:ext uri="{BB962C8B-B14F-4D97-AF65-F5344CB8AC3E}">
        <p14:creationId xmlns:p14="http://schemas.microsoft.com/office/powerpoint/2010/main" val="17703130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Bildplatzhalter 8">
            <a:extLst>
              <a:ext uri="{FF2B5EF4-FFF2-40B4-BE49-F238E27FC236}">
                <a16:creationId xmlns:a16="http://schemas.microsoft.com/office/drawing/2014/main" id="{301B82E1-2842-F254-E9E2-C492C202EFA0}"/>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21" r="21"/>
          <a:stretch/>
        </p:blipFill>
        <p:spPr/>
      </p:pic>
      <p:sp>
        <p:nvSpPr>
          <p:cNvPr id="3" name="Datumsplatzhalter 2">
            <a:extLst>
              <a:ext uri="{FF2B5EF4-FFF2-40B4-BE49-F238E27FC236}">
                <a16:creationId xmlns:a16="http://schemas.microsoft.com/office/drawing/2014/main" id="{22EB51A2-4CFE-05B4-7E07-FA88297F679A}"/>
              </a:ext>
            </a:extLst>
          </p:cNvPr>
          <p:cNvSpPr>
            <a:spLocks noGrp="1"/>
          </p:cNvSpPr>
          <p:nvPr>
            <p:ph type="dt" sz="half" idx="14"/>
          </p:nvPr>
        </p:nvSpPr>
        <p:spPr/>
        <p:txBody>
          <a:bodyPr/>
          <a:lstStyle/>
          <a:p>
            <a:fld id="{BFE6E25D-654E-453A-9546-EAF0C869987A}" type="datetime4">
              <a:rPr lang="de-CH" smtClean="0"/>
              <a:t>8. Februar 2026</a:t>
            </a:fld>
            <a:endParaRPr lang="de-CH" dirty="0"/>
          </a:p>
        </p:txBody>
      </p:sp>
      <p:sp>
        <p:nvSpPr>
          <p:cNvPr id="4" name="Fußzeilenplatzhalter 3">
            <a:extLst>
              <a:ext uri="{FF2B5EF4-FFF2-40B4-BE49-F238E27FC236}">
                <a16:creationId xmlns:a16="http://schemas.microsoft.com/office/drawing/2014/main" id="{CF773E34-AEC9-AF3F-76AE-BF5FBF4C0E07}"/>
              </a:ext>
            </a:extLst>
          </p:cNvPr>
          <p:cNvSpPr>
            <a:spLocks noGrp="1"/>
          </p:cNvSpPr>
          <p:nvPr>
            <p:ph type="ftr" sz="quarter" idx="15"/>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5" name="Foliennummernplatzhalter 4">
            <a:extLst>
              <a:ext uri="{FF2B5EF4-FFF2-40B4-BE49-F238E27FC236}">
                <a16:creationId xmlns:a16="http://schemas.microsoft.com/office/drawing/2014/main" id="{71317D6C-C37D-C3C4-B90D-03B25083B9D0}"/>
              </a:ext>
            </a:extLst>
          </p:cNvPr>
          <p:cNvSpPr>
            <a:spLocks noGrp="1"/>
          </p:cNvSpPr>
          <p:nvPr>
            <p:ph type="sldNum" sz="quarter" idx="16"/>
          </p:nvPr>
        </p:nvSpPr>
        <p:spPr/>
        <p:txBody>
          <a:bodyPr/>
          <a:lstStyle/>
          <a:p>
            <a:fld id="{442AD375-037F-43D0-B059-5172DA06796A}" type="slidenum">
              <a:rPr lang="de-CH" smtClean="0"/>
              <a:pPr/>
              <a:t>42</a:t>
            </a:fld>
            <a:endParaRPr lang="de-CH" dirty="0"/>
          </a:p>
        </p:txBody>
      </p:sp>
      <p:sp>
        <p:nvSpPr>
          <p:cNvPr id="6" name="Inhaltsplatzhalter 5">
            <a:extLst>
              <a:ext uri="{FF2B5EF4-FFF2-40B4-BE49-F238E27FC236}">
                <a16:creationId xmlns:a16="http://schemas.microsoft.com/office/drawing/2014/main" id="{ED471ED5-EB19-44D2-CB10-0E5DAE3D1EE9}"/>
              </a:ext>
            </a:extLst>
          </p:cNvPr>
          <p:cNvSpPr>
            <a:spLocks noGrp="1"/>
          </p:cNvSpPr>
          <p:nvPr>
            <p:ph sz="half" idx="2"/>
          </p:nvPr>
        </p:nvSpPr>
        <p:spPr/>
        <p:txBody>
          <a:bodyPr/>
          <a:lstStyle/>
          <a:p>
            <a:r>
              <a:rPr lang="de-CH" dirty="0"/>
              <a:t>«Zitat mit einer Länge von</a:t>
            </a:r>
            <a:br>
              <a:rPr lang="de-CH" dirty="0"/>
            </a:br>
            <a:r>
              <a:rPr lang="de-CH" dirty="0"/>
              <a:t>maximal 180 Zeichen. </a:t>
            </a:r>
            <a:r>
              <a:rPr lang="de-CH" dirty="0" err="1"/>
              <a:t>Fic</a:t>
            </a:r>
            <a:r>
              <a:rPr lang="de-CH" dirty="0"/>
              <a:t> </a:t>
            </a:r>
            <a:r>
              <a:rPr lang="de-CH" dirty="0" err="1"/>
              <a:t>temp</a:t>
            </a:r>
            <a:r>
              <a:rPr lang="de-CH" dirty="0"/>
              <a:t> </a:t>
            </a:r>
            <a:r>
              <a:rPr lang="de-CH" dirty="0" err="1"/>
              <a:t>ossi</a:t>
            </a:r>
            <a:r>
              <a:rPr lang="de-CH" dirty="0"/>
              <a:t> </a:t>
            </a:r>
            <a:r>
              <a:rPr lang="de-CH" dirty="0" err="1"/>
              <a:t>sitibus</a:t>
            </a:r>
            <a:r>
              <a:rPr lang="de-CH" dirty="0"/>
              <a:t> </a:t>
            </a:r>
            <a:r>
              <a:rPr lang="de-CH" dirty="0" err="1"/>
              <a:t>nis</a:t>
            </a:r>
            <a:r>
              <a:rPr lang="de-CH" dirty="0"/>
              <a:t> </a:t>
            </a:r>
            <a:r>
              <a:rPr lang="de-CH" dirty="0" err="1"/>
              <a:t>estrum</a:t>
            </a:r>
            <a:r>
              <a:rPr lang="de-CH" dirty="0"/>
              <a:t> </a:t>
            </a:r>
            <a:r>
              <a:rPr lang="de-CH" dirty="0" err="1"/>
              <a:t>volupta</a:t>
            </a:r>
            <a:r>
              <a:rPr lang="de-CH" dirty="0"/>
              <a:t> in </a:t>
            </a:r>
            <a:r>
              <a:rPr lang="de-CH" dirty="0" err="1"/>
              <a:t>core</a:t>
            </a:r>
            <a:r>
              <a:rPr lang="de-CH" dirty="0"/>
              <a:t> </a:t>
            </a:r>
            <a:r>
              <a:rPr lang="de-CH" dirty="0" err="1"/>
              <a:t>consedit</a:t>
            </a:r>
            <a:r>
              <a:rPr lang="de-CH" dirty="0"/>
              <a:t>, quos am, </a:t>
            </a:r>
            <a:r>
              <a:rPr lang="de-CH" dirty="0" err="1"/>
              <a:t>sinus</a:t>
            </a:r>
            <a:r>
              <a:rPr lang="de-CH" dirty="0"/>
              <a:t> </a:t>
            </a:r>
            <a:r>
              <a:rPr lang="de-CH" dirty="0" err="1"/>
              <a:t>as</a:t>
            </a:r>
            <a:r>
              <a:rPr lang="de-CH" dirty="0"/>
              <a:t> </a:t>
            </a:r>
            <a:r>
              <a:rPr lang="de-CH" dirty="0" err="1"/>
              <a:t>essendiae</a:t>
            </a:r>
            <a:r>
              <a:rPr lang="de-CH" dirty="0"/>
              <a:t> </a:t>
            </a:r>
            <a:r>
              <a:rPr lang="de-CH" dirty="0" err="1"/>
              <a:t>con</a:t>
            </a:r>
            <a:r>
              <a:rPr lang="de-CH" dirty="0"/>
              <a:t> et </a:t>
            </a:r>
            <a:r>
              <a:rPr lang="de-CH" dirty="0" err="1"/>
              <a:t>volest</a:t>
            </a:r>
            <a:r>
              <a:rPr lang="de-CH" dirty="0"/>
              <a:t> </a:t>
            </a:r>
            <a:r>
              <a:rPr lang="de-CH" dirty="0" err="1"/>
              <a:t>eture</a:t>
            </a:r>
            <a:br>
              <a:rPr lang="de-CH" dirty="0"/>
            </a:br>
            <a:r>
              <a:rPr lang="de-CH" dirty="0" err="1"/>
              <a:t>remoluptate</a:t>
            </a:r>
            <a:r>
              <a:rPr lang="de-CH" dirty="0"/>
              <a:t> nos </a:t>
            </a:r>
            <a:r>
              <a:rPr lang="de-CH" dirty="0" err="1"/>
              <a:t>perum</a:t>
            </a:r>
            <a:r>
              <a:rPr lang="de-CH" dirty="0"/>
              <a:t>.»</a:t>
            </a:r>
          </a:p>
          <a:p>
            <a:pPr lvl="1"/>
            <a:r>
              <a:rPr lang="de-CH" dirty="0"/>
              <a:t>Vorname Name</a:t>
            </a:r>
          </a:p>
        </p:txBody>
      </p:sp>
    </p:spTree>
    <p:extLst>
      <p:ext uri="{BB962C8B-B14F-4D97-AF65-F5344CB8AC3E}">
        <p14:creationId xmlns:p14="http://schemas.microsoft.com/office/powerpoint/2010/main" val="9713412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Bildplatzhalter 8">
            <a:extLst>
              <a:ext uri="{FF2B5EF4-FFF2-40B4-BE49-F238E27FC236}">
                <a16:creationId xmlns:a16="http://schemas.microsoft.com/office/drawing/2014/main" id="{F183A6C7-4EA5-5717-83B4-6505AB92A5F0}"/>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21" r="21"/>
          <a:stretch/>
        </p:blipFill>
        <p:spPr/>
      </p:pic>
      <p:sp>
        <p:nvSpPr>
          <p:cNvPr id="3" name="Datumsplatzhalter 2">
            <a:extLst>
              <a:ext uri="{FF2B5EF4-FFF2-40B4-BE49-F238E27FC236}">
                <a16:creationId xmlns:a16="http://schemas.microsoft.com/office/drawing/2014/main" id="{883B12E0-6649-EBC3-7A2F-61645D8E173E}"/>
              </a:ext>
            </a:extLst>
          </p:cNvPr>
          <p:cNvSpPr>
            <a:spLocks noGrp="1"/>
          </p:cNvSpPr>
          <p:nvPr>
            <p:ph type="dt" sz="half" idx="14"/>
          </p:nvPr>
        </p:nvSpPr>
        <p:spPr/>
        <p:txBody>
          <a:bodyPr/>
          <a:lstStyle/>
          <a:p>
            <a:fld id="{175AE647-B65F-4377-B622-08B9B9231721}" type="datetime4">
              <a:rPr lang="de-CH" smtClean="0">
                <a:solidFill>
                  <a:schemeClr val="tx1"/>
                </a:solidFill>
              </a:rPr>
              <a:t>8. Februar 2026</a:t>
            </a:fld>
            <a:endParaRPr lang="de-CH" dirty="0">
              <a:solidFill>
                <a:schemeClr val="tx1"/>
              </a:solidFill>
            </a:endParaRPr>
          </a:p>
        </p:txBody>
      </p:sp>
      <p:sp>
        <p:nvSpPr>
          <p:cNvPr id="4" name="Fußzeilenplatzhalter 3">
            <a:extLst>
              <a:ext uri="{FF2B5EF4-FFF2-40B4-BE49-F238E27FC236}">
                <a16:creationId xmlns:a16="http://schemas.microsoft.com/office/drawing/2014/main" id="{C852F9D3-9EE6-68A1-0256-4E5A57B80B4E}"/>
              </a:ext>
            </a:extLst>
          </p:cNvPr>
          <p:cNvSpPr>
            <a:spLocks noGrp="1"/>
          </p:cNvSpPr>
          <p:nvPr>
            <p:ph type="ftr" sz="quarter" idx="15"/>
          </p:nvPr>
        </p:nvSpPr>
        <p:spPr/>
        <p:txBody>
          <a:bodyPr/>
          <a:lstStyle/>
          <a:p>
            <a:r>
              <a:rPr lang="de-DE">
                <a:solidFill>
                  <a:schemeClr val="tx1"/>
                </a:solidFill>
              </a:rPr>
              <a:t>Die Schweizerische Post – Titel der Präsentation – Vorname Name – C1 Öffentlich | C2 Intern | C3 Eingeschränkt | C4 Vertraulich (Fusszeile ändern über «Einfügen &gt; Kopf- und Fusszeile»)</a:t>
            </a:r>
            <a:endParaRPr lang="de-CH" dirty="0">
              <a:solidFill>
                <a:schemeClr val="tx1"/>
              </a:solidFill>
            </a:endParaRPr>
          </a:p>
        </p:txBody>
      </p:sp>
      <p:sp>
        <p:nvSpPr>
          <p:cNvPr id="5" name="Foliennummernplatzhalter 4">
            <a:extLst>
              <a:ext uri="{FF2B5EF4-FFF2-40B4-BE49-F238E27FC236}">
                <a16:creationId xmlns:a16="http://schemas.microsoft.com/office/drawing/2014/main" id="{5085C239-2318-7A7D-8FC2-BBF15F7C8423}"/>
              </a:ext>
            </a:extLst>
          </p:cNvPr>
          <p:cNvSpPr>
            <a:spLocks noGrp="1"/>
          </p:cNvSpPr>
          <p:nvPr>
            <p:ph type="sldNum" sz="quarter" idx="16"/>
          </p:nvPr>
        </p:nvSpPr>
        <p:spPr/>
        <p:txBody>
          <a:bodyPr/>
          <a:lstStyle/>
          <a:p>
            <a:fld id="{442AD375-037F-43D0-B059-5172DA06796A}" type="slidenum">
              <a:rPr lang="de-CH" smtClean="0">
                <a:solidFill>
                  <a:schemeClr val="tx1"/>
                </a:solidFill>
              </a:rPr>
              <a:pPr/>
              <a:t>43</a:t>
            </a:fld>
            <a:endParaRPr lang="de-CH" dirty="0">
              <a:solidFill>
                <a:schemeClr val="tx1"/>
              </a:solidFill>
            </a:endParaRPr>
          </a:p>
        </p:txBody>
      </p:sp>
      <p:sp>
        <p:nvSpPr>
          <p:cNvPr id="6" name="Inhaltsplatzhalter 5">
            <a:extLst>
              <a:ext uri="{FF2B5EF4-FFF2-40B4-BE49-F238E27FC236}">
                <a16:creationId xmlns:a16="http://schemas.microsoft.com/office/drawing/2014/main" id="{923B1D0D-BB68-89E2-DDE4-21A0E16CD217}"/>
              </a:ext>
            </a:extLst>
          </p:cNvPr>
          <p:cNvSpPr>
            <a:spLocks noGrp="1"/>
          </p:cNvSpPr>
          <p:nvPr>
            <p:ph sz="half" idx="2"/>
          </p:nvPr>
        </p:nvSpPr>
        <p:spPr/>
        <p:txBody>
          <a:bodyPr/>
          <a:lstStyle/>
          <a:p>
            <a:r>
              <a:rPr lang="de-CH" dirty="0"/>
              <a:t>«Zitat mit einer Länge von</a:t>
            </a:r>
            <a:br>
              <a:rPr lang="de-CH" dirty="0"/>
            </a:br>
            <a:r>
              <a:rPr lang="de-CH" dirty="0"/>
              <a:t>maximal 180 Zeichen. </a:t>
            </a:r>
            <a:r>
              <a:rPr lang="de-CH" dirty="0" err="1"/>
              <a:t>Fic</a:t>
            </a:r>
            <a:r>
              <a:rPr lang="de-CH" dirty="0"/>
              <a:t> </a:t>
            </a:r>
            <a:r>
              <a:rPr lang="de-CH" dirty="0" err="1"/>
              <a:t>temp</a:t>
            </a:r>
            <a:r>
              <a:rPr lang="de-CH" dirty="0"/>
              <a:t> </a:t>
            </a:r>
            <a:r>
              <a:rPr lang="de-CH" dirty="0" err="1"/>
              <a:t>ossi</a:t>
            </a:r>
            <a:r>
              <a:rPr lang="de-CH" dirty="0"/>
              <a:t> </a:t>
            </a:r>
            <a:r>
              <a:rPr lang="de-CH" dirty="0" err="1"/>
              <a:t>sitibus</a:t>
            </a:r>
            <a:r>
              <a:rPr lang="de-CH" dirty="0"/>
              <a:t> </a:t>
            </a:r>
            <a:r>
              <a:rPr lang="de-CH" dirty="0" err="1"/>
              <a:t>nis</a:t>
            </a:r>
            <a:r>
              <a:rPr lang="de-CH" dirty="0"/>
              <a:t> </a:t>
            </a:r>
            <a:r>
              <a:rPr lang="de-CH" dirty="0" err="1"/>
              <a:t>estrum</a:t>
            </a:r>
            <a:r>
              <a:rPr lang="de-CH" dirty="0"/>
              <a:t> </a:t>
            </a:r>
            <a:r>
              <a:rPr lang="de-CH" dirty="0" err="1"/>
              <a:t>volupta</a:t>
            </a:r>
            <a:r>
              <a:rPr lang="de-CH" dirty="0"/>
              <a:t> in </a:t>
            </a:r>
            <a:r>
              <a:rPr lang="de-CH" dirty="0" err="1"/>
              <a:t>core</a:t>
            </a:r>
            <a:r>
              <a:rPr lang="de-CH" dirty="0"/>
              <a:t> </a:t>
            </a:r>
            <a:r>
              <a:rPr lang="de-CH" dirty="0" err="1"/>
              <a:t>consedit</a:t>
            </a:r>
            <a:r>
              <a:rPr lang="de-CH" dirty="0"/>
              <a:t>, quos am, </a:t>
            </a:r>
            <a:r>
              <a:rPr lang="de-CH" dirty="0" err="1"/>
              <a:t>sinus</a:t>
            </a:r>
            <a:r>
              <a:rPr lang="de-CH" dirty="0"/>
              <a:t> </a:t>
            </a:r>
            <a:r>
              <a:rPr lang="de-CH" dirty="0" err="1"/>
              <a:t>as</a:t>
            </a:r>
            <a:r>
              <a:rPr lang="de-CH" dirty="0"/>
              <a:t> </a:t>
            </a:r>
            <a:r>
              <a:rPr lang="de-CH" dirty="0" err="1"/>
              <a:t>essendiae</a:t>
            </a:r>
            <a:r>
              <a:rPr lang="de-CH" dirty="0"/>
              <a:t> </a:t>
            </a:r>
            <a:r>
              <a:rPr lang="de-CH" dirty="0" err="1"/>
              <a:t>con</a:t>
            </a:r>
            <a:r>
              <a:rPr lang="de-CH" dirty="0"/>
              <a:t> et </a:t>
            </a:r>
            <a:r>
              <a:rPr lang="de-CH" dirty="0" err="1"/>
              <a:t>volest</a:t>
            </a:r>
            <a:r>
              <a:rPr lang="de-CH" dirty="0"/>
              <a:t> </a:t>
            </a:r>
            <a:r>
              <a:rPr lang="de-CH" dirty="0" err="1"/>
              <a:t>eture</a:t>
            </a:r>
            <a:br>
              <a:rPr lang="de-CH" dirty="0"/>
            </a:br>
            <a:r>
              <a:rPr lang="de-CH" dirty="0" err="1"/>
              <a:t>remoluptate</a:t>
            </a:r>
            <a:r>
              <a:rPr lang="de-CH" dirty="0"/>
              <a:t> nos </a:t>
            </a:r>
            <a:r>
              <a:rPr lang="de-CH" dirty="0" err="1"/>
              <a:t>perum</a:t>
            </a:r>
            <a:r>
              <a:rPr lang="de-CH" dirty="0"/>
              <a:t>.»</a:t>
            </a:r>
          </a:p>
          <a:p>
            <a:pPr lvl="1"/>
            <a:r>
              <a:rPr lang="de-CH" dirty="0"/>
              <a:t>Vorname Name</a:t>
            </a:r>
          </a:p>
        </p:txBody>
      </p:sp>
    </p:spTree>
    <p:extLst>
      <p:ext uri="{BB962C8B-B14F-4D97-AF65-F5344CB8AC3E}">
        <p14:creationId xmlns:p14="http://schemas.microsoft.com/office/powerpoint/2010/main" val="20483498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FFEBC9F5-1741-3EA3-A531-A9666C0463DD}"/>
              </a:ext>
            </a:extLst>
          </p:cNvPr>
          <p:cNvSpPr>
            <a:spLocks noGrp="1"/>
          </p:cNvSpPr>
          <p:nvPr>
            <p:ph type="dt" sz="half" idx="10"/>
          </p:nvPr>
        </p:nvSpPr>
        <p:spPr/>
        <p:txBody>
          <a:bodyPr/>
          <a:lstStyle/>
          <a:p>
            <a:fld id="{D8DD8BC9-6E4A-4CB4-85B2-6B8389EFABD8}" type="datetime4">
              <a:rPr lang="de-CH" smtClean="0"/>
              <a:t>8. Februar 2026</a:t>
            </a:fld>
            <a:endParaRPr lang="de-CH" dirty="0"/>
          </a:p>
        </p:txBody>
      </p:sp>
      <p:sp>
        <p:nvSpPr>
          <p:cNvPr id="4" name="Fußzeilenplatzhalter 3">
            <a:extLst>
              <a:ext uri="{FF2B5EF4-FFF2-40B4-BE49-F238E27FC236}">
                <a16:creationId xmlns:a16="http://schemas.microsoft.com/office/drawing/2014/main" id="{EB395AD7-45A7-293C-9AA7-2BE285301EEF}"/>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5" name="Foliennummernplatzhalter 4">
            <a:extLst>
              <a:ext uri="{FF2B5EF4-FFF2-40B4-BE49-F238E27FC236}">
                <a16:creationId xmlns:a16="http://schemas.microsoft.com/office/drawing/2014/main" id="{148C7093-CAD4-96BB-D91C-8D91A7DAA2C9}"/>
              </a:ext>
            </a:extLst>
          </p:cNvPr>
          <p:cNvSpPr>
            <a:spLocks noGrp="1"/>
          </p:cNvSpPr>
          <p:nvPr>
            <p:ph type="sldNum" sz="quarter" idx="12"/>
          </p:nvPr>
        </p:nvSpPr>
        <p:spPr/>
        <p:txBody>
          <a:bodyPr/>
          <a:lstStyle/>
          <a:p>
            <a:fld id="{442AD375-037F-43D0-B059-5172DA06796A}" type="slidenum">
              <a:rPr lang="de-CH" smtClean="0"/>
              <a:pPr/>
              <a:t>44</a:t>
            </a:fld>
            <a:endParaRPr lang="de-CH" dirty="0"/>
          </a:p>
        </p:txBody>
      </p:sp>
      <p:sp>
        <p:nvSpPr>
          <p:cNvPr id="13" name="Untertitel 12">
            <a:extLst>
              <a:ext uri="{FF2B5EF4-FFF2-40B4-BE49-F238E27FC236}">
                <a16:creationId xmlns:a16="http://schemas.microsoft.com/office/drawing/2014/main" id="{C8077D34-A9B9-7A2E-178F-F3AE3DA07F2D}"/>
              </a:ext>
            </a:extLst>
          </p:cNvPr>
          <p:cNvSpPr>
            <a:spLocks noGrp="1"/>
          </p:cNvSpPr>
          <p:nvPr>
            <p:ph type="subTitle" idx="1"/>
          </p:nvPr>
        </p:nvSpPr>
        <p:spPr/>
        <p:txBody>
          <a:bodyPr/>
          <a:lstStyle/>
          <a:p>
            <a:r>
              <a:rPr lang="de-CH" dirty="0"/>
              <a:t>Beispielfolie</a:t>
            </a:r>
            <a:br>
              <a:rPr lang="de-CH" dirty="0"/>
            </a:br>
            <a:r>
              <a:rPr lang="de-CH" dirty="0"/>
              <a:t>«Zwischentitel Schwarz»</a:t>
            </a:r>
          </a:p>
        </p:txBody>
      </p:sp>
    </p:spTree>
    <p:extLst>
      <p:ext uri="{BB962C8B-B14F-4D97-AF65-F5344CB8AC3E}">
        <p14:creationId xmlns:p14="http://schemas.microsoft.com/office/powerpoint/2010/main" val="10161984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3701BF6-7B6B-B25B-346F-32F2454D45A0}"/>
              </a:ext>
            </a:extLst>
          </p:cNvPr>
          <p:cNvSpPr>
            <a:spLocks noGrp="1"/>
          </p:cNvSpPr>
          <p:nvPr>
            <p:ph type="dt" sz="half" idx="10"/>
          </p:nvPr>
        </p:nvSpPr>
        <p:spPr/>
        <p:txBody>
          <a:bodyPr/>
          <a:lstStyle/>
          <a:p>
            <a:fld id="{B9746ACE-2412-4B35-A191-F59B0167F9D2}" type="datetime4">
              <a:rPr lang="de-CH" smtClean="0"/>
              <a:t>8. Februar 2026</a:t>
            </a:fld>
            <a:endParaRPr lang="de-CH" dirty="0"/>
          </a:p>
        </p:txBody>
      </p:sp>
      <p:sp>
        <p:nvSpPr>
          <p:cNvPr id="4" name="Fußzeilenplatzhalter 3">
            <a:extLst>
              <a:ext uri="{FF2B5EF4-FFF2-40B4-BE49-F238E27FC236}">
                <a16:creationId xmlns:a16="http://schemas.microsoft.com/office/drawing/2014/main" id="{4FA066FE-0359-A71A-4328-62144DC194C7}"/>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5" name="Foliennummernplatzhalter 4">
            <a:extLst>
              <a:ext uri="{FF2B5EF4-FFF2-40B4-BE49-F238E27FC236}">
                <a16:creationId xmlns:a16="http://schemas.microsoft.com/office/drawing/2014/main" id="{CA9E44D5-83D9-55DD-BDD5-098EBCFD50F2}"/>
              </a:ext>
            </a:extLst>
          </p:cNvPr>
          <p:cNvSpPr>
            <a:spLocks noGrp="1"/>
          </p:cNvSpPr>
          <p:nvPr>
            <p:ph type="sldNum" sz="quarter" idx="12"/>
          </p:nvPr>
        </p:nvSpPr>
        <p:spPr/>
        <p:txBody>
          <a:bodyPr/>
          <a:lstStyle/>
          <a:p>
            <a:fld id="{442AD375-037F-43D0-B059-5172DA06796A}" type="slidenum">
              <a:rPr lang="de-CH" smtClean="0"/>
              <a:pPr/>
              <a:t>45</a:t>
            </a:fld>
            <a:endParaRPr lang="de-CH" dirty="0"/>
          </a:p>
        </p:txBody>
      </p:sp>
      <p:sp>
        <p:nvSpPr>
          <p:cNvPr id="9" name="Untertitel 8">
            <a:extLst>
              <a:ext uri="{FF2B5EF4-FFF2-40B4-BE49-F238E27FC236}">
                <a16:creationId xmlns:a16="http://schemas.microsoft.com/office/drawing/2014/main" id="{AD05BA79-84D1-1A43-8273-5DB72E3D7F57}"/>
              </a:ext>
            </a:extLst>
          </p:cNvPr>
          <p:cNvSpPr>
            <a:spLocks noGrp="1"/>
          </p:cNvSpPr>
          <p:nvPr>
            <p:ph type="subTitle" idx="1"/>
          </p:nvPr>
        </p:nvSpPr>
        <p:spPr/>
        <p:txBody>
          <a:bodyPr/>
          <a:lstStyle/>
          <a:p>
            <a:r>
              <a:rPr lang="de-CH" dirty="0"/>
              <a:t>Beispielfolie</a:t>
            </a:r>
            <a:br>
              <a:rPr lang="de-CH" dirty="0"/>
            </a:br>
            <a:r>
              <a:rPr lang="de-CH" dirty="0"/>
              <a:t>«Zwischentitel Grau»</a:t>
            </a:r>
          </a:p>
        </p:txBody>
      </p:sp>
    </p:spTree>
    <p:extLst>
      <p:ext uri="{BB962C8B-B14F-4D97-AF65-F5344CB8AC3E}">
        <p14:creationId xmlns:p14="http://schemas.microsoft.com/office/powerpoint/2010/main" val="30355017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61F3C8E-82FF-930C-FF89-759ECA9FBC2D}"/>
              </a:ext>
            </a:extLst>
          </p:cNvPr>
          <p:cNvSpPr>
            <a:spLocks noGrp="1"/>
          </p:cNvSpPr>
          <p:nvPr>
            <p:ph type="dt" sz="half" idx="10"/>
          </p:nvPr>
        </p:nvSpPr>
        <p:spPr/>
        <p:txBody>
          <a:bodyPr/>
          <a:lstStyle/>
          <a:p>
            <a:fld id="{367D7BC6-9A4D-4499-BF8F-6701F6CD568F}" type="datetime4">
              <a:rPr lang="de-CH" smtClean="0"/>
              <a:t>8. Februar 2026</a:t>
            </a:fld>
            <a:endParaRPr lang="de-CH" dirty="0"/>
          </a:p>
        </p:txBody>
      </p:sp>
      <p:sp>
        <p:nvSpPr>
          <p:cNvPr id="4" name="Fußzeilenplatzhalter 3">
            <a:extLst>
              <a:ext uri="{FF2B5EF4-FFF2-40B4-BE49-F238E27FC236}">
                <a16:creationId xmlns:a16="http://schemas.microsoft.com/office/drawing/2014/main" id="{FF3B8926-83F2-BF16-EDAD-CFB83CF37F8C}"/>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5" name="Foliennummernplatzhalter 4">
            <a:extLst>
              <a:ext uri="{FF2B5EF4-FFF2-40B4-BE49-F238E27FC236}">
                <a16:creationId xmlns:a16="http://schemas.microsoft.com/office/drawing/2014/main" id="{D00DB5E4-DB54-4A9D-092A-F6EB2A74CA3A}"/>
              </a:ext>
            </a:extLst>
          </p:cNvPr>
          <p:cNvSpPr>
            <a:spLocks noGrp="1"/>
          </p:cNvSpPr>
          <p:nvPr>
            <p:ph type="sldNum" sz="quarter" idx="12"/>
          </p:nvPr>
        </p:nvSpPr>
        <p:spPr/>
        <p:txBody>
          <a:bodyPr/>
          <a:lstStyle/>
          <a:p>
            <a:fld id="{442AD375-037F-43D0-B059-5172DA06796A}" type="slidenum">
              <a:rPr lang="de-CH" smtClean="0"/>
              <a:pPr/>
              <a:t>46</a:t>
            </a:fld>
            <a:endParaRPr lang="de-CH" dirty="0"/>
          </a:p>
        </p:txBody>
      </p:sp>
      <p:sp>
        <p:nvSpPr>
          <p:cNvPr id="9" name="Untertitel 8">
            <a:extLst>
              <a:ext uri="{FF2B5EF4-FFF2-40B4-BE49-F238E27FC236}">
                <a16:creationId xmlns:a16="http://schemas.microsoft.com/office/drawing/2014/main" id="{552AAB8D-61E4-F9E6-3BCE-EAA9409CE7BE}"/>
              </a:ext>
            </a:extLst>
          </p:cNvPr>
          <p:cNvSpPr>
            <a:spLocks noGrp="1"/>
          </p:cNvSpPr>
          <p:nvPr>
            <p:ph type="subTitle" idx="1"/>
          </p:nvPr>
        </p:nvSpPr>
        <p:spPr/>
        <p:txBody>
          <a:bodyPr/>
          <a:lstStyle/>
          <a:p>
            <a:r>
              <a:rPr lang="de-CH" dirty="0"/>
              <a:t>Beispielfolie</a:t>
            </a:r>
            <a:br>
              <a:rPr lang="de-CH" dirty="0"/>
            </a:br>
            <a:r>
              <a:rPr lang="de-CH" dirty="0"/>
              <a:t>«Zwischentitel Gelb»</a:t>
            </a:r>
          </a:p>
        </p:txBody>
      </p:sp>
    </p:spTree>
    <p:extLst>
      <p:ext uri="{BB962C8B-B14F-4D97-AF65-F5344CB8AC3E}">
        <p14:creationId xmlns:p14="http://schemas.microsoft.com/office/powerpoint/2010/main" val="27353420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20E3145-436B-D8A3-D7A1-1E9A39A54FA5}"/>
              </a:ext>
            </a:extLst>
          </p:cNvPr>
          <p:cNvSpPr>
            <a:spLocks noGrp="1"/>
          </p:cNvSpPr>
          <p:nvPr>
            <p:ph type="ctrTitle"/>
          </p:nvPr>
        </p:nvSpPr>
        <p:spPr/>
        <p:txBody>
          <a:bodyPr/>
          <a:lstStyle/>
          <a:p>
            <a:r>
              <a:rPr lang="de-CH" dirty="0"/>
              <a:t>0000</a:t>
            </a:r>
          </a:p>
        </p:txBody>
      </p:sp>
      <p:sp>
        <p:nvSpPr>
          <p:cNvPr id="3" name="Datumsplatzhalter 2">
            <a:extLst>
              <a:ext uri="{FF2B5EF4-FFF2-40B4-BE49-F238E27FC236}">
                <a16:creationId xmlns:a16="http://schemas.microsoft.com/office/drawing/2014/main" id="{0DC9DC10-70DE-E257-3111-C8CC4272E042}"/>
              </a:ext>
            </a:extLst>
          </p:cNvPr>
          <p:cNvSpPr>
            <a:spLocks noGrp="1"/>
          </p:cNvSpPr>
          <p:nvPr>
            <p:ph type="dt" sz="half" idx="10"/>
          </p:nvPr>
        </p:nvSpPr>
        <p:spPr/>
        <p:txBody>
          <a:bodyPr/>
          <a:lstStyle/>
          <a:p>
            <a:fld id="{F39A01DE-4216-4F93-94FD-CF5DC2C4F660}" type="datetime4">
              <a:rPr lang="de-CH" smtClean="0"/>
              <a:t>8. Februar 2026</a:t>
            </a:fld>
            <a:endParaRPr lang="de-CH" dirty="0"/>
          </a:p>
        </p:txBody>
      </p:sp>
      <p:sp>
        <p:nvSpPr>
          <p:cNvPr id="4" name="Fußzeilenplatzhalter 3">
            <a:extLst>
              <a:ext uri="{FF2B5EF4-FFF2-40B4-BE49-F238E27FC236}">
                <a16:creationId xmlns:a16="http://schemas.microsoft.com/office/drawing/2014/main" id="{ADA04479-CC73-75FA-EBEC-67CC5ACB285E}"/>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5" name="Foliennummernplatzhalter 4">
            <a:extLst>
              <a:ext uri="{FF2B5EF4-FFF2-40B4-BE49-F238E27FC236}">
                <a16:creationId xmlns:a16="http://schemas.microsoft.com/office/drawing/2014/main" id="{109D1007-2D79-00F6-E835-BBACFE287404}"/>
              </a:ext>
            </a:extLst>
          </p:cNvPr>
          <p:cNvSpPr>
            <a:spLocks noGrp="1"/>
          </p:cNvSpPr>
          <p:nvPr>
            <p:ph type="sldNum" sz="quarter" idx="12"/>
          </p:nvPr>
        </p:nvSpPr>
        <p:spPr/>
        <p:txBody>
          <a:bodyPr/>
          <a:lstStyle/>
          <a:p>
            <a:fld id="{442AD375-037F-43D0-B059-5172DA06796A}" type="slidenum">
              <a:rPr lang="de-CH" smtClean="0"/>
              <a:pPr/>
              <a:t>47</a:t>
            </a:fld>
            <a:endParaRPr lang="de-CH" dirty="0"/>
          </a:p>
        </p:txBody>
      </p:sp>
      <p:sp>
        <p:nvSpPr>
          <p:cNvPr id="6" name="Inhaltsplatzhalter 5">
            <a:extLst>
              <a:ext uri="{FF2B5EF4-FFF2-40B4-BE49-F238E27FC236}">
                <a16:creationId xmlns:a16="http://schemas.microsoft.com/office/drawing/2014/main" id="{2AD5DCC2-278E-61AC-34FE-F4A0646EFE77}"/>
              </a:ext>
            </a:extLst>
          </p:cNvPr>
          <p:cNvSpPr>
            <a:spLocks noGrp="1"/>
          </p:cNvSpPr>
          <p:nvPr>
            <p:ph sz="half" idx="2"/>
          </p:nvPr>
        </p:nvSpPr>
        <p:spPr/>
        <p:txBody>
          <a:bodyPr/>
          <a:lstStyle/>
          <a:p>
            <a:r>
              <a:rPr lang="de-CH" b="1" dirty="0"/>
              <a:t>Untertitel</a:t>
            </a:r>
          </a:p>
          <a:p>
            <a:r>
              <a:rPr lang="de-CH" dirty="0"/>
              <a:t>Ost </a:t>
            </a:r>
            <a:r>
              <a:rPr lang="de-CH" dirty="0" err="1"/>
              <a:t>eici</a:t>
            </a:r>
            <a:r>
              <a:rPr lang="de-CH" dirty="0"/>
              <a:t> </a:t>
            </a:r>
            <a:r>
              <a:rPr lang="de-CH" dirty="0" err="1"/>
              <a:t>dis</a:t>
            </a:r>
            <a:r>
              <a:rPr lang="de-CH" dirty="0"/>
              <a:t> </a:t>
            </a:r>
            <a:r>
              <a:rPr lang="de-CH" dirty="0" err="1"/>
              <a:t>iur</a:t>
            </a:r>
            <a:r>
              <a:rPr lang="de-CH" dirty="0"/>
              <a:t>, </a:t>
            </a:r>
            <a:r>
              <a:rPr lang="de-CH" dirty="0" err="1"/>
              <a:t>eic</a:t>
            </a:r>
            <a:r>
              <a:rPr lang="de-CH" dirty="0"/>
              <a:t> </a:t>
            </a:r>
            <a:r>
              <a:rPr lang="de-CH" dirty="0" err="1"/>
              <a:t>to</a:t>
            </a:r>
            <a:r>
              <a:rPr lang="de-CH" dirty="0"/>
              <a:t> in </a:t>
            </a:r>
            <a:r>
              <a:rPr lang="de-CH" dirty="0" err="1"/>
              <a:t>eicieni</a:t>
            </a:r>
            <a:r>
              <a:rPr lang="de-CH" dirty="0"/>
              <a:t> </a:t>
            </a:r>
            <a:r>
              <a:rPr lang="de-CH" dirty="0" err="1"/>
              <a:t>endicia</a:t>
            </a:r>
            <a:r>
              <a:rPr lang="de-CH" dirty="0"/>
              <a:t> </a:t>
            </a:r>
            <a:r>
              <a:rPr lang="de-CH" dirty="0" err="1"/>
              <a:t>sium</a:t>
            </a:r>
            <a:r>
              <a:rPr lang="de-CH" dirty="0"/>
              <a:t> quas </a:t>
            </a:r>
          </a:p>
          <a:p>
            <a:r>
              <a:rPr lang="de-CH" dirty="0" err="1"/>
              <a:t>aut</a:t>
            </a:r>
            <a:r>
              <a:rPr lang="de-CH" dirty="0"/>
              <a:t> </a:t>
            </a:r>
            <a:r>
              <a:rPr lang="de-CH" dirty="0" err="1"/>
              <a:t>verum</a:t>
            </a:r>
            <a:r>
              <a:rPr lang="de-CH" dirty="0"/>
              <a:t> </a:t>
            </a:r>
            <a:r>
              <a:rPr lang="de-CH" dirty="0" err="1"/>
              <a:t>alis</a:t>
            </a:r>
            <a:r>
              <a:rPr lang="de-CH" dirty="0"/>
              <a:t> </a:t>
            </a:r>
            <a:r>
              <a:rPr lang="de-CH" dirty="0" err="1"/>
              <a:t>cores</a:t>
            </a:r>
            <a:r>
              <a:rPr lang="de-CH" dirty="0"/>
              <a:t> am </a:t>
            </a:r>
            <a:r>
              <a:rPr lang="de-CH" dirty="0" err="1"/>
              <a:t>quiderfere</a:t>
            </a:r>
            <a:r>
              <a:rPr lang="de-CH" dirty="0"/>
              <a:t>, </a:t>
            </a:r>
            <a:r>
              <a:rPr lang="de-CH" dirty="0" err="1"/>
              <a:t>cus</a:t>
            </a:r>
            <a:r>
              <a:rPr lang="de-CH" dirty="0"/>
              <a:t>, si dem </a:t>
            </a:r>
            <a:r>
              <a:rPr lang="de-CH" dirty="0" err="1"/>
              <a:t>eris</a:t>
            </a:r>
            <a:r>
              <a:rPr lang="de-CH" dirty="0"/>
              <a:t> </a:t>
            </a:r>
            <a:r>
              <a:rPr lang="de-CH" dirty="0" err="1"/>
              <a:t>rem</a:t>
            </a:r>
            <a:r>
              <a:rPr lang="de-CH" dirty="0"/>
              <a:t> </a:t>
            </a:r>
            <a:r>
              <a:rPr lang="de-CH" dirty="0" err="1"/>
              <a:t>nonsent</a:t>
            </a:r>
            <a:r>
              <a:rPr lang="de-CH" dirty="0"/>
              <a:t> </a:t>
            </a:r>
            <a:r>
              <a:rPr lang="de-CH" dirty="0" err="1"/>
              <a:t>fugitatem</a:t>
            </a:r>
            <a:r>
              <a:rPr lang="de-CH" dirty="0"/>
              <a:t> </a:t>
            </a:r>
            <a:r>
              <a:rPr lang="de-CH" dirty="0" err="1"/>
              <a:t>iurione</a:t>
            </a:r>
            <a:r>
              <a:rPr lang="de-CH" dirty="0"/>
              <a:t> </a:t>
            </a:r>
            <a:r>
              <a:rPr lang="de-CH" dirty="0" err="1"/>
              <a:t>mposin</a:t>
            </a:r>
            <a:r>
              <a:rPr lang="de-CH" dirty="0"/>
              <a:t> </a:t>
            </a:r>
            <a:r>
              <a:rPr lang="de-CH" dirty="0" err="1"/>
              <a:t>iasira</a:t>
            </a:r>
            <a:r>
              <a:rPr lang="de-CH" dirty="0"/>
              <a:t> </a:t>
            </a:r>
            <a:r>
              <a:rPr lang="de-CH" dirty="0" err="1"/>
              <a:t>ta</a:t>
            </a:r>
            <a:r>
              <a:rPr lang="de-CH" dirty="0"/>
              <a:t> </a:t>
            </a:r>
            <a:r>
              <a:rPr lang="de-CH" dirty="0" err="1"/>
              <a:t>por</a:t>
            </a:r>
            <a:r>
              <a:rPr lang="de-CH" dirty="0"/>
              <a:t> </a:t>
            </a:r>
            <a:r>
              <a:rPr lang="de-CH" dirty="0" err="1"/>
              <a:t>bla</a:t>
            </a:r>
            <a:r>
              <a:rPr lang="de-CH" dirty="0"/>
              <a:t> </a:t>
            </a:r>
            <a:r>
              <a:rPr lang="de-CH" dirty="0" err="1"/>
              <a:t>voluptur</a:t>
            </a:r>
            <a:r>
              <a:rPr lang="de-CH" dirty="0"/>
              <a:t> </a:t>
            </a:r>
            <a:r>
              <a:rPr lang="de-CH" dirty="0" err="1"/>
              <a:t>sim</a:t>
            </a:r>
            <a:r>
              <a:rPr lang="de-CH" dirty="0"/>
              <a:t> </a:t>
            </a:r>
            <a:r>
              <a:rPr lang="de-CH" dirty="0" err="1"/>
              <a:t>harupti</a:t>
            </a:r>
            <a:r>
              <a:rPr lang="de-CH" dirty="0"/>
              <a:t> </a:t>
            </a:r>
            <a:r>
              <a:rPr lang="de-CH" dirty="0" err="1"/>
              <a:t>nem</a:t>
            </a:r>
            <a:r>
              <a:rPr lang="de-CH" dirty="0"/>
              <a:t> </a:t>
            </a:r>
            <a:r>
              <a:rPr lang="de-CH" dirty="0" err="1"/>
              <a:t>idun</a:t>
            </a:r>
            <a:r>
              <a:rPr lang="de-CH" dirty="0"/>
              <a:t> </a:t>
            </a:r>
            <a:r>
              <a:rPr lang="de-CH" dirty="0" err="1"/>
              <a:t>tiuras</a:t>
            </a:r>
            <a:r>
              <a:rPr lang="de-CH" dirty="0"/>
              <a:t> </a:t>
            </a:r>
          </a:p>
          <a:p>
            <a:r>
              <a:rPr lang="de-CH" dirty="0" err="1"/>
              <a:t>siqui</a:t>
            </a:r>
            <a:r>
              <a:rPr lang="de-CH" dirty="0"/>
              <a:t> </a:t>
            </a:r>
            <a:r>
              <a:rPr lang="de-CH" dirty="0" err="1"/>
              <a:t>to</a:t>
            </a:r>
            <a:r>
              <a:rPr lang="de-CH" dirty="0"/>
              <a:t> </a:t>
            </a:r>
            <a:r>
              <a:rPr lang="de-CH" dirty="0" err="1"/>
              <a:t>blant</a:t>
            </a:r>
            <a:r>
              <a:rPr lang="de-CH" dirty="0"/>
              <a:t>. Magnis </a:t>
            </a:r>
            <a:r>
              <a:rPr lang="de-CH" dirty="0" err="1"/>
              <a:t>doluptation</a:t>
            </a:r>
            <a:r>
              <a:rPr lang="de-CH" dirty="0"/>
              <a:t> </a:t>
            </a:r>
            <a:r>
              <a:rPr lang="de-CH" dirty="0" err="1"/>
              <a:t>ratis</a:t>
            </a:r>
            <a:r>
              <a:rPr lang="de-CH" dirty="0"/>
              <a:t> </a:t>
            </a:r>
            <a:r>
              <a:rPr lang="de-CH" dirty="0" err="1"/>
              <a:t>saima</a:t>
            </a:r>
            <a:r>
              <a:rPr lang="de-CH" dirty="0"/>
              <a:t>, </a:t>
            </a:r>
            <a:r>
              <a:rPr lang="de-CH" dirty="0" err="1"/>
              <a:t>sit</a:t>
            </a:r>
            <a:r>
              <a:rPr lang="de-CH" dirty="0"/>
              <a:t> </a:t>
            </a:r>
            <a:r>
              <a:rPr lang="de-CH" dirty="0" err="1"/>
              <a:t>lordus</a:t>
            </a:r>
            <a:r>
              <a:rPr lang="de-CH" dirty="0"/>
              <a:t> </a:t>
            </a:r>
            <a:r>
              <a:rPr lang="de-CH" dirty="0" err="1"/>
              <a:t>consed</a:t>
            </a:r>
            <a:r>
              <a:rPr lang="de-CH" dirty="0"/>
              <a:t> </a:t>
            </a:r>
            <a:r>
              <a:rPr lang="de-CH" dirty="0" err="1"/>
              <a:t>quia</a:t>
            </a:r>
            <a:r>
              <a:rPr lang="de-CH" dirty="0"/>
              <a:t> </a:t>
            </a:r>
            <a:r>
              <a:rPr lang="de-CH" dirty="0" err="1"/>
              <a:t>solum</a:t>
            </a:r>
            <a:r>
              <a:rPr lang="de-CH" dirty="0"/>
              <a:t> et </a:t>
            </a:r>
            <a:r>
              <a:rPr lang="de-CH" dirty="0" err="1"/>
              <a:t>doluptio</a:t>
            </a:r>
            <a:r>
              <a:rPr lang="de-CH" dirty="0"/>
              <a:t>.</a:t>
            </a:r>
          </a:p>
        </p:txBody>
      </p:sp>
      <p:grpSp>
        <p:nvGrpSpPr>
          <p:cNvPr id="7" name="Gruppieren 6">
            <a:extLst>
              <a:ext uri="{FF2B5EF4-FFF2-40B4-BE49-F238E27FC236}">
                <a16:creationId xmlns:a16="http://schemas.microsoft.com/office/drawing/2014/main" id="{3DDB59CA-0495-78A9-5270-80C6E383C80B}"/>
              </a:ext>
            </a:extLst>
          </p:cNvPr>
          <p:cNvGrpSpPr/>
          <p:nvPr/>
        </p:nvGrpSpPr>
        <p:grpSpPr>
          <a:xfrm>
            <a:off x="1631504" y="872717"/>
            <a:ext cx="2801629" cy="1141202"/>
            <a:chOff x="8876815" y="3177172"/>
            <a:chExt cx="2801629" cy="1172800"/>
          </a:xfrm>
          <a:solidFill>
            <a:schemeClr val="accent6"/>
          </a:solidFill>
        </p:grpSpPr>
        <p:sp>
          <p:nvSpPr>
            <p:cNvPr id="8" name="Rechteck 7">
              <a:extLst>
                <a:ext uri="{FF2B5EF4-FFF2-40B4-BE49-F238E27FC236}">
                  <a16:creationId xmlns:a16="http://schemas.microsoft.com/office/drawing/2014/main" id="{C1A2C72C-B4FB-B79A-3D4F-81E5B5F0B196}"/>
                </a:ext>
              </a:extLst>
            </p:cNvPr>
            <p:cNvSpPr/>
            <p:nvPr/>
          </p:nvSpPr>
          <p:spPr>
            <a:xfrm>
              <a:off x="8876815" y="3177172"/>
              <a:ext cx="2801629" cy="8741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44000" rIns="72000" bIns="72000" rtlCol="0" anchor="t"/>
            <a:lstStyle/>
            <a:p>
              <a:pPr>
                <a:lnSpc>
                  <a:spcPct val="97000"/>
                </a:lnSpc>
              </a:pPr>
              <a:r>
                <a:rPr lang="de-CH" sz="1200" b="1" spc="30" dirty="0">
                  <a:solidFill>
                    <a:schemeClr val="tx1"/>
                  </a:solidFill>
                </a:rPr>
                <a:t>Hinweis</a:t>
              </a:r>
            </a:p>
            <a:p>
              <a:pPr>
                <a:lnSpc>
                  <a:spcPct val="97000"/>
                </a:lnSpc>
              </a:pPr>
              <a:r>
                <a:rPr lang="de-DE" sz="1200" spc="30" dirty="0">
                  <a:solidFill>
                    <a:schemeClr val="tx1"/>
                  </a:solidFill>
                </a:rPr>
                <a:t>Füge hier beispielsweise die Anzahl Mitarbeitender der Post ein</a:t>
              </a:r>
              <a:endParaRPr lang="de-CH" sz="1200" spc="30" dirty="0">
                <a:solidFill>
                  <a:schemeClr val="tx1"/>
                </a:solidFill>
              </a:endParaRPr>
            </a:p>
          </p:txBody>
        </p:sp>
        <p:sp>
          <p:nvSpPr>
            <p:cNvPr id="9" name="Rechtwinkliges Dreieck 8">
              <a:extLst>
                <a:ext uri="{FF2B5EF4-FFF2-40B4-BE49-F238E27FC236}">
                  <a16:creationId xmlns:a16="http://schemas.microsoft.com/office/drawing/2014/main" id="{5EE91244-F4D9-B60D-3257-A7035D028546}"/>
                </a:ext>
              </a:extLst>
            </p:cNvPr>
            <p:cNvSpPr/>
            <p:nvPr/>
          </p:nvSpPr>
          <p:spPr>
            <a:xfrm flipV="1">
              <a:off x="8876815" y="4034461"/>
              <a:ext cx="315529" cy="315511"/>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spTree>
    <p:extLst>
      <p:ext uri="{BB962C8B-B14F-4D97-AF65-F5344CB8AC3E}">
        <p14:creationId xmlns:p14="http://schemas.microsoft.com/office/powerpoint/2010/main" val="9009409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B55EBE1-86DD-D61C-1A97-18960E5E69A5}"/>
              </a:ext>
            </a:extLst>
          </p:cNvPr>
          <p:cNvSpPr>
            <a:spLocks noGrp="1"/>
          </p:cNvSpPr>
          <p:nvPr>
            <p:ph type="ctrTitle"/>
          </p:nvPr>
        </p:nvSpPr>
        <p:spPr/>
        <p:txBody>
          <a:bodyPr/>
          <a:lstStyle/>
          <a:p>
            <a:r>
              <a:rPr lang="de-CH" dirty="0"/>
              <a:t>0000</a:t>
            </a:r>
          </a:p>
        </p:txBody>
      </p:sp>
      <p:sp>
        <p:nvSpPr>
          <p:cNvPr id="3" name="Datumsplatzhalter 2">
            <a:extLst>
              <a:ext uri="{FF2B5EF4-FFF2-40B4-BE49-F238E27FC236}">
                <a16:creationId xmlns:a16="http://schemas.microsoft.com/office/drawing/2014/main" id="{6E4F4513-6414-864D-4B27-51ED39AFDE59}"/>
              </a:ext>
            </a:extLst>
          </p:cNvPr>
          <p:cNvSpPr>
            <a:spLocks noGrp="1"/>
          </p:cNvSpPr>
          <p:nvPr>
            <p:ph type="dt" sz="half" idx="10"/>
          </p:nvPr>
        </p:nvSpPr>
        <p:spPr/>
        <p:txBody>
          <a:bodyPr/>
          <a:lstStyle/>
          <a:p>
            <a:fld id="{1B585F95-3BF6-4A67-A455-15CF6C1E06AC}" type="datetime4">
              <a:rPr lang="de-CH" smtClean="0"/>
              <a:t>8. Februar 2026</a:t>
            </a:fld>
            <a:endParaRPr lang="de-CH" dirty="0"/>
          </a:p>
        </p:txBody>
      </p:sp>
      <p:sp>
        <p:nvSpPr>
          <p:cNvPr id="4" name="Fußzeilenplatzhalter 3">
            <a:extLst>
              <a:ext uri="{FF2B5EF4-FFF2-40B4-BE49-F238E27FC236}">
                <a16:creationId xmlns:a16="http://schemas.microsoft.com/office/drawing/2014/main" id="{20B3E3CE-F89E-0369-395A-4DA4AC45ED42}"/>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5" name="Foliennummernplatzhalter 4">
            <a:extLst>
              <a:ext uri="{FF2B5EF4-FFF2-40B4-BE49-F238E27FC236}">
                <a16:creationId xmlns:a16="http://schemas.microsoft.com/office/drawing/2014/main" id="{D4774ADA-FE4C-F0EC-73BB-0C4E01CC1F31}"/>
              </a:ext>
            </a:extLst>
          </p:cNvPr>
          <p:cNvSpPr>
            <a:spLocks noGrp="1"/>
          </p:cNvSpPr>
          <p:nvPr>
            <p:ph type="sldNum" sz="quarter" idx="12"/>
          </p:nvPr>
        </p:nvSpPr>
        <p:spPr/>
        <p:txBody>
          <a:bodyPr/>
          <a:lstStyle/>
          <a:p>
            <a:fld id="{442AD375-037F-43D0-B059-5172DA06796A}" type="slidenum">
              <a:rPr lang="de-CH" smtClean="0"/>
              <a:pPr/>
              <a:t>48</a:t>
            </a:fld>
            <a:endParaRPr lang="de-CH" dirty="0"/>
          </a:p>
        </p:txBody>
      </p:sp>
      <p:sp>
        <p:nvSpPr>
          <p:cNvPr id="6" name="Inhaltsplatzhalter 5">
            <a:extLst>
              <a:ext uri="{FF2B5EF4-FFF2-40B4-BE49-F238E27FC236}">
                <a16:creationId xmlns:a16="http://schemas.microsoft.com/office/drawing/2014/main" id="{238F7F45-D7B8-DA9E-E90C-DC83022FB702}"/>
              </a:ext>
            </a:extLst>
          </p:cNvPr>
          <p:cNvSpPr>
            <a:spLocks noGrp="1"/>
          </p:cNvSpPr>
          <p:nvPr>
            <p:ph sz="half" idx="2"/>
          </p:nvPr>
        </p:nvSpPr>
        <p:spPr/>
        <p:txBody>
          <a:bodyPr/>
          <a:lstStyle/>
          <a:p>
            <a:r>
              <a:rPr lang="de-CH" b="1" dirty="0"/>
              <a:t>Untertitel</a:t>
            </a:r>
          </a:p>
          <a:p>
            <a:r>
              <a:rPr lang="de-CH" dirty="0"/>
              <a:t>Ost </a:t>
            </a:r>
            <a:r>
              <a:rPr lang="de-CH" dirty="0" err="1"/>
              <a:t>eici</a:t>
            </a:r>
            <a:r>
              <a:rPr lang="de-CH" dirty="0"/>
              <a:t> </a:t>
            </a:r>
            <a:r>
              <a:rPr lang="de-CH" dirty="0" err="1"/>
              <a:t>dis</a:t>
            </a:r>
            <a:r>
              <a:rPr lang="de-CH" dirty="0"/>
              <a:t> </a:t>
            </a:r>
            <a:r>
              <a:rPr lang="de-CH" dirty="0" err="1"/>
              <a:t>iur</a:t>
            </a:r>
            <a:r>
              <a:rPr lang="de-CH" dirty="0"/>
              <a:t>, </a:t>
            </a:r>
            <a:r>
              <a:rPr lang="de-CH" dirty="0" err="1"/>
              <a:t>eic</a:t>
            </a:r>
            <a:r>
              <a:rPr lang="de-CH" dirty="0"/>
              <a:t> </a:t>
            </a:r>
            <a:r>
              <a:rPr lang="de-CH" dirty="0" err="1"/>
              <a:t>to</a:t>
            </a:r>
            <a:r>
              <a:rPr lang="de-CH" dirty="0"/>
              <a:t> in </a:t>
            </a:r>
            <a:r>
              <a:rPr lang="de-CH" dirty="0" err="1"/>
              <a:t>eiciem</a:t>
            </a:r>
            <a:r>
              <a:rPr lang="de-CH" dirty="0"/>
              <a:t> </a:t>
            </a:r>
            <a:r>
              <a:rPr lang="de-CH" dirty="0" err="1"/>
              <a:t>endicia</a:t>
            </a:r>
            <a:r>
              <a:rPr lang="de-CH" dirty="0"/>
              <a:t> </a:t>
            </a:r>
            <a:r>
              <a:rPr lang="de-CH" dirty="0" err="1"/>
              <a:t>sium</a:t>
            </a:r>
            <a:r>
              <a:rPr lang="de-CH" dirty="0"/>
              <a:t> quas </a:t>
            </a:r>
            <a:r>
              <a:rPr lang="de-CH" dirty="0" err="1"/>
              <a:t>aut</a:t>
            </a:r>
            <a:r>
              <a:rPr lang="de-CH" dirty="0"/>
              <a:t> </a:t>
            </a:r>
            <a:r>
              <a:rPr lang="de-CH" dirty="0" err="1"/>
              <a:t>verum</a:t>
            </a:r>
            <a:r>
              <a:rPr lang="de-CH" dirty="0"/>
              <a:t> </a:t>
            </a:r>
            <a:r>
              <a:rPr lang="de-CH" dirty="0" err="1"/>
              <a:t>alis</a:t>
            </a:r>
            <a:r>
              <a:rPr lang="de-CH" dirty="0"/>
              <a:t> </a:t>
            </a:r>
            <a:r>
              <a:rPr lang="de-CH" dirty="0" err="1"/>
              <a:t>cores</a:t>
            </a:r>
            <a:r>
              <a:rPr lang="de-CH" dirty="0"/>
              <a:t> am </a:t>
            </a:r>
            <a:r>
              <a:rPr lang="de-CH" dirty="0" err="1"/>
              <a:t>quiderfere</a:t>
            </a:r>
            <a:r>
              <a:rPr lang="de-CH" dirty="0"/>
              <a:t>, </a:t>
            </a:r>
            <a:r>
              <a:rPr lang="de-CH" dirty="0" err="1"/>
              <a:t>cus</a:t>
            </a:r>
            <a:r>
              <a:rPr lang="de-CH" dirty="0"/>
              <a:t> </a:t>
            </a:r>
            <a:r>
              <a:rPr lang="de-CH" dirty="0" err="1"/>
              <a:t>sidem</a:t>
            </a:r>
            <a:r>
              <a:rPr lang="de-CH" dirty="0"/>
              <a:t> </a:t>
            </a:r>
            <a:r>
              <a:rPr lang="de-CH" dirty="0" err="1"/>
              <a:t>eris</a:t>
            </a:r>
            <a:r>
              <a:rPr lang="de-CH" dirty="0"/>
              <a:t> </a:t>
            </a:r>
            <a:r>
              <a:rPr lang="de-CH" dirty="0" err="1"/>
              <a:t>rem</a:t>
            </a:r>
            <a:r>
              <a:rPr lang="de-CH" dirty="0"/>
              <a:t> </a:t>
            </a:r>
            <a:r>
              <a:rPr lang="de-CH" dirty="0" err="1"/>
              <a:t>nonsent</a:t>
            </a:r>
            <a:r>
              <a:rPr lang="de-CH" dirty="0"/>
              <a:t> </a:t>
            </a:r>
            <a:r>
              <a:rPr lang="de-CH" dirty="0" err="1"/>
              <a:t>fugita</a:t>
            </a:r>
            <a:r>
              <a:rPr lang="de-CH" dirty="0"/>
              <a:t> </a:t>
            </a:r>
            <a:r>
              <a:rPr lang="de-CH" dirty="0" err="1"/>
              <a:t>tem</a:t>
            </a:r>
            <a:r>
              <a:rPr lang="de-CH" dirty="0"/>
              <a:t> </a:t>
            </a:r>
            <a:r>
              <a:rPr lang="de-CH" dirty="0" err="1"/>
              <a:t>iuri</a:t>
            </a:r>
            <a:r>
              <a:rPr lang="de-CH" dirty="0"/>
              <a:t> </a:t>
            </a:r>
            <a:r>
              <a:rPr lang="de-CH" dirty="0" err="1"/>
              <a:t>mposin</a:t>
            </a:r>
            <a:r>
              <a:rPr lang="de-CH" dirty="0"/>
              <a:t> </a:t>
            </a:r>
            <a:r>
              <a:rPr lang="de-CH" dirty="0" err="1"/>
              <a:t>iasira</a:t>
            </a:r>
            <a:r>
              <a:rPr lang="de-CH" dirty="0"/>
              <a:t> </a:t>
            </a:r>
            <a:r>
              <a:rPr lang="de-CH" dirty="0" err="1"/>
              <a:t>ta</a:t>
            </a:r>
            <a:r>
              <a:rPr lang="de-CH" dirty="0"/>
              <a:t> </a:t>
            </a:r>
            <a:r>
              <a:rPr lang="de-CH" dirty="0" err="1"/>
              <a:t>por</a:t>
            </a:r>
            <a:r>
              <a:rPr lang="de-CH" dirty="0"/>
              <a:t> </a:t>
            </a:r>
            <a:r>
              <a:rPr lang="de-CH" dirty="0" err="1"/>
              <a:t>bla</a:t>
            </a:r>
            <a:r>
              <a:rPr lang="de-CH" dirty="0"/>
              <a:t> </a:t>
            </a:r>
            <a:r>
              <a:rPr lang="de-CH" dirty="0" err="1"/>
              <a:t>voluptur</a:t>
            </a:r>
            <a:r>
              <a:rPr lang="de-CH" dirty="0"/>
              <a:t> </a:t>
            </a:r>
            <a:r>
              <a:rPr lang="de-CH" dirty="0" err="1"/>
              <a:t>sim</a:t>
            </a:r>
            <a:r>
              <a:rPr lang="de-CH" dirty="0"/>
              <a:t> </a:t>
            </a:r>
            <a:r>
              <a:rPr lang="de-CH" dirty="0" err="1"/>
              <a:t>harupti</a:t>
            </a:r>
            <a:r>
              <a:rPr lang="de-CH" dirty="0"/>
              <a:t> </a:t>
            </a:r>
            <a:r>
              <a:rPr lang="de-CH" dirty="0" err="1"/>
              <a:t>nem</a:t>
            </a:r>
            <a:r>
              <a:rPr lang="de-CH" dirty="0"/>
              <a:t> </a:t>
            </a:r>
            <a:r>
              <a:rPr lang="de-CH" dirty="0" err="1"/>
              <a:t>idun</a:t>
            </a:r>
            <a:r>
              <a:rPr lang="de-CH" dirty="0"/>
              <a:t> </a:t>
            </a:r>
            <a:r>
              <a:rPr lang="de-CH" dirty="0" err="1"/>
              <a:t>tiuras</a:t>
            </a:r>
            <a:r>
              <a:rPr lang="de-CH" dirty="0"/>
              <a:t> </a:t>
            </a:r>
            <a:r>
              <a:rPr lang="de-CH" dirty="0" err="1"/>
              <a:t>sia</a:t>
            </a:r>
            <a:r>
              <a:rPr lang="de-CH" dirty="0"/>
              <a:t> </a:t>
            </a:r>
            <a:r>
              <a:rPr lang="de-CH" dirty="0" err="1"/>
              <a:t>to</a:t>
            </a:r>
            <a:r>
              <a:rPr lang="de-CH" dirty="0"/>
              <a:t> </a:t>
            </a:r>
            <a:r>
              <a:rPr lang="de-CH" dirty="0" err="1"/>
              <a:t>blant</a:t>
            </a:r>
            <a:r>
              <a:rPr lang="de-CH" dirty="0"/>
              <a:t>. Magnis </a:t>
            </a:r>
            <a:r>
              <a:rPr lang="de-CH" dirty="0" err="1"/>
              <a:t>dolup</a:t>
            </a:r>
            <a:r>
              <a:rPr lang="de-CH" dirty="0"/>
              <a:t> </a:t>
            </a:r>
            <a:r>
              <a:rPr lang="de-CH" dirty="0" err="1"/>
              <a:t>tationesa</a:t>
            </a:r>
            <a:r>
              <a:rPr lang="de-CH" dirty="0"/>
              <a:t> </a:t>
            </a:r>
            <a:r>
              <a:rPr lang="de-CH" dirty="0" err="1"/>
              <a:t>ratis</a:t>
            </a:r>
            <a:r>
              <a:rPr lang="de-CH" dirty="0"/>
              <a:t> </a:t>
            </a:r>
            <a:r>
              <a:rPr lang="de-CH" dirty="0" err="1"/>
              <a:t>saima</a:t>
            </a:r>
            <a:r>
              <a:rPr lang="de-CH" dirty="0"/>
              <a:t>, </a:t>
            </a:r>
            <a:r>
              <a:rPr lang="de-CH" dirty="0" err="1"/>
              <a:t>sit</a:t>
            </a:r>
            <a:r>
              <a:rPr lang="de-CH" dirty="0"/>
              <a:t> </a:t>
            </a:r>
            <a:r>
              <a:rPr lang="de-CH" dirty="0" err="1"/>
              <a:t>lordus</a:t>
            </a:r>
            <a:r>
              <a:rPr lang="de-CH" dirty="0"/>
              <a:t> </a:t>
            </a:r>
            <a:r>
              <a:rPr lang="de-CH" dirty="0" err="1"/>
              <a:t>conseduia</a:t>
            </a:r>
            <a:r>
              <a:rPr lang="de-CH" dirty="0"/>
              <a:t> </a:t>
            </a:r>
            <a:r>
              <a:rPr lang="de-CH" dirty="0" err="1"/>
              <a:t>solum</a:t>
            </a:r>
            <a:r>
              <a:rPr lang="de-CH" dirty="0"/>
              <a:t> et </a:t>
            </a:r>
            <a:r>
              <a:rPr lang="de-CH" dirty="0" err="1"/>
              <a:t>doluptio</a:t>
            </a:r>
            <a:r>
              <a:rPr lang="de-CH" dirty="0"/>
              <a:t>.</a:t>
            </a:r>
          </a:p>
        </p:txBody>
      </p:sp>
      <p:grpSp>
        <p:nvGrpSpPr>
          <p:cNvPr id="7" name="Gruppieren 6">
            <a:extLst>
              <a:ext uri="{FF2B5EF4-FFF2-40B4-BE49-F238E27FC236}">
                <a16:creationId xmlns:a16="http://schemas.microsoft.com/office/drawing/2014/main" id="{5ACFDF70-98B1-E86D-00DE-D68284A2AEF8}"/>
              </a:ext>
            </a:extLst>
          </p:cNvPr>
          <p:cNvGrpSpPr/>
          <p:nvPr/>
        </p:nvGrpSpPr>
        <p:grpSpPr>
          <a:xfrm>
            <a:off x="2855640" y="872717"/>
            <a:ext cx="2801629" cy="1141202"/>
            <a:chOff x="8876815" y="3177172"/>
            <a:chExt cx="2801629" cy="1172800"/>
          </a:xfrm>
          <a:solidFill>
            <a:schemeClr val="accent6"/>
          </a:solidFill>
        </p:grpSpPr>
        <p:sp>
          <p:nvSpPr>
            <p:cNvPr id="8" name="Rechteck 7">
              <a:extLst>
                <a:ext uri="{FF2B5EF4-FFF2-40B4-BE49-F238E27FC236}">
                  <a16:creationId xmlns:a16="http://schemas.microsoft.com/office/drawing/2014/main" id="{49E207DA-9A62-EBF3-5657-D7B514D72C6B}"/>
                </a:ext>
              </a:extLst>
            </p:cNvPr>
            <p:cNvSpPr/>
            <p:nvPr/>
          </p:nvSpPr>
          <p:spPr>
            <a:xfrm>
              <a:off x="8876815" y="3177172"/>
              <a:ext cx="2801629" cy="8741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44000" rIns="72000" bIns="72000" rtlCol="0" anchor="t"/>
            <a:lstStyle/>
            <a:p>
              <a:pPr>
                <a:lnSpc>
                  <a:spcPct val="97000"/>
                </a:lnSpc>
              </a:pPr>
              <a:r>
                <a:rPr lang="de-CH" sz="1200" b="1" spc="30" dirty="0">
                  <a:solidFill>
                    <a:schemeClr val="tx1"/>
                  </a:solidFill>
                </a:rPr>
                <a:t>Hinweis</a:t>
              </a:r>
            </a:p>
            <a:p>
              <a:pPr>
                <a:lnSpc>
                  <a:spcPct val="97000"/>
                </a:lnSpc>
              </a:pPr>
              <a:r>
                <a:rPr lang="de-DE" sz="1200" spc="30" dirty="0">
                  <a:solidFill>
                    <a:schemeClr val="tx1"/>
                  </a:solidFill>
                </a:rPr>
                <a:t>Füge hier beispielsweise die Anzahl Mitarbeitender der Post ein</a:t>
              </a:r>
              <a:endParaRPr lang="de-CH" sz="1200" spc="30" dirty="0">
                <a:solidFill>
                  <a:schemeClr val="tx1"/>
                </a:solidFill>
              </a:endParaRPr>
            </a:p>
          </p:txBody>
        </p:sp>
        <p:sp>
          <p:nvSpPr>
            <p:cNvPr id="9" name="Rechtwinkliges Dreieck 8">
              <a:extLst>
                <a:ext uri="{FF2B5EF4-FFF2-40B4-BE49-F238E27FC236}">
                  <a16:creationId xmlns:a16="http://schemas.microsoft.com/office/drawing/2014/main" id="{A449B1BF-B87F-7ACF-7811-5FC89822359A}"/>
                </a:ext>
              </a:extLst>
            </p:cNvPr>
            <p:cNvSpPr/>
            <p:nvPr/>
          </p:nvSpPr>
          <p:spPr>
            <a:xfrm flipV="1">
              <a:off x="8876815" y="4034461"/>
              <a:ext cx="315529" cy="315511"/>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spTree>
    <p:extLst>
      <p:ext uri="{BB962C8B-B14F-4D97-AF65-F5344CB8AC3E}">
        <p14:creationId xmlns:p14="http://schemas.microsoft.com/office/powerpoint/2010/main" val="36232711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Bildplatzhalter 7">
            <a:extLst>
              <a:ext uri="{FF2B5EF4-FFF2-40B4-BE49-F238E27FC236}">
                <a16:creationId xmlns:a16="http://schemas.microsoft.com/office/drawing/2014/main" id="{9C649558-1105-29ED-EC34-F5DED8FC6D23}"/>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6" b="6"/>
          <a:stretch/>
        </p:blipFill>
        <p:spPr/>
      </p:pic>
      <p:sp>
        <p:nvSpPr>
          <p:cNvPr id="4" name="Datumsplatzhalter 3">
            <a:extLst>
              <a:ext uri="{FF2B5EF4-FFF2-40B4-BE49-F238E27FC236}">
                <a16:creationId xmlns:a16="http://schemas.microsoft.com/office/drawing/2014/main" id="{224DEB56-6BB4-8059-42E8-6BE257CEAD08}"/>
              </a:ext>
            </a:extLst>
          </p:cNvPr>
          <p:cNvSpPr>
            <a:spLocks noGrp="1"/>
          </p:cNvSpPr>
          <p:nvPr>
            <p:ph type="dt" sz="half" idx="10"/>
          </p:nvPr>
        </p:nvSpPr>
        <p:spPr/>
        <p:txBody>
          <a:bodyPr/>
          <a:lstStyle/>
          <a:p>
            <a:fld id="{0D49CFCF-EC01-477C-AA6B-502D940004FD}" type="datetime4">
              <a:rPr lang="de-CH" smtClean="0">
                <a:solidFill>
                  <a:schemeClr val="bg1"/>
                </a:solidFill>
              </a:rPr>
              <a:t>8. Februar 2026</a:t>
            </a:fld>
            <a:endParaRPr lang="de-CH" dirty="0">
              <a:solidFill>
                <a:schemeClr val="bg1"/>
              </a:solidFill>
            </a:endParaRPr>
          </a:p>
        </p:txBody>
      </p:sp>
      <p:sp>
        <p:nvSpPr>
          <p:cNvPr id="5" name="Fußzeilenplatzhalter 4">
            <a:extLst>
              <a:ext uri="{FF2B5EF4-FFF2-40B4-BE49-F238E27FC236}">
                <a16:creationId xmlns:a16="http://schemas.microsoft.com/office/drawing/2014/main" id="{1B79242B-B1F0-CBF1-3511-F7B03A20BB10}"/>
              </a:ext>
            </a:extLst>
          </p:cNvPr>
          <p:cNvSpPr>
            <a:spLocks noGrp="1"/>
          </p:cNvSpPr>
          <p:nvPr>
            <p:ph type="ftr" sz="quarter" idx="11"/>
          </p:nvPr>
        </p:nvSpPr>
        <p:spPr/>
        <p:txBody>
          <a:bodyPr/>
          <a:lstStyle/>
          <a:p>
            <a:r>
              <a:rPr lang="de-DE">
                <a:solidFill>
                  <a:schemeClr val="bg1"/>
                </a:solidFill>
              </a:rPr>
              <a:t>Die Schweizerische Post – Titel der Präsentation – Vorname Name – C1 Öffentlich | C2 Intern | C3 Eingeschränkt | C4 Vertraulich (Fusszeile ändern über «Einfügen &gt; Kopf- und Fusszeile»)</a:t>
            </a:r>
            <a:endParaRPr lang="de-CH" dirty="0">
              <a:solidFill>
                <a:schemeClr val="bg1"/>
              </a:solidFill>
            </a:endParaRPr>
          </a:p>
        </p:txBody>
      </p:sp>
      <p:sp>
        <p:nvSpPr>
          <p:cNvPr id="6" name="Foliennummernplatzhalter 5">
            <a:extLst>
              <a:ext uri="{FF2B5EF4-FFF2-40B4-BE49-F238E27FC236}">
                <a16:creationId xmlns:a16="http://schemas.microsoft.com/office/drawing/2014/main" id="{B7B0667D-A930-8C35-ED6D-349B66A258E1}"/>
              </a:ext>
            </a:extLst>
          </p:cNvPr>
          <p:cNvSpPr>
            <a:spLocks noGrp="1"/>
          </p:cNvSpPr>
          <p:nvPr>
            <p:ph type="sldNum" sz="quarter" idx="12"/>
          </p:nvPr>
        </p:nvSpPr>
        <p:spPr/>
        <p:txBody>
          <a:bodyPr/>
          <a:lstStyle/>
          <a:p>
            <a:fld id="{442AD375-037F-43D0-B059-5172DA06796A}" type="slidenum">
              <a:rPr lang="de-CH" smtClean="0">
                <a:solidFill>
                  <a:schemeClr val="bg1"/>
                </a:solidFill>
              </a:rPr>
              <a:pPr/>
              <a:t>49</a:t>
            </a:fld>
            <a:endParaRPr lang="de-CH" dirty="0">
              <a:solidFill>
                <a:schemeClr val="bg1"/>
              </a:solidFill>
            </a:endParaRPr>
          </a:p>
        </p:txBody>
      </p:sp>
      <p:sp>
        <p:nvSpPr>
          <p:cNvPr id="16" name="Untertitel 15">
            <a:extLst>
              <a:ext uri="{FF2B5EF4-FFF2-40B4-BE49-F238E27FC236}">
                <a16:creationId xmlns:a16="http://schemas.microsoft.com/office/drawing/2014/main" id="{C851950A-65F1-1E93-B69F-F3C76DCBEC7A}"/>
              </a:ext>
            </a:extLst>
          </p:cNvPr>
          <p:cNvSpPr>
            <a:spLocks noGrp="1"/>
          </p:cNvSpPr>
          <p:nvPr>
            <p:ph type="subTitle" idx="1"/>
          </p:nvPr>
        </p:nvSpPr>
        <p:spPr/>
        <p:txBody>
          <a:bodyPr/>
          <a:lstStyle/>
          <a:p>
            <a:r>
              <a:rPr lang="de-CH" dirty="0"/>
              <a:t>Zwischenfolie</a:t>
            </a:r>
          </a:p>
        </p:txBody>
      </p:sp>
    </p:spTree>
    <p:extLst>
      <p:ext uri="{BB962C8B-B14F-4D97-AF65-F5344CB8AC3E}">
        <p14:creationId xmlns:p14="http://schemas.microsoft.com/office/powerpoint/2010/main" val="40142917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Bildplatzhalter 7">
            <a:extLst>
              <a:ext uri="{FF2B5EF4-FFF2-40B4-BE49-F238E27FC236}">
                <a16:creationId xmlns:a16="http://schemas.microsoft.com/office/drawing/2014/main" id="{9C649558-1105-29ED-EC34-F5DED8FC6D23}"/>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6" b="6"/>
          <a:stretch/>
        </p:blipFill>
        <p:spPr/>
      </p:pic>
      <p:sp>
        <p:nvSpPr>
          <p:cNvPr id="4" name="Datumsplatzhalter 3">
            <a:extLst>
              <a:ext uri="{FF2B5EF4-FFF2-40B4-BE49-F238E27FC236}">
                <a16:creationId xmlns:a16="http://schemas.microsoft.com/office/drawing/2014/main" id="{224DEB56-6BB4-8059-42E8-6BE257CEAD08}"/>
              </a:ext>
            </a:extLst>
          </p:cNvPr>
          <p:cNvSpPr>
            <a:spLocks noGrp="1"/>
          </p:cNvSpPr>
          <p:nvPr>
            <p:ph type="dt" sz="half" idx="10"/>
          </p:nvPr>
        </p:nvSpPr>
        <p:spPr/>
        <p:txBody>
          <a:bodyPr/>
          <a:lstStyle/>
          <a:p>
            <a:fld id="{E79DA7BF-6E9C-403D-8D89-2B9BA0F62678}" type="datetime4">
              <a:rPr lang="de-CH" smtClean="0">
                <a:solidFill>
                  <a:schemeClr val="bg1"/>
                </a:solidFill>
              </a:rPr>
              <a:t>8. Februar 2026</a:t>
            </a:fld>
            <a:endParaRPr lang="de-CH" dirty="0">
              <a:solidFill>
                <a:schemeClr val="bg1"/>
              </a:solidFill>
            </a:endParaRPr>
          </a:p>
        </p:txBody>
      </p:sp>
      <p:sp>
        <p:nvSpPr>
          <p:cNvPr id="5" name="Fußzeilenplatzhalter 4">
            <a:extLst>
              <a:ext uri="{FF2B5EF4-FFF2-40B4-BE49-F238E27FC236}">
                <a16:creationId xmlns:a16="http://schemas.microsoft.com/office/drawing/2014/main" id="{1B79242B-B1F0-CBF1-3511-F7B03A20BB10}"/>
              </a:ext>
            </a:extLst>
          </p:cNvPr>
          <p:cNvSpPr>
            <a:spLocks noGrp="1"/>
          </p:cNvSpPr>
          <p:nvPr>
            <p:ph type="ftr" sz="quarter" idx="11"/>
          </p:nvPr>
        </p:nvSpPr>
        <p:spPr/>
        <p:txBody>
          <a:bodyPr/>
          <a:lstStyle/>
          <a:p>
            <a:r>
              <a:rPr lang="de-DE">
                <a:solidFill>
                  <a:schemeClr val="bg1"/>
                </a:solidFill>
              </a:rPr>
              <a:t>Die Schweizerische Post – Titel der Präsentation – Vorname Name – C1 Öffentlich | C2 Intern | C3 Eingeschränkt | C4 Vertraulich (Fusszeile ändern über «Einfügen &gt; Kopf- und Fusszeile»)</a:t>
            </a:r>
            <a:endParaRPr lang="de-CH" dirty="0">
              <a:solidFill>
                <a:schemeClr val="bg1"/>
              </a:solidFill>
            </a:endParaRPr>
          </a:p>
        </p:txBody>
      </p:sp>
      <p:sp>
        <p:nvSpPr>
          <p:cNvPr id="6" name="Foliennummernplatzhalter 5">
            <a:extLst>
              <a:ext uri="{FF2B5EF4-FFF2-40B4-BE49-F238E27FC236}">
                <a16:creationId xmlns:a16="http://schemas.microsoft.com/office/drawing/2014/main" id="{B7B0667D-A930-8C35-ED6D-349B66A258E1}"/>
              </a:ext>
            </a:extLst>
          </p:cNvPr>
          <p:cNvSpPr>
            <a:spLocks noGrp="1"/>
          </p:cNvSpPr>
          <p:nvPr>
            <p:ph type="sldNum" sz="quarter" idx="12"/>
          </p:nvPr>
        </p:nvSpPr>
        <p:spPr/>
        <p:txBody>
          <a:bodyPr/>
          <a:lstStyle/>
          <a:p>
            <a:fld id="{442AD375-037F-43D0-B059-5172DA06796A}" type="slidenum">
              <a:rPr lang="de-CH" smtClean="0">
                <a:solidFill>
                  <a:schemeClr val="bg1"/>
                </a:solidFill>
              </a:rPr>
              <a:pPr/>
              <a:t>50</a:t>
            </a:fld>
            <a:endParaRPr lang="de-CH" dirty="0">
              <a:solidFill>
                <a:schemeClr val="bg1"/>
              </a:solidFill>
            </a:endParaRPr>
          </a:p>
        </p:txBody>
      </p:sp>
      <p:sp>
        <p:nvSpPr>
          <p:cNvPr id="11" name="Untertitel 10">
            <a:extLst>
              <a:ext uri="{FF2B5EF4-FFF2-40B4-BE49-F238E27FC236}">
                <a16:creationId xmlns:a16="http://schemas.microsoft.com/office/drawing/2014/main" id="{A4A3C7A7-1FCD-B8D8-0364-8987868E780B}"/>
              </a:ext>
            </a:extLst>
          </p:cNvPr>
          <p:cNvSpPr>
            <a:spLocks noGrp="1"/>
          </p:cNvSpPr>
          <p:nvPr>
            <p:ph type="subTitle" idx="1"/>
          </p:nvPr>
        </p:nvSpPr>
        <p:spPr/>
        <p:txBody>
          <a:bodyPr/>
          <a:lstStyle/>
          <a:p>
            <a:r>
              <a:rPr lang="de-CH" dirty="0">
                <a:solidFill>
                  <a:schemeClr val="bg1"/>
                </a:solidFill>
              </a:rPr>
              <a:t>Zwischenfolie</a:t>
            </a:r>
          </a:p>
        </p:txBody>
      </p:sp>
    </p:spTree>
    <p:extLst>
      <p:ext uri="{BB962C8B-B14F-4D97-AF65-F5344CB8AC3E}">
        <p14:creationId xmlns:p14="http://schemas.microsoft.com/office/powerpoint/2010/main" val="21654219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Bildplatzhalter 7">
            <a:extLst>
              <a:ext uri="{FF2B5EF4-FFF2-40B4-BE49-F238E27FC236}">
                <a16:creationId xmlns:a16="http://schemas.microsoft.com/office/drawing/2014/main" id="{9C649558-1105-29ED-EC34-F5DED8FC6D23}"/>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6" b="6"/>
          <a:stretch/>
        </p:blipFill>
        <p:spPr/>
      </p:pic>
      <p:sp>
        <p:nvSpPr>
          <p:cNvPr id="4" name="Datumsplatzhalter 3">
            <a:extLst>
              <a:ext uri="{FF2B5EF4-FFF2-40B4-BE49-F238E27FC236}">
                <a16:creationId xmlns:a16="http://schemas.microsoft.com/office/drawing/2014/main" id="{224DEB56-6BB4-8059-42E8-6BE257CEAD08}"/>
              </a:ext>
            </a:extLst>
          </p:cNvPr>
          <p:cNvSpPr>
            <a:spLocks noGrp="1"/>
          </p:cNvSpPr>
          <p:nvPr>
            <p:ph type="dt" sz="half" idx="10"/>
          </p:nvPr>
        </p:nvSpPr>
        <p:spPr/>
        <p:txBody>
          <a:bodyPr/>
          <a:lstStyle/>
          <a:p>
            <a:fld id="{0CF2C68B-4121-422B-9488-F0F87740C845}" type="datetime4">
              <a:rPr lang="de-CH" smtClean="0"/>
              <a:t>8. Februar 2026</a:t>
            </a:fld>
            <a:endParaRPr lang="de-CH" dirty="0"/>
          </a:p>
        </p:txBody>
      </p:sp>
      <p:sp>
        <p:nvSpPr>
          <p:cNvPr id="5" name="Fußzeilenplatzhalter 4">
            <a:extLst>
              <a:ext uri="{FF2B5EF4-FFF2-40B4-BE49-F238E27FC236}">
                <a16:creationId xmlns:a16="http://schemas.microsoft.com/office/drawing/2014/main" id="{1B79242B-B1F0-CBF1-3511-F7B03A20BB10}"/>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B7B0667D-A930-8C35-ED6D-349B66A258E1}"/>
              </a:ext>
            </a:extLst>
          </p:cNvPr>
          <p:cNvSpPr>
            <a:spLocks noGrp="1"/>
          </p:cNvSpPr>
          <p:nvPr>
            <p:ph type="sldNum" sz="quarter" idx="12"/>
          </p:nvPr>
        </p:nvSpPr>
        <p:spPr/>
        <p:txBody>
          <a:bodyPr/>
          <a:lstStyle/>
          <a:p>
            <a:fld id="{442AD375-037F-43D0-B059-5172DA06796A}" type="slidenum">
              <a:rPr lang="de-CH" smtClean="0"/>
              <a:pPr/>
              <a:t>51</a:t>
            </a:fld>
            <a:endParaRPr lang="de-CH" dirty="0"/>
          </a:p>
        </p:txBody>
      </p:sp>
      <p:sp>
        <p:nvSpPr>
          <p:cNvPr id="16" name="Untertitel 15">
            <a:extLst>
              <a:ext uri="{FF2B5EF4-FFF2-40B4-BE49-F238E27FC236}">
                <a16:creationId xmlns:a16="http://schemas.microsoft.com/office/drawing/2014/main" id="{BCA81399-DC93-2760-46EF-B47791BE27B0}"/>
              </a:ext>
            </a:extLst>
          </p:cNvPr>
          <p:cNvSpPr>
            <a:spLocks noGrp="1"/>
          </p:cNvSpPr>
          <p:nvPr>
            <p:ph type="subTitle" idx="1"/>
          </p:nvPr>
        </p:nvSpPr>
        <p:spPr/>
        <p:txBody>
          <a:bodyPr/>
          <a:lstStyle/>
          <a:p>
            <a:r>
              <a:rPr lang="de-CH" dirty="0"/>
              <a:t>Zwischenfolie</a:t>
            </a:r>
          </a:p>
        </p:txBody>
      </p:sp>
    </p:spTree>
    <p:extLst>
      <p:ext uri="{BB962C8B-B14F-4D97-AF65-F5344CB8AC3E}">
        <p14:creationId xmlns:p14="http://schemas.microsoft.com/office/powerpoint/2010/main" val="37778224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Bildplatzhalter 7">
            <a:extLst>
              <a:ext uri="{FF2B5EF4-FFF2-40B4-BE49-F238E27FC236}">
                <a16:creationId xmlns:a16="http://schemas.microsoft.com/office/drawing/2014/main" id="{9C649558-1105-29ED-EC34-F5DED8FC6D23}"/>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6" b="6"/>
          <a:stretch/>
        </p:blipFill>
        <p:spPr/>
      </p:pic>
      <p:sp>
        <p:nvSpPr>
          <p:cNvPr id="4" name="Datumsplatzhalter 3">
            <a:extLst>
              <a:ext uri="{FF2B5EF4-FFF2-40B4-BE49-F238E27FC236}">
                <a16:creationId xmlns:a16="http://schemas.microsoft.com/office/drawing/2014/main" id="{224DEB56-6BB4-8059-42E8-6BE257CEAD08}"/>
              </a:ext>
            </a:extLst>
          </p:cNvPr>
          <p:cNvSpPr>
            <a:spLocks noGrp="1"/>
          </p:cNvSpPr>
          <p:nvPr>
            <p:ph type="dt" sz="half" idx="10"/>
          </p:nvPr>
        </p:nvSpPr>
        <p:spPr/>
        <p:txBody>
          <a:bodyPr/>
          <a:lstStyle/>
          <a:p>
            <a:fld id="{70A18084-C10D-49B4-9E14-E05B92747CEB}" type="datetime4">
              <a:rPr lang="de-CH" smtClean="0"/>
              <a:t>8. Februar 2026</a:t>
            </a:fld>
            <a:endParaRPr lang="de-CH" dirty="0"/>
          </a:p>
        </p:txBody>
      </p:sp>
      <p:sp>
        <p:nvSpPr>
          <p:cNvPr id="5" name="Fußzeilenplatzhalter 4">
            <a:extLst>
              <a:ext uri="{FF2B5EF4-FFF2-40B4-BE49-F238E27FC236}">
                <a16:creationId xmlns:a16="http://schemas.microsoft.com/office/drawing/2014/main" id="{1B79242B-B1F0-CBF1-3511-F7B03A20BB10}"/>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B7B0667D-A930-8C35-ED6D-349B66A258E1}"/>
              </a:ext>
            </a:extLst>
          </p:cNvPr>
          <p:cNvSpPr>
            <a:spLocks noGrp="1"/>
          </p:cNvSpPr>
          <p:nvPr>
            <p:ph type="sldNum" sz="quarter" idx="12"/>
          </p:nvPr>
        </p:nvSpPr>
        <p:spPr/>
        <p:txBody>
          <a:bodyPr/>
          <a:lstStyle/>
          <a:p>
            <a:fld id="{442AD375-037F-43D0-B059-5172DA06796A}" type="slidenum">
              <a:rPr lang="de-CH" smtClean="0"/>
              <a:pPr/>
              <a:t>52</a:t>
            </a:fld>
            <a:endParaRPr lang="de-CH" dirty="0"/>
          </a:p>
        </p:txBody>
      </p:sp>
      <p:sp>
        <p:nvSpPr>
          <p:cNvPr id="16" name="Untertitel 15">
            <a:extLst>
              <a:ext uri="{FF2B5EF4-FFF2-40B4-BE49-F238E27FC236}">
                <a16:creationId xmlns:a16="http://schemas.microsoft.com/office/drawing/2014/main" id="{392C7BE5-CB04-F442-ED92-5D06F8C92D48}"/>
              </a:ext>
            </a:extLst>
          </p:cNvPr>
          <p:cNvSpPr>
            <a:spLocks noGrp="1"/>
          </p:cNvSpPr>
          <p:nvPr>
            <p:ph type="subTitle" idx="1"/>
          </p:nvPr>
        </p:nvSpPr>
        <p:spPr/>
        <p:txBody>
          <a:bodyPr/>
          <a:lstStyle/>
          <a:p>
            <a:r>
              <a:rPr lang="de-CH" dirty="0"/>
              <a:t>Zwischenfolie</a:t>
            </a:r>
          </a:p>
        </p:txBody>
      </p:sp>
    </p:spTree>
    <p:extLst>
      <p:ext uri="{BB962C8B-B14F-4D97-AF65-F5344CB8AC3E}">
        <p14:creationId xmlns:p14="http://schemas.microsoft.com/office/powerpoint/2010/main" val="29057156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Bildplatzhalter 7">
            <a:extLst>
              <a:ext uri="{FF2B5EF4-FFF2-40B4-BE49-F238E27FC236}">
                <a16:creationId xmlns:a16="http://schemas.microsoft.com/office/drawing/2014/main" id="{9C649558-1105-29ED-EC34-F5DED8FC6D23}"/>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a:stretch/>
        </p:blipFill>
        <p:spPr/>
      </p:pic>
      <p:sp>
        <p:nvSpPr>
          <p:cNvPr id="4" name="Datumsplatzhalter 3">
            <a:extLst>
              <a:ext uri="{FF2B5EF4-FFF2-40B4-BE49-F238E27FC236}">
                <a16:creationId xmlns:a16="http://schemas.microsoft.com/office/drawing/2014/main" id="{224DEB56-6BB4-8059-42E8-6BE257CEAD08}"/>
              </a:ext>
            </a:extLst>
          </p:cNvPr>
          <p:cNvSpPr>
            <a:spLocks noGrp="1"/>
          </p:cNvSpPr>
          <p:nvPr>
            <p:ph type="dt" sz="half" idx="10"/>
          </p:nvPr>
        </p:nvSpPr>
        <p:spPr/>
        <p:txBody>
          <a:bodyPr/>
          <a:lstStyle/>
          <a:p>
            <a:fld id="{BB514139-7DE1-4CE6-986E-073BEAC04211}" type="datetime4">
              <a:rPr lang="de-CH" smtClean="0">
                <a:solidFill>
                  <a:schemeClr val="bg1"/>
                </a:solidFill>
              </a:rPr>
              <a:t>8. Februar 2026</a:t>
            </a:fld>
            <a:endParaRPr lang="de-CH" dirty="0">
              <a:solidFill>
                <a:schemeClr val="bg1"/>
              </a:solidFill>
            </a:endParaRPr>
          </a:p>
        </p:txBody>
      </p:sp>
      <p:sp>
        <p:nvSpPr>
          <p:cNvPr id="5" name="Fußzeilenplatzhalter 4">
            <a:extLst>
              <a:ext uri="{FF2B5EF4-FFF2-40B4-BE49-F238E27FC236}">
                <a16:creationId xmlns:a16="http://schemas.microsoft.com/office/drawing/2014/main" id="{1B79242B-B1F0-CBF1-3511-F7B03A20BB10}"/>
              </a:ext>
            </a:extLst>
          </p:cNvPr>
          <p:cNvSpPr>
            <a:spLocks noGrp="1"/>
          </p:cNvSpPr>
          <p:nvPr>
            <p:ph type="ftr" sz="quarter" idx="11"/>
          </p:nvPr>
        </p:nvSpPr>
        <p:spPr/>
        <p:txBody>
          <a:bodyPr/>
          <a:lstStyle/>
          <a:p>
            <a:r>
              <a:rPr lang="de-DE">
                <a:solidFill>
                  <a:schemeClr val="bg1"/>
                </a:solidFill>
              </a:rPr>
              <a:t>Die Schweizerische Post – Titel der Präsentation – Vorname Name – C1 Öffentlich | C2 Intern | C3 Eingeschränkt | C4 Vertraulich (Fusszeile ändern über «Einfügen &gt; Kopf- und Fusszeile»)</a:t>
            </a:r>
            <a:endParaRPr lang="de-CH" dirty="0">
              <a:solidFill>
                <a:schemeClr val="bg1"/>
              </a:solidFill>
            </a:endParaRPr>
          </a:p>
        </p:txBody>
      </p:sp>
      <p:sp>
        <p:nvSpPr>
          <p:cNvPr id="6" name="Foliennummernplatzhalter 5">
            <a:extLst>
              <a:ext uri="{FF2B5EF4-FFF2-40B4-BE49-F238E27FC236}">
                <a16:creationId xmlns:a16="http://schemas.microsoft.com/office/drawing/2014/main" id="{B7B0667D-A930-8C35-ED6D-349B66A258E1}"/>
              </a:ext>
            </a:extLst>
          </p:cNvPr>
          <p:cNvSpPr>
            <a:spLocks noGrp="1"/>
          </p:cNvSpPr>
          <p:nvPr>
            <p:ph type="sldNum" sz="quarter" idx="12"/>
          </p:nvPr>
        </p:nvSpPr>
        <p:spPr/>
        <p:txBody>
          <a:bodyPr/>
          <a:lstStyle/>
          <a:p>
            <a:fld id="{442AD375-037F-43D0-B059-5172DA06796A}" type="slidenum">
              <a:rPr lang="de-CH" smtClean="0">
                <a:solidFill>
                  <a:schemeClr val="bg1"/>
                </a:solidFill>
              </a:rPr>
              <a:pPr/>
              <a:t>53</a:t>
            </a:fld>
            <a:endParaRPr lang="de-CH" dirty="0">
              <a:solidFill>
                <a:schemeClr val="bg1"/>
              </a:solidFill>
            </a:endParaRPr>
          </a:p>
        </p:txBody>
      </p:sp>
      <p:sp>
        <p:nvSpPr>
          <p:cNvPr id="16" name="Untertitel 15">
            <a:extLst>
              <a:ext uri="{FF2B5EF4-FFF2-40B4-BE49-F238E27FC236}">
                <a16:creationId xmlns:a16="http://schemas.microsoft.com/office/drawing/2014/main" id="{392C7BE5-CB04-F442-ED92-5D06F8C92D48}"/>
              </a:ext>
            </a:extLst>
          </p:cNvPr>
          <p:cNvSpPr>
            <a:spLocks noGrp="1"/>
          </p:cNvSpPr>
          <p:nvPr>
            <p:ph type="subTitle" idx="1"/>
          </p:nvPr>
        </p:nvSpPr>
        <p:spPr/>
        <p:txBody>
          <a:bodyPr/>
          <a:lstStyle/>
          <a:p>
            <a:r>
              <a:rPr lang="de-CH" dirty="0">
                <a:solidFill>
                  <a:schemeClr val="bg1"/>
                </a:solidFill>
              </a:rPr>
              <a:t>Zwischenfolie</a:t>
            </a:r>
          </a:p>
        </p:txBody>
      </p:sp>
    </p:spTree>
    <p:extLst>
      <p:ext uri="{BB962C8B-B14F-4D97-AF65-F5344CB8AC3E}">
        <p14:creationId xmlns:p14="http://schemas.microsoft.com/office/powerpoint/2010/main" val="25287014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5F643E27-4353-7F1F-146B-D9CAF272FEB7}"/>
              </a:ext>
            </a:extLst>
          </p:cNvPr>
          <p:cNvSpPr>
            <a:spLocks noGrp="1"/>
          </p:cNvSpPr>
          <p:nvPr>
            <p:ph type="dt" sz="half" idx="10"/>
          </p:nvPr>
        </p:nvSpPr>
        <p:spPr/>
        <p:txBody>
          <a:bodyPr/>
          <a:lstStyle/>
          <a:p>
            <a:fld id="{7407D909-E508-4C30-9658-AD06E7DEED26}" type="datetime4">
              <a:rPr lang="de-CH" smtClean="0"/>
              <a:t>8. Februar 2026</a:t>
            </a:fld>
            <a:endParaRPr lang="de-CH" dirty="0"/>
          </a:p>
        </p:txBody>
      </p:sp>
      <p:sp>
        <p:nvSpPr>
          <p:cNvPr id="3" name="Fußzeilenplatzhalter 2">
            <a:extLst>
              <a:ext uri="{FF2B5EF4-FFF2-40B4-BE49-F238E27FC236}">
                <a16:creationId xmlns:a16="http://schemas.microsoft.com/office/drawing/2014/main" id="{393FAB64-BCC6-CD23-539B-0AFB9BE0E7DB}"/>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4" name="Foliennummernplatzhalter 3">
            <a:extLst>
              <a:ext uri="{FF2B5EF4-FFF2-40B4-BE49-F238E27FC236}">
                <a16:creationId xmlns:a16="http://schemas.microsoft.com/office/drawing/2014/main" id="{E00006D6-3935-B1D4-1E11-5C5EDF512183}"/>
              </a:ext>
            </a:extLst>
          </p:cNvPr>
          <p:cNvSpPr>
            <a:spLocks noGrp="1"/>
          </p:cNvSpPr>
          <p:nvPr>
            <p:ph type="sldNum" sz="quarter" idx="12"/>
          </p:nvPr>
        </p:nvSpPr>
        <p:spPr/>
        <p:txBody>
          <a:bodyPr/>
          <a:lstStyle/>
          <a:p>
            <a:fld id="{442AD375-037F-43D0-B059-5172DA06796A}" type="slidenum">
              <a:rPr lang="de-CH" smtClean="0"/>
              <a:pPr/>
              <a:t>54</a:t>
            </a:fld>
            <a:endParaRPr lang="de-CH" dirty="0"/>
          </a:p>
        </p:txBody>
      </p:sp>
      <p:sp>
        <p:nvSpPr>
          <p:cNvPr id="5" name="Titel 4">
            <a:extLst>
              <a:ext uri="{FF2B5EF4-FFF2-40B4-BE49-F238E27FC236}">
                <a16:creationId xmlns:a16="http://schemas.microsoft.com/office/drawing/2014/main" id="{D95E5F45-B3CE-D389-D412-E8B20E671D0E}"/>
              </a:ext>
            </a:extLst>
          </p:cNvPr>
          <p:cNvSpPr>
            <a:spLocks noGrp="1"/>
          </p:cNvSpPr>
          <p:nvPr>
            <p:ph type="title"/>
          </p:nvPr>
        </p:nvSpPr>
        <p:spPr/>
        <p:txBody>
          <a:bodyPr/>
          <a:lstStyle/>
          <a:p>
            <a:r>
              <a:rPr lang="de-CH" dirty="0"/>
              <a:t>Beispielfolie mit Zeitstrahl</a:t>
            </a:r>
          </a:p>
        </p:txBody>
      </p:sp>
      <p:cxnSp>
        <p:nvCxnSpPr>
          <p:cNvPr id="9" name="Gerader Verbinder 8">
            <a:extLst>
              <a:ext uri="{FF2B5EF4-FFF2-40B4-BE49-F238E27FC236}">
                <a16:creationId xmlns:a16="http://schemas.microsoft.com/office/drawing/2014/main" id="{9049EF1F-CA56-C4F9-038B-AB71600B0AA6}"/>
              </a:ext>
            </a:extLst>
          </p:cNvPr>
          <p:cNvCxnSpPr/>
          <p:nvPr/>
        </p:nvCxnSpPr>
        <p:spPr>
          <a:xfrm>
            <a:off x="0" y="3258505"/>
            <a:ext cx="11782425" cy="0"/>
          </a:xfrm>
          <a:prstGeom prst="line">
            <a:avLst/>
          </a:prstGeom>
          <a:ln w="9525">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F50EDEBF-ABD8-F4AE-A7D5-5F474C8A3271}"/>
              </a:ext>
            </a:extLst>
          </p:cNvPr>
          <p:cNvSpPr txBox="1"/>
          <p:nvPr/>
        </p:nvSpPr>
        <p:spPr>
          <a:xfrm>
            <a:off x="415938" y="3533078"/>
            <a:ext cx="1719622" cy="1292662"/>
          </a:xfrm>
          <a:prstGeom prst="rect">
            <a:avLst/>
          </a:prstGeom>
          <a:noFill/>
        </p:spPr>
        <p:txBody>
          <a:bodyPr wrap="square" lIns="0" tIns="0" rIns="0" bIns="0" rtlCol="0">
            <a:noAutofit/>
          </a:bodyPr>
          <a:lstStyle/>
          <a:p>
            <a:r>
              <a:rPr lang="de-CH" sz="1200" spc="20" dirty="0" err="1"/>
              <a:t>Maion</a:t>
            </a:r>
            <a:r>
              <a:rPr lang="de-CH" sz="1200" spc="20" dirty="0"/>
              <a:t> </a:t>
            </a:r>
            <a:r>
              <a:rPr lang="de-CH" sz="1200" spc="20" dirty="0" err="1"/>
              <a:t>parum</a:t>
            </a:r>
            <a:r>
              <a:rPr lang="de-CH" sz="1200" spc="20" dirty="0"/>
              <a:t> </a:t>
            </a:r>
            <a:r>
              <a:rPr lang="de-CH" sz="1200" spc="20" dirty="0" err="1"/>
              <a:t>nonequis</a:t>
            </a:r>
            <a:r>
              <a:rPr lang="de-CH" sz="1200" spc="20" dirty="0"/>
              <a:t> </a:t>
            </a:r>
            <a:r>
              <a:rPr lang="de-CH" sz="1200" spc="20" dirty="0" err="1"/>
              <a:t>maion</a:t>
            </a:r>
            <a:r>
              <a:rPr lang="de-CH" sz="1200" spc="20" dirty="0"/>
              <a:t> </a:t>
            </a:r>
            <a:r>
              <a:rPr lang="de-CH" sz="1200" spc="20" dirty="0" err="1"/>
              <a:t>etur</a:t>
            </a:r>
            <a:r>
              <a:rPr lang="de-CH" sz="1200" spc="20" dirty="0"/>
              <a:t> </a:t>
            </a:r>
            <a:r>
              <a:rPr lang="de-CH" sz="1200" spc="20" dirty="0" err="1"/>
              <a:t>minveni</a:t>
            </a:r>
            <a:r>
              <a:rPr lang="de-CH" sz="1200" spc="20" dirty="0"/>
              <a:t> en </a:t>
            </a:r>
            <a:r>
              <a:rPr lang="de-CH" sz="1200" spc="20" dirty="0" err="1"/>
              <a:t>dero</a:t>
            </a:r>
            <a:r>
              <a:rPr lang="de-CH" sz="1200" spc="20" dirty="0"/>
              <a:t> tempore, </a:t>
            </a:r>
            <a:r>
              <a:rPr lang="de-CH" sz="1200" spc="20" dirty="0" err="1"/>
              <a:t>temporu</a:t>
            </a:r>
            <a:r>
              <a:rPr lang="de-CH" sz="1200" spc="20" dirty="0"/>
              <a:t> </a:t>
            </a:r>
            <a:r>
              <a:rPr lang="de-CH" sz="1200" spc="20" dirty="0" err="1"/>
              <a:t>que</a:t>
            </a:r>
            <a:r>
              <a:rPr lang="de-CH" sz="1200" spc="20" dirty="0"/>
              <a:t> </a:t>
            </a:r>
            <a:r>
              <a:rPr lang="de-CH" sz="1200" spc="20" dirty="0" err="1"/>
              <a:t>dolorerchil</a:t>
            </a:r>
            <a:r>
              <a:rPr lang="de-CH" sz="1200" spc="20" dirty="0"/>
              <a:t> </a:t>
            </a:r>
            <a:r>
              <a:rPr lang="de-CH" sz="1200" spc="20" dirty="0" err="1"/>
              <a:t>invella</a:t>
            </a:r>
            <a:r>
              <a:rPr lang="de-CH" sz="1200" spc="20" dirty="0"/>
              <a:t> </a:t>
            </a:r>
            <a:r>
              <a:rPr lang="de-CH" sz="1200" spc="20" dirty="0" err="1"/>
              <a:t>borporum</a:t>
            </a:r>
            <a:r>
              <a:rPr lang="de-CH" sz="1200" spc="20" dirty="0"/>
              <a:t> </a:t>
            </a:r>
            <a:r>
              <a:rPr lang="de-CH" sz="1200" spc="20" dirty="0" err="1"/>
              <a:t>endam</a:t>
            </a:r>
            <a:r>
              <a:rPr lang="de-CH" sz="1200" spc="20" dirty="0"/>
              <a:t> </a:t>
            </a:r>
            <a:r>
              <a:rPr lang="de-CH" sz="1200" spc="20" dirty="0" err="1"/>
              <a:t>euma</a:t>
            </a:r>
            <a:r>
              <a:rPr lang="de-CH" sz="1200" spc="20" dirty="0"/>
              <a:t> nobis </a:t>
            </a:r>
            <a:r>
              <a:rPr lang="de-CH" sz="1200" spc="20" dirty="0" err="1"/>
              <a:t>mo.</a:t>
            </a:r>
            <a:endParaRPr lang="de-CH" sz="1200" spc="20" dirty="0"/>
          </a:p>
        </p:txBody>
      </p:sp>
      <p:sp>
        <p:nvSpPr>
          <p:cNvPr id="12" name="Textfeld 11">
            <a:extLst>
              <a:ext uri="{FF2B5EF4-FFF2-40B4-BE49-F238E27FC236}">
                <a16:creationId xmlns:a16="http://schemas.microsoft.com/office/drawing/2014/main" id="{45E1AE56-A7D3-315C-6168-807977E82696}"/>
              </a:ext>
            </a:extLst>
          </p:cNvPr>
          <p:cNvSpPr txBox="1"/>
          <p:nvPr/>
        </p:nvSpPr>
        <p:spPr>
          <a:xfrm>
            <a:off x="2345680" y="3533078"/>
            <a:ext cx="1719622" cy="1292662"/>
          </a:xfrm>
          <a:prstGeom prst="rect">
            <a:avLst/>
          </a:prstGeom>
          <a:noFill/>
        </p:spPr>
        <p:txBody>
          <a:bodyPr wrap="square" lIns="0" tIns="0" rIns="0" bIns="0" rtlCol="0">
            <a:noAutofit/>
          </a:bodyPr>
          <a:lstStyle/>
          <a:p>
            <a:r>
              <a:rPr lang="de-CH" sz="1200" spc="20" dirty="0" err="1"/>
              <a:t>Maion</a:t>
            </a:r>
            <a:r>
              <a:rPr lang="de-CH" sz="1200" spc="20" dirty="0"/>
              <a:t> </a:t>
            </a:r>
            <a:r>
              <a:rPr lang="de-CH" sz="1200" spc="20" dirty="0" err="1"/>
              <a:t>parum</a:t>
            </a:r>
            <a:r>
              <a:rPr lang="de-CH" sz="1200" spc="20" dirty="0"/>
              <a:t> </a:t>
            </a:r>
            <a:r>
              <a:rPr lang="de-CH" sz="1200" spc="20" dirty="0" err="1"/>
              <a:t>nonequis</a:t>
            </a:r>
            <a:r>
              <a:rPr lang="de-CH" sz="1200" spc="20" dirty="0"/>
              <a:t> </a:t>
            </a:r>
            <a:r>
              <a:rPr lang="de-CH" sz="1200" spc="20" dirty="0" err="1"/>
              <a:t>maion</a:t>
            </a:r>
            <a:r>
              <a:rPr lang="de-CH" sz="1200" spc="20" dirty="0"/>
              <a:t> </a:t>
            </a:r>
            <a:r>
              <a:rPr lang="de-CH" sz="1200" spc="20" dirty="0" err="1"/>
              <a:t>etur</a:t>
            </a:r>
            <a:r>
              <a:rPr lang="de-CH" sz="1200" spc="20" dirty="0"/>
              <a:t> </a:t>
            </a:r>
            <a:r>
              <a:rPr lang="de-CH" sz="1200" spc="20" dirty="0" err="1"/>
              <a:t>minveni</a:t>
            </a:r>
            <a:r>
              <a:rPr lang="de-CH" sz="1200" spc="20" dirty="0"/>
              <a:t> en </a:t>
            </a:r>
            <a:r>
              <a:rPr lang="de-CH" sz="1200" spc="20" dirty="0" err="1"/>
              <a:t>dero</a:t>
            </a:r>
            <a:r>
              <a:rPr lang="de-CH" sz="1200" spc="20" dirty="0"/>
              <a:t> tempore, </a:t>
            </a:r>
            <a:r>
              <a:rPr lang="de-CH" sz="1200" spc="20" dirty="0" err="1"/>
              <a:t>temporu</a:t>
            </a:r>
            <a:r>
              <a:rPr lang="de-CH" sz="1200" spc="20" dirty="0"/>
              <a:t> </a:t>
            </a:r>
            <a:r>
              <a:rPr lang="de-CH" sz="1200" spc="20" dirty="0" err="1"/>
              <a:t>que</a:t>
            </a:r>
            <a:r>
              <a:rPr lang="de-CH" sz="1200" spc="20" dirty="0"/>
              <a:t> </a:t>
            </a:r>
            <a:r>
              <a:rPr lang="de-CH" sz="1200" spc="20" dirty="0" err="1"/>
              <a:t>dolorerchil</a:t>
            </a:r>
            <a:r>
              <a:rPr lang="de-CH" sz="1200" spc="20" dirty="0"/>
              <a:t> </a:t>
            </a:r>
            <a:r>
              <a:rPr lang="de-CH" sz="1200" spc="20" dirty="0" err="1"/>
              <a:t>invella</a:t>
            </a:r>
            <a:r>
              <a:rPr lang="de-CH" sz="1200" spc="20" dirty="0"/>
              <a:t> </a:t>
            </a:r>
            <a:r>
              <a:rPr lang="de-CH" sz="1200" spc="20" dirty="0" err="1"/>
              <a:t>borporum</a:t>
            </a:r>
            <a:r>
              <a:rPr lang="de-CH" sz="1200" spc="20" dirty="0"/>
              <a:t> </a:t>
            </a:r>
            <a:r>
              <a:rPr lang="de-CH" sz="1200" spc="20" dirty="0" err="1"/>
              <a:t>endam</a:t>
            </a:r>
            <a:r>
              <a:rPr lang="de-CH" sz="1200" spc="20" dirty="0"/>
              <a:t> </a:t>
            </a:r>
            <a:r>
              <a:rPr lang="de-CH" sz="1200" spc="20" dirty="0" err="1"/>
              <a:t>euma</a:t>
            </a:r>
            <a:r>
              <a:rPr lang="de-CH" sz="1200" spc="20" dirty="0"/>
              <a:t> nobis </a:t>
            </a:r>
            <a:r>
              <a:rPr lang="de-CH" sz="1200" spc="20" dirty="0" err="1"/>
              <a:t>mo.</a:t>
            </a:r>
            <a:endParaRPr lang="de-CH" sz="1200" spc="20" dirty="0"/>
          </a:p>
        </p:txBody>
      </p:sp>
      <p:sp>
        <p:nvSpPr>
          <p:cNvPr id="13" name="Textfeld 12">
            <a:extLst>
              <a:ext uri="{FF2B5EF4-FFF2-40B4-BE49-F238E27FC236}">
                <a16:creationId xmlns:a16="http://schemas.microsoft.com/office/drawing/2014/main" id="{2EC1B228-E1A3-F184-CF0A-6F849C101112}"/>
              </a:ext>
            </a:extLst>
          </p:cNvPr>
          <p:cNvSpPr txBox="1"/>
          <p:nvPr/>
        </p:nvSpPr>
        <p:spPr>
          <a:xfrm>
            <a:off x="4275422" y="3533078"/>
            <a:ext cx="1719622" cy="1292662"/>
          </a:xfrm>
          <a:prstGeom prst="rect">
            <a:avLst/>
          </a:prstGeom>
          <a:noFill/>
        </p:spPr>
        <p:txBody>
          <a:bodyPr wrap="square" lIns="0" tIns="0" rIns="0" bIns="0" rtlCol="0">
            <a:noAutofit/>
          </a:bodyPr>
          <a:lstStyle/>
          <a:p>
            <a:r>
              <a:rPr lang="de-CH" sz="1200" spc="20" dirty="0" err="1"/>
              <a:t>Maion</a:t>
            </a:r>
            <a:r>
              <a:rPr lang="de-CH" sz="1200" spc="20" dirty="0"/>
              <a:t> </a:t>
            </a:r>
            <a:r>
              <a:rPr lang="de-CH" sz="1200" spc="20" dirty="0" err="1"/>
              <a:t>parum</a:t>
            </a:r>
            <a:r>
              <a:rPr lang="de-CH" sz="1200" spc="20" dirty="0"/>
              <a:t> </a:t>
            </a:r>
            <a:r>
              <a:rPr lang="de-CH" sz="1200" spc="20" dirty="0" err="1"/>
              <a:t>nonequis</a:t>
            </a:r>
            <a:r>
              <a:rPr lang="de-CH" sz="1200" spc="20" dirty="0"/>
              <a:t> </a:t>
            </a:r>
            <a:r>
              <a:rPr lang="de-CH" sz="1200" spc="20" dirty="0" err="1"/>
              <a:t>maion</a:t>
            </a:r>
            <a:r>
              <a:rPr lang="de-CH" sz="1200" spc="20" dirty="0"/>
              <a:t> </a:t>
            </a:r>
            <a:r>
              <a:rPr lang="de-CH" sz="1200" spc="20" dirty="0" err="1"/>
              <a:t>etur</a:t>
            </a:r>
            <a:r>
              <a:rPr lang="de-CH" sz="1200" spc="20" dirty="0"/>
              <a:t> </a:t>
            </a:r>
            <a:r>
              <a:rPr lang="de-CH" sz="1200" spc="20" dirty="0" err="1"/>
              <a:t>minveni</a:t>
            </a:r>
            <a:r>
              <a:rPr lang="de-CH" sz="1200" spc="20" dirty="0"/>
              <a:t> en </a:t>
            </a:r>
            <a:r>
              <a:rPr lang="de-CH" sz="1200" spc="20" dirty="0" err="1"/>
              <a:t>dero</a:t>
            </a:r>
            <a:r>
              <a:rPr lang="de-CH" sz="1200" spc="20" dirty="0"/>
              <a:t> tempore, </a:t>
            </a:r>
            <a:r>
              <a:rPr lang="de-CH" sz="1200" spc="20" dirty="0" err="1"/>
              <a:t>temporu</a:t>
            </a:r>
            <a:r>
              <a:rPr lang="de-CH" sz="1200" spc="20" dirty="0"/>
              <a:t> </a:t>
            </a:r>
            <a:r>
              <a:rPr lang="de-CH" sz="1200" spc="20" dirty="0" err="1"/>
              <a:t>que</a:t>
            </a:r>
            <a:r>
              <a:rPr lang="de-CH" sz="1200" spc="20" dirty="0"/>
              <a:t> </a:t>
            </a:r>
            <a:r>
              <a:rPr lang="de-CH" sz="1200" spc="20" dirty="0" err="1"/>
              <a:t>dolorerchil</a:t>
            </a:r>
            <a:r>
              <a:rPr lang="de-CH" sz="1200" spc="20" dirty="0"/>
              <a:t> </a:t>
            </a:r>
            <a:r>
              <a:rPr lang="de-CH" sz="1200" spc="20" dirty="0" err="1"/>
              <a:t>invella</a:t>
            </a:r>
            <a:r>
              <a:rPr lang="de-CH" sz="1200" spc="20" dirty="0"/>
              <a:t> </a:t>
            </a:r>
            <a:r>
              <a:rPr lang="de-CH" sz="1200" spc="20" dirty="0" err="1"/>
              <a:t>borporum</a:t>
            </a:r>
            <a:r>
              <a:rPr lang="de-CH" sz="1200" spc="20" dirty="0"/>
              <a:t> </a:t>
            </a:r>
            <a:r>
              <a:rPr lang="de-CH" sz="1200" spc="20" dirty="0" err="1"/>
              <a:t>endam</a:t>
            </a:r>
            <a:r>
              <a:rPr lang="de-CH" sz="1200" spc="20" dirty="0"/>
              <a:t> </a:t>
            </a:r>
            <a:r>
              <a:rPr lang="de-CH" sz="1200" spc="20" dirty="0" err="1"/>
              <a:t>euma</a:t>
            </a:r>
            <a:r>
              <a:rPr lang="de-CH" sz="1200" spc="20" dirty="0"/>
              <a:t> nobis </a:t>
            </a:r>
            <a:r>
              <a:rPr lang="de-CH" sz="1200" spc="20" dirty="0" err="1"/>
              <a:t>mo.</a:t>
            </a:r>
            <a:endParaRPr lang="de-CH" sz="1200" spc="20" dirty="0"/>
          </a:p>
        </p:txBody>
      </p:sp>
      <p:sp>
        <p:nvSpPr>
          <p:cNvPr id="14" name="Textfeld 13">
            <a:extLst>
              <a:ext uri="{FF2B5EF4-FFF2-40B4-BE49-F238E27FC236}">
                <a16:creationId xmlns:a16="http://schemas.microsoft.com/office/drawing/2014/main" id="{A363F95A-770C-2B56-7830-292AADC58A30}"/>
              </a:ext>
            </a:extLst>
          </p:cNvPr>
          <p:cNvSpPr txBox="1"/>
          <p:nvPr/>
        </p:nvSpPr>
        <p:spPr>
          <a:xfrm>
            <a:off x="6205164" y="3533078"/>
            <a:ext cx="1719622" cy="1292662"/>
          </a:xfrm>
          <a:prstGeom prst="rect">
            <a:avLst/>
          </a:prstGeom>
          <a:noFill/>
        </p:spPr>
        <p:txBody>
          <a:bodyPr wrap="square" lIns="0" tIns="0" rIns="0" bIns="0" rtlCol="0">
            <a:noAutofit/>
          </a:bodyPr>
          <a:lstStyle/>
          <a:p>
            <a:r>
              <a:rPr lang="de-CH" sz="1200" spc="20" dirty="0" err="1"/>
              <a:t>Maion</a:t>
            </a:r>
            <a:r>
              <a:rPr lang="de-CH" sz="1200" spc="20" dirty="0"/>
              <a:t> </a:t>
            </a:r>
            <a:r>
              <a:rPr lang="de-CH" sz="1200" spc="20" dirty="0" err="1"/>
              <a:t>parum</a:t>
            </a:r>
            <a:r>
              <a:rPr lang="de-CH" sz="1200" spc="20" dirty="0"/>
              <a:t> </a:t>
            </a:r>
            <a:r>
              <a:rPr lang="de-CH" sz="1200" spc="20" dirty="0" err="1"/>
              <a:t>nonequis</a:t>
            </a:r>
            <a:r>
              <a:rPr lang="de-CH" sz="1200" spc="20" dirty="0"/>
              <a:t> </a:t>
            </a:r>
            <a:r>
              <a:rPr lang="de-CH" sz="1200" spc="20" dirty="0" err="1"/>
              <a:t>maion</a:t>
            </a:r>
            <a:r>
              <a:rPr lang="de-CH" sz="1200" spc="20" dirty="0"/>
              <a:t> </a:t>
            </a:r>
            <a:r>
              <a:rPr lang="de-CH" sz="1200" spc="20" dirty="0" err="1"/>
              <a:t>etur</a:t>
            </a:r>
            <a:r>
              <a:rPr lang="de-CH" sz="1200" spc="20" dirty="0"/>
              <a:t> </a:t>
            </a:r>
            <a:r>
              <a:rPr lang="de-CH" sz="1200" spc="20" dirty="0" err="1"/>
              <a:t>minveni</a:t>
            </a:r>
            <a:r>
              <a:rPr lang="de-CH" sz="1200" spc="20" dirty="0"/>
              <a:t> en </a:t>
            </a:r>
            <a:r>
              <a:rPr lang="de-CH" sz="1200" spc="20" dirty="0" err="1"/>
              <a:t>dero</a:t>
            </a:r>
            <a:r>
              <a:rPr lang="de-CH" sz="1200" spc="20" dirty="0"/>
              <a:t> tempore, </a:t>
            </a:r>
            <a:r>
              <a:rPr lang="de-CH" sz="1200" spc="20" dirty="0" err="1"/>
              <a:t>temporu</a:t>
            </a:r>
            <a:r>
              <a:rPr lang="de-CH" sz="1200" spc="20" dirty="0"/>
              <a:t> </a:t>
            </a:r>
            <a:r>
              <a:rPr lang="de-CH" sz="1200" spc="20" dirty="0" err="1"/>
              <a:t>que</a:t>
            </a:r>
            <a:r>
              <a:rPr lang="de-CH" sz="1200" spc="20" dirty="0"/>
              <a:t> </a:t>
            </a:r>
            <a:r>
              <a:rPr lang="de-CH" sz="1200" spc="20" dirty="0" err="1"/>
              <a:t>dolorerchil</a:t>
            </a:r>
            <a:r>
              <a:rPr lang="de-CH" sz="1200" spc="20" dirty="0"/>
              <a:t> </a:t>
            </a:r>
            <a:r>
              <a:rPr lang="de-CH" sz="1200" spc="20" dirty="0" err="1"/>
              <a:t>invella</a:t>
            </a:r>
            <a:r>
              <a:rPr lang="de-CH" sz="1200" spc="20" dirty="0"/>
              <a:t> </a:t>
            </a:r>
            <a:r>
              <a:rPr lang="de-CH" sz="1200" spc="20" dirty="0" err="1"/>
              <a:t>borporum</a:t>
            </a:r>
            <a:r>
              <a:rPr lang="de-CH" sz="1200" spc="20" dirty="0"/>
              <a:t> </a:t>
            </a:r>
            <a:r>
              <a:rPr lang="de-CH" sz="1200" spc="20" dirty="0" err="1"/>
              <a:t>endam</a:t>
            </a:r>
            <a:r>
              <a:rPr lang="de-CH" sz="1200" spc="20" dirty="0"/>
              <a:t> </a:t>
            </a:r>
            <a:r>
              <a:rPr lang="de-CH" sz="1200" spc="20" dirty="0" err="1"/>
              <a:t>euma</a:t>
            </a:r>
            <a:r>
              <a:rPr lang="de-CH" sz="1200" spc="20" dirty="0"/>
              <a:t> nobis </a:t>
            </a:r>
            <a:r>
              <a:rPr lang="de-CH" sz="1200" spc="20" dirty="0" err="1"/>
              <a:t>mo.</a:t>
            </a:r>
            <a:endParaRPr lang="de-CH" sz="1200" spc="20" dirty="0"/>
          </a:p>
        </p:txBody>
      </p:sp>
      <p:sp>
        <p:nvSpPr>
          <p:cNvPr id="15" name="Textfeld 14">
            <a:extLst>
              <a:ext uri="{FF2B5EF4-FFF2-40B4-BE49-F238E27FC236}">
                <a16:creationId xmlns:a16="http://schemas.microsoft.com/office/drawing/2014/main" id="{DE2ADACC-F5C8-0615-CF55-5E849A4ADED2}"/>
              </a:ext>
            </a:extLst>
          </p:cNvPr>
          <p:cNvSpPr txBox="1"/>
          <p:nvPr/>
        </p:nvSpPr>
        <p:spPr>
          <a:xfrm>
            <a:off x="8134906" y="3533078"/>
            <a:ext cx="1719622" cy="1292662"/>
          </a:xfrm>
          <a:prstGeom prst="rect">
            <a:avLst/>
          </a:prstGeom>
          <a:noFill/>
        </p:spPr>
        <p:txBody>
          <a:bodyPr wrap="square" lIns="0" tIns="0" rIns="0" bIns="0" rtlCol="0">
            <a:noAutofit/>
          </a:bodyPr>
          <a:lstStyle/>
          <a:p>
            <a:r>
              <a:rPr lang="de-CH" sz="1200" spc="20" dirty="0" err="1"/>
              <a:t>Maion</a:t>
            </a:r>
            <a:r>
              <a:rPr lang="de-CH" sz="1200" spc="20" dirty="0"/>
              <a:t> </a:t>
            </a:r>
            <a:r>
              <a:rPr lang="de-CH" sz="1200" spc="20" dirty="0" err="1"/>
              <a:t>parum</a:t>
            </a:r>
            <a:r>
              <a:rPr lang="de-CH" sz="1200" spc="20" dirty="0"/>
              <a:t> </a:t>
            </a:r>
            <a:r>
              <a:rPr lang="de-CH" sz="1200" spc="20" dirty="0" err="1"/>
              <a:t>nonequis</a:t>
            </a:r>
            <a:r>
              <a:rPr lang="de-CH" sz="1200" spc="20" dirty="0"/>
              <a:t> </a:t>
            </a:r>
            <a:r>
              <a:rPr lang="de-CH" sz="1200" spc="20" dirty="0" err="1"/>
              <a:t>maion</a:t>
            </a:r>
            <a:r>
              <a:rPr lang="de-CH" sz="1200" spc="20" dirty="0"/>
              <a:t> </a:t>
            </a:r>
            <a:r>
              <a:rPr lang="de-CH" sz="1200" spc="20" dirty="0" err="1"/>
              <a:t>etur</a:t>
            </a:r>
            <a:r>
              <a:rPr lang="de-CH" sz="1200" spc="20" dirty="0"/>
              <a:t> </a:t>
            </a:r>
            <a:r>
              <a:rPr lang="de-CH" sz="1200" spc="20" dirty="0" err="1"/>
              <a:t>minveni</a:t>
            </a:r>
            <a:r>
              <a:rPr lang="de-CH" sz="1200" spc="20" dirty="0"/>
              <a:t> en </a:t>
            </a:r>
            <a:r>
              <a:rPr lang="de-CH" sz="1200" spc="20" dirty="0" err="1"/>
              <a:t>dero</a:t>
            </a:r>
            <a:r>
              <a:rPr lang="de-CH" sz="1200" spc="20" dirty="0"/>
              <a:t> tempore, </a:t>
            </a:r>
            <a:r>
              <a:rPr lang="de-CH" sz="1200" spc="20" dirty="0" err="1"/>
              <a:t>temporu</a:t>
            </a:r>
            <a:r>
              <a:rPr lang="de-CH" sz="1200" spc="20" dirty="0"/>
              <a:t> </a:t>
            </a:r>
            <a:r>
              <a:rPr lang="de-CH" sz="1200" spc="20" dirty="0" err="1"/>
              <a:t>que</a:t>
            </a:r>
            <a:r>
              <a:rPr lang="de-CH" sz="1200" spc="20" dirty="0"/>
              <a:t> </a:t>
            </a:r>
            <a:r>
              <a:rPr lang="de-CH" sz="1200" spc="20" dirty="0" err="1"/>
              <a:t>dolorerchil</a:t>
            </a:r>
            <a:r>
              <a:rPr lang="de-CH" sz="1200" spc="20" dirty="0"/>
              <a:t> </a:t>
            </a:r>
            <a:r>
              <a:rPr lang="de-CH" sz="1200" spc="20" dirty="0" err="1"/>
              <a:t>invella</a:t>
            </a:r>
            <a:r>
              <a:rPr lang="de-CH" sz="1200" spc="20" dirty="0"/>
              <a:t> </a:t>
            </a:r>
            <a:r>
              <a:rPr lang="de-CH" sz="1200" spc="20" dirty="0" err="1"/>
              <a:t>borporum</a:t>
            </a:r>
            <a:r>
              <a:rPr lang="de-CH" sz="1200" spc="20" dirty="0"/>
              <a:t> </a:t>
            </a:r>
            <a:r>
              <a:rPr lang="de-CH" sz="1200" spc="20" dirty="0" err="1"/>
              <a:t>endam</a:t>
            </a:r>
            <a:r>
              <a:rPr lang="de-CH" sz="1200" spc="20" dirty="0"/>
              <a:t> </a:t>
            </a:r>
            <a:r>
              <a:rPr lang="de-CH" sz="1200" spc="20" dirty="0" err="1"/>
              <a:t>euma</a:t>
            </a:r>
            <a:r>
              <a:rPr lang="de-CH" sz="1200" spc="20" dirty="0"/>
              <a:t> nobis </a:t>
            </a:r>
            <a:r>
              <a:rPr lang="de-CH" sz="1200" spc="20" dirty="0" err="1"/>
              <a:t>mo.</a:t>
            </a:r>
            <a:endParaRPr lang="de-CH" sz="1200" spc="20" dirty="0"/>
          </a:p>
        </p:txBody>
      </p:sp>
      <p:sp>
        <p:nvSpPr>
          <p:cNvPr id="16" name="Textfeld 15">
            <a:extLst>
              <a:ext uri="{FF2B5EF4-FFF2-40B4-BE49-F238E27FC236}">
                <a16:creationId xmlns:a16="http://schemas.microsoft.com/office/drawing/2014/main" id="{EF87B352-307F-FA07-D742-4638F261BF94}"/>
              </a:ext>
            </a:extLst>
          </p:cNvPr>
          <p:cNvSpPr txBox="1"/>
          <p:nvPr/>
        </p:nvSpPr>
        <p:spPr>
          <a:xfrm>
            <a:off x="10064650" y="3533078"/>
            <a:ext cx="1719622" cy="1292662"/>
          </a:xfrm>
          <a:prstGeom prst="rect">
            <a:avLst/>
          </a:prstGeom>
          <a:noFill/>
        </p:spPr>
        <p:txBody>
          <a:bodyPr wrap="square" lIns="0" tIns="0" rIns="0" bIns="0" rtlCol="0">
            <a:noAutofit/>
          </a:bodyPr>
          <a:lstStyle/>
          <a:p>
            <a:r>
              <a:rPr lang="de-CH" sz="1200" spc="20" dirty="0" err="1"/>
              <a:t>Maion</a:t>
            </a:r>
            <a:r>
              <a:rPr lang="de-CH" sz="1200" spc="20" dirty="0"/>
              <a:t> </a:t>
            </a:r>
            <a:r>
              <a:rPr lang="de-CH" sz="1200" spc="20" dirty="0" err="1"/>
              <a:t>parum</a:t>
            </a:r>
            <a:r>
              <a:rPr lang="de-CH" sz="1200" spc="20" dirty="0"/>
              <a:t> </a:t>
            </a:r>
            <a:r>
              <a:rPr lang="de-CH" sz="1200" spc="20" dirty="0" err="1"/>
              <a:t>nonequis</a:t>
            </a:r>
            <a:r>
              <a:rPr lang="de-CH" sz="1200" spc="20" dirty="0"/>
              <a:t> </a:t>
            </a:r>
            <a:r>
              <a:rPr lang="de-CH" sz="1200" spc="20" dirty="0" err="1"/>
              <a:t>maion</a:t>
            </a:r>
            <a:r>
              <a:rPr lang="de-CH" sz="1200" spc="20" dirty="0"/>
              <a:t> </a:t>
            </a:r>
            <a:r>
              <a:rPr lang="de-CH" sz="1200" spc="20" dirty="0" err="1"/>
              <a:t>etur</a:t>
            </a:r>
            <a:r>
              <a:rPr lang="de-CH" sz="1200" spc="20" dirty="0"/>
              <a:t> </a:t>
            </a:r>
            <a:r>
              <a:rPr lang="de-CH" sz="1200" spc="20" dirty="0" err="1"/>
              <a:t>minveni</a:t>
            </a:r>
            <a:r>
              <a:rPr lang="de-CH" sz="1200" spc="20" dirty="0"/>
              <a:t> en </a:t>
            </a:r>
            <a:r>
              <a:rPr lang="de-CH" sz="1200" spc="20" dirty="0" err="1"/>
              <a:t>dero</a:t>
            </a:r>
            <a:r>
              <a:rPr lang="de-CH" sz="1200" spc="20" dirty="0"/>
              <a:t> tempore, </a:t>
            </a:r>
            <a:r>
              <a:rPr lang="de-CH" sz="1200" spc="20" dirty="0" err="1"/>
              <a:t>temporu</a:t>
            </a:r>
            <a:r>
              <a:rPr lang="de-CH" sz="1200" spc="20" dirty="0"/>
              <a:t> </a:t>
            </a:r>
            <a:r>
              <a:rPr lang="de-CH" sz="1200" spc="20" dirty="0" err="1"/>
              <a:t>que</a:t>
            </a:r>
            <a:r>
              <a:rPr lang="de-CH" sz="1200" spc="20" dirty="0"/>
              <a:t> </a:t>
            </a:r>
            <a:r>
              <a:rPr lang="de-CH" sz="1200" spc="20" dirty="0" err="1"/>
              <a:t>dolorerchil</a:t>
            </a:r>
            <a:r>
              <a:rPr lang="de-CH" sz="1200" spc="20" dirty="0"/>
              <a:t> </a:t>
            </a:r>
            <a:r>
              <a:rPr lang="de-CH" sz="1200" spc="20" dirty="0" err="1"/>
              <a:t>invella</a:t>
            </a:r>
            <a:r>
              <a:rPr lang="de-CH" sz="1200" spc="20" dirty="0"/>
              <a:t> </a:t>
            </a:r>
            <a:r>
              <a:rPr lang="de-CH" sz="1200" spc="20" dirty="0" err="1"/>
              <a:t>borporum</a:t>
            </a:r>
            <a:r>
              <a:rPr lang="de-CH" sz="1200" spc="20" dirty="0"/>
              <a:t> </a:t>
            </a:r>
            <a:r>
              <a:rPr lang="de-CH" sz="1200" spc="20" dirty="0" err="1"/>
              <a:t>endam</a:t>
            </a:r>
            <a:r>
              <a:rPr lang="de-CH" sz="1200" spc="20" dirty="0"/>
              <a:t> </a:t>
            </a:r>
            <a:r>
              <a:rPr lang="de-CH" sz="1200" spc="20" dirty="0" err="1"/>
              <a:t>euma</a:t>
            </a:r>
            <a:r>
              <a:rPr lang="de-CH" sz="1200" spc="20" dirty="0"/>
              <a:t> nobis </a:t>
            </a:r>
            <a:r>
              <a:rPr lang="de-CH" sz="1200" spc="20" dirty="0" err="1"/>
              <a:t>mo.</a:t>
            </a:r>
            <a:endParaRPr lang="de-CH" sz="1200" spc="20" dirty="0"/>
          </a:p>
        </p:txBody>
      </p:sp>
      <p:sp>
        <p:nvSpPr>
          <p:cNvPr id="17" name="Textfeld 16">
            <a:extLst>
              <a:ext uri="{FF2B5EF4-FFF2-40B4-BE49-F238E27FC236}">
                <a16:creationId xmlns:a16="http://schemas.microsoft.com/office/drawing/2014/main" id="{A226164C-B20B-3BE5-2E2C-FE1AEBE33464}"/>
              </a:ext>
            </a:extLst>
          </p:cNvPr>
          <p:cNvSpPr txBox="1"/>
          <p:nvPr/>
        </p:nvSpPr>
        <p:spPr>
          <a:xfrm>
            <a:off x="409575" y="2897641"/>
            <a:ext cx="1041909" cy="243325"/>
          </a:xfrm>
          <a:prstGeom prst="rect">
            <a:avLst/>
          </a:prstGeom>
          <a:noFill/>
        </p:spPr>
        <p:txBody>
          <a:bodyPr wrap="square" lIns="0" tIns="0" rIns="0" bIns="0" rtlCol="0">
            <a:noAutofit/>
          </a:bodyPr>
          <a:lstStyle/>
          <a:p>
            <a:r>
              <a:rPr lang="de-CH" sz="1400" b="1" spc="20" dirty="0"/>
              <a:t>0000</a:t>
            </a:r>
          </a:p>
        </p:txBody>
      </p:sp>
      <p:sp>
        <p:nvSpPr>
          <p:cNvPr id="18" name="Textfeld 17">
            <a:extLst>
              <a:ext uri="{FF2B5EF4-FFF2-40B4-BE49-F238E27FC236}">
                <a16:creationId xmlns:a16="http://schemas.microsoft.com/office/drawing/2014/main" id="{2936DDF0-CB32-40A9-32BB-76CFF06FABCD}"/>
              </a:ext>
            </a:extLst>
          </p:cNvPr>
          <p:cNvSpPr txBox="1"/>
          <p:nvPr/>
        </p:nvSpPr>
        <p:spPr>
          <a:xfrm>
            <a:off x="10067719" y="2897641"/>
            <a:ext cx="1041909" cy="243325"/>
          </a:xfrm>
          <a:prstGeom prst="rect">
            <a:avLst/>
          </a:prstGeom>
          <a:noFill/>
        </p:spPr>
        <p:txBody>
          <a:bodyPr wrap="square" lIns="0" tIns="0" rIns="0" bIns="0" rtlCol="0">
            <a:noAutofit/>
          </a:bodyPr>
          <a:lstStyle/>
          <a:p>
            <a:r>
              <a:rPr lang="de-CH" sz="1400" b="1" spc="20" dirty="0"/>
              <a:t>0000</a:t>
            </a:r>
          </a:p>
        </p:txBody>
      </p:sp>
      <p:sp>
        <p:nvSpPr>
          <p:cNvPr id="19" name="Textfeld 18">
            <a:extLst>
              <a:ext uri="{FF2B5EF4-FFF2-40B4-BE49-F238E27FC236}">
                <a16:creationId xmlns:a16="http://schemas.microsoft.com/office/drawing/2014/main" id="{FFBE0E89-F0ED-4234-6C3A-EBDF379BA968}"/>
              </a:ext>
            </a:extLst>
          </p:cNvPr>
          <p:cNvSpPr txBox="1"/>
          <p:nvPr/>
        </p:nvSpPr>
        <p:spPr>
          <a:xfrm>
            <a:off x="2341204" y="2897641"/>
            <a:ext cx="1041909" cy="243325"/>
          </a:xfrm>
          <a:prstGeom prst="rect">
            <a:avLst/>
          </a:prstGeom>
          <a:noFill/>
        </p:spPr>
        <p:txBody>
          <a:bodyPr wrap="square" lIns="0" tIns="0" rIns="0" bIns="0" rtlCol="0">
            <a:noAutofit/>
          </a:bodyPr>
          <a:lstStyle/>
          <a:p>
            <a:r>
              <a:rPr lang="de-CH" sz="1400" b="1" spc="20" dirty="0"/>
              <a:t>0000</a:t>
            </a:r>
          </a:p>
        </p:txBody>
      </p:sp>
      <p:sp>
        <p:nvSpPr>
          <p:cNvPr id="20" name="Textfeld 19">
            <a:extLst>
              <a:ext uri="{FF2B5EF4-FFF2-40B4-BE49-F238E27FC236}">
                <a16:creationId xmlns:a16="http://schemas.microsoft.com/office/drawing/2014/main" id="{7FCD8791-50B7-66AB-0047-E198451086DA}"/>
              </a:ext>
            </a:extLst>
          </p:cNvPr>
          <p:cNvSpPr txBox="1"/>
          <p:nvPr/>
        </p:nvSpPr>
        <p:spPr>
          <a:xfrm>
            <a:off x="4272833" y="2897641"/>
            <a:ext cx="1041909" cy="243325"/>
          </a:xfrm>
          <a:prstGeom prst="rect">
            <a:avLst/>
          </a:prstGeom>
          <a:noFill/>
        </p:spPr>
        <p:txBody>
          <a:bodyPr wrap="square" lIns="0" tIns="0" rIns="0" bIns="0" rtlCol="0">
            <a:noAutofit/>
          </a:bodyPr>
          <a:lstStyle/>
          <a:p>
            <a:r>
              <a:rPr lang="de-CH" sz="1400" b="1" spc="20" dirty="0"/>
              <a:t>0000</a:t>
            </a:r>
          </a:p>
        </p:txBody>
      </p:sp>
      <p:sp>
        <p:nvSpPr>
          <p:cNvPr id="21" name="Textfeld 20">
            <a:extLst>
              <a:ext uri="{FF2B5EF4-FFF2-40B4-BE49-F238E27FC236}">
                <a16:creationId xmlns:a16="http://schemas.microsoft.com/office/drawing/2014/main" id="{9B348BF1-CF2A-A642-3B02-E3AAEA9A6B21}"/>
              </a:ext>
            </a:extLst>
          </p:cNvPr>
          <p:cNvSpPr txBox="1"/>
          <p:nvPr/>
        </p:nvSpPr>
        <p:spPr>
          <a:xfrm>
            <a:off x="6204462" y="2897641"/>
            <a:ext cx="1041909" cy="243325"/>
          </a:xfrm>
          <a:prstGeom prst="rect">
            <a:avLst/>
          </a:prstGeom>
          <a:noFill/>
        </p:spPr>
        <p:txBody>
          <a:bodyPr wrap="square" lIns="0" tIns="0" rIns="0" bIns="0" rtlCol="0">
            <a:noAutofit/>
          </a:bodyPr>
          <a:lstStyle/>
          <a:p>
            <a:r>
              <a:rPr lang="de-CH" sz="1400" b="1" spc="20" dirty="0"/>
              <a:t>0000</a:t>
            </a:r>
          </a:p>
        </p:txBody>
      </p:sp>
      <p:sp>
        <p:nvSpPr>
          <p:cNvPr id="22" name="Textfeld 21">
            <a:extLst>
              <a:ext uri="{FF2B5EF4-FFF2-40B4-BE49-F238E27FC236}">
                <a16:creationId xmlns:a16="http://schemas.microsoft.com/office/drawing/2014/main" id="{C43FC90A-3433-DFBB-CDFA-7B4EB64E2A2C}"/>
              </a:ext>
            </a:extLst>
          </p:cNvPr>
          <p:cNvSpPr txBox="1"/>
          <p:nvPr/>
        </p:nvSpPr>
        <p:spPr>
          <a:xfrm>
            <a:off x="8136091" y="2897641"/>
            <a:ext cx="1041909" cy="243325"/>
          </a:xfrm>
          <a:prstGeom prst="rect">
            <a:avLst/>
          </a:prstGeom>
          <a:noFill/>
        </p:spPr>
        <p:txBody>
          <a:bodyPr wrap="square" lIns="0" tIns="0" rIns="0" bIns="0" rtlCol="0">
            <a:noAutofit/>
          </a:bodyPr>
          <a:lstStyle/>
          <a:p>
            <a:r>
              <a:rPr lang="de-CH" sz="1400" b="1" spc="20" dirty="0"/>
              <a:t>0000</a:t>
            </a:r>
          </a:p>
        </p:txBody>
      </p:sp>
      <p:sp>
        <p:nvSpPr>
          <p:cNvPr id="23" name="Ellipse 22">
            <a:extLst>
              <a:ext uri="{FF2B5EF4-FFF2-40B4-BE49-F238E27FC236}">
                <a16:creationId xmlns:a16="http://schemas.microsoft.com/office/drawing/2014/main" id="{BF68DF91-6CC4-74E9-7F5B-332CDF923A4C}"/>
              </a:ext>
            </a:extLst>
          </p:cNvPr>
          <p:cNvSpPr>
            <a:spLocks noChangeAspect="1"/>
          </p:cNvSpPr>
          <p:nvPr/>
        </p:nvSpPr>
        <p:spPr>
          <a:xfrm>
            <a:off x="415695" y="3196933"/>
            <a:ext cx="118800" cy="1188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24" name="Ellipse 23">
            <a:extLst>
              <a:ext uri="{FF2B5EF4-FFF2-40B4-BE49-F238E27FC236}">
                <a16:creationId xmlns:a16="http://schemas.microsoft.com/office/drawing/2014/main" id="{7FA36F13-2B3F-2303-F2B5-DFA43B11925E}"/>
              </a:ext>
            </a:extLst>
          </p:cNvPr>
          <p:cNvSpPr>
            <a:spLocks noChangeAspect="1"/>
          </p:cNvSpPr>
          <p:nvPr/>
        </p:nvSpPr>
        <p:spPr>
          <a:xfrm>
            <a:off x="2345471" y="3196933"/>
            <a:ext cx="118800" cy="1188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25" name="Ellipse 24">
            <a:extLst>
              <a:ext uri="{FF2B5EF4-FFF2-40B4-BE49-F238E27FC236}">
                <a16:creationId xmlns:a16="http://schemas.microsoft.com/office/drawing/2014/main" id="{1C4D6F20-EF30-DAE2-ADA6-7C4699B14C45}"/>
              </a:ext>
            </a:extLst>
          </p:cNvPr>
          <p:cNvSpPr>
            <a:spLocks noChangeAspect="1"/>
          </p:cNvSpPr>
          <p:nvPr/>
        </p:nvSpPr>
        <p:spPr>
          <a:xfrm>
            <a:off x="4275247" y="3196933"/>
            <a:ext cx="118800" cy="1188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26" name="Ellipse 25">
            <a:extLst>
              <a:ext uri="{FF2B5EF4-FFF2-40B4-BE49-F238E27FC236}">
                <a16:creationId xmlns:a16="http://schemas.microsoft.com/office/drawing/2014/main" id="{EC65C97C-9A1B-5024-B3E3-1189565ECAFE}"/>
              </a:ext>
            </a:extLst>
          </p:cNvPr>
          <p:cNvSpPr>
            <a:spLocks noChangeAspect="1"/>
          </p:cNvSpPr>
          <p:nvPr/>
        </p:nvSpPr>
        <p:spPr>
          <a:xfrm>
            <a:off x="6205023" y="3196933"/>
            <a:ext cx="118800" cy="1188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27" name="Ellipse 26">
            <a:extLst>
              <a:ext uri="{FF2B5EF4-FFF2-40B4-BE49-F238E27FC236}">
                <a16:creationId xmlns:a16="http://schemas.microsoft.com/office/drawing/2014/main" id="{37605B2B-2BEB-3975-BB86-D3A8255E7CA7}"/>
              </a:ext>
            </a:extLst>
          </p:cNvPr>
          <p:cNvSpPr>
            <a:spLocks noChangeAspect="1"/>
          </p:cNvSpPr>
          <p:nvPr/>
        </p:nvSpPr>
        <p:spPr>
          <a:xfrm>
            <a:off x="8134799" y="3196933"/>
            <a:ext cx="118800" cy="1188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28" name="Ellipse 27">
            <a:extLst>
              <a:ext uri="{FF2B5EF4-FFF2-40B4-BE49-F238E27FC236}">
                <a16:creationId xmlns:a16="http://schemas.microsoft.com/office/drawing/2014/main" id="{4C77FECA-715F-12D2-3E62-B25F1A9DBD8A}"/>
              </a:ext>
            </a:extLst>
          </p:cNvPr>
          <p:cNvSpPr>
            <a:spLocks noChangeAspect="1"/>
          </p:cNvSpPr>
          <p:nvPr/>
        </p:nvSpPr>
        <p:spPr>
          <a:xfrm>
            <a:off x="10064575" y="3196933"/>
            <a:ext cx="118800" cy="1188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nvGrpSpPr>
          <p:cNvPr id="6" name="Gruppieren 5">
            <a:extLst>
              <a:ext uri="{FF2B5EF4-FFF2-40B4-BE49-F238E27FC236}">
                <a16:creationId xmlns:a16="http://schemas.microsoft.com/office/drawing/2014/main" id="{1D8286EA-1AF6-942F-8E89-3CC66ACBCE72}"/>
              </a:ext>
            </a:extLst>
          </p:cNvPr>
          <p:cNvGrpSpPr/>
          <p:nvPr/>
        </p:nvGrpSpPr>
        <p:grpSpPr>
          <a:xfrm>
            <a:off x="8185096" y="1642832"/>
            <a:ext cx="3193641" cy="1120862"/>
            <a:chOff x="8876815" y="3198075"/>
            <a:chExt cx="3193641" cy="1151897"/>
          </a:xfrm>
          <a:solidFill>
            <a:schemeClr val="accent6"/>
          </a:solidFill>
        </p:grpSpPr>
        <p:sp>
          <p:nvSpPr>
            <p:cNvPr id="7" name="Rechteck 6">
              <a:extLst>
                <a:ext uri="{FF2B5EF4-FFF2-40B4-BE49-F238E27FC236}">
                  <a16:creationId xmlns:a16="http://schemas.microsoft.com/office/drawing/2014/main" id="{F7E2256B-9987-89CF-D3CA-BF51BE6C0D46}"/>
                </a:ext>
              </a:extLst>
            </p:cNvPr>
            <p:cNvSpPr/>
            <p:nvPr/>
          </p:nvSpPr>
          <p:spPr>
            <a:xfrm>
              <a:off x="8876815" y="3198075"/>
              <a:ext cx="3193641" cy="8532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44000" rIns="72000" bIns="72000" rtlCol="0" anchor="t"/>
            <a:lstStyle/>
            <a:p>
              <a:pPr>
                <a:lnSpc>
                  <a:spcPct val="97000"/>
                </a:lnSpc>
              </a:pPr>
              <a:r>
                <a:rPr lang="de-CH" sz="1200" b="1" spc="30" dirty="0">
                  <a:solidFill>
                    <a:schemeClr val="tx1"/>
                  </a:solidFill>
                </a:rPr>
                <a:t>Hinweis</a:t>
              </a:r>
            </a:p>
            <a:p>
              <a:pPr>
                <a:lnSpc>
                  <a:spcPct val="97000"/>
                </a:lnSpc>
              </a:pPr>
              <a:r>
                <a:rPr lang="de-CH" sz="1200" spc="30" dirty="0">
                  <a:solidFill>
                    <a:schemeClr val="tx1"/>
                  </a:solidFill>
                </a:rPr>
                <a:t>Punkte können über Formformat &gt; Fülleffekt angepasst werden.</a:t>
              </a:r>
            </a:p>
          </p:txBody>
        </p:sp>
        <p:sp>
          <p:nvSpPr>
            <p:cNvPr id="8" name="Rechtwinkliges Dreieck 7">
              <a:extLst>
                <a:ext uri="{FF2B5EF4-FFF2-40B4-BE49-F238E27FC236}">
                  <a16:creationId xmlns:a16="http://schemas.microsoft.com/office/drawing/2014/main" id="{4CE44754-CB3E-0776-A915-933357B08C9B}"/>
                </a:ext>
              </a:extLst>
            </p:cNvPr>
            <p:cNvSpPr/>
            <p:nvPr/>
          </p:nvSpPr>
          <p:spPr>
            <a:xfrm flipV="1">
              <a:off x="8876815" y="4034461"/>
              <a:ext cx="315529" cy="315511"/>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spTree>
    <p:extLst>
      <p:ext uri="{BB962C8B-B14F-4D97-AF65-F5344CB8AC3E}">
        <p14:creationId xmlns:p14="http://schemas.microsoft.com/office/powerpoint/2010/main" val="23282043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5F643E27-4353-7F1F-146B-D9CAF272FEB7}"/>
              </a:ext>
            </a:extLst>
          </p:cNvPr>
          <p:cNvSpPr>
            <a:spLocks noGrp="1"/>
          </p:cNvSpPr>
          <p:nvPr>
            <p:ph type="dt" sz="half" idx="10"/>
          </p:nvPr>
        </p:nvSpPr>
        <p:spPr/>
        <p:txBody>
          <a:bodyPr/>
          <a:lstStyle/>
          <a:p>
            <a:fld id="{DBA77435-46DA-4DF0-841F-8CF9D6ADCB6F}" type="datetime4">
              <a:rPr lang="de-CH" smtClean="0"/>
              <a:t>8. Februar 2026</a:t>
            </a:fld>
            <a:endParaRPr lang="de-CH" dirty="0"/>
          </a:p>
        </p:txBody>
      </p:sp>
      <p:sp>
        <p:nvSpPr>
          <p:cNvPr id="3" name="Fußzeilenplatzhalter 2">
            <a:extLst>
              <a:ext uri="{FF2B5EF4-FFF2-40B4-BE49-F238E27FC236}">
                <a16:creationId xmlns:a16="http://schemas.microsoft.com/office/drawing/2014/main" id="{393FAB64-BCC6-CD23-539B-0AFB9BE0E7DB}"/>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4" name="Foliennummernplatzhalter 3">
            <a:extLst>
              <a:ext uri="{FF2B5EF4-FFF2-40B4-BE49-F238E27FC236}">
                <a16:creationId xmlns:a16="http://schemas.microsoft.com/office/drawing/2014/main" id="{E00006D6-3935-B1D4-1E11-5C5EDF512183}"/>
              </a:ext>
            </a:extLst>
          </p:cNvPr>
          <p:cNvSpPr>
            <a:spLocks noGrp="1"/>
          </p:cNvSpPr>
          <p:nvPr>
            <p:ph type="sldNum" sz="quarter" idx="12"/>
          </p:nvPr>
        </p:nvSpPr>
        <p:spPr/>
        <p:txBody>
          <a:bodyPr/>
          <a:lstStyle/>
          <a:p>
            <a:fld id="{442AD375-037F-43D0-B059-5172DA06796A}" type="slidenum">
              <a:rPr lang="de-CH" smtClean="0"/>
              <a:pPr/>
              <a:t>55</a:t>
            </a:fld>
            <a:endParaRPr lang="de-CH" dirty="0"/>
          </a:p>
        </p:txBody>
      </p:sp>
      <p:sp>
        <p:nvSpPr>
          <p:cNvPr id="5" name="Titel 4">
            <a:extLst>
              <a:ext uri="{FF2B5EF4-FFF2-40B4-BE49-F238E27FC236}">
                <a16:creationId xmlns:a16="http://schemas.microsoft.com/office/drawing/2014/main" id="{D95E5F45-B3CE-D389-D412-E8B20E671D0E}"/>
              </a:ext>
            </a:extLst>
          </p:cNvPr>
          <p:cNvSpPr>
            <a:spLocks noGrp="1"/>
          </p:cNvSpPr>
          <p:nvPr>
            <p:ph type="title"/>
          </p:nvPr>
        </p:nvSpPr>
        <p:spPr/>
        <p:txBody>
          <a:bodyPr/>
          <a:lstStyle/>
          <a:p>
            <a:r>
              <a:rPr lang="de-CH" dirty="0"/>
              <a:t>Beispielfolie mit Zeitstrahl</a:t>
            </a:r>
          </a:p>
        </p:txBody>
      </p:sp>
      <p:cxnSp>
        <p:nvCxnSpPr>
          <p:cNvPr id="9" name="Gerader Verbinder 8">
            <a:extLst>
              <a:ext uri="{FF2B5EF4-FFF2-40B4-BE49-F238E27FC236}">
                <a16:creationId xmlns:a16="http://schemas.microsoft.com/office/drawing/2014/main" id="{9049EF1F-CA56-C4F9-038B-AB71600B0AA6}"/>
              </a:ext>
            </a:extLst>
          </p:cNvPr>
          <p:cNvCxnSpPr/>
          <p:nvPr/>
        </p:nvCxnSpPr>
        <p:spPr>
          <a:xfrm>
            <a:off x="0" y="3258505"/>
            <a:ext cx="11782425" cy="0"/>
          </a:xfrm>
          <a:prstGeom prst="line">
            <a:avLst/>
          </a:prstGeom>
          <a:ln w="9525">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F50EDEBF-ABD8-F4AE-A7D5-5F474C8A3271}"/>
              </a:ext>
            </a:extLst>
          </p:cNvPr>
          <p:cNvSpPr txBox="1"/>
          <p:nvPr/>
        </p:nvSpPr>
        <p:spPr>
          <a:xfrm>
            <a:off x="415938" y="3533078"/>
            <a:ext cx="1719622" cy="1292662"/>
          </a:xfrm>
          <a:prstGeom prst="rect">
            <a:avLst/>
          </a:prstGeom>
          <a:noFill/>
        </p:spPr>
        <p:txBody>
          <a:bodyPr wrap="square" lIns="0" tIns="0" rIns="0" bIns="0" rtlCol="0">
            <a:noAutofit/>
          </a:bodyPr>
          <a:lstStyle/>
          <a:p>
            <a:r>
              <a:rPr lang="de-CH" sz="1200" spc="20" dirty="0" err="1"/>
              <a:t>Maion</a:t>
            </a:r>
            <a:r>
              <a:rPr lang="de-CH" sz="1200" spc="20" dirty="0"/>
              <a:t> </a:t>
            </a:r>
            <a:r>
              <a:rPr lang="de-CH" sz="1200" spc="20" dirty="0" err="1"/>
              <a:t>parum</a:t>
            </a:r>
            <a:r>
              <a:rPr lang="de-CH" sz="1200" spc="20" dirty="0"/>
              <a:t> </a:t>
            </a:r>
            <a:r>
              <a:rPr lang="de-CH" sz="1200" spc="20" dirty="0" err="1"/>
              <a:t>nonequis</a:t>
            </a:r>
            <a:r>
              <a:rPr lang="de-CH" sz="1200" spc="20" dirty="0"/>
              <a:t> </a:t>
            </a:r>
            <a:r>
              <a:rPr lang="de-CH" sz="1200" spc="20" dirty="0" err="1"/>
              <a:t>maion</a:t>
            </a:r>
            <a:r>
              <a:rPr lang="de-CH" sz="1200" spc="20" dirty="0"/>
              <a:t> </a:t>
            </a:r>
            <a:r>
              <a:rPr lang="de-CH" sz="1200" spc="20" dirty="0" err="1"/>
              <a:t>etur</a:t>
            </a:r>
            <a:r>
              <a:rPr lang="de-CH" sz="1200" spc="20" dirty="0"/>
              <a:t> </a:t>
            </a:r>
            <a:r>
              <a:rPr lang="de-CH" sz="1200" spc="20" dirty="0" err="1"/>
              <a:t>minveni</a:t>
            </a:r>
            <a:r>
              <a:rPr lang="de-CH" sz="1200" spc="20" dirty="0"/>
              <a:t> en </a:t>
            </a:r>
            <a:r>
              <a:rPr lang="de-CH" sz="1200" spc="20" dirty="0" err="1"/>
              <a:t>dero</a:t>
            </a:r>
            <a:r>
              <a:rPr lang="de-CH" sz="1200" spc="20" dirty="0"/>
              <a:t> tempore, </a:t>
            </a:r>
            <a:r>
              <a:rPr lang="de-CH" sz="1200" spc="20" dirty="0" err="1"/>
              <a:t>temporu</a:t>
            </a:r>
            <a:r>
              <a:rPr lang="de-CH" sz="1200" spc="20" dirty="0"/>
              <a:t> </a:t>
            </a:r>
            <a:r>
              <a:rPr lang="de-CH" sz="1200" spc="20" dirty="0" err="1"/>
              <a:t>que</a:t>
            </a:r>
            <a:r>
              <a:rPr lang="de-CH" sz="1200" spc="20" dirty="0"/>
              <a:t> </a:t>
            </a:r>
            <a:r>
              <a:rPr lang="de-CH" sz="1200" spc="20" dirty="0" err="1"/>
              <a:t>dolorerchil</a:t>
            </a:r>
            <a:r>
              <a:rPr lang="de-CH" sz="1200" spc="20" dirty="0"/>
              <a:t> </a:t>
            </a:r>
            <a:r>
              <a:rPr lang="de-CH" sz="1200" spc="20" dirty="0" err="1"/>
              <a:t>invella</a:t>
            </a:r>
            <a:r>
              <a:rPr lang="de-CH" sz="1200" spc="20" dirty="0"/>
              <a:t> </a:t>
            </a:r>
            <a:r>
              <a:rPr lang="de-CH" sz="1200" spc="20" dirty="0" err="1"/>
              <a:t>borporum</a:t>
            </a:r>
            <a:r>
              <a:rPr lang="de-CH" sz="1200" spc="20" dirty="0"/>
              <a:t> </a:t>
            </a:r>
            <a:r>
              <a:rPr lang="de-CH" sz="1200" spc="20" dirty="0" err="1"/>
              <a:t>endam</a:t>
            </a:r>
            <a:r>
              <a:rPr lang="de-CH" sz="1200" spc="20" dirty="0"/>
              <a:t> </a:t>
            </a:r>
            <a:r>
              <a:rPr lang="de-CH" sz="1200" spc="20" dirty="0" err="1"/>
              <a:t>euma</a:t>
            </a:r>
            <a:r>
              <a:rPr lang="de-CH" sz="1200" spc="20" dirty="0"/>
              <a:t> nobis </a:t>
            </a:r>
            <a:r>
              <a:rPr lang="de-CH" sz="1200" spc="20" dirty="0" err="1"/>
              <a:t>mo.</a:t>
            </a:r>
            <a:endParaRPr lang="de-CH" sz="1200" spc="20" dirty="0"/>
          </a:p>
        </p:txBody>
      </p:sp>
      <p:sp>
        <p:nvSpPr>
          <p:cNvPr id="12" name="Textfeld 11">
            <a:extLst>
              <a:ext uri="{FF2B5EF4-FFF2-40B4-BE49-F238E27FC236}">
                <a16:creationId xmlns:a16="http://schemas.microsoft.com/office/drawing/2014/main" id="{45E1AE56-A7D3-315C-6168-807977E82696}"/>
              </a:ext>
            </a:extLst>
          </p:cNvPr>
          <p:cNvSpPr txBox="1"/>
          <p:nvPr/>
        </p:nvSpPr>
        <p:spPr>
          <a:xfrm>
            <a:off x="2345680" y="3533078"/>
            <a:ext cx="1719622" cy="1292662"/>
          </a:xfrm>
          <a:prstGeom prst="rect">
            <a:avLst/>
          </a:prstGeom>
          <a:noFill/>
        </p:spPr>
        <p:txBody>
          <a:bodyPr wrap="square" lIns="0" tIns="0" rIns="0" bIns="0" rtlCol="0">
            <a:noAutofit/>
          </a:bodyPr>
          <a:lstStyle/>
          <a:p>
            <a:r>
              <a:rPr lang="de-CH" sz="1200" spc="20" dirty="0" err="1"/>
              <a:t>Maion</a:t>
            </a:r>
            <a:r>
              <a:rPr lang="de-CH" sz="1200" spc="20" dirty="0"/>
              <a:t> </a:t>
            </a:r>
            <a:r>
              <a:rPr lang="de-CH" sz="1200" spc="20" dirty="0" err="1"/>
              <a:t>parum</a:t>
            </a:r>
            <a:r>
              <a:rPr lang="de-CH" sz="1200" spc="20" dirty="0"/>
              <a:t> </a:t>
            </a:r>
            <a:r>
              <a:rPr lang="de-CH" sz="1200" spc="20" dirty="0" err="1"/>
              <a:t>nonequis</a:t>
            </a:r>
            <a:r>
              <a:rPr lang="de-CH" sz="1200" spc="20" dirty="0"/>
              <a:t> </a:t>
            </a:r>
            <a:r>
              <a:rPr lang="de-CH" sz="1200" spc="20" dirty="0" err="1"/>
              <a:t>maion</a:t>
            </a:r>
            <a:r>
              <a:rPr lang="de-CH" sz="1200" spc="20" dirty="0"/>
              <a:t> </a:t>
            </a:r>
            <a:r>
              <a:rPr lang="de-CH" sz="1200" spc="20" dirty="0" err="1"/>
              <a:t>etur</a:t>
            </a:r>
            <a:r>
              <a:rPr lang="de-CH" sz="1200" spc="20" dirty="0"/>
              <a:t> </a:t>
            </a:r>
            <a:r>
              <a:rPr lang="de-CH" sz="1200" spc="20" dirty="0" err="1"/>
              <a:t>minveni</a:t>
            </a:r>
            <a:r>
              <a:rPr lang="de-CH" sz="1200" spc="20" dirty="0"/>
              <a:t> en </a:t>
            </a:r>
            <a:r>
              <a:rPr lang="de-CH" sz="1200" spc="20" dirty="0" err="1"/>
              <a:t>dero</a:t>
            </a:r>
            <a:r>
              <a:rPr lang="de-CH" sz="1200" spc="20" dirty="0"/>
              <a:t> tempore, </a:t>
            </a:r>
            <a:r>
              <a:rPr lang="de-CH" sz="1200" spc="20" dirty="0" err="1"/>
              <a:t>temporu</a:t>
            </a:r>
            <a:r>
              <a:rPr lang="de-CH" sz="1200" spc="20" dirty="0"/>
              <a:t> </a:t>
            </a:r>
            <a:r>
              <a:rPr lang="de-CH" sz="1200" spc="20" dirty="0" err="1"/>
              <a:t>que</a:t>
            </a:r>
            <a:r>
              <a:rPr lang="de-CH" sz="1200" spc="20" dirty="0"/>
              <a:t> </a:t>
            </a:r>
            <a:r>
              <a:rPr lang="de-CH" sz="1200" spc="20" dirty="0" err="1"/>
              <a:t>dolorerchil</a:t>
            </a:r>
            <a:r>
              <a:rPr lang="de-CH" sz="1200" spc="20" dirty="0"/>
              <a:t> </a:t>
            </a:r>
            <a:r>
              <a:rPr lang="de-CH" sz="1200" spc="20" dirty="0" err="1"/>
              <a:t>invella</a:t>
            </a:r>
            <a:r>
              <a:rPr lang="de-CH" sz="1200" spc="20" dirty="0"/>
              <a:t> </a:t>
            </a:r>
            <a:r>
              <a:rPr lang="de-CH" sz="1200" spc="20" dirty="0" err="1"/>
              <a:t>borporum</a:t>
            </a:r>
            <a:r>
              <a:rPr lang="de-CH" sz="1200" spc="20" dirty="0"/>
              <a:t> </a:t>
            </a:r>
            <a:r>
              <a:rPr lang="de-CH" sz="1200" spc="20" dirty="0" err="1"/>
              <a:t>endam</a:t>
            </a:r>
            <a:r>
              <a:rPr lang="de-CH" sz="1200" spc="20" dirty="0"/>
              <a:t> </a:t>
            </a:r>
            <a:r>
              <a:rPr lang="de-CH" sz="1200" spc="20" dirty="0" err="1"/>
              <a:t>euma</a:t>
            </a:r>
            <a:r>
              <a:rPr lang="de-CH" sz="1200" spc="20" dirty="0"/>
              <a:t> nobis </a:t>
            </a:r>
            <a:r>
              <a:rPr lang="de-CH" sz="1200" spc="20" dirty="0" err="1"/>
              <a:t>mo.</a:t>
            </a:r>
            <a:endParaRPr lang="de-CH" sz="1200" spc="20" dirty="0"/>
          </a:p>
        </p:txBody>
      </p:sp>
      <p:sp>
        <p:nvSpPr>
          <p:cNvPr id="13" name="Textfeld 12">
            <a:extLst>
              <a:ext uri="{FF2B5EF4-FFF2-40B4-BE49-F238E27FC236}">
                <a16:creationId xmlns:a16="http://schemas.microsoft.com/office/drawing/2014/main" id="{2EC1B228-E1A3-F184-CF0A-6F849C101112}"/>
              </a:ext>
            </a:extLst>
          </p:cNvPr>
          <p:cNvSpPr txBox="1"/>
          <p:nvPr/>
        </p:nvSpPr>
        <p:spPr>
          <a:xfrm>
            <a:off x="4275422" y="3533078"/>
            <a:ext cx="1719622" cy="1292662"/>
          </a:xfrm>
          <a:prstGeom prst="rect">
            <a:avLst/>
          </a:prstGeom>
          <a:noFill/>
        </p:spPr>
        <p:txBody>
          <a:bodyPr wrap="square" lIns="0" tIns="0" rIns="0" bIns="0" rtlCol="0">
            <a:noAutofit/>
          </a:bodyPr>
          <a:lstStyle/>
          <a:p>
            <a:r>
              <a:rPr lang="de-CH" sz="1200" spc="20" dirty="0" err="1"/>
              <a:t>Maion</a:t>
            </a:r>
            <a:r>
              <a:rPr lang="de-CH" sz="1200" spc="20" dirty="0"/>
              <a:t> </a:t>
            </a:r>
            <a:r>
              <a:rPr lang="de-CH" sz="1200" spc="20" dirty="0" err="1"/>
              <a:t>parum</a:t>
            </a:r>
            <a:r>
              <a:rPr lang="de-CH" sz="1200" spc="20" dirty="0"/>
              <a:t> </a:t>
            </a:r>
            <a:r>
              <a:rPr lang="de-CH" sz="1200" spc="20" dirty="0" err="1"/>
              <a:t>nonequis</a:t>
            </a:r>
            <a:r>
              <a:rPr lang="de-CH" sz="1200" spc="20" dirty="0"/>
              <a:t> </a:t>
            </a:r>
            <a:r>
              <a:rPr lang="de-CH" sz="1200" spc="20" dirty="0" err="1"/>
              <a:t>maion</a:t>
            </a:r>
            <a:r>
              <a:rPr lang="de-CH" sz="1200" spc="20" dirty="0"/>
              <a:t> </a:t>
            </a:r>
            <a:r>
              <a:rPr lang="de-CH" sz="1200" spc="20" dirty="0" err="1"/>
              <a:t>etur</a:t>
            </a:r>
            <a:r>
              <a:rPr lang="de-CH" sz="1200" spc="20" dirty="0"/>
              <a:t> </a:t>
            </a:r>
            <a:r>
              <a:rPr lang="de-CH" sz="1200" spc="20" dirty="0" err="1"/>
              <a:t>minveni</a:t>
            </a:r>
            <a:r>
              <a:rPr lang="de-CH" sz="1200" spc="20" dirty="0"/>
              <a:t> en </a:t>
            </a:r>
            <a:r>
              <a:rPr lang="de-CH" sz="1200" spc="20" dirty="0" err="1"/>
              <a:t>dero</a:t>
            </a:r>
            <a:r>
              <a:rPr lang="de-CH" sz="1200" spc="20" dirty="0"/>
              <a:t> tempore, </a:t>
            </a:r>
            <a:r>
              <a:rPr lang="de-CH" sz="1200" spc="20" dirty="0" err="1"/>
              <a:t>temporu</a:t>
            </a:r>
            <a:r>
              <a:rPr lang="de-CH" sz="1200" spc="20" dirty="0"/>
              <a:t> </a:t>
            </a:r>
            <a:r>
              <a:rPr lang="de-CH" sz="1200" spc="20" dirty="0" err="1"/>
              <a:t>que</a:t>
            </a:r>
            <a:r>
              <a:rPr lang="de-CH" sz="1200" spc="20" dirty="0"/>
              <a:t> </a:t>
            </a:r>
            <a:r>
              <a:rPr lang="de-CH" sz="1200" spc="20" dirty="0" err="1"/>
              <a:t>dolorerchil</a:t>
            </a:r>
            <a:r>
              <a:rPr lang="de-CH" sz="1200" spc="20" dirty="0"/>
              <a:t> </a:t>
            </a:r>
            <a:r>
              <a:rPr lang="de-CH" sz="1200" spc="20" dirty="0" err="1"/>
              <a:t>invella</a:t>
            </a:r>
            <a:r>
              <a:rPr lang="de-CH" sz="1200" spc="20" dirty="0"/>
              <a:t> </a:t>
            </a:r>
            <a:r>
              <a:rPr lang="de-CH" sz="1200" spc="20" dirty="0" err="1"/>
              <a:t>borporum</a:t>
            </a:r>
            <a:r>
              <a:rPr lang="de-CH" sz="1200" spc="20" dirty="0"/>
              <a:t> </a:t>
            </a:r>
            <a:r>
              <a:rPr lang="de-CH" sz="1200" spc="20" dirty="0" err="1"/>
              <a:t>endam</a:t>
            </a:r>
            <a:r>
              <a:rPr lang="de-CH" sz="1200" spc="20" dirty="0"/>
              <a:t> </a:t>
            </a:r>
            <a:r>
              <a:rPr lang="de-CH" sz="1200" spc="20" dirty="0" err="1"/>
              <a:t>euma</a:t>
            </a:r>
            <a:r>
              <a:rPr lang="de-CH" sz="1200" spc="20" dirty="0"/>
              <a:t> nobis </a:t>
            </a:r>
            <a:r>
              <a:rPr lang="de-CH" sz="1200" spc="20" dirty="0" err="1"/>
              <a:t>mo.</a:t>
            </a:r>
            <a:endParaRPr lang="de-CH" sz="1200" spc="20" dirty="0"/>
          </a:p>
        </p:txBody>
      </p:sp>
      <p:sp>
        <p:nvSpPr>
          <p:cNvPr id="14" name="Textfeld 13">
            <a:extLst>
              <a:ext uri="{FF2B5EF4-FFF2-40B4-BE49-F238E27FC236}">
                <a16:creationId xmlns:a16="http://schemas.microsoft.com/office/drawing/2014/main" id="{A363F95A-770C-2B56-7830-292AADC58A30}"/>
              </a:ext>
            </a:extLst>
          </p:cNvPr>
          <p:cNvSpPr txBox="1"/>
          <p:nvPr/>
        </p:nvSpPr>
        <p:spPr>
          <a:xfrm>
            <a:off x="6205164" y="3533078"/>
            <a:ext cx="1719622" cy="1292662"/>
          </a:xfrm>
          <a:prstGeom prst="rect">
            <a:avLst/>
          </a:prstGeom>
          <a:noFill/>
        </p:spPr>
        <p:txBody>
          <a:bodyPr wrap="square" lIns="0" tIns="0" rIns="0" bIns="0" rtlCol="0">
            <a:noAutofit/>
          </a:bodyPr>
          <a:lstStyle/>
          <a:p>
            <a:r>
              <a:rPr lang="de-CH" sz="1200" spc="20" dirty="0" err="1"/>
              <a:t>Maion</a:t>
            </a:r>
            <a:r>
              <a:rPr lang="de-CH" sz="1200" spc="20" dirty="0"/>
              <a:t> </a:t>
            </a:r>
            <a:r>
              <a:rPr lang="de-CH" sz="1200" spc="20" dirty="0" err="1"/>
              <a:t>parum</a:t>
            </a:r>
            <a:r>
              <a:rPr lang="de-CH" sz="1200" spc="20" dirty="0"/>
              <a:t> </a:t>
            </a:r>
            <a:r>
              <a:rPr lang="de-CH" sz="1200" spc="20" dirty="0" err="1"/>
              <a:t>nonequis</a:t>
            </a:r>
            <a:r>
              <a:rPr lang="de-CH" sz="1200" spc="20" dirty="0"/>
              <a:t> </a:t>
            </a:r>
            <a:r>
              <a:rPr lang="de-CH" sz="1200" spc="20" dirty="0" err="1"/>
              <a:t>maion</a:t>
            </a:r>
            <a:r>
              <a:rPr lang="de-CH" sz="1200" spc="20" dirty="0"/>
              <a:t> </a:t>
            </a:r>
            <a:r>
              <a:rPr lang="de-CH" sz="1200" spc="20" dirty="0" err="1"/>
              <a:t>etur</a:t>
            </a:r>
            <a:r>
              <a:rPr lang="de-CH" sz="1200" spc="20" dirty="0"/>
              <a:t> </a:t>
            </a:r>
            <a:r>
              <a:rPr lang="de-CH" sz="1200" spc="20" dirty="0" err="1"/>
              <a:t>minveni</a:t>
            </a:r>
            <a:r>
              <a:rPr lang="de-CH" sz="1200" spc="20" dirty="0"/>
              <a:t> en </a:t>
            </a:r>
            <a:r>
              <a:rPr lang="de-CH" sz="1200" spc="20" dirty="0" err="1"/>
              <a:t>dero</a:t>
            </a:r>
            <a:r>
              <a:rPr lang="de-CH" sz="1200" spc="20" dirty="0"/>
              <a:t> tempore, </a:t>
            </a:r>
            <a:r>
              <a:rPr lang="de-CH" sz="1200" spc="20" dirty="0" err="1"/>
              <a:t>temporu</a:t>
            </a:r>
            <a:r>
              <a:rPr lang="de-CH" sz="1200" spc="20" dirty="0"/>
              <a:t> </a:t>
            </a:r>
            <a:r>
              <a:rPr lang="de-CH" sz="1200" spc="20" dirty="0" err="1"/>
              <a:t>que</a:t>
            </a:r>
            <a:r>
              <a:rPr lang="de-CH" sz="1200" spc="20" dirty="0"/>
              <a:t> </a:t>
            </a:r>
            <a:r>
              <a:rPr lang="de-CH" sz="1200" spc="20" dirty="0" err="1"/>
              <a:t>dolorerchil</a:t>
            </a:r>
            <a:r>
              <a:rPr lang="de-CH" sz="1200" spc="20" dirty="0"/>
              <a:t> </a:t>
            </a:r>
            <a:r>
              <a:rPr lang="de-CH" sz="1200" spc="20" dirty="0" err="1"/>
              <a:t>invella</a:t>
            </a:r>
            <a:r>
              <a:rPr lang="de-CH" sz="1200" spc="20" dirty="0"/>
              <a:t> </a:t>
            </a:r>
            <a:r>
              <a:rPr lang="de-CH" sz="1200" spc="20" dirty="0" err="1"/>
              <a:t>borporum</a:t>
            </a:r>
            <a:r>
              <a:rPr lang="de-CH" sz="1200" spc="20" dirty="0"/>
              <a:t> </a:t>
            </a:r>
            <a:r>
              <a:rPr lang="de-CH" sz="1200" spc="20" dirty="0" err="1"/>
              <a:t>endam</a:t>
            </a:r>
            <a:r>
              <a:rPr lang="de-CH" sz="1200" spc="20" dirty="0"/>
              <a:t> </a:t>
            </a:r>
            <a:r>
              <a:rPr lang="de-CH" sz="1200" spc="20" dirty="0" err="1"/>
              <a:t>euma</a:t>
            </a:r>
            <a:r>
              <a:rPr lang="de-CH" sz="1200" spc="20" dirty="0"/>
              <a:t> nobis </a:t>
            </a:r>
            <a:r>
              <a:rPr lang="de-CH" sz="1200" spc="20" dirty="0" err="1"/>
              <a:t>mo.</a:t>
            </a:r>
            <a:endParaRPr lang="de-CH" sz="1200" spc="20" dirty="0"/>
          </a:p>
        </p:txBody>
      </p:sp>
      <p:sp>
        <p:nvSpPr>
          <p:cNvPr id="15" name="Textfeld 14">
            <a:extLst>
              <a:ext uri="{FF2B5EF4-FFF2-40B4-BE49-F238E27FC236}">
                <a16:creationId xmlns:a16="http://schemas.microsoft.com/office/drawing/2014/main" id="{DE2ADACC-F5C8-0615-CF55-5E849A4ADED2}"/>
              </a:ext>
            </a:extLst>
          </p:cNvPr>
          <p:cNvSpPr txBox="1"/>
          <p:nvPr/>
        </p:nvSpPr>
        <p:spPr>
          <a:xfrm>
            <a:off x="8134906" y="3533078"/>
            <a:ext cx="1719622" cy="1292662"/>
          </a:xfrm>
          <a:prstGeom prst="rect">
            <a:avLst/>
          </a:prstGeom>
          <a:noFill/>
        </p:spPr>
        <p:txBody>
          <a:bodyPr wrap="square" lIns="0" tIns="0" rIns="0" bIns="0" rtlCol="0">
            <a:noAutofit/>
          </a:bodyPr>
          <a:lstStyle/>
          <a:p>
            <a:r>
              <a:rPr lang="de-CH" sz="1200" spc="20" dirty="0" err="1"/>
              <a:t>Maion</a:t>
            </a:r>
            <a:r>
              <a:rPr lang="de-CH" sz="1200" spc="20" dirty="0"/>
              <a:t> </a:t>
            </a:r>
            <a:r>
              <a:rPr lang="de-CH" sz="1200" spc="20" dirty="0" err="1"/>
              <a:t>parum</a:t>
            </a:r>
            <a:r>
              <a:rPr lang="de-CH" sz="1200" spc="20" dirty="0"/>
              <a:t> </a:t>
            </a:r>
            <a:r>
              <a:rPr lang="de-CH" sz="1200" spc="20" dirty="0" err="1"/>
              <a:t>nonequis</a:t>
            </a:r>
            <a:r>
              <a:rPr lang="de-CH" sz="1200" spc="20" dirty="0"/>
              <a:t> </a:t>
            </a:r>
            <a:r>
              <a:rPr lang="de-CH" sz="1200" spc="20" dirty="0" err="1"/>
              <a:t>maion</a:t>
            </a:r>
            <a:r>
              <a:rPr lang="de-CH" sz="1200" spc="20" dirty="0"/>
              <a:t> </a:t>
            </a:r>
            <a:r>
              <a:rPr lang="de-CH" sz="1200" spc="20" dirty="0" err="1"/>
              <a:t>etur</a:t>
            </a:r>
            <a:r>
              <a:rPr lang="de-CH" sz="1200" spc="20" dirty="0"/>
              <a:t> </a:t>
            </a:r>
            <a:r>
              <a:rPr lang="de-CH" sz="1200" spc="20" dirty="0" err="1"/>
              <a:t>minveni</a:t>
            </a:r>
            <a:r>
              <a:rPr lang="de-CH" sz="1200" spc="20" dirty="0"/>
              <a:t> en </a:t>
            </a:r>
            <a:r>
              <a:rPr lang="de-CH" sz="1200" spc="20" dirty="0" err="1"/>
              <a:t>dero</a:t>
            </a:r>
            <a:r>
              <a:rPr lang="de-CH" sz="1200" spc="20" dirty="0"/>
              <a:t> tempore, </a:t>
            </a:r>
            <a:r>
              <a:rPr lang="de-CH" sz="1200" spc="20" dirty="0" err="1"/>
              <a:t>temporu</a:t>
            </a:r>
            <a:r>
              <a:rPr lang="de-CH" sz="1200" spc="20" dirty="0"/>
              <a:t> </a:t>
            </a:r>
            <a:r>
              <a:rPr lang="de-CH" sz="1200" spc="20" dirty="0" err="1"/>
              <a:t>que</a:t>
            </a:r>
            <a:r>
              <a:rPr lang="de-CH" sz="1200" spc="20" dirty="0"/>
              <a:t> </a:t>
            </a:r>
            <a:r>
              <a:rPr lang="de-CH" sz="1200" spc="20" dirty="0" err="1"/>
              <a:t>dolorerchil</a:t>
            </a:r>
            <a:r>
              <a:rPr lang="de-CH" sz="1200" spc="20" dirty="0"/>
              <a:t> </a:t>
            </a:r>
            <a:r>
              <a:rPr lang="de-CH" sz="1200" spc="20" dirty="0" err="1"/>
              <a:t>invella</a:t>
            </a:r>
            <a:r>
              <a:rPr lang="de-CH" sz="1200" spc="20" dirty="0"/>
              <a:t> </a:t>
            </a:r>
            <a:r>
              <a:rPr lang="de-CH" sz="1200" spc="20" dirty="0" err="1"/>
              <a:t>borporum</a:t>
            </a:r>
            <a:r>
              <a:rPr lang="de-CH" sz="1200" spc="20" dirty="0"/>
              <a:t> </a:t>
            </a:r>
            <a:r>
              <a:rPr lang="de-CH" sz="1200" spc="20" dirty="0" err="1"/>
              <a:t>endam</a:t>
            </a:r>
            <a:r>
              <a:rPr lang="de-CH" sz="1200" spc="20" dirty="0"/>
              <a:t> </a:t>
            </a:r>
            <a:r>
              <a:rPr lang="de-CH" sz="1200" spc="20" dirty="0" err="1"/>
              <a:t>euma</a:t>
            </a:r>
            <a:r>
              <a:rPr lang="de-CH" sz="1200" spc="20" dirty="0"/>
              <a:t> nobis </a:t>
            </a:r>
            <a:r>
              <a:rPr lang="de-CH" sz="1200" spc="20" dirty="0" err="1"/>
              <a:t>mo.</a:t>
            </a:r>
            <a:endParaRPr lang="de-CH" sz="1200" spc="20" dirty="0"/>
          </a:p>
        </p:txBody>
      </p:sp>
      <p:sp>
        <p:nvSpPr>
          <p:cNvPr id="16" name="Textfeld 15">
            <a:extLst>
              <a:ext uri="{FF2B5EF4-FFF2-40B4-BE49-F238E27FC236}">
                <a16:creationId xmlns:a16="http://schemas.microsoft.com/office/drawing/2014/main" id="{EF87B352-307F-FA07-D742-4638F261BF94}"/>
              </a:ext>
            </a:extLst>
          </p:cNvPr>
          <p:cNvSpPr txBox="1"/>
          <p:nvPr/>
        </p:nvSpPr>
        <p:spPr>
          <a:xfrm>
            <a:off x="10064650" y="3533078"/>
            <a:ext cx="1719622" cy="1292662"/>
          </a:xfrm>
          <a:prstGeom prst="rect">
            <a:avLst/>
          </a:prstGeom>
          <a:noFill/>
        </p:spPr>
        <p:txBody>
          <a:bodyPr wrap="square" lIns="0" tIns="0" rIns="0" bIns="0" rtlCol="0">
            <a:noAutofit/>
          </a:bodyPr>
          <a:lstStyle/>
          <a:p>
            <a:r>
              <a:rPr lang="de-CH" sz="1200" spc="20" dirty="0" err="1"/>
              <a:t>Maion</a:t>
            </a:r>
            <a:r>
              <a:rPr lang="de-CH" sz="1200" spc="20" dirty="0"/>
              <a:t> </a:t>
            </a:r>
            <a:r>
              <a:rPr lang="de-CH" sz="1200" spc="20" dirty="0" err="1"/>
              <a:t>parum</a:t>
            </a:r>
            <a:r>
              <a:rPr lang="de-CH" sz="1200" spc="20" dirty="0"/>
              <a:t> </a:t>
            </a:r>
            <a:r>
              <a:rPr lang="de-CH" sz="1200" spc="20" dirty="0" err="1"/>
              <a:t>nonequis</a:t>
            </a:r>
            <a:r>
              <a:rPr lang="de-CH" sz="1200" spc="20" dirty="0"/>
              <a:t> </a:t>
            </a:r>
            <a:r>
              <a:rPr lang="de-CH" sz="1200" spc="20" dirty="0" err="1"/>
              <a:t>maion</a:t>
            </a:r>
            <a:r>
              <a:rPr lang="de-CH" sz="1200" spc="20" dirty="0"/>
              <a:t> </a:t>
            </a:r>
            <a:r>
              <a:rPr lang="de-CH" sz="1200" spc="20" dirty="0" err="1"/>
              <a:t>etur</a:t>
            </a:r>
            <a:r>
              <a:rPr lang="de-CH" sz="1200" spc="20" dirty="0"/>
              <a:t> </a:t>
            </a:r>
            <a:r>
              <a:rPr lang="de-CH" sz="1200" spc="20" dirty="0" err="1"/>
              <a:t>minveni</a:t>
            </a:r>
            <a:r>
              <a:rPr lang="de-CH" sz="1200" spc="20" dirty="0"/>
              <a:t> en </a:t>
            </a:r>
            <a:r>
              <a:rPr lang="de-CH" sz="1200" spc="20" dirty="0" err="1"/>
              <a:t>dero</a:t>
            </a:r>
            <a:r>
              <a:rPr lang="de-CH" sz="1200" spc="20" dirty="0"/>
              <a:t> tempore, </a:t>
            </a:r>
            <a:r>
              <a:rPr lang="de-CH" sz="1200" spc="20" dirty="0" err="1"/>
              <a:t>temporu</a:t>
            </a:r>
            <a:r>
              <a:rPr lang="de-CH" sz="1200" spc="20" dirty="0"/>
              <a:t> </a:t>
            </a:r>
            <a:r>
              <a:rPr lang="de-CH" sz="1200" spc="20" dirty="0" err="1"/>
              <a:t>que</a:t>
            </a:r>
            <a:r>
              <a:rPr lang="de-CH" sz="1200" spc="20" dirty="0"/>
              <a:t> </a:t>
            </a:r>
            <a:r>
              <a:rPr lang="de-CH" sz="1200" spc="20" dirty="0" err="1"/>
              <a:t>dolorerchil</a:t>
            </a:r>
            <a:r>
              <a:rPr lang="de-CH" sz="1200" spc="20" dirty="0"/>
              <a:t> </a:t>
            </a:r>
            <a:r>
              <a:rPr lang="de-CH" sz="1200" spc="20" dirty="0" err="1"/>
              <a:t>invella</a:t>
            </a:r>
            <a:r>
              <a:rPr lang="de-CH" sz="1200" spc="20" dirty="0"/>
              <a:t> </a:t>
            </a:r>
            <a:r>
              <a:rPr lang="de-CH" sz="1200" spc="20" dirty="0" err="1"/>
              <a:t>borporum</a:t>
            </a:r>
            <a:r>
              <a:rPr lang="de-CH" sz="1200" spc="20" dirty="0"/>
              <a:t> </a:t>
            </a:r>
            <a:r>
              <a:rPr lang="de-CH" sz="1200" spc="20" dirty="0" err="1"/>
              <a:t>endam</a:t>
            </a:r>
            <a:r>
              <a:rPr lang="de-CH" sz="1200" spc="20" dirty="0"/>
              <a:t> </a:t>
            </a:r>
            <a:r>
              <a:rPr lang="de-CH" sz="1200" spc="20" dirty="0" err="1"/>
              <a:t>euma</a:t>
            </a:r>
            <a:r>
              <a:rPr lang="de-CH" sz="1200" spc="20" dirty="0"/>
              <a:t> nobis </a:t>
            </a:r>
            <a:r>
              <a:rPr lang="de-CH" sz="1200" spc="20" dirty="0" err="1"/>
              <a:t>mo.</a:t>
            </a:r>
            <a:endParaRPr lang="de-CH" sz="1200" spc="20" dirty="0"/>
          </a:p>
        </p:txBody>
      </p:sp>
      <p:sp>
        <p:nvSpPr>
          <p:cNvPr id="17" name="Textfeld 16">
            <a:extLst>
              <a:ext uri="{FF2B5EF4-FFF2-40B4-BE49-F238E27FC236}">
                <a16:creationId xmlns:a16="http://schemas.microsoft.com/office/drawing/2014/main" id="{A226164C-B20B-3BE5-2E2C-FE1AEBE33464}"/>
              </a:ext>
            </a:extLst>
          </p:cNvPr>
          <p:cNvSpPr txBox="1"/>
          <p:nvPr/>
        </p:nvSpPr>
        <p:spPr>
          <a:xfrm>
            <a:off x="409575" y="2897641"/>
            <a:ext cx="1041909" cy="243325"/>
          </a:xfrm>
          <a:prstGeom prst="rect">
            <a:avLst/>
          </a:prstGeom>
          <a:noFill/>
        </p:spPr>
        <p:txBody>
          <a:bodyPr wrap="square" lIns="0" tIns="0" rIns="0" bIns="0" rtlCol="0">
            <a:noAutofit/>
          </a:bodyPr>
          <a:lstStyle/>
          <a:p>
            <a:r>
              <a:rPr lang="de-CH" sz="1400" b="1" spc="20" dirty="0"/>
              <a:t>0000</a:t>
            </a:r>
          </a:p>
        </p:txBody>
      </p:sp>
      <p:sp>
        <p:nvSpPr>
          <p:cNvPr id="18" name="Textfeld 17">
            <a:extLst>
              <a:ext uri="{FF2B5EF4-FFF2-40B4-BE49-F238E27FC236}">
                <a16:creationId xmlns:a16="http://schemas.microsoft.com/office/drawing/2014/main" id="{2936DDF0-CB32-40A9-32BB-76CFF06FABCD}"/>
              </a:ext>
            </a:extLst>
          </p:cNvPr>
          <p:cNvSpPr txBox="1"/>
          <p:nvPr/>
        </p:nvSpPr>
        <p:spPr>
          <a:xfrm>
            <a:off x="10067719" y="2897641"/>
            <a:ext cx="1041909" cy="243325"/>
          </a:xfrm>
          <a:prstGeom prst="rect">
            <a:avLst/>
          </a:prstGeom>
          <a:noFill/>
        </p:spPr>
        <p:txBody>
          <a:bodyPr wrap="square" lIns="0" tIns="0" rIns="0" bIns="0" rtlCol="0">
            <a:noAutofit/>
          </a:bodyPr>
          <a:lstStyle/>
          <a:p>
            <a:r>
              <a:rPr lang="de-CH" sz="1400" b="1" spc="20" dirty="0"/>
              <a:t>0000</a:t>
            </a:r>
          </a:p>
        </p:txBody>
      </p:sp>
      <p:sp>
        <p:nvSpPr>
          <p:cNvPr id="19" name="Textfeld 18">
            <a:extLst>
              <a:ext uri="{FF2B5EF4-FFF2-40B4-BE49-F238E27FC236}">
                <a16:creationId xmlns:a16="http://schemas.microsoft.com/office/drawing/2014/main" id="{FFBE0E89-F0ED-4234-6C3A-EBDF379BA968}"/>
              </a:ext>
            </a:extLst>
          </p:cNvPr>
          <p:cNvSpPr txBox="1"/>
          <p:nvPr/>
        </p:nvSpPr>
        <p:spPr>
          <a:xfrm>
            <a:off x="2341204" y="2897641"/>
            <a:ext cx="1041909" cy="243325"/>
          </a:xfrm>
          <a:prstGeom prst="rect">
            <a:avLst/>
          </a:prstGeom>
          <a:noFill/>
        </p:spPr>
        <p:txBody>
          <a:bodyPr wrap="square" lIns="0" tIns="0" rIns="0" bIns="0" rtlCol="0">
            <a:noAutofit/>
          </a:bodyPr>
          <a:lstStyle/>
          <a:p>
            <a:r>
              <a:rPr lang="de-CH" sz="1400" b="1" spc="20" dirty="0"/>
              <a:t>0000</a:t>
            </a:r>
          </a:p>
        </p:txBody>
      </p:sp>
      <p:sp>
        <p:nvSpPr>
          <p:cNvPr id="20" name="Textfeld 19">
            <a:extLst>
              <a:ext uri="{FF2B5EF4-FFF2-40B4-BE49-F238E27FC236}">
                <a16:creationId xmlns:a16="http://schemas.microsoft.com/office/drawing/2014/main" id="{7FCD8791-50B7-66AB-0047-E198451086DA}"/>
              </a:ext>
            </a:extLst>
          </p:cNvPr>
          <p:cNvSpPr txBox="1"/>
          <p:nvPr/>
        </p:nvSpPr>
        <p:spPr>
          <a:xfrm>
            <a:off x="4272833" y="2897641"/>
            <a:ext cx="1041909" cy="243325"/>
          </a:xfrm>
          <a:prstGeom prst="rect">
            <a:avLst/>
          </a:prstGeom>
          <a:noFill/>
        </p:spPr>
        <p:txBody>
          <a:bodyPr wrap="square" lIns="0" tIns="0" rIns="0" bIns="0" rtlCol="0">
            <a:noAutofit/>
          </a:bodyPr>
          <a:lstStyle/>
          <a:p>
            <a:r>
              <a:rPr lang="de-CH" sz="1400" b="1" spc="20" dirty="0"/>
              <a:t>0000</a:t>
            </a:r>
          </a:p>
        </p:txBody>
      </p:sp>
      <p:sp>
        <p:nvSpPr>
          <p:cNvPr id="21" name="Textfeld 20">
            <a:extLst>
              <a:ext uri="{FF2B5EF4-FFF2-40B4-BE49-F238E27FC236}">
                <a16:creationId xmlns:a16="http://schemas.microsoft.com/office/drawing/2014/main" id="{9B348BF1-CF2A-A642-3B02-E3AAEA9A6B21}"/>
              </a:ext>
            </a:extLst>
          </p:cNvPr>
          <p:cNvSpPr txBox="1"/>
          <p:nvPr/>
        </p:nvSpPr>
        <p:spPr>
          <a:xfrm>
            <a:off x="6204462" y="2897641"/>
            <a:ext cx="1041909" cy="243325"/>
          </a:xfrm>
          <a:prstGeom prst="rect">
            <a:avLst/>
          </a:prstGeom>
          <a:noFill/>
        </p:spPr>
        <p:txBody>
          <a:bodyPr wrap="square" lIns="0" tIns="0" rIns="0" bIns="0" rtlCol="0">
            <a:noAutofit/>
          </a:bodyPr>
          <a:lstStyle/>
          <a:p>
            <a:r>
              <a:rPr lang="de-CH" sz="1400" b="1" spc="20" dirty="0"/>
              <a:t>0000</a:t>
            </a:r>
          </a:p>
        </p:txBody>
      </p:sp>
      <p:sp>
        <p:nvSpPr>
          <p:cNvPr id="22" name="Textfeld 21">
            <a:extLst>
              <a:ext uri="{FF2B5EF4-FFF2-40B4-BE49-F238E27FC236}">
                <a16:creationId xmlns:a16="http://schemas.microsoft.com/office/drawing/2014/main" id="{C43FC90A-3433-DFBB-CDFA-7B4EB64E2A2C}"/>
              </a:ext>
            </a:extLst>
          </p:cNvPr>
          <p:cNvSpPr txBox="1"/>
          <p:nvPr/>
        </p:nvSpPr>
        <p:spPr>
          <a:xfrm>
            <a:off x="8136091" y="2897641"/>
            <a:ext cx="1041909" cy="243325"/>
          </a:xfrm>
          <a:prstGeom prst="rect">
            <a:avLst/>
          </a:prstGeom>
          <a:noFill/>
        </p:spPr>
        <p:txBody>
          <a:bodyPr wrap="square" lIns="0" tIns="0" rIns="0" bIns="0" rtlCol="0">
            <a:noAutofit/>
          </a:bodyPr>
          <a:lstStyle/>
          <a:p>
            <a:r>
              <a:rPr lang="de-CH" sz="1400" b="1" spc="20" dirty="0"/>
              <a:t>0000</a:t>
            </a:r>
          </a:p>
        </p:txBody>
      </p:sp>
      <p:sp>
        <p:nvSpPr>
          <p:cNvPr id="23" name="Ellipse 22">
            <a:extLst>
              <a:ext uri="{FF2B5EF4-FFF2-40B4-BE49-F238E27FC236}">
                <a16:creationId xmlns:a16="http://schemas.microsoft.com/office/drawing/2014/main" id="{BF68DF91-6CC4-74E9-7F5B-332CDF923A4C}"/>
              </a:ext>
            </a:extLst>
          </p:cNvPr>
          <p:cNvSpPr>
            <a:spLocks noChangeAspect="1"/>
          </p:cNvSpPr>
          <p:nvPr/>
        </p:nvSpPr>
        <p:spPr>
          <a:xfrm>
            <a:off x="415695" y="3196933"/>
            <a:ext cx="118800" cy="1188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24" name="Ellipse 23">
            <a:extLst>
              <a:ext uri="{FF2B5EF4-FFF2-40B4-BE49-F238E27FC236}">
                <a16:creationId xmlns:a16="http://schemas.microsoft.com/office/drawing/2014/main" id="{7FA36F13-2B3F-2303-F2B5-DFA43B11925E}"/>
              </a:ext>
            </a:extLst>
          </p:cNvPr>
          <p:cNvSpPr>
            <a:spLocks noChangeAspect="1"/>
          </p:cNvSpPr>
          <p:nvPr/>
        </p:nvSpPr>
        <p:spPr>
          <a:xfrm>
            <a:off x="2345471" y="3196933"/>
            <a:ext cx="118800" cy="1188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25" name="Ellipse 24">
            <a:extLst>
              <a:ext uri="{FF2B5EF4-FFF2-40B4-BE49-F238E27FC236}">
                <a16:creationId xmlns:a16="http://schemas.microsoft.com/office/drawing/2014/main" id="{1C4D6F20-EF30-DAE2-ADA6-7C4699B14C45}"/>
              </a:ext>
            </a:extLst>
          </p:cNvPr>
          <p:cNvSpPr>
            <a:spLocks noChangeAspect="1"/>
          </p:cNvSpPr>
          <p:nvPr/>
        </p:nvSpPr>
        <p:spPr>
          <a:xfrm>
            <a:off x="4275247" y="3196933"/>
            <a:ext cx="118800" cy="1188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26" name="Ellipse 25">
            <a:extLst>
              <a:ext uri="{FF2B5EF4-FFF2-40B4-BE49-F238E27FC236}">
                <a16:creationId xmlns:a16="http://schemas.microsoft.com/office/drawing/2014/main" id="{EC65C97C-9A1B-5024-B3E3-1189565ECAFE}"/>
              </a:ext>
            </a:extLst>
          </p:cNvPr>
          <p:cNvSpPr>
            <a:spLocks noChangeAspect="1"/>
          </p:cNvSpPr>
          <p:nvPr/>
        </p:nvSpPr>
        <p:spPr>
          <a:xfrm>
            <a:off x="6205023" y="3196933"/>
            <a:ext cx="118800" cy="1188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27" name="Ellipse 26">
            <a:extLst>
              <a:ext uri="{FF2B5EF4-FFF2-40B4-BE49-F238E27FC236}">
                <a16:creationId xmlns:a16="http://schemas.microsoft.com/office/drawing/2014/main" id="{37605B2B-2BEB-3975-BB86-D3A8255E7CA7}"/>
              </a:ext>
            </a:extLst>
          </p:cNvPr>
          <p:cNvSpPr>
            <a:spLocks noChangeAspect="1"/>
          </p:cNvSpPr>
          <p:nvPr/>
        </p:nvSpPr>
        <p:spPr>
          <a:xfrm>
            <a:off x="8134799" y="3196933"/>
            <a:ext cx="118800" cy="1188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28" name="Ellipse 27">
            <a:extLst>
              <a:ext uri="{FF2B5EF4-FFF2-40B4-BE49-F238E27FC236}">
                <a16:creationId xmlns:a16="http://schemas.microsoft.com/office/drawing/2014/main" id="{4C77FECA-715F-12D2-3E62-B25F1A9DBD8A}"/>
              </a:ext>
            </a:extLst>
          </p:cNvPr>
          <p:cNvSpPr>
            <a:spLocks noChangeAspect="1"/>
          </p:cNvSpPr>
          <p:nvPr/>
        </p:nvSpPr>
        <p:spPr>
          <a:xfrm>
            <a:off x="10064575" y="3196933"/>
            <a:ext cx="118800" cy="1188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nvGrpSpPr>
          <p:cNvPr id="6" name="Gruppieren 5">
            <a:extLst>
              <a:ext uri="{FF2B5EF4-FFF2-40B4-BE49-F238E27FC236}">
                <a16:creationId xmlns:a16="http://schemas.microsoft.com/office/drawing/2014/main" id="{93CA7480-6F87-387D-5059-0A49B74A0209}"/>
              </a:ext>
            </a:extLst>
          </p:cNvPr>
          <p:cNvGrpSpPr/>
          <p:nvPr/>
        </p:nvGrpSpPr>
        <p:grpSpPr>
          <a:xfrm flipH="1">
            <a:off x="6930334" y="1642832"/>
            <a:ext cx="3193641" cy="1120862"/>
            <a:chOff x="8876815" y="3198075"/>
            <a:chExt cx="3193641" cy="1151897"/>
          </a:xfrm>
          <a:solidFill>
            <a:schemeClr val="accent6"/>
          </a:solidFill>
        </p:grpSpPr>
        <p:sp>
          <p:nvSpPr>
            <p:cNvPr id="7" name="Rechteck 6">
              <a:extLst>
                <a:ext uri="{FF2B5EF4-FFF2-40B4-BE49-F238E27FC236}">
                  <a16:creationId xmlns:a16="http://schemas.microsoft.com/office/drawing/2014/main" id="{488CF2AD-0EE1-190A-A4CF-4C9042ABB468}"/>
                </a:ext>
              </a:extLst>
            </p:cNvPr>
            <p:cNvSpPr/>
            <p:nvPr/>
          </p:nvSpPr>
          <p:spPr>
            <a:xfrm>
              <a:off x="8876815" y="3198075"/>
              <a:ext cx="3193641" cy="8532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44000" rIns="72000" bIns="72000" rtlCol="0" anchor="t"/>
            <a:lstStyle/>
            <a:p>
              <a:pPr>
                <a:lnSpc>
                  <a:spcPct val="97000"/>
                </a:lnSpc>
              </a:pPr>
              <a:r>
                <a:rPr lang="de-CH" sz="1200" b="1" spc="30" dirty="0">
                  <a:solidFill>
                    <a:schemeClr val="tx1"/>
                  </a:solidFill>
                </a:rPr>
                <a:t>Hinweis</a:t>
              </a:r>
            </a:p>
            <a:p>
              <a:pPr>
                <a:lnSpc>
                  <a:spcPct val="97000"/>
                </a:lnSpc>
              </a:pPr>
              <a:r>
                <a:rPr lang="de-CH" sz="1200" spc="30" dirty="0">
                  <a:solidFill>
                    <a:schemeClr val="tx1"/>
                  </a:solidFill>
                </a:rPr>
                <a:t>Punkte können über Formformat &gt; Fülleffekt angepasst werden.</a:t>
              </a:r>
            </a:p>
          </p:txBody>
        </p:sp>
        <p:sp>
          <p:nvSpPr>
            <p:cNvPr id="8" name="Rechtwinkliges Dreieck 7">
              <a:extLst>
                <a:ext uri="{FF2B5EF4-FFF2-40B4-BE49-F238E27FC236}">
                  <a16:creationId xmlns:a16="http://schemas.microsoft.com/office/drawing/2014/main" id="{B3E27603-D2BE-CE9D-0663-FCF2024F92CD}"/>
                </a:ext>
              </a:extLst>
            </p:cNvPr>
            <p:cNvSpPr/>
            <p:nvPr/>
          </p:nvSpPr>
          <p:spPr>
            <a:xfrm flipV="1">
              <a:off x="8876815" y="4034461"/>
              <a:ext cx="315529" cy="315511"/>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spTree>
    <p:extLst>
      <p:ext uri="{BB962C8B-B14F-4D97-AF65-F5344CB8AC3E}">
        <p14:creationId xmlns:p14="http://schemas.microsoft.com/office/powerpoint/2010/main" val="2183946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5F643E27-4353-7F1F-146B-D9CAF272FEB7}"/>
              </a:ext>
            </a:extLst>
          </p:cNvPr>
          <p:cNvSpPr>
            <a:spLocks noGrp="1"/>
          </p:cNvSpPr>
          <p:nvPr>
            <p:ph type="dt" sz="half" idx="10"/>
          </p:nvPr>
        </p:nvSpPr>
        <p:spPr/>
        <p:txBody>
          <a:bodyPr/>
          <a:lstStyle/>
          <a:p>
            <a:fld id="{B5F2DE1C-52A6-47F5-8199-F6712FCDD428}" type="datetime4">
              <a:rPr lang="de-CH" smtClean="0"/>
              <a:t>8. Februar 2026</a:t>
            </a:fld>
            <a:endParaRPr lang="de-CH" dirty="0"/>
          </a:p>
        </p:txBody>
      </p:sp>
      <p:sp>
        <p:nvSpPr>
          <p:cNvPr id="3" name="Fußzeilenplatzhalter 2">
            <a:extLst>
              <a:ext uri="{FF2B5EF4-FFF2-40B4-BE49-F238E27FC236}">
                <a16:creationId xmlns:a16="http://schemas.microsoft.com/office/drawing/2014/main" id="{393FAB64-BCC6-CD23-539B-0AFB9BE0E7DB}"/>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4" name="Foliennummernplatzhalter 3">
            <a:extLst>
              <a:ext uri="{FF2B5EF4-FFF2-40B4-BE49-F238E27FC236}">
                <a16:creationId xmlns:a16="http://schemas.microsoft.com/office/drawing/2014/main" id="{E00006D6-3935-B1D4-1E11-5C5EDF512183}"/>
              </a:ext>
            </a:extLst>
          </p:cNvPr>
          <p:cNvSpPr>
            <a:spLocks noGrp="1"/>
          </p:cNvSpPr>
          <p:nvPr>
            <p:ph type="sldNum" sz="quarter" idx="12"/>
          </p:nvPr>
        </p:nvSpPr>
        <p:spPr/>
        <p:txBody>
          <a:bodyPr/>
          <a:lstStyle/>
          <a:p>
            <a:fld id="{442AD375-037F-43D0-B059-5172DA06796A}" type="slidenum">
              <a:rPr lang="de-CH" smtClean="0"/>
              <a:pPr/>
              <a:t>56</a:t>
            </a:fld>
            <a:endParaRPr lang="de-CH" dirty="0"/>
          </a:p>
        </p:txBody>
      </p:sp>
      <p:sp>
        <p:nvSpPr>
          <p:cNvPr id="5" name="Titel 4">
            <a:extLst>
              <a:ext uri="{FF2B5EF4-FFF2-40B4-BE49-F238E27FC236}">
                <a16:creationId xmlns:a16="http://schemas.microsoft.com/office/drawing/2014/main" id="{D95E5F45-B3CE-D389-D412-E8B20E671D0E}"/>
              </a:ext>
            </a:extLst>
          </p:cNvPr>
          <p:cNvSpPr>
            <a:spLocks noGrp="1"/>
          </p:cNvSpPr>
          <p:nvPr>
            <p:ph type="title"/>
          </p:nvPr>
        </p:nvSpPr>
        <p:spPr/>
        <p:txBody>
          <a:bodyPr/>
          <a:lstStyle/>
          <a:p>
            <a:r>
              <a:rPr lang="de-CH" dirty="0"/>
              <a:t>Beispielfolie mit Phasen</a:t>
            </a:r>
          </a:p>
        </p:txBody>
      </p:sp>
      <p:cxnSp>
        <p:nvCxnSpPr>
          <p:cNvPr id="9" name="Gerader Verbinder 8">
            <a:extLst>
              <a:ext uri="{FF2B5EF4-FFF2-40B4-BE49-F238E27FC236}">
                <a16:creationId xmlns:a16="http://schemas.microsoft.com/office/drawing/2014/main" id="{9049EF1F-CA56-C4F9-038B-AB71600B0AA6}"/>
              </a:ext>
            </a:extLst>
          </p:cNvPr>
          <p:cNvCxnSpPr>
            <a:cxnSpLocks/>
          </p:cNvCxnSpPr>
          <p:nvPr/>
        </p:nvCxnSpPr>
        <p:spPr>
          <a:xfrm>
            <a:off x="9396224" y="2972755"/>
            <a:ext cx="659689" cy="0"/>
          </a:xfrm>
          <a:prstGeom prst="line">
            <a:avLst/>
          </a:prstGeom>
          <a:ln w="9525">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F50EDEBF-ABD8-F4AE-A7D5-5F474C8A3271}"/>
              </a:ext>
            </a:extLst>
          </p:cNvPr>
          <p:cNvSpPr txBox="1"/>
          <p:nvPr/>
        </p:nvSpPr>
        <p:spPr>
          <a:xfrm>
            <a:off x="415938" y="3923838"/>
            <a:ext cx="1719622" cy="1292662"/>
          </a:xfrm>
          <a:prstGeom prst="rect">
            <a:avLst/>
          </a:prstGeom>
          <a:noFill/>
        </p:spPr>
        <p:txBody>
          <a:bodyPr wrap="square" lIns="0" tIns="0" rIns="0" bIns="0" rtlCol="0">
            <a:noAutofit/>
          </a:bodyPr>
          <a:lstStyle/>
          <a:p>
            <a:r>
              <a:rPr lang="de-CH" sz="1200" spc="20" dirty="0" err="1"/>
              <a:t>Maion</a:t>
            </a:r>
            <a:r>
              <a:rPr lang="de-CH" sz="1200" spc="20" dirty="0"/>
              <a:t> </a:t>
            </a:r>
            <a:r>
              <a:rPr lang="de-CH" sz="1200" spc="20" dirty="0" err="1"/>
              <a:t>parum</a:t>
            </a:r>
            <a:r>
              <a:rPr lang="de-CH" sz="1200" spc="20" dirty="0"/>
              <a:t> </a:t>
            </a:r>
            <a:r>
              <a:rPr lang="de-CH" sz="1200" spc="20" dirty="0" err="1"/>
              <a:t>nonequis</a:t>
            </a:r>
            <a:r>
              <a:rPr lang="de-CH" sz="1200" spc="20" dirty="0"/>
              <a:t> </a:t>
            </a:r>
            <a:r>
              <a:rPr lang="de-CH" sz="1200" spc="20" dirty="0" err="1"/>
              <a:t>maion</a:t>
            </a:r>
            <a:r>
              <a:rPr lang="de-CH" sz="1200" spc="20" dirty="0"/>
              <a:t> </a:t>
            </a:r>
            <a:r>
              <a:rPr lang="de-CH" sz="1200" spc="20" dirty="0" err="1"/>
              <a:t>etur</a:t>
            </a:r>
            <a:r>
              <a:rPr lang="de-CH" sz="1200" spc="20" dirty="0"/>
              <a:t> </a:t>
            </a:r>
            <a:r>
              <a:rPr lang="de-CH" sz="1200" spc="20" dirty="0" err="1"/>
              <a:t>minveni</a:t>
            </a:r>
            <a:r>
              <a:rPr lang="de-CH" sz="1200" spc="20" dirty="0"/>
              <a:t> en </a:t>
            </a:r>
            <a:r>
              <a:rPr lang="de-CH" sz="1200" spc="20" dirty="0" err="1"/>
              <a:t>dero</a:t>
            </a:r>
            <a:r>
              <a:rPr lang="de-CH" sz="1200" spc="20" dirty="0"/>
              <a:t> tempore, </a:t>
            </a:r>
            <a:r>
              <a:rPr lang="de-CH" sz="1200" spc="20" dirty="0" err="1"/>
              <a:t>temporu</a:t>
            </a:r>
            <a:r>
              <a:rPr lang="de-CH" sz="1200" spc="20" dirty="0"/>
              <a:t> </a:t>
            </a:r>
            <a:r>
              <a:rPr lang="de-CH" sz="1200" spc="20" dirty="0" err="1"/>
              <a:t>que</a:t>
            </a:r>
            <a:r>
              <a:rPr lang="de-CH" sz="1200" spc="20" dirty="0"/>
              <a:t> </a:t>
            </a:r>
            <a:r>
              <a:rPr lang="de-CH" sz="1200" spc="20" dirty="0" err="1"/>
              <a:t>dolorerchil</a:t>
            </a:r>
            <a:r>
              <a:rPr lang="de-CH" sz="1200" spc="20" dirty="0"/>
              <a:t> </a:t>
            </a:r>
            <a:r>
              <a:rPr lang="de-CH" sz="1200" spc="20" dirty="0" err="1"/>
              <a:t>invella</a:t>
            </a:r>
            <a:r>
              <a:rPr lang="de-CH" sz="1200" spc="20" dirty="0"/>
              <a:t> </a:t>
            </a:r>
            <a:r>
              <a:rPr lang="de-CH" sz="1200" spc="20" dirty="0" err="1"/>
              <a:t>borporum</a:t>
            </a:r>
            <a:r>
              <a:rPr lang="de-CH" sz="1200" spc="20" dirty="0"/>
              <a:t> </a:t>
            </a:r>
            <a:r>
              <a:rPr lang="de-CH" sz="1200" spc="20" dirty="0" err="1"/>
              <a:t>endam</a:t>
            </a:r>
            <a:r>
              <a:rPr lang="de-CH" sz="1200" spc="20" dirty="0"/>
              <a:t> </a:t>
            </a:r>
            <a:r>
              <a:rPr lang="de-CH" sz="1200" spc="20" dirty="0" err="1"/>
              <a:t>euma</a:t>
            </a:r>
            <a:r>
              <a:rPr lang="de-CH" sz="1200" spc="20" dirty="0"/>
              <a:t> nobis </a:t>
            </a:r>
            <a:r>
              <a:rPr lang="de-CH" sz="1200" spc="20" dirty="0" err="1"/>
              <a:t>mo.</a:t>
            </a:r>
            <a:endParaRPr lang="de-CH" sz="1200" spc="20" dirty="0"/>
          </a:p>
        </p:txBody>
      </p:sp>
      <p:sp>
        <p:nvSpPr>
          <p:cNvPr id="12" name="Textfeld 11">
            <a:extLst>
              <a:ext uri="{FF2B5EF4-FFF2-40B4-BE49-F238E27FC236}">
                <a16:creationId xmlns:a16="http://schemas.microsoft.com/office/drawing/2014/main" id="{45E1AE56-A7D3-315C-6168-807977E82696}"/>
              </a:ext>
            </a:extLst>
          </p:cNvPr>
          <p:cNvSpPr txBox="1"/>
          <p:nvPr/>
        </p:nvSpPr>
        <p:spPr>
          <a:xfrm>
            <a:off x="2345680" y="3923838"/>
            <a:ext cx="1719622" cy="1292662"/>
          </a:xfrm>
          <a:prstGeom prst="rect">
            <a:avLst/>
          </a:prstGeom>
          <a:noFill/>
        </p:spPr>
        <p:txBody>
          <a:bodyPr wrap="square" lIns="0" tIns="0" rIns="0" bIns="0" rtlCol="0">
            <a:noAutofit/>
          </a:bodyPr>
          <a:lstStyle/>
          <a:p>
            <a:r>
              <a:rPr lang="de-CH" sz="1200" spc="20" dirty="0" err="1"/>
              <a:t>Maion</a:t>
            </a:r>
            <a:r>
              <a:rPr lang="de-CH" sz="1200" spc="20" dirty="0"/>
              <a:t> </a:t>
            </a:r>
            <a:r>
              <a:rPr lang="de-CH" sz="1200" spc="20" dirty="0" err="1"/>
              <a:t>parum</a:t>
            </a:r>
            <a:r>
              <a:rPr lang="de-CH" sz="1200" spc="20" dirty="0"/>
              <a:t> </a:t>
            </a:r>
            <a:r>
              <a:rPr lang="de-CH" sz="1200" spc="20" dirty="0" err="1"/>
              <a:t>nonequis</a:t>
            </a:r>
            <a:r>
              <a:rPr lang="de-CH" sz="1200" spc="20" dirty="0"/>
              <a:t> </a:t>
            </a:r>
            <a:r>
              <a:rPr lang="de-CH" sz="1200" spc="20" dirty="0" err="1"/>
              <a:t>maion</a:t>
            </a:r>
            <a:r>
              <a:rPr lang="de-CH" sz="1200" spc="20" dirty="0"/>
              <a:t> </a:t>
            </a:r>
            <a:r>
              <a:rPr lang="de-CH" sz="1200" spc="20" dirty="0" err="1"/>
              <a:t>etur</a:t>
            </a:r>
            <a:r>
              <a:rPr lang="de-CH" sz="1200" spc="20" dirty="0"/>
              <a:t> </a:t>
            </a:r>
            <a:r>
              <a:rPr lang="de-CH" sz="1200" spc="20" dirty="0" err="1"/>
              <a:t>minveni</a:t>
            </a:r>
            <a:r>
              <a:rPr lang="de-CH" sz="1200" spc="20" dirty="0"/>
              <a:t> en </a:t>
            </a:r>
            <a:r>
              <a:rPr lang="de-CH" sz="1200" spc="20" dirty="0" err="1"/>
              <a:t>dero</a:t>
            </a:r>
            <a:r>
              <a:rPr lang="de-CH" sz="1200" spc="20" dirty="0"/>
              <a:t> tempore, </a:t>
            </a:r>
            <a:r>
              <a:rPr lang="de-CH" sz="1200" spc="20" dirty="0" err="1"/>
              <a:t>temporu</a:t>
            </a:r>
            <a:r>
              <a:rPr lang="de-CH" sz="1200" spc="20" dirty="0"/>
              <a:t> </a:t>
            </a:r>
            <a:r>
              <a:rPr lang="de-CH" sz="1200" spc="20" dirty="0" err="1"/>
              <a:t>que</a:t>
            </a:r>
            <a:r>
              <a:rPr lang="de-CH" sz="1200" spc="20" dirty="0"/>
              <a:t> </a:t>
            </a:r>
            <a:r>
              <a:rPr lang="de-CH" sz="1200" spc="20" dirty="0" err="1"/>
              <a:t>dolorerchil</a:t>
            </a:r>
            <a:r>
              <a:rPr lang="de-CH" sz="1200" spc="20" dirty="0"/>
              <a:t> </a:t>
            </a:r>
            <a:r>
              <a:rPr lang="de-CH" sz="1200" spc="20" dirty="0" err="1"/>
              <a:t>invella</a:t>
            </a:r>
            <a:r>
              <a:rPr lang="de-CH" sz="1200" spc="20" dirty="0"/>
              <a:t> </a:t>
            </a:r>
            <a:r>
              <a:rPr lang="de-CH" sz="1200" spc="20" dirty="0" err="1"/>
              <a:t>borporum</a:t>
            </a:r>
            <a:r>
              <a:rPr lang="de-CH" sz="1200" spc="20" dirty="0"/>
              <a:t> </a:t>
            </a:r>
            <a:r>
              <a:rPr lang="de-CH" sz="1200" spc="20" dirty="0" err="1"/>
              <a:t>endam</a:t>
            </a:r>
            <a:r>
              <a:rPr lang="de-CH" sz="1200" spc="20" dirty="0"/>
              <a:t> </a:t>
            </a:r>
            <a:r>
              <a:rPr lang="de-CH" sz="1200" spc="20" dirty="0" err="1"/>
              <a:t>euma</a:t>
            </a:r>
            <a:r>
              <a:rPr lang="de-CH" sz="1200" spc="20" dirty="0"/>
              <a:t> nobis </a:t>
            </a:r>
            <a:r>
              <a:rPr lang="de-CH" sz="1200" spc="20" dirty="0" err="1"/>
              <a:t>mo.</a:t>
            </a:r>
            <a:endParaRPr lang="de-CH" sz="1200" spc="20" dirty="0"/>
          </a:p>
        </p:txBody>
      </p:sp>
      <p:sp>
        <p:nvSpPr>
          <p:cNvPr id="13" name="Textfeld 12">
            <a:extLst>
              <a:ext uri="{FF2B5EF4-FFF2-40B4-BE49-F238E27FC236}">
                <a16:creationId xmlns:a16="http://schemas.microsoft.com/office/drawing/2014/main" id="{2EC1B228-E1A3-F184-CF0A-6F849C101112}"/>
              </a:ext>
            </a:extLst>
          </p:cNvPr>
          <p:cNvSpPr txBox="1"/>
          <p:nvPr/>
        </p:nvSpPr>
        <p:spPr>
          <a:xfrm>
            <a:off x="4275422" y="3923838"/>
            <a:ext cx="1719622" cy="1292662"/>
          </a:xfrm>
          <a:prstGeom prst="rect">
            <a:avLst/>
          </a:prstGeom>
          <a:noFill/>
        </p:spPr>
        <p:txBody>
          <a:bodyPr wrap="square" lIns="0" tIns="0" rIns="0" bIns="0" rtlCol="0">
            <a:noAutofit/>
          </a:bodyPr>
          <a:lstStyle/>
          <a:p>
            <a:r>
              <a:rPr lang="de-CH" sz="1200" spc="20" dirty="0" err="1"/>
              <a:t>Maion</a:t>
            </a:r>
            <a:r>
              <a:rPr lang="de-CH" sz="1200" spc="20" dirty="0"/>
              <a:t> </a:t>
            </a:r>
            <a:r>
              <a:rPr lang="de-CH" sz="1200" spc="20" dirty="0" err="1"/>
              <a:t>parum</a:t>
            </a:r>
            <a:r>
              <a:rPr lang="de-CH" sz="1200" spc="20" dirty="0"/>
              <a:t> </a:t>
            </a:r>
            <a:r>
              <a:rPr lang="de-CH" sz="1200" spc="20" dirty="0" err="1"/>
              <a:t>nonequis</a:t>
            </a:r>
            <a:r>
              <a:rPr lang="de-CH" sz="1200" spc="20" dirty="0"/>
              <a:t> </a:t>
            </a:r>
            <a:r>
              <a:rPr lang="de-CH" sz="1200" spc="20" dirty="0" err="1"/>
              <a:t>maion</a:t>
            </a:r>
            <a:r>
              <a:rPr lang="de-CH" sz="1200" spc="20" dirty="0"/>
              <a:t> </a:t>
            </a:r>
            <a:r>
              <a:rPr lang="de-CH" sz="1200" spc="20" dirty="0" err="1"/>
              <a:t>etur</a:t>
            </a:r>
            <a:r>
              <a:rPr lang="de-CH" sz="1200" spc="20" dirty="0"/>
              <a:t> </a:t>
            </a:r>
            <a:r>
              <a:rPr lang="de-CH" sz="1200" spc="20" dirty="0" err="1"/>
              <a:t>minveni</a:t>
            </a:r>
            <a:r>
              <a:rPr lang="de-CH" sz="1200" spc="20" dirty="0"/>
              <a:t> en </a:t>
            </a:r>
            <a:r>
              <a:rPr lang="de-CH" sz="1200" spc="20" dirty="0" err="1"/>
              <a:t>dero</a:t>
            </a:r>
            <a:r>
              <a:rPr lang="de-CH" sz="1200" spc="20" dirty="0"/>
              <a:t> tempore, </a:t>
            </a:r>
            <a:r>
              <a:rPr lang="de-CH" sz="1200" spc="20" dirty="0" err="1"/>
              <a:t>temporu</a:t>
            </a:r>
            <a:r>
              <a:rPr lang="de-CH" sz="1200" spc="20" dirty="0"/>
              <a:t> </a:t>
            </a:r>
            <a:r>
              <a:rPr lang="de-CH" sz="1200" spc="20" dirty="0" err="1"/>
              <a:t>que</a:t>
            </a:r>
            <a:r>
              <a:rPr lang="de-CH" sz="1200" spc="20" dirty="0"/>
              <a:t> </a:t>
            </a:r>
            <a:r>
              <a:rPr lang="de-CH" sz="1200" spc="20" dirty="0" err="1"/>
              <a:t>dolorerchil</a:t>
            </a:r>
            <a:r>
              <a:rPr lang="de-CH" sz="1200" spc="20" dirty="0"/>
              <a:t> </a:t>
            </a:r>
            <a:r>
              <a:rPr lang="de-CH" sz="1200" spc="20" dirty="0" err="1"/>
              <a:t>invella</a:t>
            </a:r>
            <a:r>
              <a:rPr lang="de-CH" sz="1200" spc="20" dirty="0"/>
              <a:t> </a:t>
            </a:r>
            <a:r>
              <a:rPr lang="de-CH" sz="1200" spc="20" dirty="0" err="1"/>
              <a:t>borporum</a:t>
            </a:r>
            <a:r>
              <a:rPr lang="de-CH" sz="1200" spc="20" dirty="0"/>
              <a:t> </a:t>
            </a:r>
            <a:r>
              <a:rPr lang="de-CH" sz="1200" spc="20" dirty="0" err="1"/>
              <a:t>endam</a:t>
            </a:r>
            <a:r>
              <a:rPr lang="de-CH" sz="1200" spc="20" dirty="0"/>
              <a:t> </a:t>
            </a:r>
            <a:r>
              <a:rPr lang="de-CH" sz="1200" spc="20" dirty="0" err="1"/>
              <a:t>euma</a:t>
            </a:r>
            <a:r>
              <a:rPr lang="de-CH" sz="1200" spc="20" dirty="0"/>
              <a:t> nobis </a:t>
            </a:r>
            <a:r>
              <a:rPr lang="de-CH" sz="1200" spc="20" dirty="0" err="1"/>
              <a:t>mo.</a:t>
            </a:r>
            <a:endParaRPr lang="de-CH" sz="1200" spc="20" dirty="0"/>
          </a:p>
        </p:txBody>
      </p:sp>
      <p:sp>
        <p:nvSpPr>
          <p:cNvPr id="14" name="Textfeld 13">
            <a:extLst>
              <a:ext uri="{FF2B5EF4-FFF2-40B4-BE49-F238E27FC236}">
                <a16:creationId xmlns:a16="http://schemas.microsoft.com/office/drawing/2014/main" id="{A363F95A-770C-2B56-7830-292AADC58A30}"/>
              </a:ext>
            </a:extLst>
          </p:cNvPr>
          <p:cNvSpPr txBox="1"/>
          <p:nvPr/>
        </p:nvSpPr>
        <p:spPr>
          <a:xfrm>
            <a:off x="6205164" y="3923838"/>
            <a:ext cx="1719622" cy="1292662"/>
          </a:xfrm>
          <a:prstGeom prst="rect">
            <a:avLst/>
          </a:prstGeom>
          <a:noFill/>
        </p:spPr>
        <p:txBody>
          <a:bodyPr wrap="square" lIns="0" tIns="0" rIns="0" bIns="0" rtlCol="0">
            <a:noAutofit/>
          </a:bodyPr>
          <a:lstStyle/>
          <a:p>
            <a:r>
              <a:rPr lang="de-CH" sz="1200" spc="20" dirty="0" err="1"/>
              <a:t>Maion</a:t>
            </a:r>
            <a:r>
              <a:rPr lang="de-CH" sz="1200" spc="20" dirty="0"/>
              <a:t> </a:t>
            </a:r>
            <a:r>
              <a:rPr lang="de-CH" sz="1200" spc="20" dirty="0" err="1"/>
              <a:t>parum</a:t>
            </a:r>
            <a:r>
              <a:rPr lang="de-CH" sz="1200" spc="20" dirty="0"/>
              <a:t> </a:t>
            </a:r>
            <a:r>
              <a:rPr lang="de-CH" sz="1200" spc="20" dirty="0" err="1"/>
              <a:t>nonequis</a:t>
            </a:r>
            <a:r>
              <a:rPr lang="de-CH" sz="1200" spc="20" dirty="0"/>
              <a:t> </a:t>
            </a:r>
            <a:r>
              <a:rPr lang="de-CH" sz="1200" spc="20" dirty="0" err="1"/>
              <a:t>maion</a:t>
            </a:r>
            <a:r>
              <a:rPr lang="de-CH" sz="1200" spc="20" dirty="0"/>
              <a:t> </a:t>
            </a:r>
            <a:r>
              <a:rPr lang="de-CH" sz="1200" spc="20" dirty="0" err="1"/>
              <a:t>etur</a:t>
            </a:r>
            <a:r>
              <a:rPr lang="de-CH" sz="1200" spc="20" dirty="0"/>
              <a:t> </a:t>
            </a:r>
            <a:r>
              <a:rPr lang="de-CH" sz="1200" spc="20" dirty="0" err="1"/>
              <a:t>minveni</a:t>
            </a:r>
            <a:r>
              <a:rPr lang="de-CH" sz="1200" spc="20" dirty="0"/>
              <a:t> en </a:t>
            </a:r>
            <a:r>
              <a:rPr lang="de-CH" sz="1200" spc="20" dirty="0" err="1"/>
              <a:t>dero</a:t>
            </a:r>
            <a:r>
              <a:rPr lang="de-CH" sz="1200" spc="20" dirty="0"/>
              <a:t> tempore, </a:t>
            </a:r>
            <a:r>
              <a:rPr lang="de-CH" sz="1200" spc="20" dirty="0" err="1"/>
              <a:t>temporu</a:t>
            </a:r>
            <a:r>
              <a:rPr lang="de-CH" sz="1200" spc="20" dirty="0"/>
              <a:t> </a:t>
            </a:r>
            <a:r>
              <a:rPr lang="de-CH" sz="1200" spc="20" dirty="0" err="1"/>
              <a:t>que</a:t>
            </a:r>
            <a:r>
              <a:rPr lang="de-CH" sz="1200" spc="20" dirty="0"/>
              <a:t> </a:t>
            </a:r>
            <a:r>
              <a:rPr lang="de-CH" sz="1200" spc="20" dirty="0" err="1"/>
              <a:t>dolorerchil</a:t>
            </a:r>
            <a:r>
              <a:rPr lang="de-CH" sz="1200" spc="20" dirty="0"/>
              <a:t> </a:t>
            </a:r>
            <a:r>
              <a:rPr lang="de-CH" sz="1200" spc="20" dirty="0" err="1"/>
              <a:t>invella</a:t>
            </a:r>
            <a:r>
              <a:rPr lang="de-CH" sz="1200" spc="20" dirty="0"/>
              <a:t> </a:t>
            </a:r>
            <a:r>
              <a:rPr lang="de-CH" sz="1200" spc="20" dirty="0" err="1"/>
              <a:t>borporum</a:t>
            </a:r>
            <a:r>
              <a:rPr lang="de-CH" sz="1200" spc="20" dirty="0"/>
              <a:t> </a:t>
            </a:r>
            <a:r>
              <a:rPr lang="de-CH" sz="1200" spc="20" dirty="0" err="1"/>
              <a:t>endam</a:t>
            </a:r>
            <a:r>
              <a:rPr lang="de-CH" sz="1200" spc="20" dirty="0"/>
              <a:t> </a:t>
            </a:r>
            <a:r>
              <a:rPr lang="de-CH" sz="1200" spc="20" dirty="0" err="1"/>
              <a:t>euma</a:t>
            </a:r>
            <a:r>
              <a:rPr lang="de-CH" sz="1200" spc="20" dirty="0"/>
              <a:t> nobis </a:t>
            </a:r>
            <a:r>
              <a:rPr lang="de-CH" sz="1200" spc="20" dirty="0" err="1"/>
              <a:t>mo.</a:t>
            </a:r>
            <a:endParaRPr lang="de-CH" sz="1200" spc="20" dirty="0"/>
          </a:p>
        </p:txBody>
      </p:sp>
      <p:sp>
        <p:nvSpPr>
          <p:cNvPr id="15" name="Textfeld 14">
            <a:extLst>
              <a:ext uri="{FF2B5EF4-FFF2-40B4-BE49-F238E27FC236}">
                <a16:creationId xmlns:a16="http://schemas.microsoft.com/office/drawing/2014/main" id="{DE2ADACC-F5C8-0615-CF55-5E849A4ADED2}"/>
              </a:ext>
            </a:extLst>
          </p:cNvPr>
          <p:cNvSpPr txBox="1"/>
          <p:nvPr/>
        </p:nvSpPr>
        <p:spPr>
          <a:xfrm>
            <a:off x="8134906" y="3923838"/>
            <a:ext cx="1719622" cy="1292662"/>
          </a:xfrm>
          <a:prstGeom prst="rect">
            <a:avLst/>
          </a:prstGeom>
          <a:noFill/>
        </p:spPr>
        <p:txBody>
          <a:bodyPr wrap="square" lIns="0" tIns="0" rIns="0" bIns="0" rtlCol="0">
            <a:noAutofit/>
          </a:bodyPr>
          <a:lstStyle/>
          <a:p>
            <a:r>
              <a:rPr lang="de-CH" sz="1200" spc="20" dirty="0" err="1"/>
              <a:t>Maion</a:t>
            </a:r>
            <a:r>
              <a:rPr lang="de-CH" sz="1200" spc="20" dirty="0"/>
              <a:t> </a:t>
            </a:r>
            <a:r>
              <a:rPr lang="de-CH" sz="1200" spc="20" dirty="0" err="1"/>
              <a:t>parum</a:t>
            </a:r>
            <a:r>
              <a:rPr lang="de-CH" sz="1200" spc="20" dirty="0"/>
              <a:t> </a:t>
            </a:r>
            <a:r>
              <a:rPr lang="de-CH" sz="1200" spc="20" dirty="0" err="1"/>
              <a:t>nonequis</a:t>
            </a:r>
            <a:r>
              <a:rPr lang="de-CH" sz="1200" spc="20" dirty="0"/>
              <a:t> </a:t>
            </a:r>
            <a:r>
              <a:rPr lang="de-CH" sz="1200" spc="20" dirty="0" err="1"/>
              <a:t>maion</a:t>
            </a:r>
            <a:r>
              <a:rPr lang="de-CH" sz="1200" spc="20" dirty="0"/>
              <a:t> </a:t>
            </a:r>
            <a:r>
              <a:rPr lang="de-CH" sz="1200" spc="20" dirty="0" err="1"/>
              <a:t>etur</a:t>
            </a:r>
            <a:r>
              <a:rPr lang="de-CH" sz="1200" spc="20" dirty="0"/>
              <a:t> </a:t>
            </a:r>
            <a:r>
              <a:rPr lang="de-CH" sz="1200" spc="20" dirty="0" err="1"/>
              <a:t>minveni</a:t>
            </a:r>
            <a:r>
              <a:rPr lang="de-CH" sz="1200" spc="20" dirty="0"/>
              <a:t> en </a:t>
            </a:r>
            <a:r>
              <a:rPr lang="de-CH" sz="1200" spc="20" dirty="0" err="1"/>
              <a:t>dero</a:t>
            </a:r>
            <a:r>
              <a:rPr lang="de-CH" sz="1200" spc="20" dirty="0"/>
              <a:t> tempore, </a:t>
            </a:r>
            <a:r>
              <a:rPr lang="de-CH" sz="1200" spc="20" dirty="0" err="1"/>
              <a:t>temporu</a:t>
            </a:r>
            <a:r>
              <a:rPr lang="de-CH" sz="1200" spc="20" dirty="0"/>
              <a:t> </a:t>
            </a:r>
            <a:r>
              <a:rPr lang="de-CH" sz="1200" spc="20" dirty="0" err="1"/>
              <a:t>que</a:t>
            </a:r>
            <a:r>
              <a:rPr lang="de-CH" sz="1200" spc="20" dirty="0"/>
              <a:t> </a:t>
            </a:r>
            <a:r>
              <a:rPr lang="de-CH" sz="1200" spc="20" dirty="0" err="1"/>
              <a:t>dolorerchil</a:t>
            </a:r>
            <a:r>
              <a:rPr lang="de-CH" sz="1200" spc="20" dirty="0"/>
              <a:t> </a:t>
            </a:r>
            <a:r>
              <a:rPr lang="de-CH" sz="1200" spc="20" dirty="0" err="1"/>
              <a:t>invella</a:t>
            </a:r>
            <a:r>
              <a:rPr lang="de-CH" sz="1200" spc="20" dirty="0"/>
              <a:t> </a:t>
            </a:r>
            <a:r>
              <a:rPr lang="de-CH" sz="1200" spc="20" dirty="0" err="1"/>
              <a:t>borporum</a:t>
            </a:r>
            <a:r>
              <a:rPr lang="de-CH" sz="1200" spc="20" dirty="0"/>
              <a:t> </a:t>
            </a:r>
            <a:r>
              <a:rPr lang="de-CH" sz="1200" spc="20" dirty="0" err="1"/>
              <a:t>endam</a:t>
            </a:r>
            <a:r>
              <a:rPr lang="de-CH" sz="1200" spc="20" dirty="0"/>
              <a:t> </a:t>
            </a:r>
            <a:r>
              <a:rPr lang="de-CH" sz="1200" spc="20" dirty="0" err="1"/>
              <a:t>euma</a:t>
            </a:r>
            <a:r>
              <a:rPr lang="de-CH" sz="1200" spc="20" dirty="0"/>
              <a:t> nobis </a:t>
            </a:r>
            <a:r>
              <a:rPr lang="de-CH" sz="1200" spc="20" dirty="0" err="1"/>
              <a:t>mo.</a:t>
            </a:r>
            <a:endParaRPr lang="de-CH" sz="1200" spc="20" dirty="0"/>
          </a:p>
        </p:txBody>
      </p:sp>
      <p:sp>
        <p:nvSpPr>
          <p:cNvPr id="16" name="Textfeld 15">
            <a:extLst>
              <a:ext uri="{FF2B5EF4-FFF2-40B4-BE49-F238E27FC236}">
                <a16:creationId xmlns:a16="http://schemas.microsoft.com/office/drawing/2014/main" id="{EF87B352-307F-FA07-D742-4638F261BF94}"/>
              </a:ext>
            </a:extLst>
          </p:cNvPr>
          <p:cNvSpPr txBox="1"/>
          <p:nvPr/>
        </p:nvSpPr>
        <p:spPr>
          <a:xfrm>
            <a:off x="10064650" y="3923838"/>
            <a:ext cx="1719622" cy="1292662"/>
          </a:xfrm>
          <a:prstGeom prst="rect">
            <a:avLst/>
          </a:prstGeom>
          <a:noFill/>
        </p:spPr>
        <p:txBody>
          <a:bodyPr wrap="square" lIns="0" tIns="0" rIns="0" bIns="0" rtlCol="0">
            <a:noAutofit/>
          </a:bodyPr>
          <a:lstStyle/>
          <a:p>
            <a:r>
              <a:rPr lang="de-CH" sz="1200" spc="20" dirty="0" err="1"/>
              <a:t>Maion</a:t>
            </a:r>
            <a:r>
              <a:rPr lang="de-CH" sz="1200" spc="20" dirty="0"/>
              <a:t> </a:t>
            </a:r>
            <a:r>
              <a:rPr lang="de-CH" sz="1200" spc="20" dirty="0" err="1"/>
              <a:t>parum</a:t>
            </a:r>
            <a:r>
              <a:rPr lang="de-CH" sz="1200" spc="20" dirty="0"/>
              <a:t> </a:t>
            </a:r>
            <a:r>
              <a:rPr lang="de-CH" sz="1200" spc="20" dirty="0" err="1"/>
              <a:t>nonequis</a:t>
            </a:r>
            <a:r>
              <a:rPr lang="de-CH" sz="1200" spc="20" dirty="0"/>
              <a:t> </a:t>
            </a:r>
            <a:r>
              <a:rPr lang="de-CH" sz="1200" spc="20" dirty="0" err="1"/>
              <a:t>maion</a:t>
            </a:r>
            <a:r>
              <a:rPr lang="de-CH" sz="1200" spc="20" dirty="0"/>
              <a:t> </a:t>
            </a:r>
            <a:r>
              <a:rPr lang="de-CH" sz="1200" spc="20" dirty="0" err="1"/>
              <a:t>etur</a:t>
            </a:r>
            <a:r>
              <a:rPr lang="de-CH" sz="1200" spc="20" dirty="0"/>
              <a:t> </a:t>
            </a:r>
            <a:r>
              <a:rPr lang="de-CH" sz="1200" spc="20" dirty="0" err="1"/>
              <a:t>minveni</a:t>
            </a:r>
            <a:r>
              <a:rPr lang="de-CH" sz="1200" spc="20" dirty="0"/>
              <a:t> en </a:t>
            </a:r>
            <a:r>
              <a:rPr lang="de-CH" sz="1200" spc="20" dirty="0" err="1"/>
              <a:t>dero</a:t>
            </a:r>
            <a:r>
              <a:rPr lang="de-CH" sz="1200" spc="20" dirty="0"/>
              <a:t> tempore, </a:t>
            </a:r>
            <a:r>
              <a:rPr lang="de-CH" sz="1200" spc="20" dirty="0" err="1"/>
              <a:t>temporu</a:t>
            </a:r>
            <a:r>
              <a:rPr lang="de-CH" sz="1200" spc="20" dirty="0"/>
              <a:t> </a:t>
            </a:r>
            <a:r>
              <a:rPr lang="de-CH" sz="1200" spc="20" dirty="0" err="1"/>
              <a:t>que</a:t>
            </a:r>
            <a:r>
              <a:rPr lang="de-CH" sz="1200" spc="20" dirty="0"/>
              <a:t> </a:t>
            </a:r>
            <a:r>
              <a:rPr lang="de-CH" sz="1200" spc="20" dirty="0" err="1"/>
              <a:t>dolorerchil</a:t>
            </a:r>
            <a:r>
              <a:rPr lang="de-CH" sz="1200" spc="20" dirty="0"/>
              <a:t> </a:t>
            </a:r>
            <a:r>
              <a:rPr lang="de-CH" sz="1200" spc="20" dirty="0" err="1"/>
              <a:t>invella</a:t>
            </a:r>
            <a:r>
              <a:rPr lang="de-CH" sz="1200" spc="20" dirty="0"/>
              <a:t> </a:t>
            </a:r>
            <a:r>
              <a:rPr lang="de-CH" sz="1200" spc="20" dirty="0" err="1"/>
              <a:t>borporum</a:t>
            </a:r>
            <a:r>
              <a:rPr lang="de-CH" sz="1200" spc="20" dirty="0"/>
              <a:t> </a:t>
            </a:r>
            <a:r>
              <a:rPr lang="de-CH" sz="1200" spc="20" dirty="0" err="1"/>
              <a:t>endam</a:t>
            </a:r>
            <a:r>
              <a:rPr lang="de-CH" sz="1200" spc="20" dirty="0"/>
              <a:t> </a:t>
            </a:r>
            <a:r>
              <a:rPr lang="de-CH" sz="1200" spc="20" dirty="0" err="1"/>
              <a:t>euma</a:t>
            </a:r>
            <a:r>
              <a:rPr lang="de-CH" sz="1200" spc="20" dirty="0"/>
              <a:t> nobis </a:t>
            </a:r>
            <a:r>
              <a:rPr lang="de-CH" sz="1200" spc="20" dirty="0" err="1"/>
              <a:t>mo.</a:t>
            </a:r>
            <a:endParaRPr lang="de-CH" sz="1200" spc="20" dirty="0"/>
          </a:p>
        </p:txBody>
      </p:sp>
      <p:sp>
        <p:nvSpPr>
          <p:cNvPr id="23" name="Ellipse 22">
            <a:extLst>
              <a:ext uri="{FF2B5EF4-FFF2-40B4-BE49-F238E27FC236}">
                <a16:creationId xmlns:a16="http://schemas.microsoft.com/office/drawing/2014/main" id="{BF68DF91-6CC4-74E9-7F5B-332CDF923A4C}"/>
              </a:ext>
            </a:extLst>
          </p:cNvPr>
          <p:cNvSpPr>
            <a:spLocks noChangeAspect="1"/>
          </p:cNvSpPr>
          <p:nvPr/>
        </p:nvSpPr>
        <p:spPr>
          <a:xfrm>
            <a:off x="784744" y="2524864"/>
            <a:ext cx="900000" cy="900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200" dirty="0">
                <a:solidFill>
                  <a:schemeClr val="tx1"/>
                </a:solidFill>
              </a:rPr>
              <a:t>Text</a:t>
            </a:r>
          </a:p>
        </p:txBody>
      </p:sp>
      <p:sp>
        <p:nvSpPr>
          <p:cNvPr id="6" name="Ellipse 5">
            <a:extLst>
              <a:ext uri="{FF2B5EF4-FFF2-40B4-BE49-F238E27FC236}">
                <a16:creationId xmlns:a16="http://schemas.microsoft.com/office/drawing/2014/main" id="{5026B9A2-0B11-9B30-832C-9A57502BF359}"/>
              </a:ext>
            </a:extLst>
          </p:cNvPr>
          <p:cNvSpPr>
            <a:spLocks noChangeAspect="1"/>
          </p:cNvSpPr>
          <p:nvPr/>
        </p:nvSpPr>
        <p:spPr>
          <a:xfrm>
            <a:off x="4640484" y="2524864"/>
            <a:ext cx="900000" cy="900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200" dirty="0">
                <a:solidFill>
                  <a:schemeClr val="tx1"/>
                </a:solidFill>
              </a:rPr>
              <a:t>Text</a:t>
            </a:r>
          </a:p>
        </p:txBody>
      </p:sp>
      <p:sp>
        <p:nvSpPr>
          <p:cNvPr id="7" name="Ellipse 6">
            <a:extLst>
              <a:ext uri="{FF2B5EF4-FFF2-40B4-BE49-F238E27FC236}">
                <a16:creationId xmlns:a16="http://schemas.microsoft.com/office/drawing/2014/main" id="{965F055E-65C2-0B14-3FA6-C3967CFCEDDC}"/>
              </a:ext>
            </a:extLst>
          </p:cNvPr>
          <p:cNvSpPr>
            <a:spLocks noChangeAspect="1"/>
          </p:cNvSpPr>
          <p:nvPr/>
        </p:nvSpPr>
        <p:spPr>
          <a:xfrm>
            <a:off x="8496224" y="2524864"/>
            <a:ext cx="900000" cy="900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200" dirty="0">
                <a:solidFill>
                  <a:schemeClr val="tx1"/>
                </a:solidFill>
              </a:rPr>
              <a:t>Text</a:t>
            </a:r>
          </a:p>
        </p:txBody>
      </p:sp>
      <p:sp>
        <p:nvSpPr>
          <p:cNvPr id="8" name="Ellipse 7">
            <a:extLst>
              <a:ext uri="{FF2B5EF4-FFF2-40B4-BE49-F238E27FC236}">
                <a16:creationId xmlns:a16="http://schemas.microsoft.com/office/drawing/2014/main" id="{A9AE2F48-B69E-DDA0-A318-2D2A5CEB9F6E}"/>
              </a:ext>
            </a:extLst>
          </p:cNvPr>
          <p:cNvSpPr>
            <a:spLocks noChangeAspect="1"/>
          </p:cNvSpPr>
          <p:nvPr/>
        </p:nvSpPr>
        <p:spPr>
          <a:xfrm>
            <a:off x="6208354" y="2164864"/>
            <a:ext cx="1620000" cy="1620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200" dirty="0">
                <a:solidFill>
                  <a:schemeClr val="tx1"/>
                </a:solidFill>
              </a:rPr>
              <a:t>Text</a:t>
            </a:r>
          </a:p>
        </p:txBody>
      </p:sp>
      <p:sp>
        <p:nvSpPr>
          <p:cNvPr id="10" name="Ellipse 9">
            <a:extLst>
              <a:ext uri="{FF2B5EF4-FFF2-40B4-BE49-F238E27FC236}">
                <a16:creationId xmlns:a16="http://schemas.microsoft.com/office/drawing/2014/main" id="{A86ED3E0-C083-AD74-4256-DD02D1E26B90}"/>
              </a:ext>
            </a:extLst>
          </p:cNvPr>
          <p:cNvSpPr>
            <a:spLocks noChangeAspect="1"/>
          </p:cNvSpPr>
          <p:nvPr/>
        </p:nvSpPr>
        <p:spPr>
          <a:xfrm>
            <a:off x="2352614" y="2164864"/>
            <a:ext cx="1620000" cy="1620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200" dirty="0">
                <a:solidFill>
                  <a:schemeClr val="tx1"/>
                </a:solidFill>
              </a:rPr>
              <a:t>Text</a:t>
            </a:r>
          </a:p>
        </p:txBody>
      </p:sp>
      <p:sp>
        <p:nvSpPr>
          <p:cNvPr id="29" name="Ellipse 28">
            <a:extLst>
              <a:ext uri="{FF2B5EF4-FFF2-40B4-BE49-F238E27FC236}">
                <a16:creationId xmlns:a16="http://schemas.microsoft.com/office/drawing/2014/main" id="{BA5A27B9-2554-28F4-8525-539028A57727}"/>
              </a:ext>
            </a:extLst>
          </p:cNvPr>
          <p:cNvSpPr>
            <a:spLocks noChangeAspect="1"/>
          </p:cNvSpPr>
          <p:nvPr/>
        </p:nvSpPr>
        <p:spPr>
          <a:xfrm>
            <a:off x="10064094" y="2164864"/>
            <a:ext cx="1620000" cy="162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200" dirty="0">
                <a:solidFill>
                  <a:schemeClr val="tx1"/>
                </a:solidFill>
              </a:rPr>
              <a:t>Text</a:t>
            </a:r>
          </a:p>
        </p:txBody>
      </p:sp>
      <p:cxnSp>
        <p:nvCxnSpPr>
          <p:cNvPr id="35" name="Gerader Verbinder 34">
            <a:extLst>
              <a:ext uri="{FF2B5EF4-FFF2-40B4-BE49-F238E27FC236}">
                <a16:creationId xmlns:a16="http://schemas.microsoft.com/office/drawing/2014/main" id="{5F8ED85A-BF07-B2B7-925A-B86E65E2705A}"/>
              </a:ext>
            </a:extLst>
          </p:cNvPr>
          <p:cNvCxnSpPr>
            <a:endCxn id="23" idx="2"/>
          </p:cNvCxnSpPr>
          <p:nvPr/>
        </p:nvCxnSpPr>
        <p:spPr>
          <a:xfrm>
            <a:off x="0" y="2974864"/>
            <a:ext cx="784744"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Gerader Verbinder 36">
            <a:extLst>
              <a:ext uri="{FF2B5EF4-FFF2-40B4-BE49-F238E27FC236}">
                <a16:creationId xmlns:a16="http://schemas.microsoft.com/office/drawing/2014/main" id="{3DBE16CA-0AF1-54B1-FECB-69489D0A1C8F}"/>
              </a:ext>
            </a:extLst>
          </p:cNvPr>
          <p:cNvCxnSpPr>
            <a:endCxn id="10" idx="2"/>
          </p:cNvCxnSpPr>
          <p:nvPr/>
        </p:nvCxnSpPr>
        <p:spPr>
          <a:xfrm>
            <a:off x="1684744" y="2972755"/>
            <a:ext cx="667870" cy="2109"/>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39" name="Gerader Verbinder 38">
            <a:extLst>
              <a:ext uri="{FF2B5EF4-FFF2-40B4-BE49-F238E27FC236}">
                <a16:creationId xmlns:a16="http://schemas.microsoft.com/office/drawing/2014/main" id="{27C459BB-115C-9510-1531-1E22344EFFF3}"/>
              </a:ext>
            </a:extLst>
          </p:cNvPr>
          <p:cNvCxnSpPr>
            <a:stCxn id="10" idx="6"/>
            <a:endCxn id="6" idx="2"/>
          </p:cNvCxnSpPr>
          <p:nvPr/>
        </p:nvCxnSpPr>
        <p:spPr>
          <a:xfrm>
            <a:off x="3972614" y="2974864"/>
            <a:ext cx="66787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Gerader Verbinder 39">
            <a:extLst>
              <a:ext uri="{FF2B5EF4-FFF2-40B4-BE49-F238E27FC236}">
                <a16:creationId xmlns:a16="http://schemas.microsoft.com/office/drawing/2014/main" id="{4C78E7BA-E3FE-B8D7-60D8-D24B2CE084DB}"/>
              </a:ext>
            </a:extLst>
          </p:cNvPr>
          <p:cNvCxnSpPr>
            <a:cxnSpLocks/>
            <a:stCxn id="6" idx="6"/>
            <a:endCxn id="8" idx="2"/>
          </p:cNvCxnSpPr>
          <p:nvPr/>
        </p:nvCxnSpPr>
        <p:spPr>
          <a:xfrm>
            <a:off x="5540484" y="2974864"/>
            <a:ext cx="66787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Gerader Verbinder 42">
            <a:extLst>
              <a:ext uri="{FF2B5EF4-FFF2-40B4-BE49-F238E27FC236}">
                <a16:creationId xmlns:a16="http://schemas.microsoft.com/office/drawing/2014/main" id="{9F931E3B-1296-F11D-95F9-5FDFAC04CC54}"/>
              </a:ext>
            </a:extLst>
          </p:cNvPr>
          <p:cNvCxnSpPr>
            <a:cxnSpLocks/>
            <a:stCxn id="8" idx="6"/>
            <a:endCxn id="7" idx="2"/>
          </p:cNvCxnSpPr>
          <p:nvPr/>
        </p:nvCxnSpPr>
        <p:spPr>
          <a:xfrm>
            <a:off x="7828354" y="2974864"/>
            <a:ext cx="66787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06500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5F643E27-4353-7F1F-146B-D9CAF272FEB7}"/>
              </a:ext>
            </a:extLst>
          </p:cNvPr>
          <p:cNvSpPr>
            <a:spLocks noGrp="1"/>
          </p:cNvSpPr>
          <p:nvPr>
            <p:ph type="dt" sz="half" idx="10"/>
          </p:nvPr>
        </p:nvSpPr>
        <p:spPr/>
        <p:txBody>
          <a:bodyPr/>
          <a:lstStyle/>
          <a:p>
            <a:fld id="{F8EBD5B0-2661-451F-B0D8-0F84930E73C6}" type="datetime4">
              <a:rPr lang="de-CH" smtClean="0"/>
              <a:t>8. Februar 2026</a:t>
            </a:fld>
            <a:endParaRPr lang="de-CH" dirty="0"/>
          </a:p>
        </p:txBody>
      </p:sp>
      <p:sp>
        <p:nvSpPr>
          <p:cNvPr id="3" name="Fußzeilenplatzhalter 2">
            <a:extLst>
              <a:ext uri="{FF2B5EF4-FFF2-40B4-BE49-F238E27FC236}">
                <a16:creationId xmlns:a16="http://schemas.microsoft.com/office/drawing/2014/main" id="{393FAB64-BCC6-CD23-539B-0AFB9BE0E7DB}"/>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4" name="Foliennummernplatzhalter 3">
            <a:extLst>
              <a:ext uri="{FF2B5EF4-FFF2-40B4-BE49-F238E27FC236}">
                <a16:creationId xmlns:a16="http://schemas.microsoft.com/office/drawing/2014/main" id="{E00006D6-3935-B1D4-1E11-5C5EDF512183}"/>
              </a:ext>
            </a:extLst>
          </p:cNvPr>
          <p:cNvSpPr>
            <a:spLocks noGrp="1"/>
          </p:cNvSpPr>
          <p:nvPr>
            <p:ph type="sldNum" sz="quarter" idx="12"/>
          </p:nvPr>
        </p:nvSpPr>
        <p:spPr/>
        <p:txBody>
          <a:bodyPr/>
          <a:lstStyle/>
          <a:p>
            <a:fld id="{442AD375-037F-43D0-B059-5172DA06796A}" type="slidenum">
              <a:rPr lang="de-CH" smtClean="0"/>
              <a:pPr/>
              <a:t>57</a:t>
            </a:fld>
            <a:endParaRPr lang="de-CH" dirty="0"/>
          </a:p>
        </p:txBody>
      </p:sp>
      <p:sp>
        <p:nvSpPr>
          <p:cNvPr id="5" name="Titel 4">
            <a:extLst>
              <a:ext uri="{FF2B5EF4-FFF2-40B4-BE49-F238E27FC236}">
                <a16:creationId xmlns:a16="http://schemas.microsoft.com/office/drawing/2014/main" id="{D95E5F45-B3CE-D389-D412-E8B20E671D0E}"/>
              </a:ext>
            </a:extLst>
          </p:cNvPr>
          <p:cNvSpPr>
            <a:spLocks noGrp="1"/>
          </p:cNvSpPr>
          <p:nvPr>
            <p:ph type="title"/>
          </p:nvPr>
        </p:nvSpPr>
        <p:spPr/>
        <p:txBody>
          <a:bodyPr/>
          <a:lstStyle/>
          <a:p>
            <a:r>
              <a:rPr lang="de-CH" dirty="0"/>
              <a:t>Beispielfolie mit Phasen</a:t>
            </a:r>
          </a:p>
        </p:txBody>
      </p:sp>
      <p:cxnSp>
        <p:nvCxnSpPr>
          <p:cNvPr id="9" name="Gerader Verbinder 8">
            <a:extLst>
              <a:ext uri="{FF2B5EF4-FFF2-40B4-BE49-F238E27FC236}">
                <a16:creationId xmlns:a16="http://schemas.microsoft.com/office/drawing/2014/main" id="{9049EF1F-CA56-C4F9-038B-AB71600B0AA6}"/>
              </a:ext>
            </a:extLst>
          </p:cNvPr>
          <p:cNvCxnSpPr>
            <a:cxnSpLocks/>
            <a:stCxn id="7" idx="6"/>
            <a:endCxn id="29" idx="2"/>
          </p:cNvCxnSpPr>
          <p:nvPr/>
        </p:nvCxnSpPr>
        <p:spPr>
          <a:xfrm>
            <a:off x="9314686" y="3427945"/>
            <a:ext cx="749408" cy="0"/>
          </a:xfrm>
          <a:prstGeom prst="line">
            <a:avLst/>
          </a:prstGeom>
          <a:ln w="9525">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sp>
        <p:nvSpPr>
          <p:cNvPr id="23" name="Ellipse 22">
            <a:extLst>
              <a:ext uri="{FF2B5EF4-FFF2-40B4-BE49-F238E27FC236}">
                <a16:creationId xmlns:a16="http://schemas.microsoft.com/office/drawing/2014/main" id="{BF68DF91-6CC4-74E9-7F5B-332CDF923A4C}"/>
              </a:ext>
            </a:extLst>
          </p:cNvPr>
          <p:cNvSpPr>
            <a:spLocks noChangeAspect="1"/>
          </p:cNvSpPr>
          <p:nvPr/>
        </p:nvSpPr>
        <p:spPr>
          <a:xfrm>
            <a:off x="403744" y="2617945"/>
            <a:ext cx="1620000" cy="1620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200" dirty="0">
                <a:solidFill>
                  <a:schemeClr val="tx1"/>
                </a:solidFill>
              </a:rPr>
              <a:t>Text</a:t>
            </a:r>
          </a:p>
        </p:txBody>
      </p:sp>
      <p:sp>
        <p:nvSpPr>
          <p:cNvPr id="6" name="Ellipse 5">
            <a:extLst>
              <a:ext uri="{FF2B5EF4-FFF2-40B4-BE49-F238E27FC236}">
                <a16:creationId xmlns:a16="http://schemas.microsoft.com/office/drawing/2014/main" id="{5026B9A2-0B11-9B30-832C-9A57502BF359}"/>
              </a:ext>
            </a:extLst>
          </p:cNvPr>
          <p:cNvSpPr>
            <a:spLocks noChangeAspect="1"/>
          </p:cNvSpPr>
          <p:nvPr/>
        </p:nvSpPr>
        <p:spPr>
          <a:xfrm>
            <a:off x="4402359" y="2977945"/>
            <a:ext cx="900000" cy="900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200" dirty="0">
                <a:solidFill>
                  <a:schemeClr val="tx1"/>
                </a:solidFill>
              </a:rPr>
              <a:t>Text</a:t>
            </a:r>
          </a:p>
        </p:txBody>
      </p:sp>
      <p:sp>
        <p:nvSpPr>
          <p:cNvPr id="7" name="Ellipse 6">
            <a:extLst>
              <a:ext uri="{FF2B5EF4-FFF2-40B4-BE49-F238E27FC236}">
                <a16:creationId xmlns:a16="http://schemas.microsoft.com/office/drawing/2014/main" id="{965F055E-65C2-0B14-3FA6-C3967CFCEDDC}"/>
              </a:ext>
            </a:extLst>
          </p:cNvPr>
          <p:cNvSpPr>
            <a:spLocks noChangeAspect="1"/>
          </p:cNvSpPr>
          <p:nvPr/>
        </p:nvSpPr>
        <p:spPr>
          <a:xfrm>
            <a:off x="8414686" y="2977945"/>
            <a:ext cx="900000" cy="900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200" dirty="0">
                <a:solidFill>
                  <a:schemeClr val="tx1"/>
                </a:solidFill>
              </a:rPr>
              <a:t>Text</a:t>
            </a:r>
          </a:p>
        </p:txBody>
      </p:sp>
      <p:sp>
        <p:nvSpPr>
          <p:cNvPr id="8" name="Ellipse 7">
            <a:extLst>
              <a:ext uri="{FF2B5EF4-FFF2-40B4-BE49-F238E27FC236}">
                <a16:creationId xmlns:a16="http://schemas.microsoft.com/office/drawing/2014/main" id="{A9AE2F48-B69E-DDA0-A318-2D2A5CEB9F6E}"/>
              </a:ext>
            </a:extLst>
          </p:cNvPr>
          <p:cNvSpPr>
            <a:spLocks noChangeAspect="1"/>
          </p:cNvSpPr>
          <p:nvPr/>
        </p:nvSpPr>
        <p:spPr>
          <a:xfrm>
            <a:off x="6065479" y="2617945"/>
            <a:ext cx="1620000" cy="1620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200" dirty="0">
                <a:solidFill>
                  <a:schemeClr val="tx1"/>
                </a:solidFill>
              </a:rPr>
              <a:t>Text</a:t>
            </a:r>
          </a:p>
        </p:txBody>
      </p:sp>
      <p:sp>
        <p:nvSpPr>
          <p:cNvPr id="10" name="Ellipse 9">
            <a:extLst>
              <a:ext uri="{FF2B5EF4-FFF2-40B4-BE49-F238E27FC236}">
                <a16:creationId xmlns:a16="http://schemas.microsoft.com/office/drawing/2014/main" id="{A86ED3E0-C083-AD74-4256-DD02D1E26B90}"/>
              </a:ext>
            </a:extLst>
          </p:cNvPr>
          <p:cNvSpPr>
            <a:spLocks noChangeAspect="1"/>
          </p:cNvSpPr>
          <p:nvPr/>
        </p:nvSpPr>
        <p:spPr>
          <a:xfrm>
            <a:off x="2766053" y="2977945"/>
            <a:ext cx="900000" cy="900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200" dirty="0">
                <a:solidFill>
                  <a:schemeClr val="tx1"/>
                </a:solidFill>
              </a:rPr>
              <a:t>Text</a:t>
            </a:r>
          </a:p>
        </p:txBody>
      </p:sp>
      <p:sp>
        <p:nvSpPr>
          <p:cNvPr id="29" name="Ellipse 28">
            <a:extLst>
              <a:ext uri="{FF2B5EF4-FFF2-40B4-BE49-F238E27FC236}">
                <a16:creationId xmlns:a16="http://schemas.microsoft.com/office/drawing/2014/main" id="{BA5A27B9-2554-28F4-8525-539028A57727}"/>
              </a:ext>
            </a:extLst>
          </p:cNvPr>
          <p:cNvSpPr>
            <a:spLocks noChangeAspect="1"/>
          </p:cNvSpPr>
          <p:nvPr/>
        </p:nvSpPr>
        <p:spPr>
          <a:xfrm>
            <a:off x="10064094" y="2617945"/>
            <a:ext cx="1620000" cy="162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200" dirty="0">
                <a:solidFill>
                  <a:schemeClr val="tx1"/>
                </a:solidFill>
              </a:rPr>
              <a:t>Text</a:t>
            </a:r>
          </a:p>
        </p:txBody>
      </p:sp>
      <p:cxnSp>
        <p:nvCxnSpPr>
          <p:cNvPr id="35" name="Gerader Verbinder 34">
            <a:extLst>
              <a:ext uri="{FF2B5EF4-FFF2-40B4-BE49-F238E27FC236}">
                <a16:creationId xmlns:a16="http://schemas.microsoft.com/office/drawing/2014/main" id="{5F8ED85A-BF07-B2B7-925A-B86E65E2705A}"/>
              </a:ext>
            </a:extLst>
          </p:cNvPr>
          <p:cNvCxnSpPr>
            <a:cxnSpLocks/>
            <a:endCxn id="23" idx="2"/>
          </p:cNvCxnSpPr>
          <p:nvPr/>
        </p:nvCxnSpPr>
        <p:spPr>
          <a:xfrm flipV="1">
            <a:off x="0" y="3427945"/>
            <a:ext cx="403744" cy="105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Gerader Verbinder 36">
            <a:extLst>
              <a:ext uri="{FF2B5EF4-FFF2-40B4-BE49-F238E27FC236}">
                <a16:creationId xmlns:a16="http://schemas.microsoft.com/office/drawing/2014/main" id="{3DBE16CA-0AF1-54B1-FECB-69489D0A1C8F}"/>
              </a:ext>
            </a:extLst>
          </p:cNvPr>
          <p:cNvCxnSpPr>
            <a:cxnSpLocks/>
            <a:stCxn id="23" idx="6"/>
            <a:endCxn id="10" idx="2"/>
          </p:cNvCxnSpPr>
          <p:nvPr/>
        </p:nvCxnSpPr>
        <p:spPr>
          <a:xfrm>
            <a:off x="2023744" y="3427945"/>
            <a:ext cx="742309" cy="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39" name="Gerader Verbinder 38">
            <a:extLst>
              <a:ext uri="{FF2B5EF4-FFF2-40B4-BE49-F238E27FC236}">
                <a16:creationId xmlns:a16="http://schemas.microsoft.com/office/drawing/2014/main" id="{27C459BB-115C-9510-1531-1E22344EFFF3}"/>
              </a:ext>
            </a:extLst>
          </p:cNvPr>
          <p:cNvCxnSpPr>
            <a:stCxn id="10" idx="6"/>
            <a:endCxn id="6" idx="2"/>
          </p:cNvCxnSpPr>
          <p:nvPr/>
        </p:nvCxnSpPr>
        <p:spPr>
          <a:xfrm>
            <a:off x="3666053" y="3427945"/>
            <a:ext cx="73630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Gerader Verbinder 39">
            <a:extLst>
              <a:ext uri="{FF2B5EF4-FFF2-40B4-BE49-F238E27FC236}">
                <a16:creationId xmlns:a16="http://schemas.microsoft.com/office/drawing/2014/main" id="{4C78E7BA-E3FE-B8D7-60D8-D24B2CE084DB}"/>
              </a:ext>
            </a:extLst>
          </p:cNvPr>
          <p:cNvCxnSpPr>
            <a:cxnSpLocks/>
            <a:stCxn id="6" idx="6"/>
            <a:endCxn id="8" idx="2"/>
          </p:cNvCxnSpPr>
          <p:nvPr/>
        </p:nvCxnSpPr>
        <p:spPr>
          <a:xfrm>
            <a:off x="5302359" y="3427945"/>
            <a:ext cx="76312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Gerader Verbinder 42">
            <a:extLst>
              <a:ext uri="{FF2B5EF4-FFF2-40B4-BE49-F238E27FC236}">
                <a16:creationId xmlns:a16="http://schemas.microsoft.com/office/drawing/2014/main" id="{9F931E3B-1296-F11D-95F9-5FDFAC04CC54}"/>
              </a:ext>
            </a:extLst>
          </p:cNvPr>
          <p:cNvCxnSpPr>
            <a:cxnSpLocks/>
            <a:stCxn id="8" idx="6"/>
            <a:endCxn id="7" idx="2"/>
          </p:cNvCxnSpPr>
          <p:nvPr/>
        </p:nvCxnSpPr>
        <p:spPr>
          <a:xfrm>
            <a:off x="7685479" y="3427945"/>
            <a:ext cx="729207"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25688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8546A6C-0705-9EB7-0946-CEDC1EDE4534}"/>
              </a:ext>
            </a:extLst>
          </p:cNvPr>
          <p:cNvSpPr>
            <a:spLocks noGrp="1"/>
          </p:cNvSpPr>
          <p:nvPr>
            <p:ph type="title"/>
          </p:nvPr>
        </p:nvSpPr>
        <p:spPr/>
        <p:txBody>
          <a:bodyPr/>
          <a:lstStyle/>
          <a:p>
            <a:r>
              <a:rPr lang="de-CH" dirty="0"/>
              <a:t>Beispielfolie mit Prozess</a:t>
            </a:r>
          </a:p>
        </p:txBody>
      </p:sp>
      <p:sp>
        <p:nvSpPr>
          <p:cNvPr id="4" name="Datumsplatzhalter 3">
            <a:extLst>
              <a:ext uri="{FF2B5EF4-FFF2-40B4-BE49-F238E27FC236}">
                <a16:creationId xmlns:a16="http://schemas.microsoft.com/office/drawing/2014/main" id="{EEDACD65-638C-DC82-3633-BE04FFAE8A54}"/>
              </a:ext>
            </a:extLst>
          </p:cNvPr>
          <p:cNvSpPr>
            <a:spLocks noGrp="1"/>
          </p:cNvSpPr>
          <p:nvPr>
            <p:ph type="dt" sz="half" idx="10"/>
          </p:nvPr>
        </p:nvSpPr>
        <p:spPr/>
        <p:txBody>
          <a:bodyPr/>
          <a:lstStyle/>
          <a:p>
            <a:fld id="{B647B79B-8BDB-4987-869A-C5B2FF7D0393}" type="datetime4">
              <a:rPr lang="de-CH" smtClean="0"/>
              <a:t>8. Februar 2026</a:t>
            </a:fld>
            <a:endParaRPr lang="de-CH" dirty="0"/>
          </a:p>
        </p:txBody>
      </p:sp>
      <p:sp>
        <p:nvSpPr>
          <p:cNvPr id="5" name="Fußzeilenplatzhalter 4">
            <a:extLst>
              <a:ext uri="{FF2B5EF4-FFF2-40B4-BE49-F238E27FC236}">
                <a16:creationId xmlns:a16="http://schemas.microsoft.com/office/drawing/2014/main" id="{39980BDD-1B7A-DE67-A2DE-38AAD29E98CD}"/>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878CC728-49B5-1E4F-D307-0E5732926BE9}"/>
              </a:ext>
            </a:extLst>
          </p:cNvPr>
          <p:cNvSpPr>
            <a:spLocks noGrp="1"/>
          </p:cNvSpPr>
          <p:nvPr>
            <p:ph type="sldNum" sz="quarter" idx="12"/>
          </p:nvPr>
        </p:nvSpPr>
        <p:spPr/>
        <p:txBody>
          <a:bodyPr/>
          <a:lstStyle/>
          <a:p>
            <a:fld id="{442AD375-037F-43D0-B059-5172DA06796A}" type="slidenum">
              <a:rPr lang="de-CH" smtClean="0"/>
              <a:pPr/>
              <a:t>58</a:t>
            </a:fld>
            <a:endParaRPr lang="de-CH" dirty="0"/>
          </a:p>
        </p:txBody>
      </p:sp>
      <p:graphicFrame>
        <p:nvGraphicFramePr>
          <p:cNvPr id="7" name="Tabelle 7">
            <a:extLst>
              <a:ext uri="{FF2B5EF4-FFF2-40B4-BE49-F238E27FC236}">
                <a16:creationId xmlns:a16="http://schemas.microsoft.com/office/drawing/2014/main" id="{DF339F6F-B905-E7F0-43E1-39000C41BDB6}"/>
              </a:ext>
            </a:extLst>
          </p:cNvPr>
          <p:cNvGraphicFramePr>
            <a:graphicFrameLocks noGrp="1"/>
          </p:cNvGraphicFramePr>
          <p:nvPr>
            <p:ph idx="1"/>
            <p:extLst>
              <p:ext uri="{D42A27DB-BD31-4B8C-83A1-F6EECF244321}">
                <p14:modId xmlns:p14="http://schemas.microsoft.com/office/powerpoint/2010/main" val="4156258808"/>
              </p:ext>
            </p:extLst>
          </p:nvPr>
        </p:nvGraphicFramePr>
        <p:xfrm>
          <a:off x="409574" y="1520788"/>
          <a:ext cx="11370408" cy="4381870"/>
        </p:xfrm>
        <a:graphic>
          <a:graphicData uri="http://schemas.openxmlformats.org/drawingml/2006/table">
            <a:tbl>
              <a:tblPr firstRow="1" bandRow="1">
                <a:tableStyleId>{2D5ABB26-0587-4C30-8999-92F81FD0307C}</a:tableStyleId>
              </a:tblPr>
              <a:tblGrid>
                <a:gridCol w="1421301">
                  <a:extLst>
                    <a:ext uri="{9D8B030D-6E8A-4147-A177-3AD203B41FA5}">
                      <a16:colId xmlns:a16="http://schemas.microsoft.com/office/drawing/2014/main" val="421051976"/>
                    </a:ext>
                  </a:extLst>
                </a:gridCol>
                <a:gridCol w="1421301">
                  <a:extLst>
                    <a:ext uri="{9D8B030D-6E8A-4147-A177-3AD203B41FA5}">
                      <a16:colId xmlns:a16="http://schemas.microsoft.com/office/drawing/2014/main" val="2035236877"/>
                    </a:ext>
                  </a:extLst>
                </a:gridCol>
                <a:gridCol w="1421301">
                  <a:extLst>
                    <a:ext uri="{9D8B030D-6E8A-4147-A177-3AD203B41FA5}">
                      <a16:colId xmlns:a16="http://schemas.microsoft.com/office/drawing/2014/main" val="1483264928"/>
                    </a:ext>
                  </a:extLst>
                </a:gridCol>
                <a:gridCol w="1421301">
                  <a:extLst>
                    <a:ext uri="{9D8B030D-6E8A-4147-A177-3AD203B41FA5}">
                      <a16:colId xmlns:a16="http://schemas.microsoft.com/office/drawing/2014/main" val="1793906146"/>
                    </a:ext>
                  </a:extLst>
                </a:gridCol>
                <a:gridCol w="1421301">
                  <a:extLst>
                    <a:ext uri="{9D8B030D-6E8A-4147-A177-3AD203B41FA5}">
                      <a16:colId xmlns:a16="http://schemas.microsoft.com/office/drawing/2014/main" val="3445794264"/>
                    </a:ext>
                  </a:extLst>
                </a:gridCol>
                <a:gridCol w="1421301">
                  <a:extLst>
                    <a:ext uri="{9D8B030D-6E8A-4147-A177-3AD203B41FA5}">
                      <a16:colId xmlns:a16="http://schemas.microsoft.com/office/drawing/2014/main" val="140808392"/>
                    </a:ext>
                  </a:extLst>
                </a:gridCol>
                <a:gridCol w="1421301">
                  <a:extLst>
                    <a:ext uri="{9D8B030D-6E8A-4147-A177-3AD203B41FA5}">
                      <a16:colId xmlns:a16="http://schemas.microsoft.com/office/drawing/2014/main" val="2189386877"/>
                    </a:ext>
                  </a:extLst>
                </a:gridCol>
                <a:gridCol w="1421301">
                  <a:extLst>
                    <a:ext uri="{9D8B030D-6E8A-4147-A177-3AD203B41FA5}">
                      <a16:colId xmlns:a16="http://schemas.microsoft.com/office/drawing/2014/main" val="4175859296"/>
                    </a:ext>
                  </a:extLst>
                </a:gridCol>
              </a:tblGrid>
              <a:tr h="450336">
                <a:tc>
                  <a:txBody>
                    <a:bodyPr/>
                    <a:lstStyle/>
                    <a:p>
                      <a:pPr algn="l"/>
                      <a:r>
                        <a:rPr lang="de-CH" sz="1200" dirty="0"/>
                        <a:t>00.00.0000</a:t>
                      </a:r>
                    </a:p>
                    <a:p>
                      <a:pPr algn="l"/>
                      <a:r>
                        <a:rPr lang="de-CH" sz="1200" dirty="0"/>
                        <a:t>Event</a:t>
                      </a:r>
                    </a:p>
                  </a:txBody>
                  <a:tcPr marL="0" marB="118800">
                    <a:lnB w="9525"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a:ln>
                            <a:noFill/>
                          </a:ln>
                          <a:solidFill>
                            <a:srgbClr val="000000"/>
                          </a:solidFill>
                          <a:effectLst/>
                          <a:uLnTx/>
                          <a:uFillTx/>
                          <a:latin typeface="Segoe UI"/>
                          <a:ea typeface="+mn-ea"/>
                          <a:cs typeface="+mn-cs"/>
                        </a:rPr>
                        <a:t>00.00.0000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a:ln>
                            <a:noFill/>
                          </a:ln>
                          <a:solidFill>
                            <a:srgbClr val="000000"/>
                          </a:solidFill>
                          <a:effectLst/>
                          <a:uLnTx/>
                          <a:uFillTx/>
                          <a:latin typeface="Segoe UI"/>
                          <a:ea typeface="+mn-ea"/>
                          <a:cs typeface="+mn-cs"/>
                        </a:rPr>
                        <a:t>Event</a:t>
                      </a: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a:lnB w="9525"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a:ln>
                            <a:noFill/>
                          </a:ln>
                          <a:solidFill>
                            <a:srgbClr val="000000"/>
                          </a:solidFill>
                          <a:effectLst/>
                          <a:uLnTx/>
                          <a:uFillTx/>
                          <a:latin typeface="Segoe UI"/>
                          <a:ea typeface="+mn-ea"/>
                          <a:cs typeface="+mn-cs"/>
                        </a:rPr>
                        <a:t>00.00.0000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a:ln>
                            <a:noFill/>
                          </a:ln>
                          <a:solidFill>
                            <a:srgbClr val="000000"/>
                          </a:solidFill>
                          <a:effectLst/>
                          <a:uLnTx/>
                          <a:uFillTx/>
                          <a:latin typeface="Segoe UI"/>
                          <a:ea typeface="+mn-ea"/>
                          <a:cs typeface="+mn-cs"/>
                        </a:rPr>
                        <a:t>Event</a:t>
                      </a: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a:lnB w="9525"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a:ln>
                            <a:noFill/>
                          </a:ln>
                          <a:solidFill>
                            <a:srgbClr val="000000"/>
                          </a:solidFill>
                          <a:effectLst/>
                          <a:uLnTx/>
                          <a:uFillTx/>
                          <a:latin typeface="Segoe UI"/>
                          <a:ea typeface="+mn-ea"/>
                          <a:cs typeface="+mn-cs"/>
                        </a:rPr>
                        <a:t>00.00.0000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a:ln>
                            <a:noFill/>
                          </a:ln>
                          <a:solidFill>
                            <a:srgbClr val="000000"/>
                          </a:solidFill>
                          <a:effectLst/>
                          <a:uLnTx/>
                          <a:uFillTx/>
                          <a:latin typeface="Segoe UI"/>
                          <a:ea typeface="+mn-ea"/>
                          <a:cs typeface="+mn-cs"/>
                        </a:rPr>
                        <a:t>Event</a:t>
                      </a: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a:lnB w="9525"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a:ln>
                            <a:noFill/>
                          </a:ln>
                          <a:solidFill>
                            <a:srgbClr val="000000"/>
                          </a:solidFill>
                          <a:effectLst/>
                          <a:uLnTx/>
                          <a:uFillTx/>
                          <a:latin typeface="Segoe UI"/>
                          <a:ea typeface="+mn-ea"/>
                          <a:cs typeface="+mn-cs"/>
                        </a:rPr>
                        <a:t>00.00.0000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a:ln>
                            <a:noFill/>
                          </a:ln>
                          <a:solidFill>
                            <a:srgbClr val="000000"/>
                          </a:solidFill>
                          <a:effectLst/>
                          <a:uLnTx/>
                          <a:uFillTx/>
                          <a:latin typeface="Segoe UI"/>
                          <a:ea typeface="+mn-ea"/>
                          <a:cs typeface="+mn-cs"/>
                        </a:rPr>
                        <a:t>Event</a:t>
                      </a: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a:lnB w="9525"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a:ln>
                            <a:noFill/>
                          </a:ln>
                          <a:solidFill>
                            <a:srgbClr val="000000"/>
                          </a:solidFill>
                          <a:effectLst/>
                          <a:uLnTx/>
                          <a:uFillTx/>
                          <a:latin typeface="Segoe UI"/>
                          <a:ea typeface="+mn-ea"/>
                          <a:cs typeface="+mn-cs"/>
                        </a:rPr>
                        <a:t>00.00.0000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a:ln>
                            <a:noFill/>
                          </a:ln>
                          <a:solidFill>
                            <a:srgbClr val="000000"/>
                          </a:solidFill>
                          <a:effectLst/>
                          <a:uLnTx/>
                          <a:uFillTx/>
                          <a:latin typeface="Segoe UI"/>
                          <a:ea typeface="+mn-ea"/>
                          <a:cs typeface="+mn-cs"/>
                        </a:rPr>
                        <a:t>Event</a:t>
                      </a: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a:lnB w="9525"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a:ln>
                            <a:noFill/>
                          </a:ln>
                          <a:solidFill>
                            <a:srgbClr val="000000"/>
                          </a:solidFill>
                          <a:effectLst/>
                          <a:uLnTx/>
                          <a:uFillTx/>
                          <a:latin typeface="Segoe UI"/>
                          <a:ea typeface="+mn-ea"/>
                          <a:cs typeface="+mn-cs"/>
                        </a:rPr>
                        <a:t>00.00.0000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a:ln>
                            <a:noFill/>
                          </a:ln>
                          <a:solidFill>
                            <a:srgbClr val="000000"/>
                          </a:solidFill>
                          <a:effectLst/>
                          <a:uLnTx/>
                          <a:uFillTx/>
                          <a:latin typeface="Segoe UI"/>
                          <a:ea typeface="+mn-ea"/>
                          <a:cs typeface="+mn-cs"/>
                        </a:rPr>
                        <a:t>Event</a:t>
                      </a: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a:lnB w="9525"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dirty="0">
                          <a:ln>
                            <a:noFill/>
                          </a:ln>
                          <a:solidFill>
                            <a:srgbClr val="000000"/>
                          </a:solidFill>
                          <a:effectLst/>
                          <a:uLnTx/>
                          <a:uFillTx/>
                          <a:latin typeface="Segoe UI"/>
                          <a:ea typeface="+mn-ea"/>
                          <a:cs typeface="+mn-cs"/>
                        </a:rPr>
                        <a:t>00.00.0000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dirty="0">
                          <a:ln>
                            <a:noFill/>
                          </a:ln>
                          <a:solidFill>
                            <a:srgbClr val="000000"/>
                          </a:solidFill>
                          <a:effectLst/>
                          <a:uLnTx/>
                          <a:uFillTx/>
                          <a:latin typeface="Segoe UI"/>
                          <a:ea typeface="+mn-ea"/>
                          <a:cs typeface="+mn-cs"/>
                        </a:rPr>
                        <a:t>Event</a:t>
                      </a:r>
                    </a:p>
                  </a:txBody>
                  <a:tcPr marL="0" marR="0">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2152607"/>
                  </a:ext>
                </a:extLst>
              </a:tr>
              <a:tr h="3834000">
                <a:tc>
                  <a:txBody>
                    <a:bodyPr/>
                    <a:lstStyle/>
                    <a:p>
                      <a:pPr algn="l"/>
                      <a:endParaRPr lang="de-CH" sz="1200" dirty="0"/>
                    </a:p>
                  </a:txBody>
                  <a:tcPr marL="0" marT="0" marB="0" anchor="b">
                    <a:lnL>
                      <a:noFill/>
                    </a:lnL>
                    <a:lnR w="6350" cap="flat" cmpd="sng" algn="ctr">
                      <a:solidFill>
                        <a:schemeClr val="accent6"/>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0" marB="0" anchor="b">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0" marB="0" anchor="b">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0" marB="0" anchor="b">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0" marB="0" anchor="b">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0" marB="0" anchor="b">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0" marB="0" anchor="b">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0" marB="0" anchor="b">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24427729"/>
                  </a:ext>
                </a:extLst>
              </a:tr>
            </a:tbl>
          </a:graphicData>
        </a:graphic>
      </p:graphicFrame>
      <p:sp>
        <p:nvSpPr>
          <p:cNvPr id="24" name="Pfeil: Fünfeck 23">
            <a:extLst>
              <a:ext uri="{FF2B5EF4-FFF2-40B4-BE49-F238E27FC236}">
                <a16:creationId xmlns:a16="http://schemas.microsoft.com/office/drawing/2014/main" id="{C25E0C5D-F8C8-A4BD-7880-ECAB7A49A636}"/>
              </a:ext>
            </a:extLst>
          </p:cNvPr>
          <p:cNvSpPr/>
          <p:nvPr/>
        </p:nvSpPr>
        <p:spPr>
          <a:xfrm>
            <a:off x="1823070" y="2411086"/>
            <a:ext cx="2832770" cy="1377954"/>
          </a:xfrm>
          <a:prstGeom prst="homePlate">
            <a:avLst>
              <a:gd name="adj" fmla="val 4133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9200" rIns="108000" bIns="79200" rtlCol="0" anchor="ctr"/>
          <a:lstStyle/>
          <a:p>
            <a:r>
              <a:rPr lang="de-CH" sz="1200" b="1" dirty="0">
                <a:solidFill>
                  <a:schemeClr val="tx1"/>
                </a:solidFill>
              </a:rPr>
              <a:t>Titel</a:t>
            </a:r>
          </a:p>
          <a:p>
            <a:r>
              <a:rPr lang="de-CH" sz="1200" dirty="0">
                <a:solidFill>
                  <a:schemeClr val="tx1"/>
                </a:solidFill>
              </a:rPr>
              <a:t>Text</a:t>
            </a:r>
          </a:p>
        </p:txBody>
      </p:sp>
      <p:sp>
        <p:nvSpPr>
          <p:cNvPr id="26" name="Pfeil: Fünfeck 25">
            <a:extLst>
              <a:ext uri="{FF2B5EF4-FFF2-40B4-BE49-F238E27FC236}">
                <a16:creationId xmlns:a16="http://schemas.microsoft.com/office/drawing/2014/main" id="{AB9963E1-3889-7C91-B123-D3D22A593165}"/>
              </a:ext>
            </a:extLst>
          </p:cNvPr>
          <p:cNvSpPr/>
          <p:nvPr/>
        </p:nvSpPr>
        <p:spPr>
          <a:xfrm>
            <a:off x="409574" y="2411086"/>
            <a:ext cx="1413496" cy="1377954"/>
          </a:xfrm>
          <a:prstGeom prst="homePlate">
            <a:avLst>
              <a:gd name="adj" fmla="val 4133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9200" rIns="108000" bIns="79200" rtlCol="0" anchor="ctr"/>
          <a:lstStyle/>
          <a:p>
            <a:r>
              <a:rPr lang="de-CH" sz="1200" b="1" dirty="0">
                <a:solidFill>
                  <a:schemeClr val="bg1"/>
                </a:solidFill>
              </a:rPr>
              <a:t>Titel</a:t>
            </a:r>
          </a:p>
          <a:p>
            <a:r>
              <a:rPr lang="de-CH" sz="1200" dirty="0">
                <a:solidFill>
                  <a:schemeClr val="bg1"/>
                </a:solidFill>
              </a:rPr>
              <a:t>Text</a:t>
            </a:r>
          </a:p>
        </p:txBody>
      </p:sp>
      <p:sp>
        <p:nvSpPr>
          <p:cNvPr id="28" name="Pfeil: Fünfeck 27">
            <a:extLst>
              <a:ext uri="{FF2B5EF4-FFF2-40B4-BE49-F238E27FC236}">
                <a16:creationId xmlns:a16="http://schemas.microsoft.com/office/drawing/2014/main" id="{868BC772-3620-802C-6204-D6A911AB0EDC}"/>
              </a:ext>
            </a:extLst>
          </p:cNvPr>
          <p:cNvSpPr/>
          <p:nvPr/>
        </p:nvSpPr>
        <p:spPr>
          <a:xfrm>
            <a:off x="7522032" y="3272001"/>
            <a:ext cx="4257950" cy="522000"/>
          </a:xfrm>
          <a:prstGeom prst="homePlate">
            <a:avLst>
              <a:gd name="adj" fmla="val 41333"/>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9200" rIns="108000" bIns="79200" rtlCol="0" anchor="ctr"/>
          <a:lstStyle/>
          <a:p>
            <a:r>
              <a:rPr lang="de-CH" sz="1200" b="1" dirty="0">
                <a:solidFill>
                  <a:schemeClr val="tx1"/>
                </a:solidFill>
              </a:rPr>
              <a:t>Titel</a:t>
            </a:r>
          </a:p>
        </p:txBody>
      </p:sp>
      <p:sp>
        <p:nvSpPr>
          <p:cNvPr id="29" name="Rechteck 28">
            <a:extLst>
              <a:ext uri="{FF2B5EF4-FFF2-40B4-BE49-F238E27FC236}">
                <a16:creationId xmlns:a16="http://schemas.microsoft.com/office/drawing/2014/main" id="{4EAADF75-5314-4D46-7855-619E39C72AB6}"/>
              </a:ext>
            </a:extLst>
          </p:cNvPr>
          <p:cNvSpPr/>
          <p:nvPr/>
        </p:nvSpPr>
        <p:spPr>
          <a:xfrm>
            <a:off x="1941822" y="4147812"/>
            <a:ext cx="2625416" cy="137795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9200" rIns="108000" bIns="79200" rtlCol="0" anchor="t"/>
          <a:lstStyle/>
          <a:p>
            <a:r>
              <a:rPr lang="de-CH" sz="1200" b="1" dirty="0">
                <a:solidFill>
                  <a:schemeClr val="tx1"/>
                </a:solidFill>
              </a:rPr>
              <a:t>Titel</a:t>
            </a:r>
          </a:p>
          <a:p>
            <a:r>
              <a:rPr lang="de-CH" sz="1200" dirty="0">
                <a:solidFill>
                  <a:schemeClr val="tx1"/>
                </a:solidFill>
              </a:rPr>
              <a:t>Text</a:t>
            </a:r>
          </a:p>
        </p:txBody>
      </p:sp>
      <p:sp>
        <p:nvSpPr>
          <p:cNvPr id="30" name="Rechteck 29">
            <a:extLst>
              <a:ext uri="{FF2B5EF4-FFF2-40B4-BE49-F238E27FC236}">
                <a16:creationId xmlns:a16="http://schemas.microsoft.com/office/drawing/2014/main" id="{DF2C5818-5F4D-ABB0-E680-A47A61190889}"/>
              </a:ext>
            </a:extLst>
          </p:cNvPr>
          <p:cNvSpPr/>
          <p:nvPr/>
        </p:nvSpPr>
        <p:spPr>
          <a:xfrm>
            <a:off x="4795672" y="4147810"/>
            <a:ext cx="4024478" cy="1377953"/>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9200" rIns="108000" bIns="79200" rtlCol="0" anchor="t"/>
          <a:lstStyle/>
          <a:p>
            <a:pPr>
              <a:lnSpc>
                <a:spcPct val="97000"/>
              </a:lnSpc>
            </a:pPr>
            <a:r>
              <a:rPr lang="de-CH" sz="1200" b="1" spc="30" dirty="0">
                <a:solidFill>
                  <a:schemeClr val="tx1"/>
                </a:solidFill>
              </a:rPr>
              <a:t>Titel</a:t>
            </a:r>
          </a:p>
          <a:p>
            <a:pPr>
              <a:lnSpc>
                <a:spcPct val="97000"/>
              </a:lnSpc>
            </a:pPr>
            <a:r>
              <a:rPr lang="de-CH" sz="1200" dirty="0">
                <a:solidFill>
                  <a:schemeClr val="tx1"/>
                </a:solidFill>
              </a:rPr>
              <a:t>Text</a:t>
            </a:r>
            <a:endParaRPr lang="de-CH" sz="1200" b="1" spc="30" dirty="0">
              <a:solidFill>
                <a:schemeClr val="tx1"/>
              </a:solidFill>
            </a:endParaRPr>
          </a:p>
        </p:txBody>
      </p:sp>
      <p:sp>
        <p:nvSpPr>
          <p:cNvPr id="31" name="Rechteck 30">
            <a:extLst>
              <a:ext uri="{FF2B5EF4-FFF2-40B4-BE49-F238E27FC236}">
                <a16:creationId xmlns:a16="http://schemas.microsoft.com/office/drawing/2014/main" id="{C3B94D50-6B70-0FB4-BF38-F8B374B74CA3}"/>
              </a:ext>
            </a:extLst>
          </p:cNvPr>
          <p:cNvSpPr/>
          <p:nvPr/>
        </p:nvSpPr>
        <p:spPr>
          <a:xfrm>
            <a:off x="409574" y="4147811"/>
            <a:ext cx="1303814" cy="13779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9200" rIns="108000" bIns="79200" rtlCol="0" anchor="t"/>
          <a:lstStyle/>
          <a:p>
            <a:r>
              <a:rPr lang="de-CH" sz="1200" b="1" dirty="0">
                <a:solidFill>
                  <a:schemeClr val="bg1"/>
                </a:solidFill>
              </a:rPr>
              <a:t>Titel</a:t>
            </a:r>
          </a:p>
          <a:p>
            <a:r>
              <a:rPr lang="de-CH" sz="1200" dirty="0">
                <a:solidFill>
                  <a:schemeClr val="bg1"/>
                </a:solidFill>
              </a:rPr>
              <a:t>Text</a:t>
            </a:r>
          </a:p>
        </p:txBody>
      </p:sp>
      <p:sp>
        <p:nvSpPr>
          <p:cNvPr id="32" name="Rechteck 31">
            <a:extLst>
              <a:ext uri="{FF2B5EF4-FFF2-40B4-BE49-F238E27FC236}">
                <a16:creationId xmlns:a16="http://schemas.microsoft.com/office/drawing/2014/main" id="{F41AF66E-9052-EE8D-A1EB-A2DC7C64AE4F}"/>
              </a:ext>
            </a:extLst>
          </p:cNvPr>
          <p:cNvSpPr/>
          <p:nvPr/>
        </p:nvSpPr>
        <p:spPr>
          <a:xfrm>
            <a:off x="9036051" y="4147810"/>
            <a:ext cx="1214128" cy="52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9200" rIns="108000" bIns="79200" rtlCol="0" anchor="ctr"/>
          <a:lstStyle/>
          <a:p>
            <a:pPr>
              <a:lnSpc>
                <a:spcPct val="97000"/>
              </a:lnSpc>
            </a:pPr>
            <a:r>
              <a:rPr lang="de-CH" sz="1200" b="1" spc="30" dirty="0">
                <a:solidFill>
                  <a:schemeClr val="tx1"/>
                </a:solidFill>
              </a:rPr>
              <a:t>Titel</a:t>
            </a:r>
          </a:p>
        </p:txBody>
      </p:sp>
      <p:sp>
        <p:nvSpPr>
          <p:cNvPr id="33" name="Rechteck 32">
            <a:extLst>
              <a:ext uri="{FF2B5EF4-FFF2-40B4-BE49-F238E27FC236}">
                <a16:creationId xmlns:a16="http://schemas.microsoft.com/office/drawing/2014/main" id="{82F20C09-911F-C669-B034-0C877BE6E785}"/>
              </a:ext>
            </a:extLst>
          </p:cNvPr>
          <p:cNvSpPr/>
          <p:nvPr/>
        </p:nvSpPr>
        <p:spPr>
          <a:xfrm>
            <a:off x="9036051" y="4990896"/>
            <a:ext cx="2743932" cy="52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9200" rIns="108000" bIns="79200" rtlCol="0" anchor="ctr"/>
          <a:lstStyle/>
          <a:p>
            <a:pPr>
              <a:lnSpc>
                <a:spcPct val="97000"/>
              </a:lnSpc>
            </a:pPr>
            <a:r>
              <a:rPr lang="de-CH" sz="1200" b="1" spc="30" dirty="0">
                <a:solidFill>
                  <a:schemeClr val="tx1"/>
                </a:solidFill>
              </a:rPr>
              <a:t>Titel</a:t>
            </a:r>
          </a:p>
        </p:txBody>
      </p:sp>
      <p:sp>
        <p:nvSpPr>
          <p:cNvPr id="25" name="Pfeil: Fünfeck 24">
            <a:extLst>
              <a:ext uri="{FF2B5EF4-FFF2-40B4-BE49-F238E27FC236}">
                <a16:creationId xmlns:a16="http://schemas.microsoft.com/office/drawing/2014/main" id="{51A9A5E8-E7A0-6B38-A2D8-8A4AD1CE314F}"/>
              </a:ext>
            </a:extLst>
          </p:cNvPr>
          <p:cNvSpPr/>
          <p:nvPr/>
        </p:nvSpPr>
        <p:spPr>
          <a:xfrm>
            <a:off x="4680910" y="2411086"/>
            <a:ext cx="5688019" cy="522000"/>
          </a:xfrm>
          <a:prstGeom prst="homePlate">
            <a:avLst>
              <a:gd name="adj" fmla="val 41333"/>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9200" rIns="108000" bIns="79200" rtlCol="0" anchor="ctr"/>
          <a:lstStyle/>
          <a:p>
            <a:r>
              <a:rPr lang="de-CH" sz="1200" b="1" dirty="0">
                <a:solidFill>
                  <a:schemeClr val="tx1"/>
                </a:solidFill>
              </a:rPr>
              <a:t>Titel</a:t>
            </a:r>
          </a:p>
        </p:txBody>
      </p:sp>
      <p:sp>
        <p:nvSpPr>
          <p:cNvPr id="27" name="Pfeil: Fünfeck 26">
            <a:extLst>
              <a:ext uri="{FF2B5EF4-FFF2-40B4-BE49-F238E27FC236}">
                <a16:creationId xmlns:a16="http://schemas.microsoft.com/office/drawing/2014/main" id="{9753935D-2FF8-3EEF-6600-FC3E0F1B3811}"/>
              </a:ext>
            </a:extLst>
          </p:cNvPr>
          <p:cNvSpPr/>
          <p:nvPr/>
        </p:nvSpPr>
        <p:spPr>
          <a:xfrm>
            <a:off x="4680910" y="3272001"/>
            <a:ext cx="2832771" cy="522000"/>
          </a:xfrm>
          <a:prstGeom prst="homePlate">
            <a:avLst>
              <a:gd name="adj" fmla="val 41333"/>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9200" rIns="108000" bIns="79200" rtlCol="0" anchor="ctr"/>
          <a:lstStyle/>
          <a:p>
            <a:r>
              <a:rPr lang="de-CH" sz="1200" b="1" dirty="0">
                <a:solidFill>
                  <a:schemeClr val="tx1"/>
                </a:solidFill>
              </a:rPr>
              <a:t>Titel</a:t>
            </a:r>
          </a:p>
        </p:txBody>
      </p:sp>
      <p:grpSp>
        <p:nvGrpSpPr>
          <p:cNvPr id="3" name="Gruppieren 2">
            <a:extLst>
              <a:ext uri="{FF2B5EF4-FFF2-40B4-BE49-F238E27FC236}">
                <a16:creationId xmlns:a16="http://schemas.microsoft.com/office/drawing/2014/main" id="{7EB37E54-7A3F-4902-3680-FF9790A2EC22}"/>
              </a:ext>
            </a:extLst>
          </p:cNvPr>
          <p:cNvGrpSpPr/>
          <p:nvPr/>
        </p:nvGrpSpPr>
        <p:grpSpPr>
          <a:xfrm>
            <a:off x="5826944" y="371702"/>
            <a:ext cx="2393291" cy="1120862"/>
            <a:chOff x="8876815" y="3198075"/>
            <a:chExt cx="2393291" cy="1151897"/>
          </a:xfrm>
          <a:solidFill>
            <a:schemeClr val="accent6"/>
          </a:solidFill>
        </p:grpSpPr>
        <p:sp>
          <p:nvSpPr>
            <p:cNvPr id="8" name="Rechteck 7">
              <a:extLst>
                <a:ext uri="{FF2B5EF4-FFF2-40B4-BE49-F238E27FC236}">
                  <a16:creationId xmlns:a16="http://schemas.microsoft.com/office/drawing/2014/main" id="{81197BDA-56C0-E063-6383-5DB3AA57676E}"/>
                </a:ext>
              </a:extLst>
            </p:cNvPr>
            <p:cNvSpPr/>
            <p:nvPr/>
          </p:nvSpPr>
          <p:spPr>
            <a:xfrm>
              <a:off x="8876815" y="3198075"/>
              <a:ext cx="2393291" cy="85322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44000" rIns="72000" bIns="72000" rtlCol="0" anchor="t"/>
            <a:lstStyle/>
            <a:p>
              <a:pPr>
                <a:lnSpc>
                  <a:spcPct val="97000"/>
                </a:lnSpc>
              </a:pPr>
              <a:r>
                <a:rPr lang="de-CH" sz="1200" b="1" spc="30" dirty="0">
                  <a:solidFill>
                    <a:schemeClr val="tx1"/>
                  </a:solidFill>
                </a:rPr>
                <a:t>Hinweis</a:t>
              </a:r>
            </a:p>
            <a:p>
              <a:pPr>
                <a:lnSpc>
                  <a:spcPct val="97000"/>
                </a:lnSpc>
              </a:pPr>
              <a:r>
                <a:rPr lang="de-CH" sz="1200" spc="30" dirty="0">
                  <a:solidFill>
                    <a:schemeClr val="tx1"/>
                  </a:solidFill>
                </a:rPr>
                <a:t>Weitere grafische Elemente findest Du </a:t>
              </a:r>
              <a:r>
                <a:rPr lang="de-CH" sz="1200" spc="30" dirty="0">
                  <a:solidFill>
                    <a:schemeClr val="tx1"/>
                  </a:solidFill>
                  <a:hlinkClick r:id="rId2" action="ppaction://hlinksldjump"/>
                </a:rPr>
                <a:t>weiter hinten</a:t>
              </a:r>
              <a:r>
                <a:rPr lang="de-CH" sz="1200" spc="30" dirty="0">
                  <a:solidFill>
                    <a:schemeClr val="tx1"/>
                  </a:solidFill>
                </a:rPr>
                <a:t>.</a:t>
              </a:r>
            </a:p>
          </p:txBody>
        </p:sp>
        <p:sp>
          <p:nvSpPr>
            <p:cNvPr id="9" name="Rechtwinkliges Dreieck 8">
              <a:extLst>
                <a:ext uri="{FF2B5EF4-FFF2-40B4-BE49-F238E27FC236}">
                  <a16:creationId xmlns:a16="http://schemas.microsoft.com/office/drawing/2014/main" id="{66B6582D-D9CE-4FD1-1E43-FF5C601BDADA}"/>
                </a:ext>
              </a:extLst>
            </p:cNvPr>
            <p:cNvSpPr/>
            <p:nvPr/>
          </p:nvSpPr>
          <p:spPr>
            <a:xfrm flipV="1">
              <a:off x="8876815" y="4034461"/>
              <a:ext cx="315529" cy="315511"/>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spTree>
    <p:extLst>
      <p:ext uri="{BB962C8B-B14F-4D97-AF65-F5344CB8AC3E}">
        <p14:creationId xmlns:p14="http://schemas.microsoft.com/office/powerpoint/2010/main" val="19082962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04D4CC-9B51-3D78-386A-1F1397C16FBC}"/>
              </a:ext>
            </a:extLst>
          </p:cNvPr>
          <p:cNvSpPr>
            <a:spLocks noGrp="1"/>
          </p:cNvSpPr>
          <p:nvPr>
            <p:ph type="title"/>
          </p:nvPr>
        </p:nvSpPr>
        <p:spPr/>
        <p:txBody>
          <a:bodyPr/>
          <a:lstStyle/>
          <a:p>
            <a:r>
              <a:rPr lang="de-CH" dirty="0"/>
              <a:t>Beispielfolie mit Zeitplan</a:t>
            </a:r>
          </a:p>
        </p:txBody>
      </p:sp>
      <p:sp>
        <p:nvSpPr>
          <p:cNvPr id="4" name="Datumsplatzhalter 3">
            <a:extLst>
              <a:ext uri="{FF2B5EF4-FFF2-40B4-BE49-F238E27FC236}">
                <a16:creationId xmlns:a16="http://schemas.microsoft.com/office/drawing/2014/main" id="{5BD56BD6-D6F5-AE6B-88F2-764103FEFB87}"/>
              </a:ext>
            </a:extLst>
          </p:cNvPr>
          <p:cNvSpPr>
            <a:spLocks noGrp="1"/>
          </p:cNvSpPr>
          <p:nvPr>
            <p:ph type="dt" sz="half" idx="10"/>
          </p:nvPr>
        </p:nvSpPr>
        <p:spPr/>
        <p:txBody>
          <a:bodyPr/>
          <a:lstStyle/>
          <a:p>
            <a:fld id="{C83FE90F-C500-467A-B349-FCEBF47D65E6}" type="datetime4">
              <a:rPr lang="de-CH" smtClean="0"/>
              <a:t>8. Februar 2026</a:t>
            </a:fld>
            <a:endParaRPr lang="de-CH" dirty="0"/>
          </a:p>
        </p:txBody>
      </p:sp>
      <p:sp>
        <p:nvSpPr>
          <p:cNvPr id="5" name="Fußzeilenplatzhalter 4">
            <a:extLst>
              <a:ext uri="{FF2B5EF4-FFF2-40B4-BE49-F238E27FC236}">
                <a16:creationId xmlns:a16="http://schemas.microsoft.com/office/drawing/2014/main" id="{BA609CCB-6E1D-7B19-80B5-16E11FF1ADDF}"/>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63501BC4-4BFA-3978-1B7D-837AD7DD1011}"/>
              </a:ext>
            </a:extLst>
          </p:cNvPr>
          <p:cNvSpPr>
            <a:spLocks noGrp="1"/>
          </p:cNvSpPr>
          <p:nvPr>
            <p:ph type="sldNum" sz="quarter" idx="12"/>
          </p:nvPr>
        </p:nvSpPr>
        <p:spPr/>
        <p:txBody>
          <a:bodyPr/>
          <a:lstStyle/>
          <a:p>
            <a:fld id="{442AD375-037F-43D0-B059-5172DA06796A}" type="slidenum">
              <a:rPr lang="de-CH" smtClean="0"/>
              <a:pPr/>
              <a:t>59</a:t>
            </a:fld>
            <a:endParaRPr lang="de-CH" dirty="0"/>
          </a:p>
        </p:txBody>
      </p:sp>
      <p:graphicFrame>
        <p:nvGraphicFramePr>
          <p:cNvPr id="7" name="Tabelle 7">
            <a:extLst>
              <a:ext uri="{FF2B5EF4-FFF2-40B4-BE49-F238E27FC236}">
                <a16:creationId xmlns:a16="http://schemas.microsoft.com/office/drawing/2014/main" id="{F4DD9DBC-E560-76E6-9721-9DFA64907730}"/>
              </a:ext>
            </a:extLst>
          </p:cNvPr>
          <p:cNvGraphicFramePr>
            <a:graphicFrameLocks noGrp="1"/>
          </p:cNvGraphicFramePr>
          <p:nvPr>
            <p:ph idx="1"/>
            <p:extLst>
              <p:ext uri="{D42A27DB-BD31-4B8C-83A1-F6EECF244321}">
                <p14:modId xmlns:p14="http://schemas.microsoft.com/office/powerpoint/2010/main" val="156353250"/>
              </p:ext>
            </p:extLst>
          </p:nvPr>
        </p:nvGraphicFramePr>
        <p:xfrm>
          <a:off x="409575" y="1638300"/>
          <a:ext cx="11365200" cy="4246575"/>
        </p:xfrm>
        <a:graphic>
          <a:graphicData uri="http://schemas.openxmlformats.org/drawingml/2006/table">
            <a:tbl>
              <a:tblPr firstRow="1" bandRow="1">
                <a:tableStyleId>{2D5ABB26-0587-4C30-8999-92F81FD0307C}</a:tableStyleId>
              </a:tblPr>
              <a:tblGrid>
                <a:gridCol w="2898000">
                  <a:extLst>
                    <a:ext uri="{9D8B030D-6E8A-4147-A177-3AD203B41FA5}">
                      <a16:colId xmlns:a16="http://schemas.microsoft.com/office/drawing/2014/main" val="421051976"/>
                    </a:ext>
                  </a:extLst>
                </a:gridCol>
                <a:gridCol w="705600">
                  <a:extLst>
                    <a:ext uri="{9D8B030D-6E8A-4147-A177-3AD203B41FA5}">
                      <a16:colId xmlns:a16="http://schemas.microsoft.com/office/drawing/2014/main" val="2035236877"/>
                    </a:ext>
                  </a:extLst>
                </a:gridCol>
                <a:gridCol w="705600">
                  <a:extLst>
                    <a:ext uri="{9D8B030D-6E8A-4147-A177-3AD203B41FA5}">
                      <a16:colId xmlns:a16="http://schemas.microsoft.com/office/drawing/2014/main" val="1483264928"/>
                    </a:ext>
                  </a:extLst>
                </a:gridCol>
                <a:gridCol w="705600">
                  <a:extLst>
                    <a:ext uri="{9D8B030D-6E8A-4147-A177-3AD203B41FA5}">
                      <a16:colId xmlns:a16="http://schemas.microsoft.com/office/drawing/2014/main" val="1793906146"/>
                    </a:ext>
                  </a:extLst>
                </a:gridCol>
                <a:gridCol w="705600">
                  <a:extLst>
                    <a:ext uri="{9D8B030D-6E8A-4147-A177-3AD203B41FA5}">
                      <a16:colId xmlns:a16="http://schemas.microsoft.com/office/drawing/2014/main" val="3445794264"/>
                    </a:ext>
                  </a:extLst>
                </a:gridCol>
                <a:gridCol w="705600">
                  <a:extLst>
                    <a:ext uri="{9D8B030D-6E8A-4147-A177-3AD203B41FA5}">
                      <a16:colId xmlns:a16="http://schemas.microsoft.com/office/drawing/2014/main" val="140808392"/>
                    </a:ext>
                  </a:extLst>
                </a:gridCol>
                <a:gridCol w="705600">
                  <a:extLst>
                    <a:ext uri="{9D8B030D-6E8A-4147-A177-3AD203B41FA5}">
                      <a16:colId xmlns:a16="http://schemas.microsoft.com/office/drawing/2014/main" val="2189386877"/>
                    </a:ext>
                  </a:extLst>
                </a:gridCol>
                <a:gridCol w="705600">
                  <a:extLst>
                    <a:ext uri="{9D8B030D-6E8A-4147-A177-3AD203B41FA5}">
                      <a16:colId xmlns:a16="http://schemas.microsoft.com/office/drawing/2014/main" val="4175859296"/>
                    </a:ext>
                  </a:extLst>
                </a:gridCol>
                <a:gridCol w="705600">
                  <a:extLst>
                    <a:ext uri="{9D8B030D-6E8A-4147-A177-3AD203B41FA5}">
                      <a16:colId xmlns:a16="http://schemas.microsoft.com/office/drawing/2014/main" val="1737868263"/>
                    </a:ext>
                  </a:extLst>
                </a:gridCol>
                <a:gridCol w="705600">
                  <a:extLst>
                    <a:ext uri="{9D8B030D-6E8A-4147-A177-3AD203B41FA5}">
                      <a16:colId xmlns:a16="http://schemas.microsoft.com/office/drawing/2014/main" val="2172551592"/>
                    </a:ext>
                  </a:extLst>
                </a:gridCol>
                <a:gridCol w="705600">
                  <a:extLst>
                    <a:ext uri="{9D8B030D-6E8A-4147-A177-3AD203B41FA5}">
                      <a16:colId xmlns:a16="http://schemas.microsoft.com/office/drawing/2014/main" val="3579336957"/>
                    </a:ext>
                  </a:extLst>
                </a:gridCol>
                <a:gridCol w="705600">
                  <a:extLst>
                    <a:ext uri="{9D8B030D-6E8A-4147-A177-3AD203B41FA5}">
                      <a16:colId xmlns:a16="http://schemas.microsoft.com/office/drawing/2014/main" val="2003207868"/>
                    </a:ext>
                  </a:extLst>
                </a:gridCol>
                <a:gridCol w="705600">
                  <a:extLst>
                    <a:ext uri="{9D8B030D-6E8A-4147-A177-3AD203B41FA5}">
                      <a16:colId xmlns:a16="http://schemas.microsoft.com/office/drawing/2014/main" val="928431283"/>
                    </a:ext>
                  </a:extLst>
                </a:gridCol>
              </a:tblGrid>
              <a:tr h="419145">
                <a:tc>
                  <a:txBody>
                    <a:bodyPr/>
                    <a:lstStyle/>
                    <a:p>
                      <a:pPr algn="l"/>
                      <a:r>
                        <a:rPr kumimoji="0" lang="de-CH" sz="1200" b="0" i="0" u="none" strike="noStrike" kern="1200" cap="none" spc="0" normalizeH="0" baseline="0" noProof="0" dirty="0">
                          <a:ln>
                            <a:noFill/>
                          </a:ln>
                          <a:solidFill>
                            <a:srgbClr val="000000"/>
                          </a:solidFill>
                          <a:effectLst/>
                          <a:uLnTx/>
                          <a:uFillTx/>
                          <a:latin typeface="Segoe UI"/>
                          <a:ea typeface="+mn-ea"/>
                          <a:cs typeface="+mn-cs"/>
                        </a:rPr>
                        <a:t>Titel</a:t>
                      </a:r>
                      <a:endParaRPr lang="de-CH" sz="1200" dirty="0"/>
                    </a:p>
                  </a:txBody>
                  <a:tcPr marL="0" anchor="ctr">
                    <a:lnB w="9525" cap="flat" cmpd="sng" algn="ctr">
                      <a:solidFill>
                        <a:schemeClr val="tx1"/>
                      </a:solidFill>
                      <a:prstDash val="solid"/>
                      <a:round/>
                      <a:headEnd type="none" w="med" len="med"/>
                      <a:tailEnd type="none" w="med" len="med"/>
                    </a:lnB>
                  </a:tcPr>
                </a:tc>
                <a:tc>
                  <a:txBody>
                    <a:bodyPr/>
                    <a:lstStyle/>
                    <a:p>
                      <a:pPr algn="ctr"/>
                      <a:r>
                        <a:rPr lang="de-CH" sz="1200" dirty="0"/>
                        <a:t>Jan</a:t>
                      </a:r>
                    </a:p>
                  </a:txBody>
                  <a:tcPr marL="0" marR="0" anchor="ctr">
                    <a:lnB w="9525" cap="flat" cmpd="sng" algn="ctr">
                      <a:solidFill>
                        <a:schemeClr val="tx1"/>
                      </a:solidFill>
                      <a:prstDash val="solid"/>
                      <a:round/>
                      <a:headEnd type="none" w="med" len="med"/>
                      <a:tailEnd type="none" w="med" len="med"/>
                    </a:lnB>
                  </a:tcPr>
                </a:tc>
                <a:tc>
                  <a:txBody>
                    <a:bodyPr/>
                    <a:lstStyle/>
                    <a:p>
                      <a:pPr algn="ctr"/>
                      <a:r>
                        <a:rPr lang="de-CH" sz="1200" dirty="0"/>
                        <a:t>Feb</a:t>
                      </a:r>
                    </a:p>
                  </a:txBody>
                  <a:tcPr marL="0" marR="0" anchor="ctr">
                    <a:lnB w="9525" cap="flat" cmpd="sng" algn="ctr">
                      <a:solidFill>
                        <a:schemeClr val="tx1"/>
                      </a:solidFill>
                      <a:prstDash val="solid"/>
                      <a:round/>
                      <a:headEnd type="none" w="med" len="med"/>
                      <a:tailEnd type="none" w="med" len="med"/>
                    </a:lnB>
                  </a:tcPr>
                </a:tc>
                <a:tc>
                  <a:txBody>
                    <a:bodyPr/>
                    <a:lstStyle/>
                    <a:p>
                      <a:pPr algn="ctr"/>
                      <a:r>
                        <a:rPr lang="de-CH" sz="1200" dirty="0"/>
                        <a:t>März</a:t>
                      </a:r>
                    </a:p>
                  </a:txBody>
                  <a:tcPr marL="0" marR="0" anchor="ctr">
                    <a:lnB w="9525" cap="flat" cmpd="sng" algn="ctr">
                      <a:solidFill>
                        <a:schemeClr val="tx1"/>
                      </a:solidFill>
                      <a:prstDash val="solid"/>
                      <a:round/>
                      <a:headEnd type="none" w="med" len="med"/>
                      <a:tailEnd type="none" w="med" len="med"/>
                    </a:lnB>
                  </a:tcPr>
                </a:tc>
                <a:tc>
                  <a:txBody>
                    <a:bodyPr/>
                    <a:lstStyle/>
                    <a:p>
                      <a:pPr algn="ctr"/>
                      <a:r>
                        <a:rPr lang="de-CH" sz="1200" dirty="0"/>
                        <a:t>April</a:t>
                      </a:r>
                    </a:p>
                  </a:txBody>
                  <a:tcPr marL="0" marR="0" anchor="ctr">
                    <a:lnB w="9525" cap="flat" cmpd="sng" algn="ctr">
                      <a:solidFill>
                        <a:schemeClr val="tx1"/>
                      </a:solidFill>
                      <a:prstDash val="solid"/>
                      <a:round/>
                      <a:headEnd type="none" w="med" len="med"/>
                      <a:tailEnd type="none" w="med" len="med"/>
                    </a:lnB>
                  </a:tcPr>
                </a:tc>
                <a:tc>
                  <a:txBody>
                    <a:bodyPr/>
                    <a:lstStyle/>
                    <a:p>
                      <a:pPr algn="ctr"/>
                      <a:r>
                        <a:rPr lang="de-CH" sz="1200" dirty="0"/>
                        <a:t>Mai</a:t>
                      </a:r>
                    </a:p>
                  </a:txBody>
                  <a:tcPr marL="0" marR="0" anchor="ctr">
                    <a:lnB w="9525" cap="flat" cmpd="sng" algn="ctr">
                      <a:solidFill>
                        <a:schemeClr val="tx1"/>
                      </a:solidFill>
                      <a:prstDash val="solid"/>
                      <a:round/>
                      <a:headEnd type="none" w="med" len="med"/>
                      <a:tailEnd type="none" w="med" len="med"/>
                    </a:lnB>
                  </a:tcPr>
                </a:tc>
                <a:tc>
                  <a:txBody>
                    <a:bodyPr/>
                    <a:lstStyle/>
                    <a:p>
                      <a:pPr algn="ctr"/>
                      <a:r>
                        <a:rPr lang="de-CH" sz="1200" dirty="0"/>
                        <a:t>Juni</a:t>
                      </a:r>
                    </a:p>
                  </a:txBody>
                  <a:tcPr marL="0" marR="0" anchor="ctr">
                    <a:lnB w="9525" cap="flat" cmpd="sng" algn="ctr">
                      <a:solidFill>
                        <a:schemeClr val="tx1"/>
                      </a:solidFill>
                      <a:prstDash val="solid"/>
                      <a:round/>
                      <a:headEnd type="none" w="med" len="med"/>
                      <a:tailEnd type="none" w="med" len="med"/>
                    </a:lnB>
                  </a:tcPr>
                </a:tc>
                <a:tc>
                  <a:txBody>
                    <a:bodyPr/>
                    <a:lstStyle/>
                    <a:p>
                      <a:pPr algn="ctr"/>
                      <a:r>
                        <a:rPr lang="de-CH" sz="1200" dirty="0"/>
                        <a:t>Juli</a:t>
                      </a:r>
                    </a:p>
                  </a:txBody>
                  <a:tcPr marL="0" marR="0" anchor="ctr">
                    <a:lnB w="9525" cap="flat" cmpd="sng" algn="ctr">
                      <a:solidFill>
                        <a:schemeClr val="tx1"/>
                      </a:solidFill>
                      <a:prstDash val="solid"/>
                      <a:round/>
                      <a:headEnd type="none" w="med" len="med"/>
                      <a:tailEnd type="none" w="med" len="med"/>
                    </a:lnB>
                  </a:tcPr>
                </a:tc>
                <a:tc>
                  <a:txBody>
                    <a:bodyPr/>
                    <a:lstStyle/>
                    <a:p>
                      <a:pPr algn="ctr"/>
                      <a:r>
                        <a:rPr lang="de-CH" sz="1200" dirty="0"/>
                        <a:t>Aug</a:t>
                      </a:r>
                    </a:p>
                  </a:txBody>
                  <a:tcPr marL="0" marR="0" anchor="ctr">
                    <a:lnB w="9525" cap="flat" cmpd="sng" algn="ctr">
                      <a:solidFill>
                        <a:schemeClr val="tx1"/>
                      </a:solidFill>
                      <a:prstDash val="solid"/>
                      <a:round/>
                      <a:headEnd type="none" w="med" len="med"/>
                      <a:tailEnd type="none" w="med" len="med"/>
                    </a:lnB>
                  </a:tcPr>
                </a:tc>
                <a:tc>
                  <a:txBody>
                    <a:bodyPr/>
                    <a:lstStyle/>
                    <a:p>
                      <a:pPr algn="ctr"/>
                      <a:r>
                        <a:rPr lang="de-CH" sz="1200" dirty="0"/>
                        <a:t>Sept</a:t>
                      </a:r>
                    </a:p>
                  </a:txBody>
                  <a:tcPr marL="0" marR="0" anchor="ctr">
                    <a:lnB w="9525" cap="flat" cmpd="sng" algn="ctr">
                      <a:solidFill>
                        <a:schemeClr val="tx1"/>
                      </a:solidFill>
                      <a:prstDash val="solid"/>
                      <a:round/>
                      <a:headEnd type="none" w="med" len="med"/>
                      <a:tailEnd type="none" w="med" len="med"/>
                    </a:lnB>
                  </a:tcPr>
                </a:tc>
                <a:tc>
                  <a:txBody>
                    <a:bodyPr/>
                    <a:lstStyle/>
                    <a:p>
                      <a:pPr algn="ctr"/>
                      <a:r>
                        <a:rPr lang="de-CH" sz="1200" dirty="0"/>
                        <a:t>Okt</a:t>
                      </a:r>
                    </a:p>
                  </a:txBody>
                  <a:tcPr marL="0" marR="0" anchor="ctr">
                    <a:lnB w="9525" cap="flat" cmpd="sng" algn="ctr">
                      <a:solidFill>
                        <a:schemeClr val="tx1"/>
                      </a:solidFill>
                      <a:prstDash val="solid"/>
                      <a:round/>
                      <a:headEnd type="none" w="med" len="med"/>
                      <a:tailEnd type="none" w="med" len="med"/>
                    </a:lnB>
                  </a:tcPr>
                </a:tc>
                <a:tc>
                  <a:txBody>
                    <a:bodyPr/>
                    <a:lstStyle/>
                    <a:p>
                      <a:pPr algn="ctr"/>
                      <a:r>
                        <a:rPr kumimoji="0" lang="de-CH" sz="1200" b="0" i="0" u="none" strike="noStrike" kern="1200" cap="none" spc="0" normalizeH="0" baseline="0" noProof="0" dirty="0">
                          <a:ln>
                            <a:noFill/>
                          </a:ln>
                          <a:solidFill>
                            <a:srgbClr val="000000"/>
                          </a:solidFill>
                          <a:effectLst/>
                          <a:uLnTx/>
                          <a:uFillTx/>
                          <a:latin typeface="Segoe UI"/>
                          <a:ea typeface="+mn-ea"/>
                          <a:cs typeface="+mn-cs"/>
                        </a:rPr>
                        <a:t>Nov</a:t>
                      </a:r>
                      <a:endParaRPr lang="de-CH" sz="1200" dirty="0"/>
                    </a:p>
                  </a:txBody>
                  <a:tcPr marL="0" marR="0" anchor="ctr">
                    <a:lnB w="9525" cap="flat" cmpd="sng" algn="ctr">
                      <a:solidFill>
                        <a:schemeClr val="tx1"/>
                      </a:solidFill>
                      <a:prstDash val="solid"/>
                      <a:round/>
                      <a:headEnd type="none" w="med" len="med"/>
                      <a:tailEnd type="none" w="med" len="med"/>
                    </a:lnB>
                  </a:tcPr>
                </a:tc>
                <a:tc>
                  <a:txBody>
                    <a:bodyPr/>
                    <a:lstStyle/>
                    <a:p>
                      <a:pPr algn="ctr"/>
                      <a:r>
                        <a:rPr kumimoji="0" lang="de-CH" sz="1200" b="0" i="0" u="none" strike="noStrike" kern="1200" cap="none" spc="0" normalizeH="0" baseline="0" noProof="0" dirty="0">
                          <a:ln>
                            <a:noFill/>
                          </a:ln>
                          <a:solidFill>
                            <a:srgbClr val="000000"/>
                          </a:solidFill>
                          <a:effectLst/>
                          <a:uLnTx/>
                          <a:uFillTx/>
                          <a:latin typeface="Segoe UI"/>
                          <a:ea typeface="+mn-ea"/>
                          <a:cs typeface="+mn-cs"/>
                        </a:rPr>
                        <a:t>Dez</a:t>
                      </a:r>
                      <a:endParaRPr lang="de-CH" sz="1200" dirty="0"/>
                    </a:p>
                  </a:txBody>
                  <a:tcPr marL="0" marR="0" anchor="ctr">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2152607"/>
                  </a:ext>
                </a:extLst>
              </a:tr>
              <a:tr h="144000">
                <a:tc>
                  <a:txBody>
                    <a:bodyPr/>
                    <a:lstStyle/>
                    <a:p>
                      <a:endParaRPr lang="de-CH" sz="1200" dirty="0"/>
                    </a:p>
                  </a:txBody>
                  <a:tcPr marL="0" marT="0" marB="0" anchor="b">
                    <a:lnR w="6350" cap="flat" cmpd="sng" algn="ctr">
                      <a:solidFill>
                        <a:schemeClr val="accent6"/>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0" marB="0" anchor="b">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0" marB="0" anchor="b">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0" marB="0" anchor="b">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0" marB="0" anchor="b">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0" marB="0" anchor="b">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0" marB="0" anchor="b">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0" marB="0" anchor="b">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0" marB="0" anchor="b">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0" marB="0" anchor="b">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0" marB="0" anchor="b">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0" marB="0" anchor="b">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0" marB="0" anchor="b">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2763687205"/>
                  </a:ext>
                </a:extLst>
              </a:tr>
              <a:tr h="0">
                <a:tc>
                  <a:txBody>
                    <a:bodyPr/>
                    <a:lstStyle/>
                    <a:p>
                      <a:r>
                        <a:rPr lang="de-CH" sz="1200" dirty="0"/>
                        <a:t>Text auf einer Zeile</a:t>
                      </a:r>
                    </a:p>
                  </a:txBody>
                  <a:tcPr marL="0" marT="108000" marB="140400">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2783476500"/>
                  </a:ext>
                </a:extLst>
              </a:tr>
              <a:tr h="0">
                <a:tc>
                  <a:txBody>
                    <a:bodyPr/>
                    <a:lstStyle/>
                    <a:p>
                      <a:pPr marL="0" marR="0" lvl="0" indent="0" algn="l" defTabSz="914400" rtl="0" eaLnBrk="1" fontAlgn="auto" latinLnBrk="0" hangingPunct="1">
                        <a:lnSpc>
                          <a:spcPct val="109000"/>
                        </a:lnSpc>
                        <a:spcBef>
                          <a:spcPts val="0"/>
                        </a:spcBef>
                        <a:spcAft>
                          <a:spcPts val="0"/>
                        </a:spcAft>
                        <a:buClrTx/>
                        <a:buSzTx/>
                        <a:buFont typeface="+mj-lt"/>
                        <a:buNone/>
                        <a:tabLst/>
                        <a:defRPr/>
                      </a:pPr>
                      <a:r>
                        <a:rPr kumimoji="0" lang="de-CH" sz="1200" b="0" i="0" u="none" strike="noStrike" kern="1200" cap="none" spc="-10" normalizeH="0" baseline="0" noProof="0">
                          <a:ln>
                            <a:noFill/>
                          </a:ln>
                          <a:solidFill>
                            <a:srgbClr val="000000"/>
                          </a:solidFill>
                          <a:effectLst/>
                          <a:uLnTx/>
                          <a:uFillTx/>
                          <a:latin typeface="Segoe UI"/>
                          <a:ea typeface="+mn-ea"/>
                          <a:cs typeface="+mn-cs"/>
                        </a:rPr>
                        <a:t>Text auf einer Zeile</a:t>
                      </a:r>
                      <a:endParaRPr kumimoji="0" lang="de-CH" sz="1200" b="0" i="0" u="none" strike="noStrike" kern="1200" cap="none" spc="-10" normalizeH="0" baseline="0" noProof="0" dirty="0">
                        <a:ln>
                          <a:noFill/>
                        </a:ln>
                        <a:solidFill>
                          <a:srgbClr val="000000"/>
                        </a:solidFill>
                        <a:effectLst/>
                        <a:uLnTx/>
                        <a:uFillTx/>
                        <a:latin typeface="Segoe UI"/>
                        <a:ea typeface="+mn-ea"/>
                        <a:cs typeface="+mn-cs"/>
                      </a:endParaRPr>
                    </a:p>
                  </a:txBody>
                  <a:tcPr marL="0" marT="108000" marB="140400">
                    <a:lnL>
                      <a:noFill/>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9354369"/>
                  </a:ext>
                </a:extLst>
              </a:tr>
              <a:tr h="0">
                <a:tc>
                  <a:txBody>
                    <a:bodyPr/>
                    <a:lstStyle/>
                    <a:p>
                      <a:pPr marL="0" marR="0" lvl="0" indent="0" algn="l" defTabSz="914400" rtl="0" eaLnBrk="1" fontAlgn="auto" latinLnBrk="0" hangingPunct="1">
                        <a:lnSpc>
                          <a:spcPct val="109000"/>
                        </a:lnSpc>
                        <a:spcBef>
                          <a:spcPts val="0"/>
                        </a:spcBef>
                        <a:spcAft>
                          <a:spcPts val="0"/>
                        </a:spcAft>
                        <a:buClrTx/>
                        <a:buSzTx/>
                        <a:buFont typeface="+mj-lt"/>
                        <a:buNone/>
                        <a:tabLst/>
                        <a:defRPr/>
                      </a:pPr>
                      <a:r>
                        <a:rPr kumimoji="0" lang="de-CH" sz="1200" b="0" i="0" u="none" strike="noStrike" kern="1200" cap="none" spc="-10" normalizeH="0" baseline="0" noProof="0">
                          <a:ln>
                            <a:noFill/>
                          </a:ln>
                          <a:solidFill>
                            <a:srgbClr val="000000"/>
                          </a:solidFill>
                          <a:effectLst/>
                          <a:uLnTx/>
                          <a:uFillTx/>
                          <a:latin typeface="Segoe UI"/>
                          <a:ea typeface="+mn-ea"/>
                          <a:cs typeface="+mn-cs"/>
                        </a:rPr>
                        <a:t>Text auf einer Zeile</a:t>
                      </a:r>
                      <a:endParaRPr kumimoji="0" lang="de-CH" sz="1200" b="0" i="0" u="none" strike="noStrike" kern="1200" cap="none" spc="-10" normalizeH="0" baseline="0" noProof="0" dirty="0">
                        <a:ln>
                          <a:noFill/>
                        </a:ln>
                        <a:solidFill>
                          <a:srgbClr val="000000"/>
                        </a:solidFill>
                        <a:effectLst/>
                        <a:uLnTx/>
                        <a:uFillTx/>
                        <a:latin typeface="Segoe UI"/>
                        <a:ea typeface="+mn-ea"/>
                        <a:cs typeface="+mn-cs"/>
                      </a:endParaRPr>
                    </a:p>
                  </a:txBody>
                  <a:tcPr marL="0" marT="108000" marB="140400">
                    <a:lnL>
                      <a:noFill/>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8035080"/>
                  </a:ext>
                </a:extLst>
              </a:tr>
              <a:tr h="0">
                <a:tc>
                  <a:txBody>
                    <a:bodyPr/>
                    <a:lstStyle/>
                    <a:p>
                      <a:pPr marL="0" marR="0" lvl="0" indent="0" algn="l" defTabSz="914400" rtl="0" eaLnBrk="1" fontAlgn="auto" latinLnBrk="0" hangingPunct="1">
                        <a:lnSpc>
                          <a:spcPct val="109000"/>
                        </a:lnSpc>
                        <a:spcBef>
                          <a:spcPts val="0"/>
                        </a:spcBef>
                        <a:spcAft>
                          <a:spcPts val="0"/>
                        </a:spcAft>
                        <a:buClrTx/>
                        <a:buSzTx/>
                        <a:buFont typeface="+mj-lt"/>
                        <a:buNone/>
                        <a:tabLst/>
                        <a:defRPr/>
                      </a:pPr>
                      <a:r>
                        <a:rPr kumimoji="0" lang="de-CH" sz="1200" b="0" i="0" u="none" strike="noStrike" kern="1200" cap="none" spc="-10" normalizeH="0" baseline="0" noProof="0">
                          <a:ln>
                            <a:noFill/>
                          </a:ln>
                          <a:solidFill>
                            <a:srgbClr val="000000"/>
                          </a:solidFill>
                          <a:effectLst/>
                          <a:uLnTx/>
                          <a:uFillTx/>
                          <a:latin typeface="Segoe UI"/>
                          <a:ea typeface="+mn-ea"/>
                          <a:cs typeface="+mn-cs"/>
                        </a:rPr>
                        <a:t>Text auf einer Zeile</a:t>
                      </a:r>
                      <a:endParaRPr kumimoji="0" lang="de-CH" sz="1200" b="0" i="0" u="none" strike="noStrike" kern="1200" cap="none" spc="-10" normalizeH="0" baseline="0" noProof="0" dirty="0">
                        <a:ln>
                          <a:noFill/>
                        </a:ln>
                        <a:solidFill>
                          <a:srgbClr val="000000"/>
                        </a:solidFill>
                        <a:effectLst/>
                        <a:uLnTx/>
                        <a:uFillTx/>
                        <a:latin typeface="Segoe UI"/>
                        <a:ea typeface="+mn-ea"/>
                        <a:cs typeface="+mn-cs"/>
                      </a:endParaRPr>
                    </a:p>
                  </a:txBody>
                  <a:tcPr marL="0" marT="108000" marB="140400">
                    <a:lnL>
                      <a:noFill/>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1396688"/>
                  </a:ext>
                </a:extLst>
              </a:tr>
              <a:tr h="0">
                <a:tc>
                  <a:txBody>
                    <a:bodyPr/>
                    <a:lstStyle/>
                    <a:p>
                      <a:pPr marL="0" marR="0" lvl="0" indent="0" algn="l" defTabSz="914400" rtl="0" eaLnBrk="1" fontAlgn="auto" latinLnBrk="0" hangingPunct="1">
                        <a:lnSpc>
                          <a:spcPct val="109000"/>
                        </a:lnSpc>
                        <a:spcBef>
                          <a:spcPts val="0"/>
                        </a:spcBef>
                        <a:spcAft>
                          <a:spcPts val="0"/>
                        </a:spcAft>
                        <a:buClrTx/>
                        <a:buSzTx/>
                        <a:buFont typeface="+mj-lt"/>
                        <a:buNone/>
                        <a:tabLst/>
                        <a:defRPr/>
                      </a:pPr>
                      <a:r>
                        <a:rPr kumimoji="0" lang="de-CH" sz="1200" b="0" i="0" u="none" strike="noStrike" kern="1200" cap="none" spc="-10" normalizeH="0" baseline="0" noProof="0">
                          <a:ln>
                            <a:noFill/>
                          </a:ln>
                          <a:solidFill>
                            <a:srgbClr val="000000"/>
                          </a:solidFill>
                          <a:effectLst/>
                          <a:uLnTx/>
                          <a:uFillTx/>
                          <a:latin typeface="Segoe UI"/>
                          <a:ea typeface="+mn-ea"/>
                          <a:cs typeface="+mn-cs"/>
                        </a:rPr>
                        <a:t>Text auf einer Zeile</a:t>
                      </a:r>
                      <a:endParaRPr kumimoji="0" lang="de-CH" sz="1200" b="0" i="0" u="none" strike="noStrike" kern="1200" cap="none" spc="-10" normalizeH="0" baseline="0" noProof="0" dirty="0">
                        <a:ln>
                          <a:noFill/>
                        </a:ln>
                        <a:solidFill>
                          <a:srgbClr val="000000"/>
                        </a:solidFill>
                        <a:effectLst/>
                        <a:uLnTx/>
                        <a:uFillTx/>
                        <a:latin typeface="Segoe UI"/>
                        <a:ea typeface="+mn-ea"/>
                        <a:cs typeface="+mn-cs"/>
                      </a:endParaRPr>
                    </a:p>
                  </a:txBody>
                  <a:tcPr marL="0" marT="108000" marB="140400">
                    <a:lnL>
                      <a:noFill/>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6884924"/>
                  </a:ext>
                </a:extLst>
              </a:tr>
              <a:tr h="0">
                <a:tc>
                  <a:txBody>
                    <a:bodyPr/>
                    <a:lstStyle/>
                    <a:p>
                      <a:pPr marL="0" marR="0" lvl="0" indent="0" algn="l" defTabSz="914400" rtl="0" eaLnBrk="1" fontAlgn="auto" latinLnBrk="0" hangingPunct="1">
                        <a:lnSpc>
                          <a:spcPct val="109000"/>
                        </a:lnSpc>
                        <a:spcBef>
                          <a:spcPts val="0"/>
                        </a:spcBef>
                        <a:spcAft>
                          <a:spcPts val="0"/>
                        </a:spcAft>
                        <a:buClrTx/>
                        <a:buSzTx/>
                        <a:buFont typeface="+mj-lt"/>
                        <a:buNone/>
                        <a:tabLst/>
                        <a:defRPr/>
                      </a:pPr>
                      <a:r>
                        <a:rPr kumimoji="0" lang="de-CH" sz="1200" b="0" i="0" u="none" strike="noStrike" kern="1200" cap="none" spc="-10" normalizeH="0" baseline="0" noProof="0">
                          <a:ln>
                            <a:noFill/>
                          </a:ln>
                          <a:solidFill>
                            <a:srgbClr val="000000"/>
                          </a:solidFill>
                          <a:effectLst/>
                          <a:uLnTx/>
                          <a:uFillTx/>
                          <a:latin typeface="Segoe UI"/>
                          <a:ea typeface="+mn-ea"/>
                          <a:cs typeface="+mn-cs"/>
                        </a:rPr>
                        <a:t>Text auf einer Zeile</a:t>
                      </a:r>
                      <a:endParaRPr kumimoji="0" lang="de-CH" sz="1200" b="0" i="0" u="none" strike="noStrike" kern="1200" cap="none" spc="-10" normalizeH="0" baseline="0" noProof="0" dirty="0">
                        <a:ln>
                          <a:noFill/>
                        </a:ln>
                        <a:solidFill>
                          <a:srgbClr val="000000"/>
                        </a:solidFill>
                        <a:effectLst/>
                        <a:uLnTx/>
                        <a:uFillTx/>
                        <a:latin typeface="Segoe UI"/>
                        <a:ea typeface="+mn-ea"/>
                        <a:cs typeface="+mn-cs"/>
                      </a:endParaRPr>
                    </a:p>
                  </a:txBody>
                  <a:tcPr marL="0" marT="108000" marB="140400">
                    <a:lnL>
                      <a:noFill/>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3439333"/>
                  </a:ext>
                </a:extLst>
              </a:tr>
              <a:tr h="0">
                <a:tc>
                  <a:txBody>
                    <a:bodyPr/>
                    <a:lstStyle/>
                    <a:p>
                      <a:pPr marL="0" marR="0" lvl="0" indent="0" algn="l" defTabSz="914400" rtl="0" eaLnBrk="1" fontAlgn="auto" latinLnBrk="0" hangingPunct="1">
                        <a:lnSpc>
                          <a:spcPct val="109000"/>
                        </a:lnSpc>
                        <a:spcBef>
                          <a:spcPts val="0"/>
                        </a:spcBef>
                        <a:spcAft>
                          <a:spcPts val="0"/>
                        </a:spcAft>
                        <a:buClrTx/>
                        <a:buSzTx/>
                        <a:buFont typeface="+mj-lt"/>
                        <a:buNone/>
                        <a:tabLst/>
                        <a:defRPr/>
                      </a:pPr>
                      <a:r>
                        <a:rPr kumimoji="0" lang="de-CH" sz="1200" b="0" i="0" u="none" strike="noStrike" kern="1200" cap="none" spc="-10" normalizeH="0" baseline="0" noProof="0">
                          <a:ln>
                            <a:noFill/>
                          </a:ln>
                          <a:solidFill>
                            <a:srgbClr val="000000"/>
                          </a:solidFill>
                          <a:effectLst/>
                          <a:uLnTx/>
                          <a:uFillTx/>
                          <a:latin typeface="Segoe UI"/>
                          <a:ea typeface="+mn-ea"/>
                          <a:cs typeface="+mn-cs"/>
                        </a:rPr>
                        <a:t>Text auf einer Zeile</a:t>
                      </a:r>
                      <a:endParaRPr kumimoji="0" lang="de-CH" sz="1200" b="0" i="0" u="none" strike="noStrike" kern="1200" cap="none" spc="-10" normalizeH="0" baseline="0" noProof="0" dirty="0">
                        <a:ln>
                          <a:noFill/>
                        </a:ln>
                        <a:solidFill>
                          <a:srgbClr val="000000"/>
                        </a:solidFill>
                        <a:effectLst/>
                        <a:uLnTx/>
                        <a:uFillTx/>
                        <a:latin typeface="Segoe UI"/>
                        <a:ea typeface="+mn-ea"/>
                        <a:cs typeface="+mn-cs"/>
                      </a:endParaRPr>
                    </a:p>
                  </a:txBody>
                  <a:tcPr marL="0" marT="108000" marB="140400">
                    <a:lnL>
                      <a:noFill/>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8681170"/>
                  </a:ext>
                </a:extLst>
              </a:tr>
              <a:tr h="0">
                <a:tc>
                  <a:txBody>
                    <a:bodyPr/>
                    <a:lstStyle/>
                    <a:p>
                      <a:pPr marL="0" marR="0" lvl="0" indent="0" algn="l" defTabSz="914400" rtl="0" eaLnBrk="1" fontAlgn="auto" latinLnBrk="0" hangingPunct="1">
                        <a:lnSpc>
                          <a:spcPct val="109000"/>
                        </a:lnSpc>
                        <a:spcBef>
                          <a:spcPts val="0"/>
                        </a:spcBef>
                        <a:spcAft>
                          <a:spcPts val="0"/>
                        </a:spcAft>
                        <a:buClrTx/>
                        <a:buSzTx/>
                        <a:buFont typeface="+mj-lt"/>
                        <a:buNone/>
                        <a:tabLst/>
                        <a:defRPr/>
                      </a:pPr>
                      <a:r>
                        <a:rPr kumimoji="0" lang="de-CH" sz="1200" b="0" i="0" u="none" strike="noStrike" kern="1200" cap="none" spc="-10" normalizeH="0" baseline="0" noProof="0" dirty="0">
                          <a:ln>
                            <a:noFill/>
                          </a:ln>
                          <a:solidFill>
                            <a:srgbClr val="000000"/>
                          </a:solidFill>
                          <a:effectLst/>
                          <a:uLnTx/>
                          <a:uFillTx/>
                          <a:latin typeface="Segoe UI"/>
                          <a:ea typeface="+mn-ea"/>
                          <a:cs typeface="+mn-cs"/>
                        </a:rPr>
                        <a:t>Text auf einer Zeile</a:t>
                      </a:r>
                    </a:p>
                  </a:txBody>
                  <a:tcPr marL="0" marT="108000" marB="140400">
                    <a:lnL>
                      <a:noFill/>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108000" marB="1404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3040466"/>
                  </a:ext>
                </a:extLst>
              </a:tr>
              <a:tr h="180000">
                <a:tc>
                  <a:txBody>
                    <a:bodyPr/>
                    <a:lstStyle/>
                    <a:p>
                      <a:endParaRPr lang="de-CH" sz="1200" dirty="0"/>
                    </a:p>
                  </a:txBody>
                  <a:tcPr marL="0" marT="0" marB="0" anchor="b">
                    <a:lnL>
                      <a:noFill/>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0" marB="0" anchor="b">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0" marB="0" anchor="b">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0" marB="0" anchor="b">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0" marB="0" anchor="b">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0" marB="0" anchor="b">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0" marB="0" anchor="b">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0" marB="0" anchor="b">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0" marB="0" anchor="b">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0" marB="0" anchor="b">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0" marB="0" anchor="b">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0" marB="0" anchor="b">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0" marT="0" marB="0" anchor="b">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24427729"/>
                  </a:ext>
                </a:extLst>
              </a:tr>
            </a:tbl>
          </a:graphicData>
        </a:graphic>
      </p:graphicFrame>
      <p:sp>
        <p:nvSpPr>
          <p:cNvPr id="10" name="Rechteck: abgerundete Ecken 9">
            <a:extLst>
              <a:ext uri="{FF2B5EF4-FFF2-40B4-BE49-F238E27FC236}">
                <a16:creationId xmlns:a16="http://schemas.microsoft.com/office/drawing/2014/main" id="{BA5F3E0D-F08A-114D-29F0-231F9C323A58}"/>
              </a:ext>
            </a:extLst>
          </p:cNvPr>
          <p:cNvSpPr/>
          <p:nvPr/>
        </p:nvSpPr>
        <p:spPr>
          <a:xfrm>
            <a:off x="6835006" y="2773079"/>
            <a:ext cx="2152800" cy="2016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108000" bIns="0" rtlCol="0" anchor="ctr"/>
          <a:lstStyle/>
          <a:p>
            <a:r>
              <a:rPr lang="de-CH" sz="800" dirty="0">
                <a:solidFill>
                  <a:schemeClr val="tx1"/>
                </a:solidFill>
              </a:rPr>
              <a:t>Text</a:t>
            </a:r>
          </a:p>
        </p:txBody>
      </p:sp>
      <p:sp>
        <p:nvSpPr>
          <p:cNvPr id="11" name="Rechteck: abgerundete Ecken 10">
            <a:extLst>
              <a:ext uri="{FF2B5EF4-FFF2-40B4-BE49-F238E27FC236}">
                <a16:creationId xmlns:a16="http://schemas.microsoft.com/office/drawing/2014/main" id="{B423EC7B-1659-98AA-6F75-10944CDD4AB4}"/>
              </a:ext>
            </a:extLst>
          </p:cNvPr>
          <p:cNvSpPr/>
          <p:nvPr/>
        </p:nvSpPr>
        <p:spPr>
          <a:xfrm>
            <a:off x="8244706" y="4507026"/>
            <a:ext cx="1415690" cy="201600"/>
          </a:xfrm>
          <a:prstGeom prst="roundRect">
            <a:avLst>
              <a:gd name="adj"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108000" bIns="0" rtlCol="0" anchor="ctr"/>
          <a:lstStyle/>
          <a:p>
            <a:r>
              <a:rPr lang="de-CH" sz="800" dirty="0">
                <a:solidFill>
                  <a:schemeClr val="tx1"/>
                </a:solidFill>
              </a:rPr>
              <a:t>Text</a:t>
            </a:r>
          </a:p>
        </p:txBody>
      </p:sp>
      <p:sp>
        <p:nvSpPr>
          <p:cNvPr id="12" name="Rechteck: abgerundete Ecken 11">
            <a:extLst>
              <a:ext uri="{FF2B5EF4-FFF2-40B4-BE49-F238E27FC236}">
                <a16:creationId xmlns:a16="http://schemas.microsoft.com/office/drawing/2014/main" id="{BD76C91F-0411-C72E-16F5-D8EF63537557}"/>
              </a:ext>
            </a:extLst>
          </p:cNvPr>
          <p:cNvSpPr/>
          <p:nvPr/>
        </p:nvSpPr>
        <p:spPr>
          <a:xfrm>
            <a:off x="8244706" y="4067685"/>
            <a:ext cx="695325" cy="201600"/>
          </a:xfrm>
          <a:prstGeom prst="roundRect">
            <a:avLst>
              <a:gd name="adj"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108000" bIns="0" rtlCol="0" anchor="ctr"/>
          <a:lstStyle/>
          <a:p>
            <a:r>
              <a:rPr lang="de-CH" sz="800" dirty="0">
                <a:solidFill>
                  <a:schemeClr val="bg1"/>
                </a:solidFill>
              </a:rPr>
              <a:t>Text</a:t>
            </a:r>
          </a:p>
        </p:txBody>
      </p:sp>
      <p:sp>
        <p:nvSpPr>
          <p:cNvPr id="15" name="Rechteck: abgerundete Ecken 14">
            <a:extLst>
              <a:ext uri="{FF2B5EF4-FFF2-40B4-BE49-F238E27FC236}">
                <a16:creationId xmlns:a16="http://schemas.microsoft.com/office/drawing/2014/main" id="{6C0C529E-127F-751C-99CB-AC2FC56F5497}"/>
              </a:ext>
            </a:extLst>
          </p:cNvPr>
          <p:cNvSpPr/>
          <p:nvPr/>
        </p:nvSpPr>
        <p:spPr>
          <a:xfrm>
            <a:off x="8940031" y="4936842"/>
            <a:ext cx="1418865" cy="201600"/>
          </a:xfrm>
          <a:prstGeom prst="roundRect">
            <a:avLst>
              <a:gd name="adj"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108000" bIns="0" rtlCol="0" anchor="ctr"/>
          <a:lstStyle/>
          <a:p>
            <a:r>
              <a:rPr lang="de-CH" sz="800" dirty="0">
                <a:solidFill>
                  <a:schemeClr val="tx1"/>
                </a:solidFill>
              </a:rPr>
              <a:t>Text</a:t>
            </a:r>
          </a:p>
        </p:txBody>
      </p:sp>
      <p:sp>
        <p:nvSpPr>
          <p:cNvPr id="16" name="Rechteck: abgerundete Ecken 15">
            <a:extLst>
              <a:ext uri="{FF2B5EF4-FFF2-40B4-BE49-F238E27FC236}">
                <a16:creationId xmlns:a16="http://schemas.microsoft.com/office/drawing/2014/main" id="{8D61E351-18AE-91BC-55FF-36CACB5BA4B8}"/>
              </a:ext>
            </a:extLst>
          </p:cNvPr>
          <p:cNvSpPr/>
          <p:nvPr/>
        </p:nvSpPr>
        <p:spPr>
          <a:xfrm>
            <a:off x="10358896" y="5366657"/>
            <a:ext cx="1428750" cy="201600"/>
          </a:xfrm>
          <a:prstGeom prst="roundRect">
            <a:avLst>
              <a:gd name="adj"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108000" bIns="0" rtlCol="0" anchor="ctr"/>
          <a:lstStyle/>
          <a:p>
            <a:r>
              <a:rPr lang="de-CH" sz="800" dirty="0">
                <a:solidFill>
                  <a:schemeClr val="tx1"/>
                </a:solidFill>
              </a:rPr>
              <a:t>Text</a:t>
            </a:r>
          </a:p>
        </p:txBody>
      </p:sp>
      <p:sp>
        <p:nvSpPr>
          <p:cNvPr id="17" name="Rechteck: abgerundete Ecken 16">
            <a:extLst>
              <a:ext uri="{FF2B5EF4-FFF2-40B4-BE49-F238E27FC236}">
                <a16:creationId xmlns:a16="http://schemas.microsoft.com/office/drawing/2014/main" id="{F4E04816-0488-3E3C-C640-1CCD00BF3BE8}"/>
              </a:ext>
            </a:extLst>
          </p:cNvPr>
          <p:cNvSpPr/>
          <p:nvPr/>
        </p:nvSpPr>
        <p:spPr>
          <a:xfrm>
            <a:off x="4714106" y="3643425"/>
            <a:ext cx="3524250" cy="2016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108000" bIns="0" rtlCol="0" anchor="ctr"/>
          <a:lstStyle/>
          <a:p>
            <a:r>
              <a:rPr lang="de-CH" sz="800" dirty="0">
                <a:solidFill>
                  <a:schemeClr val="tx1"/>
                </a:solidFill>
              </a:rPr>
              <a:t>Text</a:t>
            </a:r>
          </a:p>
        </p:txBody>
      </p:sp>
      <p:sp>
        <p:nvSpPr>
          <p:cNvPr id="18" name="Rechteck: abgerundete Ecken 17">
            <a:extLst>
              <a:ext uri="{FF2B5EF4-FFF2-40B4-BE49-F238E27FC236}">
                <a16:creationId xmlns:a16="http://schemas.microsoft.com/office/drawing/2014/main" id="{A625F4A6-9988-B6E3-F33F-4734EE4895FF}"/>
              </a:ext>
            </a:extLst>
          </p:cNvPr>
          <p:cNvSpPr/>
          <p:nvPr/>
        </p:nvSpPr>
        <p:spPr>
          <a:xfrm>
            <a:off x="4714106" y="3204879"/>
            <a:ext cx="2120900" cy="2016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108000" bIns="0" rtlCol="0" anchor="ctr"/>
          <a:lstStyle/>
          <a:p>
            <a:r>
              <a:rPr lang="de-CH" sz="800" dirty="0">
                <a:solidFill>
                  <a:schemeClr val="tx1"/>
                </a:solidFill>
              </a:rPr>
              <a:t>Text</a:t>
            </a:r>
          </a:p>
        </p:txBody>
      </p:sp>
      <p:sp>
        <p:nvSpPr>
          <p:cNvPr id="19" name="Rechteck: abgerundete Ecken 18">
            <a:extLst>
              <a:ext uri="{FF2B5EF4-FFF2-40B4-BE49-F238E27FC236}">
                <a16:creationId xmlns:a16="http://schemas.microsoft.com/office/drawing/2014/main" id="{6A43961E-CEA6-48A3-B2A1-5B8D18FD3F21}"/>
              </a:ext>
            </a:extLst>
          </p:cNvPr>
          <p:cNvSpPr/>
          <p:nvPr/>
        </p:nvSpPr>
        <p:spPr>
          <a:xfrm>
            <a:off x="3993231" y="2773079"/>
            <a:ext cx="1418693" cy="2016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108000" bIns="0" rtlCol="0" anchor="ctr"/>
          <a:lstStyle/>
          <a:p>
            <a:r>
              <a:rPr lang="de-CH" sz="800" dirty="0">
                <a:solidFill>
                  <a:schemeClr val="tx1"/>
                </a:solidFill>
              </a:rPr>
              <a:t>Text</a:t>
            </a:r>
          </a:p>
        </p:txBody>
      </p:sp>
      <p:sp>
        <p:nvSpPr>
          <p:cNvPr id="21" name="Ellipse 20">
            <a:extLst>
              <a:ext uri="{FF2B5EF4-FFF2-40B4-BE49-F238E27FC236}">
                <a16:creationId xmlns:a16="http://schemas.microsoft.com/office/drawing/2014/main" id="{5C046E61-4500-AA68-836A-8CC82041D085}"/>
              </a:ext>
            </a:extLst>
          </p:cNvPr>
          <p:cNvSpPr>
            <a:spLocks noChangeAspect="1"/>
          </p:cNvSpPr>
          <p:nvPr/>
        </p:nvSpPr>
        <p:spPr>
          <a:xfrm>
            <a:off x="3551991" y="2344123"/>
            <a:ext cx="201600" cy="2016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23" name="Ellipse 22">
            <a:extLst>
              <a:ext uri="{FF2B5EF4-FFF2-40B4-BE49-F238E27FC236}">
                <a16:creationId xmlns:a16="http://schemas.microsoft.com/office/drawing/2014/main" id="{5D79EC42-4B2E-6B4B-3F3F-E2EC4CAF6045}"/>
              </a:ext>
            </a:extLst>
          </p:cNvPr>
          <p:cNvSpPr>
            <a:spLocks noChangeAspect="1"/>
          </p:cNvSpPr>
          <p:nvPr/>
        </p:nvSpPr>
        <p:spPr>
          <a:xfrm>
            <a:off x="5688949" y="2773079"/>
            <a:ext cx="201600" cy="2016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24" name="Textfeld 23">
            <a:extLst>
              <a:ext uri="{FF2B5EF4-FFF2-40B4-BE49-F238E27FC236}">
                <a16:creationId xmlns:a16="http://schemas.microsoft.com/office/drawing/2014/main" id="{7747C12C-A729-8E51-263F-743EF0796F65}"/>
              </a:ext>
            </a:extLst>
          </p:cNvPr>
          <p:cNvSpPr txBox="1"/>
          <p:nvPr/>
        </p:nvSpPr>
        <p:spPr>
          <a:xfrm>
            <a:off x="3814191" y="2344123"/>
            <a:ext cx="1719622" cy="201600"/>
          </a:xfrm>
          <a:prstGeom prst="rect">
            <a:avLst/>
          </a:prstGeom>
          <a:noFill/>
        </p:spPr>
        <p:txBody>
          <a:bodyPr wrap="square" lIns="0" tIns="0" rIns="0" bIns="0" rtlCol="0" anchor="ctr">
            <a:noAutofit/>
          </a:bodyPr>
          <a:lstStyle/>
          <a:p>
            <a:r>
              <a:rPr lang="de-CH" sz="800" spc="20" dirty="0"/>
              <a:t>Text</a:t>
            </a:r>
          </a:p>
        </p:txBody>
      </p:sp>
      <p:sp>
        <p:nvSpPr>
          <p:cNvPr id="25" name="Textfeld 24">
            <a:extLst>
              <a:ext uri="{FF2B5EF4-FFF2-40B4-BE49-F238E27FC236}">
                <a16:creationId xmlns:a16="http://schemas.microsoft.com/office/drawing/2014/main" id="{51E37C8A-A1CE-7323-0160-729111F6F013}"/>
              </a:ext>
            </a:extLst>
          </p:cNvPr>
          <p:cNvSpPr txBox="1"/>
          <p:nvPr/>
        </p:nvSpPr>
        <p:spPr>
          <a:xfrm>
            <a:off x="5956766" y="2773079"/>
            <a:ext cx="751302" cy="201600"/>
          </a:xfrm>
          <a:prstGeom prst="rect">
            <a:avLst/>
          </a:prstGeom>
          <a:noFill/>
        </p:spPr>
        <p:txBody>
          <a:bodyPr wrap="square" lIns="0" tIns="0" rIns="0" bIns="0" rtlCol="0" anchor="ctr">
            <a:noAutofit/>
          </a:bodyPr>
          <a:lstStyle/>
          <a:p>
            <a:r>
              <a:rPr lang="de-CH" sz="800" spc="20" dirty="0"/>
              <a:t>Text</a:t>
            </a:r>
          </a:p>
        </p:txBody>
      </p:sp>
      <p:sp>
        <p:nvSpPr>
          <p:cNvPr id="26" name="Ellipse 25">
            <a:extLst>
              <a:ext uri="{FF2B5EF4-FFF2-40B4-BE49-F238E27FC236}">
                <a16:creationId xmlns:a16="http://schemas.microsoft.com/office/drawing/2014/main" id="{E3335FA4-1D81-3366-FC79-29B8782E8534}"/>
              </a:ext>
            </a:extLst>
          </p:cNvPr>
          <p:cNvSpPr>
            <a:spLocks noChangeAspect="1"/>
          </p:cNvSpPr>
          <p:nvPr/>
        </p:nvSpPr>
        <p:spPr>
          <a:xfrm>
            <a:off x="8853538" y="3643425"/>
            <a:ext cx="201600" cy="2016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27" name="Textfeld 26">
            <a:extLst>
              <a:ext uri="{FF2B5EF4-FFF2-40B4-BE49-F238E27FC236}">
                <a16:creationId xmlns:a16="http://schemas.microsoft.com/office/drawing/2014/main" id="{A7E0ED51-0A0B-D352-C17A-C26B7133011E}"/>
              </a:ext>
            </a:extLst>
          </p:cNvPr>
          <p:cNvSpPr txBox="1"/>
          <p:nvPr/>
        </p:nvSpPr>
        <p:spPr>
          <a:xfrm>
            <a:off x="9121355" y="3643425"/>
            <a:ext cx="751302" cy="201600"/>
          </a:xfrm>
          <a:prstGeom prst="rect">
            <a:avLst/>
          </a:prstGeom>
          <a:noFill/>
        </p:spPr>
        <p:txBody>
          <a:bodyPr wrap="square" lIns="0" tIns="0" rIns="0" bIns="0" rtlCol="0" anchor="ctr">
            <a:noAutofit/>
          </a:bodyPr>
          <a:lstStyle/>
          <a:p>
            <a:r>
              <a:rPr lang="de-CH" sz="800" spc="20" dirty="0"/>
              <a:t>Text</a:t>
            </a:r>
          </a:p>
        </p:txBody>
      </p:sp>
    </p:spTree>
    <p:extLst>
      <p:ext uri="{BB962C8B-B14F-4D97-AF65-F5344CB8AC3E}">
        <p14:creationId xmlns:p14="http://schemas.microsoft.com/office/powerpoint/2010/main" val="38339822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238265F-94A8-7442-83BF-A20BA0F34FC2}"/>
              </a:ext>
            </a:extLst>
          </p:cNvPr>
          <p:cNvSpPr>
            <a:spLocks noGrp="1"/>
          </p:cNvSpPr>
          <p:nvPr>
            <p:ph type="title"/>
          </p:nvPr>
        </p:nvSpPr>
        <p:spPr/>
        <p:txBody>
          <a:bodyPr/>
          <a:lstStyle/>
          <a:p>
            <a:r>
              <a:rPr lang="de-CH" dirty="0"/>
              <a:t>Beispielfolie mit Tabelle</a:t>
            </a:r>
          </a:p>
        </p:txBody>
      </p:sp>
      <p:sp>
        <p:nvSpPr>
          <p:cNvPr id="4" name="Datumsplatzhalter 3">
            <a:extLst>
              <a:ext uri="{FF2B5EF4-FFF2-40B4-BE49-F238E27FC236}">
                <a16:creationId xmlns:a16="http://schemas.microsoft.com/office/drawing/2014/main" id="{1E74812B-A219-9941-6159-8FBF20218159}"/>
              </a:ext>
            </a:extLst>
          </p:cNvPr>
          <p:cNvSpPr>
            <a:spLocks noGrp="1"/>
          </p:cNvSpPr>
          <p:nvPr>
            <p:ph type="dt" sz="half" idx="10"/>
          </p:nvPr>
        </p:nvSpPr>
        <p:spPr/>
        <p:txBody>
          <a:bodyPr/>
          <a:lstStyle/>
          <a:p>
            <a:fld id="{1E8CD684-E586-4263-B979-A2CF0229056C}" type="datetime4">
              <a:rPr lang="de-CH" smtClean="0"/>
              <a:t>8. Februar 2026</a:t>
            </a:fld>
            <a:endParaRPr lang="de-CH" dirty="0"/>
          </a:p>
        </p:txBody>
      </p:sp>
      <p:sp>
        <p:nvSpPr>
          <p:cNvPr id="5" name="Fußzeilenplatzhalter 4">
            <a:extLst>
              <a:ext uri="{FF2B5EF4-FFF2-40B4-BE49-F238E27FC236}">
                <a16:creationId xmlns:a16="http://schemas.microsoft.com/office/drawing/2014/main" id="{EE50E644-F722-2AB0-6095-3E2728AD1593}"/>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512BEB5F-19DB-CD6E-005A-BCB75EDBEE93}"/>
              </a:ext>
            </a:extLst>
          </p:cNvPr>
          <p:cNvSpPr>
            <a:spLocks noGrp="1"/>
          </p:cNvSpPr>
          <p:nvPr>
            <p:ph type="sldNum" sz="quarter" idx="12"/>
          </p:nvPr>
        </p:nvSpPr>
        <p:spPr/>
        <p:txBody>
          <a:bodyPr/>
          <a:lstStyle/>
          <a:p>
            <a:fld id="{442AD375-037F-43D0-B059-5172DA06796A}" type="slidenum">
              <a:rPr lang="de-CH" smtClean="0"/>
              <a:pPr/>
              <a:t>60</a:t>
            </a:fld>
            <a:endParaRPr lang="de-CH" dirty="0"/>
          </a:p>
        </p:txBody>
      </p:sp>
      <p:graphicFrame>
        <p:nvGraphicFramePr>
          <p:cNvPr id="7" name="Tabelle 7">
            <a:extLst>
              <a:ext uri="{FF2B5EF4-FFF2-40B4-BE49-F238E27FC236}">
                <a16:creationId xmlns:a16="http://schemas.microsoft.com/office/drawing/2014/main" id="{12D46B37-BB3F-A81E-C7FF-88D88D3E6FC1}"/>
              </a:ext>
            </a:extLst>
          </p:cNvPr>
          <p:cNvGraphicFramePr>
            <a:graphicFrameLocks noGrp="1"/>
          </p:cNvGraphicFramePr>
          <p:nvPr>
            <p:ph idx="1"/>
            <p:extLst>
              <p:ext uri="{D42A27DB-BD31-4B8C-83A1-F6EECF244321}">
                <p14:modId xmlns:p14="http://schemas.microsoft.com/office/powerpoint/2010/main" val="2973200342"/>
              </p:ext>
            </p:extLst>
          </p:nvPr>
        </p:nvGraphicFramePr>
        <p:xfrm>
          <a:off x="409575" y="1638300"/>
          <a:ext cx="11361600" cy="4246152"/>
        </p:xfrm>
        <a:graphic>
          <a:graphicData uri="http://schemas.openxmlformats.org/drawingml/2006/table">
            <a:tbl>
              <a:tblPr firstRow="1" bandRow="1">
                <a:tableStyleId>{2D5ABB26-0587-4C30-8999-92F81FD0307C}</a:tableStyleId>
              </a:tblPr>
              <a:tblGrid>
                <a:gridCol w="5616000">
                  <a:extLst>
                    <a:ext uri="{9D8B030D-6E8A-4147-A177-3AD203B41FA5}">
                      <a16:colId xmlns:a16="http://schemas.microsoft.com/office/drawing/2014/main" val="421051976"/>
                    </a:ext>
                  </a:extLst>
                </a:gridCol>
                <a:gridCol w="1915200">
                  <a:extLst>
                    <a:ext uri="{9D8B030D-6E8A-4147-A177-3AD203B41FA5}">
                      <a16:colId xmlns:a16="http://schemas.microsoft.com/office/drawing/2014/main" val="3579336957"/>
                    </a:ext>
                  </a:extLst>
                </a:gridCol>
                <a:gridCol w="1915200">
                  <a:extLst>
                    <a:ext uri="{9D8B030D-6E8A-4147-A177-3AD203B41FA5}">
                      <a16:colId xmlns:a16="http://schemas.microsoft.com/office/drawing/2014/main" val="2003207868"/>
                    </a:ext>
                  </a:extLst>
                </a:gridCol>
                <a:gridCol w="1915200">
                  <a:extLst>
                    <a:ext uri="{9D8B030D-6E8A-4147-A177-3AD203B41FA5}">
                      <a16:colId xmlns:a16="http://schemas.microsoft.com/office/drawing/2014/main" val="928431283"/>
                    </a:ext>
                  </a:extLst>
                </a:gridCol>
              </a:tblGrid>
              <a:tr h="419145">
                <a:tc>
                  <a:txBody>
                    <a:bodyPr/>
                    <a:lstStyle/>
                    <a:p>
                      <a:pPr algn="l"/>
                      <a:r>
                        <a:rPr kumimoji="0" lang="de-CH" sz="1200" b="0" i="0" u="none" strike="noStrike" kern="1200" cap="none" spc="0" normalizeH="0" baseline="0" noProof="0" dirty="0">
                          <a:ln>
                            <a:noFill/>
                          </a:ln>
                          <a:solidFill>
                            <a:srgbClr val="000000"/>
                          </a:solidFill>
                          <a:effectLst/>
                          <a:uLnTx/>
                          <a:uFillTx/>
                          <a:latin typeface="Segoe UI"/>
                          <a:ea typeface="+mn-ea"/>
                          <a:cs typeface="+mn-cs"/>
                        </a:rPr>
                        <a:t>Titel</a:t>
                      </a:r>
                      <a:endParaRPr lang="de-CH" sz="1200" dirty="0"/>
                    </a:p>
                  </a:txBody>
                  <a:tcPr marL="0" anchor="ctr">
                    <a:lnB w="9525" cap="flat" cmpd="sng" algn="ctr">
                      <a:solidFill>
                        <a:schemeClr val="tx1"/>
                      </a:solidFill>
                      <a:prstDash val="solid"/>
                      <a:round/>
                      <a:headEnd type="none" w="med" len="med"/>
                      <a:tailEnd type="none" w="med" len="med"/>
                    </a:lnB>
                  </a:tcPr>
                </a:tc>
                <a:tc>
                  <a:txBody>
                    <a:bodyPr/>
                    <a:lstStyle/>
                    <a:p>
                      <a:pPr algn="r"/>
                      <a:r>
                        <a:rPr lang="de-CH" sz="1200" dirty="0"/>
                        <a:t>Titel</a:t>
                      </a:r>
                    </a:p>
                  </a:txBody>
                  <a:tcPr marL="0" marR="72000" anchor="ctr">
                    <a:lnB w="9525" cap="flat" cmpd="sng" algn="ctr">
                      <a:solidFill>
                        <a:schemeClr val="tx1"/>
                      </a:solidFill>
                      <a:prstDash val="solid"/>
                      <a:round/>
                      <a:headEnd type="none" w="med" len="med"/>
                      <a:tailEnd type="none" w="med" len="med"/>
                    </a:lnB>
                  </a:tcPr>
                </a:tc>
                <a:tc>
                  <a:txBody>
                    <a:bodyPr/>
                    <a:lstStyle/>
                    <a:p>
                      <a:pPr algn="r"/>
                      <a:r>
                        <a:rPr kumimoji="0" lang="de-CH" sz="1200" b="0" i="0" u="none" strike="noStrike" kern="1200" cap="none" spc="0" normalizeH="0" baseline="0" noProof="0" dirty="0">
                          <a:ln>
                            <a:noFill/>
                          </a:ln>
                          <a:solidFill>
                            <a:srgbClr val="000000"/>
                          </a:solidFill>
                          <a:effectLst/>
                          <a:uLnTx/>
                          <a:uFillTx/>
                          <a:latin typeface="Segoe UI"/>
                          <a:ea typeface="+mn-ea"/>
                          <a:cs typeface="+mn-cs"/>
                        </a:rPr>
                        <a:t>Titel</a:t>
                      </a:r>
                      <a:endParaRPr lang="de-CH" sz="1200" dirty="0"/>
                    </a:p>
                  </a:txBody>
                  <a:tcPr marL="0" marR="72000" anchor="ctr">
                    <a:lnB w="9525" cap="flat" cmpd="sng" algn="ctr">
                      <a:solidFill>
                        <a:schemeClr val="tx1"/>
                      </a:solidFill>
                      <a:prstDash val="solid"/>
                      <a:round/>
                      <a:headEnd type="none" w="med" len="med"/>
                      <a:tailEnd type="none" w="med" len="med"/>
                    </a:lnB>
                  </a:tcPr>
                </a:tc>
                <a:tc>
                  <a:txBody>
                    <a:bodyPr/>
                    <a:lstStyle/>
                    <a:p>
                      <a:pPr algn="r"/>
                      <a:r>
                        <a:rPr kumimoji="0" lang="de-CH" sz="1200" b="0" i="0" u="none" strike="noStrike" kern="1200" cap="none" spc="0" normalizeH="0" baseline="0" noProof="0" dirty="0">
                          <a:ln>
                            <a:noFill/>
                          </a:ln>
                          <a:solidFill>
                            <a:srgbClr val="000000"/>
                          </a:solidFill>
                          <a:effectLst/>
                          <a:uLnTx/>
                          <a:uFillTx/>
                          <a:latin typeface="Segoe UI"/>
                          <a:ea typeface="+mn-ea"/>
                          <a:cs typeface="+mn-cs"/>
                        </a:rPr>
                        <a:t>Titel</a:t>
                      </a:r>
                      <a:endParaRPr lang="de-CH" sz="1200" dirty="0"/>
                    </a:p>
                  </a:txBody>
                  <a:tcPr marL="0" marR="72000" anchor="ctr">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2152607"/>
                  </a:ext>
                </a:extLst>
              </a:tr>
              <a:tr h="419145">
                <a:tc>
                  <a:txBody>
                    <a:bodyPr/>
                    <a:lstStyle/>
                    <a:p>
                      <a:r>
                        <a:rPr lang="de-CH" sz="1200" dirty="0"/>
                        <a:t>Text</a:t>
                      </a:r>
                    </a:p>
                  </a:txBody>
                  <a:tcPr marL="0" marT="108000" marB="133200" anchor="ctr">
                    <a:lnT w="9525" cap="flat" cmpd="sng" algn="ctr">
                      <a:solidFill>
                        <a:schemeClr val="tx1"/>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dirty="0">
                          <a:ln>
                            <a:noFill/>
                          </a:ln>
                          <a:solidFill>
                            <a:srgbClr val="000000"/>
                          </a:solidFill>
                          <a:effectLst/>
                          <a:uLnTx/>
                          <a:uFillTx/>
                          <a:latin typeface="Segoe UI"/>
                          <a:ea typeface="+mn-ea"/>
                          <a:cs typeface="+mn-cs"/>
                        </a:rPr>
                        <a:t>0</a:t>
                      </a:r>
                    </a:p>
                  </a:txBody>
                  <a:tcPr marL="0" marR="72000" marT="108000" marB="133200">
                    <a:lnT w="9525" cap="flat" cmpd="sng" algn="ctr">
                      <a:solidFill>
                        <a:schemeClr val="tx1"/>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accent6"/>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a:ln>
                            <a:noFill/>
                          </a:ln>
                          <a:solidFill>
                            <a:srgbClr val="000000"/>
                          </a:solidFill>
                          <a:effectLst/>
                          <a:uLnTx/>
                          <a:uFillTx/>
                          <a:latin typeface="Segoe UI"/>
                          <a:ea typeface="+mn-ea"/>
                          <a:cs typeface="+mn-cs"/>
                        </a:rPr>
                        <a:t>0</a:t>
                      </a: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72000" marT="108000" marB="133200">
                    <a:lnT w="9525" cap="flat" cmpd="sng" algn="ctr">
                      <a:solidFill>
                        <a:schemeClr val="tx1"/>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dirty="0">
                          <a:ln>
                            <a:noFill/>
                          </a:ln>
                          <a:solidFill>
                            <a:srgbClr val="000000"/>
                          </a:solidFill>
                          <a:effectLst/>
                          <a:uLnTx/>
                          <a:uFillTx/>
                          <a:latin typeface="Segoe UI"/>
                          <a:ea typeface="+mn-ea"/>
                          <a:cs typeface="+mn-cs"/>
                        </a:rPr>
                        <a:t>0</a:t>
                      </a:r>
                    </a:p>
                  </a:txBody>
                  <a:tcPr marL="0" marR="72000" marT="108000" marB="133200">
                    <a:lnT w="9525" cap="flat" cmpd="sng" algn="ctr">
                      <a:solidFill>
                        <a:schemeClr val="tx1"/>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accent2"/>
                    </a:solidFill>
                  </a:tcPr>
                </a:tc>
                <a:extLst>
                  <a:ext uri="{0D108BD9-81ED-4DB2-BD59-A6C34878D82A}">
                    <a16:rowId xmlns:a16="http://schemas.microsoft.com/office/drawing/2014/main" val="2783476500"/>
                  </a:ext>
                </a:extLst>
              </a:tr>
              <a:tr h="419145">
                <a:tc>
                  <a:txBody>
                    <a:bodyPr/>
                    <a:lstStyle/>
                    <a:p>
                      <a:r>
                        <a:rPr kumimoji="0" lang="de-CH" sz="1200" b="0" i="0" u="none" strike="noStrike" kern="1200" cap="none" spc="0" normalizeH="0" baseline="0" noProof="0" dirty="0">
                          <a:ln>
                            <a:noFill/>
                          </a:ln>
                          <a:solidFill>
                            <a:srgbClr val="000000"/>
                          </a:solidFill>
                          <a:effectLst/>
                          <a:uLnTx/>
                          <a:uFillTx/>
                          <a:latin typeface="Segoe UI"/>
                          <a:ea typeface="+mn-ea"/>
                          <a:cs typeface="+mn-cs"/>
                        </a:rPr>
                        <a:t>Text</a:t>
                      </a:r>
                    </a:p>
                  </a:txBody>
                  <a:tcPr marL="0" marT="108000" marB="133200" anchor="ct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dirty="0">
                          <a:ln>
                            <a:noFill/>
                          </a:ln>
                          <a:solidFill>
                            <a:srgbClr val="000000"/>
                          </a:solidFill>
                          <a:effectLst/>
                          <a:uLnTx/>
                          <a:uFillTx/>
                          <a:latin typeface="Segoe UI"/>
                          <a:ea typeface="+mn-ea"/>
                          <a:cs typeface="+mn-cs"/>
                        </a:rPr>
                        <a:t>0</a:t>
                      </a:r>
                    </a:p>
                  </a:txBody>
                  <a:tcPr marL="0" marR="72000" marT="108000" marB="133200">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accent6"/>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dirty="0">
                          <a:ln>
                            <a:noFill/>
                          </a:ln>
                          <a:solidFill>
                            <a:srgbClr val="000000"/>
                          </a:solidFill>
                          <a:effectLst/>
                          <a:uLnTx/>
                          <a:uFillTx/>
                          <a:latin typeface="Segoe UI"/>
                          <a:ea typeface="+mn-ea"/>
                          <a:cs typeface="+mn-cs"/>
                        </a:rPr>
                        <a:t>0</a:t>
                      </a:r>
                    </a:p>
                  </a:txBody>
                  <a:tcPr marL="0" marR="72000" marT="108000" marB="133200">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dirty="0">
                          <a:ln>
                            <a:noFill/>
                          </a:ln>
                          <a:solidFill>
                            <a:srgbClr val="000000"/>
                          </a:solidFill>
                          <a:effectLst/>
                          <a:uLnTx/>
                          <a:uFillTx/>
                          <a:latin typeface="Segoe UI"/>
                          <a:ea typeface="+mn-ea"/>
                          <a:cs typeface="+mn-cs"/>
                        </a:rPr>
                        <a:t>0</a:t>
                      </a:r>
                    </a:p>
                  </a:txBody>
                  <a:tcPr marL="0" marR="72000" marT="108000" marB="133200">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accent2"/>
                    </a:solidFill>
                  </a:tcPr>
                </a:tc>
                <a:extLst>
                  <a:ext uri="{0D108BD9-81ED-4DB2-BD59-A6C34878D82A}">
                    <a16:rowId xmlns:a16="http://schemas.microsoft.com/office/drawing/2014/main" val="3159354369"/>
                  </a:ext>
                </a:extLst>
              </a:tr>
              <a:tr h="419145">
                <a:tc>
                  <a:txBody>
                    <a:bodyPr/>
                    <a:lstStyle/>
                    <a:p>
                      <a:r>
                        <a:rPr kumimoji="0" lang="de-CH" sz="1200" b="0" i="0" u="none" strike="noStrike" kern="1200" cap="none" spc="0" normalizeH="0" baseline="0" noProof="0" dirty="0">
                          <a:ln>
                            <a:noFill/>
                          </a:ln>
                          <a:solidFill>
                            <a:srgbClr val="000000"/>
                          </a:solidFill>
                          <a:effectLst/>
                          <a:uLnTx/>
                          <a:uFillTx/>
                          <a:latin typeface="Segoe UI"/>
                          <a:ea typeface="+mn-ea"/>
                          <a:cs typeface="+mn-cs"/>
                        </a:rPr>
                        <a:t>Text</a:t>
                      </a:r>
                      <a:endParaRPr lang="de-CH" sz="1200" dirty="0"/>
                    </a:p>
                  </a:txBody>
                  <a:tcPr marL="0" marT="108000" marB="133200" anchor="ct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dirty="0">
                          <a:ln>
                            <a:noFill/>
                          </a:ln>
                          <a:solidFill>
                            <a:srgbClr val="000000"/>
                          </a:solidFill>
                          <a:effectLst/>
                          <a:uLnTx/>
                          <a:uFillTx/>
                          <a:latin typeface="Segoe UI"/>
                          <a:ea typeface="+mn-ea"/>
                          <a:cs typeface="+mn-cs"/>
                        </a:rPr>
                        <a:t>0</a:t>
                      </a:r>
                    </a:p>
                  </a:txBody>
                  <a:tcPr marL="0" marR="72000" marT="108000" marB="133200">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accent6"/>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dirty="0">
                          <a:ln>
                            <a:noFill/>
                          </a:ln>
                          <a:solidFill>
                            <a:srgbClr val="000000"/>
                          </a:solidFill>
                          <a:effectLst/>
                          <a:uLnTx/>
                          <a:uFillTx/>
                          <a:latin typeface="Segoe UI"/>
                          <a:ea typeface="+mn-ea"/>
                          <a:cs typeface="+mn-cs"/>
                        </a:rPr>
                        <a:t>0</a:t>
                      </a:r>
                    </a:p>
                  </a:txBody>
                  <a:tcPr marL="0" marR="72000" marT="108000" marB="133200">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a:ln>
                            <a:noFill/>
                          </a:ln>
                          <a:solidFill>
                            <a:srgbClr val="000000"/>
                          </a:solidFill>
                          <a:effectLst/>
                          <a:uLnTx/>
                          <a:uFillTx/>
                          <a:latin typeface="Segoe UI"/>
                          <a:ea typeface="+mn-ea"/>
                          <a:cs typeface="+mn-cs"/>
                        </a:rPr>
                        <a:t>0</a:t>
                      </a: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72000" marT="108000" marB="133200">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accent2"/>
                    </a:solidFill>
                  </a:tcPr>
                </a:tc>
                <a:extLst>
                  <a:ext uri="{0D108BD9-81ED-4DB2-BD59-A6C34878D82A}">
                    <a16:rowId xmlns:a16="http://schemas.microsoft.com/office/drawing/2014/main" val="3108035080"/>
                  </a:ext>
                </a:extLst>
              </a:tr>
              <a:tr h="419145">
                <a:tc>
                  <a:txBody>
                    <a:bodyPr/>
                    <a:lstStyle/>
                    <a:p>
                      <a:r>
                        <a:rPr kumimoji="0" lang="de-CH" sz="1200" b="0" i="0" u="none" strike="noStrike" kern="1200" cap="none" spc="0" normalizeH="0" baseline="0" noProof="0" dirty="0">
                          <a:ln>
                            <a:noFill/>
                          </a:ln>
                          <a:solidFill>
                            <a:srgbClr val="000000"/>
                          </a:solidFill>
                          <a:effectLst/>
                          <a:uLnTx/>
                          <a:uFillTx/>
                          <a:latin typeface="Segoe UI"/>
                          <a:ea typeface="+mn-ea"/>
                          <a:cs typeface="+mn-cs"/>
                        </a:rPr>
                        <a:t>Text</a:t>
                      </a:r>
                      <a:endParaRPr lang="de-CH" sz="1200" dirty="0"/>
                    </a:p>
                  </a:txBody>
                  <a:tcPr marL="0" marT="108000" marB="133200" anchor="ct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a:ln>
                            <a:noFill/>
                          </a:ln>
                          <a:solidFill>
                            <a:srgbClr val="000000"/>
                          </a:solidFill>
                          <a:effectLst/>
                          <a:uLnTx/>
                          <a:uFillTx/>
                          <a:latin typeface="Segoe UI"/>
                          <a:ea typeface="+mn-ea"/>
                          <a:cs typeface="+mn-cs"/>
                        </a:rPr>
                        <a:t>0</a:t>
                      </a: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72000" marT="108000" marB="133200">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accent6"/>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dirty="0">
                          <a:ln>
                            <a:noFill/>
                          </a:ln>
                          <a:solidFill>
                            <a:srgbClr val="000000"/>
                          </a:solidFill>
                          <a:effectLst/>
                          <a:uLnTx/>
                          <a:uFillTx/>
                          <a:latin typeface="Segoe UI"/>
                          <a:ea typeface="+mn-ea"/>
                          <a:cs typeface="+mn-cs"/>
                        </a:rPr>
                        <a:t>0</a:t>
                      </a:r>
                    </a:p>
                  </a:txBody>
                  <a:tcPr marL="0" marR="72000" marT="108000" marB="133200">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dirty="0">
                          <a:ln>
                            <a:noFill/>
                          </a:ln>
                          <a:solidFill>
                            <a:srgbClr val="000000"/>
                          </a:solidFill>
                          <a:effectLst/>
                          <a:uLnTx/>
                          <a:uFillTx/>
                          <a:latin typeface="Segoe UI"/>
                          <a:ea typeface="+mn-ea"/>
                          <a:cs typeface="+mn-cs"/>
                        </a:rPr>
                        <a:t>0</a:t>
                      </a:r>
                    </a:p>
                  </a:txBody>
                  <a:tcPr marL="0" marR="72000" marT="108000" marB="133200">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accent2"/>
                    </a:solidFill>
                  </a:tcPr>
                </a:tc>
                <a:extLst>
                  <a:ext uri="{0D108BD9-81ED-4DB2-BD59-A6C34878D82A}">
                    <a16:rowId xmlns:a16="http://schemas.microsoft.com/office/drawing/2014/main" val="1921396688"/>
                  </a:ext>
                </a:extLst>
              </a:tr>
              <a:tr h="419145">
                <a:tc>
                  <a:txBody>
                    <a:bodyPr/>
                    <a:lstStyle/>
                    <a:p>
                      <a:r>
                        <a:rPr kumimoji="0" lang="de-CH" sz="1200" b="0" i="0" u="none" strike="noStrike" kern="1200" cap="none" spc="0" normalizeH="0" baseline="0" noProof="0" dirty="0">
                          <a:ln>
                            <a:noFill/>
                          </a:ln>
                          <a:solidFill>
                            <a:srgbClr val="000000"/>
                          </a:solidFill>
                          <a:effectLst/>
                          <a:uLnTx/>
                          <a:uFillTx/>
                          <a:latin typeface="Segoe UI"/>
                          <a:ea typeface="+mn-ea"/>
                          <a:cs typeface="+mn-cs"/>
                        </a:rPr>
                        <a:t>Text</a:t>
                      </a:r>
                      <a:endParaRPr lang="de-CH" sz="1200" dirty="0"/>
                    </a:p>
                  </a:txBody>
                  <a:tcPr marL="0" marT="108000" marB="133200" anchor="ct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dirty="0">
                          <a:ln>
                            <a:noFill/>
                          </a:ln>
                          <a:solidFill>
                            <a:srgbClr val="000000"/>
                          </a:solidFill>
                          <a:effectLst/>
                          <a:uLnTx/>
                          <a:uFillTx/>
                          <a:latin typeface="Segoe UI"/>
                          <a:ea typeface="+mn-ea"/>
                          <a:cs typeface="+mn-cs"/>
                        </a:rPr>
                        <a:t>0</a:t>
                      </a:r>
                    </a:p>
                  </a:txBody>
                  <a:tcPr marL="0" marR="72000" marT="108000" marB="133200">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accent6"/>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a:ln>
                            <a:noFill/>
                          </a:ln>
                          <a:solidFill>
                            <a:srgbClr val="000000"/>
                          </a:solidFill>
                          <a:effectLst/>
                          <a:uLnTx/>
                          <a:uFillTx/>
                          <a:latin typeface="Segoe UI"/>
                          <a:ea typeface="+mn-ea"/>
                          <a:cs typeface="+mn-cs"/>
                        </a:rPr>
                        <a:t>0</a:t>
                      </a: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72000" marT="108000" marB="133200">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dirty="0">
                          <a:ln>
                            <a:noFill/>
                          </a:ln>
                          <a:solidFill>
                            <a:srgbClr val="000000"/>
                          </a:solidFill>
                          <a:effectLst/>
                          <a:uLnTx/>
                          <a:uFillTx/>
                          <a:latin typeface="Segoe UI"/>
                          <a:ea typeface="+mn-ea"/>
                          <a:cs typeface="+mn-cs"/>
                        </a:rPr>
                        <a:t>0</a:t>
                      </a:r>
                    </a:p>
                  </a:txBody>
                  <a:tcPr marL="0" marR="72000" marT="108000" marB="133200">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accent2"/>
                    </a:solidFill>
                  </a:tcPr>
                </a:tc>
                <a:extLst>
                  <a:ext uri="{0D108BD9-81ED-4DB2-BD59-A6C34878D82A}">
                    <a16:rowId xmlns:a16="http://schemas.microsoft.com/office/drawing/2014/main" val="716884924"/>
                  </a:ext>
                </a:extLst>
              </a:tr>
              <a:tr h="419145">
                <a:tc>
                  <a:txBody>
                    <a:bodyPr/>
                    <a:lstStyle/>
                    <a:p>
                      <a:r>
                        <a:rPr kumimoji="0" lang="de-CH" sz="1200" b="0" i="0" u="none" strike="noStrike" kern="1200" cap="none" spc="0" normalizeH="0" baseline="0" noProof="0" dirty="0">
                          <a:ln>
                            <a:noFill/>
                          </a:ln>
                          <a:solidFill>
                            <a:srgbClr val="000000"/>
                          </a:solidFill>
                          <a:effectLst/>
                          <a:uLnTx/>
                          <a:uFillTx/>
                          <a:latin typeface="Segoe UI"/>
                          <a:ea typeface="+mn-ea"/>
                          <a:cs typeface="+mn-cs"/>
                        </a:rPr>
                        <a:t>Text</a:t>
                      </a:r>
                      <a:endParaRPr lang="de-CH" sz="1200" dirty="0"/>
                    </a:p>
                  </a:txBody>
                  <a:tcPr marL="0" marT="108000" marB="133200" anchor="ct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dirty="0">
                          <a:ln>
                            <a:noFill/>
                          </a:ln>
                          <a:solidFill>
                            <a:srgbClr val="000000"/>
                          </a:solidFill>
                          <a:effectLst/>
                          <a:uLnTx/>
                          <a:uFillTx/>
                          <a:latin typeface="Segoe UI"/>
                          <a:ea typeface="+mn-ea"/>
                          <a:cs typeface="+mn-cs"/>
                        </a:rPr>
                        <a:t>0</a:t>
                      </a:r>
                    </a:p>
                  </a:txBody>
                  <a:tcPr marL="0" marR="72000" marT="108000" marB="133200">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accent6"/>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a:ln>
                            <a:noFill/>
                          </a:ln>
                          <a:solidFill>
                            <a:srgbClr val="000000"/>
                          </a:solidFill>
                          <a:effectLst/>
                          <a:uLnTx/>
                          <a:uFillTx/>
                          <a:latin typeface="Segoe UI"/>
                          <a:ea typeface="+mn-ea"/>
                          <a:cs typeface="+mn-cs"/>
                        </a:rPr>
                        <a:t>0</a:t>
                      </a: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72000" marT="108000" marB="133200">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dirty="0">
                          <a:ln>
                            <a:noFill/>
                          </a:ln>
                          <a:solidFill>
                            <a:srgbClr val="000000"/>
                          </a:solidFill>
                          <a:effectLst/>
                          <a:uLnTx/>
                          <a:uFillTx/>
                          <a:latin typeface="Segoe UI"/>
                          <a:ea typeface="+mn-ea"/>
                          <a:cs typeface="+mn-cs"/>
                        </a:rPr>
                        <a:t>0</a:t>
                      </a:r>
                    </a:p>
                  </a:txBody>
                  <a:tcPr marL="0" marR="72000" marT="108000" marB="133200">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accent2"/>
                    </a:solidFill>
                  </a:tcPr>
                </a:tc>
                <a:extLst>
                  <a:ext uri="{0D108BD9-81ED-4DB2-BD59-A6C34878D82A}">
                    <a16:rowId xmlns:a16="http://schemas.microsoft.com/office/drawing/2014/main" val="2283439333"/>
                  </a:ext>
                </a:extLst>
              </a:tr>
              <a:tr h="419145">
                <a:tc>
                  <a:txBody>
                    <a:bodyPr/>
                    <a:lstStyle/>
                    <a:p>
                      <a:r>
                        <a:rPr lang="de-CH" sz="1200" dirty="0"/>
                        <a:t>Text</a:t>
                      </a:r>
                    </a:p>
                  </a:txBody>
                  <a:tcPr marL="0" marT="108000" marB="133200" anchor="ct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dirty="0">
                          <a:ln>
                            <a:noFill/>
                          </a:ln>
                          <a:solidFill>
                            <a:srgbClr val="000000"/>
                          </a:solidFill>
                          <a:effectLst/>
                          <a:uLnTx/>
                          <a:uFillTx/>
                          <a:latin typeface="Segoe UI"/>
                          <a:ea typeface="+mn-ea"/>
                          <a:cs typeface="+mn-cs"/>
                        </a:rPr>
                        <a:t>0</a:t>
                      </a:r>
                    </a:p>
                  </a:txBody>
                  <a:tcPr marL="0" marR="72000" marT="108000" marB="133200">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accent6"/>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a:ln>
                            <a:noFill/>
                          </a:ln>
                          <a:solidFill>
                            <a:srgbClr val="000000"/>
                          </a:solidFill>
                          <a:effectLst/>
                          <a:uLnTx/>
                          <a:uFillTx/>
                          <a:latin typeface="Segoe UI"/>
                          <a:ea typeface="+mn-ea"/>
                          <a:cs typeface="+mn-cs"/>
                        </a:rPr>
                        <a:t>0</a:t>
                      </a: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72000" marT="108000" marB="133200">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dirty="0">
                          <a:ln>
                            <a:noFill/>
                          </a:ln>
                          <a:solidFill>
                            <a:srgbClr val="000000"/>
                          </a:solidFill>
                          <a:effectLst/>
                          <a:uLnTx/>
                          <a:uFillTx/>
                          <a:latin typeface="Segoe UI"/>
                          <a:ea typeface="+mn-ea"/>
                          <a:cs typeface="+mn-cs"/>
                        </a:rPr>
                        <a:t>0</a:t>
                      </a:r>
                    </a:p>
                  </a:txBody>
                  <a:tcPr marL="0" marR="72000" marT="108000" marB="133200">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accent2"/>
                    </a:solidFill>
                  </a:tcPr>
                </a:tc>
                <a:extLst>
                  <a:ext uri="{0D108BD9-81ED-4DB2-BD59-A6C34878D82A}">
                    <a16:rowId xmlns:a16="http://schemas.microsoft.com/office/drawing/2014/main" val="4058681170"/>
                  </a:ext>
                </a:extLst>
              </a:tr>
              <a:tr h="419145">
                <a:tc>
                  <a:txBody>
                    <a:bodyPr/>
                    <a:lstStyle/>
                    <a:p>
                      <a:r>
                        <a:rPr lang="de-CH" sz="1200" dirty="0"/>
                        <a:t>Text</a:t>
                      </a:r>
                    </a:p>
                  </a:txBody>
                  <a:tcPr marL="0" marT="108000" marB="133200" anchor="ct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dirty="0">
                          <a:ln>
                            <a:noFill/>
                          </a:ln>
                          <a:solidFill>
                            <a:srgbClr val="000000"/>
                          </a:solidFill>
                          <a:effectLst/>
                          <a:uLnTx/>
                          <a:uFillTx/>
                          <a:latin typeface="Segoe UI"/>
                          <a:ea typeface="+mn-ea"/>
                          <a:cs typeface="+mn-cs"/>
                        </a:rPr>
                        <a:t>0</a:t>
                      </a:r>
                    </a:p>
                  </a:txBody>
                  <a:tcPr marL="0" marR="72000" marT="108000" marB="133200">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accent6"/>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a:ln>
                            <a:noFill/>
                          </a:ln>
                          <a:solidFill>
                            <a:srgbClr val="000000"/>
                          </a:solidFill>
                          <a:effectLst/>
                          <a:uLnTx/>
                          <a:uFillTx/>
                          <a:latin typeface="Segoe UI"/>
                          <a:ea typeface="+mn-ea"/>
                          <a:cs typeface="+mn-cs"/>
                        </a:rPr>
                        <a:t>0</a:t>
                      </a: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72000" marT="108000" marB="133200">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dirty="0">
                          <a:ln>
                            <a:noFill/>
                          </a:ln>
                          <a:solidFill>
                            <a:srgbClr val="000000"/>
                          </a:solidFill>
                          <a:effectLst/>
                          <a:uLnTx/>
                          <a:uFillTx/>
                          <a:latin typeface="Segoe UI"/>
                          <a:ea typeface="+mn-ea"/>
                          <a:cs typeface="+mn-cs"/>
                        </a:rPr>
                        <a:t>0</a:t>
                      </a:r>
                    </a:p>
                  </a:txBody>
                  <a:tcPr marL="0" marR="72000" marT="108000" marB="133200">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solidFill>
                      <a:schemeClr val="accent2"/>
                    </a:solidFill>
                  </a:tcPr>
                </a:tc>
                <a:extLst>
                  <a:ext uri="{0D108BD9-81ED-4DB2-BD59-A6C34878D82A}">
                    <a16:rowId xmlns:a16="http://schemas.microsoft.com/office/drawing/2014/main" val="3953040466"/>
                  </a:ext>
                </a:extLst>
              </a:tr>
              <a:tr h="419145">
                <a:tc>
                  <a:txBody>
                    <a:bodyPr/>
                    <a:lstStyle/>
                    <a:p>
                      <a:r>
                        <a:rPr lang="de-CH" sz="1200" dirty="0"/>
                        <a:t>Text</a:t>
                      </a:r>
                    </a:p>
                  </a:txBody>
                  <a:tcPr marL="0" marT="108000" marB="133200" anchor="ctr">
                    <a:lnT w="6350" cap="flat" cmpd="sng" algn="ctr">
                      <a:solidFill>
                        <a:schemeClr val="accent5"/>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dirty="0">
                          <a:ln>
                            <a:noFill/>
                          </a:ln>
                          <a:solidFill>
                            <a:srgbClr val="000000"/>
                          </a:solidFill>
                          <a:effectLst/>
                          <a:uLnTx/>
                          <a:uFillTx/>
                          <a:latin typeface="Segoe UI"/>
                          <a:ea typeface="+mn-ea"/>
                          <a:cs typeface="+mn-cs"/>
                        </a:rPr>
                        <a:t>0</a:t>
                      </a:r>
                    </a:p>
                  </a:txBody>
                  <a:tcPr marL="0" marR="72000" marT="108000" marB="133200">
                    <a:lnT w="6350" cap="flat" cmpd="sng" algn="ctr">
                      <a:solidFill>
                        <a:schemeClr val="accent5"/>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a:ln>
                            <a:noFill/>
                          </a:ln>
                          <a:solidFill>
                            <a:srgbClr val="000000"/>
                          </a:solidFill>
                          <a:effectLst/>
                          <a:uLnTx/>
                          <a:uFillTx/>
                          <a:latin typeface="Segoe UI"/>
                          <a:ea typeface="+mn-ea"/>
                          <a:cs typeface="+mn-cs"/>
                        </a:rPr>
                        <a:t>0</a:t>
                      </a:r>
                      <a:endParaRPr kumimoji="0" lang="de-CH" sz="1200" b="0" i="0" u="none" strike="noStrike" kern="1200" cap="none" spc="0" normalizeH="0" baseline="0" noProof="0" dirty="0">
                        <a:ln>
                          <a:noFill/>
                        </a:ln>
                        <a:solidFill>
                          <a:srgbClr val="000000"/>
                        </a:solidFill>
                        <a:effectLst/>
                        <a:uLnTx/>
                        <a:uFillTx/>
                        <a:latin typeface="Segoe UI"/>
                        <a:ea typeface="+mn-ea"/>
                        <a:cs typeface="+mn-cs"/>
                      </a:endParaRPr>
                    </a:p>
                  </a:txBody>
                  <a:tcPr marL="0" marR="72000" marT="108000" marB="133200">
                    <a:lnT w="6350" cap="flat" cmpd="sng" algn="ctr">
                      <a:solidFill>
                        <a:schemeClr val="accent5"/>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CH" sz="1200" b="0" i="0" u="none" strike="noStrike" kern="1200" cap="none" spc="0" normalizeH="0" baseline="0" noProof="0" dirty="0">
                          <a:ln>
                            <a:noFill/>
                          </a:ln>
                          <a:solidFill>
                            <a:srgbClr val="000000"/>
                          </a:solidFill>
                          <a:effectLst/>
                          <a:uLnTx/>
                          <a:uFillTx/>
                          <a:latin typeface="Segoe UI"/>
                          <a:ea typeface="+mn-ea"/>
                          <a:cs typeface="+mn-cs"/>
                        </a:rPr>
                        <a:t>0</a:t>
                      </a:r>
                    </a:p>
                  </a:txBody>
                  <a:tcPr marL="0" marR="72000" marT="108000" marB="133200">
                    <a:lnT w="6350" cap="flat" cmpd="sng" algn="ctr">
                      <a:solidFill>
                        <a:schemeClr val="accent5"/>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79244009"/>
                  </a:ext>
                </a:extLst>
              </a:tr>
            </a:tbl>
          </a:graphicData>
        </a:graphic>
      </p:graphicFrame>
    </p:spTree>
    <p:extLst>
      <p:ext uri="{BB962C8B-B14F-4D97-AF65-F5344CB8AC3E}">
        <p14:creationId xmlns:p14="http://schemas.microsoft.com/office/powerpoint/2010/main" val="418161662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238265F-94A8-7442-83BF-A20BA0F34FC2}"/>
              </a:ext>
            </a:extLst>
          </p:cNvPr>
          <p:cNvSpPr>
            <a:spLocks noGrp="1"/>
          </p:cNvSpPr>
          <p:nvPr>
            <p:ph type="title"/>
          </p:nvPr>
        </p:nvSpPr>
        <p:spPr/>
        <p:txBody>
          <a:bodyPr/>
          <a:lstStyle/>
          <a:p>
            <a:r>
              <a:rPr lang="de-CH" dirty="0"/>
              <a:t>Beispielfolie mit Punktesystem</a:t>
            </a:r>
          </a:p>
        </p:txBody>
      </p:sp>
      <p:sp>
        <p:nvSpPr>
          <p:cNvPr id="4" name="Datumsplatzhalter 3">
            <a:extLst>
              <a:ext uri="{FF2B5EF4-FFF2-40B4-BE49-F238E27FC236}">
                <a16:creationId xmlns:a16="http://schemas.microsoft.com/office/drawing/2014/main" id="{1E74812B-A219-9941-6159-8FBF20218159}"/>
              </a:ext>
            </a:extLst>
          </p:cNvPr>
          <p:cNvSpPr>
            <a:spLocks noGrp="1"/>
          </p:cNvSpPr>
          <p:nvPr>
            <p:ph type="dt" sz="half" idx="10"/>
          </p:nvPr>
        </p:nvSpPr>
        <p:spPr/>
        <p:txBody>
          <a:bodyPr/>
          <a:lstStyle/>
          <a:p>
            <a:fld id="{F1414681-EF3C-4C35-91E1-79A3D642AAD8}" type="datetime4">
              <a:rPr lang="de-CH" smtClean="0"/>
              <a:t>8. Februar 2026</a:t>
            </a:fld>
            <a:endParaRPr lang="de-CH" dirty="0"/>
          </a:p>
        </p:txBody>
      </p:sp>
      <p:sp>
        <p:nvSpPr>
          <p:cNvPr id="5" name="Fußzeilenplatzhalter 4">
            <a:extLst>
              <a:ext uri="{FF2B5EF4-FFF2-40B4-BE49-F238E27FC236}">
                <a16:creationId xmlns:a16="http://schemas.microsoft.com/office/drawing/2014/main" id="{EE50E644-F722-2AB0-6095-3E2728AD1593}"/>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512BEB5F-19DB-CD6E-005A-BCB75EDBEE93}"/>
              </a:ext>
            </a:extLst>
          </p:cNvPr>
          <p:cNvSpPr>
            <a:spLocks noGrp="1"/>
          </p:cNvSpPr>
          <p:nvPr>
            <p:ph type="sldNum" sz="quarter" idx="12"/>
          </p:nvPr>
        </p:nvSpPr>
        <p:spPr/>
        <p:txBody>
          <a:bodyPr/>
          <a:lstStyle/>
          <a:p>
            <a:fld id="{442AD375-037F-43D0-B059-5172DA06796A}" type="slidenum">
              <a:rPr lang="de-CH" smtClean="0"/>
              <a:pPr/>
              <a:t>61</a:t>
            </a:fld>
            <a:endParaRPr lang="de-CH" dirty="0"/>
          </a:p>
        </p:txBody>
      </p:sp>
      <p:graphicFrame>
        <p:nvGraphicFramePr>
          <p:cNvPr id="7" name="Tabelle 7">
            <a:extLst>
              <a:ext uri="{FF2B5EF4-FFF2-40B4-BE49-F238E27FC236}">
                <a16:creationId xmlns:a16="http://schemas.microsoft.com/office/drawing/2014/main" id="{E8D997F0-86B5-9563-06E5-E96672A4FDDB}"/>
              </a:ext>
            </a:extLst>
          </p:cNvPr>
          <p:cNvGraphicFramePr>
            <a:graphicFrameLocks noGrp="1"/>
          </p:cNvGraphicFramePr>
          <p:nvPr>
            <p:ph idx="1"/>
            <p:extLst>
              <p:ext uri="{D42A27DB-BD31-4B8C-83A1-F6EECF244321}">
                <p14:modId xmlns:p14="http://schemas.microsoft.com/office/powerpoint/2010/main" val="891517041"/>
              </p:ext>
            </p:extLst>
          </p:nvPr>
        </p:nvGraphicFramePr>
        <p:xfrm>
          <a:off x="409575" y="1638300"/>
          <a:ext cx="11376000" cy="4269699"/>
        </p:xfrm>
        <a:graphic>
          <a:graphicData uri="http://schemas.openxmlformats.org/drawingml/2006/table">
            <a:tbl>
              <a:tblPr firstRow="1" bandRow="1">
                <a:tableStyleId>{2D5ABB26-0587-4C30-8999-92F81FD0307C}</a:tableStyleId>
              </a:tblPr>
              <a:tblGrid>
                <a:gridCol w="7056000">
                  <a:extLst>
                    <a:ext uri="{9D8B030D-6E8A-4147-A177-3AD203B41FA5}">
                      <a16:colId xmlns:a16="http://schemas.microsoft.com/office/drawing/2014/main" val="421051976"/>
                    </a:ext>
                  </a:extLst>
                </a:gridCol>
                <a:gridCol w="2160000">
                  <a:extLst>
                    <a:ext uri="{9D8B030D-6E8A-4147-A177-3AD203B41FA5}">
                      <a16:colId xmlns:a16="http://schemas.microsoft.com/office/drawing/2014/main" val="2003207868"/>
                    </a:ext>
                  </a:extLst>
                </a:gridCol>
                <a:gridCol w="2160000">
                  <a:extLst>
                    <a:ext uri="{9D8B030D-6E8A-4147-A177-3AD203B41FA5}">
                      <a16:colId xmlns:a16="http://schemas.microsoft.com/office/drawing/2014/main" val="928431283"/>
                    </a:ext>
                  </a:extLst>
                </a:gridCol>
              </a:tblGrid>
              <a:tr h="419145">
                <a:tc>
                  <a:txBody>
                    <a:bodyPr/>
                    <a:lstStyle/>
                    <a:p>
                      <a:pPr algn="l"/>
                      <a:r>
                        <a:rPr kumimoji="0" lang="de-CH" sz="1200" b="0" i="0" u="none" strike="noStrike" kern="1200" cap="none" spc="0" normalizeH="0" baseline="0" noProof="0" dirty="0">
                          <a:ln>
                            <a:noFill/>
                          </a:ln>
                          <a:solidFill>
                            <a:srgbClr val="000000"/>
                          </a:solidFill>
                          <a:effectLst/>
                          <a:uLnTx/>
                          <a:uFillTx/>
                          <a:latin typeface="Segoe UI"/>
                          <a:ea typeface="+mn-ea"/>
                          <a:cs typeface="+mn-cs"/>
                        </a:rPr>
                        <a:t>Titel</a:t>
                      </a:r>
                      <a:endParaRPr lang="de-CH" sz="1200" dirty="0"/>
                    </a:p>
                  </a:txBody>
                  <a:tcPr marL="0" anchor="ctr">
                    <a:lnB w="9525" cap="flat" cmpd="sng" algn="ctr">
                      <a:solidFill>
                        <a:schemeClr val="tx1"/>
                      </a:solidFill>
                      <a:prstDash val="solid"/>
                      <a:round/>
                      <a:headEnd type="none" w="med" len="med"/>
                      <a:tailEnd type="none" w="med" len="med"/>
                    </a:lnB>
                  </a:tcPr>
                </a:tc>
                <a:tc>
                  <a:txBody>
                    <a:bodyPr/>
                    <a:lstStyle/>
                    <a:p>
                      <a:pPr algn="r"/>
                      <a:r>
                        <a:rPr kumimoji="0" lang="de-CH" sz="1200" b="0" i="0" u="none" strike="noStrike" kern="1200" cap="none" spc="0" normalizeH="0" baseline="0" noProof="0" dirty="0">
                          <a:ln>
                            <a:noFill/>
                          </a:ln>
                          <a:solidFill>
                            <a:srgbClr val="000000"/>
                          </a:solidFill>
                          <a:effectLst/>
                          <a:uLnTx/>
                          <a:uFillTx/>
                          <a:latin typeface="Segoe UI"/>
                          <a:ea typeface="+mn-ea"/>
                          <a:cs typeface="+mn-cs"/>
                        </a:rPr>
                        <a:t>Titel</a:t>
                      </a:r>
                      <a:endParaRPr lang="de-CH" sz="1200" dirty="0"/>
                    </a:p>
                  </a:txBody>
                  <a:tcPr marL="0" marR="72000" anchor="ctr">
                    <a:lnB w="9525" cap="flat" cmpd="sng" algn="ctr">
                      <a:solidFill>
                        <a:schemeClr val="tx1"/>
                      </a:solidFill>
                      <a:prstDash val="solid"/>
                      <a:round/>
                      <a:headEnd type="none" w="med" len="med"/>
                      <a:tailEnd type="none" w="med" len="med"/>
                    </a:lnB>
                  </a:tcPr>
                </a:tc>
                <a:tc>
                  <a:txBody>
                    <a:bodyPr/>
                    <a:lstStyle/>
                    <a:p>
                      <a:pPr algn="r"/>
                      <a:r>
                        <a:rPr kumimoji="0" lang="de-CH" sz="1200" b="0" i="0" u="none" strike="noStrike" kern="1200" cap="none" spc="0" normalizeH="0" baseline="0" noProof="0" dirty="0">
                          <a:ln>
                            <a:noFill/>
                          </a:ln>
                          <a:solidFill>
                            <a:srgbClr val="000000"/>
                          </a:solidFill>
                          <a:effectLst/>
                          <a:uLnTx/>
                          <a:uFillTx/>
                          <a:latin typeface="Segoe UI"/>
                          <a:ea typeface="+mn-ea"/>
                          <a:cs typeface="+mn-cs"/>
                        </a:rPr>
                        <a:t>Titel</a:t>
                      </a:r>
                      <a:endParaRPr lang="de-CH" sz="1200" dirty="0"/>
                    </a:p>
                  </a:txBody>
                  <a:tcPr marL="0" marR="72000" anchor="ctr">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2152607"/>
                  </a:ext>
                </a:extLst>
              </a:tr>
              <a:tr h="419145">
                <a:tc>
                  <a:txBody>
                    <a:bodyPr/>
                    <a:lstStyle/>
                    <a:p>
                      <a:r>
                        <a:rPr lang="de-CH" sz="2000" dirty="0"/>
                        <a:t>Text</a:t>
                      </a:r>
                    </a:p>
                  </a:txBody>
                  <a:tcPr marL="0" marT="154800" marB="180000" anchor="ctr">
                    <a:lnT w="9525" cap="flat" cmpd="sng" algn="ctr">
                      <a:solidFill>
                        <a:schemeClr val="tx1"/>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pPr marL="0" marR="0" lvl="0" indent="0" algn="r" defTabSz="914400" rtl="0" eaLnBrk="1" fontAlgn="auto" latinLnBrk="0" hangingPunct="1">
                        <a:lnSpc>
                          <a:spcPct val="109000"/>
                        </a:lnSpc>
                        <a:spcBef>
                          <a:spcPts val="0"/>
                        </a:spcBef>
                        <a:spcAft>
                          <a:spcPts val="0"/>
                        </a:spcAft>
                        <a:buClrTx/>
                        <a:buSzTx/>
                        <a:buFont typeface="+mj-lt"/>
                        <a:buNone/>
                        <a:tabLst/>
                        <a:defRPr/>
                      </a:pPr>
                      <a:r>
                        <a:rPr lang="de-CH" sz="2000" spc="0" baseline="0" dirty="0">
                          <a:latin typeface="Arial" panose="020B0604020202020204" pitchFamily="34" charset="0"/>
                          <a:cs typeface="Arial" panose="020B0604020202020204" pitchFamily="34" charset="0"/>
                        </a:rPr>
                        <a:t>●</a:t>
                      </a:r>
                      <a:r>
                        <a:rPr lang="de-CH" sz="2000" spc="0" baseline="0" dirty="0">
                          <a:latin typeface="+mn-lt"/>
                          <a:cs typeface="+mn-cs"/>
                        </a:rPr>
                        <a:t> </a:t>
                      </a:r>
                      <a:r>
                        <a:rPr lang="de-CH" sz="2000" spc="0" baseline="0" dirty="0">
                          <a:latin typeface="Arial" panose="020B0604020202020204" pitchFamily="34" charset="0"/>
                          <a:cs typeface="Arial" panose="020B0604020202020204" pitchFamily="34" charset="0"/>
                        </a:rPr>
                        <a:t>●</a:t>
                      </a:r>
                      <a:r>
                        <a:rPr lang="de-CH" sz="2000" spc="0" baseline="0" dirty="0">
                          <a:latin typeface="+mn-lt"/>
                          <a:cs typeface="+mn-cs"/>
                        </a:rPr>
                        <a:t> </a:t>
                      </a:r>
                      <a:r>
                        <a:rPr lang="de-CH" sz="2000" spc="0" baseline="0" dirty="0">
                          <a:latin typeface="Arial" panose="020B0604020202020204" pitchFamily="34" charset="0"/>
                          <a:cs typeface="Arial" panose="020B0604020202020204" pitchFamily="34" charset="0"/>
                        </a:rPr>
                        <a:t>●</a:t>
                      </a:r>
                      <a:r>
                        <a:rPr lang="de-CH" sz="2000" spc="0" baseline="0" dirty="0">
                          <a:latin typeface="+mn-lt"/>
                          <a:cs typeface="+mn-cs"/>
                        </a:rPr>
                        <a:t> </a:t>
                      </a:r>
                      <a:r>
                        <a:rPr lang="de-CH" sz="2000" spc="0" baseline="0" dirty="0">
                          <a:latin typeface="Arial" panose="020B0604020202020204" pitchFamily="34" charset="0"/>
                          <a:cs typeface="Arial" panose="020B0604020202020204" pitchFamily="34" charset="0"/>
                        </a:rPr>
                        <a:t>●</a:t>
                      </a:r>
                      <a:r>
                        <a:rPr lang="de-CH" sz="2000" spc="0" baseline="0" dirty="0">
                          <a:latin typeface="+mn-lt"/>
                          <a:cs typeface="+mn-cs"/>
                        </a:rPr>
                        <a:t> </a:t>
                      </a:r>
                      <a:r>
                        <a:rPr lang="de-CH" sz="2000" spc="0" baseline="0" dirty="0">
                          <a:latin typeface="Arial" panose="020B0604020202020204" pitchFamily="34" charset="0"/>
                          <a:cs typeface="Arial" panose="020B0604020202020204" pitchFamily="34" charset="0"/>
                        </a:rPr>
                        <a:t>●</a:t>
                      </a:r>
                      <a:endParaRPr lang="de-CH" sz="2000" spc="0" baseline="0" dirty="0"/>
                    </a:p>
                  </a:txBody>
                  <a:tcPr marL="0" marR="72000" marT="154800" marB="180000">
                    <a:lnT w="9525" cap="flat" cmpd="sng" algn="ctr">
                      <a:solidFill>
                        <a:schemeClr val="tx1"/>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pPr marL="0" marR="0" lvl="0" indent="0" algn="r" defTabSz="914400" rtl="0" eaLnBrk="1" fontAlgn="auto" latinLnBrk="0" hangingPunct="1">
                        <a:lnSpc>
                          <a:spcPct val="109000"/>
                        </a:lnSpc>
                        <a:spcBef>
                          <a:spcPts val="0"/>
                        </a:spcBef>
                        <a:spcAft>
                          <a:spcPts val="0"/>
                        </a:spcAft>
                        <a:buClrTx/>
                        <a:buSzTx/>
                        <a:buFont typeface="+mj-lt"/>
                        <a:buNone/>
                        <a:tabLst/>
                        <a:defRPr/>
                      </a:pPr>
                      <a:r>
                        <a:rPr lang="de-CH" sz="2000" spc="0" baseline="0" dirty="0">
                          <a:latin typeface="Arial" panose="020B0604020202020204" pitchFamily="34" charset="0"/>
                          <a:cs typeface="Arial" panose="020B0604020202020204" pitchFamily="34" charset="0"/>
                        </a:rPr>
                        <a:t>●</a:t>
                      </a:r>
                      <a:r>
                        <a:rPr lang="de-CH" sz="2000" spc="0" baseline="0" dirty="0">
                          <a:latin typeface="+mn-lt"/>
                          <a:cs typeface="+mn-cs"/>
                        </a:rPr>
                        <a:t> </a:t>
                      </a:r>
                      <a:r>
                        <a:rPr lang="de-CH" sz="2000" spc="0" baseline="0" dirty="0">
                          <a:latin typeface="Arial" panose="020B0604020202020204" pitchFamily="34" charset="0"/>
                          <a:cs typeface="Arial" panose="020B0604020202020204" pitchFamily="34" charset="0"/>
                        </a:rPr>
                        <a:t>●</a:t>
                      </a:r>
                      <a:r>
                        <a:rPr lang="de-CH" sz="2000" spc="0" baseline="0" dirty="0">
                          <a:latin typeface="+mn-lt"/>
                          <a:cs typeface="+mn-cs"/>
                        </a:rPr>
                        <a:t> </a:t>
                      </a:r>
                      <a:r>
                        <a:rPr lang="de-CH" sz="2000" spc="0" baseline="0" dirty="0">
                          <a:latin typeface="Arial" panose="020B0604020202020204" pitchFamily="34" charset="0"/>
                          <a:cs typeface="Arial" panose="020B0604020202020204" pitchFamily="34" charset="0"/>
                        </a:rPr>
                        <a:t>●</a:t>
                      </a:r>
                      <a:r>
                        <a:rPr lang="de-CH" sz="2000" spc="0" baseline="0" dirty="0">
                          <a:latin typeface="+mn-lt"/>
                          <a:cs typeface="+mn-cs"/>
                        </a:rPr>
                        <a:t> </a:t>
                      </a:r>
                      <a:r>
                        <a:rPr lang="de-CH" sz="2000" spc="0" baseline="0" dirty="0">
                          <a:latin typeface="Arial" panose="020B0604020202020204" pitchFamily="34" charset="0"/>
                          <a:cs typeface="Arial" panose="020B0604020202020204" pitchFamily="34" charset="0"/>
                        </a:rPr>
                        <a:t>●</a:t>
                      </a:r>
                      <a:r>
                        <a:rPr lang="de-CH" sz="2000" spc="0" baseline="0" dirty="0">
                          <a:latin typeface="+mn-lt"/>
                          <a:cs typeface="+mn-cs"/>
                        </a:rPr>
                        <a:t> </a:t>
                      </a:r>
                      <a:r>
                        <a:rPr lang="de-CH" sz="2000" spc="0" baseline="0" dirty="0">
                          <a:latin typeface="Arial" panose="020B0604020202020204" pitchFamily="34" charset="0"/>
                          <a:cs typeface="Arial" panose="020B0604020202020204" pitchFamily="34" charset="0"/>
                        </a:rPr>
                        <a:t>●</a:t>
                      </a:r>
                      <a:endParaRPr lang="de-CH" sz="2000" spc="0" baseline="0" dirty="0"/>
                    </a:p>
                  </a:txBody>
                  <a:tcPr marL="0" marR="72000" marT="154800" marB="180000">
                    <a:lnT w="9525" cap="flat" cmpd="sng" algn="ctr">
                      <a:solidFill>
                        <a:schemeClr val="tx1"/>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2783476500"/>
                  </a:ext>
                </a:extLst>
              </a:tr>
              <a:tr h="419145">
                <a:tc>
                  <a:txBody>
                    <a:bodyPr/>
                    <a:lstStyle/>
                    <a:p>
                      <a:r>
                        <a:rPr kumimoji="0" lang="de-CH" sz="2000" b="0" i="0" u="none" strike="noStrike" kern="1200" cap="none" spc="0" normalizeH="0" baseline="0" noProof="0" dirty="0">
                          <a:ln>
                            <a:noFill/>
                          </a:ln>
                          <a:solidFill>
                            <a:srgbClr val="000000"/>
                          </a:solidFill>
                          <a:effectLst/>
                          <a:uLnTx/>
                          <a:uFillTx/>
                          <a:latin typeface="Segoe UI"/>
                          <a:ea typeface="+mn-ea"/>
                          <a:cs typeface="+mn-cs"/>
                        </a:rPr>
                        <a:t>Text</a:t>
                      </a:r>
                      <a:endParaRPr lang="de-CH" sz="2000" dirty="0"/>
                    </a:p>
                  </a:txBody>
                  <a:tcPr marL="0" marT="154800" marB="180000" anchor="ct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pPr algn="r"/>
                      <a:r>
                        <a:rPr lang="de-CH" sz="2000" spc="0" baseline="0" dirty="0">
                          <a:latin typeface="Arial" panose="020B0604020202020204" pitchFamily="34" charset="0"/>
                          <a:cs typeface="Arial" panose="020B0604020202020204" pitchFamily="34" charset="0"/>
                        </a:rPr>
                        <a:t>●</a:t>
                      </a:r>
                      <a:r>
                        <a:rPr lang="de-CH" sz="2000" spc="0" baseline="0" dirty="0">
                          <a:latin typeface="+mn-lt"/>
                          <a:cs typeface="+mn-cs"/>
                        </a:rPr>
                        <a:t> </a:t>
                      </a:r>
                      <a:r>
                        <a:rPr lang="de-CH" sz="2000" spc="0" baseline="0" dirty="0">
                          <a:latin typeface="Arial" panose="020B0604020202020204" pitchFamily="34" charset="0"/>
                          <a:cs typeface="Arial" panose="020B0604020202020204" pitchFamily="34" charset="0"/>
                        </a:rPr>
                        <a:t>●</a:t>
                      </a:r>
                      <a:r>
                        <a:rPr lang="de-CH" sz="2000" spc="0" baseline="0" dirty="0">
                          <a:latin typeface="+mn-lt"/>
                          <a:cs typeface="+mn-cs"/>
                        </a:rPr>
                        <a:t> </a:t>
                      </a:r>
                      <a:r>
                        <a:rPr lang="de-CH" sz="2000" spc="0" baseline="0" dirty="0">
                          <a:latin typeface="Arial" panose="020B0604020202020204" pitchFamily="34" charset="0"/>
                          <a:cs typeface="Arial" panose="020B0604020202020204" pitchFamily="34" charset="0"/>
                        </a:rPr>
                        <a:t>●</a:t>
                      </a:r>
                      <a:r>
                        <a:rPr lang="de-CH" sz="2000" spc="0" baseline="0" dirty="0">
                          <a:latin typeface="+mn-lt"/>
                          <a:cs typeface="+mn-cs"/>
                        </a:rPr>
                        <a:t> </a:t>
                      </a:r>
                      <a:r>
                        <a:rPr lang="de-CH" sz="2000" spc="0" baseline="0" dirty="0">
                          <a:latin typeface="Arial" panose="020B0604020202020204" pitchFamily="34" charset="0"/>
                          <a:cs typeface="Arial" panose="020B0604020202020204" pitchFamily="34" charset="0"/>
                        </a:rPr>
                        <a:t>●</a:t>
                      </a:r>
                      <a:r>
                        <a:rPr lang="de-CH" sz="2000" spc="0" baseline="0" dirty="0">
                          <a:latin typeface="+mn-lt"/>
                          <a:cs typeface="+mn-cs"/>
                        </a:rPr>
                        <a:t> </a:t>
                      </a:r>
                      <a:r>
                        <a:rPr lang="de-CH" sz="2000" spc="0" baseline="0" dirty="0">
                          <a:latin typeface="Arial" panose="020B0604020202020204" pitchFamily="34" charset="0"/>
                          <a:cs typeface="Arial" panose="020B0604020202020204" pitchFamily="34" charset="0"/>
                        </a:rPr>
                        <a:t>○</a:t>
                      </a:r>
                      <a:endParaRPr lang="de-CH" sz="2000" spc="0" baseline="0" dirty="0"/>
                    </a:p>
                  </a:txBody>
                  <a:tcPr marL="0" marR="72000" marT="154800" marB="180000">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pPr algn="r"/>
                      <a:r>
                        <a:rPr lang="de-CH" sz="2000" spc="0" baseline="0" dirty="0">
                          <a:latin typeface="Arial" panose="020B0604020202020204" pitchFamily="34" charset="0"/>
                          <a:cs typeface="Arial" panose="020B0604020202020204" pitchFamily="34" charset="0"/>
                        </a:rPr>
                        <a:t>●</a:t>
                      </a:r>
                      <a:r>
                        <a:rPr lang="de-CH" sz="2000" spc="0" baseline="0" dirty="0">
                          <a:latin typeface="+mn-lt"/>
                          <a:cs typeface="+mn-cs"/>
                        </a:rPr>
                        <a:t> </a:t>
                      </a:r>
                      <a:r>
                        <a:rPr lang="de-CH" sz="2000" spc="0" baseline="0" dirty="0">
                          <a:latin typeface="Arial" panose="020B0604020202020204" pitchFamily="34" charset="0"/>
                          <a:cs typeface="Arial" panose="020B0604020202020204" pitchFamily="34" charset="0"/>
                        </a:rPr>
                        <a:t>●</a:t>
                      </a:r>
                      <a:r>
                        <a:rPr lang="de-CH" sz="2000" spc="0" baseline="0" dirty="0">
                          <a:latin typeface="+mn-lt"/>
                          <a:cs typeface="+mn-cs"/>
                        </a:rPr>
                        <a:t> </a:t>
                      </a:r>
                      <a:r>
                        <a:rPr lang="de-CH" sz="2000" spc="0" baseline="0" dirty="0">
                          <a:latin typeface="Arial" panose="020B0604020202020204" pitchFamily="34" charset="0"/>
                          <a:cs typeface="Arial" panose="020B0604020202020204" pitchFamily="34" charset="0"/>
                        </a:rPr>
                        <a:t>●</a:t>
                      </a:r>
                      <a:r>
                        <a:rPr lang="de-CH" sz="2000" spc="0" baseline="0" dirty="0">
                          <a:latin typeface="+mn-lt"/>
                          <a:cs typeface="+mn-cs"/>
                        </a:rPr>
                        <a:t> </a:t>
                      </a:r>
                      <a:r>
                        <a:rPr lang="de-CH" sz="2000" spc="0" baseline="0" dirty="0">
                          <a:latin typeface="Arial" panose="020B0604020202020204" pitchFamily="34" charset="0"/>
                          <a:cs typeface="Arial" panose="020B0604020202020204" pitchFamily="34" charset="0"/>
                        </a:rPr>
                        <a:t>●</a:t>
                      </a:r>
                      <a:r>
                        <a:rPr lang="de-CH" sz="2000" spc="0" baseline="0" dirty="0">
                          <a:latin typeface="+mn-lt"/>
                          <a:cs typeface="+mn-cs"/>
                        </a:rPr>
                        <a:t> </a:t>
                      </a:r>
                      <a:r>
                        <a:rPr lang="de-CH" sz="2000" spc="0" baseline="0" dirty="0">
                          <a:latin typeface="Arial" panose="020B0604020202020204" pitchFamily="34" charset="0"/>
                          <a:cs typeface="Arial" panose="020B0604020202020204" pitchFamily="34" charset="0"/>
                        </a:rPr>
                        <a:t>○</a:t>
                      </a:r>
                      <a:endParaRPr lang="de-CH" sz="2000" spc="0" baseline="0" dirty="0"/>
                    </a:p>
                  </a:txBody>
                  <a:tcPr marL="0" marR="72000" marT="154800" marB="180000">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3159354369"/>
                  </a:ext>
                </a:extLst>
              </a:tr>
              <a:tr h="419145">
                <a:tc>
                  <a:txBody>
                    <a:bodyPr/>
                    <a:lstStyle/>
                    <a:p>
                      <a:r>
                        <a:rPr kumimoji="0" lang="de-CH" sz="2000" b="0" i="0" u="none" strike="noStrike" kern="1200" cap="none" spc="0" normalizeH="0" baseline="0" noProof="0" dirty="0">
                          <a:ln>
                            <a:noFill/>
                          </a:ln>
                          <a:solidFill>
                            <a:srgbClr val="000000"/>
                          </a:solidFill>
                          <a:effectLst/>
                          <a:uLnTx/>
                          <a:uFillTx/>
                          <a:latin typeface="Segoe UI"/>
                          <a:ea typeface="+mn-ea"/>
                          <a:cs typeface="+mn-cs"/>
                        </a:rPr>
                        <a:t>Text</a:t>
                      </a:r>
                      <a:endParaRPr lang="de-CH" sz="2000" dirty="0"/>
                    </a:p>
                  </a:txBody>
                  <a:tcPr marL="0" marT="154800" marB="180000" anchor="ct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pPr marL="0" marR="0" lvl="0" indent="0" algn="r" defTabSz="914400" rtl="0" eaLnBrk="1" fontAlgn="auto" latinLnBrk="0" hangingPunct="1">
                        <a:lnSpc>
                          <a:spcPct val="109000"/>
                        </a:lnSpc>
                        <a:spcBef>
                          <a:spcPts val="0"/>
                        </a:spcBef>
                        <a:spcAft>
                          <a:spcPts val="0"/>
                        </a:spcAft>
                        <a:buClrTx/>
                        <a:buSzTx/>
                        <a:buFont typeface="+mj-lt"/>
                        <a:buNone/>
                        <a:tabLst/>
                        <a:defRPr/>
                      </a:pPr>
                      <a:r>
                        <a:rPr lang="de-CH" sz="2000" spc="0" baseline="0" dirty="0">
                          <a:latin typeface="Arial" panose="020B0604020202020204" pitchFamily="34" charset="0"/>
                          <a:cs typeface="Arial" panose="020B0604020202020204" pitchFamily="34" charset="0"/>
                        </a:rPr>
                        <a:t>●</a:t>
                      </a:r>
                      <a:r>
                        <a:rPr lang="de-CH" sz="2000" spc="0" baseline="0" dirty="0">
                          <a:latin typeface="+mn-lt"/>
                          <a:cs typeface="+mn-cs"/>
                        </a:rPr>
                        <a:t> </a:t>
                      </a:r>
                      <a:r>
                        <a:rPr lang="de-CH" sz="2000" spc="0" baseline="0" dirty="0">
                          <a:latin typeface="Arial" panose="020B0604020202020204" pitchFamily="34" charset="0"/>
                          <a:cs typeface="Arial" panose="020B0604020202020204" pitchFamily="34" charset="0"/>
                        </a:rPr>
                        <a:t>●</a:t>
                      </a:r>
                      <a:r>
                        <a:rPr lang="de-CH" sz="2000" spc="0" baseline="0" dirty="0">
                          <a:latin typeface="+mn-lt"/>
                          <a:cs typeface="+mn-cs"/>
                        </a:rPr>
                        <a:t> </a:t>
                      </a:r>
                      <a:r>
                        <a:rPr lang="de-CH" sz="2000" spc="0" baseline="0" dirty="0">
                          <a:latin typeface="Arial" panose="020B0604020202020204" pitchFamily="34" charset="0"/>
                          <a:cs typeface="Arial" panose="020B0604020202020204" pitchFamily="34" charset="0"/>
                        </a:rPr>
                        <a:t>●</a:t>
                      </a:r>
                      <a:r>
                        <a:rPr lang="de-CH" sz="2000" spc="0" baseline="0" dirty="0">
                          <a:latin typeface="+mn-lt"/>
                          <a:cs typeface="+mn-cs"/>
                        </a:rPr>
                        <a:t> </a:t>
                      </a:r>
                      <a:r>
                        <a:rPr lang="de-CH" sz="2000" spc="0" baseline="0" dirty="0">
                          <a:latin typeface="Arial" panose="020B0604020202020204" pitchFamily="34" charset="0"/>
                          <a:cs typeface="Arial" panose="020B0604020202020204" pitchFamily="34" charset="0"/>
                        </a:rPr>
                        <a:t>○ ○</a:t>
                      </a:r>
                      <a:endParaRPr lang="de-CH" sz="2000" spc="0" baseline="0" dirty="0"/>
                    </a:p>
                  </a:txBody>
                  <a:tcPr marL="0" marR="72000" marT="154800" marB="180000">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pPr marL="0" marR="0" lvl="0" indent="0" algn="r" defTabSz="914400" rtl="0" eaLnBrk="1" fontAlgn="auto" latinLnBrk="0" hangingPunct="1">
                        <a:lnSpc>
                          <a:spcPct val="109000"/>
                        </a:lnSpc>
                        <a:spcBef>
                          <a:spcPts val="0"/>
                        </a:spcBef>
                        <a:spcAft>
                          <a:spcPts val="0"/>
                        </a:spcAft>
                        <a:buClrTx/>
                        <a:buSzTx/>
                        <a:buFont typeface="+mj-lt"/>
                        <a:buNone/>
                        <a:tabLst/>
                        <a:defRPr/>
                      </a:pPr>
                      <a:r>
                        <a:rPr lang="de-CH" sz="2000" spc="0" baseline="0" dirty="0">
                          <a:latin typeface="Arial" panose="020B0604020202020204" pitchFamily="34" charset="0"/>
                          <a:cs typeface="Arial" panose="020B0604020202020204" pitchFamily="34" charset="0"/>
                        </a:rPr>
                        <a:t>●</a:t>
                      </a:r>
                      <a:r>
                        <a:rPr lang="de-CH" sz="2000" spc="0" baseline="0" dirty="0">
                          <a:latin typeface="+mn-lt"/>
                          <a:cs typeface="+mn-cs"/>
                        </a:rPr>
                        <a:t> </a:t>
                      </a:r>
                      <a:r>
                        <a:rPr lang="de-CH" sz="2000" spc="0" baseline="0" dirty="0">
                          <a:latin typeface="Arial" panose="020B0604020202020204" pitchFamily="34" charset="0"/>
                          <a:cs typeface="Arial" panose="020B0604020202020204" pitchFamily="34" charset="0"/>
                        </a:rPr>
                        <a:t>●</a:t>
                      </a:r>
                      <a:r>
                        <a:rPr lang="de-CH" sz="2000" spc="0" baseline="0" dirty="0">
                          <a:latin typeface="+mn-lt"/>
                          <a:cs typeface="+mn-cs"/>
                        </a:rPr>
                        <a:t> </a:t>
                      </a:r>
                      <a:r>
                        <a:rPr lang="de-CH" sz="2000" spc="0" baseline="0" dirty="0">
                          <a:latin typeface="Arial" panose="020B0604020202020204" pitchFamily="34" charset="0"/>
                          <a:cs typeface="Arial" panose="020B0604020202020204" pitchFamily="34" charset="0"/>
                        </a:rPr>
                        <a:t>●</a:t>
                      </a:r>
                      <a:r>
                        <a:rPr lang="de-CH" sz="2000" spc="0" baseline="0" dirty="0">
                          <a:latin typeface="+mn-lt"/>
                          <a:cs typeface="+mn-cs"/>
                        </a:rPr>
                        <a:t> </a:t>
                      </a:r>
                      <a:r>
                        <a:rPr lang="de-CH" sz="2000" spc="0" baseline="0" dirty="0">
                          <a:latin typeface="Arial" panose="020B0604020202020204" pitchFamily="34" charset="0"/>
                          <a:cs typeface="Arial" panose="020B0604020202020204" pitchFamily="34" charset="0"/>
                        </a:rPr>
                        <a:t>○ ○</a:t>
                      </a:r>
                      <a:endParaRPr lang="de-CH" sz="2000" spc="0" baseline="0" dirty="0"/>
                    </a:p>
                  </a:txBody>
                  <a:tcPr marL="0" marR="72000" marT="154800" marB="180000">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3108035080"/>
                  </a:ext>
                </a:extLst>
              </a:tr>
              <a:tr h="419145">
                <a:tc>
                  <a:txBody>
                    <a:bodyPr/>
                    <a:lstStyle/>
                    <a:p>
                      <a:r>
                        <a:rPr kumimoji="0" lang="de-CH" sz="2000" b="0" i="0" u="none" strike="noStrike" kern="1200" cap="none" spc="0" normalizeH="0" baseline="0" noProof="0" dirty="0">
                          <a:ln>
                            <a:noFill/>
                          </a:ln>
                          <a:solidFill>
                            <a:srgbClr val="000000"/>
                          </a:solidFill>
                          <a:effectLst/>
                          <a:uLnTx/>
                          <a:uFillTx/>
                          <a:latin typeface="Segoe UI"/>
                          <a:ea typeface="+mn-ea"/>
                          <a:cs typeface="+mn-cs"/>
                        </a:rPr>
                        <a:t>Text</a:t>
                      </a:r>
                      <a:endParaRPr lang="de-CH" sz="2000" dirty="0"/>
                    </a:p>
                  </a:txBody>
                  <a:tcPr marL="0" marT="154800" marB="180000" anchor="ct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pPr marL="0" marR="0" lvl="0" indent="0" algn="r" defTabSz="914400" rtl="0" eaLnBrk="1" fontAlgn="auto" latinLnBrk="0" hangingPunct="1">
                        <a:lnSpc>
                          <a:spcPct val="109000"/>
                        </a:lnSpc>
                        <a:spcBef>
                          <a:spcPts val="0"/>
                        </a:spcBef>
                        <a:spcAft>
                          <a:spcPts val="0"/>
                        </a:spcAft>
                        <a:buClrTx/>
                        <a:buSzTx/>
                        <a:buFont typeface="+mj-lt"/>
                        <a:buNone/>
                        <a:tabLst/>
                        <a:defRPr/>
                      </a:pPr>
                      <a:r>
                        <a:rPr lang="de-CH" sz="2000" spc="0" baseline="0" dirty="0">
                          <a:latin typeface="Arial" panose="020B0604020202020204" pitchFamily="34" charset="0"/>
                          <a:cs typeface="Arial" panose="020B0604020202020204" pitchFamily="34" charset="0"/>
                        </a:rPr>
                        <a:t>●</a:t>
                      </a:r>
                      <a:r>
                        <a:rPr lang="de-CH" sz="2000" spc="0" baseline="0" dirty="0">
                          <a:latin typeface="+mn-lt"/>
                          <a:cs typeface="+mn-cs"/>
                        </a:rPr>
                        <a:t> </a:t>
                      </a:r>
                      <a:r>
                        <a:rPr lang="de-CH" sz="2000" spc="0" baseline="0" dirty="0">
                          <a:latin typeface="Arial" panose="020B0604020202020204" pitchFamily="34" charset="0"/>
                          <a:cs typeface="Arial" panose="020B0604020202020204" pitchFamily="34" charset="0"/>
                        </a:rPr>
                        <a:t>●</a:t>
                      </a:r>
                      <a:r>
                        <a:rPr lang="de-CH" sz="2000" spc="0" baseline="0" dirty="0">
                          <a:latin typeface="+mn-lt"/>
                          <a:cs typeface="+mn-cs"/>
                        </a:rPr>
                        <a:t> </a:t>
                      </a:r>
                      <a:r>
                        <a:rPr lang="de-CH" sz="2000" spc="0" baseline="0" dirty="0">
                          <a:latin typeface="Arial" panose="020B0604020202020204" pitchFamily="34" charset="0"/>
                          <a:cs typeface="Arial" panose="020B0604020202020204" pitchFamily="34" charset="0"/>
                        </a:rPr>
                        <a:t>○ ○ ○</a:t>
                      </a:r>
                      <a:endParaRPr lang="de-CH" sz="2000" spc="0" baseline="0" dirty="0"/>
                    </a:p>
                  </a:txBody>
                  <a:tcPr marL="0" marR="72000" marT="154800" marB="180000">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pPr marL="0" marR="0" lvl="0" indent="0" algn="r" defTabSz="914400" rtl="0" eaLnBrk="1" fontAlgn="auto" latinLnBrk="0" hangingPunct="1">
                        <a:lnSpc>
                          <a:spcPct val="109000"/>
                        </a:lnSpc>
                        <a:spcBef>
                          <a:spcPts val="0"/>
                        </a:spcBef>
                        <a:spcAft>
                          <a:spcPts val="0"/>
                        </a:spcAft>
                        <a:buClrTx/>
                        <a:buSzTx/>
                        <a:buFont typeface="+mj-lt"/>
                        <a:buNone/>
                        <a:tabLst/>
                        <a:defRPr/>
                      </a:pPr>
                      <a:r>
                        <a:rPr lang="de-CH" sz="2000" spc="0" baseline="0" dirty="0">
                          <a:latin typeface="Arial" panose="020B0604020202020204" pitchFamily="34" charset="0"/>
                          <a:cs typeface="Arial" panose="020B0604020202020204" pitchFamily="34" charset="0"/>
                        </a:rPr>
                        <a:t>●</a:t>
                      </a:r>
                      <a:r>
                        <a:rPr lang="de-CH" sz="2000" spc="0" baseline="0" dirty="0">
                          <a:latin typeface="+mn-lt"/>
                          <a:cs typeface="+mn-cs"/>
                        </a:rPr>
                        <a:t> </a:t>
                      </a:r>
                      <a:r>
                        <a:rPr lang="de-CH" sz="2000" spc="0" baseline="0" dirty="0">
                          <a:latin typeface="Arial" panose="020B0604020202020204" pitchFamily="34" charset="0"/>
                          <a:cs typeface="Arial" panose="020B0604020202020204" pitchFamily="34" charset="0"/>
                        </a:rPr>
                        <a:t>●</a:t>
                      </a:r>
                      <a:r>
                        <a:rPr lang="de-CH" sz="2000" spc="0" baseline="0" dirty="0">
                          <a:latin typeface="+mn-lt"/>
                          <a:cs typeface="+mn-cs"/>
                        </a:rPr>
                        <a:t> </a:t>
                      </a:r>
                      <a:r>
                        <a:rPr lang="de-CH" sz="2000" spc="0" baseline="0" dirty="0">
                          <a:latin typeface="Arial" panose="020B0604020202020204" pitchFamily="34" charset="0"/>
                          <a:cs typeface="Arial" panose="020B0604020202020204" pitchFamily="34" charset="0"/>
                        </a:rPr>
                        <a:t>○ ○ ○</a:t>
                      </a:r>
                      <a:endParaRPr lang="de-CH" sz="2000" spc="0" baseline="0" dirty="0"/>
                    </a:p>
                  </a:txBody>
                  <a:tcPr marL="0" marR="72000" marT="154800" marB="180000">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1921396688"/>
                  </a:ext>
                </a:extLst>
              </a:tr>
              <a:tr h="419145">
                <a:tc>
                  <a:txBody>
                    <a:bodyPr/>
                    <a:lstStyle/>
                    <a:p>
                      <a:r>
                        <a:rPr kumimoji="0" lang="de-CH" sz="2000" b="0" i="0" u="none" strike="noStrike" kern="1200" cap="none" spc="0" normalizeH="0" baseline="0" noProof="0" dirty="0">
                          <a:ln>
                            <a:noFill/>
                          </a:ln>
                          <a:solidFill>
                            <a:srgbClr val="000000"/>
                          </a:solidFill>
                          <a:effectLst/>
                          <a:uLnTx/>
                          <a:uFillTx/>
                          <a:latin typeface="Segoe UI"/>
                          <a:ea typeface="+mn-ea"/>
                          <a:cs typeface="+mn-cs"/>
                        </a:rPr>
                        <a:t>Text</a:t>
                      </a:r>
                      <a:endParaRPr lang="de-CH" sz="2000" dirty="0"/>
                    </a:p>
                  </a:txBody>
                  <a:tcPr marL="0" marT="154800" marB="180000" anchor="ct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pPr marL="0" marR="0" lvl="0" indent="0" algn="r" defTabSz="914400" rtl="0" eaLnBrk="1" fontAlgn="auto" latinLnBrk="0" hangingPunct="1">
                        <a:lnSpc>
                          <a:spcPct val="109000"/>
                        </a:lnSpc>
                        <a:spcBef>
                          <a:spcPts val="0"/>
                        </a:spcBef>
                        <a:spcAft>
                          <a:spcPts val="0"/>
                        </a:spcAft>
                        <a:buClrTx/>
                        <a:buSzTx/>
                        <a:buFont typeface="+mj-lt"/>
                        <a:buNone/>
                        <a:tabLst/>
                        <a:defRPr/>
                      </a:pPr>
                      <a:r>
                        <a:rPr lang="de-CH" sz="2000" spc="0" baseline="0" dirty="0">
                          <a:latin typeface="Arial" panose="020B0604020202020204" pitchFamily="34" charset="0"/>
                          <a:cs typeface="Arial" panose="020B0604020202020204" pitchFamily="34" charset="0"/>
                        </a:rPr>
                        <a:t>● ○ ○ ○</a:t>
                      </a:r>
                      <a:r>
                        <a:rPr lang="de-CH" sz="2000" spc="0" baseline="0" dirty="0">
                          <a:latin typeface="+mn-lt"/>
                          <a:cs typeface="+mn-cs"/>
                        </a:rPr>
                        <a:t> </a:t>
                      </a:r>
                      <a:r>
                        <a:rPr lang="de-CH" sz="2000" spc="0" baseline="0" dirty="0">
                          <a:latin typeface="Arial" panose="020B0604020202020204" pitchFamily="34" charset="0"/>
                          <a:cs typeface="Arial" panose="020B0604020202020204" pitchFamily="34" charset="0"/>
                        </a:rPr>
                        <a:t>○</a:t>
                      </a:r>
                      <a:endParaRPr lang="de-CH" sz="2000" spc="0" baseline="0" dirty="0"/>
                    </a:p>
                  </a:txBody>
                  <a:tcPr marL="0" marR="72000" marT="154800" marB="180000">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pPr marL="0" marR="0" lvl="0" indent="0" algn="r" defTabSz="914400" rtl="0" eaLnBrk="1" fontAlgn="auto" latinLnBrk="0" hangingPunct="1">
                        <a:lnSpc>
                          <a:spcPct val="109000"/>
                        </a:lnSpc>
                        <a:spcBef>
                          <a:spcPts val="0"/>
                        </a:spcBef>
                        <a:spcAft>
                          <a:spcPts val="0"/>
                        </a:spcAft>
                        <a:buClrTx/>
                        <a:buSzTx/>
                        <a:buFont typeface="+mj-lt"/>
                        <a:buNone/>
                        <a:tabLst/>
                        <a:defRPr/>
                      </a:pPr>
                      <a:r>
                        <a:rPr lang="de-CH" sz="2000" spc="0" baseline="0" dirty="0">
                          <a:latin typeface="Arial" panose="020B0604020202020204" pitchFamily="34" charset="0"/>
                          <a:cs typeface="Arial" panose="020B0604020202020204" pitchFamily="34" charset="0"/>
                        </a:rPr>
                        <a:t>● ○ ○ ○</a:t>
                      </a:r>
                      <a:r>
                        <a:rPr lang="de-CH" sz="2000" spc="0" baseline="0" dirty="0">
                          <a:latin typeface="+mn-lt"/>
                          <a:cs typeface="+mn-cs"/>
                        </a:rPr>
                        <a:t> </a:t>
                      </a:r>
                      <a:r>
                        <a:rPr lang="de-CH" sz="2000" spc="0" baseline="0" dirty="0">
                          <a:latin typeface="Arial" panose="020B0604020202020204" pitchFamily="34" charset="0"/>
                          <a:cs typeface="Arial" panose="020B0604020202020204" pitchFamily="34" charset="0"/>
                        </a:rPr>
                        <a:t>○</a:t>
                      </a:r>
                      <a:endParaRPr lang="de-CH" sz="2000" spc="0" baseline="0" dirty="0"/>
                    </a:p>
                  </a:txBody>
                  <a:tcPr marL="0" marR="72000" marT="154800" marB="180000">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716884924"/>
                  </a:ext>
                </a:extLst>
              </a:tr>
              <a:tr h="419145">
                <a:tc>
                  <a:txBody>
                    <a:bodyPr/>
                    <a:lstStyle/>
                    <a:p>
                      <a:r>
                        <a:rPr kumimoji="0" lang="de-CH" sz="2000" b="0" i="0" u="none" strike="noStrike" kern="1200" cap="none" spc="0" normalizeH="0" baseline="0" noProof="0" dirty="0">
                          <a:ln>
                            <a:noFill/>
                          </a:ln>
                          <a:solidFill>
                            <a:srgbClr val="000000"/>
                          </a:solidFill>
                          <a:effectLst/>
                          <a:uLnTx/>
                          <a:uFillTx/>
                          <a:latin typeface="Segoe UI"/>
                          <a:ea typeface="+mn-ea"/>
                          <a:cs typeface="+mn-cs"/>
                        </a:rPr>
                        <a:t>Text</a:t>
                      </a:r>
                      <a:endParaRPr lang="de-CH" sz="2000" dirty="0"/>
                    </a:p>
                  </a:txBody>
                  <a:tcPr marL="0" marT="154800" marB="180000" anchor="ctr">
                    <a:lnT w="6350" cap="flat" cmpd="sng" algn="ctr">
                      <a:solidFill>
                        <a:schemeClr val="accent5"/>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109000"/>
                        </a:lnSpc>
                        <a:spcBef>
                          <a:spcPts val="0"/>
                        </a:spcBef>
                        <a:spcAft>
                          <a:spcPts val="0"/>
                        </a:spcAft>
                        <a:buClrTx/>
                        <a:buSzTx/>
                        <a:buFont typeface="+mj-lt"/>
                        <a:buNone/>
                        <a:tabLst/>
                        <a:defRPr/>
                      </a:pPr>
                      <a:r>
                        <a:rPr lang="de-CH" sz="2000" spc="0" baseline="0" dirty="0">
                          <a:latin typeface="Arial" panose="020B0604020202020204" pitchFamily="34" charset="0"/>
                          <a:cs typeface="Arial" panose="020B0604020202020204" pitchFamily="34" charset="0"/>
                        </a:rPr>
                        <a:t>○ ○ ○ ○ ○</a:t>
                      </a:r>
                      <a:endParaRPr lang="de-CH" sz="2000" spc="0" baseline="0" dirty="0"/>
                    </a:p>
                  </a:txBody>
                  <a:tcPr marL="0" marR="72000" marT="154800" marB="180000">
                    <a:lnT w="6350" cap="flat" cmpd="sng" algn="ctr">
                      <a:solidFill>
                        <a:schemeClr val="accent5"/>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109000"/>
                        </a:lnSpc>
                        <a:spcBef>
                          <a:spcPts val="0"/>
                        </a:spcBef>
                        <a:spcAft>
                          <a:spcPts val="0"/>
                        </a:spcAft>
                        <a:buClrTx/>
                        <a:buSzTx/>
                        <a:buFont typeface="+mj-lt"/>
                        <a:buNone/>
                        <a:tabLst/>
                        <a:defRPr/>
                      </a:pPr>
                      <a:r>
                        <a:rPr lang="de-CH" sz="2000" spc="0" baseline="0" dirty="0">
                          <a:latin typeface="Arial" panose="020B0604020202020204" pitchFamily="34" charset="0"/>
                          <a:cs typeface="Arial" panose="020B0604020202020204" pitchFamily="34" charset="0"/>
                        </a:rPr>
                        <a:t>○ ○ ○ ○ ○</a:t>
                      </a:r>
                      <a:endParaRPr lang="de-CH" sz="2000" spc="0" baseline="0" dirty="0"/>
                    </a:p>
                  </a:txBody>
                  <a:tcPr marL="0" marR="72000" marT="154800" marB="180000">
                    <a:lnT w="6350" cap="flat" cmpd="sng" algn="ctr">
                      <a:solidFill>
                        <a:schemeClr val="accent5"/>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3439333"/>
                  </a:ext>
                </a:extLst>
              </a:tr>
            </a:tbl>
          </a:graphicData>
        </a:graphic>
      </p:graphicFrame>
      <p:grpSp>
        <p:nvGrpSpPr>
          <p:cNvPr id="3" name="Gruppieren 2">
            <a:extLst>
              <a:ext uri="{FF2B5EF4-FFF2-40B4-BE49-F238E27FC236}">
                <a16:creationId xmlns:a16="http://schemas.microsoft.com/office/drawing/2014/main" id="{E20DF48A-7D98-B5DE-C326-5E5B6614F7B8}"/>
              </a:ext>
            </a:extLst>
          </p:cNvPr>
          <p:cNvGrpSpPr/>
          <p:nvPr/>
        </p:nvGrpSpPr>
        <p:grpSpPr>
          <a:xfrm flipH="1">
            <a:off x="5843970" y="1097124"/>
            <a:ext cx="3193643" cy="1118624"/>
            <a:chOff x="8876815" y="3200375"/>
            <a:chExt cx="3193643" cy="1149597"/>
          </a:xfrm>
          <a:solidFill>
            <a:schemeClr val="accent6"/>
          </a:solidFill>
        </p:grpSpPr>
        <p:sp>
          <p:nvSpPr>
            <p:cNvPr id="8" name="Rechteck 7">
              <a:extLst>
                <a:ext uri="{FF2B5EF4-FFF2-40B4-BE49-F238E27FC236}">
                  <a16:creationId xmlns:a16="http://schemas.microsoft.com/office/drawing/2014/main" id="{AC60858A-6F97-1583-751F-A0625AA8CE53}"/>
                </a:ext>
              </a:extLst>
            </p:cNvPr>
            <p:cNvSpPr/>
            <p:nvPr/>
          </p:nvSpPr>
          <p:spPr>
            <a:xfrm>
              <a:off x="8876817" y="3200375"/>
              <a:ext cx="3193641" cy="85092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44000" rIns="72000" bIns="72000" rtlCol="0" anchor="t"/>
            <a:lstStyle/>
            <a:p>
              <a:pPr>
                <a:lnSpc>
                  <a:spcPct val="97000"/>
                </a:lnSpc>
              </a:pPr>
              <a:r>
                <a:rPr lang="de-CH" sz="1200" b="1" spc="30" dirty="0">
                  <a:solidFill>
                    <a:schemeClr val="tx1"/>
                  </a:solidFill>
                </a:rPr>
                <a:t>Hinweis</a:t>
              </a:r>
            </a:p>
            <a:p>
              <a:pPr>
                <a:lnSpc>
                  <a:spcPct val="97000"/>
                </a:lnSpc>
              </a:pPr>
              <a:r>
                <a:rPr lang="de-CH" sz="1200" spc="30" dirty="0">
                  <a:solidFill>
                    <a:schemeClr val="tx1"/>
                  </a:solidFill>
                </a:rPr>
                <a:t>Punkte sind Textzeichen mit einem Leerschlag und können kopiert werden.</a:t>
              </a:r>
            </a:p>
          </p:txBody>
        </p:sp>
        <p:sp>
          <p:nvSpPr>
            <p:cNvPr id="9" name="Rechtwinkliges Dreieck 8">
              <a:extLst>
                <a:ext uri="{FF2B5EF4-FFF2-40B4-BE49-F238E27FC236}">
                  <a16:creationId xmlns:a16="http://schemas.microsoft.com/office/drawing/2014/main" id="{6707A540-64BF-975A-94D7-C4184E410C8B}"/>
                </a:ext>
              </a:extLst>
            </p:cNvPr>
            <p:cNvSpPr/>
            <p:nvPr/>
          </p:nvSpPr>
          <p:spPr>
            <a:xfrm flipV="1">
              <a:off x="8876815" y="4034461"/>
              <a:ext cx="315529" cy="315511"/>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spTree>
    <p:extLst>
      <p:ext uri="{BB962C8B-B14F-4D97-AF65-F5344CB8AC3E}">
        <p14:creationId xmlns:p14="http://schemas.microsoft.com/office/powerpoint/2010/main" val="11617784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238265F-94A8-7442-83BF-A20BA0F34FC2}"/>
              </a:ext>
            </a:extLst>
          </p:cNvPr>
          <p:cNvSpPr>
            <a:spLocks noGrp="1"/>
          </p:cNvSpPr>
          <p:nvPr>
            <p:ph type="title"/>
          </p:nvPr>
        </p:nvSpPr>
        <p:spPr/>
        <p:txBody>
          <a:bodyPr/>
          <a:lstStyle/>
          <a:p>
            <a:r>
              <a:rPr lang="de-CH" dirty="0"/>
              <a:t>Beispielfolie mit Ampelsystem</a:t>
            </a:r>
          </a:p>
        </p:txBody>
      </p:sp>
      <p:graphicFrame>
        <p:nvGraphicFramePr>
          <p:cNvPr id="7" name="Tabelle 7">
            <a:extLst>
              <a:ext uri="{FF2B5EF4-FFF2-40B4-BE49-F238E27FC236}">
                <a16:creationId xmlns:a16="http://schemas.microsoft.com/office/drawing/2014/main" id="{252F9CFF-EC04-7E76-23E2-4C88C6D3D1EB}"/>
              </a:ext>
            </a:extLst>
          </p:cNvPr>
          <p:cNvGraphicFramePr>
            <a:graphicFrameLocks noGrp="1"/>
          </p:cNvGraphicFramePr>
          <p:nvPr>
            <p:ph idx="1"/>
            <p:extLst>
              <p:ext uri="{D42A27DB-BD31-4B8C-83A1-F6EECF244321}">
                <p14:modId xmlns:p14="http://schemas.microsoft.com/office/powerpoint/2010/main" val="3699092126"/>
              </p:ext>
            </p:extLst>
          </p:nvPr>
        </p:nvGraphicFramePr>
        <p:xfrm>
          <a:off x="409575" y="1638300"/>
          <a:ext cx="11376352" cy="4268175"/>
        </p:xfrm>
        <a:graphic>
          <a:graphicData uri="http://schemas.openxmlformats.org/drawingml/2006/table">
            <a:tbl>
              <a:tblPr firstRow="1" bandRow="1">
                <a:tableStyleId>{2D5ABB26-0587-4C30-8999-92F81FD0307C}</a:tableStyleId>
              </a:tblPr>
              <a:tblGrid>
                <a:gridCol w="5688000">
                  <a:extLst>
                    <a:ext uri="{9D8B030D-6E8A-4147-A177-3AD203B41FA5}">
                      <a16:colId xmlns:a16="http://schemas.microsoft.com/office/drawing/2014/main" val="421051976"/>
                    </a:ext>
                  </a:extLst>
                </a:gridCol>
                <a:gridCol w="1908212">
                  <a:extLst>
                    <a:ext uri="{9D8B030D-6E8A-4147-A177-3AD203B41FA5}">
                      <a16:colId xmlns:a16="http://schemas.microsoft.com/office/drawing/2014/main" val="2003207868"/>
                    </a:ext>
                  </a:extLst>
                </a:gridCol>
                <a:gridCol w="1260000">
                  <a:extLst>
                    <a:ext uri="{9D8B030D-6E8A-4147-A177-3AD203B41FA5}">
                      <a16:colId xmlns:a16="http://schemas.microsoft.com/office/drawing/2014/main" val="2495496270"/>
                    </a:ext>
                  </a:extLst>
                </a:gridCol>
                <a:gridCol w="1260140">
                  <a:extLst>
                    <a:ext uri="{9D8B030D-6E8A-4147-A177-3AD203B41FA5}">
                      <a16:colId xmlns:a16="http://schemas.microsoft.com/office/drawing/2014/main" val="2280212822"/>
                    </a:ext>
                  </a:extLst>
                </a:gridCol>
                <a:gridCol w="1260000">
                  <a:extLst>
                    <a:ext uri="{9D8B030D-6E8A-4147-A177-3AD203B41FA5}">
                      <a16:colId xmlns:a16="http://schemas.microsoft.com/office/drawing/2014/main" val="928431283"/>
                    </a:ext>
                  </a:extLst>
                </a:gridCol>
              </a:tblGrid>
              <a:tr h="419145">
                <a:tc>
                  <a:txBody>
                    <a:bodyPr/>
                    <a:lstStyle/>
                    <a:p>
                      <a:pPr algn="l"/>
                      <a:r>
                        <a:rPr kumimoji="0" lang="de-CH" sz="1200" b="0" i="0" u="none" strike="noStrike" kern="1200" cap="none" spc="0" normalizeH="0" baseline="0" noProof="0" dirty="0">
                          <a:ln>
                            <a:noFill/>
                          </a:ln>
                          <a:solidFill>
                            <a:srgbClr val="000000"/>
                          </a:solidFill>
                          <a:effectLst/>
                          <a:uLnTx/>
                          <a:uFillTx/>
                          <a:latin typeface="Segoe UI"/>
                          <a:ea typeface="+mn-ea"/>
                          <a:cs typeface="+mn-cs"/>
                        </a:rPr>
                        <a:t>Titel</a:t>
                      </a:r>
                      <a:endParaRPr lang="de-CH" sz="1200" dirty="0"/>
                    </a:p>
                  </a:txBody>
                  <a:tcPr marL="0" anchor="ctr">
                    <a:lnB w="9525" cap="flat" cmpd="sng" algn="ctr">
                      <a:solidFill>
                        <a:schemeClr val="tx1"/>
                      </a:solidFill>
                      <a:prstDash val="solid"/>
                      <a:round/>
                      <a:headEnd type="none" w="med" len="med"/>
                      <a:tailEnd type="none" w="med" len="med"/>
                    </a:lnB>
                  </a:tcPr>
                </a:tc>
                <a:tc>
                  <a:txBody>
                    <a:bodyPr/>
                    <a:lstStyle/>
                    <a:p>
                      <a:pPr algn="r"/>
                      <a:r>
                        <a:rPr kumimoji="0" lang="de-CH" sz="1200" b="0" i="0" u="none" strike="noStrike" kern="1200" cap="none" spc="0" normalizeH="0" baseline="0" noProof="0" dirty="0">
                          <a:ln>
                            <a:noFill/>
                          </a:ln>
                          <a:solidFill>
                            <a:srgbClr val="000000"/>
                          </a:solidFill>
                          <a:effectLst/>
                          <a:uLnTx/>
                          <a:uFillTx/>
                          <a:latin typeface="Segoe UI"/>
                          <a:ea typeface="+mn-ea"/>
                          <a:cs typeface="+mn-cs"/>
                        </a:rPr>
                        <a:t>Titel</a:t>
                      </a:r>
                      <a:endParaRPr lang="de-CH" sz="1200" dirty="0"/>
                    </a:p>
                  </a:txBody>
                  <a:tcPr marL="0" marR="144000" anchor="ctr">
                    <a:lnB w="9525" cap="flat" cmpd="sng" algn="ctr">
                      <a:solidFill>
                        <a:schemeClr val="tx1"/>
                      </a:solidFill>
                      <a:prstDash val="solid"/>
                      <a:round/>
                      <a:headEnd type="none" w="med" len="med"/>
                      <a:tailEnd type="none" w="med" len="med"/>
                    </a:lnB>
                  </a:tcPr>
                </a:tc>
                <a:tc>
                  <a:txBody>
                    <a:bodyPr/>
                    <a:lstStyle/>
                    <a:p>
                      <a:pPr algn="r"/>
                      <a:r>
                        <a:rPr kumimoji="0" lang="de-CH" sz="1200" b="0" i="0" u="none" strike="noStrike" kern="1200" cap="none" spc="0" normalizeH="0" baseline="0" noProof="0" dirty="0">
                          <a:ln>
                            <a:noFill/>
                          </a:ln>
                          <a:solidFill>
                            <a:srgbClr val="000000"/>
                          </a:solidFill>
                          <a:effectLst/>
                          <a:uLnTx/>
                          <a:uFillTx/>
                          <a:latin typeface="Segoe UI"/>
                          <a:ea typeface="+mn-ea"/>
                          <a:cs typeface="+mn-cs"/>
                        </a:rPr>
                        <a:t>Titel</a:t>
                      </a:r>
                      <a:endParaRPr lang="de-CH" sz="1200" dirty="0"/>
                    </a:p>
                  </a:txBody>
                  <a:tcPr marL="0" marR="144000" anchor="ctr">
                    <a:lnB w="9525" cap="flat" cmpd="sng" algn="ctr">
                      <a:solidFill>
                        <a:schemeClr val="tx1"/>
                      </a:solidFill>
                      <a:prstDash val="solid"/>
                      <a:round/>
                      <a:headEnd type="none" w="med" len="med"/>
                      <a:tailEnd type="none" w="med" len="med"/>
                    </a:lnB>
                  </a:tcPr>
                </a:tc>
                <a:tc>
                  <a:txBody>
                    <a:bodyPr/>
                    <a:lstStyle/>
                    <a:p>
                      <a:pPr algn="r"/>
                      <a:r>
                        <a:rPr kumimoji="0" lang="de-CH" sz="1200" b="0" i="0" u="none" strike="noStrike" kern="1200" cap="none" spc="0" normalizeH="0" baseline="0" noProof="0" dirty="0">
                          <a:ln>
                            <a:noFill/>
                          </a:ln>
                          <a:solidFill>
                            <a:srgbClr val="000000"/>
                          </a:solidFill>
                          <a:effectLst/>
                          <a:uLnTx/>
                          <a:uFillTx/>
                          <a:latin typeface="Segoe UI"/>
                          <a:ea typeface="+mn-ea"/>
                          <a:cs typeface="+mn-cs"/>
                        </a:rPr>
                        <a:t>Titel</a:t>
                      </a:r>
                      <a:endParaRPr lang="de-CH" sz="1200" dirty="0"/>
                    </a:p>
                  </a:txBody>
                  <a:tcPr marL="0" marR="144000" anchor="ctr">
                    <a:lnB w="9525" cap="flat" cmpd="sng" algn="ctr">
                      <a:solidFill>
                        <a:schemeClr val="tx1"/>
                      </a:solidFill>
                      <a:prstDash val="solid"/>
                      <a:round/>
                      <a:headEnd type="none" w="med" len="med"/>
                      <a:tailEnd type="none" w="med" len="med"/>
                    </a:lnB>
                  </a:tcPr>
                </a:tc>
                <a:tc>
                  <a:txBody>
                    <a:bodyPr/>
                    <a:lstStyle/>
                    <a:p>
                      <a:pPr algn="r"/>
                      <a:r>
                        <a:rPr kumimoji="0" lang="de-CH" sz="1200" b="0" i="0" u="none" strike="noStrike" kern="1200" cap="none" spc="0" normalizeH="0" baseline="0" noProof="0" dirty="0">
                          <a:ln>
                            <a:noFill/>
                          </a:ln>
                          <a:solidFill>
                            <a:srgbClr val="000000"/>
                          </a:solidFill>
                          <a:effectLst/>
                          <a:uLnTx/>
                          <a:uFillTx/>
                          <a:latin typeface="Segoe UI"/>
                          <a:ea typeface="+mn-ea"/>
                          <a:cs typeface="+mn-cs"/>
                        </a:rPr>
                        <a:t>Titel</a:t>
                      </a:r>
                      <a:endParaRPr lang="de-CH" sz="1200" dirty="0"/>
                    </a:p>
                  </a:txBody>
                  <a:tcPr marL="0" marR="144000" anchor="ctr">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2152607"/>
                  </a:ext>
                </a:extLst>
              </a:tr>
              <a:tr h="419145">
                <a:tc>
                  <a:txBody>
                    <a:bodyPr/>
                    <a:lstStyle/>
                    <a:p>
                      <a:r>
                        <a:rPr lang="de-CH" sz="2000" dirty="0"/>
                        <a:t>Text</a:t>
                      </a:r>
                    </a:p>
                  </a:txBody>
                  <a:tcPr marL="0" marT="154800" marB="180000" anchor="ctr">
                    <a:lnT w="9525" cap="flat" cmpd="sng" algn="ctr">
                      <a:solidFill>
                        <a:schemeClr val="tx1"/>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endParaRPr lang="de-CH" sz="2000" dirty="0"/>
                    </a:p>
                  </a:txBody>
                  <a:tcPr marL="0" marR="144000" marT="154800" marB="180000" anchor="ctr">
                    <a:lnT w="9525" cap="flat" cmpd="sng" algn="ctr">
                      <a:solidFill>
                        <a:schemeClr val="tx1"/>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endParaRPr lang="de-CH" sz="2000" dirty="0"/>
                    </a:p>
                  </a:txBody>
                  <a:tcPr marL="0" marR="144000" marT="154800" marB="180000" anchor="ctr">
                    <a:lnT w="9525" cap="flat" cmpd="sng" algn="ctr">
                      <a:solidFill>
                        <a:schemeClr val="tx1"/>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endParaRPr lang="de-CH" sz="2000" dirty="0"/>
                    </a:p>
                  </a:txBody>
                  <a:tcPr marL="0" marR="144000" marT="154800" marB="180000" anchor="ctr">
                    <a:lnT w="9525" cap="flat" cmpd="sng" algn="ctr">
                      <a:solidFill>
                        <a:schemeClr val="tx1"/>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endParaRPr lang="de-CH" sz="2000" dirty="0"/>
                    </a:p>
                  </a:txBody>
                  <a:tcPr marL="0" marR="144000" marT="154800" marB="180000" anchor="ctr">
                    <a:lnT w="9525" cap="flat" cmpd="sng" algn="ctr">
                      <a:solidFill>
                        <a:schemeClr val="tx1"/>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2783476500"/>
                  </a:ext>
                </a:extLst>
              </a:tr>
              <a:tr h="419145">
                <a:tc>
                  <a:txBody>
                    <a:bodyPr/>
                    <a:lstStyle/>
                    <a:p>
                      <a:r>
                        <a:rPr kumimoji="0" lang="de-CH" sz="2000" b="0" i="0" u="none" strike="noStrike" kern="1200" cap="none" spc="0" normalizeH="0" baseline="0" noProof="0" dirty="0">
                          <a:ln>
                            <a:noFill/>
                          </a:ln>
                          <a:solidFill>
                            <a:srgbClr val="000000"/>
                          </a:solidFill>
                          <a:effectLst/>
                          <a:uLnTx/>
                          <a:uFillTx/>
                          <a:latin typeface="Segoe UI"/>
                          <a:ea typeface="+mn-ea"/>
                          <a:cs typeface="+mn-cs"/>
                        </a:rPr>
                        <a:t>Text</a:t>
                      </a:r>
                      <a:endParaRPr lang="de-CH" sz="2000" dirty="0"/>
                    </a:p>
                  </a:txBody>
                  <a:tcPr marL="0" marT="154800" marB="180000" anchor="ct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endParaRPr lang="de-CH" sz="2000" dirty="0"/>
                    </a:p>
                  </a:txBody>
                  <a:tcPr marL="0" marR="144000" marT="154800" marB="180000" anchor="ct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endParaRPr lang="de-CH" sz="2000" dirty="0"/>
                    </a:p>
                  </a:txBody>
                  <a:tcPr marL="0" marR="144000" marT="154800" marB="180000" anchor="ct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endParaRPr lang="de-CH" sz="2000" dirty="0"/>
                    </a:p>
                  </a:txBody>
                  <a:tcPr marL="0" marR="144000" marT="154800" marB="180000" anchor="ct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endParaRPr lang="de-CH" sz="2000" dirty="0"/>
                    </a:p>
                  </a:txBody>
                  <a:tcPr marL="0" marR="144000" marT="154800" marB="180000" anchor="ct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3159354369"/>
                  </a:ext>
                </a:extLst>
              </a:tr>
              <a:tr h="419145">
                <a:tc>
                  <a:txBody>
                    <a:bodyPr/>
                    <a:lstStyle/>
                    <a:p>
                      <a:r>
                        <a:rPr kumimoji="0" lang="de-CH" sz="2000" b="0" i="0" u="none" strike="noStrike" kern="1200" cap="none" spc="0" normalizeH="0" baseline="0" noProof="0" dirty="0">
                          <a:ln>
                            <a:noFill/>
                          </a:ln>
                          <a:solidFill>
                            <a:srgbClr val="000000"/>
                          </a:solidFill>
                          <a:effectLst/>
                          <a:uLnTx/>
                          <a:uFillTx/>
                          <a:latin typeface="Segoe UI"/>
                          <a:ea typeface="+mn-ea"/>
                          <a:cs typeface="+mn-cs"/>
                        </a:rPr>
                        <a:t>Text</a:t>
                      </a:r>
                      <a:endParaRPr lang="de-CH" sz="2000" dirty="0"/>
                    </a:p>
                  </a:txBody>
                  <a:tcPr marL="0" marT="154800" marB="180000" anchor="ct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endParaRPr lang="de-CH" sz="2000" dirty="0"/>
                    </a:p>
                  </a:txBody>
                  <a:tcPr marL="0" marR="144000" marT="154800" marB="180000" anchor="ct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endParaRPr lang="de-CH" sz="2000" dirty="0"/>
                    </a:p>
                  </a:txBody>
                  <a:tcPr marL="0" marR="144000" marT="154800" marB="180000" anchor="ct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endParaRPr lang="de-CH" sz="2000" dirty="0"/>
                    </a:p>
                  </a:txBody>
                  <a:tcPr marL="0" marR="144000" marT="154800" marB="180000" anchor="ct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endParaRPr lang="de-CH" sz="2000" dirty="0"/>
                    </a:p>
                  </a:txBody>
                  <a:tcPr marL="0" marR="144000" marT="154800" marB="180000" anchor="ct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3108035080"/>
                  </a:ext>
                </a:extLst>
              </a:tr>
              <a:tr h="419145">
                <a:tc>
                  <a:txBody>
                    <a:bodyPr/>
                    <a:lstStyle/>
                    <a:p>
                      <a:r>
                        <a:rPr kumimoji="0" lang="de-CH" sz="2000" b="0" i="0" u="none" strike="noStrike" kern="1200" cap="none" spc="0" normalizeH="0" baseline="0" noProof="0" dirty="0">
                          <a:ln>
                            <a:noFill/>
                          </a:ln>
                          <a:solidFill>
                            <a:srgbClr val="000000"/>
                          </a:solidFill>
                          <a:effectLst/>
                          <a:uLnTx/>
                          <a:uFillTx/>
                          <a:latin typeface="Segoe UI"/>
                          <a:ea typeface="+mn-ea"/>
                          <a:cs typeface="+mn-cs"/>
                        </a:rPr>
                        <a:t>Text</a:t>
                      </a:r>
                      <a:endParaRPr lang="de-CH" sz="2000" dirty="0"/>
                    </a:p>
                  </a:txBody>
                  <a:tcPr marL="0" marT="154800" marB="180000" anchor="ct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endParaRPr lang="de-CH" sz="2000" dirty="0"/>
                    </a:p>
                  </a:txBody>
                  <a:tcPr marL="0" marR="144000" marT="154800" marB="180000" anchor="ct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endParaRPr lang="de-CH" sz="2000" dirty="0"/>
                    </a:p>
                  </a:txBody>
                  <a:tcPr marL="0" marR="144000" marT="154800" marB="180000" anchor="ct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endParaRPr lang="de-CH" sz="2000" dirty="0"/>
                    </a:p>
                  </a:txBody>
                  <a:tcPr marL="0" marR="144000" marT="154800" marB="180000" anchor="ct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endParaRPr lang="de-CH" sz="2000" dirty="0"/>
                    </a:p>
                  </a:txBody>
                  <a:tcPr marL="0" marR="144000" marT="154800" marB="180000" anchor="ct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1921396688"/>
                  </a:ext>
                </a:extLst>
              </a:tr>
              <a:tr h="419145">
                <a:tc>
                  <a:txBody>
                    <a:bodyPr/>
                    <a:lstStyle/>
                    <a:p>
                      <a:r>
                        <a:rPr kumimoji="0" lang="de-CH" sz="2000" b="0" i="0" u="none" strike="noStrike" kern="1200" cap="none" spc="0" normalizeH="0" baseline="0" noProof="0" dirty="0">
                          <a:ln>
                            <a:noFill/>
                          </a:ln>
                          <a:solidFill>
                            <a:srgbClr val="000000"/>
                          </a:solidFill>
                          <a:effectLst/>
                          <a:uLnTx/>
                          <a:uFillTx/>
                          <a:latin typeface="Segoe UI"/>
                          <a:ea typeface="+mn-ea"/>
                          <a:cs typeface="+mn-cs"/>
                        </a:rPr>
                        <a:t>Text</a:t>
                      </a:r>
                      <a:endParaRPr lang="de-CH" sz="2000" dirty="0"/>
                    </a:p>
                  </a:txBody>
                  <a:tcPr marL="0" marT="154800" marB="180000" anchor="ct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endParaRPr lang="de-CH" sz="2000" dirty="0"/>
                    </a:p>
                  </a:txBody>
                  <a:tcPr marL="0" marR="144000" marT="154800" marB="180000" anchor="ct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endParaRPr lang="de-CH" sz="2000" dirty="0"/>
                    </a:p>
                  </a:txBody>
                  <a:tcPr marL="0" marR="144000" marT="154800" marB="180000" anchor="ct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endParaRPr lang="de-CH" sz="2000" dirty="0"/>
                    </a:p>
                  </a:txBody>
                  <a:tcPr marL="0" marR="144000" marT="154800" marB="180000" anchor="ct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endParaRPr lang="de-CH" sz="2000" dirty="0"/>
                    </a:p>
                  </a:txBody>
                  <a:tcPr marL="0" marR="144000" marT="154800" marB="180000" anchor="ct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716884924"/>
                  </a:ext>
                </a:extLst>
              </a:tr>
              <a:tr h="419145">
                <a:tc>
                  <a:txBody>
                    <a:bodyPr/>
                    <a:lstStyle/>
                    <a:p>
                      <a:r>
                        <a:rPr kumimoji="0" lang="de-CH" sz="2000" b="0" i="0" u="none" strike="noStrike" kern="1200" cap="none" spc="0" normalizeH="0" baseline="0" noProof="0" dirty="0">
                          <a:ln>
                            <a:noFill/>
                          </a:ln>
                          <a:solidFill>
                            <a:srgbClr val="000000"/>
                          </a:solidFill>
                          <a:effectLst/>
                          <a:uLnTx/>
                          <a:uFillTx/>
                          <a:latin typeface="Segoe UI"/>
                          <a:ea typeface="+mn-ea"/>
                          <a:cs typeface="+mn-cs"/>
                        </a:rPr>
                        <a:t>Text</a:t>
                      </a:r>
                      <a:endParaRPr lang="de-CH" sz="2000" dirty="0"/>
                    </a:p>
                  </a:txBody>
                  <a:tcPr marL="0" marT="154800" marB="180000" anchor="ctr">
                    <a:lnT w="6350" cap="flat" cmpd="sng" algn="ctr">
                      <a:solidFill>
                        <a:schemeClr val="accent5"/>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endParaRPr lang="de-CH" sz="2000" dirty="0"/>
                    </a:p>
                  </a:txBody>
                  <a:tcPr marL="0" marR="144000" marT="154800" marB="180000" anchor="ctr">
                    <a:lnT w="6350" cap="flat" cmpd="sng" algn="ctr">
                      <a:solidFill>
                        <a:schemeClr val="accent5"/>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endParaRPr lang="de-CH" sz="2000" dirty="0"/>
                    </a:p>
                  </a:txBody>
                  <a:tcPr marL="0" marR="144000" marT="154800" marB="180000" anchor="ctr">
                    <a:lnT w="6350" cap="flat" cmpd="sng" algn="ctr">
                      <a:solidFill>
                        <a:schemeClr val="accent5"/>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endParaRPr lang="de-CH" sz="2000" dirty="0"/>
                    </a:p>
                  </a:txBody>
                  <a:tcPr marL="0" marR="144000" marT="154800" marB="180000" anchor="ctr">
                    <a:lnT w="6350" cap="flat" cmpd="sng" algn="ctr">
                      <a:solidFill>
                        <a:schemeClr val="accent5"/>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endParaRPr lang="de-CH" sz="2000" dirty="0"/>
                    </a:p>
                  </a:txBody>
                  <a:tcPr marL="0" marR="144000" marT="154800" marB="180000" anchor="ctr">
                    <a:lnT w="6350" cap="flat" cmpd="sng" algn="ctr">
                      <a:solidFill>
                        <a:schemeClr val="accent5"/>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3439333"/>
                  </a:ext>
                </a:extLst>
              </a:tr>
            </a:tbl>
          </a:graphicData>
        </a:graphic>
      </p:graphicFrame>
      <p:sp>
        <p:nvSpPr>
          <p:cNvPr id="4" name="Datumsplatzhalter 3">
            <a:extLst>
              <a:ext uri="{FF2B5EF4-FFF2-40B4-BE49-F238E27FC236}">
                <a16:creationId xmlns:a16="http://schemas.microsoft.com/office/drawing/2014/main" id="{1E74812B-A219-9941-6159-8FBF20218159}"/>
              </a:ext>
            </a:extLst>
          </p:cNvPr>
          <p:cNvSpPr>
            <a:spLocks noGrp="1"/>
          </p:cNvSpPr>
          <p:nvPr>
            <p:ph type="dt" sz="half" idx="10"/>
          </p:nvPr>
        </p:nvSpPr>
        <p:spPr/>
        <p:txBody>
          <a:bodyPr/>
          <a:lstStyle/>
          <a:p>
            <a:fld id="{343E221E-80BA-49E2-97CC-05C592FFF605}" type="datetime4">
              <a:rPr lang="de-CH" smtClean="0"/>
              <a:t>8. Februar 2026</a:t>
            </a:fld>
            <a:endParaRPr lang="de-CH" dirty="0"/>
          </a:p>
        </p:txBody>
      </p:sp>
      <p:sp>
        <p:nvSpPr>
          <p:cNvPr id="5" name="Fußzeilenplatzhalter 4">
            <a:extLst>
              <a:ext uri="{FF2B5EF4-FFF2-40B4-BE49-F238E27FC236}">
                <a16:creationId xmlns:a16="http://schemas.microsoft.com/office/drawing/2014/main" id="{EE50E644-F722-2AB0-6095-3E2728AD1593}"/>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512BEB5F-19DB-CD6E-005A-BCB75EDBEE93}"/>
              </a:ext>
            </a:extLst>
          </p:cNvPr>
          <p:cNvSpPr>
            <a:spLocks noGrp="1"/>
          </p:cNvSpPr>
          <p:nvPr>
            <p:ph type="sldNum" sz="quarter" idx="12"/>
          </p:nvPr>
        </p:nvSpPr>
        <p:spPr/>
        <p:txBody>
          <a:bodyPr/>
          <a:lstStyle/>
          <a:p>
            <a:fld id="{442AD375-037F-43D0-B059-5172DA06796A}" type="slidenum">
              <a:rPr lang="de-CH" smtClean="0"/>
              <a:pPr/>
              <a:t>62</a:t>
            </a:fld>
            <a:endParaRPr lang="de-CH" dirty="0"/>
          </a:p>
        </p:txBody>
      </p:sp>
      <p:grpSp>
        <p:nvGrpSpPr>
          <p:cNvPr id="10" name="Gruppieren 9">
            <a:extLst>
              <a:ext uri="{FF2B5EF4-FFF2-40B4-BE49-F238E27FC236}">
                <a16:creationId xmlns:a16="http://schemas.microsoft.com/office/drawing/2014/main" id="{01D9CF62-6C26-8507-2CFA-DC0BD6A2CE6A}"/>
              </a:ext>
            </a:extLst>
          </p:cNvPr>
          <p:cNvGrpSpPr>
            <a:grpSpLocks noChangeAspect="1"/>
          </p:cNvGrpSpPr>
          <p:nvPr/>
        </p:nvGrpSpPr>
        <p:grpSpPr>
          <a:xfrm>
            <a:off x="7583049" y="3504215"/>
            <a:ext cx="277200" cy="277200"/>
            <a:chOff x="4055049" y="2377316"/>
            <a:chExt cx="277200" cy="277200"/>
          </a:xfrm>
        </p:grpSpPr>
        <p:sp>
          <p:nvSpPr>
            <p:cNvPr id="11" name="Ellipse 10">
              <a:extLst>
                <a:ext uri="{FF2B5EF4-FFF2-40B4-BE49-F238E27FC236}">
                  <a16:creationId xmlns:a16="http://schemas.microsoft.com/office/drawing/2014/main" id="{158A6F3A-3919-AC87-3F36-D3398E3355A7}"/>
                </a:ext>
              </a:extLst>
            </p:cNvPr>
            <p:cNvSpPr>
              <a:spLocks noChangeAspect="1"/>
            </p:cNvSpPr>
            <p:nvPr/>
          </p:nvSpPr>
          <p:spPr>
            <a:xfrm>
              <a:off x="4055049" y="2377316"/>
              <a:ext cx="277200" cy="277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nvGrpSpPr>
            <p:cNvPr id="12" name="Gruppieren 11">
              <a:extLst>
                <a:ext uri="{FF2B5EF4-FFF2-40B4-BE49-F238E27FC236}">
                  <a16:creationId xmlns:a16="http://schemas.microsoft.com/office/drawing/2014/main" id="{75AD25E9-D0C3-09F1-DEA9-2FBAC019EEF1}"/>
                </a:ext>
              </a:extLst>
            </p:cNvPr>
            <p:cNvGrpSpPr/>
            <p:nvPr/>
          </p:nvGrpSpPr>
          <p:grpSpPr>
            <a:xfrm>
              <a:off x="4138880" y="2462338"/>
              <a:ext cx="109538" cy="107156"/>
              <a:chOff x="4137211" y="2465566"/>
              <a:chExt cx="109538" cy="107156"/>
            </a:xfrm>
          </p:grpSpPr>
          <p:cxnSp>
            <p:nvCxnSpPr>
              <p:cNvPr id="13" name="Gerader Verbinder 12">
                <a:extLst>
                  <a:ext uri="{FF2B5EF4-FFF2-40B4-BE49-F238E27FC236}">
                    <a16:creationId xmlns:a16="http://schemas.microsoft.com/office/drawing/2014/main" id="{294FBE49-1943-F0F4-953C-C6459738BFAA}"/>
                  </a:ext>
                </a:extLst>
              </p:cNvPr>
              <p:cNvCxnSpPr>
                <a:cxnSpLocks/>
              </p:cNvCxnSpPr>
              <p:nvPr/>
            </p:nvCxnSpPr>
            <p:spPr>
              <a:xfrm>
                <a:off x="4137211" y="2465566"/>
                <a:ext cx="109538" cy="10715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75FA81C2-81EF-B5E5-545B-8B246738AB86}"/>
                  </a:ext>
                </a:extLst>
              </p:cNvPr>
              <p:cNvCxnSpPr>
                <a:cxnSpLocks/>
              </p:cNvCxnSpPr>
              <p:nvPr/>
            </p:nvCxnSpPr>
            <p:spPr>
              <a:xfrm flipV="1">
                <a:off x="4137211" y="2465566"/>
                <a:ext cx="109538" cy="10715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grpSp>
      <p:grpSp>
        <p:nvGrpSpPr>
          <p:cNvPr id="15" name="Gruppieren 14">
            <a:extLst>
              <a:ext uri="{FF2B5EF4-FFF2-40B4-BE49-F238E27FC236}">
                <a16:creationId xmlns:a16="http://schemas.microsoft.com/office/drawing/2014/main" id="{559C9FB5-699C-1121-0796-6396264D980F}"/>
              </a:ext>
            </a:extLst>
          </p:cNvPr>
          <p:cNvGrpSpPr>
            <a:grpSpLocks noChangeAspect="1"/>
          </p:cNvGrpSpPr>
          <p:nvPr/>
        </p:nvGrpSpPr>
        <p:grpSpPr>
          <a:xfrm>
            <a:off x="8840705" y="4142386"/>
            <a:ext cx="277200" cy="277200"/>
            <a:chOff x="3636800" y="2412312"/>
            <a:chExt cx="277200" cy="277200"/>
          </a:xfrm>
        </p:grpSpPr>
        <p:sp>
          <p:nvSpPr>
            <p:cNvPr id="16" name="Ellipse 15">
              <a:extLst>
                <a:ext uri="{FF2B5EF4-FFF2-40B4-BE49-F238E27FC236}">
                  <a16:creationId xmlns:a16="http://schemas.microsoft.com/office/drawing/2014/main" id="{B8467A58-A356-5203-50E1-2CC2F51BE636}"/>
                </a:ext>
              </a:extLst>
            </p:cNvPr>
            <p:cNvSpPr>
              <a:spLocks noChangeAspect="1"/>
            </p:cNvSpPr>
            <p:nvPr/>
          </p:nvSpPr>
          <p:spPr>
            <a:xfrm>
              <a:off x="3636800" y="2412312"/>
              <a:ext cx="277200" cy="2772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cxnSp>
          <p:nvCxnSpPr>
            <p:cNvPr id="17" name="Gerader Verbinder 16">
              <a:extLst>
                <a:ext uri="{FF2B5EF4-FFF2-40B4-BE49-F238E27FC236}">
                  <a16:creationId xmlns:a16="http://schemas.microsoft.com/office/drawing/2014/main" id="{97E316FB-AB68-A8AC-ABB6-5933C6E3EBCB}"/>
                </a:ext>
              </a:extLst>
            </p:cNvPr>
            <p:cNvCxnSpPr>
              <a:cxnSpLocks/>
            </p:cNvCxnSpPr>
            <p:nvPr/>
          </p:nvCxnSpPr>
          <p:spPr>
            <a:xfrm>
              <a:off x="3694400" y="2550912"/>
              <a:ext cx="16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 name="Gruppieren 17">
            <a:extLst>
              <a:ext uri="{FF2B5EF4-FFF2-40B4-BE49-F238E27FC236}">
                <a16:creationId xmlns:a16="http://schemas.microsoft.com/office/drawing/2014/main" id="{FE953F35-B3B8-4EEE-9DB4-EB0389A1F0B4}"/>
              </a:ext>
            </a:extLst>
          </p:cNvPr>
          <p:cNvGrpSpPr>
            <a:grpSpLocks noChangeAspect="1"/>
          </p:cNvGrpSpPr>
          <p:nvPr/>
        </p:nvGrpSpPr>
        <p:grpSpPr>
          <a:xfrm>
            <a:off x="7583049" y="2227873"/>
            <a:ext cx="277200" cy="277200"/>
            <a:chOff x="3198726" y="2450032"/>
            <a:chExt cx="277200" cy="277200"/>
          </a:xfrm>
        </p:grpSpPr>
        <p:sp>
          <p:nvSpPr>
            <p:cNvPr id="19" name="Ellipse 18">
              <a:extLst>
                <a:ext uri="{FF2B5EF4-FFF2-40B4-BE49-F238E27FC236}">
                  <a16:creationId xmlns:a16="http://schemas.microsoft.com/office/drawing/2014/main" id="{3D1CA31D-7D9E-6E20-6733-0F7B5FE988CB}"/>
                </a:ext>
              </a:extLst>
            </p:cNvPr>
            <p:cNvSpPr>
              <a:spLocks noChangeAspect="1"/>
            </p:cNvSpPr>
            <p:nvPr/>
          </p:nvSpPr>
          <p:spPr>
            <a:xfrm>
              <a:off x="3198726" y="2450032"/>
              <a:ext cx="277200" cy="2772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pic>
          <p:nvPicPr>
            <p:cNvPr id="20" name="Grafik 19">
              <a:extLst>
                <a:ext uri="{FF2B5EF4-FFF2-40B4-BE49-F238E27FC236}">
                  <a16:creationId xmlns:a16="http://schemas.microsoft.com/office/drawing/2014/main" id="{277CC395-6710-8357-89DC-67FA7928ABB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44108" y="2522048"/>
              <a:ext cx="186437" cy="133169"/>
            </a:xfrm>
            <a:prstGeom prst="rect">
              <a:avLst/>
            </a:prstGeom>
          </p:spPr>
        </p:pic>
      </p:grpSp>
      <p:grpSp>
        <p:nvGrpSpPr>
          <p:cNvPr id="21" name="Gruppieren 20">
            <a:extLst>
              <a:ext uri="{FF2B5EF4-FFF2-40B4-BE49-F238E27FC236}">
                <a16:creationId xmlns:a16="http://schemas.microsoft.com/office/drawing/2014/main" id="{587A746A-7844-B98E-0676-69FFE37CC508}"/>
              </a:ext>
            </a:extLst>
          </p:cNvPr>
          <p:cNvGrpSpPr>
            <a:grpSpLocks noChangeAspect="1"/>
          </p:cNvGrpSpPr>
          <p:nvPr/>
        </p:nvGrpSpPr>
        <p:grpSpPr>
          <a:xfrm>
            <a:off x="7583049" y="4142386"/>
            <a:ext cx="277200" cy="277200"/>
            <a:chOff x="4055049" y="2377316"/>
            <a:chExt cx="277200" cy="277200"/>
          </a:xfrm>
        </p:grpSpPr>
        <p:sp>
          <p:nvSpPr>
            <p:cNvPr id="22" name="Ellipse 21">
              <a:extLst>
                <a:ext uri="{FF2B5EF4-FFF2-40B4-BE49-F238E27FC236}">
                  <a16:creationId xmlns:a16="http://schemas.microsoft.com/office/drawing/2014/main" id="{3FB2C565-37F9-9A87-6CE4-E72F913F981E}"/>
                </a:ext>
              </a:extLst>
            </p:cNvPr>
            <p:cNvSpPr>
              <a:spLocks noChangeAspect="1"/>
            </p:cNvSpPr>
            <p:nvPr/>
          </p:nvSpPr>
          <p:spPr>
            <a:xfrm>
              <a:off x="4055049" y="2377316"/>
              <a:ext cx="277200" cy="277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nvGrpSpPr>
            <p:cNvPr id="23" name="Gruppieren 22">
              <a:extLst>
                <a:ext uri="{FF2B5EF4-FFF2-40B4-BE49-F238E27FC236}">
                  <a16:creationId xmlns:a16="http://schemas.microsoft.com/office/drawing/2014/main" id="{0E8BF1B1-5A43-5BE3-AD80-895AA56F2BCF}"/>
                </a:ext>
              </a:extLst>
            </p:cNvPr>
            <p:cNvGrpSpPr/>
            <p:nvPr/>
          </p:nvGrpSpPr>
          <p:grpSpPr>
            <a:xfrm>
              <a:off x="4138880" y="2462338"/>
              <a:ext cx="109538" cy="107156"/>
              <a:chOff x="4137211" y="2465566"/>
              <a:chExt cx="109538" cy="107156"/>
            </a:xfrm>
          </p:grpSpPr>
          <p:cxnSp>
            <p:nvCxnSpPr>
              <p:cNvPr id="24" name="Gerader Verbinder 23">
                <a:extLst>
                  <a:ext uri="{FF2B5EF4-FFF2-40B4-BE49-F238E27FC236}">
                    <a16:creationId xmlns:a16="http://schemas.microsoft.com/office/drawing/2014/main" id="{54695BB4-8DC2-4797-76BD-A322C9852A77}"/>
                  </a:ext>
                </a:extLst>
              </p:cNvPr>
              <p:cNvCxnSpPr>
                <a:cxnSpLocks/>
              </p:cNvCxnSpPr>
              <p:nvPr/>
            </p:nvCxnSpPr>
            <p:spPr>
              <a:xfrm>
                <a:off x="4137211" y="2465566"/>
                <a:ext cx="109538" cy="10715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9351267A-ED49-B04A-D90B-FA098FEF59E2}"/>
                  </a:ext>
                </a:extLst>
              </p:cNvPr>
              <p:cNvCxnSpPr>
                <a:cxnSpLocks/>
              </p:cNvCxnSpPr>
              <p:nvPr/>
            </p:nvCxnSpPr>
            <p:spPr>
              <a:xfrm flipV="1">
                <a:off x="4137211" y="2465566"/>
                <a:ext cx="109538" cy="10715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grpSp>
      <p:grpSp>
        <p:nvGrpSpPr>
          <p:cNvPr id="26" name="Gruppieren 25">
            <a:extLst>
              <a:ext uri="{FF2B5EF4-FFF2-40B4-BE49-F238E27FC236}">
                <a16:creationId xmlns:a16="http://schemas.microsoft.com/office/drawing/2014/main" id="{C757B0F3-B291-FD72-C70E-F01F2F915423}"/>
              </a:ext>
            </a:extLst>
          </p:cNvPr>
          <p:cNvGrpSpPr>
            <a:grpSpLocks noChangeAspect="1"/>
          </p:cNvGrpSpPr>
          <p:nvPr/>
        </p:nvGrpSpPr>
        <p:grpSpPr>
          <a:xfrm>
            <a:off x="8840705" y="2866044"/>
            <a:ext cx="277200" cy="277200"/>
            <a:chOff x="4055049" y="2377316"/>
            <a:chExt cx="277200" cy="277200"/>
          </a:xfrm>
        </p:grpSpPr>
        <p:sp>
          <p:nvSpPr>
            <p:cNvPr id="27" name="Ellipse 26">
              <a:extLst>
                <a:ext uri="{FF2B5EF4-FFF2-40B4-BE49-F238E27FC236}">
                  <a16:creationId xmlns:a16="http://schemas.microsoft.com/office/drawing/2014/main" id="{39234E6C-6AF0-C9FA-C36D-3C889F49E387}"/>
                </a:ext>
              </a:extLst>
            </p:cNvPr>
            <p:cNvSpPr>
              <a:spLocks noChangeAspect="1"/>
            </p:cNvSpPr>
            <p:nvPr/>
          </p:nvSpPr>
          <p:spPr>
            <a:xfrm>
              <a:off x="4055049" y="2377316"/>
              <a:ext cx="277200" cy="277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nvGrpSpPr>
            <p:cNvPr id="28" name="Gruppieren 27">
              <a:extLst>
                <a:ext uri="{FF2B5EF4-FFF2-40B4-BE49-F238E27FC236}">
                  <a16:creationId xmlns:a16="http://schemas.microsoft.com/office/drawing/2014/main" id="{8FDFEFF7-FA8B-1B7D-D951-CE76DBB219B7}"/>
                </a:ext>
              </a:extLst>
            </p:cNvPr>
            <p:cNvGrpSpPr/>
            <p:nvPr/>
          </p:nvGrpSpPr>
          <p:grpSpPr>
            <a:xfrm>
              <a:off x="4138880" y="2462338"/>
              <a:ext cx="109538" cy="107156"/>
              <a:chOff x="4137211" y="2465566"/>
              <a:chExt cx="109538" cy="107156"/>
            </a:xfrm>
          </p:grpSpPr>
          <p:cxnSp>
            <p:nvCxnSpPr>
              <p:cNvPr id="29" name="Gerader Verbinder 28">
                <a:extLst>
                  <a:ext uri="{FF2B5EF4-FFF2-40B4-BE49-F238E27FC236}">
                    <a16:creationId xmlns:a16="http://schemas.microsoft.com/office/drawing/2014/main" id="{A609EED9-35AE-9575-C43E-016944B91E18}"/>
                  </a:ext>
                </a:extLst>
              </p:cNvPr>
              <p:cNvCxnSpPr>
                <a:cxnSpLocks/>
              </p:cNvCxnSpPr>
              <p:nvPr/>
            </p:nvCxnSpPr>
            <p:spPr>
              <a:xfrm>
                <a:off x="4137211" y="2465566"/>
                <a:ext cx="109538" cy="10715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2CC0812F-06C8-2CC2-0D6E-2BD57329F17B}"/>
                  </a:ext>
                </a:extLst>
              </p:cNvPr>
              <p:cNvCxnSpPr>
                <a:cxnSpLocks/>
              </p:cNvCxnSpPr>
              <p:nvPr/>
            </p:nvCxnSpPr>
            <p:spPr>
              <a:xfrm flipV="1">
                <a:off x="4137211" y="2465566"/>
                <a:ext cx="109538" cy="10715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grpSp>
      <p:grpSp>
        <p:nvGrpSpPr>
          <p:cNvPr id="31" name="Gruppieren 30">
            <a:extLst>
              <a:ext uri="{FF2B5EF4-FFF2-40B4-BE49-F238E27FC236}">
                <a16:creationId xmlns:a16="http://schemas.microsoft.com/office/drawing/2014/main" id="{37DBA306-AD21-5444-A948-0B534DA7155B}"/>
              </a:ext>
            </a:extLst>
          </p:cNvPr>
          <p:cNvGrpSpPr>
            <a:grpSpLocks noChangeAspect="1"/>
          </p:cNvGrpSpPr>
          <p:nvPr/>
        </p:nvGrpSpPr>
        <p:grpSpPr>
          <a:xfrm>
            <a:off x="10098361" y="2866044"/>
            <a:ext cx="277200" cy="277200"/>
            <a:chOff x="4055049" y="2377316"/>
            <a:chExt cx="277200" cy="277200"/>
          </a:xfrm>
        </p:grpSpPr>
        <p:sp>
          <p:nvSpPr>
            <p:cNvPr id="32" name="Ellipse 31">
              <a:extLst>
                <a:ext uri="{FF2B5EF4-FFF2-40B4-BE49-F238E27FC236}">
                  <a16:creationId xmlns:a16="http://schemas.microsoft.com/office/drawing/2014/main" id="{11ECC530-BD4F-4236-E877-232B67555FD8}"/>
                </a:ext>
              </a:extLst>
            </p:cNvPr>
            <p:cNvSpPr>
              <a:spLocks noChangeAspect="1"/>
            </p:cNvSpPr>
            <p:nvPr/>
          </p:nvSpPr>
          <p:spPr>
            <a:xfrm>
              <a:off x="4055049" y="2377316"/>
              <a:ext cx="277200" cy="277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nvGrpSpPr>
            <p:cNvPr id="33" name="Gruppieren 32">
              <a:extLst>
                <a:ext uri="{FF2B5EF4-FFF2-40B4-BE49-F238E27FC236}">
                  <a16:creationId xmlns:a16="http://schemas.microsoft.com/office/drawing/2014/main" id="{A3785762-855D-8132-D060-BF9D40AF9BB2}"/>
                </a:ext>
              </a:extLst>
            </p:cNvPr>
            <p:cNvGrpSpPr/>
            <p:nvPr/>
          </p:nvGrpSpPr>
          <p:grpSpPr>
            <a:xfrm>
              <a:off x="4138880" y="2462338"/>
              <a:ext cx="109538" cy="107156"/>
              <a:chOff x="4137211" y="2465566"/>
              <a:chExt cx="109538" cy="107156"/>
            </a:xfrm>
          </p:grpSpPr>
          <p:cxnSp>
            <p:nvCxnSpPr>
              <p:cNvPr id="34" name="Gerader Verbinder 33">
                <a:extLst>
                  <a:ext uri="{FF2B5EF4-FFF2-40B4-BE49-F238E27FC236}">
                    <a16:creationId xmlns:a16="http://schemas.microsoft.com/office/drawing/2014/main" id="{1A51D2B2-2343-7F9D-395D-EB8E4BD74F67}"/>
                  </a:ext>
                </a:extLst>
              </p:cNvPr>
              <p:cNvCxnSpPr>
                <a:cxnSpLocks/>
              </p:cNvCxnSpPr>
              <p:nvPr/>
            </p:nvCxnSpPr>
            <p:spPr>
              <a:xfrm>
                <a:off x="4137211" y="2465566"/>
                <a:ext cx="109538" cy="10715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1D1E39F1-FC10-5889-0A58-1E53C44610E1}"/>
                  </a:ext>
                </a:extLst>
              </p:cNvPr>
              <p:cNvCxnSpPr>
                <a:cxnSpLocks/>
              </p:cNvCxnSpPr>
              <p:nvPr/>
            </p:nvCxnSpPr>
            <p:spPr>
              <a:xfrm flipV="1">
                <a:off x="4137211" y="2465566"/>
                <a:ext cx="109538" cy="10715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grpSp>
      <p:grpSp>
        <p:nvGrpSpPr>
          <p:cNvPr id="36" name="Gruppieren 35">
            <a:extLst>
              <a:ext uri="{FF2B5EF4-FFF2-40B4-BE49-F238E27FC236}">
                <a16:creationId xmlns:a16="http://schemas.microsoft.com/office/drawing/2014/main" id="{0D75BD4A-4FED-FF41-6019-CE9EA728621E}"/>
              </a:ext>
            </a:extLst>
          </p:cNvPr>
          <p:cNvGrpSpPr>
            <a:grpSpLocks noChangeAspect="1"/>
          </p:cNvGrpSpPr>
          <p:nvPr/>
        </p:nvGrpSpPr>
        <p:grpSpPr>
          <a:xfrm>
            <a:off x="10098361" y="2227873"/>
            <a:ext cx="277200" cy="277200"/>
            <a:chOff x="4055049" y="2377316"/>
            <a:chExt cx="277200" cy="277200"/>
          </a:xfrm>
        </p:grpSpPr>
        <p:sp>
          <p:nvSpPr>
            <p:cNvPr id="37" name="Ellipse 36">
              <a:extLst>
                <a:ext uri="{FF2B5EF4-FFF2-40B4-BE49-F238E27FC236}">
                  <a16:creationId xmlns:a16="http://schemas.microsoft.com/office/drawing/2014/main" id="{40F578AF-F3FA-99B7-FDDF-BC9EABF6E31D}"/>
                </a:ext>
              </a:extLst>
            </p:cNvPr>
            <p:cNvSpPr>
              <a:spLocks noChangeAspect="1"/>
            </p:cNvSpPr>
            <p:nvPr/>
          </p:nvSpPr>
          <p:spPr>
            <a:xfrm>
              <a:off x="4055049" y="2377316"/>
              <a:ext cx="277200" cy="277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nvGrpSpPr>
            <p:cNvPr id="38" name="Gruppieren 37">
              <a:extLst>
                <a:ext uri="{FF2B5EF4-FFF2-40B4-BE49-F238E27FC236}">
                  <a16:creationId xmlns:a16="http://schemas.microsoft.com/office/drawing/2014/main" id="{5D60DBB9-DE39-F843-A45C-B2BB27183259}"/>
                </a:ext>
              </a:extLst>
            </p:cNvPr>
            <p:cNvGrpSpPr/>
            <p:nvPr/>
          </p:nvGrpSpPr>
          <p:grpSpPr>
            <a:xfrm>
              <a:off x="4138880" y="2462338"/>
              <a:ext cx="109538" cy="107156"/>
              <a:chOff x="4137211" y="2465566"/>
              <a:chExt cx="109538" cy="107156"/>
            </a:xfrm>
          </p:grpSpPr>
          <p:cxnSp>
            <p:nvCxnSpPr>
              <p:cNvPr id="39" name="Gerader Verbinder 38">
                <a:extLst>
                  <a:ext uri="{FF2B5EF4-FFF2-40B4-BE49-F238E27FC236}">
                    <a16:creationId xmlns:a16="http://schemas.microsoft.com/office/drawing/2014/main" id="{90121383-80FB-2F6B-5C7D-A2825C59ACB7}"/>
                  </a:ext>
                </a:extLst>
              </p:cNvPr>
              <p:cNvCxnSpPr>
                <a:cxnSpLocks/>
              </p:cNvCxnSpPr>
              <p:nvPr/>
            </p:nvCxnSpPr>
            <p:spPr>
              <a:xfrm>
                <a:off x="4137211" y="2465566"/>
                <a:ext cx="109538" cy="10715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0" name="Gerader Verbinder 39">
                <a:extLst>
                  <a:ext uri="{FF2B5EF4-FFF2-40B4-BE49-F238E27FC236}">
                    <a16:creationId xmlns:a16="http://schemas.microsoft.com/office/drawing/2014/main" id="{8ABF65D6-FF2B-4D81-CB52-C65F44EDF641}"/>
                  </a:ext>
                </a:extLst>
              </p:cNvPr>
              <p:cNvCxnSpPr>
                <a:cxnSpLocks/>
              </p:cNvCxnSpPr>
              <p:nvPr/>
            </p:nvCxnSpPr>
            <p:spPr>
              <a:xfrm flipV="1">
                <a:off x="4137211" y="2465566"/>
                <a:ext cx="109538" cy="10715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grpSp>
      <p:grpSp>
        <p:nvGrpSpPr>
          <p:cNvPr id="41" name="Gruppieren 40">
            <a:extLst>
              <a:ext uri="{FF2B5EF4-FFF2-40B4-BE49-F238E27FC236}">
                <a16:creationId xmlns:a16="http://schemas.microsoft.com/office/drawing/2014/main" id="{54037A87-878A-A035-528F-BF06EE9118B1}"/>
              </a:ext>
            </a:extLst>
          </p:cNvPr>
          <p:cNvGrpSpPr>
            <a:grpSpLocks noChangeAspect="1"/>
          </p:cNvGrpSpPr>
          <p:nvPr/>
        </p:nvGrpSpPr>
        <p:grpSpPr>
          <a:xfrm>
            <a:off x="11356017" y="2866044"/>
            <a:ext cx="277200" cy="277200"/>
            <a:chOff x="4055049" y="2377316"/>
            <a:chExt cx="277200" cy="277200"/>
          </a:xfrm>
        </p:grpSpPr>
        <p:sp>
          <p:nvSpPr>
            <p:cNvPr id="42" name="Ellipse 41">
              <a:extLst>
                <a:ext uri="{FF2B5EF4-FFF2-40B4-BE49-F238E27FC236}">
                  <a16:creationId xmlns:a16="http://schemas.microsoft.com/office/drawing/2014/main" id="{798ACDCA-9ED6-C935-52E3-B47203C73926}"/>
                </a:ext>
              </a:extLst>
            </p:cNvPr>
            <p:cNvSpPr>
              <a:spLocks noChangeAspect="1"/>
            </p:cNvSpPr>
            <p:nvPr/>
          </p:nvSpPr>
          <p:spPr>
            <a:xfrm>
              <a:off x="4055049" y="2377316"/>
              <a:ext cx="277200" cy="277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nvGrpSpPr>
            <p:cNvPr id="43" name="Gruppieren 42">
              <a:extLst>
                <a:ext uri="{FF2B5EF4-FFF2-40B4-BE49-F238E27FC236}">
                  <a16:creationId xmlns:a16="http://schemas.microsoft.com/office/drawing/2014/main" id="{86DB146A-247A-4C2D-C2F7-8F0E7A209BE3}"/>
                </a:ext>
              </a:extLst>
            </p:cNvPr>
            <p:cNvGrpSpPr/>
            <p:nvPr/>
          </p:nvGrpSpPr>
          <p:grpSpPr>
            <a:xfrm>
              <a:off x="4138880" y="2462338"/>
              <a:ext cx="109538" cy="107156"/>
              <a:chOff x="4137211" y="2465566"/>
              <a:chExt cx="109538" cy="107156"/>
            </a:xfrm>
          </p:grpSpPr>
          <p:cxnSp>
            <p:nvCxnSpPr>
              <p:cNvPr id="44" name="Gerader Verbinder 43">
                <a:extLst>
                  <a:ext uri="{FF2B5EF4-FFF2-40B4-BE49-F238E27FC236}">
                    <a16:creationId xmlns:a16="http://schemas.microsoft.com/office/drawing/2014/main" id="{2FBF28B6-A1E1-53F3-F9D4-720B2C8A08AF}"/>
                  </a:ext>
                </a:extLst>
              </p:cNvPr>
              <p:cNvCxnSpPr>
                <a:cxnSpLocks/>
              </p:cNvCxnSpPr>
              <p:nvPr/>
            </p:nvCxnSpPr>
            <p:spPr>
              <a:xfrm>
                <a:off x="4137211" y="2465566"/>
                <a:ext cx="109538" cy="10715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5" name="Gerader Verbinder 44">
                <a:extLst>
                  <a:ext uri="{FF2B5EF4-FFF2-40B4-BE49-F238E27FC236}">
                    <a16:creationId xmlns:a16="http://schemas.microsoft.com/office/drawing/2014/main" id="{CFF1853D-636B-D84C-9D50-46400EECCD7C}"/>
                  </a:ext>
                </a:extLst>
              </p:cNvPr>
              <p:cNvCxnSpPr>
                <a:cxnSpLocks/>
              </p:cNvCxnSpPr>
              <p:nvPr/>
            </p:nvCxnSpPr>
            <p:spPr>
              <a:xfrm flipV="1">
                <a:off x="4137211" y="2465566"/>
                <a:ext cx="109538" cy="10715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grpSp>
      <p:grpSp>
        <p:nvGrpSpPr>
          <p:cNvPr id="46" name="Gruppieren 45">
            <a:extLst>
              <a:ext uri="{FF2B5EF4-FFF2-40B4-BE49-F238E27FC236}">
                <a16:creationId xmlns:a16="http://schemas.microsoft.com/office/drawing/2014/main" id="{66657B5B-E2B2-17B4-96C1-1CFE1D5F57BF}"/>
              </a:ext>
            </a:extLst>
          </p:cNvPr>
          <p:cNvGrpSpPr>
            <a:grpSpLocks noChangeAspect="1"/>
          </p:cNvGrpSpPr>
          <p:nvPr/>
        </p:nvGrpSpPr>
        <p:grpSpPr>
          <a:xfrm>
            <a:off x="11356017" y="5418726"/>
            <a:ext cx="277200" cy="277200"/>
            <a:chOff x="4055049" y="2377316"/>
            <a:chExt cx="277200" cy="277200"/>
          </a:xfrm>
        </p:grpSpPr>
        <p:sp>
          <p:nvSpPr>
            <p:cNvPr id="47" name="Ellipse 46">
              <a:extLst>
                <a:ext uri="{FF2B5EF4-FFF2-40B4-BE49-F238E27FC236}">
                  <a16:creationId xmlns:a16="http://schemas.microsoft.com/office/drawing/2014/main" id="{AE95603A-5D6F-3F23-A0E7-7F55BCB3D2E3}"/>
                </a:ext>
              </a:extLst>
            </p:cNvPr>
            <p:cNvSpPr>
              <a:spLocks noChangeAspect="1"/>
            </p:cNvSpPr>
            <p:nvPr/>
          </p:nvSpPr>
          <p:spPr>
            <a:xfrm>
              <a:off x="4055049" y="2377316"/>
              <a:ext cx="277200" cy="277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nvGrpSpPr>
            <p:cNvPr id="48" name="Gruppieren 47">
              <a:extLst>
                <a:ext uri="{FF2B5EF4-FFF2-40B4-BE49-F238E27FC236}">
                  <a16:creationId xmlns:a16="http://schemas.microsoft.com/office/drawing/2014/main" id="{EEB74EF3-19F8-BB70-B68D-0947631FC31E}"/>
                </a:ext>
              </a:extLst>
            </p:cNvPr>
            <p:cNvGrpSpPr/>
            <p:nvPr/>
          </p:nvGrpSpPr>
          <p:grpSpPr>
            <a:xfrm>
              <a:off x="4138880" y="2462338"/>
              <a:ext cx="109538" cy="107156"/>
              <a:chOff x="4137211" y="2465566"/>
              <a:chExt cx="109538" cy="107156"/>
            </a:xfrm>
          </p:grpSpPr>
          <p:cxnSp>
            <p:nvCxnSpPr>
              <p:cNvPr id="49" name="Gerader Verbinder 48">
                <a:extLst>
                  <a:ext uri="{FF2B5EF4-FFF2-40B4-BE49-F238E27FC236}">
                    <a16:creationId xmlns:a16="http://schemas.microsoft.com/office/drawing/2014/main" id="{71557C79-CCC5-3E8E-B404-9A51D8DA200D}"/>
                  </a:ext>
                </a:extLst>
              </p:cNvPr>
              <p:cNvCxnSpPr>
                <a:cxnSpLocks/>
              </p:cNvCxnSpPr>
              <p:nvPr/>
            </p:nvCxnSpPr>
            <p:spPr>
              <a:xfrm>
                <a:off x="4137211" y="2465566"/>
                <a:ext cx="109538" cy="10715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0" name="Gerader Verbinder 49">
                <a:extLst>
                  <a:ext uri="{FF2B5EF4-FFF2-40B4-BE49-F238E27FC236}">
                    <a16:creationId xmlns:a16="http://schemas.microsoft.com/office/drawing/2014/main" id="{DF770A41-7C9B-7BC7-6028-05DF0B434845}"/>
                  </a:ext>
                </a:extLst>
              </p:cNvPr>
              <p:cNvCxnSpPr>
                <a:cxnSpLocks/>
              </p:cNvCxnSpPr>
              <p:nvPr/>
            </p:nvCxnSpPr>
            <p:spPr>
              <a:xfrm flipV="1">
                <a:off x="4137211" y="2465566"/>
                <a:ext cx="109538" cy="10715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grpSp>
      <p:grpSp>
        <p:nvGrpSpPr>
          <p:cNvPr id="51" name="Gruppieren 50">
            <a:extLst>
              <a:ext uri="{FF2B5EF4-FFF2-40B4-BE49-F238E27FC236}">
                <a16:creationId xmlns:a16="http://schemas.microsoft.com/office/drawing/2014/main" id="{AC0523E1-5956-02DD-E311-66EA682CE135}"/>
              </a:ext>
            </a:extLst>
          </p:cNvPr>
          <p:cNvGrpSpPr>
            <a:grpSpLocks noChangeAspect="1"/>
          </p:cNvGrpSpPr>
          <p:nvPr/>
        </p:nvGrpSpPr>
        <p:grpSpPr>
          <a:xfrm>
            <a:off x="10098361" y="5418726"/>
            <a:ext cx="277200" cy="277200"/>
            <a:chOff x="4055049" y="2377316"/>
            <a:chExt cx="277200" cy="277200"/>
          </a:xfrm>
        </p:grpSpPr>
        <p:sp>
          <p:nvSpPr>
            <p:cNvPr id="52" name="Ellipse 51">
              <a:extLst>
                <a:ext uri="{FF2B5EF4-FFF2-40B4-BE49-F238E27FC236}">
                  <a16:creationId xmlns:a16="http://schemas.microsoft.com/office/drawing/2014/main" id="{028D1EBC-7C1A-3631-099D-CAE41569D42F}"/>
                </a:ext>
              </a:extLst>
            </p:cNvPr>
            <p:cNvSpPr>
              <a:spLocks noChangeAspect="1"/>
            </p:cNvSpPr>
            <p:nvPr/>
          </p:nvSpPr>
          <p:spPr>
            <a:xfrm>
              <a:off x="4055049" y="2377316"/>
              <a:ext cx="277200" cy="277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nvGrpSpPr>
            <p:cNvPr id="53" name="Gruppieren 52">
              <a:extLst>
                <a:ext uri="{FF2B5EF4-FFF2-40B4-BE49-F238E27FC236}">
                  <a16:creationId xmlns:a16="http://schemas.microsoft.com/office/drawing/2014/main" id="{32C23B3A-8CBA-1EAA-A9B9-9D43A82C78BC}"/>
                </a:ext>
              </a:extLst>
            </p:cNvPr>
            <p:cNvGrpSpPr/>
            <p:nvPr/>
          </p:nvGrpSpPr>
          <p:grpSpPr>
            <a:xfrm>
              <a:off x="4138880" y="2462338"/>
              <a:ext cx="109538" cy="107156"/>
              <a:chOff x="4137211" y="2465566"/>
              <a:chExt cx="109538" cy="107156"/>
            </a:xfrm>
          </p:grpSpPr>
          <p:cxnSp>
            <p:nvCxnSpPr>
              <p:cNvPr id="54" name="Gerader Verbinder 53">
                <a:extLst>
                  <a:ext uri="{FF2B5EF4-FFF2-40B4-BE49-F238E27FC236}">
                    <a16:creationId xmlns:a16="http://schemas.microsoft.com/office/drawing/2014/main" id="{BA143C68-5932-F068-533B-3F3CFA7FA37A}"/>
                  </a:ext>
                </a:extLst>
              </p:cNvPr>
              <p:cNvCxnSpPr>
                <a:cxnSpLocks/>
              </p:cNvCxnSpPr>
              <p:nvPr/>
            </p:nvCxnSpPr>
            <p:spPr>
              <a:xfrm>
                <a:off x="4137211" y="2465566"/>
                <a:ext cx="109538" cy="10715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5" name="Gerader Verbinder 54">
                <a:extLst>
                  <a:ext uri="{FF2B5EF4-FFF2-40B4-BE49-F238E27FC236}">
                    <a16:creationId xmlns:a16="http://schemas.microsoft.com/office/drawing/2014/main" id="{11C0175E-1179-26A6-3861-AB0E9908D845}"/>
                  </a:ext>
                </a:extLst>
              </p:cNvPr>
              <p:cNvCxnSpPr>
                <a:cxnSpLocks/>
              </p:cNvCxnSpPr>
              <p:nvPr/>
            </p:nvCxnSpPr>
            <p:spPr>
              <a:xfrm flipV="1">
                <a:off x="4137211" y="2465566"/>
                <a:ext cx="109538" cy="10715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grpSp>
      <p:grpSp>
        <p:nvGrpSpPr>
          <p:cNvPr id="56" name="Gruppieren 55">
            <a:extLst>
              <a:ext uri="{FF2B5EF4-FFF2-40B4-BE49-F238E27FC236}">
                <a16:creationId xmlns:a16="http://schemas.microsoft.com/office/drawing/2014/main" id="{2F6B20EC-10B1-D8BD-33DC-0ACEDF14F566}"/>
              </a:ext>
            </a:extLst>
          </p:cNvPr>
          <p:cNvGrpSpPr>
            <a:grpSpLocks noChangeAspect="1"/>
          </p:cNvGrpSpPr>
          <p:nvPr/>
        </p:nvGrpSpPr>
        <p:grpSpPr>
          <a:xfrm>
            <a:off x="8840705" y="4780557"/>
            <a:ext cx="277200" cy="277200"/>
            <a:chOff x="4055049" y="2377316"/>
            <a:chExt cx="277200" cy="277200"/>
          </a:xfrm>
        </p:grpSpPr>
        <p:sp>
          <p:nvSpPr>
            <p:cNvPr id="57" name="Ellipse 56">
              <a:extLst>
                <a:ext uri="{FF2B5EF4-FFF2-40B4-BE49-F238E27FC236}">
                  <a16:creationId xmlns:a16="http://schemas.microsoft.com/office/drawing/2014/main" id="{472AB2B7-5648-D8E4-36F3-4C12DF28B1FB}"/>
                </a:ext>
              </a:extLst>
            </p:cNvPr>
            <p:cNvSpPr>
              <a:spLocks noChangeAspect="1"/>
            </p:cNvSpPr>
            <p:nvPr/>
          </p:nvSpPr>
          <p:spPr>
            <a:xfrm>
              <a:off x="4055049" y="2377316"/>
              <a:ext cx="277200" cy="277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nvGrpSpPr>
            <p:cNvPr id="58" name="Gruppieren 57">
              <a:extLst>
                <a:ext uri="{FF2B5EF4-FFF2-40B4-BE49-F238E27FC236}">
                  <a16:creationId xmlns:a16="http://schemas.microsoft.com/office/drawing/2014/main" id="{470CFDFF-45D8-4C35-1F87-FDF3134C4B08}"/>
                </a:ext>
              </a:extLst>
            </p:cNvPr>
            <p:cNvGrpSpPr/>
            <p:nvPr/>
          </p:nvGrpSpPr>
          <p:grpSpPr>
            <a:xfrm>
              <a:off x="4138880" y="2462338"/>
              <a:ext cx="109538" cy="107156"/>
              <a:chOff x="4137211" y="2465566"/>
              <a:chExt cx="109538" cy="107156"/>
            </a:xfrm>
          </p:grpSpPr>
          <p:cxnSp>
            <p:nvCxnSpPr>
              <p:cNvPr id="59" name="Gerader Verbinder 58">
                <a:extLst>
                  <a:ext uri="{FF2B5EF4-FFF2-40B4-BE49-F238E27FC236}">
                    <a16:creationId xmlns:a16="http://schemas.microsoft.com/office/drawing/2014/main" id="{25D6CF3E-8DDC-0E73-7E60-E938743D0392}"/>
                  </a:ext>
                </a:extLst>
              </p:cNvPr>
              <p:cNvCxnSpPr>
                <a:cxnSpLocks/>
              </p:cNvCxnSpPr>
              <p:nvPr/>
            </p:nvCxnSpPr>
            <p:spPr>
              <a:xfrm>
                <a:off x="4137211" y="2465566"/>
                <a:ext cx="109538" cy="10715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B2461B91-74AE-C24E-EFA0-E6DFBCFD177B}"/>
                  </a:ext>
                </a:extLst>
              </p:cNvPr>
              <p:cNvCxnSpPr>
                <a:cxnSpLocks/>
              </p:cNvCxnSpPr>
              <p:nvPr/>
            </p:nvCxnSpPr>
            <p:spPr>
              <a:xfrm flipV="1">
                <a:off x="4137211" y="2465566"/>
                <a:ext cx="109538" cy="10715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grpSp>
      <p:grpSp>
        <p:nvGrpSpPr>
          <p:cNvPr id="61" name="Gruppieren 60">
            <a:extLst>
              <a:ext uri="{FF2B5EF4-FFF2-40B4-BE49-F238E27FC236}">
                <a16:creationId xmlns:a16="http://schemas.microsoft.com/office/drawing/2014/main" id="{3BA28DC4-3199-1E76-245B-3CA09B2309AC}"/>
              </a:ext>
            </a:extLst>
          </p:cNvPr>
          <p:cNvGrpSpPr>
            <a:grpSpLocks noChangeAspect="1"/>
          </p:cNvGrpSpPr>
          <p:nvPr/>
        </p:nvGrpSpPr>
        <p:grpSpPr>
          <a:xfrm>
            <a:off x="11356017" y="4142386"/>
            <a:ext cx="277200" cy="277200"/>
            <a:chOff x="3636800" y="2412312"/>
            <a:chExt cx="277200" cy="277200"/>
          </a:xfrm>
        </p:grpSpPr>
        <p:sp>
          <p:nvSpPr>
            <p:cNvPr id="62" name="Ellipse 61">
              <a:extLst>
                <a:ext uri="{FF2B5EF4-FFF2-40B4-BE49-F238E27FC236}">
                  <a16:creationId xmlns:a16="http://schemas.microsoft.com/office/drawing/2014/main" id="{00427FC9-9C46-F51A-12AD-9CD0747C6D98}"/>
                </a:ext>
              </a:extLst>
            </p:cNvPr>
            <p:cNvSpPr>
              <a:spLocks noChangeAspect="1"/>
            </p:cNvSpPr>
            <p:nvPr/>
          </p:nvSpPr>
          <p:spPr>
            <a:xfrm>
              <a:off x="3636800" y="2412312"/>
              <a:ext cx="277200" cy="2772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cxnSp>
          <p:nvCxnSpPr>
            <p:cNvPr id="63" name="Gerader Verbinder 62">
              <a:extLst>
                <a:ext uri="{FF2B5EF4-FFF2-40B4-BE49-F238E27FC236}">
                  <a16:creationId xmlns:a16="http://schemas.microsoft.com/office/drawing/2014/main" id="{1DA7735A-8489-0F4C-B8FC-BF7AF7EF120E}"/>
                </a:ext>
              </a:extLst>
            </p:cNvPr>
            <p:cNvCxnSpPr>
              <a:cxnSpLocks/>
            </p:cNvCxnSpPr>
            <p:nvPr/>
          </p:nvCxnSpPr>
          <p:spPr>
            <a:xfrm>
              <a:off x="3694400" y="2550912"/>
              <a:ext cx="16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4" name="Gruppieren 63">
            <a:extLst>
              <a:ext uri="{FF2B5EF4-FFF2-40B4-BE49-F238E27FC236}">
                <a16:creationId xmlns:a16="http://schemas.microsoft.com/office/drawing/2014/main" id="{2C13722A-9755-AD95-9977-1A6FA2A9D0FE}"/>
              </a:ext>
            </a:extLst>
          </p:cNvPr>
          <p:cNvGrpSpPr>
            <a:grpSpLocks noChangeAspect="1"/>
          </p:cNvGrpSpPr>
          <p:nvPr/>
        </p:nvGrpSpPr>
        <p:grpSpPr>
          <a:xfrm>
            <a:off x="11356017" y="4780557"/>
            <a:ext cx="277200" cy="277200"/>
            <a:chOff x="3636800" y="2412312"/>
            <a:chExt cx="277200" cy="277200"/>
          </a:xfrm>
        </p:grpSpPr>
        <p:sp>
          <p:nvSpPr>
            <p:cNvPr id="65" name="Ellipse 64">
              <a:extLst>
                <a:ext uri="{FF2B5EF4-FFF2-40B4-BE49-F238E27FC236}">
                  <a16:creationId xmlns:a16="http://schemas.microsoft.com/office/drawing/2014/main" id="{E6CDE296-CD89-9EBF-D741-D39974D211D0}"/>
                </a:ext>
              </a:extLst>
            </p:cNvPr>
            <p:cNvSpPr>
              <a:spLocks noChangeAspect="1"/>
            </p:cNvSpPr>
            <p:nvPr/>
          </p:nvSpPr>
          <p:spPr>
            <a:xfrm>
              <a:off x="3636800" y="2412312"/>
              <a:ext cx="277200" cy="2772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cxnSp>
          <p:nvCxnSpPr>
            <p:cNvPr id="66" name="Gerader Verbinder 65">
              <a:extLst>
                <a:ext uri="{FF2B5EF4-FFF2-40B4-BE49-F238E27FC236}">
                  <a16:creationId xmlns:a16="http://schemas.microsoft.com/office/drawing/2014/main" id="{0966600E-6781-2672-3525-DB274755E60F}"/>
                </a:ext>
              </a:extLst>
            </p:cNvPr>
            <p:cNvCxnSpPr>
              <a:cxnSpLocks/>
            </p:cNvCxnSpPr>
            <p:nvPr/>
          </p:nvCxnSpPr>
          <p:spPr>
            <a:xfrm>
              <a:off x="3694400" y="2550912"/>
              <a:ext cx="16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7" name="Gruppieren 66">
            <a:extLst>
              <a:ext uri="{FF2B5EF4-FFF2-40B4-BE49-F238E27FC236}">
                <a16:creationId xmlns:a16="http://schemas.microsoft.com/office/drawing/2014/main" id="{5DC13A5B-2DD7-D169-275E-2A94A8DC63DF}"/>
              </a:ext>
            </a:extLst>
          </p:cNvPr>
          <p:cNvGrpSpPr>
            <a:grpSpLocks noChangeAspect="1"/>
          </p:cNvGrpSpPr>
          <p:nvPr/>
        </p:nvGrpSpPr>
        <p:grpSpPr>
          <a:xfrm>
            <a:off x="8840705" y="5418726"/>
            <a:ext cx="277200" cy="277200"/>
            <a:chOff x="3636800" y="2412312"/>
            <a:chExt cx="277200" cy="277200"/>
          </a:xfrm>
        </p:grpSpPr>
        <p:sp>
          <p:nvSpPr>
            <p:cNvPr id="68" name="Ellipse 67">
              <a:extLst>
                <a:ext uri="{FF2B5EF4-FFF2-40B4-BE49-F238E27FC236}">
                  <a16:creationId xmlns:a16="http://schemas.microsoft.com/office/drawing/2014/main" id="{186BECF9-40DC-58BE-7DD1-980EB2007357}"/>
                </a:ext>
              </a:extLst>
            </p:cNvPr>
            <p:cNvSpPr>
              <a:spLocks noChangeAspect="1"/>
            </p:cNvSpPr>
            <p:nvPr/>
          </p:nvSpPr>
          <p:spPr>
            <a:xfrm>
              <a:off x="3636800" y="2412312"/>
              <a:ext cx="277200" cy="2772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cxnSp>
          <p:nvCxnSpPr>
            <p:cNvPr id="69" name="Gerader Verbinder 68">
              <a:extLst>
                <a:ext uri="{FF2B5EF4-FFF2-40B4-BE49-F238E27FC236}">
                  <a16:creationId xmlns:a16="http://schemas.microsoft.com/office/drawing/2014/main" id="{26D3E96A-CE4D-0347-EDDE-B256987B234F}"/>
                </a:ext>
              </a:extLst>
            </p:cNvPr>
            <p:cNvCxnSpPr>
              <a:cxnSpLocks/>
            </p:cNvCxnSpPr>
            <p:nvPr/>
          </p:nvCxnSpPr>
          <p:spPr>
            <a:xfrm>
              <a:off x="3694400" y="2550912"/>
              <a:ext cx="16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0" name="Gruppieren 69">
            <a:extLst>
              <a:ext uri="{FF2B5EF4-FFF2-40B4-BE49-F238E27FC236}">
                <a16:creationId xmlns:a16="http://schemas.microsoft.com/office/drawing/2014/main" id="{4571E7EF-0F12-9675-85C0-FD1201CDB1EA}"/>
              </a:ext>
            </a:extLst>
          </p:cNvPr>
          <p:cNvGrpSpPr>
            <a:grpSpLocks noChangeAspect="1"/>
          </p:cNvGrpSpPr>
          <p:nvPr/>
        </p:nvGrpSpPr>
        <p:grpSpPr>
          <a:xfrm>
            <a:off x="7583049" y="4780557"/>
            <a:ext cx="277200" cy="277200"/>
            <a:chOff x="3636800" y="2412312"/>
            <a:chExt cx="277200" cy="277200"/>
          </a:xfrm>
        </p:grpSpPr>
        <p:sp>
          <p:nvSpPr>
            <p:cNvPr id="71" name="Ellipse 70">
              <a:extLst>
                <a:ext uri="{FF2B5EF4-FFF2-40B4-BE49-F238E27FC236}">
                  <a16:creationId xmlns:a16="http://schemas.microsoft.com/office/drawing/2014/main" id="{AF6A622F-7568-E06C-18F6-04C7761B768A}"/>
                </a:ext>
              </a:extLst>
            </p:cNvPr>
            <p:cNvSpPr>
              <a:spLocks noChangeAspect="1"/>
            </p:cNvSpPr>
            <p:nvPr/>
          </p:nvSpPr>
          <p:spPr>
            <a:xfrm>
              <a:off x="3636800" y="2412312"/>
              <a:ext cx="277200" cy="2772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cxnSp>
          <p:nvCxnSpPr>
            <p:cNvPr id="72" name="Gerader Verbinder 71">
              <a:extLst>
                <a:ext uri="{FF2B5EF4-FFF2-40B4-BE49-F238E27FC236}">
                  <a16:creationId xmlns:a16="http://schemas.microsoft.com/office/drawing/2014/main" id="{CCA0D999-D057-D3C0-2C49-C53B80B6855C}"/>
                </a:ext>
              </a:extLst>
            </p:cNvPr>
            <p:cNvCxnSpPr>
              <a:cxnSpLocks/>
            </p:cNvCxnSpPr>
            <p:nvPr/>
          </p:nvCxnSpPr>
          <p:spPr>
            <a:xfrm>
              <a:off x="3694400" y="2550912"/>
              <a:ext cx="16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3" name="Gruppieren 72">
            <a:extLst>
              <a:ext uri="{FF2B5EF4-FFF2-40B4-BE49-F238E27FC236}">
                <a16:creationId xmlns:a16="http://schemas.microsoft.com/office/drawing/2014/main" id="{57A6663B-5F6D-1888-A2FD-0FEC85E7B1AA}"/>
              </a:ext>
            </a:extLst>
          </p:cNvPr>
          <p:cNvGrpSpPr>
            <a:grpSpLocks noChangeAspect="1"/>
          </p:cNvGrpSpPr>
          <p:nvPr/>
        </p:nvGrpSpPr>
        <p:grpSpPr>
          <a:xfrm>
            <a:off x="7583049" y="5418726"/>
            <a:ext cx="277200" cy="277200"/>
            <a:chOff x="3636800" y="2412312"/>
            <a:chExt cx="277200" cy="277200"/>
          </a:xfrm>
        </p:grpSpPr>
        <p:sp>
          <p:nvSpPr>
            <p:cNvPr id="74" name="Ellipse 73">
              <a:extLst>
                <a:ext uri="{FF2B5EF4-FFF2-40B4-BE49-F238E27FC236}">
                  <a16:creationId xmlns:a16="http://schemas.microsoft.com/office/drawing/2014/main" id="{FE595986-58E1-36B2-EFD8-9C953230718E}"/>
                </a:ext>
              </a:extLst>
            </p:cNvPr>
            <p:cNvSpPr>
              <a:spLocks noChangeAspect="1"/>
            </p:cNvSpPr>
            <p:nvPr/>
          </p:nvSpPr>
          <p:spPr>
            <a:xfrm>
              <a:off x="3636800" y="2412312"/>
              <a:ext cx="277200" cy="2772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cxnSp>
          <p:nvCxnSpPr>
            <p:cNvPr id="75" name="Gerader Verbinder 74">
              <a:extLst>
                <a:ext uri="{FF2B5EF4-FFF2-40B4-BE49-F238E27FC236}">
                  <a16:creationId xmlns:a16="http://schemas.microsoft.com/office/drawing/2014/main" id="{4ADE7F75-07B8-07A7-26B2-004DBCAAF128}"/>
                </a:ext>
              </a:extLst>
            </p:cNvPr>
            <p:cNvCxnSpPr>
              <a:cxnSpLocks/>
            </p:cNvCxnSpPr>
            <p:nvPr/>
          </p:nvCxnSpPr>
          <p:spPr>
            <a:xfrm>
              <a:off x="3694400" y="2550912"/>
              <a:ext cx="16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6" name="Gruppieren 75">
            <a:extLst>
              <a:ext uri="{FF2B5EF4-FFF2-40B4-BE49-F238E27FC236}">
                <a16:creationId xmlns:a16="http://schemas.microsoft.com/office/drawing/2014/main" id="{5C5B4C49-6DE9-51F0-5BDB-D8678BD1AF03}"/>
              </a:ext>
            </a:extLst>
          </p:cNvPr>
          <p:cNvGrpSpPr>
            <a:grpSpLocks noChangeAspect="1"/>
          </p:cNvGrpSpPr>
          <p:nvPr/>
        </p:nvGrpSpPr>
        <p:grpSpPr>
          <a:xfrm>
            <a:off x="7583049" y="2866044"/>
            <a:ext cx="277200" cy="277200"/>
            <a:chOff x="3198726" y="2450032"/>
            <a:chExt cx="277200" cy="277200"/>
          </a:xfrm>
        </p:grpSpPr>
        <p:sp>
          <p:nvSpPr>
            <p:cNvPr id="77" name="Ellipse 76">
              <a:extLst>
                <a:ext uri="{FF2B5EF4-FFF2-40B4-BE49-F238E27FC236}">
                  <a16:creationId xmlns:a16="http://schemas.microsoft.com/office/drawing/2014/main" id="{26774FD0-61E8-8D4A-9A39-ADECE6655C43}"/>
                </a:ext>
              </a:extLst>
            </p:cNvPr>
            <p:cNvSpPr>
              <a:spLocks noChangeAspect="1"/>
            </p:cNvSpPr>
            <p:nvPr/>
          </p:nvSpPr>
          <p:spPr>
            <a:xfrm>
              <a:off x="3198726" y="2450032"/>
              <a:ext cx="277200" cy="2772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pic>
          <p:nvPicPr>
            <p:cNvPr id="78" name="Grafik 77">
              <a:extLst>
                <a:ext uri="{FF2B5EF4-FFF2-40B4-BE49-F238E27FC236}">
                  <a16:creationId xmlns:a16="http://schemas.microsoft.com/office/drawing/2014/main" id="{68D0808D-E0F6-012B-A93D-D100106AEE0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44108" y="2522048"/>
              <a:ext cx="186437" cy="133169"/>
            </a:xfrm>
            <a:prstGeom prst="rect">
              <a:avLst/>
            </a:prstGeom>
          </p:spPr>
        </p:pic>
      </p:grpSp>
      <p:grpSp>
        <p:nvGrpSpPr>
          <p:cNvPr id="79" name="Gruppieren 78">
            <a:extLst>
              <a:ext uri="{FF2B5EF4-FFF2-40B4-BE49-F238E27FC236}">
                <a16:creationId xmlns:a16="http://schemas.microsoft.com/office/drawing/2014/main" id="{F741EA33-BAB9-8A67-653B-3CB274E68C1C}"/>
              </a:ext>
            </a:extLst>
          </p:cNvPr>
          <p:cNvGrpSpPr>
            <a:grpSpLocks noChangeAspect="1"/>
          </p:cNvGrpSpPr>
          <p:nvPr/>
        </p:nvGrpSpPr>
        <p:grpSpPr>
          <a:xfrm>
            <a:off x="8840705" y="3504215"/>
            <a:ext cx="277200" cy="277200"/>
            <a:chOff x="3198726" y="2450032"/>
            <a:chExt cx="277200" cy="277200"/>
          </a:xfrm>
        </p:grpSpPr>
        <p:sp>
          <p:nvSpPr>
            <p:cNvPr id="80" name="Ellipse 79">
              <a:extLst>
                <a:ext uri="{FF2B5EF4-FFF2-40B4-BE49-F238E27FC236}">
                  <a16:creationId xmlns:a16="http://schemas.microsoft.com/office/drawing/2014/main" id="{ED0B0C7C-889A-3D21-D537-87E7049CBB42}"/>
                </a:ext>
              </a:extLst>
            </p:cNvPr>
            <p:cNvSpPr>
              <a:spLocks noChangeAspect="1"/>
            </p:cNvSpPr>
            <p:nvPr/>
          </p:nvSpPr>
          <p:spPr>
            <a:xfrm>
              <a:off x="3198726" y="2450032"/>
              <a:ext cx="277200" cy="2772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pic>
          <p:nvPicPr>
            <p:cNvPr id="81" name="Grafik 80">
              <a:extLst>
                <a:ext uri="{FF2B5EF4-FFF2-40B4-BE49-F238E27FC236}">
                  <a16:creationId xmlns:a16="http://schemas.microsoft.com/office/drawing/2014/main" id="{41A6769D-3D60-DBBD-51EF-0A1892ACC7F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44108" y="2522048"/>
              <a:ext cx="186437" cy="133169"/>
            </a:xfrm>
            <a:prstGeom prst="rect">
              <a:avLst/>
            </a:prstGeom>
          </p:spPr>
        </p:pic>
      </p:grpSp>
      <p:grpSp>
        <p:nvGrpSpPr>
          <p:cNvPr id="82" name="Gruppieren 81">
            <a:extLst>
              <a:ext uri="{FF2B5EF4-FFF2-40B4-BE49-F238E27FC236}">
                <a16:creationId xmlns:a16="http://schemas.microsoft.com/office/drawing/2014/main" id="{8620AF6A-6030-3493-6CA5-7D5415934739}"/>
              </a:ext>
            </a:extLst>
          </p:cNvPr>
          <p:cNvGrpSpPr>
            <a:grpSpLocks noChangeAspect="1"/>
          </p:cNvGrpSpPr>
          <p:nvPr/>
        </p:nvGrpSpPr>
        <p:grpSpPr>
          <a:xfrm>
            <a:off x="8840705" y="2227873"/>
            <a:ext cx="277200" cy="277200"/>
            <a:chOff x="3198726" y="2450032"/>
            <a:chExt cx="277200" cy="277200"/>
          </a:xfrm>
        </p:grpSpPr>
        <p:sp>
          <p:nvSpPr>
            <p:cNvPr id="83" name="Ellipse 82">
              <a:extLst>
                <a:ext uri="{FF2B5EF4-FFF2-40B4-BE49-F238E27FC236}">
                  <a16:creationId xmlns:a16="http://schemas.microsoft.com/office/drawing/2014/main" id="{22586528-A734-1104-4879-E9F30948284A}"/>
                </a:ext>
              </a:extLst>
            </p:cNvPr>
            <p:cNvSpPr>
              <a:spLocks noChangeAspect="1"/>
            </p:cNvSpPr>
            <p:nvPr/>
          </p:nvSpPr>
          <p:spPr>
            <a:xfrm>
              <a:off x="3198726" y="2450032"/>
              <a:ext cx="277200" cy="2772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pic>
          <p:nvPicPr>
            <p:cNvPr id="84" name="Grafik 83">
              <a:extLst>
                <a:ext uri="{FF2B5EF4-FFF2-40B4-BE49-F238E27FC236}">
                  <a16:creationId xmlns:a16="http://schemas.microsoft.com/office/drawing/2014/main" id="{68746417-174C-B9EF-F8B9-CB229B3F79F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44108" y="2522048"/>
              <a:ext cx="186437" cy="133169"/>
            </a:xfrm>
            <a:prstGeom prst="rect">
              <a:avLst/>
            </a:prstGeom>
          </p:spPr>
        </p:pic>
      </p:grpSp>
      <p:grpSp>
        <p:nvGrpSpPr>
          <p:cNvPr id="85" name="Gruppieren 84">
            <a:extLst>
              <a:ext uri="{FF2B5EF4-FFF2-40B4-BE49-F238E27FC236}">
                <a16:creationId xmlns:a16="http://schemas.microsoft.com/office/drawing/2014/main" id="{E9F5F239-1B1B-6F9E-FED9-60C932C985F5}"/>
              </a:ext>
            </a:extLst>
          </p:cNvPr>
          <p:cNvGrpSpPr>
            <a:grpSpLocks noChangeAspect="1"/>
          </p:cNvGrpSpPr>
          <p:nvPr/>
        </p:nvGrpSpPr>
        <p:grpSpPr>
          <a:xfrm>
            <a:off x="11356017" y="2227873"/>
            <a:ext cx="277200" cy="277200"/>
            <a:chOff x="3198726" y="2450032"/>
            <a:chExt cx="277200" cy="277200"/>
          </a:xfrm>
        </p:grpSpPr>
        <p:sp>
          <p:nvSpPr>
            <p:cNvPr id="86" name="Ellipse 85">
              <a:extLst>
                <a:ext uri="{FF2B5EF4-FFF2-40B4-BE49-F238E27FC236}">
                  <a16:creationId xmlns:a16="http://schemas.microsoft.com/office/drawing/2014/main" id="{7E2A671A-084F-8EC4-C50A-668B3445C5DA}"/>
                </a:ext>
              </a:extLst>
            </p:cNvPr>
            <p:cNvSpPr>
              <a:spLocks noChangeAspect="1"/>
            </p:cNvSpPr>
            <p:nvPr/>
          </p:nvSpPr>
          <p:spPr>
            <a:xfrm>
              <a:off x="3198726" y="2450032"/>
              <a:ext cx="277200" cy="2772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pic>
          <p:nvPicPr>
            <p:cNvPr id="87" name="Grafik 86">
              <a:extLst>
                <a:ext uri="{FF2B5EF4-FFF2-40B4-BE49-F238E27FC236}">
                  <a16:creationId xmlns:a16="http://schemas.microsoft.com/office/drawing/2014/main" id="{57D1B467-8250-DB1C-E5B1-33B844EFDE1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44108" y="2522048"/>
              <a:ext cx="186437" cy="133169"/>
            </a:xfrm>
            <a:prstGeom prst="rect">
              <a:avLst/>
            </a:prstGeom>
          </p:spPr>
        </p:pic>
      </p:grpSp>
      <p:grpSp>
        <p:nvGrpSpPr>
          <p:cNvPr id="88" name="Gruppieren 87">
            <a:extLst>
              <a:ext uri="{FF2B5EF4-FFF2-40B4-BE49-F238E27FC236}">
                <a16:creationId xmlns:a16="http://schemas.microsoft.com/office/drawing/2014/main" id="{9A2BFF78-ABC9-09EE-855F-DF074D8343E6}"/>
              </a:ext>
            </a:extLst>
          </p:cNvPr>
          <p:cNvGrpSpPr>
            <a:grpSpLocks noChangeAspect="1"/>
          </p:cNvGrpSpPr>
          <p:nvPr/>
        </p:nvGrpSpPr>
        <p:grpSpPr>
          <a:xfrm>
            <a:off x="11356017" y="3504215"/>
            <a:ext cx="277200" cy="277200"/>
            <a:chOff x="3198726" y="2450032"/>
            <a:chExt cx="277200" cy="277200"/>
          </a:xfrm>
        </p:grpSpPr>
        <p:sp>
          <p:nvSpPr>
            <p:cNvPr id="89" name="Ellipse 88">
              <a:extLst>
                <a:ext uri="{FF2B5EF4-FFF2-40B4-BE49-F238E27FC236}">
                  <a16:creationId xmlns:a16="http://schemas.microsoft.com/office/drawing/2014/main" id="{3714C20A-A044-0A25-ECC6-AF5412E04CDD}"/>
                </a:ext>
              </a:extLst>
            </p:cNvPr>
            <p:cNvSpPr>
              <a:spLocks noChangeAspect="1"/>
            </p:cNvSpPr>
            <p:nvPr/>
          </p:nvSpPr>
          <p:spPr>
            <a:xfrm>
              <a:off x="3198726" y="2450032"/>
              <a:ext cx="277200" cy="2772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pic>
          <p:nvPicPr>
            <p:cNvPr id="90" name="Grafik 89">
              <a:extLst>
                <a:ext uri="{FF2B5EF4-FFF2-40B4-BE49-F238E27FC236}">
                  <a16:creationId xmlns:a16="http://schemas.microsoft.com/office/drawing/2014/main" id="{30E3A490-BB7A-71BC-D92B-9AE630DA9FE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44108" y="2522048"/>
              <a:ext cx="186437" cy="133169"/>
            </a:xfrm>
            <a:prstGeom prst="rect">
              <a:avLst/>
            </a:prstGeom>
          </p:spPr>
        </p:pic>
      </p:grpSp>
      <p:grpSp>
        <p:nvGrpSpPr>
          <p:cNvPr id="91" name="Gruppieren 90">
            <a:extLst>
              <a:ext uri="{FF2B5EF4-FFF2-40B4-BE49-F238E27FC236}">
                <a16:creationId xmlns:a16="http://schemas.microsoft.com/office/drawing/2014/main" id="{0EB274E3-BE65-427E-A084-8851314F27AE}"/>
              </a:ext>
            </a:extLst>
          </p:cNvPr>
          <p:cNvGrpSpPr>
            <a:grpSpLocks noChangeAspect="1"/>
          </p:cNvGrpSpPr>
          <p:nvPr/>
        </p:nvGrpSpPr>
        <p:grpSpPr>
          <a:xfrm>
            <a:off x="10098361" y="3504215"/>
            <a:ext cx="277200" cy="277200"/>
            <a:chOff x="3198726" y="2450032"/>
            <a:chExt cx="277200" cy="277200"/>
          </a:xfrm>
        </p:grpSpPr>
        <p:sp>
          <p:nvSpPr>
            <p:cNvPr id="92" name="Ellipse 91">
              <a:extLst>
                <a:ext uri="{FF2B5EF4-FFF2-40B4-BE49-F238E27FC236}">
                  <a16:creationId xmlns:a16="http://schemas.microsoft.com/office/drawing/2014/main" id="{B1CF0D51-5794-F92B-4C50-928186B7CD97}"/>
                </a:ext>
              </a:extLst>
            </p:cNvPr>
            <p:cNvSpPr>
              <a:spLocks noChangeAspect="1"/>
            </p:cNvSpPr>
            <p:nvPr/>
          </p:nvSpPr>
          <p:spPr>
            <a:xfrm>
              <a:off x="3198726" y="2450032"/>
              <a:ext cx="277200" cy="2772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pic>
          <p:nvPicPr>
            <p:cNvPr id="93" name="Grafik 92">
              <a:extLst>
                <a:ext uri="{FF2B5EF4-FFF2-40B4-BE49-F238E27FC236}">
                  <a16:creationId xmlns:a16="http://schemas.microsoft.com/office/drawing/2014/main" id="{E82578CA-06D6-1BBB-FA5B-35990853BA3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44108" y="2522048"/>
              <a:ext cx="186437" cy="133169"/>
            </a:xfrm>
            <a:prstGeom prst="rect">
              <a:avLst/>
            </a:prstGeom>
          </p:spPr>
        </p:pic>
      </p:grpSp>
      <p:grpSp>
        <p:nvGrpSpPr>
          <p:cNvPr id="94" name="Gruppieren 93">
            <a:extLst>
              <a:ext uri="{FF2B5EF4-FFF2-40B4-BE49-F238E27FC236}">
                <a16:creationId xmlns:a16="http://schemas.microsoft.com/office/drawing/2014/main" id="{FC622761-9FC7-6062-A42B-4841FCD354D0}"/>
              </a:ext>
            </a:extLst>
          </p:cNvPr>
          <p:cNvGrpSpPr>
            <a:grpSpLocks noChangeAspect="1"/>
          </p:cNvGrpSpPr>
          <p:nvPr/>
        </p:nvGrpSpPr>
        <p:grpSpPr>
          <a:xfrm>
            <a:off x="10098361" y="4142386"/>
            <a:ext cx="277200" cy="277200"/>
            <a:chOff x="3198726" y="2450032"/>
            <a:chExt cx="277200" cy="277200"/>
          </a:xfrm>
        </p:grpSpPr>
        <p:sp>
          <p:nvSpPr>
            <p:cNvPr id="95" name="Ellipse 94">
              <a:extLst>
                <a:ext uri="{FF2B5EF4-FFF2-40B4-BE49-F238E27FC236}">
                  <a16:creationId xmlns:a16="http://schemas.microsoft.com/office/drawing/2014/main" id="{417A64BC-99F4-9967-977F-C92769FCFF7A}"/>
                </a:ext>
              </a:extLst>
            </p:cNvPr>
            <p:cNvSpPr>
              <a:spLocks noChangeAspect="1"/>
            </p:cNvSpPr>
            <p:nvPr/>
          </p:nvSpPr>
          <p:spPr>
            <a:xfrm>
              <a:off x="3198726" y="2450032"/>
              <a:ext cx="277200" cy="2772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pic>
          <p:nvPicPr>
            <p:cNvPr id="96" name="Grafik 95">
              <a:extLst>
                <a:ext uri="{FF2B5EF4-FFF2-40B4-BE49-F238E27FC236}">
                  <a16:creationId xmlns:a16="http://schemas.microsoft.com/office/drawing/2014/main" id="{493E6A4B-E54B-DACE-BC34-A9C2BF91B08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44108" y="2522048"/>
              <a:ext cx="186437" cy="133169"/>
            </a:xfrm>
            <a:prstGeom prst="rect">
              <a:avLst/>
            </a:prstGeom>
          </p:spPr>
        </p:pic>
      </p:grpSp>
      <p:grpSp>
        <p:nvGrpSpPr>
          <p:cNvPr id="97" name="Gruppieren 96">
            <a:extLst>
              <a:ext uri="{FF2B5EF4-FFF2-40B4-BE49-F238E27FC236}">
                <a16:creationId xmlns:a16="http://schemas.microsoft.com/office/drawing/2014/main" id="{F2C108F1-81DF-A1A6-9C9F-D5722381B9A2}"/>
              </a:ext>
            </a:extLst>
          </p:cNvPr>
          <p:cNvGrpSpPr>
            <a:grpSpLocks noChangeAspect="1"/>
          </p:cNvGrpSpPr>
          <p:nvPr/>
        </p:nvGrpSpPr>
        <p:grpSpPr>
          <a:xfrm>
            <a:off x="10098361" y="4780557"/>
            <a:ext cx="277200" cy="277200"/>
            <a:chOff x="3198726" y="2450032"/>
            <a:chExt cx="277200" cy="277200"/>
          </a:xfrm>
        </p:grpSpPr>
        <p:sp>
          <p:nvSpPr>
            <p:cNvPr id="98" name="Ellipse 97">
              <a:extLst>
                <a:ext uri="{FF2B5EF4-FFF2-40B4-BE49-F238E27FC236}">
                  <a16:creationId xmlns:a16="http://schemas.microsoft.com/office/drawing/2014/main" id="{5C62F9EE-8130-5993-2E9A-E213447073AE}"/>
                </a:ext>
              </a:extLst>
            </p:cNvPr>
            <p:cNvSpPr>
              <a:spLocks noChangeAspect="1"/>
            </p:cNvSpPr>
            <p:nvPr/>
          </p:nvSpPr>
          <p:spPr>
            <a:xfrm>
              <a:off x="3198726" y="2450032"/>
              <a:ext cx="277200" cy="2772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pic>
          <p:nvPicPr>
            <p:cNvPr id="99" name="Grafik 98">
              <a:extLst>
                <a:ext uri="{FF2B5EF4-FFF2-40B4-BE49-F238E27FC236}">
                  <a16:creationId xmlns:a16="http://schemas.microsoft.com/office/drawing/2014/main" id="{2BA2FA1C-C3C3-3DCF-8569-E7DEC2D3370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44108" y="2522048"/>
              <a:ext cx="186437" cy="133169"/>
            </a:xfrm>
            <a:prstGeom prst="rect">
              <a:avLst/>
            </a:prstGeom>
          </p:spPr>
        </p:pic>
      </p:grpSp>
    </p:spTree>
    <p:extLst>
      <p:ext uri="{BB962C8B-B14F-4D97-AF65-F5344CB8AC3E}">
        <p14:creationId xmlns:p14="http://schemas.microsoft.com/office/powerpoint/2010/main" val="22781369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Bildplatzhalter 22">
            <a:extLst>
              <a:ext uri="{FF2B5EF4-FFF2-40B4-BE49-F238E27FC236}">
                <a16:creationId xmlns:a16="http://schemas.microsoft.com/office/drawing/2014/main" id="{17298626-724F-ABEC-D6C0-90C78CB2C957}"/>
              </a:ext>
            </a:extLst>
          </p:cNvPr>
          <p:cNvSpPr>
            <a:spLocks noGrp="1"/>
          </p:cNvSpPr>
          <p:nvPr>
            <p:ph type="pic" sz="quarter" idx="13"/>
          </p:nvPr>
        </p:nvSpPr>
        <p:spPr/>
        <p:txBody>
          <a:bodyPr/>
          <a:lstStyle/>
          <a:p>
            <a:endParaRPr lang="de-DE"/>
          </a:p>
        </p:txBody>
      </p:sp>
      <p:sp>
        <p:nvSpPr>
          <p:cNvPr id="3" name="Titel 2">
            <a:extLst>
              <a:ext uri="{FF2B5EF4-FFF2-40B4-BE49-F238E27FC236}">
                <a16:creationId xmlns:a16="http://schemas.microsoft.com/office/drawing/2014/main" id="{F6A617AC-4B0F-7890-12D3-06306472CB5B}"/>
              </a:ext>
            </a:extLst>
          </p:cNvPr>
          <p:cNvSpPr>
            <a:spLocks noGrp="1"/>
          </p:cNvSpPr>
          <p:nvPr>
            <p:ph type="title"/>
          </p:nvPr>
        </p:nvSpPr>
        <p:spPr/>
        <p:txBody>
          <a:bodyPr/>
          <a:lstStyle/>
          <a:p>
            <a:r>
              <a:rPr lang="de-CH" dirty="0"/>
              <a:t>Beispielfolie «Kontakt»</a:t>
            </a:r>
          </a:p>
        </p:txBody>
      </p:sp>
      <p:sp>
        <p:nvSpPr>
          <p:cNvPr id="4" name="Inhaltsplatzhalter 3">
            <a:extLst>
              <a:ext uri="{FF2B5EF4-FFF2-40B4-BE49-F238E27FC236}">
                <a16:creationId xmlns:a16="http://schemas.microsoft.com/office/drawing/2014/main" id="{B13E4A3B-CEAB-87EB-4980-71D97B06EFC9}"/>
              </a:ext>
            </a:extLst>
          </p:cNvPr>
          <p:cNvSpPr>
            <a:spLocks noGrp="1"/>
          </p:cNvSpPr>
          <p:nvPr>
            <p:ph sz="half" idx="1"/>
          </p:nvPr>
        </p:nvSpPr>
        <p:spPr/>
        <p:txBody>
          <a:bodyPr/>
          <a:lstStyle/>
          <a:p>
            <a:r>
              <a:rPr lang="de-DE" dirty="0"/>
              <a:t>Vorname Name</a:t>
            </a:r>
          </a:p>
          <a:p>
            <a:r>
              <a:rPr lang="de-DE" dirty="0"/>
              <a:t>Funktion</a:t>
            </a:r>
          </a:p>
          <a:p>
            <a:endParaRPr lang="de-DE" dirty="0"/>
          </a:p>
          <a:p>
            <a:r>
              <a:rPr lang="de-DE" dirty="0"/>
              <a:t>T	+00 00 000 00 00</a:t>
            </a:r>
          </a:p>
          <a:p>
            <a:r>
              <a:rPr lang="de-DE" dirty="0"/>
              <a:t>M	+00 00 000 00 00</a:t>
            </a:r>
          </a:p>
          <a:p>
            <a:r>
              <a:rPr lang="de-DE" dirty="0"/>
              <a:t>vorname.name@post.ch</a:t>
            </a:r>
            <a:endParaRPr lang="de-CH" dirty="0"/>
          </a:p>
        </p:txBody>
      </p:sp>
      <p:sp>
        <p:nvSpPr>
          <p:cNvPr id="5" name="Datumsplatzhalter 4">
            <a:extLst>
              <a:ext uri="{FF2B5EF4-FFF2-40B4-BE49-F238E27FC236}">
                <a16:creationId xmlns:a16="http://schemas.microsoft.com/office/drawing/2014/main" id="{A6D7D0B0-5CFC-7A2D-92F9-863004987525}"/>
              </a:ext>
            </a:extLst>
          </p:cNvPr>
          <p:cNvSpPr>
            <a:spLocks noGrp="1"/>
          </p:cNvSpPr>
          <p:nvPr>
            <p:ph type="dt" sz="half" idx="10"/>
          </p:nvPr>
        </p:nvSpPr>
        <p:spPr/>
        <p:txBody>
          <a:bodyPr/>
          <a:lstStyle/>
          <a:p>
            <a:fld id="{DD48BDCD-1C77-41BE-A694-12A447955B29}" type="datetime4">
              <a:rPr lang="de-CH" smtClean="0"/>
              <a:t>8. Februar 2026</a:t>
            </a:fld>
            <a:endParaRPr lang="de-CH" dirty="0"/>
          </a:p>
        </p:txBody>
      </p:sp>
      <p:sp>
        <p:nvSpPr>
          <p:cNvPr id="6" name="Fußzeilenplatzhalter 5">
            <a:extLst>
              <a:ext uri="{FF2B5EF4-FFF2-40B4-BE49-F238E27FC236}">
                <a16:creationId xmlns:a16="http://schemas.microsoft.com/office/drawing/2014/main" id="{F45D0A09-A506-5337-EEE9-38FFD0D1CD67}"/>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7" name="Foliennummernplatzhalter 6">
            <a:extLst>
              <a:ext uri="{FF2B5EF4-FFF2-40B4-BE49-F238E27FC236}">
                <a16:creationId xmlns:a16="http://schemas.microsoft.com/office/drawing/2014/main" id="{15223928-CE68-7B60-29EC-06B81A3DFF57}"/>
              </a:ext>
            </a:extLst>
          </p:cNvPr>
          <p:cNvSpPr>
            <a:spLocks noGrp="1"/>
          </p:cNvSpPr>
          <p:nvPr>
            <p:ph type="sldNum" sz="quarter" idx="12"/>
          </p:nvPr>
        </p:nvSpPr>
        <p:spPr/>
        <p:txBody>
          <a:bodyPr/>
          <a:lstStyle/>
          <a:p>
            <a:fld id="{442AD375-037F-43D0-B059-5172DA06796A}" type="slidenum">
              <a:rPr lang="de-CH" smtClean="0"/>
              <a:pPr/>
              <a:t>63</a:t>
            </a:fld>
            <a:endParaRPr lang="de-CH" dirty="0"/>
          </a:p>
        </p:txBody>
      </p:sp>
      <p:sp>
        <p:nvSpPr>
          <p:cNvPr id="8" name="Inhaltsplatzhalter 7">
            <a:extLst>
              <a:ext uri="{FF2B5EF4-FFF2-40B4-BE49-F238E27FC236}">
                <a16:creationId xmlns:a16="http://schemas.microsoft.com/office/drawing/2014/main" id="{CCAF5D90-75F9-5CCF-3630-896893A211EE}"/>
              </a:ext>
            </a:extLst>
          </p:cNvPr>
          <p:cNvSpPr>
            <a:spLocks noGrp="1"/>
          </p:cNvSpPr>
          <p:nvPr>
            <p:ph sz="half" idx="14"/>
          </p:nvPr>
        </p:nvSpPr>
        <p:spPr/>
        <p:txBody>
          <a:bodyPr/>
          <a:lstStyle/>
          <a:p>
            <a:r>
              <a:rPr lang="de-DE" dirty="0"/>
              <a:t>Die Schweizerische Post AG </a:t>
            </a:r>
          </a:p>
          <a:p>
            <a:r>
              <a:rPr lang="de-DE" dirty="0"/>
              <a:t>Abteilung </a:t>
            </a:r>
          </a:p>
          <a:p>
            <a:r>
              <a:rPr lang="de-DE" dirty="0"/>
              <a:t>Adresse, 0000 Ort</a:t>
            </a:r>
          </a:p>
          <a:p>
            <a:r>
              <a:rPr lang="de-DE" dirty="0"/>
              <a:t>post.ch</a:t>
            </a:r>
            <a:endParaRPr lang="de-CH" dirty="0"/>
          </a:p>
        </p:txBody>
      </p:sp>
    </p:spTree>
    <p:extLst>
      <p:ext uri="{BB962C8B-B14F-4D97-AF65-F5344CB8AC3E}">
        <p14:creationId xmlns:p14="http://schemas.microsoft.com/office/powerpoint/2010/main" val="78534487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Bildplatzhalter 41">
            <a:extLst>
              <a:ext uri="{FF2B5EF4-FFF2-40B4-BE49-F238E27FC236}">
                <a16:creationId xmlns:a16="http://schemas.microsoft.com/office/drawing/2014/main" id="{C889FA7C-B6AB-72F6-38C8-67A6043FE385}"/>
              </a:ext>
            </a:extLst>
          </p:cNvPr>
          <p:cNvSpPr>
            <a:spLocks noGrp="1"/>
          </p:cNvSpPr>
          <p:nvPr>
            <p:ph type="pic" sz="quarter" idx="13"/>
          </p:nvPr>
        </p:nvSpPr>
        <p:spPr/>
        <p:txBody>
          <a:bodyPr/>
          <a:lstStyle/>
          <a:p>
            <a:endParaRPr lang="de-DE"/>
          </a:p>
        </p:txBody>
      </p:sp>
      <p:sp>
        <p:nvSpPr>
          <p:cNvPr id="3" name="Titel 2">
            <a:extLst>
              <a:ext uri="{FF2B5EF4-FFF2-40B4-BE49-F238E27FC236}">
                <a16:creationId xmlns:a16="http://schemas.microsoft.com/office/drawing/2014/main" id="{B6EC17A5-00A2-0CFD-2DDD-57B3E3B6188C}"/>
              </a:ext>
            </a:extLst>
          </p:cNvPr>
          <p:cNvSpPr>
            <a:spLocks noGrp="1"/>
          </p:cNvSpPr>
          <p:nvPr>
            <p:ph type="title"/>
          </p:nvPr>
        </p:nvSpPr>
        <p:spPr/>
        <p:txBody>
          <a:bodyPr/>
          <a:lstStyle/>
          <a:p>
            <a:r>
              <a:rPr lang="de-CH" dirty="0"/>
              <a:t>Beispielfolie «Team»</a:t>
            </a:r>
          </a:p>
        </p:txBody>
      </p:sp>
      <p:sp>
        <p:nvSpPr>
          <p:cNvPr id="4" name="Datumsplatzhalter 3">
            <a:extLst>
              <a:ext uri="{FF2B5EF4-FFF2-40B4-BE49-F238E27FC236}">
                <a16:creationId xmlns:a16="http://schemas.microsoft.com/office/drawing/2014/main" id="{4463206B-16C3-0C65-1CAD-432BFB656CD3}"/>
              </a:ext>
            </a:extLst>
          </p:cNvPr>
          <p:cNvSpPr>
            <a:spLocks noGrp="1"/>
          </p:cNvSpPr>
          <p:nvPr>
            <p:ph type="dt" sz="half" idx="10"/>
          </p:nvPr>
        </p:nvSpPr>
        <p:spPr/>
        <p:txBody>
          <a:bodyPr/>
          <a:lstStyle/>
          <a:p>
            <a:fld id="{F34E81E8-D1E0-462B-9A21-03FA7D8B313B}" type="datetime4">
              <a:rPr lang="de-CH" smtClean="0"/>
              <a:t>8. Februar 2026</a:t>
            </a:fld>
            <a:endParaRPr lang="de-CH" dirty="0"/>
          </a:p>
        </p:txBody>
      </p:sp>
      <p:sp>
        <p:nvSpPr>
          <p:cNvPr id="5" name="Fußzeilenplatzhalter 4">
            <a:extLst>
              <a:ext uri="{FF2B5EF4-FFF2-40B4-BE49-F238E27FC236}">
                <a16:creationId xmlns:a16="http://schemas.microsoft.com/office/drawing/2014/main" id="{433B5EE6-BF86-110C-9318-7C0535F96BB7}"/>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0AE4545F-8ADA-9E9C-A45D-49A25A40BC48}"/>
              </a:ext>
            </a:extLst>
          </p:cNvPr>
          <p:cNvSpPr>
            <a:spLocks noGrp="1"/>
          </p:cNvSpPr>
          <p:nvPr>
            <p:ph type="sldNum" sz="quarter" idx="12"/>
          </p:nvPr>
        </p:nvSpPr>
        <p:spPr/>
        <p:txBody>
          <a:bodyPr/>
          <a:lstStyle/>
          <a:p>
            <a:fld id="{442AD375-037F-43D0-B059-5172DA06796A}" type="slidenum">
              <a:rPr lang="de-CH" smtClean="0"/>
              <a:pPr/>
              <a:t>64</a:t>
            </a:fld>
            <a:endParaRPr lang="de-CH" dirty="0"/>
          </a:p>
        </p:txBody>
      </p:sp>
      <p:sp>
        <p:nvSpPr>
          <p:cNvPr id="7" name="Inhaltsplatzhalter 6">
            <a:extLst>
              <a:ext uri="{FF2B5EF4-FFF2-40B4-BE49-F238E27FC236}">
                <a16:creationId xmlns:a16="http://schemas.microsoft.com/office/drawing/2014/main" id="{AEA00A60-01A3-5637-D201-F746E0FE44AE}"/>
              </a:ext>
            </a:extLst>
          </p:cNvPr>
          <p:cNvSpPr>
            <a:spLocks noGrp="1"/>
          </p:cNvSpPr>
          <p:nvPr>
            <p:ph sz="half" idx="14"/>
          </p:nvPr>
        </p:nvSpPr>
        <p:spPr/>
        <p:txBody>
          <a:bodyPr/>
          <a:lstStyle/>
          <a:p>
            <a:r>
              <a:rPr lang="de-DE" dirty="0"/>
              <a:t>Vorname Name</a:t>
            </a:r>
          </a:p>
          <a:p>
            <a:r>
              <a:rPr lang="de-DE" dirty="0"/>
              <a:t>Funktion</a:t>
            </a:r>
          </a:p>
          <a:p>
            <a:endParaRPr lang="de-DE" dirty="0"/>
          </a:p>
          <a:p>
            <a:r>
              <a:rPr lang="de-DE" dirty="0"/>
              <a:t>T	+00 00 000 00 00</a:t>
            </a:r>
          </a:p>
          <a:p>
            <a:r>
              <a:rPr lang="de-DE" dirty="0"/>
              <a:t>M	+00 00 000 00 00</a:t>
            </a:r>
          </a:p>
          <a:p>
            <a:r>
              <a:rPr lang="de-DE" dirty="0"/>
              <a:t>vorname.name@post.ch</a:t>
            </a:r>
            <a:endParaRPr lang="de-CH" dirty="0"/>
          </a:p>
        </p:txBody>
      </p:sp>
      <p:sp>
        <p:nvSpPr>
          <p:cNvPr id="43" name="Bildplatzhalter 42">
            <a:extLst>
              <a:ext uri="{FF2B5EF4-FFF2-40B4-BE49-F238E27FC236}">
                <a16:creationId xmlns:a16="http://schemas.microsoft.com/office/drawing/2014/main" id="{85967ED0-D726-7D43-C94F-3A908A2E5F3D}"/>
              </a:ext>
            </a:extLst>
          </p:cNvPr>
          <p:cNvSpPr>
            <a:spLocks noGrp="1"/>
          </p:cNvSpPr>
          <p:nvPr>
            <p:ph type="pic" sz="quarter" idx="15"/>
          </p:nvPr>
        </p:nvSpPr>
        <p:spPr/>
        <p:txBody>
          <a:bodyPr/>
          <a:lstStyle/>
          <a:p>
            <a:endParaRPr lang="de-DE"/>
          </a:p>
        </p:txBody>
      </p:sp>
      <p:sp>
        <p:nvSpPr>
          <p:cNvPr id="44" name="Bildplatzhalter 43">
            <a:extLst>
              <a:ext uri="{FF2B5EF4-FFF2-40B4-BE49-F238E27FC236}">
                <a16:creationId xmlns:a16="http://schemas.microsoft.com/office/drawing/2014/main" id="{0C42CC65-4754-31DA-F5C0-181A28B496C3}"/>
              </a:ext>
            </a:extLst>
          </p:cNvPr>
          <p:cNvSpPr>
            <a:spLocks noGrp="1"/>
          </p:cNvSpPr>
          <p:nvPr>
            <p:ph type="pic" sz="quarter" idx="16"/>
          </p:nvPr>
        </p:nvSpPr>
        <p:spPr/>
        <p:txBody>
          <a:bodyPr/>
          <a:lstStyle/>
          <a:p>
            <a:endParaRPr lang="de-DE"/>
          </a:p>
        </p:txBody>
      </p:sp>
      <p:sp>
        <p:nvSpPr>
          <p:cNvPr id="45" name="Bildplatzhalter 44">
            <a:extLst>
              <a:ext uri="{FF2B5EF4-FFF2-40B4-BE49-F238E27FC236}">
                <a16:creationId xmlns:a16="http://schemas.microsoft.com/office/drawing/2014/main" id="{EE8A5837-AFA0-5A67-3DF1-88037CC61AFF}"/>
              </a:ext>
            </a:extLst>
          </p:cNvPr>
          <p:cNvSpPr>
            <a:spLocks noGrp="1"/>
          </p:cNvSpPr>
          <p:nvPr>
            <p:ph type="pic" sz="quarter" idx="17"/>
          </p:nvPr>
        </p:nvSpPr>
        <p:spPr/>
        <p:txBody>
          <a:bodyPr/>
          <a:lstStyle/>
          <a:p>
            <a:endParaRPr lang="de-DE"/>
          </a:p>
        </p:txBody>
      </p:sp>
      <p:sp>
        <p:nvSpPr>
          <p:cNvPr id="11" name="Inhaltsplatzhalter 10">
            <a:extLst>
              <a:ext uri="{FF2B5EF4-FFF2-40B4-BE49-F238E27FC236}">
                <a16:creationId xmlns:a16="http://schemas.microsoft.com/office/drawing/2014/main" id="{8403684B-5A8B-4238-BB6C-20BC0A9A5D28}"/>
              </a:ext>
            </a:extLst>
          </p:cNvPr>
          <p:cNvSpPr>
            <a:spLocks noGrp="1"/>
          </p:cNvSpPr>
          <p:nvPr>
            <p:ph sz="half" idx="18"/>
          </p:nvPr>
        </p:nvSpPr>
        <p:spPr/>
        <p:txBody>
          <a:bodyPr/>
          <a:lstStyle/>
          <a:p>
            <a:r>
              <a:rPr lang="de-DE" dirty="0"/>
              <a:t>Vorname Name</a:t>
            </a:r>
          </a:p>
          <a:p>
            <a:r>
              <a:rPr lang="de-DE" dirty="0"/>
              <a:t>Funktion</a:t>
            </a:r>
          </a:p>
          <a:p>
            <a:endParaRPr lang="de-DE" dirty="0"/>
          </a:p>
          <a:p>
            <a:r>
              <a:rPr lang="de-DE" dirty="0"/>
              <a:t>T	+00 00 000 00 00</a:t>
            </a:r>
          </a:p>
          <a:p>
            <a:r>
              <a:rPr lang="de-DE" dirty="0"/>
              <a:t>M	+00 00 000 00 00</a:t>
            </a:r>
          </a:p>
          <a:p>
            <a:r>
              <a:rPr lang="de-DE" dirty="0"/>
              <a:t>vorname.name@post.ch</a:t>
            </a:r>
            <a:endParaRPr lang="de-CH" dirty="0"/>
          </a:p>
        </p:txBody>
      </p:sp>
      <p:sp>
        <p:nvSpPr>
          <p:cNvPr id="12" name="Inhaltsplatzhalter 11">
            <a:extLst>
              <a:ext uri="{FF2B5EF4-FFF2-40B4-BE49-F238E27FC236}">
                <a16:creationId xmlns:a16="http://schemas.microsoft.com/office/drawing/2014/main" id="{6348F63D-F406-8F72-1322-0AA20A7F4BE1}"/>
              </a:ext>
            </a:extLst>
          </p:cNvPr>
          <p:cNvSpPr>
            <a:spLocks noGrp="1"/>
          </p:cNvSpPr>
          <p:nvPr>
            <p:ph sz="half" idx="19"/>
          </p:nvPr>
        </p:nvSpPr>
        <p:spPr/>
        <p:txBody>
          <a:bodyPr/>
          <a:lstStyle/>
          <a:p>
            <a:r>
              <a:rPr lang="de-DE" dirty="0"/>
              <a:t>Vorname Name</a:t>
            </a:r>
          </a:p>
          <a:p>
            <a:r>
              <a:rPr lang="de-DE" dirty="0"/>
              <a:t>Funktion</a:t>
            </a:r>
          </a:p>
          <a:p>
            <a:endParaRPr lang="de-DE" dirty="0"/>
          </a:p>
          <a:p>
            <a:r>
              <a:rPr lang="de-DE" dirty="0"/>
              <a:t>T	+00 00 000 00 00</a:t>
            </a:r>
          </a:p>
          <a:p>
            <a:r>
              <a:rPr lang="de-DE" dirty="0"/>
              <a:t>M	+00 00 000 00 00</a:t>
            </a:r>
          </a:p>
          <a:p>
            <a:r>
              <a:rPr lang="de-DE" dirty="0"/>
              <a:t>vorname.name@post.ch</a:t>
            </a:r>
            <a:endParaRPr lang="de-CH" dirty="0"/>
          </a:p>
        </p:txBody>
      </p:sp>
      <p:sp>
        <p:nvSpPr>
          <p:cNvPr id="13" name="Inhaltsplatzhalter 12">
            <a:extLst>
              <a:ext uri="{FF2B5EF4-FFF2-40B4-BE49-F238E27FC236}">
                <a16:creationId xmlns:a16="http://schemas.microsoft.com/office/drawing/2014/main" id="{F354414B-5CF7-6F59-78E2-B1D26ABC3433}"/>
              </a:ext>
            </a:extLst>
          </p:cNvPr>
          <p:cNvSpPr>
            <a:spLocks noGrp="1"/>
          </p:cNvSpPr>
          <p:nvPr>
            <p:ph sz="half" idx="20"/>
          </p:nvPr>
        </p:nvSpPr>
        <p:spPr/>
        <p:txBody>
          <a:bodyPr/>
          <a:lstStyle/>
          <a:p>
            <a:r>
              <a:rPr lang="de-DE" dirty="0"/>
              <a:t>Vorname Name</a:t>
            </a:r>
          </a:p>
          <a:p>
            <a:r>
              <a:rPr lang="de-DE" dirty="0"/>
              <a:t>Funktion</a:t>
            </a:r>
          </a:p>
          <a:p>
            <a:endParaRPr lang="de-DE" dirty="0"/>
          </a:p>
          <a:p>
            <a:r>
              <a:rPr lang="de-DE" dirty="0"/>
              <a:t>T	+00 00 000 00 00</a:t>
            </a:r>
          </a:p>
          <a:p>
            <a:r>
              <a:rPr lang="de-DE" dirty="0"/>
              <a:t>M	+00 00 000 00 00</a:t>
            </a:r>
          </a:p>
          <a:p>
            <a:r>
              <a:rPr lang="de-DE" dirty="0"/>
              <a:t>vorname.name@post.ch</a:t>
            </a:r>
            <a:endParaRPr lang="de-CH" dirty="0"/>
          </a:p>
        </p:txBody>
      </p:sp>
    </p:spTree>
    <p:extLst>
      <p:ext uri="{BB962C8B-B14F-4D97-AF65-F5344CB8AC3E}">
        <p14:creationId xmlns:p14="http://schemas.microsoft.com/office/powerpoint/2010/main" val="78342575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BC93B028-DC85-23A4-AF7E-B1BB589C27DC}"/>
              </a:ext>
            </a:extLst>
          </p:cNvPr>
          <p:cNvSpPr>
            <a:spLocks noGrp="1"/>
          </p:cNvSpPr>
          <p:nvPr>
            <p:ph type="dt" sz="half" idx="10"/>
          </p:nvPr>
        </p:nvSpPr>
        <p:spPr/>
        <p:txBody>
          <a:bodyPr/>
          <a:lstStyle/>
          <a:p>
            <a:fld id="{C21EDED0-D9E2-42E4-AABA-C8E0A8DF9730}" type="datetime4">
              <a:rPr lang="de-CH" smtClean="0"/>
              <a:t>8. Februar 2026</a:t>
            </a:fld>
            <a:endParaRPr lang="de-CH" dirty="0"/>
          </a:p>
        </p:txBody>
      </p:sp>
      <p:sp>
        <p:nvSpPr>
          <p:cNvPr id="5" name="Fußzeilenplatzhalter 4">
            <a:extLst>
              <a:ext uri="{FF2B5EF4-FFF2-40B4-BE49-F238E27FC236}">
                <a16:creationId xmlns:a16="http://schemas.microsoft.com/office/drawing/2014/main" id="{A6AA1D4D-183B-03E5-4942-C4347752CA4A}"/>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B17AEF56-D97F-00EE-BD3B-5428C870FE12}"/>
              </a:ext>
            </a:extLst>
          </p:cNvPr>
          <p:cNvSpPr>
            <a:spLocks noGrp="1"/>
          </p:cNvSpPr>
          <p:nvPr>
            <p:ph type="sldNum" sz="quarter" idx="12"/>
          </p:nvPr>
        </p:nvSpPr>
        <p:spPr/>
        <p:txBody>
          <a:bodyPr/>
          <a:lstStyle/>
          <a:p>
            <a:fld id="{442AD375-037F-43D0-B059-5172DA06796A}" type="slidenum">
              <a:rPr lang="de-CH" smtClean="0"/>
              <a:pPr/>
              <a:t>65</a:t>
            </a:fld>
            <a:endParaRPr lang="de-CH" dirty="0"/>
          </a:p>
        </p:txBody>
      </p:sp>
      <p:sp>
        <p:nvSpPr>
          <p:cNvPr id="2" name="Titel 1">
            <a:extLst>
              <a:ext uri="{FF2B5EF4-FFF2-40B4-BE49-F238E27FC236}">
                <a16:creationId xmlns:a16="http://schemas.microsoft.com/office/drawing/2014/main" id="{037DA4F4-E686-408B-5FB1-F7CE13B794C9}"/>
              </a:ext>
            </a:extLst>
          </p:cNvPr>
          <p:cNvSpPr>
            <a:spLocks noGrp="1"/>
          </p:cNvSpPr>
          <p:nvPr>
            <p:ph type="title"/>
          </p:nvPr>
        </p:nvSpPr>
        <p:spPr/>
        <p:txBody>
          <a:bodyPr/>
          <a:lstStyle/>
          <a:p>
            <a:r>
              <a:rPr lang="de-CH" dirty="0"/>
              <a:t>Beispielfolie mit Organigramm</a:t>
            </a:r>
          </a:p>
        </p:txBody>
      </p:sp>
      <p:sp>
        <p:nvSpPr>
          <p:cNvPr id="22" name="Rechteck 21">
            <a:extLst>
              <a:ext uri="{FF2B5EF4-FFF2-40B4-BE49-F238E27FC236}">
                <a16:creationId xmlns:a16="http://schemas.microsoft.com/office/drawing/2014/main" id="{9BC81845-3B8D-CC21-DF80-660EE5C51A6B}"/>
              </a:ext>
            </a:extLst>
          </p:cNvPr>
          <p:cNvSpPr/>
          <p:nvPr/>
        </p:nvSpPr>
        <p:spPr>
          <a:xfrm>
            <a:off x="6613075" y="1292339"/>
            <a:ext cx="1643165" cy="52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nSpc>
                <a:spcPct val="97000"/>
              </a:lnSpc>
            </a:pPr>
            <a:r>
              <a:rPr lang="de-CH" sz="1200" spc="30" dirty="0">
                <a:solidFill>
                  <a:schemeClr val="tx1"/>
                </a:solidFill>
              </a:rPr>
              <a:t>Vorname Name</a:t>
            </a:r>
          </a:p>
          <a:p>
            <a:pPr>
              <a:lnSpc>
                <a:spcPct val="97000"/>
              </a:lnSpc>
            </a:pPr>
            <a:r>
              <a:rPr lang="de-CH" sz="1200" spc="30" dirty="0">
                <a:solidFill>
                  <a:schemeClr val="tx1"/>
                </a:solidFill>
              </a:rPr>
              <a:t>Funktion</a:t>
            </a:r>
          </a:p>
        </p:txBody>
      </p:sp>
      <p:sp>
        <p:nvSpPr>
          <p:cNvPr id="23" name="Rechteck 22">
            <a:extLst>
              <a:ext uri="{FF2B5EF4-FFF2-40B4-BE49-F238E27FC236}">
                <a16:creationId xmlns:a16="http://schemas.microsoft.com/office/drawing/2014/main" id="{64FE2349-EEFF-829E-3C49-6D793200C9E1}"/>
              </a:ext>
            </a:extLst>
          </p:cNvPr>
          <p:cNvSpPr/>
          <p:nvPr/>
        </p:nvSpPr>
        <p:spPr>
          <a:xfrm>
            <a:off x="6613075" y="2816120"/>
            <a:ext cx="1643165" cy="52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nSpc>
                <a:spcPct val="97000"/>
              </a:lnSpc>
            </a:pPr>
            <a:r>
              <a:rPr lang="de-CH" sz="1200" spc="30" dirty="0">
                <a:solidFill>
                  <a:schemeClr val="tx1"/>
                </a:solidFill>
              </a:rPr>
              <a:t>Vorname Name</a:t>
            </a:r>
          </a:p>
          <a:p>
            <a:pPr>
              <a:lnSpc>
                <a:spcPct val="97000"/>
              </a:lnSpc>
            </a:pPr>
            <a:r>
              <a:rPr lang="de-CH" sz="1200" spc="30" dirty="0">
                <a:solidFill>
                  <a:schemeClr val="tx1"/>
                </a:solidFill>
              </a:rPr>
              <a:t>Funktion</a:t>
            </a:r>
          </a:p>
        </p:txBody>
      </p:sp>
      <p:sp>
        <p:nvSpPr>
          <p:cNvPr id="24" name="Rechteck 23">
            <a:extLst>
              <a:ext uri="{FF2B5EF4-FFF2-40B4-BE49-F238E27FC236}">
                <a16:creationId xmlns:a16="http://schemas.microsoft.com/office/drawing/2014/main" id="{FAFC8768-BE02-5802-CA5E-C21A752B8D65}"/>
              </a:ext>
            </a:extLst>
          </p:cNvPr>
          <p:cNvSpPr/>
          <p:nvPr/>
        </p:nvSpPr>
        <p:spPr>
          <a:xfrm>
            <a:off x="9405835" y="2816120"/>
            <a:ext cx="1643165" cy="52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nSpc>
                <a:spcPct val="97000"/>
              </a:lnSpc>
            </a:pPr>
            <a:r>
              <a:rPr lang="de-CH" sz="1200" spc="30" dirty="0">
                <a:solidFill>
                  <a:schemeClr val="tx1"/>
                </a:solidFill>
              </a:rPr>
              <a:t>Vorname Name</a:t>
            </a:r>
          </a:p>
          <a:p>
            <a:pPr>
              <a:lnSpc>
                <a:spcPct val="97000"/>
              </a:lnSpc>
            </a:pPr>
            <a:r>
              <a:rPr lang="de-CH" sz="1200" spc="30" dirty="0">
                <a:solidFill>
                  <a:schemeClr val="tx1"/>
                </a:solidFill>
              </a:rPr>
              <a:t>Funktion</a:t>
            </a:r>
          </a:p>
        </p:txBody>
      </p:sp>
      <p:sp>
        <p:nvSpPr>
          <p:cNvPr id="25" name="Rechteck 24">
            <a:extLst>
              <a:ext uri="{FF2B5EF4-FFF2-40B4-BE49-F238E27FC236}">
                <a16:creationId xmlns:a16="http://schemas.microsoft.com/office/drawing/2014/main" id="{7914A244-9232-3FE3-3509-FA0A53E67420}"/>
              </a:ext>
            </a:extLst>
          </p:cNvPr>
          <p:cNvSpPr/>
          <p:nvPr/>
        </p:nvSpPr>
        <p:spPr>
          <a:xfrm>
            <a:off x="3810951" y="2816120"/>
            <a:ext cx="1643165" cy="52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nSpc>
                <a:spcPct val="97000"/>
              </a:lnSpc>
            </a:pPr>
            <a:r>
              <a:rPr lang="de-CH" sz="1200" spc="30" dirty="0">
                <a:solidFill>
                  <a:schemeClr val="tx1"/>
                </a:solidFill>
              </a:rPr>
              <a:t>Vorname Name</a:t>
            </a:r>
          </a:p>
          <a:p>
            <a:pPr>
              <a:lnSpc>
                <a:spcPct val="97000"/>
              </a:lnSpc>
            </a:pPr>
            <a:r>
              <a:rPr lang="de-CH" sz="1200" spc="30" dirty="0">
                <a:solidFill>
                  <a:schemeClr val="tx1"/>
                </a:solidFill>
              </a:rPr>
              <a:t>Funktion</a:t>
            </a:r>
          </a:p>
        </p:txBody>
      </p:sp>
      <p:sp>
        <p:nvSpPr>
          <p:cNvPr id="27" name="Rechteck 26">
            <a:extLst>
              <a:ext uri="{FF2B5EF4-FFF2-40B4-BE49-F238E27FC236}">
                <a16:creationId xmlns:a16="http://schemas.microsoft.com/office/drawing/2014/main" id="{D6C4AC7E-739D-4A40-0C47-072B7A247A97}"/>
              </a:ext>
            </a:extLst>
          </p:cNvPr>
          <p:cNvSpPr/>
          <p:nvPr/>
        </p:nvSpPr>
        <p:spPr>
          <a:xfrm>
            <a:off x="9932392" y="5016923"/>
            <a:ext cx="1189348" cy="5204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nSpc>
                <a:spcPct val="97000"/>
              </a:lnSpc>
            </a:pPr>
            <a:r>
              <a:rPr lang="de-CH" sz="1200" spc="30" dirty="0">
                <a:solidFill>
                  <a:schemeClr val="tx1"/>
                </a:solidFill>
              </a:rPr>
              <a:t>Vorname Name</a:t>
            </a:r>
          </a:p>
          <a:p>
            <a:pPr>
              <a:lnSpc>
                <a:spcPct val="97000"/>
              </a:lnSpc>
            </a:pPr>
            <a:r>
              <a:rPr lang="de-CH" sz="1200" spc="30" dirty="0">
                <a:solidFill>
                  <a:schemeClr val="tx1"/>
                </a:solidFill>
              </a:rPr>
              <a:t>Funktion</a:t>
            </a:r>
          </a:p>
        </p:txBody>
      </p:sp>
      <p:sp>
        <p:nvSpPr>
          <p:cNvPr id="29" name="Rechteck 28">
            <a:extLst>
              <a:ext uri="{FF2B5EF4-FFF2-40B4-BE49-F238E27FC236}">
                <a16:creationId xmlns:a16="http://schemas.microsoft.com/office/drawing/2014/main" id="{87D7EC8D-BE09-71B4-EE06-2F047817F588}"/>
              </a:ext>
            </a:extLst>
          </p:cNvPr>
          <p:cNvSpPr/>
          <p:nvPr/>
        </p:nvSpPr>
        <p:spPr>
          <a:xfrm>
            <a:off x="8533416" y="5016923"/>
            <a:ext cx="1189349" cy="5204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nSpc>
                <a:spcPct val="97000"/>
              </a:lnSpc>
            </a:pPr>
            <a:r>
              <a:rPr lang="de-CH" sz="1200" spc="30" dirty="0">
                <a:solidFill>
                  <a:schemeClr val="tx1"/>
                </a:solidFill>
              </a:rPr>
              <a:t>Vorname Name</a:t>
            </a:r>
          </a:p>
          <a:p>
            <a:pPr>
              <a:lnSpc>
                <a:spcPct val="97000"/>
              </a:lnSpc>
            </a:pPr>
            <a:r>
              <a:rPr lang="de-CH" sz="1200" spc="30" dirty="0">
                <a:solidFill>
                  <a:schemeClr val="tx1"/>
                </a:solidFill>
              </a:rPr>
              <a:t>Funktion</a:t>
            </a:r>
          </a:p>
        </p:txBody>
      </p:sp>
      <p:sp>
        <p:nvSpPr>
          <p:cNvPr id="30" name="Rechteck 29">
            <a:extLst>
              <a:ext uri="{FF2B5EF4-FFF2-40B4-BE49-F238E27FC236}">
                <a16:creationId xmlns:a16="http://schemas.microsoft.com/office/drawing/2014/main" id="{A1FDF5CB-287F-C348-A9EF-4EAC38D66E7E}"/>
              </a:ext>
            </a:extLst>
          </p:cNvPr>
          <p:cNvSpPr/>
          <p:nvPr/>
        </p:nvSpPr>
        <p:spPr>
          <a:xfrm>
            <a:off x="7134441" y="5016923"/>
            <a:ext cx="1189348" cy="5204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nSpc>
                <a:spcPct val="97000"/>
              </a:lnSpc>
            </a:pPr>
            <a:r>
              <a:rPr lang="de-CH" sz="1200" spc="30" dirty="0">
                <a:solidFill>
                  <a:schemeClr val="tx1"/>
                </a:solidFill>
              </a:rPr>
              <a:t>Vorname Name</a:t>
            </a:r>
          </a:p>
          <a:p>
            <a:pPr>
              <a:lnSpc>
                <a:spcPct val="97000"/>
              </a:lnSpc>
            </a:pPr>
            <a:r>
              <a:rPr lang="de-CH" sz="1200" spc="30" dirty="0">
                <a:solidFill>
                  <a:schemeClr val="tx1"/>
                </a:solidFill>
              </a:rPr>
              <a:t>Funktion</a:t>
            </a:r>
          </a:p>
        </p:txBody>
      </p:sp>
      <p:sp>
        <p:nvSpPr>
          <p:cNvPr id="31" name="Rechteck 30">
            <a:extLst>
              <a:ext uri="{FF2B5EF4-FFF2-40B4-BE49-F238E27FC236}">
                <a16:creationId xmlns:a16="http://schemas.microsoft.com/office/drawing/2014/main" id="{80B87A80-DE20-83AC-9BF4-73015E740CE3}"/>
              </a:ext>
            </a:extLst>
          </p:cNvPr>
          <p:cNvSpPr/>
          <p:nvPr/>
        </p:nvSpPr>
        <p:spPr>
          <a:xfrm>
            <a:off x="5735466" y="5016923"/>
            <a:ext cx="1189349" cy="5204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nSpc>
                <a:spcPct val="97000"/>
              </a:lnSpc>
            </a:pPr>
            <a:r>
              <a:rPr lang="de-CH" sz="1200" spc="30" dirty="0">
                <a:solidFill>
                  <a:schemeClr val="tx1"/>
                </a:solidFill>
              </a:rPr>
              <a:t>Vorname Name</a:t>
            </a:r>
          </a:p>
          <a:p>
            <a:pPr>
              <a:lnSpc>
                <a:spcPct val="97000"/>
              </a:lnSpc>
            </a:pPr>
            <a:r>
              <a:rPr lang="de-CH" sz="1200" spc="30" dirty="0">
                <a:solidFill>
                  <a:schemeClr val="tx1"/>
                </a:solidFill>
              </a:rPr>
              <a:t>Funktion</a:t>
            </a:r>
          </a:p>
        </p:txBody>
      </p:sp>
      <p:sp>
        <p:nvSpPr>
          <p:cNvPr id="32" name="Rechteck 31">
            <a:extLst>
              <a:ext uri="{FF2B5EF4-FFF2-40B4-BE49-F238E27FC236}">
                <a16:creationId xmlns:a16="http://schemas.microsoft.com/office/drawing/2014/main" id="{C752CAC3-DFF9-09AF-C55F-2E9282530A86}"/>
              </a:ext>
            </a:extLst>
          </p:cNvPr>
          <p:cNvSpPr/>
          <p:nvPr/>
        </p:nvSpPr>
        <p:spPr>
          <a:xfrm>
            <a:off x="2937516" y="5016923"/>
            <a:ext cx="1189348" cy="5204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nSpc>
                <a:spcPct val="97000"/>
              </a:lnSpc>
            </a:pPr>
            <a:r>
              <a:rPr lang="de-CH" sz="1200" spc="30" dirty="0">
                <a:solidFill>
                  <a:schemeClr val="tx1"/>
                </a:solidFill>
              </a:rPr>
              <a:t>Vorname Name</a:t>
            </a:r>
          </a:p>
          <a:p>
            <a:pPr>
              <a:lnSpc>
                <a:spcPct val="97000"/>
              </a:lnSpc>
            </a:pPr>
            <a:r>
              <a:rPr lang="de-CH" sz="1200" spc="30" dirty="0">
                <a:solidFill>
                  <a:schemeClr val="tx1"/>
                </a:solidFill>
              </a:rPr>
              <a:t>Funktion</a:t>
            </a:r>
          </a:p>
        </p:txBody>
      </p:sp>
      <p:sp>
        <p:nvSpPr>
          <p:cNvPr id="33" name="Rechteck 32">
            <a:extLst>
              <a:ext uri="{FF2B5EF4-FFF2-40B4-BE49-F238E27FC236}">
                <a16:creationId xmlns:a16="http://schemas.microsoft.com/office/drawing/2014/main" id="{EBD979C1-ED05-104F-20AA-05F7CE58DC96}"/>
              </a:ext>
            </a:extLst>
          </p:cNvPr>
          <p:cNvSpPr/>
          <p:nvPr/>
        </p:nvSpPr>
        <p:spPr>
          <a:xfrm>
            <a:off x="1538541" y="5016923"/>
            <a:ext cx="1189349" cy="5204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nSpc>
                <a:spcPct val="97000"/>
              </a:lnSpc>
            </a:pPr>
            <a:r>
              <a:rPr lang="de-CH" sz="1200" spc="30" dirty="0">
                <a:solidFill>
                  <a:schemeClr val="tx1"/>
                </a:solidFill>
              </a:rPr>
              <a:t>Vorname Name</a:t>
            </a:r>
          </a:p>
          <a:p>
            <a:pPr>
              <a:lnSpc>
                <a:spcPct val="97000"/>
              </a:lnSpc>
            </a:pPr>
            <a:r>
              <a:rPr lang="de-CH" sz="1200" spc="30" dirty="0">
                <a:solidFill>
                  <a:schemeClr val="tx1"/>
                </a:solidFill>
              </a:rPr>
              <a:t>Funktion</a:t>
            </a:r>
          </a:p>
        </p:txBody>
      </p:sp>
      <p:sp>
        <p:nvSpPr>
          <p:cNvPr id="34" name="Rechteck 33">
            <a:extLst>
              <a:ext uri="{FF2B5EF4-FFF2-40B4-BE49-F238E27FC236}">
                <a16:creationId xmlns:a16="http://schemas.microsoft.com/office/drawing/2014/main" id="{B64D04F2-C601-F3B4-9091-A4B65EB59608}"/>
              </a:ext>
            </a:extLst>
          </p:cNvPr>
          <p:cNvSpPr/>
          <p:nvPr/>
        </p:nvSpPr>
        <p:spPr>
          <a:xfrm>
            <a:off x="4336491" y="5016923"/>
            <a:ext cx="1189348" cy="5204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nSpc>
                <a:spcPct val="97000"/>
              </a:lnSpc>
            </a:pPr>
            <a:r>
              <a:rPr lang="de-CH" sz="1200" spc="30" dirty="0">
                <a:solidFill>
                  <a:schemeClr val="tx1"/>
                </a:solidFill>
              </a:rPr>
              <a:t>Vorname Name</a:t>
            </a:r>
          </a:p>
          <a:p>
            <a:pPr>
              <a:lnSpc>
                <a:spcPct val="97000"/>
              </a:lnSpc>
            </a:pPr>
            <a:r>
              <a:rPr lang="de-CH" sz="1200" spc="30" dirty="0">
                <a:solidFill>
                  <a:schemeClr val="tx1"/>
                </a:solidFill>
              </a:rPr>
              <a:t>Funktion</a:t>
            </a:r>
          </a:p>
        </p:txBody>
      </p:sp>
      <p:cxnSp>
        <p:nvCxnSpPr>
          <p:cNvPr id="36" name="Verbinder: gewinkelt 35">
            <a:extLst>
              <a:ext uri="{FF2B5EF4-FFF2-40B4-BE49-F238E27FC236}">
                <a16:creationId xmlns:a16="http://schemas.microsoft.com/office/drawing/2014/main" id="{E54A0B82-9AA8-3D7B-8FDE-4A21F559B2C2}"/>
              </a:ext>
            </a:extLst>
          </p:cNvPr>
          <p:cNvCxnSpPr>
            <a:cxnSpLocks/>
            <a:stCxn id="10" idx="4"/>
            <a:endCxn id="43" idx="0"/>
          </p:cNvCxnSpPr>
          <p:nvPr/>
        </p:nvCxnSpPr>
        <p:spPr>
          <a:xfrm rot="5400000">
            <a:off x="4303929" y="848915"/>
            <a:ext cx="784429" cy="2795990"/>
          </a:xfrm>
          <a:prstGeom prst="bent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Verbinder: gewinkelt 37">
            <a:extLst>
              <a:ext uri="{FF2B5EF4-FFF2-40B4-BE49-F238E27FC236}">
                <a16:creationId xmlns:a16="http://schemas.microsoft.com/office/drawing/2014/main" id="{6E458EF7-0B39-3BDD-D886-49E0CD33B563}"/>
              </a:ext>
            </a:extLst>
          </p:cNvPr>
          <p:cNvCxnSpPr>
            <a:cxnSpLocks/>
            <a:stCxn id="10" idx="4"/>
            <a:endCxn id="35" idx="0"/>
          </p:cNvCxnSpPr>
          <p:nvPr/>
        </p:nvCxnSpPr>
        <p:spPr>
          <a:xfrm rot="16200000" flipH="1">
            <a:off x="7113644" y="835189"/>
            <a:ext cx="763424" cy="2802437"/>
          </a:xfrm>
          <a:prstGeom prst="bentConnector3">
            <a:avLst>
              <a:gd name="adj1" fmla="val 51248"/>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Verbinder: gewinkelt 40">
            <a:extLst>
              <a:ext uri="{FF2B5EF4-FFF2-40B4-BE49-F238E27FC236}">
                <a16:creationId xmlns:a16="http://schemas.microsoft.com/office/drawing/2014/main" id="{808E9D3F-D34D-84FE-7189-FB0819B63F58}"/>
              </a:ext>
            </a:extLst>
          </p:cNvPr>
          <p:cNvCxnSpPr>
            <a:cxnSpLocks/>
            <a:stCxn id="35" idx="4"/>
            <a:endCxn id="45" idx="0"/>
          </p:cNvCxnSpPr>
          <p:nvPr/>
        </p:nvCxnSpPr>
        <p:spPr>
          <a:xfrm rot="16200000" flipH="1">
            <a:off x="9194377" y="3040317"/>
            <a:ext cx="804000" cy="1399605"/>
          </a:xfrm>
          <a:prstGeom prst="bent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Verbinder: gewinkelt 43">
            <a:extLst>
              <a:ext uri="{FF2B5EF4-FFF2-40B4-BE49-F238E27FC236}">
                <a16:creationId xmlns:a16="http://schemas.microsoft.com/office/drawing/2014/main" id="{08935C53-C23F-F42C-0697-A48D1BDDC4FE}"/>
              </a:ext>
            </a:extLst>
          </p:cNvPr>
          <p:cNvCxnSpPr>
            <a:cxnSpLocks/>
            <a:stCxn id="26" idx="4"/>
            <a:endCxn id="42" idx="0"/>
          </p:cNvCxnSpPr>
          <p:nvPr/>
        </p:nvCxnSpPr>
        <p:spPr>
          <a:xfrm rot="16200000" flipH="1">
            <a:off x="6393553" y="3038704"/>
            <a:ext cx="804000" cy="1402831"/>
          </a:xfrm>
          <a:prstGeom prst="bent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Verbinder: gewinkelt 46">
            <a:extLst>
              <a:ext uri="{FF2B5EF4-FFF2-40B4-BE49-F238E27FC236}">
                <a16:creationId xmlns:a16="http://schemas.microsoft.com/office/drawing/2014/main" id="{3C4960D9-AF65-54E6-D1D7-6FD0C8DF92C4}"/>
              </a:ext>
            </a:extLst>
          </p:cNvPr>
          <p:cNvCxnSpPr>
            <a:cxnSpLocks/>
            <a:stCxn id="43" idx="4"/>
            <a:endCxn id="37" idx="0"/>
          </p:cNvCxnSpPr>
          <p:nvPr/>
        </p:nvCxnSpPr>
        <p:spPr>
          <a:xfrm rot="5400000">
            <a:off x="2206848" y="3050819"/>
            <a:ext cx="782995" cy="1399607"/>
          </a:xfrm>
          <a:prstGeom prst="bent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Verbinder: gewinkelt 49">
            <a:extLst>
              <a:ext uri="{FF2B5EF4-FFF2-40B4-BE49-F238E27FC236}">
                <a16:creationId xmlns:a16="http://schemas.microsoft.com/office/drawing/2014/main" id="{9C179F94-1BDA-8FF8-72C4-D6BF13B141D0}"/>
              </a:ext>
            </a:extLst>
          </p:cNvPr>
          <p:cNvCxnSpPr>
            <a:cxnSpLocks/>
            <a:stCxn id="26" idx="4"/>
            <a:endCxn id="46" idx="0"/>
          </p:cNvCxnSpPr>
          <p:nvPr/>
        </p:nvCxnSpPr>
        <p:spPr>
          <a:xfrm rot="5400000">
            <a:off x="4993947" y="3041929"/>
            <a:ext cx="804000" cy="1396383"/>
          </a:xfrm>
          <a:prstGeom prst="bent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Gerader Verbinder 55">
            <a:extLst>
              <a:ext uri="{FF2B5EF4-FFF2-40B4-BE49-F238E27FC236}">
                <a16:creationId xmlns:a16="http://schemas.microsoft.com/office/drawing/2014/main" id="{431F8507-7F9B-3420-DEDB-9360CBCF1D44}"/>
              </a:ext>
            </a:extLst>
          </p:cNvPr>
          <p:cNvCxnSpPr>
            <a:cxnSpLocks/>
            <a:stCxn id="10" idx="4"/>
            <a:endCxn id="26" idx="0"/>
          </p:cNvCxnSpPr>
          <p:nvPr/>
        </p:nvCxnSpPr>
        <p:spPr>
          <a:xfrm>
            <a:off x="6094138" y="1854696"/>
            <a:ext cx="0" cy="763424"/>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Gerader Verbinder 56">
            <a:extLst>
              <a:ext uri="{FF2B5EF4-FFF2-40B4-BE49-F238E27FC236}">
                <a16:creationId xmlns:a16="http://schemas.microsoft.com/office/drawing/2014/main" id="{6F280582-8950-E7C7-9D31-C389A6171171}"/>
              </a:ext>
            </a:extLst>
          </p:cNvPr>
          <p:cNvCxnSpPr>
            <a:cxnSpLocks/>
            <a:stCxn id="26" idx="4"/>
            <a:endCxn id="28" idx="0"/>
          </p:cNvCxnSpPr>
          <p:nvPr/>
        </p:nvCxnSpPr>
        <p:spPr>
          <a:xfrm>
            <a:off x="6094138" y="3338120"/>
            <a:ext cx="3224" cy="804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5831122E-8488-5195-4CEF-09336A65B5DD}"/>
              </a:ext>
            </a:extLst>
          </p:cNvPr>
          <p:cNvCxnSpPr>
            <a:cxnSpLocks/>
            <a:stCxn id="35" idx="4"/>
            <a:endCxn id="40" idx="0"/>
          </p:cNvCxnSpPr>
          <p:nvPr/>
        </p:nvCxnSpPr>
        <p:spPr>
          <a:xfrm>
            <a:off x="8896575" y="3338120"/>
            <a:ext cx="0" cy="804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Gerader Verbinder 62">
            <a:extLst>
              <a:ext uri="{FF2B5EF4-FFF2-40B4-BE49-F238E27FC236}">
                <a16:creationId xmlns:a16="http://schemas.microsoft.com/office/drawing/2014/main" id="{663D964F-119F-1195-7A21-5FFE2255E6C6}"/>
              </a:ext>
            </a:extLst>
          </p:cNvPr>
          <p:cNvCxnSpPr>
            <a:cxnSpLocks/>
            <a:stCxn id="43" idx="4"/>
            <a:endCxn id="39" idx="0"/>
          </p:cNvCxnSpPr>
          <p:nvPr/>
        </p:nvCxnSpPr>
        <p:spPr>
          <a:xfrm>
            <a:off x="3298148" y="3359125"/>
            <a:ext cx="0" cy="782995"/>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Grafik 9">
            <a:extLst>
              <a:ext uri="{FF2B5EF4-FFF2-40B4-BE49-F238E27FC236}">
                <a16:creationId xmlns:a16="http://schemas.microsoft.com/office/drawing/2014/main" id="{C3F63A34-C51A-5E89-B8CA-7DEA2C6AD0F4}"/>
              </a:ext>
            </a:extLst>
          </p:cNvPr>
          <p:cNvPicPr>
            <a:picLocks noChangeAspect="1"/>
          </p:cNvPicPr>
          <p:nvPr/>
        </p:nvPicPr>
        <p:blipFill>
          <a:blip r:embed="rId2"/>
          <a:stretch>
            <a:fillRect/>
          </a:stretch>
        </p:blipFill>
        <p:spPr>
          <a:xfrm>
            <a:off x="5734138" y="1134696"/>
            <a:ext cx="720000" cy="720000"/>
          </a:xfrm>
          <a:prstGeom prst="ellipse">
            <a:avLst/>
          </a:prstGeom>
          <a:solidFill>
            <a:schemeClr val="accent6"/>
          </a:solidFill>
        </p:spPr>
      </p:pic>
      <p:pic>
        <p:nvPicPr>
          <p:cNvPr id="26" name="Grafik 25">
            <a:extLst>
              <a:ext uri="{FF2B5EF4-FFF2-40B4-BE49-F238E27FC236}">
                <a16:creationId xmlns:a16="http://schemas.microsoft.com/office/drawing/2014/main" id="{FE897BDA-B6D3-FE6F-CECD-E6D47A8C0DEF}"/>
              </a:ext>
            </a:extLst>
          </p:cNvPr>
          <p:cNvPicPr>
            <a:picLocks noChangeAspect="1"/>
          </p:cNvPicPr>
          <p:nvPr/>
        </p:nvPicPr>
        <p:blipFill>
          <a:blip r:embed="rId2"/>
          <a:stretch>
            <a:fillRect/>
          </a:stretch>
        </p:blipFill>
        <p:spPr>
          <a:xfrm>
            <a:off x="5734138" y="2618120"/>
            <a:ext cx="720000" cy="720000"/>
          </a:xfrm>
          <a:prstGeom prst="ellipse">
            <a:avLst/>
          </a:prstGeom>
          <a:solidFill>
            <a:schemeClr val="accent6"/>
          </a:solidFill>
        </p:spPr>
      </p:pic>
      <p:pic>
        <p:nvPicPr>
          <p:cNvPr id="28" name="Grafik 27">
            <a:extLst>
              <a:ext uri="{FF2B5EF4-FFF2-40B4-BE49-F238E27FC236}">
                <a16:creationId xmlns:a16="http://schemas.microsoft.com/office/drawing/2014/main" id="{1132987C-DE07-FAB9-6D11-2B02A3CB6DA8}"/>
              </a:ext>
            </a:extLst>
          </p:cNvPr>
          <p:cNvPicPr>
            <a:picLocks noChangeAspect="1"/>
          </p:cNvPicPr>
          <p:nvPr/>
        </p:nvPicPr>
        <p:blipFill>
          <a:blip r:embed="rId2"/>
          <a:stretch>
            <a:fillRect/>
          </a:stretch>
        </p:blipFill>
        <p:spPr>
          <a:xfrm>
            <a:off x="5737362" y="4142120"/>
            <a:ext cx="720000" cy="720000"/>
          </a:xfrm>
          <a:prstGeom prst="ellipse">
            <a:avLst/>
          </a:prstGeom>
          <a:solidFill>
            <a:schemeClr val="accent6"/>
          </a:solidFill>
        </p:spPr>
      </p:pic>
      <p:pic>
        <p:nvPicPr>
          <p:cNvPr id="35" name="Grafik 34">
            <a:extLst>
              <a:ext uri="{FF2B5EF4-FFF2-40B4-BE49-F238E27FC236}">
                <a16:creationId xmlns:a16="http://schemas.microsoft.com/office/drawing/2014/main" id="{8005BDFD-6EE7-3186-0D74-DAB16C0279E4}"/>
              </a:ext>
            </a:extLst>
          </p:cNvPr>
          <p:cNvPicPr>
            <a:picLocks noChangeAspect="1"/>
          </p:cNvPicPr>
          <p:nvPr/>
        </p:nvPicPr>
        <p:blipFill>
          <a:blip r:embed="rId2"/>
          <a:stretch>
            <a:fillRect/>
          </a:stretch>
        </p:blipFill>
        <p:spPr>
          <a:xfrm>
            <a:off x="8536575" y="2618120"/>
            <a:ext cx="720000" cy="720000"/>
          </a:xfrm>
          <a:prstGeom prst="ellipse">
            <a:avLst/>
          </a:prstGeom>
          <a:solidFill>
            <a:schemeClr val="accent6"/>
          </a:solidFill>
        </p:spPr>
      </p:pic>
      <p:pic>
        <p:nvPicPr>
          <p:cNvPr id="37" name="Grafik 36">
            <a:extLst>
              <a:ext uri="{FF2B5EF4-FFF2-40B4-BE49-F238E27FC236}">
                <a16:creationId xmlns:a16="http://schemas.microsoft.com/office/drawing/2014/main" id="{57794F3D-233C-1096-2BB7-4228D5D2FD17}"/>
              </a:ext>
            </a:extLst>
          </p:cNvPr>
          <p:cNvPicPr>
            <a:picLocks noChangeAspect="1"/>
          </p:cNvPicPr>
          <p:nvPr/>
        </p:nvPicPr>
        <p:blipFill>
          <a:blip r:embed="rId2"/>
          <a:stretch>
            <a:fillRect/>
          </a:stretch>
        </p:blipFill>
        <p:spPr>
          <a:xfrm>
            <a:off x="1538541" y="4142120"/>
            <a:ext cx="720000" cy="720000"/>
          </a:xfrm>
          <a:prstGeom prst="ellipse">
            <a:avLst/>
          </a:prstGeom>
          <a:solidFill>
            <a:schemeClr val="accent6"/>
          </a:solidFill>
        </p:spPr>
      </p:pic>
      <p:pic>
        <p:nvPicPr>
          <p:cNvPr id="39" name="Grafik 38">
            <a:extLst>
              <a:ext uri="{FF2B5EF4-FFF2-40B4-BE49-F238E27FC236}">
                <a16:creationId xmlns:a16="http://schemas.microsoft.com/office/drawing/2014/main" id="{2F75CDEF-A97E-7574-D1E7-9B15100C4E60}"/>
              </a:ext>
            </a:extLst>
          </p:cNvPr>
          <p:cNvPicPr>
            <a:picLocks noChangeAspect="1"/>
          </p:cNvPicPr>
          <p:nvPr/>
        </p:nvPicPr>
        <p:blipFill>
          <a:blip r:embed="rId2"/>
          <a:stretch>
            <a:fillRect/>
          </a:stretch>
        </p:blipFill>
        <p:spPr>
          <a:xfrm>
            <a:off x="2938148" y="4142120"/>
            <a:ext cx="720000" cy="720000"/>
          </a:xfrm>
          <a:prstGeom prst="ellipse">
            <a:avLst/>
          </a:prstGeom>
          <a:solidFill>
            <a:schemeClr val="accent6"/>
          </a:solidFill>
        </p:spPr>
      </p:pic>
      <p:pic>
        <p:nvPicPr>
          <p:cNvPr id="40" name="Grafik 39">
            <a:extLst>
              <a:ext uri="{FF2B5EF4-FFF2-40B4-BE49-F238E27FC236}">
                <a16:creationId xmlns:a16="http://schemas.microsoft.com/office/drawing/2014/main" id="{E0F50B3C-42B5-E741-9741-CDB90CDB06E0}"/>
              </a:ext>
            </a:extLst>
          </p:cNvPr>
          <p:cNvPicPr>
            <a:picLocks noChangeAspect="1"/>
          </p:cNvPicPr>
          <p:nvPr/>
        </p:nvPicPr>
        <p:blipFill>
          <a:blip r:embed="rId2"/>
          <a:stretch>
            <a:fillRect/>
          </a:stretch>
        </p:blipFill>
        <p:spPr>
          <a:xfrm>
            <a:off x="8536575" y="4142120"/>
            <a:ext cx="720000" cy="720000"/>
          </a:xfrm>
          <a:prstGeom prst="ellipse">
            <a:avLst/>
          </a:prstGeom>
          <a:solidFill>
            <a:schemeClr val="accent6"/>
          </a:solidFill>
        </p:spPr>
      </p:pic>
      <p:pic>
        <p:nvPicPr>
          <p:cNvPr id="42" name="Grafik 41">
            <a:extLst>
              <a:ext uri="{FF2B5EF4-FFF2-40B4-BE49-F238E27FC236}">
                <a16:creationId xmlns:a16="http://schemas.microsoft.com/office/drawing/2014/main" id="{8C791EDC-483F-21D8-3E6B-1902E4975297}"/>
              </a:ext>
            </a:extLst>
          </p:cNvPr>
          <p:cNvPicPr>
            <a:picLocks noChangeAspect="1"/>
          </p:cNvPicPr>
          <p:nvPr/>
        </p:nvPicPr>
        <p:blipFill>
          <a:blip r:embed="rId2"/>
          <a:stretch>
            <a:fillRect/>
          </a:stretch>
        </p:blipFill>
        <p:spPr>
          <a:xfrm>
            <a:off x="7136969" y="4142120"/>
            <a:ext cx="720000" cy="720000"/>
          </a:xfrm>
          <a:prstGeom prst="ellipse">
            <a:avLst/>
          </a:prstGeom>
          <a:solidFill>
            <a:schemeClr val="accent6"/>
          </a:solidFill>
        </p:spPr>
      </p:pic>
      <p:pic>
        <p:nvPicPr>
          <p:cNvPr id="43" name="Grafik 42">
            <a:extLst>
              <a:ext uri="{FF2B5EF4-FFF2-40B4-BE49-F238E27FC236}">
                <a16:creationId xmlns:a16="http://schemas.microsoft.com/office/drawing/2014/main" id="{76E43076-A6E5-C59A-B030-C9B7D944F380}"/>
              </a:ext>
            </a:extLst>
          </p:cNvPr>
          <p:cNvPicPr>
            <a:picLocks noChangeAspect="1"/>
          </p:cNvPicPr>
          <p:nvPr/>
        </p:nvPicPr>
        <p:blipFill>
          <a:blip r:embed="rId2"/>
          <a:stretch>
            <a:fillRect/>
          </a:stretch>
        </p:blipFill>
        <p:spPr>
          <a:xfrm>
            <a:off x="2938148" y="2639125"/>
            <a:ext cx="720000" cy="720000"/>
          </a:xfrm>
          <a:prstGeom prst="ellipse">
            <a:avLst/>
          </a:prstGeom>
          <a:solidFill>
            <a:schemeClr val="accent6"/>
          </a:solidFill>
        </p:spPr>
      </p:pic>
      <p:pic>
        <p:nvPicPr>
          <p:cNvPr id="45" name="Grafik 44">
            <a:extLst>
              <a:ext uri="{FF2B5EF4-FFF2-40B4-BE49-F238E27FC236}">
                <a16:creationId xmlns:a16="http://schemas.microsoft.com/office/drawing/2014/main" id="{B65D6783-BF8E-7C6C-4797-BE447FB5D9E5}"/>
              </a:ext>
            </a:extLst>
          </p:cNvPr>
          <p:cNvPicPr>
            <a:picLocks noChangeAspect="1"/>
          </p:cNvPicPr>
          <p:nvPr/>
        </p:nvPicPr>
        <p:blipFill>
          <a:blip r:embed="rId2"/>
          <a:stretch>
            <a:fillRect/>
          </a:stretch>
        </p:blipFill>
        <p:spPr>
          <a:xfrm>
            <a:off x="9936180" y="4142120"/>
            <a:ext cx="720000" cy="720000"/>
          </a:xfrm>
          <a:prstGeom prst="ellipse">
            <a:avLst/>
          </a:prstGeom>
          <a:solidFill>
            <a:schemeClr val="accent6"/>
          </a:solidFill>
        </p:spPr>
      </p:pic>
      <p:pic>
        <p:nvPicPr>
          <p:cNvPr id="46" name="Grafik 45">
            <a:extLst>
              <a:ext uri="{FF2B5EF4-FFF2-40B4-BE49-F238E27FC236}">
                <a16:creationId xmlns:a16="http://schemas.microsoft.com/office/drawing/2014/main" id="{15DCE9FC-5F73-C6F5-B0B8-C2D9B48FADF1}"/>
              </a:ext>
            </a:extLst>
          </p:cNvPr>
          <p:cNvPicPr>
            <a:picLocks noChangeAspect="1"/>
          </p:cNvPicPr>
          <p:nvPr/>
        </p:nvPicPr>
        <p:blipFill>
          <a:blip r:embed="rId2"/>
          <a:stretch>
            <a:fillRect/>
          </a:stretch>
        </p:blipFill>
        <p:spPr>
          <a:xfrm>
            <a:off x="4337755" y="4142120"/>
            <a:ext cx="720000" cy="720000"/>
          </a:xfrm>
          <a:prstGeom prst="ellipse">
            <a:avLst/>
          </a:prstGeom>
          <a:solidFill>
            <a:schemeClr val="accent6"/>
          </a:solidFill>
        </p:spPr>
      </p:pic>
      <p:grpSp>
        <p:nvGrpSpPr>
          <p:cNvPr id="3" name="Gruppieren 2">
            <a:extLst>
              <a:ext uri="{FF2B5EF4-FFF2-40B4-BE49-F238E27FC236}">
                <a16:creationId xmlns:a16="http://schemas.microsoft.com/office/drawing/2014/main" id="{21162011-7159-C33D-35A2-219E34FC6357}"/>
              </a:ext>
            </a:extLst>
          </p:cNvPr>
          <p:cNvGrpSpPr/>
          <p:nvPr/>
        </p:nvGrpSpPr>
        <p:grpSpPr>
          <a:xfrm>
            <a:off x="8870648" y="377290"/>
            <a:ext cx="2905609" cy="1316755"/>
            <a:chOff x="8876815" y="2996758"/>
            <a:chExt cx="2905609" cy="1353214"/>
          </a:xfrm>
          <a:solidFill>
            <a:schemeClr val="accent6"/>
          </a:solidFill>
        </p:grpSpPr>
        <p:sp>
          <p:nvSpPr>
            <p:cNvPr id="7" name="Rechteck 6">
              <a:extLst>
                <a:ext uri="{FF2B5EF4-FFF2-40B4-BE49-F238E27FC236}">
                  <a16:creationId xmlns:a16="http://schemas.microsoft.com/office/drawing/2014/main" id="{B86443B6-E09F-A381-49EA-78CABC90543D}"/>
                </a:ext>
              </a:extLst>
            </p:cNvPr>
            <p:cNvSpPr/>
            <p:nvPr/>
          </p:nvSpPr>
          <p:spPr>
            <a:xfrm>
              <a:off x="8876815" y="2996758"/>
              <a:ext cx="2905609" cy="105454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44000" rIns="72000" bIns="72000" rtlCol="0" anchor="t"/>
            <a:lstStyle/>
            <a:p>
              <a:pPr>
                <a:lnSpc>
                  <a:spcPct val="97000"/>
                </a:lnSpc>
              </a:pPr>
              <a:r>
                <a:rPr lang="de-CH" sz="1200" b="1" spc="30" dirty="0">
                  <a:solidFill>
                    <a:schemeClr val="tx1"/>
                  </a:solidFill>
                </a:rPr>
                <a:t>Hinweis</a:t>
              </a:r>
            </a:p>
            <a:p>
              <a:pPr>
                <a:lnSpc>
                  <a:spcPct val="97000"/>
                </a:lnSpc>
              </a:pPr>
              <a:r>
                <a:rPr lang="de-CH" sz="1200" spc="30" dirty="0">
                  <a:solidFill>
                    <a:schemeClr val="tx1"/>
                  </a:solidFill>
                </a:rPr>
                <a:t>Fotos mit Rechtsklick ersetzen </a:t>
              </a:r>
              <a:br>
                <a:rPr lang="de-CH" sz="1200" spc="30" dirty="0">
                  <a:solidFill>
                    <a:schemeClr val="tx1"/>
                  </a:solidFill>
                </a:rPr>
              </a:br>
              <a:r>
                <a:rPr lang="de-CH" sz="1200" spc="30" dirty="0">
                  <a:solidFill>
                    <a:schemeClr val="tx1"/>
                  </a:solidFill>
                </a:rPr>
                <a:t>(«Bild ändern») und diesen Hinweis löschen.</a:t>
              </a:r>
            </a:p>
          </p:txBody>
        </p:sp>
        <p:sp>
          <p:nvSpPr>
            <p:cNvPr id="8" name="Rechtwinkliges Dreieck 7">
              <a:extLst>
                <a:ext uri="{FF2B5EF4-FFF2-40B4-BE49-F238E27FC236}">
                  <a16:creationId xmlns:a16="http://schemas.microsoft.com/office/drawing/2014/main" id="{7EF09ECA-9CC4-31C8-6669-346022E0404B}"/>
                </a:ext>
              </a:extLst>
            </p:cNvPr>
            <p:cNvSpPr/>
            <p:nvPr/>
          </p:nvSpPr>
          <p:spPr>
            <a:xfrm flipV="1">
              <a:off x="8876815" y="4034461"/>
              <a:ext cx="315529" cy="315511"/>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spTree>
    <p:extLst>
      <p:ext uri="{BB962C8B-B14F-4D97-AF65-F5344CB8AC3E}">
        <p14:creationId xmlns:p14="http://schemas.microsoft.com/office/powerpoint/2010/main" val="28360363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BC93B028-DC85-23A4-AF7E-B1BB589C27DC}"/>
              </a:ext>
            </a:extLst>
          </p:cNvPr>
          <p:cNvSpPr>
            <a:spLocks noGrp="1"/>
          </p:cNvSpPr>
          <p:nvPr>
            <p:ph type="dt" sz="half" idx="10"/>
          </p:nvPr>
        </p:nvSpPr>
        <p:spPr/>
        <p:txBody>
          <a:bodyPr/>
          <a:lstStyle/>
          <a:p>
            <a:fld id="{F9E9CFEB-1843-4264-B716-7EB40E857EFC}" type="datetime4">
              <a:rPr lang="de-CH" smtClean="0"/>
              <a:t>8. Februar 2026</a:t>
            </a:fld>
            <a:endParaRPr lang="de-CH" dirty="0"/>
          </a:p>
        </p:txBody>
      </p:sp>
      <p:sp>
        <p:nvSpPr>
          <p:cNvPr id="5" name="Fußzeilenplatzhalter 4">
            <a:extLst>
              <a:ext uri="{FF2B5EF4-FFF2-40B4-BE49-F238E27FC236}">
                <a16:creationId xmlns:a16="http://schemas.microsoft.com/office/drawing/2014/main" id="{A6AA1D4D-183B-03E5-4942-C4347752CA4A}"/>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B17AEF56-D97F-00EE-BD3B-5428C870FE12}"/>
              </a:ext>
            </a:extLst>
          </p:cNvPr>
          <p:cNvSpPr>
            <a:spLocks noGrp="1"/>
          </p:cNvSpPr>
          <p:nvPr>
            <p:ph type="sldNum" sz="quarter" idx="12"/>
          </p:nvPr>
        </p:nvSpPr>
        <p:spPr/>
        <p:txBody>
          <a:bodyPr/>
          <a:lstStyle/>
          <a:p>
            <a:fld id="{442AD375-037F-43D0-B059-5172DA06796A}" type="slidenum">
              <a:rPr lang="de-CH" smtClean="0"/>
              <a:pPr/>
              <a:t>66</a:t>
            </a:fld>
            <a:endParaRPr lang="de-CH" dirty="0"/>
          </a:p>
        </p:txBody>
      </p:sp>
      <p:sp>
        <p:nvSpPr>
          <p:cNvPr id="2" name="Titel 1">
            <a:extLst>
              <a:ext uri="{FF2B5EF4-FFF2-40B4-BE49-F238E27FC236}">
                <a16:creationId xmlns:a16="http://schemas.microsoft.com/office/drawing/2014/main" id="{037DA4F4-E686-408B-5FB1-F7CE13B794C9}"/>
              </a:ext>
            </a:extLst>
          </p:cNvPr>
          <p:cNvSpPr>
            <a:spLocks noGrp="1"/>
          </p:cNvSpPr>
          <p:nvPr>
            <p:ph type="title"/>
          </p:nvPr>
        </p:nvSpPr>
        <p:spPr/>
        <p:txBody>
          <a:bodyPr/>
          <a:lstStyle/>
          <a:p>
            <a:r>
              <a:rPr lang="de-CH" dirty="0"/>
              <a:t>Beispielfolie mit Organigramm</a:t>
            </a:r>
          </a:p>
        </p:txBody>
      </p:sp>
      <p:sp>
        <p:nvSpPr>
          <p:cNvPr id="9" name="Rechteck 8">
            <a:extLst>
              <a:ext uri="{FF2B5EF4-FFF2-40B4-BE49-F238E27FC236}">
                <a16:creationId xmlns:a16="http://schemas.microsoft.com/office/drawing/2014/main" id="{AC341626-42DA-80CE-D0D9-8513CA74C94D}"/>
              </a:ext>
            </a:extLst>
          </p:cNvPr>
          <p:cNvSpPr/>
          <p:nvPr/>
        </p:nvSpPr>
        <p:spPr>
          <a:xfrm>
            <a:off x="5022704" y="1109729"/>
            <a:ext cx="2145600" cy="50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9200" rIns="108000" bIns="79200" rtlCol="0" anchor="t"/>
          <a:lstStyle/>
          <a:p>
            <a:pPr>
              <a:lnSpc>
                <a:spcPct val="97000"/>
              </a:lnSpc>
            </a:pPr>
            <a:r>
              <a:rPr lang="de-CH" sz="1200" spc="30" dirty="0">
                <a:solidFill>
                  <a:schemeClr val="tx1"/>
                </a:solidFill>
              </a:rPr>
              <a:t>Text</a:t>
            </a:r>
          </a:p>
        </p:txBody>
      </p:sp>
      <p:sp>
        <p:nvSpPr>
          <p:cNvPr id="10" name="Rechteck 9">
            <a:extLst>
              <a:ext uri="{FF2B5EF4-FFF2-40B4-BE49-F238E27FC236}">
                <a16:creationId xmlns:a16="http://schemas.microsoft.com/office/drawing/2014/main" id="{5805C3B9-2D98-7947-CDDD-D676ABF90576}"/>
              </a:ext>
            </a:extLst>
          </p:cNvPr>
          <p:cNvSpPr/>
          <p:nvPr/>
        </p:nvSpPr>
        <p:spPr>
          <a:xfrm>
            <a:off x="2037892" y="3423911"/>
            <a:ext cx="2145600" cy="50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9200" rIns="108000" bIns="79200" rtlCol="0" anchor="t"/>
          <a:lstStyle/>
          <a:p>
            <a:pPr>
              <a:lnSpc>
                <a:spcPct val="97000"/>
              </a:lnSpc>
            </a:pPr>
            <a:r>
              <a:rPr lang="de-CH" sz="1200" spc="30" dirty="0">
                <a:solidFill>
                  <a:schemeClr val="tx1"/>
                </a:solidFill>
              </a:rPr>
              <a:t>Text</a:t>
            </a:r>
          </a:p>
        </p:txBody>
      </p:sp>
      <p:sp>
        <p:nvSpPr>
          <p:cNvPr id="11" name="Rechteck 10">
            <a:extLst>
              <a:ext uri="{FF2B5EF4-FFF2-40B4-BE49-F238E27FC236}">
                <a16:creationId xmlns:a16="http://schemas.microsoft.com/office/drawing/2014/main" id="{0E3F4F6A-4F03-7A70-3E86-4490BED4C252}"/>
              </a:ext>
            </a:extLst>
          </p:cNvPr>
          <p:cNvSpPr/>
          <p:nvPr/>
        </p:nvSpPr>
        <p:spPr>
          <a:xfrm>
            <a:off x="2037892" y="4766501"/>
            <a:ext cx="2145600" cy="50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9200" rIns="108000" bIns="79200" rtlCol="0" anchor="t"/>
          <a:lstStyle/>
          <a:p>
            <a:pPr>
              <a:lnSpc>
                <a:spcPct val="97000"/>
              </a:lnSpc>
            </a:pPr>
            <a:r>
              <a:rPr lang="de-CH" sz="1200" spc="30" dirty="0">
                <a:solidFill>
                  <a:schemeClr val="tx1"/>
                </a:solidFill>
              </a:rPr>
              <a:t>Text</a:t>
            </a:r>
          </a:p>
        </p:txBody>
      </p:sp>
      <p:sp>
        <p:nvSpPr>
          <p:cNvPr id="12" name="Rechteck 11">
            <a:extLst>
              <a:ext uri="{FF2B5EF4-FFF2-40B4-BE49-F238E27FC236}">
                <a16:creationId xmlns:a16="http://schemas.microsoft.com/office/drawing/2014/main" id="{2F505254-04C3-50B1-127A-6165B8B774A1}"/>
              </a:ext>
            </a:extLst>
          </p:cNvPr>
          <p:cNvSpPr/>
          <p:nvPr/>
        </p:nvSpPr>
        <p:spPr>
          <a:xfrm>
            <a:off x="2037892" y="5437795"/>
            <a:ext cx="2145600" cy="50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9200" rIns="108000" bIns="79200" rtlCol="0" anchor="t"/>
          <a:lstStyle/>
          <a:p>
            <a:pPr>
              <a:lnSpc>
                <a:spcPct val="97000"/>
              </a:lnSpc>
            </a:pPr>
            <a:r>
              <a:rPr lang="de-CH" sz="1200" spc="30" dirty="0">
                <a:solidFill>
                  <a:schemeClr val="tx1"/>
                </a:solidFill>
              </a:rPr>
              <a:t>Text</a:t>
            </a:r>
          </a:p>
        </p:txBody>
      </p:sp>
      <p:sp>
        <p:nvSpPr>
          <p:cNvPr id="13" name="Rechteck 12">
            <a:extLst>
              <a:ext uri="{FF2B5EF4-FFF2-40B4-BE49-F238E27FC236}">
                <a16:creationId xmlns:a16="http://schemas.microsoft.com/office/drawing/2014/main" id="{C3B091C6-1297-3CF5-1550-B08710343A06}"/>
              </a:ext>
            </a:extLst>
          </p:cNvPr>
          <p:cNvSpPr/>
          <p:nvPr/>
        </p:nvSpPr>
        <p:spPr>
          <a:xfrm>
            <a:off x="2037892" y="4095206"/>
            <a:ext cx="2145600" cy="50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9200" rIns="108000" bIns="79200" rtlCol="0" anchor="t"/>
          <a:lstStyle/>
          <a:p>
            <a:pPr>
              <a:lnSpc>
                <a:spcPct val="97000"/>
              </a:lnSpc>
            </a:pPr>
            <a:r>
              <a:rPr lang="de-CH" sz="1200" spc="30" dirty="0">
                <a:solidFill>
                  <a:schemeClr val="tx1"/>
                </a:solidFill>
              </a:rPr>
              <a:t>Text</a:t>
            </a:r>
          </a:p>
        </p:txBody>
      </p:sp>
      <p:sp>
        <p:nvSpPr>
          <p:cNvPr id="14" name="Rechteck 13">
            <a:extLst>
              <a:ext uri="{FF2B5EF4-FFF2-40B4-BE49-F238E27FC236}">
                <a16:creationId xmlns:a16="http://schemas.microsoft.com/office/drawing/2014/main" id="{AE58CCF3-B049-C700-FA05-EC8518749FFE}"/>
              </a:ext>
            </a:extLst>
          </p:cNvPr>
          <p:cNvSpPr/>
          <p:nvPr/>
        </p:nvSpPr>
        <p:spPr>
          <a:xfrm>
            <a:off x="2037892" y="2476965"/>
            <a:ext cx="2145600" cy="50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9200" rIns="108000" bIns="79200" rtlCol="0" anchor="t"/>
          <a:lstStyle/>
          <a:p>
            <a:pPr>
              <a:lnSpc>
                <a:spcPct val="97000"/>
              </a:lnSpc>
            </a:pPr>
            <a:r>
              <a:rPr lang="de-CH" sz="1200" spc="30" dirty="0">
                <a:solidFill>
                  <a:schemeClr val="tx1"/>
                </a:solidFill>
              </a:rPr>
              <a:t>Text</a:t>
            </a:r>
          </a:p>
        </p:txBody>
      </p:sp>
      <p:sp>
        <p:nvSpPr>
          <p:cNvPr id="15" name="Rechteck 14">
            <a:extLst>
              <a:ext uri="{FF2B5EF4-FFF2-40B4-BE49-F238E27FC236}">
                <a16:creationId xmlns:a16="http://schemas.microsoft.com/office/drawing/2014/main" id="{B5794EBB-2746-736B-5114-72096AE65CD7}"/>
              </a:ext>
            </a:extLst>
          </p:cNvPr>
          <p:cNvSpPr/>
          <p:nvPr/>
        </p:nvSpPr>
        <p:spPr>
          <a:xfrm>
            <a:off x="5022704" y="3423911"/>
            <a:ext cx="2145600" cy="50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9200" rIns="108000" bIns="79200" rtlCol="0" anchor="t"/>
          <a:lstStyle/>
          <a:p>
            <a:pPr>
              <a:lnSpc>
                <a:spcPct val="97000"/>
              </a:lnSpc>
            </a:pPr>
            <a:r>
              <a:rPr lang="de-CH" sz="1200" spc="30" dirty="0">
                <a:solidFill>
                  <a:schemeClr val="tx1"/>
                </a:solidFill>
              </a:rPr>
              <a:t>Text</a:t>
            </a:r>
          </a:p>
        </p:txBody>
      </p:sp>
      <p:sp>
        <p:nvSpPr>
          <p:cNvPr id="16" name="Rechteck 15">
            <a:extLst>
              <a:ext uri="{FF2B5EF4-FFF2-40B4-BE49-F238E27FC236}">
                <a16:creationId xmlns:a16="http://schemas.microsoft.com/office/drawing/2014/main" id="{89BFBBC4-6CFF-98B8-5EF1-CA9AA0402C0A}"/>
              </a:ext>
            </a:extLst>
          </p:cNvPr>
          <p:cNvSpPr/>
          <p:nvPr/>
        </p:nvSpPr>
        <p:spPr>
          <a:xfrm>
            <a:off x="5022704" y="4766501"/>
            <a:ext cx="2145600" cy="50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9200" rIns="108000" bIns="79200" rtlCol="0" anchor="t"/>
          <a:lstStyle/>
          <a:p>
            <a:pPr>
              <a:lnSpc>
                <a:spcPct val="97000"/>
              </a:lnSpc>
            </a:pPr>
            <a:r>
              <a:rPr lang="de-CH" sz="1200" spc="30" dirty="0">
                <a:solidFill>
                  <a:schemeClr val="tx1"/>
                </a:solidFill>
              </a:rPr>
              <a:t>Text</a:t>
            </a:r>
          </a:p>
        </p:txBody>
      </p:sp>
      <p:sp>
        <p:nvSpPr>
          <p:cNvPr id="17" name="Rechteck 16">
            <a:extLst>
              <a:ext uri="{FF2B5EF4-FFF2-40B4-BE49-F238E27FC236}">
                <a16:creationId xmlns:a16="http://schemas.microsoft.com/office/drawing/2014/main" id="{87AE1863-8577-2B90-7A65-7A10A80C3C80}"/>
              </a:ext>
            </a:extLst>
          </p:cNvPr>
          <p:cNvSpPr/>
          <p:nvPr/>
        </p:nvSpPr>
        <p:spPr>
          <a:xfrm>
            <a:off x="5022704" y="5437795"/>
            <a:ext cx="2145600" cy="50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9200" rIns="108000" bIns="79200" rtlCol="0" anchor="t"/>
          <a:lstStyle/>
          <a:p>
            <a:pPr>
              <a:lnSpc>
                <a:spcPct val="97000"/>
              </a:lnSpc>
            </a:pPr>
            <a:r>
              <a:rPr lang="de-CH" sz="1200" spc="30" dirty="0">
                <a:solidFill>
                  <a:schemeClr val="tx1"/>
                </a:solidFill>
              </a:rPr>
              <a:t>Text</a:t>
            </a:r>
          </a:p>
        </p:txBody>
      </p:sp>
      <p:sp>
        <p:nvSpPr>
          <p:cNvPr id="18" name="Rechteck 17">
            <a:extLst>
              <a:ext uri="{FF2B5EF4-FFF2-40B4-BE49-F238E27FC236}">
                <a16:creationId xmlns:a16="http://schemas.microsoft.com/office/drawing/2014/main" id="{4B9CA11B-0936-786E-8C2B-0C120E5C3FAC}"/>
              </a:ext>
            </a:extLst>
          </p:cNvPr>
          <p:cNvSpPr/>
          <p:nvPr/>
        </p:nvSpPr>
        <p:spPr>
          <a:xfrm>
            <a:off x="5022704" y="4095206"/>
            <a:ext cx="2145600" cy="50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9200" rIns="108000" bIns="79200" rtlCol="0" anchor="t"/>
          <a:lstStyle/>
          <a:p>
            <a:pPr>
              <a:lnSpc>
                <a:spcPct val="97000"/>
              </a:lnSpc>
            </a:pPr>
            <a:r>
              <a:rPr lang="de-CH" sz="1200" spc="30" dirty="0">
                <a:solidFill>
                  <a:schemeClr val="tx1"/>
                </a:solidFill>
              </a:rPr>
              <a:t>Text</a:t>
            </a:r>
          </a:p>
        </p:txBody>
      </p:sp>
      <p:sp>
        <p:nvSpPr>
          <p:cNvPr id="19" name="Rechteck 18">
            <a:extLst>
              <a:ext uri="{FF2B5EF4-FFF2-40B4-BE49-F238E27FC236}">
                <a16:creationId xmlns:a16="http://schemas.microsoft.com/office/drawing/2014/main" id="{8AAF6248-59F4-9C1D-7184-3572423D3D4D}"/>
              </a:ext>
            </a:extLst>
          </p:cNvPr>
          <p:cNvSpPr/>
          <p:nvPr/>
        </p:nvSpPr>
        <p:spPr>
          <a:xfrm>
            <a:off x="5022704" y="2476965"/>
            <a:ext cx="2145600" cy="50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9200" rIns="108000" bIns="79200" rtlCol="0" anchor="t"/>
          <a:lstStyle/>
          <a:p>
            <a:pPr>
              <a:lnSpc>
                <a:spcPct val="97000"/>
              </a:lnSpc>
            </a:pPr>
            <a:r>
              <a:rPr lang="de-CH" sz="1200" spc="30" dirty="0">
                <a:solidFill>
                  <a:schemeClr val="tx1"/>
                </a:solidFill>
              </a:rPr>
              <a:t>Text</a:t>
            </a:r>
          </a:p>
        </p:txBody>
      </p:sp>
      <p:sp>
        <p:nvSpPr>
          <p:cNvPr id="20" name="Rechteck 19">
            <a:extLst>
              <a:ext uri="{FF2B5EF4-FFF2-40B4-BE49-F238E27FC236}">
                <a16:creationId xmlns:a16="http://schemas.microsoft.com/office/drawing/2014/main" id="{283988FF-A772-8405-57FF-CDE840C62B27}"/>
              </a:ext>
            </a:extLst>
          </p:cNvPr>
          <p:cNvSpPr/>
          <p:nvPr/>
        </p:nvSpPr>
        <p:spPr>
          <a:xfrm>
            <a:off x="8007516" y="3423911"/>
            <a:ext cx="2145600" cy="50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9200" rIns="108000" bIns="79200" rtlCol="0" anchor="t"/>
          <a:lstStyle/>
          <a:p>
            <a:pPr>
              <a:lnSpc>
                <a:spcPct val="97000"/>
              </a:lnSpc>
            </a:pPr>
            <a:r>
              <a:rPr lang="de-CH" sz="1200" spc="30" dirty="0">
                <a:solidFill>
                  <a:schemeClr val="tx1"/>
                </a:solidFill>
              </a:rPr>
              <a:t>Text</a:t>
            </a:r>
          </a:p>
        </p:txBody>
      </p:sp>
      <p:sp>
        <p:nvSpPr>
          <p:cNvPr id="21" name="Rechteck 20">
            <a:extLst>
              <a:ext uri="{FF2B5EF4-FFF2-40B4-BE49-F238E27FC236}">
                <a16:creationId xmlns:a16="http://schemas.microsoft.com/office/drawing/2014/main" id="{C8171D34-3966-64BB-B274-8105D7538B48}"/>
              </a:ext>
            </a:extLst>
          </p:cNvPr>
          <p:cNvSpPr/>
          <p:nvPr/>
        </p:nvSpPr>
        <p:spPr>
          <a:xfrm>
            <a:off x="8007516" y="4766501"/>
            <a:ext cx="2145600" cy="50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9200" rIns="108000" bIns="79200" rtlCol="0" anchor="t"/>
          <a:lstStyle/>
          <a:p>
            <a:pPr>
              <a:lnSpc>
                <a:spcPct val="97000"/>
              </a:lnSpc>
            </a:pPr>
            <a:r>
              <a:rPr lang="de-CH" sz="1200" spc="30" dirty="0">
                <a:solidFill>
                  <a:schemeClr val="tx1"/>
                </a:solidFill>
              </a:rPr>
              <a:t>Text</a:t>
            </a:r>
          </a:p>
        </p:txBody>
      </p:sp>
      <p:sp>
        <p:nvSpPr>
          <p:cNvPr id="22" name="Rechteck 21">
            <a:extLst>
              <a:ext uri="{FF2B5EF4-FFF2-40B4-BE49-F238E27FC236}">
                <a16:creationId xmlns:a16="http://schemas.microsoft.com/office/drawing/2014/main" id="{B7C29B19-5EB1-FA2D-2A5F-FD6D2EA95A6F}"/>
              </a:ext>
            </a:extLst>
          </p:cNvPr>
          <p:cNvSpPr/>
          <p:nvPr/>
        </p:nvSpPr>
        <p:spPr>
          <a:xfrm>
            <a:off x="8007516" y="5437795"/>
            <a:ext cx="2145600" cy="50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9200" rIns="108000" bIns="79200" rtlCol="0" anchor="t"/>
          <a:lstStyle/>
          <a:p>
            <a:pPr>
              <a:lnSpc>
                <a:spcPct val="97000"/>
              </a:lnSpc>
            </a:pPr>
            <a:r>
              <a:rPr lang="de-CH" sz="1200" spc="30" dirty="0">
                <a:solidFill>
                  <a:schemeClr val="tx1"/>
                </a:solidFill>
              </a:rPr>
              <a:t>Text</a:t>
            </a:r>
          </a:p>
        </p:txBody>
      </p:sp>
      <p:sp>
        <p:nvSpPr>
          <p:cNvPr id="23" name="Rechteck 22">
            <a:extLst>
              <a:ext uri="{FF2B5EF4-FFF2-40B4-BE49-F238E27FC236}">
                <a16:creationId xmlns:a16="http://schemas.microsoft.com/office/drawing/2014/main" id="{3B20BB22-CA05-A028-BAB4-B6CDE2B3BE45}"/>
              </a:ext>
            </a:extLst>
          </p:cNvPr>
          <p:cNvSpPr/>
          <p:nvPr/>
        </p:nvSpPr>
        <p:spPr>
          <a:xfrm>
            <a:off x="8007516" y="4095206"/>
            <a:ext cx="2145600" cy="50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9200" rIns="108000" bIns="79200" rtlCol="0" anchor="t"/>
          <a:lstStyle/>
          <a:p>
            <a:pPr>
              <a:lnSpc>
                <a:spcPct val="97000"/>
              </a:lnSpc>
            </a:pPr>
            <a:r>
              <a:rPr lang="de-CH" sz="1200" spc="30" dirty="0">
                <a:solidFill>
                  <a:schemeClr val="tx1"/>
                </a:solidFill>
              </a:rPr>
              <a:t>Text</a:t>
            </a:r>
          </a:p>
        </p:txBody>
      </p:sp>
      <p:sp>
        <p:nvSpPr>
          <p:cNvPr id="24" name="Rechteck 23">
            <a:extLst>
              <a:ext uri="{FF2B5EF4-FFF2-40B4-BE49-F238E27FC236}">
                <a16:creationId xmlns:a16="http://schemas.microsoft.com/office/drawing/2014/main" id="{1F120D92-3897-F2DC-7F3B-1A8F09B242BF}"/>
              </a:ext>
            </a:extLst>
          </p:cNvPr>
          <p:cNvSpPr/>
          <p:nvPr/>
        </p:nvSpPr>
        <p:spPr>
          <a:xfrm>
            <a:off x="8007516" y="2476965"/>
            <a:ext cx="2145600" cy="50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9200" rIns="108000" bIns="79200" rtlCol="0" anchor="t"/>
          <a:lstStyle/>
          <a:p>
            <a:pPr>
              <a:lnSpc>
                <a:spcPct val="97000"/>
              </a:lnSpc>
            </a:pPr>
            <a:r>
              <a:rPr lang="de-CH" sz="1200" spc="30" dirty="0">
                <a:solidFill>
                  <a:schemeClr val="tx1"/>
                </a:solidFill>
              </a:rPr>
              <a:t>Text</a:t>
            </a:r>
          </a:p>
        </p:txBody>
      </p:sp>
      <p:cxnSp>
        <p:nvCxnSpPr>
          <p:cNvPr id="26" name="Verbinder: gewinkelt 25">
            <a:extLst>
              <a:ext uri="{FF2B5EF4-FFF2-40B4-BE49-F238E27FC236}">
                <a16:creationId xmlns:a16="http://schemas.microsoft.com/office/drawing/2014/main" id="{A86D0552-A7AA-26C9-E90E-683BFBBEBC73}"/>
              </a:ext>
            </a:extLst>
          </p:cNvPr>
          <p:cNvCxnSpPr>
            <a:cxnSpLocks/>
            <a:stCxn id="9" idx="2"/>
            <a:endCxn id="14" idx="0"/>
          </p:cNvCxnSpPr>
          <p:nvPr/>
        </p:nvCxnSpPr>
        <p:spPr>
          <a:xfrm rot="5400000">
            <a:off x="4171480" y="552941"/>
            <a:ext cx="863236" cy="2984812"/>
          </a:xfrm>
          <a:prstGeom prst="bent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Verbinder: gewinkelt 28">
            <a:extLst>
              <a:ext uri="{FF2B5EF4-FFF2-40B4-BE49-F238E27FC236}">
                <a16:creationId xmlns:a16="http://schemas.microsoft.com/office/drawing/2014/main" id="{C7B95380-B506-004E-8C08-5CE465F45B73}"/>
              </a:ext>
            </a:extLst>
          </p:cNvPr>
          <p:cNvCxnSpPr>
            <a:cxnSpLocks/>
            <a:stCxn id="9" idx="2"/>
            <a:endCxn id="24" idx="0"/>
          </p:cNvCxnSpPr>
          <p:nvPr/>
        </p:nvCxnSpPr>
        <p:spPr>
          <a:xfrm rot="16200000" flipH="1">
            <a:off x="7156292" y="552941"/>
            <a:ext cx="863236" cy="2984812"/>
          </a:xfrm>
          <a:prstGeom prst="bent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9C17B80E-7BAC-0499-E527-698787EA3F30}"/>
              </a:ext>
            </a:extLst>
          </p:cNvPr>
          <p:cNvCxnSpPr>
            <a:cxnSpLocks/>
            <a:stCxn id="9" idx="2"/>
            <a:endCxn id="19" idx="0"/>
          </p:cNvCxnSpPr>
          <p:nvPr/>
        </p:nvCxnSpPr>
        <p:spPr>
          <a:xfrm>
            <a:off x="6095504" y="1613729"/>
            <a:ext cx="0" cy="863236"/>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4C2C7813-8609-E8B6-8699-C7E3C5653884}"/>
              </a:ext>
            </a:extLst>
          </p:cNvPr>
          <p:cNvCxnSpPr>
            <a:cxnSpLocks/>
            <a:stCxn id="19" idx="2"/>
          </p:cNvCxnSpPr>
          <p:nvPr/>
        </p:nvCxnSpPr>
        <p:spPr>
          <a:xfrm>
            <a:off x="6095504" y="2980965"/>
            <a:ext cx="0" cy="431632"/>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Gerader Verbinder 37">
            <a:extLst>
              <a:ext uri="{FF2B5EF4-FFF2-40B4-BE49-F238E27FC236}">
                <a16:creationId xmlns:a16="http://schemas.microsoft.com/office/drawing/2014/main" id="{87D280BA-5ED6-EEA8-33E7-775E7CAB8394}"/>
              </a:ext>
            </a:extLst>
          </p:cNvPr>
          <p:cNvCxnSpPr>
            <a:cxnSpLocks/>
            <a:stCxn id="24" idx="2"/>
            <a:endCxn id="20" idx="0"/>
          </p:cNvCxnSpPr>
          <p:nvPr/>
        </p:nvCxnSpPr>
        <p:spPr>
          <a:xfrm>
            <a:off x="9080316" y="2980965"/>
            <a:ext cx="0" cy="442946"/>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Gerader Verbinder 40">
            <a:extLst>
              <a:ext uri="{FF2B5EF4-FFF2-40B4-BE49-F238E27FC236}">
                <a16:creationId xmlns:a16="http://schemas.microsoft.com/office/drawing/2014/main" id="{AB18AB51-C399-5B2B-4397-FF5035B32165}"/>
              </a:ext>
            </a:extLst>
          </p:cNvPr>
          <p:cNvCxnSpPr>
            <a:cxnSpLocks/>
            <a:stCxn id="14" idx="2"/>
          </p:cNvCxnSpPr>
          <p:nvPr/>
        </p:nvCxnSpPr>
        <p:spPr>
          <a:xfrm>
            <a:off x="3110692" y="2980965"/>
            <a:ext cx="0" cy="431632"/>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748590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E3FA180-74B0-BB38-43C5-18D04EE9F45D}"/>
              </a:ext>
            </a:extLst>
          </p:cNvPr>
          <p:cNvSpPr>
            <a:spLocks noGrp="1"/>
          </p:cNvSpPr>
          <p:nvPr>
            <p:ph type="title"/>
          </p:nvPr>
        </p:nvSpPr>
        <p:spPr/>
        <p:txBody>
          <a:bodyPr/>
          <a:lstStyle/>
          <a:p>
            <a:r>
              <a:rPr lang="de-CH" dirty="0"/>
              <a:t>SWOT</a:t>
            </a:r>
          </a:p>
        </p:txBody>
      </p:sp>
      <p:sp>
        <p:nvSpPr>
          <p:cNvPr id="3" name="Inhaltsplatzhalter 2">
            <a:extLst>
              <a:ext uri="{FF2B5EF4-FFF2-40B4-BE49-F238E27FC236}">
                <a16:creationId xmlns:a16="http://schemas.microsoft.com/office/drawing/2014/main" id="{59753E62-F910-9C5C-FEAD-96E8B4F1F66D}"/>
              </a:ext>
            </a:extLst>
          </p:cNvPr>
          <p:cNvSpPr>
            <a:spLocks noGrp="1"/>
          </p:cNvSpPr>
          <p:nvPr>
            <p:ph sz="half" idx="1"/>
          </p:nvPr>
        </p:nvSpPr>
        <p:spPr/>
        <p:txBody>
          <a:bodyPr/>
          <a:lstStyle/>
          <a:p>
            <a:r>
              <a:rPr lang="de-CH" b="1" dirty="0"/>
              <a:t>Titel (manuell fett formatieren)</a:t>
            </a:r>
          </a:p>
          <a:p>
            <a:endParaRPr lang="de-CH" dirty="0"/>
          </a:p>
          <a:p>
            <a:pPr lvl="1"/>
            <a:r>
              <a:rPr lang="de-CH" dirty="0"/>
              <a:t>Aufzählung (Textebene 2)</a:t>
            </a:r>
          </a:p>
          <a:p>
            <a:pPr lvl="1"/>
            <a:r>
              <a:rPr lang="de-CH" dirty="0"/>
              <a:t>Aufzählung (Textebene 2)</a:t>
            </a:r>
          </a:p>
          <a:p>
            <a:pPr lvl="1"/>
            <a:r>
              <a:rPr lang="de-CH" dirty="0"/>
              <a:t>Aufzählung (Textebene 2)</a:t>
            </a:r>
          </a:p>
        </p:txBody>
      </p:sp>
      <p:sp>
        <p:nvSpPr>
          <p:cNvPr id="4" name="Inhaltsplatzhalter 3">
            <a:extLst>
              <a:ext uri="{FF2B5EF4-FFF2-40B4-BE49-F238E27FC236}">
                <a16:creationId xmlns:a16="http://schemas.microsoft.com/office/drawing/2014/main" id="{B6E8CDF3-5594-39DA-3A96-38FA2CAF09B9}"/>
              </a:ext>
            </a:extLst>
          </p:cNvPr>
          <p:cNvSpPr>
            <a:spLocks noGrp="1"/>
          </p:cNvSpPr>
          <p:nvPr>
            <p:ph sz="half" idx="2"/>
          </p:nvPr>
        </p:nvSpPr>
        <p:spPr/>
        <p:txBody>
          <a:bodyPr/>
          <a:lstStyle/>
          <a:p>
            <a:r>
              <a:rPr lang="de-CH" b="1" dirty="0"/>
              <a:t>Titel (manuell fett formatieren)</a:t>
            </a:r>
          </a:p>
          <a:p>
            <a:endParaRPr lang="de-CH" dirty="0"/>
          </a:p>
          <a:p>
            <a:pPr lvl="1"/>
            <a:r>
              <a:rPr lang="de-CH" dirty="0"/>
              <a:t>Aufzählung (Textebene 2)</a:t>
            </a:r>
          </a:p>
          <a:p>
            <a:pPr lvl="1"/>
            <a:r>
              <a:rPr lang="de-CH" dirty="0"/>
              <a:t>Aufzählung (Textebene 2)</a:t>
            </a:r>
          </a:p>
          <a:p>
            <a:pPr lvl="1"/>
            <a:r>
              <a:rPr lang="de-CH" dirty="0"/>
              <a:t>Aufzählung (Textebene 2)</a:t>
            </a:r>
          </a:p>
        </p:txBody>
      </p:sp>
      <p:sp>
        <p:nvSpPr>
          <p:cNvPr id="5" name="Datumsplatzhalter 4">
            <a:extLst>
              <a:ext uri="{FF2B5EF4-FFF2-40B4-BE49-F238E27FC236}">
                <a16:creationId xmlns:a16="http://schemas.microsoft.com/office/drawing/2014/main" id="{6675DA16-251C-B481-D784-EB0317B0E8F7}"/>
              </a:ext>
            </a:extLst>
          </p:cNvPr>
          <p:cNvSpPr>
            <a:spLocks noGrp="1"/>
          </p:cNvSpPr>
          <p:nvPr>
            <p:ph type="dt" sz="half" idx="10"/>
          </p:nvPr>
        </p:nvSpPr>
        <p:spPr/>
        <p:txBody>
          <a:bodyPr/>
          <a:lstStyle/>
          <a:p>
            <a:fld id="{46CD7B86-13CE-4968-B0A4-B2A7EED28A34}" type="datetime4">
              <a:rPr lang="de-CH" smtClean="0"/>
              <a:t>8. Februar 2026</a:t>
            </a:fld>
            <a:endParaRPr lang="de-CH" dirty="0"/>
          </a:p>
        </p:txBody>
      </p:sp>
      <p:sp>
        <p:nvSpPr>
          <p:cNvPr id="6" name="Fußzeilenplatzhalter 5">
            <a:extLst>
              <a:ext uri="{FF2B5EF4-FFF2-40B4-BE49-F238E27FC236}">
                <a16:creationId xmlns:a16="http://schemas.microsoft.com/office/drawing/2014/main" id="{E2DAC24D-ECE5-A461-A161-DA28117C211B}"/>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7" name="Foliennummernplatzhalter 6">
            <a:extLst>
              <a:ext uri="{FF2B5EF4-FFF2-40B4-BE49-F238E27FC236}">
                <a16:creationId xmlns:a16="http://schemas.microsoft.com/office/drawing/2014/main" id="{3E714630-333B-BC6D-B7A4-E6FD56A0FD8B}"/>
              </a:ext>
            </a:extLst>
          </p:cNvPr>
          <p:cNvSpPr>
            <a:spLocks noGrp="1"/>
          </p:cNvSpPr>
          <p:nvPr>
            <p:ph type="sldNum" sz="quarter" idx="12"/>
          </p:nvPr>
        </p:nvSpPr>
        <p:spPr/>
        <p:txBody>
          <a:bodyPr/>
          <a:lstStyle/>
          <a:p>
            <a:fld id="{442AD375-037F-43D0-B059-5172DA06796A}" type="slidenum">
              <a:rPr lang="de-CH" smtClean="0"/>
              <a:pPr/>
              <a:t>67</a:t>
            </a:fld>
            <a:endParaRPr lang="de-CH" dirty="0"/>
          </a:p>
        </p:txBody>
      </p:sp>
      <p:sp>
        <p:nvSpPr>
          <p:cNvPr id="8" name="Inhaltsplatzhalter 7">
            <a:extLst>
              <a:ext uri="{FF2B5EF4-FFF2-40B4-BE49-F238E27FC236}">
                <a16:creationId xmlns:a16="http://schemas.microsoft.com/office/drawing/2014/main" id="{9AC6ED56-4E8A-3BAE-F885-B4AA69B775AE}"/>
              </a:ext>
            </a:extLst>
          </p:cNvPr>
          <p:cNvSpPr>
            <a:spLocks noGrp="1"/>
          </p:cNvSpPr>
          <p:nvPr>
            <p:ph sz="half" idx="13"/>
          </p:nvPr>
        </p:nvSpPr>
        <p:spPr/>
        <p:txBody>
          <a:bodyPr/>
          <a:lstStyle/>
          <a:p>
            <a:r>
              <a:rPr lang="de-CH" b="1" dirty="0"/>
              <a:t>Titel (manuell fett formatieren)</a:t>
            </a:r>
          </a:p>
          <a:p>
            <a:endParaRPr lang="de-CH" dirty="0"/>
          </a:p>
          <a:p>
            <a:pPr lvl="1"/>
            <a:r>
              <a:rPr lang="de-CH" dirty="0"/>
              <a:t>Aufzählung (Textebene 2)</a:t>
            </a:r>
          </a:p>
          <a:p>
            <a:pPr lvl="1"/>
            <a:r>
              <a:rPr lang="de-CH" dirty="0"/>
              <a:t>Aufzählung (Textebene 2)</a:t>
            </a:r>
          </a:p>
          <a:p>
            <a:pPr lvl="1"/>
            <a:r>
              <a:rPr lang="de-CH" dirty="0"/>
              <a:t>Aufzählung (Textebene 2)</a:t>
            </a:r>
          </a:p>
        </p:txBody>
      </p:sp>
      <p:sp>
        <p:nvSpPr>
          <p:cNvPr id="9" name="Inhaltsplatzhalter 8">
            <a:extLst>
              <a:ext uri="{FF2B5EF4-FFF2-40B4-BE49-F238E27FC236}">
                <a16:creationId xmlns:a16="http://schemas.microsoft.com/office/drawing/2014/main" id="{433CD070-E275-972E-AB44-35E9F14DEE31}"/>
              </a:ext>
            </a:extLst>
          </p:cNvPr>
          <p:cNvSpPr>
            <a:spLocks noGrp="1"/>
          </p:cNvSpPr>
          <p:nvPr>
            <p:ph sz="half" idx="14"/>
          </p:nvPr>
        </p:nvSpPr>
        <p:spPr/>
        <p:txBody>
          <a:bodyPr/>
          <a:lstStyle/>
          <a:p>
            <a:r>
              <a:rPr lang="de-CH" b="1" dirty="0"/>
              <a:t>Titel (manuell fett formatieren)</a:t>
            </a:r>
          </a:p>
          <a:p>
            <a:endParaRPr lang="de-CH" dirty="0"/>
          </a:p>
          <a:p>
            <a:pPr lvl="1"/>
            <a:r>
              <a:rPr lang="de-CH" dirty="0"/>
              <a:t>Aufzählung (Textebene 2)</a:t>
            </a:r>
          </a:p>
          <a:p>
            <a:pPr lvl="1"/>
            <a:r>
              <a:rPr lang="de-CH" dirty="0"/>
              <a:t>Aufzählung (Textebene 2)</a:t>
            </a:r>
          </a:p>
          <a:p>
            <a:pPr lvl="1"/>
            <a:r>
              <a:rPr lang="de-CH" dirty="0"/>
              <a:t>Aufzählung (Textebene 2)</a:t>
            </a:r>
          </a:p>
        </p:txBody>
      </p:sp>
    </p:spTree>
    <p:extLst>
      <p:ext uri="{BB962C8B-B14F-4D97-AF65-F5344CB8AC3E}">
        <p14:creationId xmlns:p14="http://schemas.microsoft.com/office/powerpoint/2010/main" val="38740021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CD9A344-0115-32CA-CDC9-F44B760C19F0}"/>
              </a:ext>
            </a:extLst>
          </p:cNvPr>
          <p:cNvSpPr>
            <a:spLocks noGrp="1"/>
          </p:cNvSpPr>
          <p:nvPr>
            <p:ph type="title"/>
          </p:nvPr>
        </p:nvSpPr>
        <p:spPr/>
        <p:txBody>
          <a:bodyPr/>
          <a:lstStyle/>
          <a:p>
            <a:r>
              <a:rPr lang="de-CH" dirty="0"/>
              <a:t>Beispielfolie </a:t>
            </a:r>
            <a:br>
              <a:rPr lang="de-CH" dirty="0"/>
            </a:br>
            <a:r>
              <a:rPr lang="de-CH" dirty="0"/>
              <a:t>mit Ringdiagramm</a:t>
            </a:r>
          </a:p>
        </p:txBody>
      </p:sp>
      <p:sp>
        <p:nvSpPr>
          <p:cNvPr id="3" name="Inhaltsplatzhalter 2">
            <a:extLst>
              <a:ext uri="{FF2B5EF4-FFF2-40B4-BE49-F238E27FC236}">
                <a16:creationId xmlns:a16="http://schemas.microsoft.com/office/drawing/2014/main" id="{654065D0-8A77-9B11-7E52-6A4C6AEC45DD}"/>
              </a:ext>
            </a:extLst>
          </p:cNvPr>
          <p:cNvSpPr>
            <a:spLocks noGrp="1"/>
          </p:cNvSpPr>
          <p:nvPr>
            <p:ph sz="half" idx="1"/>
          </p:nvPr>
        </p:nvSpPr>
        <p:spPr>
          <a:xfrm>
            <a:off x="412019" y="1976437"/>
            <a:ext cx="4424400" cy="4430782"/>
          </a:xfrm>
        </p:spPr>
        <p:txBody>
          <a:bodyPr/>
          <a:lstStyle/>
          <a:p>
            <a:r>
              <a:rPr lang="de-CH" dirty="0"/>
              <a:t>Ost </a:t>
            </a:r>
            <a:r>
              <a:rPr lang="de-CH" dirty="0" err="1"/>
              <a:t>eici</a:t>
            </a:r>
            <a:r>
              <a:rPr lang="de-CH" dirty="0"/>
              <a:t> </a:t>
            </a:r>
            <a:r>
              <a:rPr lang="de-CH" dirty="0" err="1"/>
              <a:t>dis</a:t>
            </a:r>
            <a:r>
              <a:rPr lang="de-CH" dirty="0"/>
              <a:t> </a:t>
            </a:r>
            <a:r>
              <a:rPr lang="de-CH" dirty="0" err="1"/>
              <a:t>iur</a:t>
            </a:r>
            <a:r>
              <a:rPr lang="de-CH" dirty="0"/>
              <a:t>, </a:t>
            </a:r>
            <a:r>
              <a:rPr lang="de-CH" dirty="0" err="1"/>
              <a:t>eic</a:t>
            </a:r>
            <a:r>
              <a:rPr lang="de-CH" dirty="0"/>
              <a:t> </a:t>
            </a:r>
            <a:r>
              <a:rPr lang="de-CH" dirty="0" err="1"/>
              <a:t>to</a:t>
            </a:r>
            <a:r>
              <a:rPr lang="de-CH" dirty="0"/>
              <a:t> in </a:t>
            </a:r>
            <a:r>
              <a:rPr lang="de-CH" dirty="0" err="1"/>
              <a:t>eicen</a:t>
            </a:r>
            <a:r>
              <a:rPr lang="de-CH" dirty="0"/>
              <a:t> </a:t>
            </a:r>
            <a:r>
              <a:rPr lang="de-CH" dirty="0" err="1"/>
              <a:t>endicia</a:t>
            </a:r>
            <a:r>
              <a:rPr lang="de-CH" dirty="0"/>
              <a:t> </a:t>
            </a:r>
            <a:r>
              <a:rPr lang="de-CH" dirty="0" err="1"/>
              <a:t>sium</a:t>
            </a:r>
            <a:r>
              <a:rPr lang="de-CH" dirty="0"/>
              <a:t> quas </a:t>
            </a:r>
            <a:r>
              <a:rPr lang="de-CH" dirty="0" err="1"/>
              <a:t>aut</a:t>
            </a:r>
            <a:r>
              <a:rPr lang="de-CH" dirty="0"/>
              <a:t> </a:t>
            </a:r>
            <a:r>
              <a:rPr lang="de-CH" dirty="0" err="1"/>
              <a:t>verum</a:t>
            </a:r>
            <a:r>
              <a:rPr lang="de-CH" dirty="0"/>
              <a:t> </a:t>
            </a:r>
            <a:r>
              <a:rPr lang="de-CH" dirty="0" err="1"/>
              <a:t>alis</a:t>
            </a:r>
            <a:r>
              <a:rPr lang="de-CH" dirty="0"/>
              <a:t> </a:t>
            </a:r>
            <a:r>
              <a:rPr lang="de-CH" dirty="0" err="1"/>
              <a:t>cores</a:t>
            </a:r>
            <a:r>
              <a:rPr lang="de-CH" dirty="0"/>
              <a:t> am </a:t>
            </a:r>
            <a:r>
              <a:rPr lang="de-CH" dirty="0" err="1"/>
              <a:t>quiderfere</a:t>
            </a:r>
            <a:r>
              <a:rPr lang="de-CH" dirty="0"/>
              <a:t>, </a:t>
            </a:r>
            <a:r>
              <a:rPr lang="de-CH" dirty="0" err="1"/>
              <a:t>cus</a:t>
            </a:r>
            <a:r>
              <a:rPr lang="de-CH" dirty="0"/>
              <a:t>, si dem </a:t>
            </a:r>
            <a:r>
              <a:rPr lang="de-CH" dirty="0" err="1"/>
              <a:t>eris</a:t>
            </a:r>
            <a:r>
              <a:rPr lang="de-CH" dirty="0"/>
              <a:t> </a:t>
            </a:r>
            <a:r>
              <a:rPr lang="de-CH" dirty="0" err="1"/>
              <a:t>rem</a:t>
            </a:r>
            <a:r>
              <a:rPr lang="de-CH" dirty="0"/>
              <a:t> non </a:t>
            </a:r>
            <a:r>
              <a:rPr lang="de-CH" dirty="0" err="1"/>
              <a:t>sent</a:t>
            </a:r>
            <a:r>
              <a:rPr lang="de-CH" dirty="0"/>
              <a:t> </a:t>
            </a:r>
            <a:r>
              <a:rPr lang="de-CH" dirty="0" err="1"/>
              <a:t>fugitatem</a:t>
            </a:r>
            <a:r>
              <a:rPr lang="de-CH" dirty="0"/>
              <a:t> </a:t>
            </a:r>
            <a:r>
              <a:rPr lang="de-CH" dirty="0" err="1"/>
              <a:t>iurione</a:t>
            </a:r>
            <a:r>
              <a:rPr lang="de-CH" dirty="0"/>
              <a:t> </a:t>
            </a:r>
            <a:r>
              <a:rPr lang="de-CH" dirty="0" err="1"/>
              <a:t>mposin</a:t>
            </a:r>
            <a:r>
              <a:rPr lang="de-CH" dirty="0"/>
              <a:t> </a:t>
            </a:r>
            <a:r>
              <a:rPr lang="de-CH" dirty="0" err="1"/>
              <a:t>iasira</a:t>
            </a:r>
            <a:r>
              <a:rPr lang="de-CH" dirty="0"/>
              <a:t> </a:t>
            </a:r>
            <a:r>
              <a:rPr lang="de-CH" dirty="0" err="1"/>
              <a:t>ta</a:t>
            </a:r>
            <a:r>
              <a:rPr lang="de-CH" dirty="0"/>
              <a:t> </a:t>
            </a:r>
            <a:r>
              <a:rPr lang="de-CH" dirty="0" err="1"/>
              <a:t>pobla</a:t>
            </a:r>
            <a:r>
              <a:rPr lang="de-CH" dirty="0"/>
              <a:t> </a:t>
            </a:r>
            <a:r>
              <a:rPr lang="de-CH" dirty="0" err="1"/>
              <a:t>voluptu</a:t>
            </a:r>
            <a:r>
              <a:rPr lang="de-CH" dirty="0"/>
              <a:t> </a:t>
            </a:r>
            <a:r>
              <a:rPr lang="de-CH" dirty="0" err="1"/>
              <a:t>sim</a:t>
            </a:r>
            <a:r>
              <a:rPr lang="de-CH" dirty="0"/>
              <a:t> </a:t>
            </a:r>
            <a:r>
              <a:rPr lang="de-CH" dirty="0" err="1"/>
              <a:t>harupti</a:t>
            </a:r>
            <a:r>
              <a:rPr lang="de-CH" dirty="0"/>
              <a:t> </a:t>
            </a:r>
            <a:r>
              <a:rPr lang="de-CH" dirty="0" err="1"/>
              <a:t>nem</a:t>
            </a:r>
            <a:r>
              <a:rPr lang="de-CH" dirty="0"/>
              <a:t> </a:t>
            </a:r>
            <a:r>
              <a:rPr lang="de-CH" dirty="0" err="1"/>
              <a:t>idun</a:t>
            </a:r>
            <a:r>
              <a:rPr lang="de-CH" dirty="0"/>
              <a:t> </a:t>
            </a:r>
            <a:r>
              <a:rPr lang="de-CH" dirty="0" err="1"/>
              <a:t>tiuras</a:t>
            </a:r>
            <a:r>
              <a:rPr lang="de-CH" dirty="0"/>
              <a:t> </a:t>
            </a:r>
            <a:r>
              <a:rPr lang="de-CH" dirty="0" err="1"/>
              <a:t>siqui</a:t>
            </a:r>
            <a:r>
              <a:rPr lang="de-CH" dirty="0"/>
              <a:t> </a:t>
            </a:r>
            <a:r>
              <a:rPr lang="de-CH" dirty="0" err="1"/>
              <a:t>to</a:t>
            </a:r>
            <a:r>
              <a:rPr lang="de-CH" dirty="0"/>
              <a:t> </a:t>
            </a:r>
            <a:r>
              <a:rPr lang="de-CH" dirty="0" err="1"/>
              <a:t>blant</a:t>
            </a:r>
            <a:r>
              <a:rPr lang="de-CH" dirty="0"/>
              <a:t>. Magnis </a:t>
            </a:r>
            <a:r>
              <a:rPr lang="de-CH" dirty="0" err="1"/>
              <a:t>doluptation</a:t>
            </a:r>
            <a:r>
              <a:rPr lang="de-CH" dirty="0"/>
              <a:t> </a:t>
            </a:r>
            <a:r>
              <a:rPr lang="de-CH" dirty="0" err="1"/>
              <a:t>ratis</a:t>
            </a:r>
            <a:r>
              <a:rPr lang="de-CH" dirty="0"/>
              <a:t> </a:t>
            </a:r>
            <a:r>
              <a:rPr lang="de-CH" dirty="0" err="1"/>
              <a:t>saima</a:t>
            </a:r>
            <a:r>
              <a:rPr lang="de-CH" dirty="0"/>
              <a:t>, </a:t>
            </a:r>
            <a:r>
              <a:rPr lang="de-CH" dirty="0" err="1"/>
              <a:t>sit</a:t>
            </a:r>
            <a:r>
              <a:rPr lang="de-CH" dirty="0"/>
              <a:t> </a:t>
            </a:r>
            <a:r>
              <a:rPr lang="de-CH" dirty="0" err="1"/>
              <a:t>lordus</a:t>
            </a:r>
            <a:r>
              <a:rPr lang="de-CH" dirty="0"/>
              <a:t> </a:t>
            </a:r>
            <a:r>
              <a:rPr lang="de-CH" dirty="0" err="1"/>
              <a:t>con</a:t>
            </a:r>
            <a:r>
              <a:rPr lang="de-CH" dirty="0"/>
              <a:t> sed </a:t>
            </a:r>
            <a:r>
              <a:rPr lang="de-CH" dirty="0" err="1"/>
              <a:t>quia</a:t>
            </a:r>
            <a:r>
              <a:rPr lang="de-CH" dirty="0"/>
              <a:t> </a:t>
            </a:r>
            <a:r>
              <a:rPr lang="de-CH" dirty="0" err="1"/>
              <a:t>solum</a:t>
            </a:r>
            <a:r>
              <a:rPr lang="de-CH" dirty="0"/>
              <a:t> et </a:t>
            </a:r>
            <a:r>
              <a:rPr lang="de-CH" dirty="0" err="1"/>
              <a:t>doluptio</a:t>
            </a:r>
            <a:r>
              <a:rPr lang="de-CH" dirty="0"/>
              <a:t>. Intis </a:t>
            </a:r>
            <a:r>
              <a:rPr lang="de-CH" dirty="0" err="1"/>
              <a:t>assn</a:t>
            </a:r>
            <a:r>
              <a:rPr lang="de-CH" dirty="0"/>
              <a:t> </a:t>
            </a:r>
            <a:r>
              <a:rPr lang="de-CH" dirty="0" err="1"/>
              <a:t>verum</a:t>
            </a:r>
            <a:r>
              <a:rPr lang="de-CH" dirty="0"/>
              <a:t> </a:t>
            </a:r>
            <a:r>
              <a:rPr lang="de-CH" dirty="0" err="1"/>
              <a:t>res</a:t>
            </a:r>
            <a:r>
              <a:rPr lang="de-CH" dirty="0"/>
              <a:t> es.</a:t>
            </a:r>
          </a:p>
        </p:txBody>
      </p:sp>
      <p:sp>
        <p:nvSpPr>
          <p:cNvPr id="5" name="Datumsplatzhalter 4">
            <a:extLst>
              <a:ext uri="{FF2B5EF4-FFF2-40B4-BE49-F238E27FC236}">
                <a16:creationId xmlns:a16="http://schemas.microsoft.com/office/drawing/2014/main" id="{E98F841B-BFFD-83B2-25A5-E7E3BD2AA78A}"/>
              </a:ext>
            </a:extLst>
          </p:cNvPr>
          <p:cNvSpPr>
            <a:spLocks noGrp="1"/>
          </p:cNvSpPr>
          <p:nvPr>
            <p:ph type="dt" sz="half" idx="10"/>
          </p:nvPr>
        </p:nvSpPr>
        <p:spPr/>
        <p:txBody>
          <a:bodyPr/>
          <a:lstStyle/>
          <a:p>
            <a:fld id="{DDA84F7A-2690-4297-98F2-D6EA8388DB4B}" type="datetime4">
              <a:rPr lang="de-CH" smtClean="0"/>
              <a:t>8. Februar 2026</a:t>
            </a:fld>
            <a:endParaRPr lang="de-CH" dirty="0"/>
          </a:p>
        </p:txBody>
      </p:sp>
      <p:sp>
        <p:nvSpPr>
          <p:cNvPr id="6" name="Fußzeilenplatzhalter 5">
            <a:extLst>
              <a:ext uri="{FF2B5EF4-FFF2-40B4-BE49-F238E27FC236}">
                <a16:creationId xmlns:a16="http://schemas.microsoft.com/office/drawing/2014/main" id="{E372B6D6-34A5-4549-17FB-50E63DDF34FD}"/>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7" name="Foliennummernplatzhalter 6">
            <a:extLst>
              <a:ext uri="{FF2B5EF4-FFF2-40B4-BE49-F238E27FC236}">
                <a16:creationId xmlns:a16="http://schemas.microsoft.com/office/drawing/2014/main" id="{DFF3253D-2BB6-2EC6-F378-1E75519EB614}"/>
              </a:ext>
            </a:extLst>
          </p:cNvPr>
          <p:cNvSpPr>
            <a:spLocks noGrp="1"/>
          </p:cNvSpPr>
          <p:nvPr>
            <p:ph type="sldNum" sz="quarter" idx="12"/>
          </p:nvPr>
        </p:nvSpPr>
        <p:spPr/>
        <p:txBody>
          <a:bodyPr/>
          <a:lstStyle/>
          <a:p>
            <a:fld id="{442AD375-037F-43D0-B059-5172DA06796A}" type="slidenum">
              <a:rPr lang="de-CH" smtClean="0"/>
              <a:pPr/>
              <a:t>68</a:t>
            </a:fld>
            <a:endParaRPr lang="de-CH" dirty="0"/>
          </a:p>
        </p:txBody>
      </p:sp>
      <p:graphicFrame>
        <p:nvGraphicFramePr>
          <p:cNvPr id="9" name="Inhaltsplatzhalter 9">
            <a:extLst>
              <a:ext uri="{FF2B5EF4-FFF2-40B4-BE49-F238E27FC236}">
                <a16:creationId xmlns:a16="http://schemas.microsoft.com/office/drawing/2014/main" id="{E991C2FC-5744-C722-E7E7-5EB65A6AB1B8}"/>
              </a:ext>
            </a:extLst>
          </p:cNvPr>
          <p:cNvGraphicFramePr>
            <a:graphicFrameLocks noChangeAspect="1"/>
          </p:cNvGraphicFramePr>
          <p:nvPr>
            <p:extLst>
              <p:ext uri="{D42A27DB-BD31-4B8C-83A1-F6EECF244321}">
                <p14:modId xmlns:p14="http://schemas.microsoft.com/office/powerpoint/2010/main" val="3143451348"/>
              </p:ext>
            </p:extLst>
          </p:nvPr>
        </p:nvGraphicFramePr>
        <p:xfrm>
          <a:off x="5463899" y="836712"/>
          <a:ext cx="6392741" cy="5076000"/>
        </p:xfrm>
        <a:graphic>
          <a:graphicData uri="http://schemas.openxmlformats.org/drawingml/2006/chart">
            <c:chart xmlns:c="http://schemas.openxmlformats.org/drawingml/2006/chart" xmlns:r="http://schemas.openxmlformats.org/officeDocument/2006/relationships" r:id="rId2"/>
          </a:graphicData>
        </a:graphic>
      </p:graphicFrame>
      <p:grpSp>
        <p:nvGrpSpPr>
          <p:cNvPr id="4" name="Gruppieren 3">
            <a:extLst>
              <a:ext uri="{FF2B5EF4-FFF2-40B4-BE49-F238E27FC236}">
                <a16:creationId xmlns:a16="http://schemas.microsoft.com/office/drawing/2014/main" id="{BEE65677-4F03-32BB-CFCF-A6D4F63342BA}"/>
              </a:ext>
            </a:extLst>
          </p:cNvPr>
          <p:cNvGrpSpPr/>
          <p:nvPr/>
        </p:nvGrpSpPr>
        <p:grpSpPr>
          <a:xfrm>
            <a:off x="9084332" y="189212"/>
            <a:ext cx="2905609" cy="1316755"/>
            <a:chOff x="8876815" y="2996758"/>
            <a:chExt cx="2905609" cy="1353214"/>
          </a:xfrm>
          <a:solidFill>
            <a:schemeClr val="accent6"/>
          </a:solidFill>
        </p:grpSpPr>
        <p:sp>
          <p:nvSpPr>
            <p:cNvPr id="8" name="Rechteck 7">
              <a:extLst>
                <a:ext uri="{FF2B5EF4-FFF2-40B4-BE49-F238E27FC236}">
                  <a16:creationId xmlns:a16="http://schemas.microsoft.com/office/drawing/2014/main" id="{05DC03D0-2AC0-D476-3802-A5239DE6A606}"/>
                </a:ext>
              </a:extLst>
            </p:cNvPr>
            <p:cNvSpPr/>
            <p:nvPr/>
          </p:nvSpPr>
          <p:spPr>
            <a:xfrm>
              <a:off x="8876815" y="2996758"/>
              <a:ext cx="2905609" cy="105454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44000" rIns="72000" bIns="72000" rtlCol="0" anchor="t"/>
            <a:lstStyle/>
            <a:p>
              <a:pPr>
                <a:lnSpc>
                  <a:spcPct val="97000"/>
                </a:lnSpc>
              </a:pPr>
              <a:r>
                <a:rPr lang="de-CH" sz="1200" b="1" spc="30" dirty="0">
                  <a:solidFill>
                    <a:schemeClr val="tx1"/>
                  </a:solidFill>
                </a:rPr>
                <a:t>Hinweis</a:t>
              </a:r>
            </a:p>
            <a:p>
              <a:pPr>
                <a:lnSpc>
                  <a:spcPct val="97000"/>
                </a:lnSpc>
              </a:pPr>
              <a:r>
                <a:rPr lang="de-CH" sz="1200" spc="30" dirty="0">
                  <a:solidFill>
                    <a:schemeClr val="tx1"/>
                  </a:solidFill>
                </a:rPr>
                <a:t>Für individuelle Diagramme stehen Diagrammvorlagen zur Verfügung:</a:t>
              </a:r>
            </a:p>
            <a:p>
              <a:pPr>
                <a:lnSpc>
                  <a:spcPct val="97000"/>
                </a:lnSpc>
              </a:pPr>
              <a:r>
                <a:rPr lang="de-CH" sz="1200" spc="30" dirty="0">
                  <a:solidFill>
                    <a:schemeClr val="tx1"/>
                  </a:solidFill>
                </a:rPr>
                <a:t>Einfügen &gt; Diagramm &gt; Vorlagen</a:t>
              </a:r>
            </a:p>
          </p:txBody>
        </p:sp>
        <p:sp>
          <p:nvSpPr>
            <p:cNvPr id="10" name="Rechtwinkliges Dreieck 9">
              <a:extLst>
                <a:ext uri="{FF2B5EF4-FFF2-40B4-BE49-F238E27FC236}">
                  <a16:creationId xmlns:a16="http://schemas.microsoft.com/office/drawing/2014/main" id="{D5CDF07F-93D5-FF33-DF5A-DCF3D7000970}"/>
                </a:ext>
              </a:extLst>
            </p:cNvPr>
            <p:cNvSpPr/>
            <p:nvPr/>
          </p:nvSpPr>
          <p:spPr>
            <a:xfrm flipV="1">
              <a:off x="8876815" y="4034461"/>
              <a:ext cx="315529" cy="315511"/>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spTree>
    <p:extLst>
      <p:ext uri="{BB962C8B-B14F-4D97-AF65-F5344CB8AC3E}">
        <p14:creationId xmlns:p14="http://schemas.microsoft.com/office/powerpoint/2010/main" val="290998256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CD9A344-0115-32CA-CDC9-F44B760C19F0}"/>
              </a:ext>
            </a:extLst>
          </p:cNvPr>
          <p:cNvSpPr>
            <a:spLocks noGrp="1"/>
          </p:cNvSpPr>
          <p:nvPr>
            <p:ph type="title"/>
          </p:nvPr>
        </p:nvSpPr>
        <p:spPr/>
        <p:txBody>
          <a:bodyPr/>
          <a:lstStyle/>
          <a:p>
            <a:r>
              <a:rPr lang="de-CH" dirty="0"/>
              <a:t>Beispielfolie </a:t>
            </a:r>
            <a:br>
              <a:rPr lang="de-CH" dirty="0"/>
            </a:br>
            <a:r>
              <a:rPr lang="de-CH" dirty="0"/>
              <a:t>mit Kreisdiagramm</a:t>
            </a:r>
          </a:p>
        </p:txBody>
      </p:sp>
      <p:sp>
        <p:nvSpPr>
          <p:cNvPr id="3" name="Inhaltsplatzhalter 2">
            <a:extLst>
              <a:ext uri="{FF2B5EF4-FFF2-40B4-BE49-F238E27FC236}">
                <a16:creationId xmlns:a16="http://schemas.microsoft.com/office/drawing/2014/main" id="{654065D0-8A77-9B11-7E52-6A4C6AEC45DD}"/>
              </a:ext>
            </a:extLst>
          </p:cNvPr>
          <p:cNvSpPr>
            <a:spLocks noGrp="1"/>
          </p:cNvSpPr>
          <p:nvPr>
            <p:ph sz="half" idx="1"/>
          </p:nvPr>
        </p:nvSpPr>
        <p:spPr>
          <a:xfrm>
            <a:off x="412019" y="1976437"/>
            <a:ext cx="4424400" cy="4430782"/>
          </a:xfrm>
        </p:spPr>
        <p:txBody>
          <a:bodyPr/>
          <a:lstStyle/>
          <a:p>
            <a:r>
              <a:rPr lang="de-CH" dirty="0"/>
              <a:t>Ost </a:t>
            </a:r>
            <a:r>
              <a:rPr lang="de-CH" dirty="0" err="1"/>
              <a:t>eici</a:t>
            </a:r>
            <a:r>
              <a:rPr lang="de-CH" dirty="0"/>
              <a:t> </a:t>
            </a:r>
            <a:r>
              <a:rPr lang="de-CH" dirty="0" err="1"/>
              <a:t>dis</a:t>
            </a:r>
            <a:r>
              <a:rPr lang="de-CH" dirty="0"/>
              <a:t> </a:t>
            </a:r>
            <a:r>
              <a:rPr lang="de-CH" dirty="0" err="1"/>
              <a:t>iur</a:t>
            </a:r>
            <a:r>
              <a:rPr lang="de-CH" dirty="0"/>
              <a:t>, </a:t>
            </a:r>
            <a:r>
              <a:rPr lang="de-CH" dirty="0" err="1"/>
              <a:t>eic</a:t>
            </a:r>
            <a:r>
              <a:rPr lang="de-CH" dirty="0"/>
              <a:t> </a:t>
            </a:r>
            <a:r>
              <a:rPr lang="de-CH" dirty="0" err="1"/>
              <a:t>to</a:t>
            </a:r>
            <a:r>
              <a:rPr lang="de-CH" dirty="0"/>
              <a:t> in </a:t>
            </a:r>
            <a:r>
              <a:rPr lang="de-CH" dirty="0" err="1"/>
              <a:t>eicen</a:t>
            </a:r>
            <a:r>
              <a:rPr lang="de-CH" dirty="0"/>
              <a:t> </a:t>
            </a:r>
            <a:r>
              <a:rPr lang="de-CH" dirty="0" err="1"/>
              <a:t>endicia</a:t>
            </a:r>
            <a:r>
              <a:rPr lang="de-CH" dirty="0"/>
              <a:t> </a:t>
            </a:r>
            <a:r>
              <a:rPr lang="de-CH" dirty="0" err="1"/>
              <a:t>sium</a:t>
            </a:r>
            <a:r>
              <a:rPr lang="de-CH" dirty="0"/>
              <a:t> quas </a:t>
            </a:r>
            <a:r>
              <a:rPr lang="de-CH" dirty="0" err="1"/>
              <a:t>aut</a:t>
            </a:r>
            <a:r>
              <a:rPr lang="de-CH" dirty="0"/>
              <a:t> </a:t>
            </a:r>
            <a:r>
              <a:rPr lang="de-CH" dirty="0" err="1"/>
              <a:t>verum</a:t>
            </a:r>
            <a:r>
              <a:rPr lang="de-CH" dirty="0"/>
              <a:t> </a:t>
            </a:r>
            <a:r>
              <a:rPr lang="de-CH" dirty="0" err="1"/>
              <a:t>alis</a:t>
            </a:r>
            <a:r>
              <a:rPr lang="de-CH" dirty="0"/>
              <a:t> </a:t>
            </a:r>
            <a:r>
              <a:rPr lang="de-CH" dirty="0" err="1"/>
              <a:t>cores</a:t>
            </a:r>
            <a:r>
              <a:rPr lang="de-CH" dirty="0"/>
              <a:t> am </a:t>
            </a:r>
            <a:r>
              <a:rPr lang="de-CH" dirty="0" err="1"/>
              <a:t>quiderfere</a:t>
            </a:r>
            <a:r>
              <a:rPr lang="de-CH" dirty="0"/>
              <a:t>, </a:t>
            </a:r>
            <a:r>
              <a:rPr lang="de-CH" dirty="0" err="1"/>
              <a:t>cus</a:t>
            </a:r>
            <a:r>
              <a:rPr lang="de-CH" dirty="0"/>
              <a:t>, si dem </a:t>
            </a:r>
            <a:r>
              <a:rPr lang="de-CH" dirty="0" err="1"/>
              <a:t>eris</a:t>
            </a:r>
            <a:r>
              <a:rPr lang="de-CH" dirty="0"/>
              <a:t> </a:t>
            </a:r>
            <a:r>
              <a:rPr lang="de-CH" dirty="0" err="1"/>
              <a:t>rem</a:t>
            </a:r>
            <a:r>
              <a:rPr lang="de-CH" dirty="0"/>
              <a:t> non </a:t>
            </a:r>
            <a:r>
              <a:rPr lang="de-CH" dirty="0" err="1"/>
              <a:t>sent</a:t>
            </a:r>
            <a:r>
              <a:rPr lang="de-CH" dirty="0"/>
              <a:t> </a:t>
            </a:r>
            <a:r>
              <a:rPr lang="de-CH" dirty="0" err="1"/>
              <a:t>fugitatem</a:t>
            </a:r>
            <a:r>
              <a:rPr lang="de-CH" dirty="0"/>
              <a:t> </a:t>
            </a:r>
            <a:r>
              <a:rPr lang="de-CH" dirty="0" err="1"/>
              <a:t>iurione</a:t>
            </a:r>
            <a:r>
              <a:rPr lang="de-CH" dirty="0"/>
              <a:t> </a:t>
            </a:r>
            <a:r>
              <a:rPr lang="de-CH" dirty="0" err="1"/>
              <a:t>mposin</a:t>
            </a:r>
            <a:r>
              <a:rPr lang="de-CH" dirty="0"/>
              <a:t> </a:t>
            </a:r>
            <a:r>
              <a:rPr lang="de-CH" dirty="0" err="1"/>
              <a:t>iasira</a:t>
            </a:r>
            <a:r>
              <a:rPr lang="de-CH" dirty="0"/>
              <a:t> </a:t>
            </a:r>
            <a:r>
              <a:rPr lang="de-CH" dirty="0" err="1"/>
              <a:t>ta</a:t>
            </a:r>
            <a:r>
              <a:rPr lang="de-CH" dirty="0"/>
              <a:t> </a:t>
            </a:r>
            <a:r>
              <a:rPr lang="de-CH" dirty="0" err="1"/>
              <a:t>pobla</a:t>
            </a:r>
            <a:r>
              <a:rPr lang="de-CH" dirty="0"/>
              <a:t> </a:t>
            </a:r>
            <a:r>
              <a:rPr lang="de-CH" dirty="0" err="1"/>
              <a:t>voluptu</a:t>
            </a:r>
            <a:r>
              <a:rPr lang="de-CH" dirty="0"/>
              <a:t> </a:t>
            </a:r>
            <a:r>
              <a:rPr lang="de-CH" dirty="0" err="1"/>
              <a:t>sim</a:t>
            </a:r>
            <a:r>
              <a:rPr lang="de-CH" dirty="0"/>
              <a:t> </a:t>
            </a:r>
            <a:r>
              <a:rPr lang="de-CH" dirty="0" err="1"/>
              <a:t>harupti</a:t>
            </a:r>
            <a:r>
              <a:rPr lang="de-CH" dirty="0"/>
              <a:t> </a:t>
            </a:r>
            <a:r>
              <a:rPr lang="de-CH" dirty="0" err="1"/>
              <a:t>nem</a:t>
            </a:r>
            <a:r>
              <a:rPr lang="de-CH" dirty="0"/>
              <a:t> </a:t>
            </a:r>
            <a:r>
              <a:rPr lang="de-CH" dirty="0" err="1"/>
              <a:t>idun</a:t>
            </a:r>
            <a:r>
              <a:rPr lang="de-CH" dirty="0"/>
              <a:t> </a:t>
            </a:r>
            <a:r>
              <a:rPr lang="de-CH" dirty="0" err="1"/>
              <a:t>tiuras</a:t>
            </a:r>
            <a:r>
              <a:rPr lang="de-CH" dirty="0"/>
              <a:t> </a:t>
            </a:r>
            <a:r>
              <a:rPr lang="de-CH" dirty="0" err="1"/>
              <a:t>siqui</a:t>
            </a:r>
            <a:r>
              <a:rPr lang="de-CH" dirty="0"/>
              <a:t> </a:t>
            </a:r>
            <a:r>
              <a:rPr lang="de-CH" dirty="0" err="1"/>
              <a:t>to</a:t>
            </a:r>
            <a:r>
              <a:rPr lang="de-CH" dirty="0"/>
              <a:t> </a:t>
            </a:r>
            <a:r>
              <a:rPr lang="de-CH" dirty="0" err="1"/>
              <a:t>blant</a:t>
            </a:r>
            <a:r>
              <a:rPr lang="de-CH" dirty="0"/>
              <a:t>. Magnis </a:t>
            </a:r>
            <a:r>
              <a:rPr lang="de-CH" dirty="0" err="1"/>
              <a:t>doluptation</a:t>
            </a:r>
            <a:r>
              <a:rPr lang="de-CH" dirty="0"/>
              <a:t> </a:t>
            </a:r>
            <a:r>
              <a:rPr lang="de-CH" dirty="0" err="1"/>
              <a:t>ratis</a:t>
            </a:r>
            <a:r>
              <a:rPr lang="de-CH" dirty="0"/>
              <a:t> </a:t>
            </a:r>
            <a:r>
              <a:rPr lang="de-CH" dirty="0" err="1"/>
              <a:t>saima</a:t>
            </a:r>
            <a:r>
              <a:rPr lang="de-CH" dirty="0"/>
              <a:t>, </a:t>
            </a:r>
            <a:r>
              <a:rPr lang="de-CH" dirty="0" err="1"/>
              <a:t>sit</a:t>
            </a:r>
            <a:r>
              <a:rPr lang="de-CH" dirty="0"/>
              <a:t> </a:t>
            </a:r>
            <a:r>
              <a:rPr lang="de-CH" dirty="0" err="1"/>
              <a:t>lordus</a:t>
            </a:r>
            <a:r>
              <a:rPr lang="de-CH" dirty="0"/>
              <a:t> </a:t>
            </a:r>
            <a:r>
              <a:rPr lang="de-CH" dirty="0" err="1"/>
              <a:t>con</a:t>
            </a:r>
            <a:r>
              <a:rPr lang="de-CH" dirty="0"/>
              <a:t> sed </a:t>
            </a:r>
            <a:r>
              <a:rPr lang="de-CH" dirty="0" err="1"/>
              <a:t>quia</a:t>
            </a:r>
            <a:r>
              <a:rPr lang="de-CH" dirty="0"/>
              <a:t> </a:t>
            </a:r>
            <a:r>
              <a:rPr lang="de-CH" dirty="0" err="1"/>
              <a:t>solum</a:t>
            </a:r>
            <a:r>
              <a:rPr lang="de-CH" dirty="0"/>
              <a:t> et </a:t>
            </a:r>
            <a:r>
              <a:rPr lang="de-CH" dirty="0" err="1"/>
              <a:t>doluptio</a:t>
            </a:r>
            <a:r>
              <a:rPr lang="de-CH" dirty="0"/>
              <a:t>. Intis </a:t>
            </a:r>
            <a:r>
              <a:rPr lang="de-CH" dirty="0" err="1"/>
              <a:t>assn</a:t>
            </a:r>
            <a:r>
              <a:rPr lang="de-CH" dirty="0"/>
              <a:t> </a:t>
            </a:r>
            <a:r>
              <a:rPr lang="de-CH" dirty="0" err="1"/>
              <a:t>verum</a:t>
            </a:r>
            <a:r>
              <a:rPr lang="de-CH" dirty="0"/>
              <a:t> </a:t>
            </a:r>
            <a:r>
              <a:rPr lang="de-CH" dirty="0" err="1"/>
              <a:t>res</a:t>
            </a:r>
            <a:r>
              <a:rPr lang="de-CH" dirty="0"/>
              <a:t> es.</a:t>
            </a:r>
          </a:p>
        </p:txBody>
      </p:sp>
      <p:graphicFrame>
        <p:nvGraphicFramePr>
          <p:cNvPr id="10" name="Inhaltsplatzhalter 9">
            <a:extLst>
              <a:ext uri="{FF2B5EF4-FFF2-40B4-BE49-F238E27FC236}">
                <a16:creationId xmlns:a16="http://schemas.microsoft.com/office/drawing/2014/main" id="{75C97B8A-EA07-1022-1290-6CE2669F33E7}"/>
              </a:ext>
            </a:extLst>
          </p:cNvPr>
          <p:cNvGraphicFramePr>
            <a:graphicFrameLocks noGrp="1" noChangeAspect="1"/>
          </p:cNvGraphicFramePr>
          <p:nvPr>
            <p:ph sz="half" idx="2"/>
            <p:extLst>
              <p:ext uri="{D42A27DB-BD31-4B8C-83A1-F6EECF244321}">
                <p14:modId xmlns:p14="http://schemas.microsoft.com/office/powerpoint/2010/main" val="4048008879"/>
              </p:ext>
            </p:extLst>
          </p:nvPr>
        </p:nvGraphicFramePr>
        <p:xfrm>
          <a:off x="5447928" y="836712"/>
          <a:ext cx="6392748" cy="5076000"/>
        </p:xfrm>
        <a:graphic>
          <a:graphicData uri="http://schemas.openxmlformats.org/drawingml/2006/chart">
            <c:chart xmlns:c="http://schemas.openxmlformats.org/drawingml/2006/chart" xmlns:r="http://schemas.openxmlformats.org/officeDocument/2006/relationships" r:id="rId2"/>
          </a:graphicData>
        </a:graphic>
      </p:graphicFrame>
      <p:sp>
        <p:nvSpPr>
          <p:cNvPr id="5" name="Datumsplatzhalter 4">
            <a:extLst>
              <a:ext uri="{FF2B5EF4-FFF2-40B4-BE49-F238E27FC236}">
                <a16:creationId xmlns:a16="http://schemas.microsoft.com/office/drawing/2014/main" id="{E98F841B-BFFD-83B2-25A5-E7E3BD2AA78A}"/>
              </a:ext>
            </a:extLst>
          </p:cNvPr>
          <p:cNvSpPr>
            <a:spLocks noGrp="1"/>
          </p:cNvSpPr>
          <p:nvPr>
            <p:ph type="dt" sz="half" idx="10"/>
          </p:nvPr>
        </p:nvSpPr>
        <p:spPr/>
        <p:txBody>
          <a:bodyPr/>
          <a:lstStyle/>
          <a:p>
            <a:fld id="{EF0A5894-19B0-4E61-B91D-0B378C79C2C7}" type="datetime4">
              <a:rPr lang="de-CH" smtClean="0"/>
              <a:t>8. Februar 2026</a:t>
            </a:fld>
            <a:endParaRPr lang="de-CH" dirty="0"/>
          </a:p>
        </p:txBody>
      </p:sp>
      <p:sp>
        <p:nvSpPr>
          <p:cNvPr id="6" name="Fußzeilenplatzhalter 5">
            <a:extLst>
              <a:ext uri="{FF2B5EF4-FFF2-40B4-BE49-F238E27FC236}">
                <a16:creationId xmlns:a16="http://schemas.microsoft.com/office/drawing/2014/main" id="{E372B6D6-34A5-4549-17FB-50E63DDF34FD}"/>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7" name="Foliennummernplatzhalter 6">
            <a:extLst>
              <a:ext uri="{FF2B5EF4-FFF2-40B4-BE49-F238E27FC236}">
                <a16:creationId xmlns:a16="http://schemas.microsoft.com/office/drawing/2014/main" id="{DFF3253D-2BB6-2EC6-F378-1E75519EB614}"/>
              </a:ext>
            </a:extLst>
          </p:cNvPr>
          <p:cNvSpPr>
            <a:spLocks noGrp="1"/>
          </p:cNvSpPr>
          <p:nvPr>
            <p:ph type="sldNum" sz="quarter" idx="12"/>
          </p:nvPr>
        </p:nvSpPr>
        <p:spPr/>
        <p:txBody>
          <a:bodyPr/>
          <a:lstStyle/>
          <a:p>
            <a:fld id="{442AD375-037F-43D0-B059-5172DA06796A}" type="slidenum">
              <a:rPr lang="de-CH" smtClean="0"/>
              <a:pPr/>
              <a:t>69</a:t>
            </a:fld>
            <a:endParaRPr lang="de-CH" dirty="0"/>
          </a:p>
        </p:txBody>
      </p:sp>
    </p:spTree>
    <p:extLst>
      <p:ext uri="{BB962C8B-B14F-4D97-AF65-F5344CB8AC3E}">
        <p14:creationId xmlns:p14="http://schemas.microsoft.com/office/powerpoint/2010/main" val="296819861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CD9A344-0115-32CA-CDC9-F44B760C19F0}"/>
              </a:ext>
            </a:extLst>
          </p:cNvPr>
          <p:cNvSpPr>
            <a:spLocks noGrp="1"/>
          </p:cNvSpPr>
          <p:nvPr>
            <p:ph type="title"/>
          </p:nvPr>
        </p:nvSpPr>
        <p:spPr/>
        <p:txBody>
          <a:bodyPr/>
          <a:lstStyle/>
          <a:p>
            <a:r>
              <a:rPr lang="de-CH" dirty="0"/>
              <a:t>Beispielfolie </a:t>
            </a:r>
            <a:br>
              <a:rPr lang="de-CH" dirty="0"/>
            </a:br>
            <a:r>
              <a:rPr lang="de-CH" dirty="0"/>
              <a:t>mit Säulendiagramm</a:t>
            </a:r>
          </a:p>
        </p:txBody>
      </p:sp>
      <p:sp>
        <p:nvSpPr>
          <p:cNvPr id="3" name="Inhaltsplatzhalter 2">
            <a:extLst>
              <a:ext uri="{FF2B5EF4-FFF2-40B4-BE49-F238E27FC236}">
                <a16:creationId xmlns:a16="http://schemas.microsoft.com/office/drawing/2014/main" id="{654065D0-8A77-9B11-7E52-6A4C6AEC45DD}"/>
              </a:ext>
            </a:extLst>
          </p:cNvPr>
          <p:cNvSpPr>
            <a:spLocks noGrp="1"/>
          </p:cNvSpPr>
          <p:nvPr>
            <p:ph sz="half" idx="1"/>
          </p:nvPr>
        </p:nvSpPr>
        <p:spPr>
          <a:xfrm>
            <a:off x="412019" y="1976437"/>
            <a:ext cx="4424400" cy="4430782"/>
          </a:xfrm>
        </p:spPr>
        <p:txBody>
          <a:bodyPr/>
          <a:lstStyle/>
          <a:p>
            <a:r>
              <a:rPr lang="de-CH" dirty="0"/>
              <a:t>Ost </a:t>
            </a:r>
            <a:r>
              <a:rPr lang="de-CH" dirty="0" err="1"/>
              <a:t>eici</a:t>
            </a:r>
            <a:r>
              <a:rPr lang="de-CH" dirty="0"/>
              <a:t> </a:t>
            </a:r>
            <a:r>
              <a:rPr lang="de-CH" dirty="0" err="1"/>
              <a:t>dis</a:t>
            </a:r>
            <a:r>
              <a:rPr lang="de-CH" dirty="0"/>
              <a:t> </a:t>
            </a:r>
            <a:r>
              <a:rPr lang="de-CH" dirty="0" err="1"/>
              <a:t>iur</a:t>
            </a:r>
            <a:r>
              <a:rPr lang="de-CH" dirty="0"/>
              <a:t>, </a:t>
            </a:r>
            <a:r>
              <a:rPr lang="de-CH" dirty="0" err="1"/>
              <a:t>eic</a:t>
            </a:r>
            <a:r>
              <a:rPr lang="de-CH" dirty="0"/>
              <a:t> </a:t>
            </a:r>
            <a:r>
              <a:rPr lang="de-CH" dirty="0" err="1"/>
              <a:t>to</a:t>
            </a:r>
            <a:r>
              <a:rPr lang="de-CH" dirty="0"/>
              <a:t> in </a:t>
            </a:r>
            <a:r>
              <a:rPr lang="de-CH" dirty="0" err="1"/>
              <a:t>eicen</a:t>
            </a:r>
            <a:r>
              <a:rPr lang="de-CH" dirty="0"/>
              <a:t> </a:t>
            </a:r>
            <a:r>
              <a:rPr lang="de-CH" dirty="0" err="1"/>
              <a:t>endicia</a:t>
            </a:r>
            <a:r>
              <a:rPr lang="de-CH" dirty="0"/>
              <a:t> </a:t>
            </a:r>
            <a:r>
              <a:rPr lang="de-CH" dirty="0" err="1"/>
              <a:t>sium</a:t>
            </a:r>
            <a:r>
              <a:rPr lang="de-CH" dirty="0"/>
              <a:t> quas </a:t>
            </a:r>
            <a:r>
              <a:rPr lang="de-CH" dirty="0" err="1"/>
              <a:t>aut</a:t>
            </a:r>
            <a:r>
              <a:rPr lang="de-CH" dirty="0"/>
              <a:t> </a:t>
            </a:r>
            <a:r>
              <a:rPr lang="de-CH" dirty="0" err="1"/>
              <a:t>verum</a:t>
            </a:r>
            <a:r>
              <a:rPr lang="de-CH" dirty="0"/>
              <a:t> </a:t>
            </a:r>
            <a:r>
              <a:rPr lang="de-CH" dirty="0" err="1"/>
              <a:t>alis</a:t>
            </a:r>
            <a:r>
              <a:rPr lang="de-CH" dirty="0"/>
              <a:t> </a:t>
            </a:r>
            <a:r>
              <a:rPr lang="de-CH" dirty="0" err="1"/>
              <a:t>cores</a:t>
            </a:r>
            <a:r>
              <a:rPr lang="de-CH" dirty="0"/>
              <a:t> am </a:t>
            </a:r>
            <a:r>
              <a:rPr lang="de-CH" dirty="0" err="1"/>
              <a:t>quiderfere</a:t>
            </a:r>
            <a:r>
              <a:rPr lang="de-CH" dirty="0"/>
              <a:t>, </a:t>
            </a:r>
            <a:r>
              <a:rPr lang="de-CH" dirty="0" err="1"/>
              <a:t>cus</a:t>
            </a:r>
            <a:r>
              <a:rPr lang="de-CH" dirty="0"/>
              <a:t>, si dem </a:t>
            </a:r>
            <a:r>
              <a:rPr lang="de-CH" dirty="0" err="1"/>
              <a:t>eris</a:t>
            </a:r>
            <a:r>
              <a:rPr lang="de-CH" dirty="0"/>
              <a:t> </a:t>
            </a:r>
            <a:r>
              <a:rPr lang="de-CH" dirty="0" err="1"/>
              <a:t>rem</a:t>
            </a:r>
            <a:r>
              <a:rPr lang="de-CH" dirty="0"/>
              <a:t> non </a:t>
            </a:r>
            <a:r>
              <a:rPr lang="de-CH" dirty="0" err="1"/>
              <a:t>sent</a:t>
            </a:r>
            <a:r>
              <a:rPr lang="de-CH" dirty="0"/>
              <a:t> </a:t>
            </a:r>
            <a:r>
              <a:rPr lang="de-CH" dirty="0" err="1"/>
              <a:t>fugitatem</a:t>
            </a:r>
            <a:r>
              <a:rPr lang="de-CH" dirty="0"/>
              <a:t> </a:t>
            </a:r>
            <a:r>
              <a:rPr lang="de-CH" dirty="0" err="1"/>
              <a:t>iurione</a:t>
            </a:r>
            <a:r>
              <a:rPr lang="de-CH" dirty="0"/>
              <a:t> </a:t>
            </a:r>
            <a:r>
              <a:rPr lang="de-CH" dirty="0" err="1"/>
              <a:t>mposin</a:t>
            </a:r>
            <a:r>
              <a:rPr lang="de-CH" dirty="0"/>
              <a:t> </a:t>
            </a:r>
            <a:r>
              <a:rPr lang="de-CH" dirty="0" err="1"/>
              <a:t>iasira</a:t>
            </a:r>
            <a:r>
              <a:rPr lang="de-CH" dirty="0"/>
              <a:t> </a:t>
            </a:r>
            <a:r>
              <a:rPr lang="de-CH" dirty="0" err="1"/>
              <a:t>ta</a:t>
            </a:r>
            <a:r>
              <a:rPr lang="de-CH" dirty="0"/>
              <a:t> </a:t>
            </a:r>
            <a:r>
              <a:rPr lang="de-CH" dirty="0" err="1"/>
              <a:t>pobla</a:t>
            </a:r>
            <a:r>
              <a:rPr lang="de-CH" dirty="0"/>
              <a:t> </a:t>
            </a:r>
            <a:r>
              <a:rPr lang="de-CH" dirty="0" err="1"/>
              <a:t>voluptu</a:t>
            </a:r>
            <a:r>
              <a:rPr lang="de-CH" dirty="0"/>
              <a:t> </a:t>
            </a:r>
            <a:r>
              <a:rPr lang="de-CH" dirty="0" err="1"/>
              <a:t>sim</a:t>
            </a:r>
            <a:r>
              <a:rPr lang="de-CH" dirty="0"/>
              <a:t> </a:t>
            </a:r>
            <a:r>
              <a:rPr lang="de-CH" dirty="0" err="1"/>
              <a:t>harupti</a:t>
            </a:r>
            <a:r>
              <a:rPr lang="de-CH" dirty="0"/>
              <a:t> </a:t>
            </a:r>
            <a:r>
              <a:rPr lang="de-CH" dirty="0" err="1"/>
              <a:t>nem</a:t>
            </a:r>
            <a:r>
              <a:rPr lang="de-CH" dirty="0"/>
              <a:t> </a:t>
            </a:r>
            <a:r>
              <a:rPr lang="de-CH" dirty="0" err="1"/>
              <a:t>idun</a:t>
            </a:r>
            <a:r>
              <a:rPr lang="de-CH" dirty="0"/>
              <a:t> </a:t>
            </a:r>
            <a:r>
              <a:rPr lang="de-CH" dirty="0" err="1"/>
              <a:t>tiuras</a:t>
            </a:r>
            <a:r>
              <a:rPr lang="de-CH" dirty="0"/>
              <a:t> </a:t>
            </a:r>
            <a:r>
              <a:rPr lang="de-CH" dirty="0" err="1"/>
              <a:t>siqui</a:t>
            </a:r>
            <a:r>
              <a:rPr lang="de-CH" dirty="0"/>
              <a:t> </a:t>
            </a:r>
            <a:r>
              <a:rPr lang="de-CH" dirty="0" err="1"/>
              <a:t>to</a:t>
            </a:r>
            <a:r>
              <a:rPr lang="de-CH" dirty="0"/>
              <a:t> </a:t>
            </a:r>
            <a:r>
              <a:rPr lang="de-CH" dirty="0" err="1"/>
              <a:t>blant</a:t>
            </a:r>
            <a:r>
              <a:rPr lang="de-CH" dirty="0"/>
              <a:t>. Magnis </a:t>
            </a:r>
            <a:r>
              <a:rPr lang="de-CH" dirty="0" err="1"/>
              <a:t>doluptation</a:t>
            </a:r>
            <a:r>
              <a:rPr lang="de-CH" dirty="0"/>
              <a:t> </a:t>
            </a:r>
            <a:r>
              <a:rPr lang="de-CH" dirty="0" err="1"/>
              <a:t>ratis</a:t>
            </a:r>
            <a:r>
              <a:rPr lang="de-CH" dirty="0"/>
              <a:t> </a:t>
            </a:r>
            <a:r>
              <a:rPr lang="de-CH" dirty="0" err="1"/>
              <a:t>saima</a:t>
            </a:r>
            <a:r>
              <a:rPr lang="de-CH" dirty="0"/>
              <a:t>, </a:t>
            </a:r>
            <a:r>
              <a:rPr lang="de-CH" dirty="0" err="1"/>
              <a:t>sit</a:t>
            </a:r>
            <a:r>
              <a:rPr lang="de-CH" dirty="0"/>
              <a:t> </a:t>
            </a:r>
            <a:r>
              <a:rPr lang="de-CH" dirty="0" err="1"/>
              <a:t>lordus</a:t>
            </a:r>
            <a:r>
              <a:rPr lang="de-CH" dirty="0"/>
              <a:t> </a:t>
            </a:r>
            <a:r>
              <a:rPr lang="de-CH" dirty="0" err="1"/>
              <a:t>con</a:t>
            </a:r>
            <a:r>
              <a:rPr lang="de-CH" dirty="0"/>
              <a:t> sed </a:t>
            </a:r>
            <a:r>
              <a:rPr lang="de-CH" dirty="0" err="1"/>
              <a:t>quia</a:t>
            </a:r>
            <a:r>
              <a:rPr lang="de-CH" dirty="0"/>
              <a:t> </a:t>
            </a:r>
            <a:r>
              <a:rPr lang="de-CH" dirty="0" err="1"/>
              <a:t>solum</a:t>
            </a:r>
            <a:r>
              <a:rPr lang="de-CH" dirty="0"/>
              <a:t> et </a:t>
            </a:r>
            <a:r>
              <a:rPr lang="de-CH" dirty="0" err="1"/>
              <a:t>doluptio</a:t>
            </a:r>
            <a:r>
              <a:rPr lang="de-CH" dirty="0"/>
              <a:t>. Intis </a:t>
            </a:r>
            <a:r>
              <a:rPr lang="de-CH" dirty="0" err="1"/>
              <a:t>assn</a:t>
            </a:r>
            <a:r>
              <a:rPr lang="de-CH" dirty="0"/>
              <a:t> </a:t>
            </a:r>
            <a:r>
              <a:rPr lang="de-CH" dirty="0" err="1"/>
              <a:t>verum</a:t>
            </a:r>
            <a:r>
              <a:rPr lang="de-CH" dirty="0"/>
              <a:t> </a:t>
            </a:r>
            <a:r>
              <a:rPr lang="de-CH" dirty="0" err="1"/>
              <a:t>res</a:t>
            </a:r>
            <a:r>
              <a:rPr lang="de-CH" dirty="0"/>
              <a:t> es.</a:t>
            </a:r>
          </a:p>
        </p:txBody>
      </p:sp>
      <p:graphicFrame>
        <p:nvGraphicFramePr>
          <p:cNvPr id="10" name="Inhaltsplatzhalter 9">
            <a:extLst>
              <a:ext uri="{FF2B5EF4-FFF2-40B4-BE49-F238E27FC236}">
                <a16:creationId xmlns:a16="http://schemas.microsoft.com/office/drawing/2014/main" id="{9E2D5753-7D18-A774-1148-069B11EDD4EB}"/>
              </a:ext>
            </a:extLst>
          </p:cNvPr>
          <p:cNvGraphicFramePr>
            <a:graphicFrameLocks noGrp="1"/>
          </p:cNvGraphicFramePr>
          <p:nvPr>
            <p:ph sz="half" idx="2"/>
            <p:extLst>
              <p:ext uri="{D42A27DB-BD31-4B8C-83A1-F6EECF244321}">
                <p14:modId xmlns:p14="http://schemas.microsoft.com/office/powerpoint/2010/main" val="701590956"/>
              </p:ext>
            </p:extLst>
          </p:nvPr>
        </p:nvGraphicFramePr>
        <p:xfrm>
          <a:off x="6199188" y="1213644"/>
          <a:ext cx="5580062" cy="4430712"/>
        </p:xfrm>
        <a:graphic>
          <a:graphicData uri="http://schemas.openxmlformats.org/drawingml/2006/chart">
            <c:chart xmlns:c="http://schemas.openxmlformats.org/drawingml/2006/chart" xmlns:r="http://schemas.openxmlformats.org/officeDocument/2006/relationships" r:id="rId2"/>
          </a:graphicData>
        </a:graphic>
      </p:graphicFrame>
      <p:sp>
        <p:nvSpPr>
          <p:cNvPr id="5" name="Datumsplatzhalter 4">
            <a:extLst>
              <a:ext uri="{FF2B5EF4-FFF2-40B4-BE49-F238E27FC236}">
                <a16:creationId xmlns:a16="http://schemas.microsoft.com/office/drawing/2014/main" id="{E98F841B-BFFD-83B2-25A5-E7E3BD2AA78A}"/>
              </a:ext>
            </a:extLst>
          </p:cNvPr>
          <p:cNvSpPr>
            <a:spLocks noGrp="1"/>
          </p:cNvSpPr>
          <p:nvPr>
            <p:ph type="dt" sz="half" idx="10"/>
          </p:nvPr>
        </p:nvSpPr>
        <p:spPr/>
        <p:txBody>
          <a:bodyPr/>
          <a:lstStyle/>
          <a:p>
            <a:fld id="{633E6B52-AA1A-4B54-B2B1-B1B325AA21BC}" type="datetime4">
              <a:rPr lang="de-CH" smtClean="0"/>
              <a:t>8. Februar 2026</a:t>
            </a:fld>
            <a:endParaRPr lang="de-CH" dirty="0"/>
          </a:p>
        </p:txBody>
      </p:sp>
      <p:sp>
        <p:nvSpPr>
          <p:cNvPr id="6" name="Fußzeilenplatzhalter 5">
            <a:extLst>
              <a:ext uri="{FF2B5EF4-FFF2-40B4-BE49-F238E27FC236}">
                <a16:creationId xmlns:a16="http://schemas.microsoft.com/office/drawing/2014/main" id="{E372B6D6-34A5-4549-17FB-50E63DDF34FD}"/>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7" name="Foliennummernplatzhalter 6">
            <a:extLst>
              <a:ext uri="{FF2B5EF4-FFF2-40B4-BE49-F238E27FC236}">
                <a16:creationId xmlns:a16="http://schemas.microsoft.com/office/drawing/2014/main" id="{DFF3253D-2BB6-2EC6-F378-1E75519EB614}"/>
              </a:ext>
            </a:extLst>
          </p:cNvPr>
          <p:cNvSpPr>
            <a:spLocks noGrp="1"/>
          </p:cNvSpPr>
          <p:nvPr>
            <p:ph type="sldNum" sz="quarter" idx="12"/>
          </p:nvPr>
        </p:nvSpPr>
        <p:spPr/>
        <p:txBody>
          <a:bodyPr/>
          <a:lstStyle/>
          <a:p>
            <a:fld id="{442AD375-037F-43D0-B059-5172DA06796A}" type="slidenum">
              <a:rPr lang="de-CH" smtClean="0"/>
              <a:pPr/>
              <a:t>70</a:t>
            </a:fld>
            <a:endParaRPr lang="de-CH" dirty="0"/>
          </a:p>
        </p:txBody>
      </p:sp>
    </p:spTree>
    <p:extLst>
      <p:ext uri="{BB962C8B-B14F-4D97-AF65-F5344CB8AC3E}">
        <p14:creationId xmlns:p14="http://schemas.microsoft.com/office/powerpoint/2010/main" val="134756994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CD9A344-0115-32CA-CDC9-F44B760C19F0}"/>
              </a:ext>
            </a:extLst>
          </p:cNvPr>
          <p:cNvSpPr>
            <a:spLocks noGrp="1"/>
          </p:cNvSpPr>
          <p:nvPr>
            <p:ph type="title"/>
          </p:nvPr>
        </p:nvSpPr>
        <p:spPr/>
        <p:txBody>
          <a:bodyPr/>
          <a:lstStyle/>
          <a:p>
            <a:r>
              <a:rPr lang="de-CH" dirty="0"/>
              <a:t>Beispielfolie </a:t>
            </a:r>
            <a:br>
              <a:rPr lang="de-CH" dirty="0"/>
            </a:br>
            <a:r>
              <a:rPr lang="de-CH" dirty="0"/>
              <a:t>mit Balkendiagramm</a:t>
            </a:r>
          </a:p>
        </p:txBody>
      </p:sp>
      <p:sp>
        <p:nvSpPr>
          <p:cNvPr id="3" name="Inhaltsplatzhalter 2">
            <a:extLst>
              <a:ext uri="{FF2B5EF4-FFF2-40B4-BE49-F238E27FC236}">
                <a16:creationId xmlns:a16="http://schemas.microsoft.com/office/drawing/2014/main" id="{654065D0-8A77-9B11-7E52-6A4C6AEC45DD}"/>
              </a:ext>
            </a:extLst>
          </p:cNvPr>
          <p:cNvSpPr>
            <a:spLocks noGrp="1"/>
          </p:cNvSpPr>
          <p:nvPr>
            <p:ph sz="half" idx="1"/>
          </p:nvPr>
        </p:nvSpPr>
        <p:spPr>
          <a:xfrm>
            <a:off x="412019" y="1976437"/>
            <a:ext cx="4424400" cy="4430782"/>
          </a:xfrm>
        </p:spPr>
        <p:txBody>
          <a:bodyPr/>
          <a:lstStyle/>
          <a:p>
            <a:r>
              <a:rPr lang="de-CH" dirty="0"/>
              <a:t>Ost </a:t>
            </a:r>
            <a:r>
              <a:rPr lang="de-CH" dirty="0" err="1"/>
              <a:t>eici</a:t>
            </a:r>
            <a:r>
              <a:rPr lang="de-CH" dirty="0"/>
              <a:t> </a:t>
            </a:r>
            <a:r>
              <a:rPr lang="de-CH" dirty="0" err="1"/>
              <a:t>dis</a:t>
            </a:r>
            <a:r>
              <a:rPr lang="de-CH" dirty="0"/>
              <a:t> </a:t>
            </a:r>
            <a:r>
              <a:rPr lang="de-CH" dirty="0" err="1"/>
              <a:t>iur</a:t>
            </a:r>
            <a:r>
              <a:rPr lang="de-CH" dirty="0"/>
              <a:t>, </a:t>
            </a:r>
            <a:r>
              <a:rPr lang="de-CH" dirty="0" err="1"/>
              <a:t>eic</a:t>
            </a:r>
            <a:r>
              <a:rPr lang="de-CH" dirty="0"/>
              <a:t> </a:t>
            </a:r>
            <a:r>
              <a:rPr lang="de-CH" dirty="0" err="1"/>
              <a:t>to</a:t>
            </a:r>
            <a:r>
              <a:rPr lang="de-CH" dirty="0"/>
              <a:t> in </a:t>
            </a:r>
            <a:r>
              <a:rPr lang="de-CH" dirty="0" err="1"/>
              <a:t>eicen</a:t>
            </a:r>
            <a:r>
              <a:rPr lang="de-CH" dirty="0"/>
              <a:t> </a:t>
            </a:r>
            <a:r>
              <a:rPr lang="de-CH" dirty="0" err="1"/>
              <a:t>endicia</a:t>
            </a:r>
            <a:r>
              <a:rPr lang="de-CH" dirty="0"/>
              <a:t> </a:t>
            </a:r>
            <a:r>
              <a:rPr lang="de-CH" dirty="0" err="1"/>
              <a:t>sium</a:t>
            </a:r>
            <a:r>
              <a:rPr lang="de-CH" dirty="0"/>
              <a:t> quas </a:t>
            </a:r>
            <a:r>
              <a:rPr lang="de-CH" dirty="0" err="1"/>
              <a:t>aut</a:t>
            </a:r>
            <a:r>
              <a:rPr lang="de-CH" dirty="0"/>
              <a:t> </a:t>
            </a:r>
            <a:r>
              <a:rPr lang="de-CH" dirty="0" err="1"/>
              <a:t>verum</a:t>
            </a:r>
            <a:r>
              <a:rPr lang="de-CH" dirty="0"/>
              <a:t> </a:t>
            </a:r>
            <a:r>
              <a:rPr lang="de-CH" dirty="0" err="1"/>
              <a:t>alis</a:t>
            </a:r>
            <a:r>
              <a:rPr lang="de-CH" dirty="0"/>
              <a:t> </a:t>
            </a:r>
            <a:r>
              <a:rPr lang="de-CH" dirty="0" err="1"/>
              <a:t>cores</a:t>
            </a:r>
            <a:r>
              <a:rPr lang="de-CH" dirty="0"/>
              <a:t> am </a:t>
            </a:r>
            <a:r>
              <a:rPr lang="de-CH" dirty="0" err="1"/>
              <a:t>quiderfere</a:t>
            </a:r>
            <a:r>
              <a:rPr lang="de-CH" dirty="0"/>
              <a:t>, </a:t>
            </a:r>
            <a:r>
              <a:rPr lang="de-CH" dirty="0" err="1"/>
              <a:t>cus</a:t>
            </a:r>
            <a:r>
              <a:rPr lang="de-CH" dirty="0"/>
              <a:t>, si dem </a:t>
            </a:r>
            <a:r>
              <a:rPr lang="de-CH" dirty="0" err="1"/>
              <a:t>eris</a:t>
            </a:r>
            <a:r>
              <a:rPr lang="de-CH" dirty="0"/>
              <a:t> </a:t>
            </a:r>
            <a:r>
              <a:rPr lang="de-CH" dirty="0" err="1"/>
              <a:t>rem</a:t>
            </a:r>
            <a:r>
              <a:rPr lang="de-CH" dirty="0"/>
              <a:t> non </a:t>
            </a:r>
            <a:r>
              <a:rPr lang="de-CH" dirty="0" err="1"/>
              <a:t>sent</a:t>
            </a:r>
            <a:r>
              <a:rPr lang="de-CH" dirty="0"/>
              <a:t> </a:t>
            </a:r>
            <a:r>
              <a:rPr lang="de-CH" dirty="0" err="1"/>
              <a:t>fugitatem</a:t>
            </a:r>
            <a:r>
              <a:rPr lang="de-CH" dirty="0"/>
              <a:t> </a:t>
            </a:r>
            <a:r>
              <a:rPr lang="de-CH" dirty="0" err="1"/>
              <a:t>iurione</a:t>
            </a:r>
            <a:r>
              <a:rPr lang="de-CH" dirty="0"/>
              <a:t> </a:t>
            </a:r>
            <a:r>
              <a:rPr lang="de-CH" dirty="0" err="1"/>
              <a:t>mposin</a:t>
            </a:r>
            <a:r>
              <a:rPr lang="de-CH" dirty="0"/>
              <a:t> </a:t>
            </a:r>
            <a:r>
              <a:rPr lang="de-CH" dirty="0" err="1"/>
              <a:t>iasira</a:t>
            </a:r>
            <a:r>
              <a:rPr lang="de-CH" dirty="0"/>
              <a:t> </a:t>
            </a:r>
            <a:r>
              <a:rPr lang="de-CH" dirty="0" err="1"/>
              <a:t>ta</a:t>
            </a:r>
            <a:r>
              <a:rPr lang="de-CH" dirty="0"/>
              <a:t> </a:t>
            </a:r>
            <a:r>
              <a:rPr lang="de-CH" dirty="0" err="1"/>
              <a:t>pobla</a:t>
            </a:r>
            <a:r>
              <a:rPr lang="de-CH" dirty="0"/>
              <a:t> </a:t>
            </a:r>
            <a:r>
              <a:rPr lang="de-CH" dirty="0" err="1"/>
              <a:t>voluptu</a:t>
            </a:r>
            <a:r>
              <a:rPr lang="de-CH" dirty="0"/>
              <a:t> </a:t>
            </a:r>
            <a:r>
              <a:rPr lang="de-CH" dirty="0" err="1"/>
              <a:t>sim</a:t>
            </a:r>
            <a:r>
              <a:rPr lang="de-CH" dirty="0"/>
              <a:t> </a:t>
            </a:r>
            <a:r>
              <a:rPr lang="de-CH" dirty="0" err="1"/>
              <a:t>harupti</a:t>
            </a:r>
            <a:r>
              <a:rPr lang="de-CH" dirty="0"/>
              <a:t> </a:t>
            </a:r>
            <a:r>
              <a:rPr lang="de-CH" dirty="0" err="1"/>
              <a:t>nem</a:t>
            </a:r>
            <a:r>
              <a:rPr lang="de-CH" dirty="0"/>
              <a:t> </a:t>
            </a:r>
            <a:r>
              <a:rPr lang="de-CH" dirty="0" err="1"/>
              <a:t>idun</a:t>
            </a:r>
            <a:r>
              <a:rPr lang="de-CH" dirty="0"/>
              <a:t> </a:t>
            </a:r>
            <a:r>
              <a:rPr lang="de-CH" dirty="0" err="1"/>
              <a:t>tiuras</a:t>
            </a:r>
            <a:r>
              <a:rPr lang="de-CH" dirty="0"/>
              <a:t> </a:t>
            </a:r>
            <a:r>
              <a:rPr lang="de-CH" dirty="0" err="1"/>
              <a:t>siqui</a:t>
            </a:r>
            <a:r>
              <a:rPr lang="de-CH" dirty="0"/>
              <a:t> </a:t>
            </a:r>
            <a:r>
              <a:rPr lang="de-CH" dirty="0" err="1"/>
              <a:t>to</a:t>
            </a:r>
            <a:r>
              <a:rPr lang="de-CH" dirty="0"/>
              <a:t> </a:t>
            </a:r>
            <a:r>
              <a:rPr lang="de-CH" dirty="0" err="1"/>
              <a:t>blant</a:t>
            </a:r>
            <a:r>
              <a:rPr lang="de-CH" dirty="0"/>
              <a:t>. Magnis </a:t>
            </a:r>
            <a:r>
              <a:rPr lang="de-CH" dirty="0" err="1"/>
              <a:t>doluptation</a:t>
            </a:r>
            <a:r>
              <a:rPr lang="de-CH" dirty="0"/>
              <a:t> </a:t>
            </a:r>
            <a:r>
              <a:rPr lang="de-CH" dirty="0" err="1"/>
              <a:t>ratis</a:t>
            </a:r>
            <a:r>
              <a:rPr lang="de-CH" dirty="0"/>
              <a:t> </a:t>
            </a:r>
            <a:r>
              <a:rPr lang="de-CH" dirty="0" err="1"/>
              <a:t>saima</a:t>
            </a:r>
            <a:r>
              <a:rPr lang="de-CH" dirty="0"/>
              <a:t>, </a:t>
            </a:r>
            <a:r>
              <a:rPr lang="de-CH" dirty="0" err="1"/>
              <a:t>sit</a:t>
            </a:r>
            <a:r>
              <a:rPr lang="de-CH" dirty="0"/>
              <a:t> </a:t>
            </a:r>
            <a:r>
              <a:rPr lang="de-CH" dirty="0" err="1"/>
              <a:t>lordus</a:t>
            </a:r>
            <a:r>
              <a:rPr lang="de-CH" dirty="0"/>
              <a:t> </a:t>
            </a:r>
            <a:r>
              <a:rPr lang="de-CH" dirty="0" err="1"/>
              <a:t>con</a:t>
            </a:r>
            <a:r>
              <a:rPr lang="de-CH" dirty="0"/>
              <a:t> sed </a:t>
            </a:r>
            <a:r>
              <a:rPr lang="de-CH" dirty="0" err="1"/>
              <a:t>quia</a:t>
            </a:r>
            <a:r>
              <a:rPr lang="de-CH" dirty="0"/>
              <a:t> </a:t>
            </a:r>
            <a:r>
              <a:rPr lang="de-CH" dirty="0" err="1"/>
              <a:t>solum</a:t>
            </a:r>
            <a:r>
              <a:rPr lang="de-CH" dirty="0"/>
              <a:t> et </a:t>
            </a:r>
            <a:r>
              <a:rPr lang="de-CH" dirty="0" err="1"/>
              <a:t>doluptio</a:t>
            </a:r>
            <a:r>
              <a:rPr lang="de-CH" dirty="0"/>
              <a:t>. Intis </a:t>
            </a:r>
            <a:r>
              <a:rPr lang="de-CH" dirty="0" err="1"/>
              <a:t>assn</a:t>
            </a:r>
            <a:r>
              <a:rPr lang="de-CH" dirty="0"/>
              <a:t> </a:t>
            </a:r>
            <a:r>
              <a:rPr lang="de-CH" dirty="0" err="1"/>
              <a:t>verum</a:t>
            </a:r>
            <a:r>
              <a:rPr lang="de-CH" dirty="0"/>
              <a:t> </a:t>
            </a:r>
            <a:r>
              <a:rPr lang="de-CH" dirty="0" err="1"/>
              <a:t>res</a:t>
            </a:r>
            <a:r>
              <a:rPr lang="de-CH" dirty="0"/>
              <a:t> es.</a:t>
            </a:r>
          </a:p>
        </p:txBody>
      </p:sp>
      <p:graphicFrame>
        <p:nvGraphicFramePr>
          <p:cNvPr id="10" name="Inhaltsplatzhalter 9">
            <a:extLst>
              <a:ext uri="{FF2B5EF4-FFF2-40B4-BE49-F238E27FC236}">
                <a16:creationId xmlns:a16="http://schemas.microsoft.com/office/drawing/2014/main" id="{C351B91E-A9FA-1B54-2DEB-DCD4FED6AE24}"/>
              </a:ext>
            </a:extLst>
          </p:cNvPr>
          <p:cNvGraphicFramePr>
            <a:graphicFrameLocks noGrp="1"/>
          </p:cNvGraphicFramePr>
          <p:nvPr>
            <p:ph sz="half" idx="2"/>
            <p:extLst>
              <p:ext uri="{D42A27DB-BD31-4B8C-83A1-F6EECF244321}">
                <p14:modId xmlns:p14="http://schemas.microsoft.com/office/powerpoint/2010/main" val="3925555497"/>
              </p:ext>
            </p:extLst>
          </p:nvPr>
        </p:nvGraphicFramePr>
        <p:xfrm>
          <a:off x="6199188" y="1266540"/>
          <a:ext cx="5580062" cy="4430712"/>
        </p:xfrm>
        <a:graphic>
          <a:graphicData uri="http://schemas.openxmlformats.org/drawingml/2006/chart">
            <c:chart xmlns:c="http://schemas.openxmlformats.org/drawingml/2006/chart" xmlns:r="http://schemas.openxmlformats.org/officeDocument/2006/relationships" r:id="rId2"/>
          </a:graphicData>
        </a:graphic>
      </p:graphicFrame>
      <p:sp>
        <p:nvSpPr>
          <p:cNvPr id="5" name="Datumsplatzhalter 4">
            <a:extLst>
              <a:ext uri="{FF2B5EF4-FFF2-40B4-BE49-F238E27FC236}">
                <a16:creationId xmlns:a16="http://schemas.microsoft.com/office/drawing/2014/main" id="{E98F841B-BFFD-83B2-25A5-E7E3BD2AA78A}"/>
              </a:ext>
            </a:extLst>
          </p:cNvPr>
          <p:cNvSpPr>
            <a:spLocks noGrp="1"/>
          </p:cNvSpPr>
          <p:nvPr>
            <p:ph type="dt" sz="half" idx="10"/>
          </p:nvPr>
        </p:nvSpPr>
        <p:spPr/>
        <p:txBody>
          <a:bodyPr/>
          <a:lstStyle/>
          <a:p>
            <a:fld id="{00E1DB6A-8922-4282-83DA-7C5DAABFBEBE}" type="datetime4">
              <a:rPr lang="de-CH" smtClean="0"/>
              <a:t>8. Februar 2026</a:t>
            </a:fld>
            <a:endParaRPr lang="de-CH" dirty="0"/>
          </a:p>
        </p:txBody>
      </p:sp>
      <p:sp>
        <p:nvSpPr>
          <p:cNvPr id="6" name="Fußzeilenplatzhalter 5">
            <a:extLst>
              <a:ext uri="{FF2B5EF4-FFF2-40B4-BE49-F238E27FC236}">
                <a16:creationId xmlns:a16="http://schemas.microsoft.com/office/drawing/2014/main" id="{E372B6D6-34A5-4549-17FB-50E63DDF34FD}"/>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7" name="Foliennummernplatzhalter 6">
            <a:extLst>
              <a:ext uri="{FF2B5EF4-FFF2-40B4-BE49-F238E27FC236}">
                <a16:creationId xmlns:a16="http://schemas.microsoft.com/office/drawing/2014/main" id="{DFF3253D-2BB6-2EC6-F378-1E75519EB614}"/>
              </a:ext>
            </a:extLst>
          </p:cNvPr>
          <p:cNvSpPr>
            <a:spLocks noGrp="1"/>
          </p:cNvSpPr>
          <p:nvPr>
            <p:ph type="sldNum" sz="quarter" idx="12"/>
          </p:nvPr>
        </p:nvSpPr>
        <p:spPr/>
        <p:txBody>
          <a:bodyPr/>
          <a:lstStyle/>
          <a:p>
            <a:fld id="{442AD375-037F-43D0-B059-5172DA06796A}" type="slidenum">
              <a:rPr lang="de-CH" smtClean="0"/>
              <a:pPr/>
              <a:t>71</a:t>
            </a:fld>
            <a:endParaRPr lang="de-CH" dirty="0"/>
          </a:p>
        </p:txBody>
      </p:sp>
    </p:spTree>
    <p:extLst>
      <p:ext uri="{BB962C8B-B14F-4D97-AF65-F5344CB8AC3E}">
        <p14:creationId xmlns:p14="http://schemas.microsoft.com/office/powerpoint/2010/main" val="188185731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CD9A344-0115-32CA-CDC9-F44B760C19F0}"/>
              </a:ext>
            </a:extLst>
          </p:cNvPr>
          <p:cNvSpPr>
            <a:spLocks noGrp="1"/>
          </p:cNvSpPr>
          <p:nvPr>
            <p:ph type="title"/>
          </p:nvPr>
        </p:nvSpPr>
        <p:spPr/>
        <p:txBody>
          <a:bodyPr/>
          <a:lstStyle/>
          <a:p>
            <a:r>
              <a:rPr lang="de-CH" dirty="0"/>
              <a:t>Beispielfolie </a:t>
            </a:r>
            <a:br>
              <a:rPr lang="de-CH" dirty="0"/>
            </a:br>
            <a:r>
              <a:rPr lang="de-CH" dirty="0"/>
              <a:t>mit Liniendiagramm</a:t>
            </a:r>
          </a:p>
        </p:txBody>
      </p:sp>
      <p:graphicFrame>
        <p:nvGraphicFramePr>
          <p:cNvPr id="16" name="Inhaltsplatzhalter 15">
            <a:extLst>
              <a:ext uri="{FF2B5EF4-FFF2-40B4-BE49-F238E27FC236}">
                <a16:creationId xmlns:a16="http://schemas.microsoft.com/office/drawing/2014/main" id="{BBF10BBD-81B6-9168-B314-5545537838DF}"/>
              </a:ext>
            </a:extLst>
          </p:cNvPr>
          <p:cNvGraphicFramePr>
            <a:graphicFrameLocks noGrp="1"/>
          </p:cNvGraphicFramePr>
          <p:nvPr>
            <p:ph sz="half" idx="2"/>
            <p:extLst>
              <p:ext uri="{D42A27DB-BD31-4B8C-83A1-F6EECF244321}">
                <p14:modId xmlns:p14="http://schemas.microsoft.com/office/powerpoint/2010/main" val="2144570888"/>
              </p:ext>
            </p:extLst>
          </p:nvPr>
        </p:nvGraphicFramePr>
        <p:xfrm>
          <a:off x="6199188" y="1213644"/>
          <a:ext cx="5580062" cy="4430712"/>
        </p:xfrm>
        <a:graphic>
          <a:graphicData uri="http://schemas.openxmlformats.org/drawingml/2006/chart">
            <c:chart xmlns:c="http://schemas.openxmlformats.org/drawingml/2006/chart" xmlns:r="http://schemas.openxmlformats.org/officeDocument/2006/relationships" r:id="rId2"/>
          </a:graphicData>
        </a:graphic>
      </p:graphicFrame>
      <p:sp>
        <p:nvSpPr>
          <p:cNvPr id="5" name="Datumsplatzhalter 4">
            <a:extLst>
              <a:ext uri="{FF2B5EF4-FFF2-40B4-BE49-F238E27FC236}">
                <a16:creationId xmlns:a16="http://schemas.microsoft.com/office/drawing/2014/main" id="{E98F841B-BFFD-83B2-25A5-E7E3BD2AA78A}"/>
              </a:ext>
            </a:extLst>
          </p:cNvPr>
          <p:cNvSpPr>
            <a:spLocks noGrp="1"/>
          </p:cNvSpPr>
          <p:nvPr>
            <p:ph type="dt" sz="half" idx="10"/>
          </p:nvPr>
        </p:nvSpPr>
        <p:spPr/>
        <p:txBody>
          <a:bodyPr/>
          <a:lstStyle/>
          <a:p>
            <a:fld id="{B52B8A5A-0A3A-4621-9D31-CC96735CABD7}" type="datetime4">
              <a:rPr lang="de-CH" smtClean="0"/>
              <a:t>8. Februar 2026</a:t>
            </a:fld>
            <a:endParaRPr lang="de-CH" dirty="0"/>
          </a:p>
        </p:txBody>
      </p:sp>
      <p:sp>
        <p:nvSpPr>
          <p:cNvPr id="6" name="Fußzeilenplatzhalter 5">
            <a:extLst>
              <a:ext uri="{FF2B5EF4-FFF2-40B4-BE49-F238E27FC236}">
                <a16:creationId xmlns:a16="http://schemas.microsoft.com/office/drawing/2014/main" id="{E372B6D6-34A5-4549-17FB-50E63DDF34FD}"/>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7" name="Foliennummernplatzhalter 6">
            <a:extLst>
              <a:ext uri="{FF2B5EF4-FFF2-40B4-BE49-F238E27FC236}">
                <a16:creationId xmlns:a16="http://schemas.microsoft.com/office/drawing/2014/main" id="{DFF3253D-2BB6-2EC6-F378-1E75519EB614}"/>
              </a:ext>
            </a:extLst>
          </p:cNvPr>
          <p:cNvSpPr>
            <a:spLocks noGrp="1"/>
          </p:cNvSpPr>
          <p:nvPr>
            <p:ph type="sldNum" sz="quarter" idx="12"/>
          </p:nvPr>
        </p:nvSpPr>
        <p:spPr/>
        <p:txBody>
          <a:bodyPr/>
          <a:lstStyle/>
          <a:p>
            <a:fld id="{442AD375-037F-43D0-B059-5172DA06796A}" type="slidenum">
              <a:rPr lang="de-CH" smtClean="0"/>
              <a:pPr/>
              <a:t>72</a:t>
            </a:fld>
            <a:endParaRPr lang="de-CH" dirty="0"/>
          </a:p>
        </p:txBody>
      </p:sp>
      <p:sp>
        <p:nvSpPr>
          <p:cNvPr id="13" name="Inhaltsplatzhalter 2">
            <a:extLst>
              <a:ext uri="{FF2B5EF4-FFF2-40B4-BE49-F238E27FC236}">
                <a16:creationId xmlns:a16="http://schemas.microsoft.com/office/drawing/2014/main" id="{9F73B43C-FC54-69E5-AF1E-007E620968F5}"/>
              </a:ext>
            </a:extLst>
          </p:cNvPr>
          <p:cNvSpPr txBox="1">
            <a:spLocks/>
          </p:cNvSpPr>
          <p:nvPr/>
        </p:nvSpPr>
        <p:spPr>
          <a:xfrm>
            <a:off x="412019" y="1976437"/>
            <a:ext cx="4423841" cy="4430782"/>
          </a:xfrm>
          <a:prstGeom prst="rect">
            <a:avLst/>
          </a:prstGeom>
        </p:spPr>
        <p:txBody>
          <a:bodyPr vert="horz" lIns="0" tIns="0" rIns="0" bIns="0" rtlCol="0">
            <a:noAutofit/>
          </a:bodyPr>
          <a:lstStyle>
            <a:lvl1pPr marL="0" indent="0" algn="l" defTabSz="914400" rtl="0" eaLnBrk="1" latinLnBrk="0" hangingPunct="1">
              <a:lnSpc>
                <a:spcPct val="109000"/>
              </a:lnSpc>
              <a:spcBef>
                <a:spcPts val="0"/>
              </a:spcBef>
              <a:buFont typeface="+mj-lt"/>
              <a:buNone/>
              <a:defRPr sz="2000" b="0" kern="1200" spc="-10" baseline="0">
                <a:solidFill>
                  <a:schemeClr val="tx1"/>
                </a:solidFill>
                <a:latin typeface="+mn-lt"/>
                <a:ea typeface="+mn-ea"/>
                <a:cs typeface="+mn-cs"/>
              </a:defRPr>
            </a:lvl1pPr>
            <a:lvl2pPr marL="198000" indent="-198000" algn="l" defTabSz="914400" rtl="0" eaLnBrk="1" latinLnBrk="0" hangingPunct="1">
              <a:lnSpc>
                <a:spcPct val="109000"/>
              </a:lnSpc>
              <a:spcBef>
                <a:spcPts val="0"/>
              </a:spcBef>
              <a:buFont typeface="Symbol" panose="05050102010706020507" pitchFamily="18" charset="2"/>
              <a:buChar char="-"/>
              <a:defRPr sz="2000" kern="1200" spc="-10" baseline="0">
                <a:solidFill>
                  <a:schemeClr val="tx1"/>
                </a:solidFill>
                <a:latin typeface="+mn-lt"/>
                <a:ea typeface="+mn-ea"/>
                <a:cs typeface="+mn-cs"/>
              </a:defRPr>
            </a:lvl2pPr>
            <a:lvl3pPr marL="396000" indent="-198000" algn="l" defTabSz="914400" rtl="0" eaLnBrk="1" latinLnBrk="0" hangingPunct="1">
              <a:lnSpc>
                <a:spcPct val="109000"/>
              </a:lnSpc>
              <a:spcBef>
                <a:spcPts val="0"/>
              </a:spcBef>
              <a:buFont typeface="Symbol" panose="05050102010706020507" pitchFamily="18" charset="2"/>
              <a:buChar char="-"/>
              <a:defRPr sz="2000" kern="1200" spc="-10" baseline="0">
                <a:solidFill>
                  <a:schemeClr val="tx1"/>
                </a:solidFill>
                <a:latin typeface="+mn-lt"/>
                <a:ea typeface="+mn-ea"/>
                <a:cs typeface="+mn-cs"/>
              </a:defRPr>
            </a:lvl3pPr>
            <a:lvl4pPr marL="594000" indent="-198000" algn="l" defTabSz="914400" rtl="0" eaLnBrk="1" latinLnBrk="0" hangingPunct="1">
              <a:lnSpc>
                <a:spcPct val="109000"/>
              </a:lnSpc>
              <a:spcBef>
                <a:spcPts val="0"/>
              </a:spcBef>
              <a:buFont typeface="Symbol" panose="05050102010706020507" pitchFamily="18" charset="2"/>
              <a:buChar char="-"/>
              <a:defRPr sz="2000" kern="1200" spc="-10" baseline="0">
                <a:solidFill>
                  <a:schemeClr val="tx1"/>
                </a:solidFill>
                <a:latin typeface="+mn-lt"/>
                <a:ea typeface="+mn-ea"/>
                <a:cs typeface="+mn-cs"/>
              </a:defRPr>
            </a:lvl4pPr>
            <a:lvl5pPr marL="792000" indent="-198000" algn="l" defTabSz="914400" rtl="0" eaLnBrk="1" latinLnBrk="0" hangingPunct="1">
              <a:lnSpc>
                <a:spcPct val="109000"/>
              </a:lnSpc>
              <a:spcBef>
                <a:spcPts val="0"/>
              </a:spcBef>
              <a:buFont typeface="Symbol" panose="05050102010706020507" pitchFamily="18" charset="2"/>
              <a:buChar char="-"/>
              <a:defRPr sz="2000" kern="1200" spc="-1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CH" dirty="0"/>
              <a:t>Ost </a:t>
            </a:r>
            <a:r>
              <a:rPr lang="de-CH" dirty="0" err="1"/>
              <a:t>eici</a:t>
            </a:r>
            <a:r>
              <a:rPr lang="de-CH" dirty="0"/>
              <a:t> </a:t>
            </a:r>
            <a:r>
              <a:rPr lang="de-CH" dirty="0" err="1"/>
              <a:t>dis</a:t>
            </a:r>
            <a:r>
              <a:rPr lang="de-CH" dirty="0"/>
              <a:t> </a:t>
            </a:r>
            <a:r>
              <a:rPr lang="de-CH" dirty="0" err="1"/>
              <a:t>iur</a:t>
            </a:r>
            <a:r>
              <a:rPr lang="de-CH" dirty="0"/>
              <a:t>, </a:t>
            </a:r>
            <a:r>
              <a:rPr lang="de-CH" dirty="0" err="1"/>
              <a:t>eic</a:t>
            </a:r>
            <a:r>
              <a:rPr lang="de-CH" dirty="0"/>
              <a:t> </a:t>
            </a:r>
            <a:r>
              <a:rPr lang="de-CH" dirty="0" err="1"/>
              <a:t>to</a:t>
            </a:r>
            <a:r>
              <a:rPr lang="de-CH" dirty="0"/>
              <a:t> in </a:t>
            </a:r>
            <a:r>
              <a:rPr lang="de-CH" dirty="0" err="1"/>
              <a:t>eicen</a:t>
            </a:r>
            <a:r>
              <a:rPr lang="de-CH" dirty="0"/>
              <a:t> </a:t>
            </a:r>
            <a:r>
              <a:rPr lang="de-CH" dirty="0" err="1"/>
              <a:t>endicia</a:t>
            </a:r>
            <a:r>
              <a:rPr lang="de-CH" dirty="0"/>
              <a:t> </a:t>
            </a:r>
            <a:r>
              <a:rPr lang="de-CH" dirty="0" err="1"/>
              <a:t>sium</a:t>
            </a:r>
            <a:r>
              <a:rPr lang="de-CH" dirty="0"/>
              <a:t> quas </a:t>
            </a:r>
            <a:r>
              <a:rPr lang="de-CH" dirty="0" err="1"/>
              <a:t>aut</a:t>
            </a:r>
            <a:r>
              <a:rPr lang="de-CH" dirty="0"/>
              <a:t> </a:t>
            </a:r>
            <a:r>
              <a:rPr lang="de-CH" dirty="0" err="1"/>
              <a:t>verum</a:t>
            </a:r>
            <a:r>
              <a:rPr lang="de-CH" dirty="0"/>
              <a:t> </a:t>
            </a:r>
            <a:r>
              <a:rPr lang="de-CH" dirty="0" err="1"/>
              <a:t>alis</a:t>
            </a:r>
            <a:r>
              <a:rPr lang="de-CH" dirty="0"/>
              <a:t> </a:t>
            </a:r>
            <a:r>
              <a:rPr lang="de-CH" dirty="0" err="1"/>
              <a:t>cores</a:t>
            </a:r>
            <a:r>
              <a:rPr lang="de-CH" dirty="0"/>
              <a:t> am </a:t>
            </a:r>
            <a:r>
              <a:rPr lang="de-CH" dirty="0" err="1"/>
              <a:t>quiderfere</a:t>
            </a:r>
            <a:r>
              <a:rPr lang="de-CH" dirty="0"/>
              <a:t>, </a:t>
            </a:r>
            <a:r>
              <a:rPr lang="de-CH" dirty="0" err="1"/>
              <a:t>cus</a:t>
            </a:r>
            <a:r>
              <a:rPr lang="de-CH" dirty="0"/>
              <a:t>, si dem </a:t>
            </a:r>
            <a:r>
              <a:rPr lang="de-CH" dirty="0" err="1"/>
              <a:t>eris</a:t>
            </a:r>
            <a:r>
              <a:rPr lang="de-CH" dirty="0"/>
              <a:t> </a:t>
            </a:r>
            <a:r>
              <a:rPr lang="de-CH" dirty="0" err="1"/>
              <a:t>rem</a:t>
            </a:r>
            <a:r>
              <a:rPr lang="de-CH" dirty="0"/>
              <a:t> non </a:t>
            </a:r>
            <a:r>
              <a:rPr lang="de-CH" dirty="0" err="1"/>
              <a:t>sent</a:t>
            </a:r>
            <a:r>
              <a:rPr lang="de-CH" dirty="0"/>
              <a:t> </a:t>
            </a:r>
            <a:r>
              <a:rPr lang="de-CH" dirty="0" err="1"/>
              <a:t>fugitatem</a:t>
            </a:r>
            <a:r>
              <a:rPr lang="de-CH" dirty="0"/>
              <a:t> </a:t>
            </a:r>
            <a:r>
              <a:rPr lang="de-CH" dirty="0" err="1"/>
              <a:t>iurione</a:t>
            </a:r>
            <a:r>
              <a:rPr lang="de-CH" dirty="0"/>
              <a:t> </a:t>
            </a:r>
            <a:r>
              <a:rPr lang="de-CH" dirty="0" err="1"/>
              <a:t>mposin</a:t>
            </a:r>
            <a:r>
              <a:rPr lang="de-CH" dirty="0"/>
              <a:t> </a:t>
            </a:r>
            <a:r>
              <a:rPr lang="de-CH" dirty="0" err="1"/>
              <a:t>iasira</a:t>
            </a:r>
            <a:r>
              <a:rPr lang="de-CH" dirty="0"/>
              <a:t> </a:t>
            </a:r>
            <a:r>
              <a:rPr lang="de-CH" dirty="0" err="1"/>
              <a:t>ta</a:t>
            </a:r>
            <a:r>
              <a:rPr lang="de-CH" dirty="0"/>
              <a:t> </a:t>
            </a:r>
            <a:r>
              <a:rPr lang="de-CH" dirty="0" err="1"/>
              <a:t>pobla</a:t>
            </a:r>
            <a:r>
              <a:rPr lang="de-CH" dirty="0"/>
              <a:t> </a:t>
            </a:r>
            <a:r>
              <a:rPr lang="de-CH" dirty="0" err="1"/>
              <a:t>voluptu</a:t>
            </a:r>
            <a:r>
              <a:rPr lang="de-CH" dirty="0"/>
              <a:t> </a:t>
            </a:r>
            <a:r>
              <a:rPr lang="de-CH" dirty="0" err="1"/>
              <a:t>sim</a:t>
            </a:r>
            <a:r>
              <a:rPr lang="de-CH" dirty="0"/>
              <a:t> </a:t>
            </a:r>
            <a:r>
              <a:rPr lang="de-CH" dirty="0" err="1"/>
              <a:t>harupti</a:t>
            </a:r>
            <a:r>
              <a:rPr lang="de-CH" dirty="0"/>
              <a:t> </a:t>
            </a:r>
            <a:r>
              <a:rPr lang="de-CH" dirty="0" err="1"/>
              <a:t>nem</a:t>
            </a:r>
            <a:r>
              <a:rPr lang="de-CH" dirty="0"/>
              <a:t> </a:t>
            </a:r>
            <a:r>
              <a:rPr lang="de-CH" dirty="0" err="1"/>
              <a:t>idun</a:t>
            </a:r>
            <a:r>
              <a:rPr lang="de-CH" dirty="0"/>
              <a:t> </a:t>
            </a:r>
            <a:r>
              <a:rPr lang="de-CH" dirty="0" err="1"/>
              <a:t>tiuras</a:t>
            </a:r>
            <a:r>
              <a:rPr lang="de-CH" dirty="0"/>
              <a:t> </a:t>
            </a:r>
            <a:r>
              <a:rPr lang="de-CH" dirty="0" err="1"/>
              <a:t>siqui</a:t>
            </a:r>
            <a:r>
              <a:rPr lang="de-CH" dirty="0"/>
              <a:t> </a:t>
            </a:r>
            <a:r>
              <a:rPr lang="de-CH" dirty="0" err="1"/>
              <a:t>to</a:t>
            </a:r>
            <a:r>
              <a:rPr lang="de-CH" dirty="0"/>
              <a:t> </a:t>
            </a:r>
            <a:r>
              <a:rPr lang="de-CH" dirty="0" err="1"/>
              <a:t>blant</a:t>
            </a:r>
            <a:r>
              <a:rPr lang="de-CH" dirty="0"/>
              <a:t>. Magnis </a:t>
            </a:r>
            <a:r>
              <a:rPr lang="de-CH" dirty="0" err="1"/>
              <a:t>doluptation</a:t>
            </a:r>
            <a:r>
              <a:rPr lang="de-CH" dirty="0"/>
              <a:t> </a:t>
            </a:r>
            <a:r>
              <a:rPr lang="de-CH" dirty="0" err="1"/>
              <a:t>ratis</a:t>
            </a:r>
            <a:r>
              <a:rPr lang="de-CH" dirty="0"/>
              <a:t> </a:t>
            </a:r>
            <a:r>
              <a:rPr lang="de-CH" dirty="0" err="1"/>
              <a:t>saima</a:t>
            </a:r>
            <a:r>
              <a:rPr lang="de-CH" dirty="0"/>
              <a:t>, </a:t>
            </a:r>
            <a:r>
              <a:rPr lang="de-CH" dirty="0" err="1"/>
              <a:t>sit</a:t>
            </a:r>
            <a:r>
              <a:rPr lang="de-CH" dirty="0"/>
              <a:t> </a:t>
            </a:r>
            <a:r>
              <a:rPr lang="de-CH" dirty="0" err="1"/>
              <a:t>lordus</a:t>
            </a:r>
            <a:r>
              <a:rPr lang="de-CH" dirty="0"/>
              <a:t> </a:t>
            </a:r>
            <a:r>
              <a:rPr lang="de-CH" dirty="0" err="1"/>
              <a:t>con</a:t>
            </a:r>
            <a:r>
              <a:rPr lang="de-CH" dirty="0"/>
              <a:t> sed </a:t>
            </a:r>
            <a:r>
              <a:rPr lang="de-CH" dirty="0" err="1"/>
              <a:t>quia</a:t>
            </a:r>
            <a:r>
              <a:rPr lang="de-CH" dirty="0"/>
              <a:t> </a:t>
            </a:r>
            <a:r>
              <a:rPr lang="de-CH" dirty="0" err="1"/>
              <a:t>solum</a:t>
            </a:r>
            <a:r>
              <a:rPr lang="de-CH" dirty="0"/>
              <a:t> et </a:t>
            </a:r>
            <a:r>
              <a:rPr lang="de-CH" dirty="0" err="1"/>
              <a:t>doluptio</a:t>
            </a:r>
            <a:r>
              <a:rPr lang="de-CH" dirty="0"/>
              <a:t>. Intis </a:t>
            </a:r>
            <a:r>
              <a:rPr lang="de-CH" dirty="0" err="1"/>
              <a:t>assn</a:t>
            </a:r>
            <a:r>
              <a:rPr lang="de-CH" dirty="0"/>
              <a:t> </a:t>
            </a:r>
            <a:r>
              <a:rPr lang="de-CH" dirty="0" err="1"/>
              <a:t>verum</a:t>
            </a:r>
            <a:r>
              <a:rPr lang="de-CH" dirty="0"/>
              <a:t> </a:t>
            </a:r>
            <a:r>
              <a:rPr lang="de-CH" dirty="0" err="1"/>
              <a:t>res</a:t>
            </a:r>
            <a:r>
              <a:rPr lang="de-CH" dirty="0"/>
              <a:t> es.</a:t>
            </a:r>
          </a:p>
        </p:txBody>
      </p:sp>
    </p:spTree>
    <p:extLst>
      <p:ext uri="{BB962C8B-B14F-4D97-AF65-F5344CB8AC3E}">
        <p14:creationId xmlns:p14="http://schemas.microsoft.com/office/powerpoint/2010/main" val="144329486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CD9A344-0115-32CA-CDC9-F44B760C19F0}"/>
              </a:ext>
            </a:extLst>
          </p:cNvPr>
          <p:cNvSpPr>
            <a:spLocks noGrp="1"/>
          </p:cNvSpPr>
          <p:nvPr>
            <p:ph type="title"/>
          </p:nvPr>
        </p:nvSpPr>
        <p:spPr/>
        <p:txBody>
          <a:bodyPr/>
          <a:lstStyle/>
          <a:p>
            <a:r>
              <a:rPr lang="de-CH" dirty="0"/>
              <a:t>Beispielfolie </a:t>
            </a:r>
            <a:br>
              <a:rPr lang="de-CH" dirty="0"/>
            </a:br>
            <a:r>
              <a:rPr lang="de-CH" dirty="0"/>
              <a:t>mit Balkendiagramm</a:t>
            </a:r>
          </a:p>
        </p:txBody>
      </p:sp>
      <p:sp>
        <p:nvSpPr>
          <p:cNvPr id="5" name="Datumsplatzhalter 4">
            <a:extLst>
              <a:ext uri="{FF2B5EF4-FFF2-40B4-BE49-F238E27FC236}">
                <a16:creationId xmlns:a16="http://schemas.microsoft.com/office/drawing/2014/main" id="{E98F841B-BFFD-83B2-25A5-E7E3BD2AA78A}"/>
              </a:ext>
            </a:extLst>
          </p:cNvPr>
          <p:cNvSpPr>
            <a:spLocks noGrp="1"/>
          </p:cNvSpPr>
          <p:nvPr>
            <p:ph type="dt" sz="half" idx="10"/>
          </p:nvPr>
        </p:nvSpPr>
        <p:spPr/>
        <p:txBody>
          <a:bodyPr/>
          <a:lstStyle/>
          <a:p>
            <a:fld id="{15F62807-961E-4BCF-A1B1-5B0F6F283C87}" type="datetime4">
              <a:rPr lang="de-CH" smtClean="0"/>
              <a:t>8. Februar 2026</a:t>
            </a:fld>
            <a:endParaRPr lang="de-CH" dirty="0"/>
          </a:p>
        </p:txBody>
      </p:sp>
      <p:sp>
        <p:nvSpPr>
          <p:cNvPr id="6" name="Fußzeilenplatzhalter 5">
            <a:extLst>
              <a:ext uri="{FF2B5EF4-FFF2-40B4-BE49-F238E27FC236}">
                <a16:creationId xmlns:a16="http://schemas.microsoft.com/office/drawing/2014/main" id="{E372B6D6-34A5-4549-17FB-50E63DDF34FD}"/>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7" name="Foliennummernplatzhalter 6">
            <a:extLst>
              <a:ext uri="{FF2B5EF4-FFF2-40B4-BE49-F238E27FC236}">
                <a16:creationId xmlns:a16="http://schemas.microsoft.com/office/drawing/2014/main" id="{DFF3253D-2BB6-2EC6-F378-1E75519EB614}"/>
              </a:ext>
            </a:extLst>
          </p:cNvPr>
          <p:cNvSpPr>
            <a:spLocks noGrp="1"/>
          </p:cNvSpPr>
          <p:nvPr>
            <p:ph type="sldNum" sz="quarter" idx="12"/>
          </p:nvPr>
        </p:nvSpPr>
        <p:spPr/>
        <p:txBody>
          <a:bodyPr/>
          <a:lstStyle/>
          <a:p>
            <a:fld id="{442AD375-037F-43D0-B059-5172DA06796A}" type="slidenum">
              <a:rPr lang="de-CH" smtClean="0"/>
              <a:pPr/>
              <a:t>73</a:t>
            </a:fld>
            <a:endParaRPr lang="de-CH" dirty="0"/>
          </a:p>
        </p:txBody>
      </p:sp>
      <p:graphicFrame>
        <p:nvGraphicFramePr>
          <p:cNvPr id="8" name="Inhaltsplatzhalter 9">
            <a:extLst>
              <a:ext uri="{FF2B5EF4-FFF2-40B4-BE49-F238E27FC236}">
                <a16:creationId xmlns:a16="http://schemas.microsoft.com/office/drawing/2014/main" id="{6E784042-531D-F16C-C588-E92D9AB82EFB}"/>
              </a:ext>
            </a:extLst>
          </p:cNvPr>
          <p:cNvGraphicFramePr>
            <a:graphicFrameLocks noGrp="1"/>
          </p:cNvGraphicFramePr>
          <p:nvPr>
            <p:ph sz="half" idx="2"/>
            <p:extLst>
              <p:ext uri="{D42A27DB-BD31-4B8C-83A1-F6EECF244321}">
                <p14:modId xmlns:p14="http://schemas.microsoft.com/office/powerpoint/2010/main" val="222763785"/>
              </p:ext>
            </p:extLst>
          </p:nvPr>
        </p:nvGraphicFramePr>
        <p:xfrm>
          <a:off x="6199200" y="1734592"/>
          <a:ext cx="5328034" cy="3782640"/>
        </p:xfrm>
        <a:graphic>
          <a:graphicData uri="http://schemas.openxmlformats.org/drawingml/2006/chart">
            <c:chart xmlns:c="http://schemas.openxmlformats.org/drawingml/2006/chart" xmlns:r="http://schemas.openxmlformats.org/officeDocument/2006/relationships" r:id="rId2"/>
          </a:graphicData>
        </a:graphic>
      </p:graphicFrame>
      <p:sp>
        <p:nvSpPr>
          <p:cNvPr id="11" name="Inhaltsplatzhalter 2">
            <a:extLst>
              <a:ext uri="{FF2B5EF4-FFF2-40B4-BE49-F238E27FC236}">
                <a16:creationId xmlns:a16="http://schemas.microsoft.com/office/drawing/2014/main" id="{68FAD1DB-815F-DD75-61C7-6CEE3EDD2E68}"/>
              </a:ext>
            </a:extLst>
          </p:cNvPr>
          <p:cNvSpPr txBox="1">
            <a:spLocks/>
          </p:cNvSpPr>
          <p:nvPr/>
        </p:nvSpPr>
        <p:spPr>
          <a:xfrm>
            <a:off x="412019" y="1976437"/>
            <a:ext cx="4423841" cy="4430782"/>
          </a:xfrm>
          <a:prstGeom prst="rect">
            <a:avLst/>
          </a:prstGeom>
        </p:spPr>
        <p:txBody>
          <a:bodyPr vert="horz" lIns="0" tIns="0" rIns="0" bIns="0" rtlCol="0">
            <a:noAutofit/>
          </a:bodyPr>
          <a:lstStyle>
            <a:lvl1pPr marL="0" indent="0" algn="l" defTabSz="914400" rtl="0" eaLnBrk="1" latinLnBrk="0" hangingPunct="1">
              <a:lnSpc>
                <a:spcPct val="109000"/>
              </a:lnSpc>
              <a:spcBef>
                <a:spcPts val="0"/>
              </a:spcBef>
              <a:buFont typeface="+mj-lt"/>
              <a:buNone/>
              <a:defRPr sz="2000" b="0" kern="1200" spc="-10" baseline="0">
                <a:solidFill>
                  <a:schemeClr val="tx1"/>
                </a:solidFill>
                <a:latin typeface="+mn-lt"/>
                <a:ea typeface="+mn-ea"/>
                <a:cs typeface="+mn-cs"/>
              </a:defRPr>
            </a:lvl1pPr>
            <a:lvl2pPr marL="198000" indent="-198000" algn="l" defTabSz="914400" rtl="0" eaLnBrk="1" latinLnBrk="0" hangingPunct="1">
              <a:lnSpc>
                <a:spcPct val="109000"/>
              </a:lnSpc>
              <a:spcBef>
                <a:spcPts val="0"/>
              </a:spcBef>
              <a:buFont typeface="Symbol" panose="05050102010706020507" pitchFamily="18" charset="2"/>
              <a:buChar char="-"/>
              <a:defRPr sz="2000" kern="1200" spc="-10" baseline="0">
                <a:solidFill>
                  <a:schemeClr val="tx1"/>
                </a:solidFill>
                <a:latin typeface="+mn-lt"/>
                <a:ea typeface="+mn-ea"/>
                <a:cs typeface="+mn-cs"/>
              </a:defRPr>
            </a:lvl2pPr>
            <a:lvl3pPr marL="396000" indent="-198000" algn="l" defTabSz="914400" rtl="0" eaLnBrk="1" latinLnBrk="0" hangingPunct="1">
              <a:lnSpc>
                <a:spcPct val="109000"/>
              </a:lnSpc>
              <a:spcBef>
                <a:spcPts val="0"/>
              </a:spcBef>
              <a:buFont typeface="Symbol" panose="05050102010706020507" pitchFamily="18" charset="2"/>
              <a:buChar char="-"/>
              <a:defRPr sz="2000" kern="1200" spc="-10" baseline="0">
                <a:solidFill>
                  <a:schemeClr val="tx1"/>
                </a:solidFill>
                <a:latin typeface="+mn-lt"/>
                <a:ea typeface="+mn-ea"/>
                <a:cs typeface="+mn-cs"/>
              </a:defRPr>
            </a:lvl3pPr>
            <a:lvl4pPr marL="594000" indent="-198000" algn="l" defTabSz="914400" rtl="0" eaLnBrk="1" latinLnBrk="0" hangingPunct="1">
              <a:lnSpc>
                <a:spcPct val="109000"/>
              </a:lnSpc>
              <a:spcBef>
                <a:spcPts val="0"/>
              </a:spcBef>
              <a:buFont typeface="Symbol" panose="05050102010706020507" pitchFamily="18" charset="2"/>
              <a:buChar char="-"/>
              <a:defRPr sz="2000" kern="1200" spc="-10" baseline="0">
                <a:solidFill>
                  <a:schemeClr val="tx1"/>
                </a:solidFill>
                <a:latin typeface="+mn-lt"/>
                <a:ea typeface="+mn-ea"/>
                <a:cs typeface="+mn-cs"/>
              </a:defRPr>
            </a:lvl4pPr>
            <a:lvl5pPr marL="792000" indent="-198000" algn="l" defTabSz="914400" rtl="0" eaLnBrk="1" latinLnBrk="0" hangingPunct="1">
              <a:lnSpc>
                <a:spcPct val="109000"/>
              </a:lnSpc>
              <a:spcBef>
                <a:spcPts val="0"/>
              </a:spcBef>
              <a:buFont typeface="Symbol" panose="05050102010706020507" pitchFamily="18" charset="2"/>
              <a:buChar char="-"/>
              <a:defRPr sz="2000" kern="1200" spc="-1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CH" dirty="0"/>
              <a:t>Ost </a:t>
            </a:r>
            <a:r>
              <a:rPr lang="de-CH" dirty="0" err="1"/>
              <a:t>eici</a:t>
            </a:r>
            <a:r>
              <a:rPr lang="de-CH" dirty="0"/>
              <a:t> </a:t>
            </a:r>
            <a:r>
              <a:rPr lang="de-CH" dirty="0" err="1"/>
              <a:t>dis</a:t>
            </a:r>
            <a:r>
              <a:rPr lang="de-CH" dirty="0"/>
              <a:t> </a:t>
            </a:r>
            <a:r>
              <a:rPr lang="de-CH" dirty="0" err="1"/>
              <a:t>iur</a:t>
            </a:r>
            <a:r>
              <a:rPr lang="de-CH" dirty="0"/>
              <a:t>, </a:t>
            </a:r>
            <a:r>
              <a:rPr lang="de-CH" dirty="0" err="1"/>
              <a:t>eic</a:t>
            </a:r>
            <a:r>
              <a:rPr lang="de-CH" dirty="0"/>
              <a:t> </a:t>
            </a:r>
            <a:r>
              <a:rPr lang="de-CH" dirty="0" err="1"/>
              <a:t>to</a:t>
            </a:r>
            <a:r>
              <a:rPr lang="de-CH" dirty="0"/>
              <a:t> in </a:t>
            </a:r>
            <a:r>
              <a:rPr lang="de-CH" dirty="0" err="1"/>
              <a:t>eicen</a:t>
            </a:r>
            <a:r>
              <a:rPr lang="de-CH" dirty="0"/>
              <a:t> </a:t>
            </a:r>
            <a:r>
              <a:rPr lang="de-CH" dirty="0" err="1"/>
              <a:t>endicia</a:t>
            </a:r>
            <a:r>
              <a:rPr lang="de-CH" dirty="0"/>
              <a:t> </a:t>
            </a:r>
            <a:r>
              <a:rPr lang="de-CH" dirty="0" err="1"/>
              <a:t>sium</a:t>
            </a:r>
            <a:r>
              <a:rPr lang="de-CH" dirty="0"/>
              <a:t> quas </a:t>
            </a:r>
            <a:r>
              <a:rPr lang="de-CH" dirty="0" err="1"/>
              <a:t>aut</a:t>
            </a:r>
            <a:r>
              <a:rPr lang="de-CH" dirty="0"/>
              <a:t> </a:t>
            </a:r>
            <a:r>
              <a:rPr lang="de-CH" dirty="0" err="1"/>
              <a:t>verum</a:t>
            </a:r>
            <a:r>
              <a:rPr lang="de-CH" dirty="0"/>
              <a:t> </a:t>
            </a:r>
            <a:r>
              <a:rPr lang="de-CH" dirty="0" err="1"/>
              <a:t>alis</a:t>
            </a:r>
            <a:r>
              <a:rPr lang="de-CH" dirty="0"/>
              <a:t> </a:t>
            </a:r>
            <a:r>
              <a:rPr lang="de-CH" dirty="0" err="1"/>
              <a:t>cores</a:t>
            </a:r>
            <a:r>
              <a:rPr lang="de-CH" dirty="0"/>
              <a:t> am </a:t>
            </a:r>
            <a:r>
              <a:rPr lang="de-CH" dirty="0" err="1"/>
              <a:t>quiderfere</a:t>
            </a:r>
            <a:r>
              <a:rPr lang="de-CH" dirty="0"/>
              <a:t>, </a:t>
            </a:r>
            <a:r>
              <a:rPr lang="de-CH" dirty="0" err="1"/>
              <a:t>cus</a:t>
            </a:r>
            <a:r>
              <a:rPr lang="de-CH" dirty="0"/>
              <a:t>, si dem </a:t>
            </a:r>
            <a:r>
              <a:rPr lang="de-CH" dirty="0" err="1"/>
              <a:t>eris</a:t>
            </a:r>
            <a:r>
              <a:rPr lang="de-CH" dirty="0"/>
              <a:t> </a:t>
            </a:r>
            <a:r>
              <a:rPr lang="de-CH" dirty="0" err="1"/>
              <a:t>rem</a:t>
            </a:r>
            <a:r>
              <a:rPr lang="de-CH" dirty="0"/>
              <a:t> non </a:t>
            </a:r>
            <a:r>
              <a:rPr lang="de-CH" dirty="0" err="1"/>
              <a:t>sent</a:t>
            </a:r>
            <a:r>
              <a:rPr lang="de-CH" dirty="0"/>
              <a:t> </a:t>
            </a:r>
            <a:r>
              <a:rPr lang="de-CH" dirty="0" err="1"/>
              <a:t>fugitatem</a:t>
            </a:r>
            <a:r>
              <a:rPr lang="de-CH" dirty="0"/>
              <a:t> </a:t>
            </a:r>
            <a:r>
              <a:rPr lang="de-CH" dirty="0" err="1"/>
              <a:t>iurione</a:t>
            </a:r>
            <a:r>
              <a:rPr lang="de-CH" dirty="0"/>
              <a:t> </a:t>
            </a:r>
            <a:r>
              <a:rPr lang="de-CH" dirty="0" err="1"/>
              <a:t>mposin</a:t>
            </a:r>
            <a:r>
              <a:rPr lang="de-CH" dirty="0"/>
              <a:t> </a:t>
            </a:r>
            <a:r>
              <a:rPr lang="de-CH" dirty="0" err="1"/>
              <a:t>iasira</a:t>
            </a:r>
            <a:r>
              <a:rPr lang="de-CH" dirty="0"/>
              <a:t> </a:t>
            </a:r>
            <a:r>
              <a:rPr lang="de-CH" dirty="0" err="1"/>
              <a:t>ta</a:t>
            </a:r>
            <a:r>
              <a:rPr lang="de-CH" dirty="0"/>
              <a:t> </a:t>
            </a:r>
            <a:r>
              <a:rPr lang="de-CH" dirty="0" err="1"/>
              <a:t>pobla</a:t>
            </a:r>
            <a:r>
              <a:rPr lang="de-CH" dirty="0"/>
              <a:t> </a:t>
            </a:r>
            <a:r>
              <a:rPr lang="de-CH" dirty="0" err="1"/>
              <a:t>voluptu</a:t>
            </a:r>
            <a:r>
              <a:rPr lang="de-CH" dirty="0"/>
              <a:t> </a:t>
            </a:r>
            <a:r>
              <a:rPr lang="de-CH" dirty="0" err="1"/>
              <a:t>sim</a:t>
            </a:r>
            <a:r>
              <a:rPr lang="de-CH" dirty="0"/>
              <a:t> </a:t>
            </a:r>
            <a:r>
              <a:rPr lang="de-CH" dirty="0" err="1"/>
              <a:t>harupti</a:t>
            </a:r>
            <a:r>
              <a:rPr lang="de-CH" dirty="0"/>
              <a:t> </a:t>
            </a:r>
            <a:r>
              <a:rPr lang="de-CH" dirty="0" err="1"/>
              <a:t>nem</a:t>
            </a:r>
            <a:r>
              <a:rPr lang="de-CH" dirty="0"/>
              <a:t> </a:t>
            </a:r>
            <a:r>
              <a:rPr lang="de-CH" dirty="0" err="1"/>
              <a:t>idun</a:t>
            </a:r>
            <a:r>
              <a:rPr lang="de-CH" dirty="0"/>
              <a:t> </a:t>
            </a:r>
            <a:r>
              <a:rPr lang="de-CH" dirty="0" err="1"/>
              <a:t>tiuras</a:t>
            </a:r>
            <a:r>
              <a:rPr lang="de-CH" dirty="0"/>
              <a:t> </a:t>
            </a:r>
            <a:r>
              <a:rPr lang="de-CH" dirty="0" err="1"/>
              <a:t>siqui</a:t>
            </a:r>
            <a:r>
              <a:rPr lang="de-CH" dirty="0"/>
              <a:t> </a:t>
            </a:r>
            <a:r>
              <a:rPr lang="de-CH" dirty="0" err="1"/>
              <a:t>to</a:t>
            </a:r>
            <a:r>
              <a:rPr lang="de-CH" dirty="0"/>
              <a:t> </a:t>
            </a:r>
            <a:r>
              <a:rPr lang="de-CH" dirty="0" err="1"/>
              <a:t>blant</a:t>
            </a:r>
            <a:r>
              <a:rPr lang="de-CH" dirty="0"/>
              <a:t>. Magnis </a:t>
            </a:r>
            <a:r>
              <a:rPr lang="de-CH" dirty="0" err="1"/>
              <a:t>doluptation</a:t>
            </a:r>
            <a:r>
              <a:rPr lang="de-CH" dirty="0"/>
              <a:t> </a:t>
            </a:r>
            <a:r>
              <a:rPr lang="de-CH" dirty="0" err="1"/>
              <a:t>ratis</a:t>
            </a:r>
            <a:r>
              <a:rPr lang="de-CH" dirty="0"/>
              <a:t> </a:t>
            </a:r>
            <a:r>
              <a:rPr lang="de-CH" dirty="0" err="1"/>
              <a:t>saima</a:t>
            </a:r>
            <a:r>
              <a:rPr lang="de-CH" dirty="0"/>
              <a:t>, </a:t>
            </a:r>
            <a:r>
              <a:rPr lang="de-CH" dirty="0" err="1"/>
              <a:t>sit</a:t>
            </a:r>
            <a:r>
              <a:rPr lang="de-CH" dirty="0"/>
              <a:t> </a:t>
            </a:r>
            <a:r>
              <a:rPr lang="de-CH" dirty="0" err="1"/>
              <a:t>lordus</a:t>
            </a:r>
            <a:r>
              <a:rPr lang="de-CH" dirty="0"/>
              <a:t> </a:t>
            </a:r>
            <a:r>
              <a:rPr lang="de-CH" dirty="0" err="1"/>
              <a:t>con</a:t>
            </a:r>
            <a:r>
              <a:rPr lang="de-CH" dirty="0"/>
              <a:t> sed </a:t>
            </a:r>
            <a:r>
              <a:rPr lang="de-CH" dirty="0" err="1"/>
              <a:t>quia</a:t>
            </a:r>
            <a:r>
              <a:rPr lang="de-CH" dirty="0"/>
              <a:t> </a:t>
            </a:r>
            <a:r>
              <a:rPr lang="de-CH" dirty="0" err="1"/>
              <a:t>solum</a:t>
            </a:r>
            <a:r>
              <a:rPr lang="de-CH" dirty="0"/>
              <a:t> et </a:t>
            </a:r>
            <a:r>
              <a:rPr lang="de-CH" dirty="0" err="1"/>
              <a:t>doluptio</a:t>
            </a:r>
            <a:r>
              <a:rPr lang="de-CH" dirty="0"/>
              <a:t>. Intis </a:t>
            </a:r>
            <a:r>
              <a:rPr lang="de-CH" dirty="0" err="1"/>
              <a:t>assn</a:t>
            </a:r>
            <a:r>
              <a:rPr lang="de-CH" dirty="0"/>
              <a:t> </a:t>
            </a:r>
            <a:r>
              <a:rPr lang="de-CH" dirty="0" err="1"/>
              <a:t>verum</a:t>
            </a:r>
            <a:r>
              <a:rPr lang="de-CH" dirty="0"/>
              <a:t> </a:t>
            </a:r>
            <a:r>
              <a:rPr lang="de-CH" dirty="0" err="1"/>
              <a:t>res</a:t>
            </a:r>
            <a:r>
              <a:rPr lang="de-CH" dirty="0"/>
              <a:t> es.</a:t>
            </a:r>
          </a:p>
        </p:txBody>
      </p:sp>
    </p:spTree>
    <p:extLst>
      <p:ext uri="{BB962C8B-B14F-4D97-AF65-F5344CB8AC3E}">
        <p14:creationId xmlns:p14="http://schemas.microsoft.com/office/powerpoint/2010/main" val="181001300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CD9A344-0115-32CA-CDC9-F44B760C19F0}"/>
              </a:ext>
            </a:extLst>
          </p:cNvPr>
          <p:cNvSpPr>
            <a:spLocks noGrp="1"/>
          </p:cNvSpPr>
          <p:nvPr>
            <p:ph type="title"/>
          </p:nvPr>
        </p:nvSpPr>
        <p:spPr/>
        <p:txBody>
          <a:bodyPr/>
          <a:lstStyle/>
          <a:p>
            <a:r>
              <a:rPr lang="de-CH" dirty="0"/>
              <a:t>Beispielfolie </a:t>
            </a:r>
            <a:br>
              <a:rPr lang="de-CH" dirty="0"/>
            </a:br>
            <a:r>
              <a:rPr lang="de-CH" dirty="0"/>
              <a:t>mit Balkendiagramm</a:t>
            </a:r>
          </a:p>
        </p:txBody>
      </p:sp>
      <p:sp>
        <p:nvSpPr>
          <p:cNvPr id="3" name="Inhaltsplatzhalter 2">
            <a:extLst>
              <a:ext uri="{FF2B5EF4-FFF2-40B4-BE49-F238E27FC236}">
                <a16:creationId xmlns:a16="http://schemas.microsoft.com/office/drawing/2014/main" id="{654065D0-8A77-9B11-7E52-6A4C6AEC45DD}"/>
              </a:ext>
            </a:extLst>
          </p:cNvPr>
          <p:cNvSpPr>
            <a:spLocks noGrp="1"/>
          </p:cNvSpPr>
          <p:nvPr>
            <p:ph sz="half" idx="1"/>
          </p:nvPr>
        </p:nvSpPr>
        <p:spPr>
          <a:xfrm>
            <a:off x="412019" y="1976437"/>
            <a:ext cx="4423841" cy="4430782"/>
          </a:xfrm>
        </p:spPr>
        <p:txBody>
          <a:bodyPr/>
          <a:lstStyle/>
          <a:p>
            <a:r>
              <a:rPr lang="de-CH" dirty="0"/>
              <a:t>Ost </a:t>
            </a:r>
            <a:r>
              <a:rPr lang="de-CH" dirty="0" err="1"/>
              <a:t>eici</a:t>
            </a:r>
            <a:r>
              <a:rPr lang="de-CH" dirty="0"/>
              <a:t> </a:t>
            </a:r>
            <a:r>
              <a:rPr lang="de-CH" dirty="0" err="1"/>
              <a:t>dis</a:t>
            </a:r>
            <a:r>
              <a:rPr lang="de-CH" dirty="0"/>
              <a:t> </a:t>
            </a:r>
            <a:r>
              <a:rPr lang="de-CH" dirty="0" err="1"/>
              <a:t>iur</a:t>
            </a:r>
            <a:r>
              <a:rPr lang="de-CH" dirty="0"/>
              <a:t>, </a:t>
            </a:r>
            <a:r>
              <a:rPr lang="de-CH" dirty="0" err="1"/>
              <a:t>eic</a:t>
            </a:r>
            <a:r>
              <a:rPr lang="de-CH" dirty="0"/>
              <a:t> </a:t>
            </a:r>
            <a:r>
              <a:rPr lang="de-CH" dirty="0" err="1"/>
              <a:t>to</a:t>
            </a:r>
            <a:r>
              <a:rPr lang="de-CH" dirty="0"/>
              <a:t> in </a:t>
            </a:r>
            <a:r>
              <a:rPr lang="de-CH" dirty="0" err="1"/>
              <a:t>eicen</a:t>
            </a:r>
            <a:r>
              <a:rPr lang="de-CH" dirty="0"/>
              <a:t> </a:t>
            </a:r>
            <a:r>
              <a:rPr lang="de-CH" dirty="0" err="1"/>
              <a:t>endicia</a:t>
            </a:r>
            <a:r>
              <a:rPr lang="de-CH" dirty="0"/>
              <a:t> </a:t>
            </a:r>
            <a:r>
              <a:rPr lang="de-CH" dirty="0" err="1"/>
              <a:t>sium</a:t>
            </a:r>
            <a:r>
              <a:rPr lang="de-CH" dirty="0"/>
              <a:t> quas </a:t>
            </a:r>
            <a:r>
              <a:rPr lang="de-CH" dirty="0" err="1"/>
              <a:t>aut</a:t>
            </a:r>
            <a:r>
              <a:rPr lang="de-CH" dirty="0"/>
              <a:t> </a:t>
            </a:r>
            <a:r>
              <a:rPr lang="de-CH" dirty="0" err="1"/>
              <a:t>verum</a:t>
            </a:r>
            <a:r>
              <a:rPr lang="de-CH" dirty="0"/>
              <a:t> </a:t>
            </a:r>
            <a:r>
              <a:rPr lang="de-CH" dirty="0" err="1"/>
              <a:t>alis</a:t>
            </a:r>
            <a:r>
              <a:rPr lang="de-CH" dirty="0"/>
              <a:t> </a:t>
            </a:r>
            <a:r>
              <a:rPr lang="de-CH" dirty="0" err="1"/>
              <a:t>cores</a:t>
            </a:r>
            <a:r>
              <a:rPr lang="de-CH" dirty="0"/>
              <a:t> am </a:t>
            </a:r>
            <a:r>
              <a:rPr lang="de-CH" dirty="0" err="1"/>
              <a:t>quiderfere</a:t>
            </a:r>
            <a:r>
              <a:rPr lang="de-CH" dirty="0"/>
              <a:t>, </a:t>
            </a:r>
            <a:r>
              <a:rPr lang="de-CH" dirty="0" err="1"/>
              <a:t>cus</a:t>
            </a:r>
            <a:r>
              <a:rPr lang="de-CH" dirty="0"/>
              <a:t>, si dem </a:t>
            </a:r>
            <a:r>
              <a:rPr lang="de-CH" dirty="0" err="1"/>
              <a:t>eris</a:t>
            </a:r>
            <a:r>
              <a:rPr lang="de-CH" dirty="0"/>
              <a:t> </a:t>
            </a:r>
            <a:r>
              <a:rPr lang="de-CH" dirty="0" err="1"/>
              <a:t>rem</a:t>
            </a:r>
            <a:r>
              <a:rPr lang="de-CH" dirty="0"/>
              <a:t> non </a:t>
            </a:r>
            <a:r>
              <a:rPr lang="de-CH" dirty="0" err="1"/>
              <a:t>sent</a:t>
            </a:r>
            <a:r>
              <a:rPr lang="de-CH" dirty="0"/>
              <a:t> </a:t>
            </a:r>
            <a:r>
              <a:rPr lang="de-CH" dirty="0" err="1"/>
              <a:t>fugitatem</a:t>
            </a:r>
            <a:r>
              <a:rPr lang="de-CH" dirty="0"/>
              <a:t> </a:t>
            </a:r>
            <a:r>
              <a:rPr lang="de-CH" dirty="0" err="1"/>
              <a:t>iurione</a:t>
            </a:r>
            <a:r>
              <a:rPr lang="de-CH" dirty="0"/>
              <a:t> </a:t>
            </a:r>
            <a:r>
              <a:rPr lang="de-CH" dirty="0" err="1"/>
              <a:t>mposin</a:t>
            </a:r>
            <a:r>
              <a:rPr lang="de-CH" dirty="0"/>
              <a:t> </a:t>
            </a:r>
            <a:r>
              <a:rPr lang="de-CH" dirty="0" err="1"/>
              <a:t>iasira</a:t>
            </a:r>
            <a:r>
              <a:rPr lang="de-CH" dirty="0"/>
              <a:t> </a:t>
            </a:r>
            <a:r>
              <a:rPr lang="de-CH" dirty="0" err="1"/>
              <a:t>ta</a:t>
            </a:r>
            <a:r>
              <a:rPr lang="de-CH" dirty="0"/>
              <a:t> </a:t>
            </a:r>
            <a:r>
              <a:rPr lang="de-CH" dirty="0" err="1"/>
              <a:t>pobla</a:t>
            </a:r>
            <a:r>
              <a:rPr lang="de-CH" dirty="0"/>
              <a:t> </a:t>
            </a:r>
            <a:r>
              <a:rPr lang="de-CH" dirty="0" err="1"/>
              <a:t>voluptu</a:t>
            </a:r>
            <a:r>
              <a:rPr lang="de-CH" dirty="0"/>
              <a:t> </a:t>
            </a:r>
            <a:r>
              <a:rPr lang="de-CH" dirty="0" err="1"/>
              <a:t>sim</a:t>
            </a:r>
            <a:r>
              <a:rPr lang="de-CH" dirty="0"/>
              <a:t> </a:t>
            </a:r>
            <a:r>
              <a:rPr lang="de-CH" dirty="0" err="1"/>
              <a:t>harupti</a:t>
            </a:r>
            <a:r>
              <a:rPr lang="de-CH" dirty="0"/>
              <a:t> </a:t>
            </a:r>
            <a:r>
              <a:rPr lang="de-CH" dirty="0" err="1"/>
              <a:t>nem</a:t>
            </a:r>
            <a:r>
              <a:rPr lang="de-CH" dirty="0"/>
              <a:t> </a:t>
            </a:r>
            <a:r>
              <a:rPr lang="de-CH" dirty="0" err="1"/>
              <a:t>idun</a:t>
            </a:r>
            <a:r>
              <a:rPr lang="de-CH" dirty="0"/>
              <a:t> </a:t>
            </a:r>
            <a:r>
              <a:rPr lang="de-CH" dirty="0" err="1"/>
              <a:t>tiuras</a:t>
            </a:r>
            <a:r>
              <a:rPr lang="de-CH" dirty="0"/>
              <a:t> </a:t>
            </a:r>
            <a:r>
              <a:rPr lang="de-CH" dirty="0" err="1"/>
              <a:t>siqui</a:t>
            </a:r>
            <a:r>
              <a:rPr lang="de-CH" dirty="0"/>
              <a:t> </a:t>
            </a:r>
            <a:r>
              <a:rPr lang="de-CH" dirty="0" err="1"/>
              <a:t>to</a:t>
            </a:r>
            <a:r>
              <a:rPr lang="de-CH" dirty="0"/>
              <a:t> </a:t>
            </a:r>
            <a:r>
              <a:rPr lang="de-CH" dirty="0" err="1"/>
              <a:t>blant</a:t>
            </a:r>
            <a:r>
              <a:rPr lang="de-CH" dirty="0"/>
              <a:t>. Magnis </a:t>
            </a:r>
            <a:r>
              <a:rPr lang="de-CH" dirty="0" err="1"/>
              <a:t>doluptation</a:t>
            </a:r>
            <a:r>
              <a:rPr lang="de-CH" dirty="0"/>
              <a:t> </a:t>
            </a:r>
            <a:r>
              <a:rPr lang="de-CH" dirty="0" err="1"/>
              <a:t>ratis</a:t>
            </a:r>
            <a:r>
              <a:rPr lang="de-CH" dirty="0"/>
              <a:t> </a:t>
            </a:r>
            <a:r>
              <a:rPr lang="de-CH" dirty="0" err="1"/>
              <a:t>saima</a:t>
            </a:r>
            <a:r>
              <a:rPr lang="de-CH" dirty="0"/>
              <a:t>, </a:t>
            </a:r>
            <a:r>
              <a:rPr lang="de-CH" dirty="0" err="1"/>
              <a:t>sit</a:t>
            </a:r>
            <a:r>
              <a:rPr lang="de-CH" dirty="0"/>
              <a:t> </a:t>
            </a:r>
            <a:r>
              <a:rPr lang="de-CH" dirty="0" err="1"/>
              <a:t>lordus</a:t>
            </a:r>
            <a:r>
              <a:rPr lang="de-CH" dirty="0"/>
              <a:t> </a:t>
            </a:r>
            <a:r>
              <a:rPr lang="de-CH" dirty="0" err="1"/>
              <a:t>con</a:t>
            </a:r>
            <a:r>
              <a:rPr lang="de-CH" dirty="0"/>
              <a:t> sed </a:t>
            </a:r>
            <a:r>
              <a:rPr lang="de-CH" dirty="0" err="1"/>
              <a:t>quia</a:t>
            </a:r>
            <a:r>
              <a:rPr lang="de-CH" dirty="0"/>
              <a:t> </a:t>
            </a:r>
            <a:r>
              <a:rPr lang="de-CH" dirty="0" err="1"/>
              <a:t>solum</a:t>
            </a:r>
            <a:r>
              <a:rPr lang="de-CH" dirty="0"/>
              <a:t> et </a:t>
            </a:r>
            <a:r>
              <a:rPr lang="de-CH" dirty="0" err="1"/>
              <a:t>doluptio</a:t>
            </a:r>
            <a:r>
              <a:rPr lang="de-CH" dirty="0"/>
              <a:t>. Intis </a:t>
            </a:r>
            <a:r>
              <a:rPr lang="de-CH" dirty="0" err="1"/>
              <a:t>assn</a:t>
            </a:r>
            <a:r>
              <a:rPr lang="de-CH" dirty="0"/>
              <a:t> </a:t>
            </a:r>
            <a:r>
              <a:rPr lang="de-CH" dirty="0" err="1"/>
              <a:t>verum</a:t>
            </a:r>
            <a:r>
              <a:rPr lang="de-CH" dirty="0"/>
              <a:t> </a:t>
            </a:r>
            <a:r>
              <a:rPr lang="de-CH" dirty="0" err="1"/>
              <a:t>res</a:t>
            </a:r>
            <a:r>
              <a:rPr lang="de-CH" dirty="0"/>
              <a:t> es.</a:t>
            </a:r>
          </a:p>
        </p:txBody>
      </p:sp>
      <p:sp>
        <p:nvSpPr>
          <p:cNvPr id="5" name="Datumsplatzhalter 4">
            <a:extLst>
              <a:ext uri="{FF2B5EF4-FFF2-40B4-BE49-F238E27FC236}">
                <a16:creationId xmlns:a16="http://schemas.microsoft.com/office/drawing/2014/main" id="{E98F841B-BFFD-83B2-25A5-E7E3BD2AA78A}"/>
              </a:ext>
            </a:extLst>
          </p:cNvPr>
          <p:cNvSpPr>
            <a:spLocks noGrp="1"/>
          </p:cNvSpPr>
          <p:nvPr>
            <p:ph type="dt" sz="half" idx="10"/>
          </p:nvPr>
        </p:nvSpPr>
        <p:spPr/>
        <p:txBody>
          <a:bodyPr/>
          <a:lstStyle/>
          <a:p>
            <a:fld id="{B766850E-9E6C-461C-8911-60CA856C6A4E}" type="datetime4">
              <a:rPr lang="de-CH" smtClean="0"/>
              <a:t>8. Februar 2026</a:t>
            </a:fld>
            <a:endParaRPr lang="de-CH" dirty="0"/>
          </a:p>
        </p:txBody>
      </p:sp>
      <p:sp>
        <p:nvSpPr>
          <p:cNvPr id="6" name="Fußzeilenplatzhalter 5">
            <a:extLst>
              <a:ext uri="{FF2B5EF4-FFF2-40B4-BE49-F238E27FC236}">
                <a16:creationId xmlns:a16="http://schemas.microsoft.com/office/drawing/2014/main" id="{E372B6D6-34A5-4549-17FB-50E63DDF34FD}"/>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7" name="Foliennummernplatzhalter 6">
            <a:extLst>
              <a:ext uri="{FF2B5EF4-FFF2-40B4-BE49-F238E27FC236}">
                <a16:creationId xmlns:a16="http://schemas.microsoft.com/office/drawing/2014/main" id="{DFF3253D-2BB6-2EC6-F378-1E75519EB614}"/>
              </a:ext>
            </a:extLst>
          </p:cNvPr>
          <p:cNvSpPr>
            <a:spLocks noGrp="1"/>
          </p:cNvSpPr>
          <p:nvPr>
            <p:ph type="sldNum" sz="quarter" idx="12"/>
          </p:nvPr>
        </p:nvSpPr>
        <p:spPr/>
        <p:txBody>
          <a:bodyPr/>
          <a:lstStyle/>
          <a:p>
            <a:fld id="{442AD375-037F-43D0-B059-5172DA06796A}" type="slidenum">
              <a:rPr lang="de-CH" smtClean="0"/>
              <a:pPr/>
              <a:t>74</a:t>
            </a:fld>
            <a:endParaRPr lang="de-CH" dirty="0"/>
          </a:p>
        </p:txBody>
      </p:sp>
      <p:graphicFrame>
        <p:nvGraphicFramePr>
          <p:cNvPr id="15" name="Inhaltsplatzhalter 9">
            <a:extLst>
              <a:ext uri="{FF2B5EF4-FFF2-40B4-BE49-F238E27FC236}">
                <a16:creationId xmlns:a16="http://schemas.microsoft.com/office/drawing/2014/main" id="{E604818E-D9CC-EDE8-EA9E-CA5DEA15F86F}"/>
              </a:ext>
            </a:extLst>
          </p:cNvPr>
          <p:cNvGraphicFramePr>
            <a:graphicFrameLocks noGrp="1"/>
          </p:cNvGraphicFramePr>
          <p:nvPr>
            <p:ph sz="half" idx="2"/>
            <p:extLst>
              <p:ext uri="{D42A27DB-BD31-4B8C-83A1-F6EECF244321}">
                <p14:modId xmlns:p14="http://schemas.microsoft.com/office/powerpoint/2010/main" val="3008586590"/>
              </p:ext>
            </p:extLst>
          </p:nvPr>
        </p:nvGraphicFramePr>
        <p:xfrm>
          <a:off x="6199200" y="1734592"/>
          <a:ext cx="5328034" cy="378264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1302440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8475A101-0205-6888-1E20-8BA7CD462DC4}"/>
              </a:ext>
            </a:extLst>
          </p:cNvPr>
          <p:cNvSpPr>
            <a:spLocks noGrp="1"/>
          </p:cNvSpPr>
          <p:nvPr>
            <p:ph type="dt" sz="half" idx="10"/>
          </p:nvPr>
        </p:nvSpPr>
        <p:spPr/>
        <p:txBody>
          <a:bodyPr/>
          <a:lstStyle/>
          <a:p>
            <a:fld id="{B6AEC23D-A9A5-477E-932B-EB712E95EE44}" type="datetime4">
              <a:rPr lang="de-CH" smtClean="0"/>
              <a:t>8. Februar 2026</a:t>
            </a:fld>
            <a:endParaRPr lang="de-CH" dirty="0"/>
          </a:p>
        </p:txBody>
      </p:sp>
      <p:sp>
        <p:nvSpPr>
          <p:cNvPr id="4" name="Fußzeilenplatzhalter 3">
            <a:extLst>
              <a:ext uri="{FF2B5EF4-FFF2-40B4-BE49-F238E27FC236}">
                <a16:creationId xmlns:a16="http://schemas.microsoft.com/office/drawing/2014/main" id="{CDDDC4AE-2CAC-006E-D021-DA82EAE5A07C}"/>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5" name="Foliennummernplatzhalter 4">
            <a:extLst>
              <a:ext uri="{FF2B5EF4-FFF2-40B4-BE49-F238E27FC236}">
                <a16:creationId xmlns:a16="http://schemas.microsoft.com/office/drawing/2014/main" id="{024C5B6F-BD1E-8742-66F0-503F4042F27D}"/>
              </a:ext>
            </a:extLst>
          </p:cNvPr>
          <p:cNvSpPr>
            <a:spLocks noGrp="1"/>
          </p:cNvSpPr>
          <p:nvPr>
            <p:ph type="sldNum" sz="quarter" idx="12"/>
          </p:nvPr>
        </p:nvSpPr>
        <p:spPr/>
        <p:txBody>
          <a:bodyPr/>
          <a:lstStyle/>
          <a:p>
            <a:fld id="{442AD375-037F-43D0-B059-5172DA06796A}" type="slidenum">
              <a:rPr lang="de-CH" smtClean="0"/>
              <a:pPr/>
              <a:t>75</a:t>
            </a:fld>
            <a:endParaRPr lang="de-CH" dirty="0"/>
          </a:p>
        </p:txBody>
      </p:sp>
      <p:sp>
        <p:nvSpPr>
          <p:cNvPr id="2" name="Titel 1">
            <a:extLst>
              <a:ext uri="{FF2B5EF4-FFF2-40B4-BE49-F238E27FC236}">
                <a16:creationId xmlns:a16="http://schemas.microsoft.com/office/drawing/2014/main" id="{4AF76E47-DF7E-F10C-C342-12ABA1922158}"/>
              </a:ext>
            </a:extLst>
          </p:cNvPr>
          <p:cNvSpPr>
            <a:spLocks noGrp="1"/>
          </p:cNvSpPr>
          <p:nvPr>
            <p:ph type="title"/>
          </p:nvPr>
        </p:nvSpPr>
        <p:spPr/>
        <p:txBody>
          <a:bodyPr/>
          <a:lstStyle/>
          <a:p>
            <a:r>
              <a:rPr lang="de-CH" dirty="0"/>
              <a:t>Titel</a:t>
            </a:r>
          </a:p>
        </p:txBody>
      </p:sp>
      <p:grpSp>
        <p:nvGrpSpPr>
          <p:cNvPr id="8" name="Gruppieren 7">
            <a:extLst>
              <a:ext uri="{FF2B5EF4-FFF2-40B4-BE49-F238E27FC236}">
                <a16:creationId xmlns:a16="http://schemas.microsoft.com/office/drawing/2014/main" id="{4B0F898D-F455-9924-C3BE-5BAE04F3A1C0}"/>
              </a:ext>
            </a:extLst>
          </p:cNvPr>
          <p:cNvGrpSpPr/>
          <p:nvPr/>
        </p:nvGrpSpPr>
        <p:grpSpPr>
          <a:xfrm>
            <a:off x="1454254" y="440667"/>
            <a:ext cx="9341746" cy="6261350"/>
            <a:chOff x="1454254" y="440667"/>
            <a:chExt cx="9341746" cy="6261350"/>
          </a:xfrm>
        </p:grpSpPr>
        <p:sp>
          <p:nvSpPr>
            <p:cNvPr id="11" name="Freihandform: Form 10">
              <a:extLst>
                <a:ext uri="{FF2B5EF4-FFF2-40B4-BE49-F238E27FC236}">
                  <a16:creationId xmlns:a16="http://schemas.microsoft.com/office/drawing/2014/main" id="{3824C467-BDCA-4B51-0B91-2B0558731543}"/>
                </a:ext>
              </a:extLst>
            </p:cNvPr>
            <p:cNvSpPr/>
            <p:nvPr/>
          </p:nvSpPr>
          <p:spPr>
            <a:xfrm>
              <a:off x="6389779" y="823574"/>
              <a:ext cx="1269406" cy="1592588"/>
            </a:xfrm>
            <a:custGeom>
              <a:avLst/>
              <a:gdLst>
                <a:gd name="connsiteX0" fmla="*/ 603061 w 1269406"/>
                <a:gd name="connsiteY0" fmla="*/ 958387 h 1592588"/>
                <a:gd name="connsiteX1" fmla="*/ 596528 w 1269406"/>
                <a:gd name="connsiteY1" fmla="*/ 963078 h 1592588"/>
                <a:gd name="connsiteX2" fmla="*/ 594571 w 1269406"/>
                <a:gd name="connsiteY2" fmla="*/ 973538 h 1592588"/>
                <a:gd name="connsiteX3" fmla="*/ 595740 w 1269406"/>
                <a:gd name="connsiteY3" fmla="*/ 988587 h 1592588"/>
                <a:gd name="connsiteX4" fmla="*/ 603710 w 1269406"/>
                <a:gd name="connsiteY4" fmla="*/ 1002034 h 1592588"/>
                <a:gd name="connsiteX5" fmla="*/ 611793 w 1269406"/>
                <a:gd name="connsiteY5" fmla="*/ 1012355 h 1592588"/>
                <a:gd name="connsiteX6" fmla="*/ 618974 w 1269406"/>
                <a:gd name="connsiteY6" fmla="*/ 1015774 h 1592588"/>
                <a:gd name="connsiteX7" fmla="*/ 624325 w 1269406"/>
                <a:gd name="connsiteY7" fmla="*/ 1028840 h 1592588"/>
                <a:gd name="connsiteX8" fmla="*/ 631367 w 1269406"/>
                <a:gd name="connsiteY8" fmla="*/ 1035195 h 1592588"/>
                <a:gd name="connsiteX9" fmla="*/ 641408 w 1269406"/>
                <a:gd name="connsiteY9" fmla="*/ 1037026 h 1592588"/>
                <a:gd name="connsiteX10" fmla="*/ 657931 w 1269406"/>
                <a:gd name="connsiteY10" fmla="*/ 1061175 h 1592588"/>
                <a:gd name="connsiteX11" fmla="*/ 667324 w 1269406"/>
                <a:gd name="connsiteY11" fmla="*/ 1082350 h 1592588"/>
                <a:gd name="connsiteX12" fmla="*/ 672675 w 1269406"/>
                <a:gd name="connsiteY12" fmla="*/ 1091362 h 1592588"/>
                <a:gd name="connsiteX13" fmla="*/ 672154 w 1269406"/>
                <a:gd name="connsiteY13" fmla="*/ 1100907 h 1592588"/>
                <a:gd name="connsiteX14" fmla="*/ 675967 w 1269406"/>
                <a:gd name="connsiteY14" fmla="*/ 1109664 h 1592588"/>
                <a:gd name="connsiteX15" fmla="*/ 689262 w 1269406"/>
                <a:gd name="connsiteY15" fmla="*/ 1110313 h 1592588"/>
                <a:gd name="connsiteX16" fmla="*/ 688614 w 1269406"/>
                <a:gd name="connsiteY16" fmla="*/ 1102610 h 1592588"/>
                <a:gd name="connsiteX17" fmla="*/ 692795 w 1269406"/>
                <a:gd name="connsiteY17" fmla="*/ 1095797 h 1592588"/>
                <a:gd name="connsiteX18" fmla="*/ 704539 w 1269406"/>
                <a:gd name="connsiteY18" fmla="*/ 1095543 h 1592588"/>
                <a:gd name="connsiteX19" fmla="*/ 708200 w 1269406"/>
                <a:gd name="connsiteY19" fmla="*/ 1087167 h 1592588"/>
                <a:gd name="connsiteX20" fmla="*/ 708327 w 1269406"/>
                <a:gd name="connsiteY20" fmla="*/ 1074368 h 1592588"/>
                <a:gd name="connsiteX21" fmla="*/ 687444 w 1269406"/>
                <a:gd name="connsiteY21" fmla="*/ 1062992 h 1592588"/>
                <a:gd name="connsiteX22" fmla="*/ 674391 w 1269406"/>
                <a:gd name="connsiteY22" fmla="*/ 1051896 h 1592588"/>
                <a:gd name="connsiteX23" fmla="*/ 670349 w 1269406"/>
                <a:gd name="connsiteY23" fmla="*/ 1042885 h 1592588"/>
                <a:gd name="connsiteX24" fmla="*/ 671531 w 1269406"/>
                <a:gd name="connsiteY24" fmla="*/ 1024569 h 1592588"/>
                <a:gd name="connsiteX25" fmla="*/ 668519 w 1269406"/>
                <a:gd name="connsiteY25" fmla="*/ 1015672 h 1592588"/>
                <a:gd name="connsiteX26" fmla="*/ 651995 w 1269406"/>
                <a:gd name="connsiteY26" fmla="*/ 988485 h 1592588"/>
                <a:gd name="connsiteX27" fmla="*/ 639082 w 1269406"/>
                <a:gd name="connsiteY27" fmla="*/ 981940 h 1592588"/>
                <a:gd name="connsiteX28" fmla="*/ 618212 w 1269406"/>
                <a:gd name="connsiteY28" fmla="*/ 955248 h 1592588"/>
                <a:gd name="connsiteX29" fmla="*/ 115892 w 1269406"/>
                <a:gd name="connsiteY29" fmla="*/ 1201152 h 1592588"/>
                <a:gd name="connsiteX30" fmla="*/ 143549 w 1269406"/>
                <a:gd name="connsiteY30" fmla="*/ 1177880 h 1592588"/>
                <a:gd name="connsiteX31" fmla="*/ 158687 w 1269406"/>
                <a:gd name="connsiteY31" fmla="*/ 1135542 h 1592588"/>
                <a:gd name="connsiteX32" fmla="*/ 168855 w 1269406"/>
                <a:gd name="connsiteY32" fmla="*/ 1133585 h 1592588"/>
                <a:gd name="connsiteX33" fmla="*/ 189077 w 1269406"/>
                <a:gd name="connsiteY33" fmla="*/ 1101288 h 1592588"/>
                <a:gd name="connsiteX34" fmla="*/ 185556 w 1269406"/>
                <a:gd name="connsiteY34" fmla="*/ 1081676 h 1592588"/>
                <a:gd name="connsiteX35" fmla="*/ 151366 w 1269406"/>
                <a:gd name="connsiteY35" fmla="*/ 1102470 h 1592588"/>
                <a:gd name="connsiteX36" fmla="*/ 110388 w 1269406"/>
                <a:gd name="connsiteY36" fmla="*/ 1096458 h 1592588"/>
                <a:gd name="connsiteX37" fmla="*/ 117823 w 1269406"/>
                <a:gd name="connsiteY37" fmla="*/ 1070835 h 1592588"/>
                <a:gd name="connsiteX38" fmla="*/ 97716 w 1269406"/>
                <a:gd name="connsiteY38" fmla="*/ 1027061 h 1592588"/>
                <a:gd name="connsiteX39" fmla="*/ 93903 w 1269406"/>
                <a:gd name="connsiteY39" fmla="*/ 990455 h 1592588"/>
                <a:gd name="connsiteX40" fmla="*/ 100029 w 1269406"/>
                <a:gd name="connsiteY40" fmla="*/ 982728 h 1592588"/>
                <a:gd name="connsiteX41" fmla="*/ 84103 w 1269406"/>
                <a:gd name="connsiteY41" fmla="*/ 971504 h 1592588"/>
                <a:gd name="connsiteX42" fmla="*/ 82273 w 1269406"/>
                <a:gd name="connsiteY42" fmla="*/ 958693 h 1592588"/>
                <a:gd name="connsiteX43" fmla="*/ 75499 w 1269406"/>
                <a:gd name="connsiteY43" fmla="*/ 901840 h 1592588"/>
                <a:gd name="connsiteX44" fmla="*/ 6584 w 1269406"/>
                <a:gd name="connsiteY44" fmla="*/ 889295 h 1592588"/>
                <a:gd name="connsiteX45" fmla="*/ 6063 w 1269406"/>
                <a:gd name="connsiteY45" fmla="*/ 877525 h 1592588"/>
                <a:gd name="connsiteX46" fmla="*/ 46913 w 1269406"/>
                <a:gd name="connsiteY46" fmla="*/ 871907 h 1592588"/>
                <a:gd name="connsiteX47" fmla="*/ 55810 w 1269406"/>
                <a:gd name="connsiteY47" fmla="*/ 800667 h 1592588"/>
                <a:gd name="connsiteX48" fmla="*/ 43800 w 1269406"/>
                <a:gd name="connsiteY48" fmla="*/ 798849 h 1592588"/>
                <a:gd name="connsiteX49" fmla="*/ 48362 w 1269406"/>
                <a:gd name="connsiteY49" fmla="*/ 780940 h 1592588"/>
                <a:gd name="connsiteX50" fmla="*/ 38321 w 1269406"/>
                <a:gd name="connsiteY50" fmla="*/ 748135 h 1592588"/>
                <a:gd name="connsiteX51" fmla="*/ 56853 w 1269406"/>
                <a:gd name="connsiteY51" fmla="*/ 734154 h 1592588"/>
                <a:gd name="connsiteX52" fmla="*/ 10905 w 1269406"/>
                <a:gd name="connsiteY52" fmla="*/ 685143 h 1592588"/>
                <a:gd name="connsiteX53" fmla="*/ 29767 w 1269406"/>
                <a:gd name="connsiteY53" fmla="*/ 672039 h 1592588"/>
                <a:gd name="connsiteX54" fmla="*/ 25332 w 1269406"/>
                <a:gd name="connsiteY54" fmla="*/ 641331 h 1592588"/>
                <a:gd name="connsiteX55" fmla="*/ 4995 w 1269406"/>
                <a:gd name="connsiteY55" fmla="*/ 643289 h 1592588"/>
                <a:gd name="connsiteX56" fmla="*/ 0 w 1269406"/>
                <a:gd name="connsiteY56" fmla="*/ 556376 h 1592588"/>
                <a:gd name="connsiteX57" fmla="*/ 31979 w 1269406"/>
                <a:gd name="connsiteY57" fmla="*/ 549055 h 1592588"/>
                <a:gd name="connsiteX58" fmla="*/ 50650 w 1269406"/>
                <a:gd name="connsiteY58" fmla="*/ 499664 h 1592588"/>
                <a:gd name="connsiteX59" fmla="*/ 61733 w 1269406"/>
                <a:gd name="connsiteY59" fmla="*/ 503311 h 1592588"/>
                <a:gd name="connsiteX60" fmla="*/ 71266 w 1269406"/>
                <a:gd name="connsiteY60" fmla="*/ 505015 h 1592588"/>
                <a:gd name="connsiteX61" fmla="*/ 82870 w 1269406"/>
                <a:gd name="connsiteY61" fmla="*/ 486051 h 1592588"/>
                <a:gd name="connsiteX62" fmla="*/ 76350 w 1269406"/>
                <a:gd name="connsiteY62" fmla="*/ 467367 h 1592588"/>
                <a:gd name="connsiteX63" fmla="*/ 112231 w 1269406"/>
                <a:gd name="connsiteY63" fmla="*/ 448810 h 1592588"/>
                <a:gd name="connsiteX64" fmla="*/ 113807 w 1269406"/>
                <a:gd name="connsiteY64" fmla="*/ 401630 h 1592588"/>
                <a:gd name="connsiteX65" fmla="*/ 128030 w 1269406"/>
                <a:gd name="connsiteY65" fmla="*/ 382564 h 1592588"/>
                <a:gd name="connsiteX66" fmla="*/ 151391 w 1269406"/>
                <a:gd name="connsiteY66" fmla="*/ 384776 h 1592588"/>
                <a:gd name="connsiteX67" fmla="*/ 205283 w 1269406"/>
                <a:gd name="connsiteY67" fmla="*/ 368583 h 1592588"/>
                <a:gd name="connsiteX68" fmla="*/ 222772 w 1269406"/>
                <a:gd name="connsiteY68" fmla="*/ 362050 h 1592588"/>
                <a:gd name="connsiteX69" fmla="*/ 245650 w 1269406"/>
                <a:gd name="connsiteY69" fmla="*/ 353293 h 1592588"/>
                <a:gd name="connsiteX70" fmla="*/ 265986 w 1269406"/>
                <a:gd name="connsiteY70" fmla="*/ 341790 h 1592588"/>
                <a:gd name="connsiteX71" fmla="*/ 251103 w 1269406"/>
                <a:gd name="connsiteY71" fmla="*/ 322318 h 1592588"/>
                <a:gd name="connsiteX72" fmla="*/ 213125 w 1269406"/>
                <a:gd name="connsiteY72" fmla="*/ 333681 h 1592588"/>
                <a:gd name="connsiteX73" fmla="*/ 197211 w 1269406"/>
                <a:gd name="connsiteY73" fmla="*/ 320348 h 1592588"/>
                <a:gd name="connsiteX74" fmla="*/ 188975 w 1269406"/>
                <a:gd name="connsiteY74" fmla="*/ 278913 h 1592588"/>
                <a:gd name="connsiteX75" fmla="*/ 231148 w 1269406"/>
                <a:gd name="connsiteY75" fmla="*/ 253696 h 1592588"/>
                <a:gd name="connsiteX76" fmla="*/ 241710 w 1269406"/>
                <a:gd name="connsiteY76" fmla="*/ 239320 h 1592588"/>
                <a:gd name="connsiteX77" fmla="*/ 292335 w 1269406"/>
                <a:gd name="connsiteY77" fmla="*/ 232126 h 1592588"/>
                <a:gd name="connsiteX78" fmla="*/ 308388 w 1269406"/>
                <a:gd name="connsiteY78" fmla="*/ 188467 h 1592588"/>
                <a:gd name="connsiteX79" fmla="*/ 355632 w 1269406"/>
                <a:gd name="connsiteY79" fmla="*/ 187298 h 1592588"/>
                <a:gd name="connsiteX80" fmla="*/ 362813 w 1269406"/>
                <a:gd name="connsiteY80" fmla="*/ 204431 h 1592588"/>
                <a:gd name="connsiteX81" fmla="*/ 394588 w 1269406"/>
                <a:gd name="connsiteY81" fmla="*/ 203884 h 1592588"/>
                <a:gd name="connsiteX82" fmla="*/ 410527 w 1269406"/>
                <a:gd name="connsiteY82" fmla="*/ 228733 h 1592588"/>
                <a:gd name="connsiteX83" fmla="*/ 427622 w 1269406"/>
                <a:gd name="connsiteY83" fmla="*/ 236435 h 1592588"/>
                <a:gd name="connsiteX84" fmla="*/ 434791 w 1269406"/>
                <a:gd name="connsiteY84" fmla="*/ 254077 h 1592588"/>
                <a:gd name="connsiteX85" fmla="*/ 418267 w 1269406"/>
                <a:gd name="connsiteY85" fmla="*/ 262974 h 1592588"/>
                <a:gd name="connsiteX86" fmla="*/ 403384 w 1269406"/>
                <a:gd name="connsiteY86" fmla="*/ 284670 h 1592588"/>
                <a:gd name="connsiteX87" fmla="*/ 390597 w 1269406"/>
                <a:gd name="connsiteY87" fmla="*/ 290682 h 1592588"/>
                <a:gd name="connsiteX88" fmla="*/ 368278 w 1269406"/>
                <a:gd name="connsiteY88" fmla="*/ 307409 h 1592588"/>
                <a:gd name="connsiteX89" fmla="*/ 351844 w 1269406"/>
                <a:gd name="connsiteY89" fmla="*/ 320615 h 1592588"/>
                <a:gd name="connsiteX90" fmla="*/ 347408 w 1269406"/>
                <a:gd name="connsiteY90" fmla="*/ 356826 h 1592588"/>
                <a:gd name="connsiteX91" fmla="*/ 371291 w 1269406"/>
                <a:gd name="connsiteY91" fmla="*/ 360995 h 1592588"/>
                <a:gd name="connsiteX92" fmla="*/ 388500 w 1269406"/>
                <a:gd name="connsiteY92" fmla="*/ 423860 h 1592588"/>
                <a:gd name="connsiteX93" fmla="*/ 405735 w 1269406"/>
                <a:gd name="connsiteY93" fmla="*/ 409370 h 1592588"/>
                <a:gd name="connsiteX94" fmla="*/ 415789 w 1269406"/>
                <a:gd name="connsiteY94" fmla="*/ 356420 h 1592588"/>
                <a:gd name="connsiteX95" fmla="*/ 447221 w 1269406"/>
                <a:gd name="connsiteY95" fmla="*/ 307943 h 1592588"/>
                <a:gd name="connsiteX96" fmla="*/ 466287 w 1269406"/>
                <a:gd name="connsiteY96" fmla="*/ 297343 h 1592588"/>
                <a:gd name="connsiteX97" fmla="*/ 468765 w 1269406"/>
                <a:gd name="connsiteY97" fmla="*/ 265313 h 1592588"/>
                <a:gd name="connsiteX98" fmla="*/ 484170 w 1269406"/>
                <a:gd name="connsiteY98" fmla="*/ 249234 h 1592588"/>
                <a:gd name="connsiteX99" fmla="*/ 485606 w 1269406"/>
                <a:gd name="connsiteY99" fmla="*/ 231593 h 1592588"/>
                <a:gd name="connsiteX100" fmla="*/ 470214 w 1269406"/>
                <a:gd name="connsiteY100" fmla="*/ 197339 h 1592588"/>
                <a:gd name="connsiteX101" fmla="*/ 467456 w 1269406"/>
                <a:gd name="connsiteY101" fmla="*/ 153425 h 1592588"/>
                <a:gd name="connsiteX102" fmla="*/ 479073 w 1269406"/>
                <a:gd name="connsiteY102" fmla="*/ 141782 h 1592588"/>
                <a:gd name="connsiteX103" fmla="*/ 484437 w 1269406"/>
                <a:gd name="connsiteY103" fmla="*/ 125717 h 1592588"/>
                <a:gd name="connsiteX104" fmla="*/ 494999 w 1269406"/>
                <a:gd name="connsiteY104" fmla="*/ 125717 h 1592588"/>
                <a:gd name="connsiteX105" fmla="*/ 503337 w 1269406"/>
                <a:gd name="connsiteY105" fmla="*/ 137995 h 1592588"/>
                <a:gd name="connsiteX106" fmla="*/ 502688 w 1269406"/>
                <a:gd name="connsiteY106" fmla="*/ 150031 h 1592588"/>
                <a:gd name="connsiteX107" fmla="*/ 487945 w 1269406"/>
                <a:gd name="connsiteY107" fmla="*/ 162436 h 1592588"/>
                <a:gd name="connsiteX108" fmla="*/ 490957 w 1269406"/>
                <a:gd name="connsiteY108" fmla="*/ 170152 h 1592588"/>
                <a:gd name="connsiteX109" fmla="*/ 506870 w 1269406"/>
                <a:gd name="connsiteY109" fmla="*/ 168588 h 1592588"/>
                <a:gd name="connsiteX110" fmla="*/ 522123 w 1269406"/>
                <a:gd name="connsiteY110" fmla="*/ 157734 h 1592588"/>
                <a:gd name="connsiteX111" fmla="*/ 531909 w 1269406"/>
                <a:gd name="connsiteY111" fmla="*/ 137740 h 1592588"/>
                <a:gd name="connsiteX112" fmla="*/ 526953 w 1269406"/>
                <a:gd name="connsiteY112" fmla="*/ 118675 h 1592588"/>
                <a:gd name="connsiteX113" fmla="*/ 492495 w 1269406"/>
                <a:gd name="connsiteY113" fmla="*/ 81561 h 1592588"/>
                <a:gd name="connsiteX114" fmla="*/ 486509 w 1269406"/>
                <a:gd name="connsiteY114" fmla="*/ 67046 h 1592588"/>
                <a:gd name="connsiteX115" fmla="*/ 502155 w 1269406"/>
                <a:gd name="connsiteY115" fmla="*/ 46532 h 1592588"/>
                <a:gd name="connsiteX116" fmla="*/ 522262 w 1269406"/>
                <a:gd name="connsiteY116" fmla="*/ 47714 h 1592588"/>
                <a:gd name="connsiteX117" fmla="*/ 524220 w 1269406"/>
                <a:gd name="connsiteY117" fmla="*/ 7448 h 1592588"/>
                <a:gd name="connsiteX118" fmla="*/ 538709 w 1269406"/>
                <a:gd name="connsiteY118" fmla="*/ 5618 h 1592588"/>
                <a:gd name="connsiteX119" fmla="*/ 563100 w 1269406"/>
                <a:gd name="connsiteY119" fmla="*/ 0 h 1592588"/>
                <a:gd name="connsiteX120" fmla="*/ 592461 w 1269406"/>
                <a:gd name="connsiteY120" fmla="*/ 18176 h 1592588"/>
                <a:gd name="connsiteX121" fmla="*/ 613611 w 1269406"/>
                <a:gd name="connsiteY121" fmla="*/ 26399 h 1592588"/>
                <a:gd name="connsiteX122" fmla="*/ 611386 w 1269406"/>
                <a:gd name="connsiteY122" fmla="*/ 48235 h 1592588"/>
                <a:gd name="connsiteX123" fmla="*/ 630693 w 1269406"/>
                <a:gd name="connsiteY123" fmla="*/ 82985 h 1592588"/>
                <a:gd name="connsiteX124" fmla="*/ 653152 w 1269406"/>
                <a:gd name="connsiteY124" fmla="*/ 130572 h 1592588"/>
                <a:gd name="connsiteX125" fmla="*/ 711619 w 1269406"/>
                <a:gd name="connsiteY125" fmla="*/ 153844 h 1592588"/>
                <a:gd name="connsiteX126" fmla="*/ 741234 w 1269406"/>
                <a:gd name="connsiteY126" fmla="*/ 152573 h 1592588"/>
                <a:gd name="connsiteX127" fmla="*/ 772297 w 1269406"/>
                <a:gd name="connsiteY127" fmla="*/ 161725 h 1592588"/>
                <a:gd name="connsiteX128" fmla="*/ 807657 w 1269406"/>
                <a:gd name="connsiteY128" fmla="*/ 130877 h 1592588"/>
                <a:gd name="connsiteX129" fmla="*/ 874081 w 1269406"/>
                <a:gd name="connsiteY129" fmla="*/ 81739 h 1592588"/>
                <a:gd name="connsiteX130" fmla="*/ 883220 w 1269406"/>
                <a:gd name="connsiteY130" fmla="*/ 80964 h 1592588"/>
                <a:gd name="connsiteX131" fmla="*/ 887388 w 1269406"/>
                <a:gd name="connsiteY131" fmla="*/ 119260 h 1592588"/>
                <a:gd name="connsiteX132" fmla="*/ 909199 w 1269406"/>
                <a:gd name="connsiteY132" fmla="*/ 126187 h 1592588"/>
                <a:gd name="connsiteX133" fmla="*/ 931251 w 1269406"/>
                <a:gd name="connsiteY133" fmla="*/ 134550 h 1592588"/>
                <a:gd name="connsiteX134" fmla="*/ 929548 w 1269406"/>
                <a:gd name="connsiteY134" fmla="*/ 163784 h 1592588"/>
                <a:gd name="connsiteX135" fmla="*/ 888304 w 1269406"/>
                <a:gd name="connsiteY135" fmla="*/ 251230 h 1592588"/>
                <a:gd name="connsiteX136" fmla="*/ 876432 w 1269406"/>
                <a:gd name="connsiteY136" fmla="*/ 263508 h 1592588"/>
                <a:gd name="connsiteX137" fmla="*/ 855422 w 1269406"/>
                <a:gd name="connsiteY137" fmla="*/ 247175 h 1592588"/>
                <a:gd name="connsiteX138" fmla="*/ 777661 w 1269406"/>
                <a:gd name="connsiteY138" fmla="*/ 213201 h 1592588"/>
                <a:gd name="connsiteX139" fmla="*/ 758418 w 1269406"/>
                <a:gd name="connsiteY139" fmla="*/ 253378 h 1592588"/>
                <a:gd name="connsiteX140" fmla="*/ 776543 w 1269406"/>
                <a:gd name="connsiteY140" fmla="*/ 299897 h 1592588"/>
                <a:gd name="connsiteX141" fmla="*/ 804353 w 1269406"/>
                <a:gd name="connsiteY141" fmla="*/ 297953 h 1592588"/>
                <a:gd name="connsiteX142" fmla="*/ 877169 w 1269406"/>
                <a:gd name="connsiteY142" fmla="*/ 320030 h 1592588"/>
                <a:gd name="connsiteX143" fmla="*/ 902869 w 1269406"/>
                <a:gd name="connsiteY143" fmla="*/ 361974 h 1592588"/>
                <a:gd name="connsiteX144" fmla="*/ 959900 w 1269406"/>
                <a:gd name="connsiteY144" fmla="*/ 360017 h 1592588"/>
                <a:gd name="connsiteX145" fmla="*/ 984660 w 1269406"/>
                <a:gd name="connsiteY145" fmla="*/ 381980 h 1592588"/>
                <a:gd name="connsiteX146" fmla="*/ 942894 w 1269406"/>
                <a:gd name="connsiteY146" fmla="*/ 413361 h 1592588"/>
                <a:gd name="connsiteX147" fmla="*/ 966916 w 1269406"/>
                <a:gd name="connsiteY147" fmla="*/ 474523 h 1592588"/>
                <a:gd name="connsiteX148" fmla="*/ 1020807 w 1269406"/>
                <a:gd name="connsiteY148" fmla="*/ 480268 h 1592588"/>
                <a:gd name="connsiteX149" fmla="*/ 1033339 w 1269406"/>
                <a:gd name="connsiteY149" fmla="*/ 483013 h 1592588"/>
                <a:gd name="connsiteX150" fmla="*/ 1060743 w 1269406"/>
                <a:gd name="connsiteY150" fmla="*/ 486013 h 1592588"/>
                <a:gd name="connsiteX151" fmla="*/ 1083049 w 1269406"/>
                <a:gd name="connsiteY151" fmla="*/ 497782 h 1592588"/>
                <a:gd name="connsiteX152" fmla="*/ 1077317 w 1269406"/>
                <a:gd name="connsiteY152" fmla="*/ 561956 h 1592588"/>
                <a:gd name="connsiteX153" fmla="*/ 1083176 w 1269406"/>
                <a:gd name="connsiteY153" fmla="*/ 614488 h 1592588"/>
                <a:gd name="connsiteX154" fmla="*/ 1058786 w 1269406"/>
                <a:gd name="connsiteY154" fmla="*/ 624961 h 1592588"/>
                <a:gd name="connsiteX155" fmla="*/ 1055837 w 1269406"/>
                <a:gd name="connsiteY155" fmla="*/ 659075 h 1592588"/>
                <a:gd name="connsiteX156" fmla="*/ 1077774 w 1269406"/>
                <a:gd name="connsiteY156" fmla="*/ 679589 h 1592588"/>
                <a:gd name="connsiteX157" fmla="*/ 1098111 w 1269406"/>
                <a:gd name="connsiteY157" fmla="*/ 738806 h 1592588"/>
                <a:gd name="connsiteX158" fmla="*/ 1154239 w 1269406"/>
                <a:gd name="connsiteY158" fmla="*/ 758138 h 1592588"/>
                <a:gd name="connsiteX159" fmla="*/ 1153451 w 1269406"/>
                <a:gd name="connsiteY159" fmla="*/ 772005 h 1592588"/>
                <a:gd name="connsiteX160" fmla="*/ 1116261 w 1269406"/>
                <a:gd name="connsiteY160" fmla="*/ 773429 h 1592588"/>
                <a:gd name="connsiteX161" fmla="*/ 1106728 w 1269406"/>
                <a:gd name="connsiteY161" fmla="*/ 854774 h 1592588"/>
                <a:gd name="connsiteX162" fmla="*/ 1106856 w 1269406"/>
                <a:gd name="connsiteY162" fmla="*/ 864942 h 1592588"/>
                <a:gd name="connsiteX163" fmla="*/ 1177321 w 1269406"/>
                <a:gd name="connsiteY163" fmla="*/ 904280 h 1592588"/>
                <a:gd name="connsiteX164" fmla="*/ 1182405 w 1269406"/>
                <a:gd name="connsiteY164" fmla="*/ 938407 h 1592588"/>
                <a:gd name="connsiteX165" fmla="*/ 1243986 w 1269406"/>
                <a:gd name="connsiteY165" fmla="*/ 1025713 h 1592588"/>
                <a:gd name="connsiteX166" fmla="*/ 1269406 w 1269406"/>
                <a:gd name="connsiteY166" fmla="*/ 1105178 h 1592588"/>
                <a:gd name="connsiteX167" fmla="*/ 1250087 w 1269406"/>
                <a:gd name="connsiteY167" fmla="*/ 1142177 h 1592588"/>
                <a:gd name="connsiteX168" fmla="*/ 1213812 w 1269406"/>
                <a:gd name="connsiteY168" fmla="*/ 1150388 h 1592588"/>
                <a:gd name="connsiteX169" fmla="*/ 1172173 w 1269406"/>
                <a:gd name="connsiteY169" fmla="*/ 1204127 h 1592588"/>
                <a:gd name="connsiteX170" fmla="*/ 1197594 w 1269406"/>
                <a:gd name="connsiteY170" fmla="*/ 1221501 h 1592588"/>
                <a:gd name="connsiteX171" fmla="*/ 1172923 w 1269406"/>
                <a:gd name="connsiteY171" fmla="*/ 1282510 h 1592588"/>
                <a:gd name="connsiteX172" fmla="*/ 1071000 w 1269406"/>
                <a:gd name="connsiteY172" fmla="*/ 1307600 h 1592588"/>
                <a:gd name="connsiteX173" fmla="*/ 1041004 w 1269406"/>
                <a:gd name="connsiteY173" fmla="*/ 1330339 h 1592588"/>
                <a:gd name="connsiteX174" fmla="*/ 955846 w 1269406"/>
                <a:gd name="connsiteY174" fmla="*/ 1316485 h 1592588"/>
                <a:gd name="connsiteX175" fmla="*/ 916825 w 1269406"/>
                <a:gd name="connsiteY175" fmla="*/ 1324721 h 1592588"/>
                <a:gd name="connsiteX176" fmla="*/ 891506 w 1269406"/>
                <a:gd name="connsiteY176" fmla="*/ 1354399 h 1592588"/>
                <a:gd name="connsiteX177" fmla="*/ 885151 w 1269406"/>
                <a:gd name="connsiteY177" fmla="*/ 1355670 h 1592588"/>
                <a:gd name="connsiteX178" fmla="*/ 873801 w 1269406"/>
                <a:gd name="connsiteY178" fmla="*/ 1365203 h 1592588"/>
                <a:gd name="connsiteX179" fmla="*/ 847046 w 1269406"/>
                <a:gd name="connsiteY179" fmla="*/ 1365610 h 1592588"/>
                <a:gd name="connsiteX180" fmla="*/ 817164 w 1269406"/>
                <a:gd name="connsiteY180" fmla="*/ 1369525 h 1592588"/>
                <a:gd name="connsiteX181" fmla="*/ 768612 w 1269406"/>
                <a:gd name="connsiteY181" fmla="*/ 1370300 h 1592588"/>
                <a:gd name="connsiteX182" fmla="*/ 724126 w 1269406"/>
                <a:gd name="connsiteY182" fmla="*/ 1352505 h 1592588"/>
                <a:gd name="connsiteX183" fmla="*/ 713576 w 1269406"/>
                <a:gd name="connsiteY183" fmla="*/ 1335779 h 1592588"/>
                <a:gd name="connsiteX184" fmla="*/ 674175 w 1269406"/>
                <a:gd name="connsiteY184" fmla="*/ 1318137 h 1592588"/>
                <a:gd name="connsiteX185" fmla="*/ 663460 w 1269406"/>
                <a:gd name="connsiteY185" fmla="*/ 1305427 h 1592588"/>
                <a:gd name="connsiteX186" fmla="*/ 650559 w 1269406"/>
                <a:gd name="connsiteY186" fmla="*/ 1301105 h 1592588"/>
                <a:gd name="connsiteX187" fmla="*/ 627452 w 1269406"/>
                <a:gd name="connsiteY187" fmla="*/ 1290772 h 1592588"/>
                <a:gd name="connsiteX188" fmla="*/ 550327 w 1269406"/>
                <a:gd name="connsiteY188" fmla="*/ 1262810 h 1592588"/>
                <a:gd name="connsiteX189" fmla="*/ 521220 w 1269406"/>
                <a:gd name="connsiteY189" fmla="*/ 1242016 h 1592588"/>
                <a:gd name="connsiteX190" fmla="*/ 510124 w 1269406"/>
                <a:gd name="connsiteY190" fmla="*/ 1227768 h 1592588"/>
                <a:gd name="connsiteX191" fmla="*/ 487818 w 1269406"/>
                <a:gd name="connsiteY191" fmla="*/ 1194429 h 1592588"/>
                <a:gd name="connsiteX192" fmla="*/ 463274 w 1269406"/>
                <a:gd name="connsiteY192" fmla="*/ 1155726 h 1592588"/>
                <a:gd name="connsiteX193" fmla="*/ 450831 w 1269406"/>
                <a:gd name="connsiteY193" fmla="*/ 1141491 h 1592588"/>
                <a:gd name="connsiteX194" fmla="*/ 443650 w 1269406"/>
                <a:gd name="connsiteY194" fmla="*/ 1124510 h 1592588"/>
                <a:gd name="connsiteX195" fmla="*/ 442480 w 1269406"/>
                <a:gd name="connsiteY195" fmla="*/ 1111164 h 1592588"/>
                <a:gd name="connsiteX196" fmla="*/ 429770 w 1269406"/>
                <a:gd name="connsiteY196" fmla="*/ 1081765 h 1592588"/>
                <a:gd name="connsiteX197" fmla="*/ 422322 w 1269406"/>
                <a:gd name="connsiteY197" fmla="*/ 1065420 h 1592588"/>
                <a:gd name="connsiteX198" fmla="*/ 420492 w 1269406"/>
                <a:gd name="connsiteY198" fmla="*/ 1050664 h 1592588"/>
                <a:gd name="connsiteX199" fmla="*/ 413844 w 1269406"/>
                <a:gd name="connsiteY199" fmla="*/ 1041118 h 1592588"/>
                <a:gd name="connsiteX200" fmla="*/ 401045 w 1269406"/>
                <a:gd name="connsiteY200" fmla="*/ 1022167 h 1592588"/>
                <a:gd name="connsiteX201" fmla="*/ 388907 w 1269406"/>
                <a:gd name="connsiteY201" fmla="*/ 1019295 h 1592588"/>
                <a:gd name="connsiteX202" fmla="*/ 381471 w 1269406"/>
                <a:gd name="connsiteY202" fmla="*/ 995895 h 1592588"/>
                <a:gd name="connsiteX203" fmla="*/ 377824 w 1269406"/>
                <a:gd name="connsiteY203" fmla="*/ 987138 h 1592588"/>
                <a:gd name="connsiteX204" fmla="*/ 374811 w 1269406"/>
                <a:gd name="connsiteY204" fmla="*/ 980338 h 1592588"/>
                <a:gd name="connsiteX205" fmla="*/ 370121 w 1269406"/>
                <a:gd name="connsiteY205" fmla="*/ 982562 h 1592588"/>
                <a:gd name="connsiteX206" fmla="*/ 365812 w 1269406"/>
                <a:gd name="connsiteY206" fmla="*/ 984520 h 1592588"/>
                <a:gd name="connsiteX207" fmla="*/ 362432 w 1269406"/>
                <a:gd name="connsiteY207" fmla="*/ 986096 h 1592588"/>
                <a:gd name="connsiteX208" fmla="*/ 360995 w 1269406"/>
                <a:gd name="connsiteY208" fmla="*/ 994726 h 1592588"/>
                <a:gd name="connsiteX209" fmla="*/ 359559 w 1269406"/>
                <a:gd name="connsiteY209" fmla="*/ 1022815 h 1592588"/>
                <a:gd name="connsiteX210" fmla="*/ 359559 w 1269406"/>
                <a:gd name="connsiteY210" fmla="*/ 1032984 h 1592588"/>
                <a:gd name="connsiteX211" fmla="*/ 373896 w 1269406"/>
                <a:gd name="connsiteY211" fmla="*/ 1072068 h 1592588"/>
                <a:gd name="connsiteX212" fmla="*/ 383950 w 1269406"/>
                <a:gd name="connsiteY212" fmla="*/ 1083189 h 1592588"/>
                <a:gd name="connsiteX213" fmla="*/ 400918 w 1269406"/>
                <a:gd name="connsiteY213" fmla="*/ 1124078 h 1592588"/>
                <a:gd name="connsiteX214" fmla="*/ 412268 w 1269406"/>
                <a:gd name="connsiteY214" fmla="*/ 1165132 h 1592588"/>
                <a:gd name="connsiteX215" fmla="*/ 434587 w 1269406"/>
                <a:gd name="connsiteY215" fmla="*/ 1192446 h 1592588"/>
                <a:gd name="connsiteX216" fmla="*/ 452992 w 1269406"/>
                <a:gd name="connsiteY216" fmla="*/ 1228034 h 1592588"/>
                <a:gd name="connsiteX217" fmla="*/ 460300 w 1269406"/>
                <a:gd name="connsiteY217" fmla="*/ 1252184 h 1592588"/>
                <a:gd name="connsiteX218" fmla="*/ 468918 w 1269406"/>
                <a:gd name="connsiteY218" fmla="*/ 1262492 h 1592588"/>
                <a:gd name="connsiteX219" fmla="*/ 477522 w 1269406"/>
                <a:gd name="connsiteY219" fmla="*/ 1282765 h 1592588"/>
                <a:gd name="connsiteX220" fmla="*/ 549170 w 1269406"/>
                <a:gd name="connsiteY220" fmla="*/ 1317921 h 1592588"/>
                <a:gd name="connsiteX221" fmla="*/ 566265 w 1269406"/>
                <a:gd name="connsiteY221" fmla="*/ 1324581 h 1592588"/>
                <a:gd name="connsiteX222" fmla="*/ 574870 w 1269406"/>
                <a:gd name="connsiteY222" fmla="*/ 1318226 h 1592588"/>
                <a:gd name="connsiteX223" fmla="*/ 583488 w 1269406"/>
                <a:gd name="connsiteY223" fmla="*/ 1317959 h 1592588"/>
                <a:gd name="connsiteX224" fmla="*/ 599795 w 1269406"/>
                <a:gd name="connsiteY224" fmla="*/ 1326856 h 1592588"/>
                <a:gd name="connsiteX225" fmla="*/ 606976 w 1269406"/>
                <a:gd name="connsiteY225" fmla="*/ 1337190 h 1592588"/>
                <a:gd name="connsiteX226" fmla="*/ 617945 w 1269406"/>
                <a:gd name="connsiteY226" fmla="*/ 1355480 h 1592588"/>
                <a:gd name="connsiteX227" fmla="*/ 652262 w 1269406"/>
                <a:gd name="connsiteY227" fmla="*/ 1386594 h 1592588"/>
                <a:gd name="connsiteX228" fmla="*/ 679615 w 1269406"/>
                <a:gd name="connsiteY228" fmla="*/ 1407604 h 1592588"/>
                <a:gd name="connsiteX229" fmla="*/ 699849 w 1269406"/>
                <a:gd name="connsiteY229" fmla="*/ 1419908 h 1592588"/>
                <a:gd name="connsiteX230" fmla="*/ 727367 w 1269406"/>
                <a:gd name="connsiteY230" fmla="*/ 1462258 h 1592588"/>
                <a:gd name="connsiteX231" fmla="*/ 660816 w 1269406"/>
                <a:gd name="connsiteY231" fmla="*/ 1520801 h 1592588"/>
                <a:gd name="connsiteX232" fmla="*/ 662392 w 1269406"/>
                <a:gd name="connsiteY232" fmla="*/ 1549158 h 1592588"/>
                <a:gd name="connsiteX233" fmla="*/ 683656 w 1269406"/>
                <a:gd name="connsiteY233" fmla="*/ 1570765 h 1592588"/>
                <a:gd name="connsiteX234" fmla="*/ 684178 w 1269406"/>
                <a:gd name="connsiteY234" fmla="*/ 1580692 h 1592588"/>
                <a:gd name="connsiteX235" fmla="*/ 630541 w 1269406"/>
                <a:gd name="connsiteY235" fmla="*/ 1592588 h 1592588"/>
                <a:gd name="connsiteX236" fmla="*/ 619979 w 1269406"/>
                <a:gd name="connsiteY236" fmla="*/ 1561232 h 1592588"/>
                <a:gd name="connsiteX237" fmla="*/ 602489 w 1269406"/>
                <a:gd name="connsiteY237" fmla="*/ 1561627 h 1592588"/>
                <a:gd name="connsiteX238" fmla="*/ 585903 w 1269406"/>
                <a:gd name="connsiteY238" fmla="*/ 1569329 h 1592588"/>
                <a:gd name="connsiteX239" fmla="*/ 576662 w 1269406"/>
                <a:gd name="connsiteY239" fmla="*/ 1568935 h 1592588"/>
                <a:gd name="connsiteX240" fmla="*/ 574120 w 1269406"/>
                <a:gd name="connsiteY240" fmla="*/ 1559910 h 1592588"/>
                <a:gd name="connsiteX241" fmla="*/ 560431 w 1269406"/>
                <a:gd name="connsiteY241" fmla="*/ 1561182 h 1592588"/>
                <a:gd name="connsiteX242" fmla="*/ 545420 w 1269406"/>
                <a:gd name="connsiteY242" fmla="*/ 1553555 h 1592588"/>
                <a:gd name="connsiteX243" fmla="*/ 546856 w 1269406"/>
                <a:gd name="connsiteY243" fmla="*/ 1544404 h 1592588"/>
                <a:gd name="connsiteX244" fmla="*/ 554546 w 1269406"/>
                <a:gd name="connsiteY244" fmla="*/ 1534999 h 1592588"/>
                <a:gd name="connsiteX245" fmla="*/ 539802 w 1269406"/>
                <a:gd name="connsiteY245" fmla="*/ 1511269 h 1592588"/>
                <a:gd name="connsiteX246" fmla="*/ 538760 w 1269406"/>
                <a:gd name="connsiteY246" fmla="*/ 1503020 h 1592588"/>
                <a:gd name="connsiteX247" fmla="*/ 532240 w 1269406"/>
                <a:gd name="connsiteY247" fmla="*/ 1498965 h 1592588"/>
                <a:gd name="connsiteX248" fmla="*/ 534057 w 1269406"/>
                <a:gd name="connsiteY248" fmla="*/ 1491797 h 1592588"/>
                <a:gd name="connsiteX249" fmla="*/ 526431 w 1269406"/>
                <a:gd name="connsiteY249" fmla="*/ 1476099 h 1592588"/>
                <a:gd name="connsiteX250" fmla="*/ 510391 w 1269406"/>
                <a:gd name="connsiteY250" fmla="*/ 1459373 h 1592588"/>
                <a:gd name="connsiteX251" fmla="*/ 501773 w 1269406"/>
                <a:gd name="connsiteY251" fmla="*/ 1465118 h 1592588"/>
                <a:gd name="connsiteX252" fmla="*/ 491453 w 1269406"/>
                <a:gd name="connsiteY252" fmla="*/ 1461063 h 1592588"/>
                <a:gd name="connsiteX253" fmla="*/ 484933 w 1269406"/>
                <a:gd name="connsiteY253" fmla="*/ 1440409 h 1592588"/>
                <a:gd name="connsiteX254" fmla="*/ 463668 w 1269406"/>
                <a:gd name="connsiteY254" fmla="*/ 1445773 h 1592588"/>
                <a:gd name="connsiteX255" fmla="*/ 458444 w 1269406"/>
                <a:gd name="connsiteY255" fmla="*/ 1438592 h 1592588"/>
                <a:gd name="connsiteX256" fmla="*/ 461965 w 1269406"/>
                <a:gd name="connsiteY256" fmla="*/ 1426695 h 1592588"/>
                <a:gd name="connsiteX257" fmla="*/ 451924 w 1269406"/>
                <a:gd name="connsiteY257" fmla="*/ 1422132 h 1592588"/>
                <a:gd name="connsiteX258" fmla="*/ 442519 w 1269406"/>
                <a:gd name="connsiteY258" fmla="*/ 1424992 h 1592588"/>
                <a:gd name="connsiteX259" fmla="*/ 379476 w 1269406"/>
                <a:gd name="connsiteY259" fmla="*/ 1410350 h 1592588"/>
                <a:gd name="connsiteX260" fmla="*/ 288789 w 1269406"/>
                <a:gd name="connsiteY260" fmla="*/ 1441604 h 1592588"/>
                <a:gd name="connsiteX261" fmla="*/ 270270 w 1269406"/>
                <a:gd name="connsiteY261" fmla="*/ 1445646 h 1592588"/>
                <a:gd name="connsiteX262" fmla="*/ 251344 w 1269406"/>
                <a:gd name="connsiteY262" fmla="*/ 1452306 h 1592588"/>
                <a:gd name="connsiteX263" fmla="*/ 182824 w 1269406"/>
                <a:gd name="connsiteY263" fmla="*/ 1409091 h 1592588"/>
                <a:gd name="connsiteX264" fmla="*/ 132847 w 1269406"/>
                <a:gd name="connsiteY264" fmla="*/ 1410006 h 1592588"/>
                <a:gd name="connsiteX265" fmla="*/ 122679 w 1269406"/>
                <a:gd name="connsiteY265" fmla="*/ 1379502 h 1592588"/>
                <a:gd name="connsiteX266" fmla="*/ 123073 w 1269406"/>
                <a:gd name="connsiteY266" fmla="*/ 1371139 h 1592588"/>
                <a:gd name="connsiteX267" fmla="*/ 118904 w 1269406"/>
                <a:gd name="connsiteY267" fmla="*/ 1365241 h 1592588"/>
                <a:gd name="connsiteX268" fmla="*/ 122425 w 1269406"/>
                <a:gd name="connsiteY268" fmla="*/ 1357018 h 1592588"/>
                <a:gd name="connsiteX269" fmla="*/ 116413 w 1269406"/>
                <a:gd name="connsiteY269" fmla="*/ 1349175 h 1592588"/>
                <a:gd name="connsiteX270" fmla="*/ 116273 w 1269406"/>
                <a:gd name="connsiteY270" fmla="*/ 1342515 h 1592588"/>
                <a:gd name="connsiteX271" fmla="*/ 110020 w 1269406"/>
                <a:gd name="connsiteY271" fmla="*/ 1338067 h 1592588"/>
                <a:gd name="connsiteX272" fmla="*/ 108329 w 1269406"/>
                <a:gd name="connsiteY272" fmla="*/ 1335448 h 1592588"/>
                <a:gd name="connsiteX273" fmla="*/ 97106 w 1269406"/>
                <a:gd name="connsiteY273" fmla="*/ 1320946 h 1592588"/>
                <a:gd name="connsiteX274" fmla="*/ 93293 w 1269406"/>
                <a:gd name="connsiteY274" fmla="*/ 1313320 h 1592588"/>
                <a:gd name="connsiteX275" fmla="*/ 98771 w 1269406"/>
                <a:gd name="connsiteY275" fmla="*/ 1305618 h 1592588"/>
                <a:gd name="connsiteX276" fmla="*/ 98275 w 1269406"/>
                <a:gd name="connsiteY276" fmla="*/ 1297241 h 1592588"/>
                <a:gd name="connsiteX277" fmla="*/ 92124 w 1269406"/>
                <a:gd name="connsiteY277" fmla="*/ 1293200 h 1592588"/>
                <a:gd name="connsiteX278" fmla="*/ 89391 w 1269406"/>
                <a:gd name="connsiteY278" fmla="*/ 1286006 h 1592588"/>
                <a:gd name="connsiteX279" fmla="*/ 90039 w 1269406"/>
                <a:gd name="connsiteY279" fmla="*/ 1276460 h 1592588"/>
                <a:gd name="connsiteX280" fmla="*/ 92378 w 1269406"/>
                <a:gd name="connsiteY280" fmla="*/ 1266915 h 1592588"/>
                <a:gd name="connsiteX281" fmla="*/ 91742 w 1269406"/>
                <a:gd name="connsiteY281" fmla="*/ 1261170 h 1592588"/>
                <a:gd name="connsiteX282" fmla="*/ 84688 w 1269406"/>
                <a:gd name="connsiteY282" fmla="*/ 1254637 h 1592588"/>
                <a:gd name="connsiteX283" fmla="*/ 78422 w 1269406"/>
                <a:gd name="connsiteY283" fmla="*/ 1245880 h 1592588"/>
                <a:gd name="connsiteX284" fmla="*/ 69283 w 1269406"/>
                <a:gd name="connsiteY284" fmla="*/ 1222213 h 1592588"/>
                <a:gd name="connsiteX285" fmla="*/ 63157 w 1269406"/>
                <a:gd name="connsiteY285" fmla="*/ 1211638 h 1592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Lst>
              <a:rect l="l" t="t" r="r" b="b"/>
              <a:pathLst>
                <a:path w="1269406" h="1592588">
                  <a:moveTo>
                    <a:pt x="603061" y="958387"/>
                  </a:moveTo>
                  <a:lnTo>
                    <a:pt x="596528" y="963078"/>
                  </a:lnTo>
                  <a:lnTo>
                    <a:pt x="594571" y="973538"/>
                  </a:lnTo>
                  <a:lnTo>
                    <a:pt x="595740" y="988587"/>
                  </a:lnTo>
                  <a:lnTo>
                    <a:pt x="603710" y="1002034"/>
                  </a:lnTo>
                  <a:lnTo>
                    <a:pt x="611793" y="1012355"/>
                  </a:lnTo>
                  <a:lnTo>
                    <a:pt x="618974" y="1015774"/>
                  </a:lnTo>
                  <a:lnTo>
                    <a:pt x="624325" y="1028840"/>
                  </a:lnTo>
                  <a:lnTo>
                    <a:pt x="631367" y="1035195"/>
                  </a:lnTo>
                  <a:lnTo>
                    <a:pt x="641408" y="1037026"/>
                  </a:lnTo>
                  <a:lnTo>
                    <a:pt x="657931" y="1061175"/>
                  </a:lnTo>
                  <a:lnTo>
                    <a:pt x="667324" y="1082350"/>
                  </a:lnTo>
                  <a:lnTo>
                    <a:pt x="672675" y="1091362"/>
                  </a:lnTo>
                  <a:lnTo>
                    <a:pt x="672154" y="1100907"/>
                  </a:lnTo>
                  <a:lnTo>
                    <a:pt x="675967" y="1109664"/>
                  </a:lnTo>
                  <a:lnTo>
                    <a:pt x="689262" y="1110313"/>
                  </a:lnTo>
                  <a:lnTo>
                    <a:pt x="688614" y="1102610"/>
                  </a:lnTo>
                  <a:lnTo>
                    <a:pt x="692795" y="1095797"/>
                  </a:lnTo>
                  <a:lnTo>
                    <a:pt x="704539" y="1095543"/>
                  </a:lnTo>
                  <a:lnTo>
                    <a:pt x="708200" y="1087167"/>
                  </a:lnTo>
                  <a:lnTo>
                    <a:pt x="708327" y="1074368"/>
                  </a:lnTo>
                  <a:lnTo>
                    <a:pt x="687444" y="1062992"/>
                  </a:lnTo>
                  <a:lnTo>
                    <a:pt x="674391" y="1051896"/>
                  </a:lnTo>
                  <a:lnTo>
                    <a:pt x="670349" y="1042885"/>
                  </a:lnTo>
                  <a:lnTo>
                    <a:pt x="671531" y="1024569"/>
                  </a:lnTo>
                  <a:lnTo>
                    <a:pt x="668519" y="1015672"/>
                  </a:lnTo>
                  <a:lnTo>
                    <a:pt x="651995" y="988485"/>
                  </a:lnTo>
                  <a:lnTo>
                    <a:pt x="639082" y="981940"/>
                  </a:lnTo>
                  <a:lnTo>
                    <a:pt x="618212" y="955248"/>
                  </a:lnTo>
                  <a:close/>
                  <a:moveTo>
                    <a:pt x="115892" y="1201152"/>
                  </a:moveTo>
                  <a:lnTo>
                    <a:pt x="143549" y="1177880"/>
                  </a:lnTo>
                  <a:lnTo>
                    <a:pt x="158687" y="1135542"/>
                  </a:lnTo>
                  <a:lnTo>
                    <a:pt x="168855" y="1133585"/>
                  </a:lnTo>
                  <a:lnTo>
                    <a:pt x="189077" y="1101288"/>
                  </a:lnTo>
                  <a:lnTo>
                    <a:pt x="185556" y="1081676"/>
                  </a:lnTo>
                  <a:lnTo>
                    <a:pt x="151366" y="1102470"/>
                  </a:lnTo>
                  <a:lnTo>
                    <a:pt x="110388" y="1096458"/>
                  </a:lnTo>
                  <a:lnTo>
                    <a:pt x="117823" y="1070835"/>
                  </a:lnTo>
                  <a:lnTo>
                    <a:pt x="97716" y="1027061"/>
                  </a:lnTo>
                  <a:lnTo>
                    <a:pt x="93903" y="990455"/>
                  </a:lnTo>
                  <a:lnTo>
                    <a:pt x="100029" y="982728"/>
                  </a:lnTo>
                  <a:lnTo>
                    <a:pt x="84103" y="971504"/>
                  </a:lnTo>
                  <a:lnTo>
                    <a:pt x="82273" y="958693"/>
                  </a:lnTo>
                  <a:lnTo>
                    <a:pt x="75499" y="901840"/>
                  </a:lnTo>
                  <a:lnTo>
                    <a:pt x="6584" y="889295"/>
                  </a:lnTo>
                  <a:lnTo>
                    <a:pt x="6063" y="877525"/>
                  </a:lnTo>
                  <a:lnTo>
                    <a:pt x="46913" y="871907"/>
                  </a:lnTo>
                  <a:lnTo>
                    <a:pt x="55810" y="800667"/>
                  </a:lnTo>
                  <a:lnTo>
                    <a:pt x="43800" y="798849"/>
                  </a:lnTo>
                  <a:lnTo>
                    <a:pt x="48362" y="780940"/>
                  </a:lnTo>
                  <a:lnTo>
                    <a:pt x="38321" y="748135"/>
                  </a:lnTo>
                  <a:lnTo>
                    <a:pt x="56853" y="734154"/>
                  </a:lnTo>
                  <a:lnTo>
                    <a:pt x="10905" y="685143"/>
                  </a:lnTo>
                  <a:lnTo>
                    <a:pt x="29767" y="672039"/>
                  </a:lnTo>
                  <a:lnTo>
                    <a:pt x="25332" y="641331"/>
                  </a:lnTo>
                  <a:lnTo>
                    <a:pt x="4995" y="643289"/>
                  </a:lnTo>
                  <a:lnTo>
                    <a:pt x="0" y="556376"/>
                  </a:lnTo>
                  <a:lnTo>
                    <a:pt x="31979" y="549055"/>
                  </a:lnTo>
                  <a:lnTo>
                    <a:pt x="50650" y="499664"/>
                  </a:lnTo>
                  <a:lnTo>
                    <a:pt x="61733" y="503311"/>
                  </a:lnTo>
                  <a:lnTo>
                    <a:pt x="71266" y="505015"/>
                  </a:lnTo>
                  <a:lnTo>
                    <a:pt x="82870" y="486051"/>
                  </a:lnTo>
                  <a:lnTo>
                    <a:pt x="76350" y="467367"/>
                  </a:lnTo>
                  <a:lnTo>
                    <a:pt x="112231" y="448810"/>
                  </a:lnTo>
                  <a:lnTo>
                    <a:pt x="113807" y="401630"/>
                  </a:lnTo>
                  <a:lnTo>
                    <a:pt x="128030" y="382564"/>
                  </a:lnTo>
                  <a:lnTo>
                    <a:pt x="151391" y="384776"/>
                  </a:lnTo>
                  <a:lnTo>
                    <a:pt x="205283" y="368583"/>
                  </a:lnTo>
                  <a:lnTo>
                    <a:pt x="222772" y="362050"/>
                  </a:lnTo>
                  <a:lnTo>
                    <a:pt x="245650" y="353293"/>
                  </a:lnTo>
                  <a:lnTo>
                    <a:pt x="265986" y="341790"/>
                  </a:lnTo>
                  <a:lnTo>
                    <a:pt x="251103" y="322318"/>
                  </a:lnTo>
                  <a:lnTo>
                    <a:pt x="213125" y="333681"/>
                  </a:lnTo>
                  <a:lnTo>
                    <a:pt x="197211" y="320348"/>
                  </a:lnTo>
                  <a:lnTo>
                    <a:pt x="188975" y="278913"/>
                  </a:lnTo>
                  <a:lnTo>
                    <a:pt x="231148" y="253696"/>
                  </a:lnTo>
                  <a:lnTo>
                    <a:pt x="241710" y="239320"/>
                  </a:lnTo>
                  <a:lnTo>
                    <a:pt x="292335" y="232126"/>
                  </a:lnTo>
                  <a:lnTo>
                    <a:pt x="308388" y="188467"/>
                  </a:lnTo>
                  <a:lnTo>
                    <a:pt x="355632" y="187298"/>
                  </a:lnTo>
                  <a:lnTo>
                    <a:pt x="362813" y="204431"/>
                  </a:lnTo>
                  <a:lnTo>
                    <a:pt x="394588" y="203884"/>
                  </a:lnTo>
                  <a:lnTo>
                    <a:pt x="410527" y="228733"/>
                  </a:lnTo>
                  <a:lnTo>
                    <a:pt x="427622" y="236435"/>
                  </a:lnTo>
                  <a:lnTo>
                    <a:pt x="434791" y="254077"/>
                  </a:lnTo>
                  <a:lnTo>
                    <a:pt x="418267" y="262974"/>
                  </a:lnTo>
                  <a:lnTo>
                    <a:pt x="403384" y="284670"/>
                  </a:lnTo>
                  <a:lnTo>
                    <a:pt x="390597" y="290682"/>
                  </a:lnTo>
                  <a:lnTo>
                    <a:pt x="368278" y="307409"/>
                  </a:lnTo>
                  <a:lnTo>
                    <a:pt x="351844" y="320615"/>
                  </a:lnTo>
                  <a:lnTo>
                    <a:pt x="347408" y="356826"/>
                  </a:lnTo>
                  <a:lnTo>
                    <a:pt x="371291" y="360995"/>
                  </a:lnTo>
                  <a:lnTo>
                    <a:pt x="388500" y="423860"/>
                  </a:lnTo>
                  <a:lnTo>
                    <a:pt x="405735" y="409370"/>
                  </a:lnTo>
                  <a:lnTo>
                    <a:pt x="415789" y="356420"/>
                  </a:lnTo>
                  <a:lnTo>
                    <a:pt x="447221" y="307943"/>
                  </a:lnTo>
                  <a:lnTo>
                    <a:pt x="466287" y="297343"/>
                  </a:lnTo>
                  <a:lnTo>
                    <a:pt x="468765" y="265313"/>
                  </a:lnTo>
                  <a:lnTo>
                    <a:pt x="484170" y="249234"/>
                  </a:lnTo>
                  <a:lnTo>
                    <a:pt x="485606" y="231593"/>
                  </a:lnTo>
                  <a:lnTo>
                    <a:pt x="470214" y="197339"/>
                  </a:lnTo>
                  <a:lnTo>
                    <a:pt x="467456" y="153425"/>
                  </a:lnTo>
                  <a:lnTo>
                    <a:pt x="479073" y="141782"/>
                  </a:lnTo>
                  <a:lnTo>
                    <a:pt x="484437" y="125717"/>
                  </a:lnTo>
                  <a:lnTo>
                    <a:pt x="494999" y="125717"/>
                  </a:lnTo>
                  <a:lnTo>
                    <a:pt x="503337" y="137995"/>
                  </a:lnTo>
                  <a:lnTo>
                    <a:pt x="502688" y="150031"/>
                  </a:lnTo>
                  <a:lnTo>
                    <a:pt x="487945" y="162436"/>
                  </a:lnTo>
                  <a:lnTo>
                    <a:pt x="490957" y="170152"/>
                  </a:lnTo>
                  <a:lnTo>
                    <a:pt x="506870" y="168588"/>
                  </a:lnTo>
                  <a:lnTo>
                    <a:pt x="522123" y="157734"/>
                  </a:lnTo>
                  <a:lnTo>
                    <a:pt x="531909" y="137740"/>
                  </a:lnTo>
                  <a:lnTo>
                    <a:pt x="526953" y="118675"/>
                  </a:lnTo>
                  <a:lnTo>
                    <a:pt x="492495" y="81561"/>
                  </a:lnTo>
                  <a:lnTo>
                    <a:pt x="486509" y="67046"/>
                  </a:lnTo>
                  <a:lnTo>
                    <a:pt x="502155" y="46532"/>
                  </a:lnTo>
                  <a:lnTo>
                    <a:pt x="522262" y="47714"/>
                  </a:lnTo>
                  <a:lnTo>
                    <a:pt x="524220" y="7448"/>
                  </a:lnTo>
                  <a:lnTo>
                    <a:pt x="538709" y="5618"/>
                  </a:lnTo>
                  <a:lnTo>
                    <a:pt x="563100" y="0"/>
                  </a:lnTo>
                  <a:lnTo>
                    <a:pt x="592461" y="18176"/>
                  </a:lnTo>
                  <a:lnTo>
                    <a:pt x="613611" y="26399"/>
                  </a:lnTo>
                  <a:lnTo>
                    <a:pt x="611386" y="48235"/>
                  </a:lnTo>
                  <a:lnTo>
                    <a:pt x="630693" y="82985"/>
                  </a:lnTo>
                  <a:lnTo>
                    <a:pt x="653152" y="130572"/>
                  </a:lnTo>
                  <a:lnTo>
                    <a:pt x="711619" y="153844"/>
                  </a:lnTo>
                  <a:lnTo>
                    <a:pt x="741234" y="152573"/>
                  </a:lnTo>
                  <a:lnTo>
                    <a:pt x="772297" y="161725"/>
                  </a:lnTo>
                  <a:lnTo>
                    <a:pt x="807657" y="130877"/>
                  </a:lnTo>
                  <a:lnTo>
                    <a:pt x="874081" y="81739"/>
                  </a:lnTo>
                  <a:lnTo>
                    <a:pt x="883220" y="80964"/>
                  </a:lnTo>
                  <a:lnTo>
                    <a:pt x="887388" y="119260"/>
                  </a:lnTo>
                  <a:lnTo>
                    <a:pt x="909199" y="126187"/>
                  </a:lnTo>
                  <a:lnTo>
                    <a:pt x="931251" y="134550"/>
                  </a:lnTo>
                  <a:lnTo>
                    <a:pt x="929548" y="163784"/>
                  </a:lnTo>
                  <a:lnTo>
                    <a:pt x="888304" y="251230"/>
                  </a:lnTo>
                  <a:lnTo>
                    <a:pt x="876432" y="263508"/>
                  </a:lnTo>
                  <a:lnTo>
                    <a:pt x="855422" y="247175"/>
                  </a:lnTo>
                  <a:lnTo>
                    <a:pt x="777661" y="213201"/>
                  </a:lnTo>
                  <a:lnTo>
                    <a:pt x="758418" y="253378"/>
                  </a:lnTo>
                  <a:lnTo>
                    <a:pt x="776543" y="299897"/>
                  </a:lnTo>
                  <a:lnTo>
                    <a:pt x="804353" y="297953"/>
                  </a:lnTo>
                  <a:lnTo>
                    <a:pt x="877169" y="320030"/>
                  </a:lnTo>
                  <a:lnTo>
                    <a:pt x="902869" y="361974"/>
                  </a:lnTo>
                  <a:lnTo>
                    <a:pt x="959900" y="360017"/>
                  </a:lnTo>
                  <a:lnTo>
                    <a:pt x="984660" y="381980"/>
                  </a:lnTo>
                  <a:lnTo>
                    <a:pt x="942894" y="413361"/>
                  </a:lnTo>
                  <a:lnTo>
                    <a:pt x="966916" y="474523"/>
                  </a:lnTo>
                  <a:lnTo>
                    <a:pt x="1020807" y="480268"/>
                  </a:lnTo>
                  <a:lnTo>
                    <a:pt x="1033339" y="483013"/>
                  </a:lnTo>
                  <a:lnTo>
                    <a:pt x="1060743" y="486013"/>
                  </a:lnTo>
                  <a:lnTo>
                    <a:pt x="1083049" y="497782"/>
                  </a:lnTo>
                  <a:lnTo>
                    <a:pt x="1077317" y="561956"/>
                  </a:lnTo>
                  <a:lnTo>
                    <a:pt x="1083176" y="614488"/>
                  </a:lnTo>
                  <a:lnTo>
                    <a:pt x="1058786" y="624961"/>
                  </a:lnTo>
                  <a:lnTo>
                    <a:pt x="1055837" y="659075"/>
                  </a:lnTo>
                  <a:lnTo>
                    <a:pt x="1077774" y="679589"/>
                  </a:lnTo>
                  <a:lnTo>
                    <a:pt x="1098111" y="738806"/>
                  </a:lnTo>
                  <a:lnTo>
                    <a:pt x="1154239" y="758138"/>
                  </a:lnTo>
                  <a:lnTo>
                    <a:pt x="1153451" y="772005"/>
                  </a:lnTo>
                  <a:lnTo>
                    <a:pt x="1116261" y="773429"/>
                  </a:lnTo>
                  <a:lnTo>
                    <a:pt x="1106728" y="854774"/>
                  </a:lnTo>
                  <a:lnTo>
                    <a:pt x="1106856" y="864942"/>
                  </a:lnTo>
                  <a:lnTo>
                    <a:pt x="1177321" y="904280"/>
                  </a:lnTo>
                  <a:lnTo>
                    <a:pt x="1182405" y="938407"/>
                  </a:lnTo>
                  <a:lnTo>
                    <a:pt x="1243986" y="1025713"/>
                  </a:lnTo>
                  <a:lnTo>
                    <a:pt x="1269406" y="1105178"/>
                  </a:lnTo>
                  <a:lnTo>
                    <a:pt x="1250087" y="1142177"/>
                  </a:lnTo>
                  <a:lnTo>
                    <a:pt x="1213812" y="1150388"/>
                  </a:lnTo>
                  <a:lnTo>
                    <a:pt x="1172173" y="1204127"/>
                  </a:lnTo>
                  <a:lnTo>
                    <a:pt x="1197594" y="1221501"/>
                  </a:lnTo>
                  <a:lnTo>
                    <a:pt x="1172923" y="1282510"/>
                  </a:lnTo>
                  <a:lnTo>
                    <a:pt x="1071000" y="1307600"/>
                  </a:lnTo>
                  <a:lnTo>
                    <a:pt x="1041004" y="1330339"/>
                  </a:lnTo>
                  <a:lnTo>
                    <a:pt x="955846" y="1316485"/>
                  </a:lnTo>
                  <a:lnTo>
                    <a:pt x="916825" y="1324721"/>
                  </a:lnTo>
                  <a:lnTo>
                    <a:pt x="891506" y="1354399"/>
                  </a:lnTo>
                  <a:lnTo>
                    <a:pt x="885151" y="1355670"/>
                  </a:lnTo>
                  <a:lnTo>
                    <a:pt x="873801" y="1365203"/>
                  </a:lnTo>
                  <a:lnTo>
                    <a:pt x="847046" y="1365610"/>
                  </a:lnTo>
                  <a:lnTo>
                    <a:pt x="817164" y="1369525"/>
                  </a:lnTo>
                  <a:lnTo>
                    <a:pt x="768612" y="1370300"/>
                  </a:lnTo>
                  <a:lnTo>
                    <a:pt x="724126" y="1352505"/>
                  </a:lnTo>
                  <a:lnTo>
                    <a:pt x="713576" y="1335779"/>
                  </a:lnTo>
                  <a:lnTo>
                    <a:pt x="674175" y="1318137"/>
                  </a:lnTo>
                  <a:lnTo>
                    <a:pt x="663460" y="1305427"/>
                  </a:lnTo>
                  <a:lnTo>
                    <a:pt x="650559" y="1301105"/>
                  </a:lnTo>
                  <a:lnTo>
                    <a:pt x="627452" y="1290772"/>
                  </a:lnTo>
                  <a:lnTo>
                    <a:pt x="550327" y="1262810"/>
                  </a:lnTo>
                  <a:lnTo>
                    <a:pt x="521220" y="1242016"/>
                  </a:lnTo>
                  <a:lnTo>
                    <a:pt x="510124" y="1227768"/>
                  </a:lnTo>
                  <a:lnTo>
                    <a:pt x="487818" y="1194429"/>
                  </a:lnTo>
                  <a:lnTo>
                    <a:pt x="463274" y="1155726"/>
                  </a:lnTo>
                  <a:lnTo>
                    <a:pt x="450831" y="1141491"/>
                  </a:lnTo>
                  <a:lnTo>
                    <a:pt x="443650" y="1124510"/>
                  </a:lnTo>
                  <a:lnTo>
                    <a:pt x="442480" y="1111164"/>
                  </a:lnTo>
                  <a:lnTo>
                    <a:pt x="429770" y="1081765"/>
                  </a:lnTo>
                  <a:lnTo>
                    <a:pt x="422322" y="1065420"/>
                  </a:lnTo>
                  <a:lnTo>
                    <a:pt x="420492" y="1050664"/>
                  </a:lnTo>
                  <a:lnTo>
                    <a:pt x="413844" y="1041118"/>
                  </a:lnTo>
                  <a:lnTo>
                    <a:pt x="401045" y="1022167"/>
                  </a:lnTo>
                  <a:lnTo>
                    <a:pt x="388907" y="1019295"/>
                  </a:lnTo>
                  <a:lnTo>
                    <a:pt x="381471" y="995895"/>
                  </a:lnTo>
                  <a:lnTo>
                    <a:pt x="377824" y="987138"/>
                  </a:lnTo>
                  <a:lnTo>
                    <a:pt x="374811" y="980338"/>
                  </a:lnTo>
                  <a:lnTo>
                    <a:pt x="370121" y="982562"/>
                  </a:lnTo>
                  <a:lnTo>
                    <a:pt x="365812" y="984520"/>
                  </a:lnTo>
                  <a:lnTo>
                    <a:pt x="362432" y="986096"/>
                  </a:lnTo>
                  <a:lnTo>
                    <a:pt x="360995" y="994726"/>
                  </a:lnTo>
                  <a:lnTo>
                    <a:pt x="359559" y="1022815"/>
                  </a:lnTo>
                  <a:lnTo>
                    <a:pt x="359559" y="1032984"/>
                  </a:lnTo>
                  <a:lnTo>
                    <a:pt x="373896" y="1072068"/>
                  </a:lnTo>
                  <a:lnTo>
                    <a:pt x="383950" y="1083189"/>
                  </a:lnTo>
                  <a:lnTo>
                    <a:pt x="400918" y="1124078"/>
                  </a:lnTo>
                  <a:lnTo>
                    <a:pt x="412268" y="1165132"/>
                  </a:lnTo>
                  <a:lnTo>
                    <a:pt x="434587" y="1192446"/>
                  </a:lnTo>
                  <a:lnTo>
                    <a:pt x="452992" y="1228034"/>
                  </a:lnTo>
                  <a:lnTo>
                    <a:pt x="460300" y="1252184"/>
                  </a:lnTo>
                  <a:lnTo>
                    <a:pt x="468918" y="1262492"/>
                  </a:lnTo>
                  <a:lnTo>
                    <a:pt x="477522" y="1282765"/>
                  </a:lnTo>
                  <a:lnTo>
                    <a:pt x="549170" y="1317921"/>
                  </a:lnTo>
                  <a:lnTo>
                    <a:pt x="566265" y="1324581"/>
                  </a:lnTo>
                  <a:lnTo>
                    <a:pt x="574870" y="1318226"/>
                  </a:lnTo>
                  <a:lnTo>
                    <a:pt x="583488" y="1317959"/>
                  </a:lnTo>
                  <a:lnTo>
                    <a:pt x="599795" y="1326856"/>
                  </a:lnTo>
                  <a:lnTo>
                    <a:pt x="606976" y="1337190"/>
                  </a:lnTo>
                  <a:lnTo>
                    <a:pt x="617945" y="1355480"/>
                  </a:lnTo>
                  <a:lnTo>
                    <a:pt x="652262" y="1386594"/>
                  </a:lnTo>
                  <a:lnTo>
                    <a:pt x="679615" y="1407604"/>
                  </a:lnTo>
                  <a:lnTo>
                    <a:pt x="699849" y="1419908"/>
                  </a:lnTo>
                  <a:lnTo>
                    <a:pt x="727367" y="1462258"/>
                  </a:lnTo>
                  <a:lnTo>
                    <a:pt x="660816" y="1520801"/>
                  </a:lnTo>
                  <a:lnTo>
                    <a:pt x="662392" y="1549158"/>
                  </a:lnTo>
                  <a:lnTo>
                    <a:pt x="683656" y="1570765"/>
                  </a:lnTo>
                  <a:lnTo>
                    <a:pt x="684178" y="1580692"/>
                  </a:lnTo>
                  <a:lnTo>
                    <a:pt x="630541" y="1592588"/>
                  </a:lnTo>
                  <a:lnTo>
                    <a:pt x="619979" y="1561232"/>
                  </a:lnTo>
                  <a:lnTo>
                    <a:pt x="602489" y="1561627"/>
                  </a:lnTo>
                  <a:lnTo>
                    <a:pt x="585903" y="1569329"/>
                  </a:lnTo>
                  <a:lnTo>
                    <a:pt x="576662" y="1568935"/>
                  </a:lnTo>
                  <a:lnTo>
                    <a:pt x="574120" y="1559910"/>
                  </a:lnTo>
                  <a:lnTo>
                    <a:pt x="560431" y="1561182"/>
                  </a:lnTo>
                  <a:lnTo>
                    <a:pt x="545420" y="1553555"/>
                  </a:lnTo>
                  <a:lnTo>
                    <a:pt x="546856" y="1544404"/>
                  </a:lnTo>
                  <a:lnTo>
                    <a:pt x="554546" y="1534999"/>
                  </a:lnTo>
                  <a:lnTo>
                    <a:pt x="539802" y="1511269"/>
                  </a:lnTo>
                  <a:lnTo>
                    <a:pt x="538760" y="1503020"/>
                  </a:lnTo>
                  <a:lnTo>
                    <a:pt x="532240" y="1498965"/>
                  </a:lnTo>
                  <a:lnTo>
                    <a:pt x="534057" y="1491797"/>
                  </a:lnTo>
                  <a:lnTo>
                    <a:pt x="526431" y="1476099"/>
                  </a:lnTo>
                  <a:lnTo>
                    <a:pt x="510391" y="1459373"/>
                  </a:lnTo>
                  <a:lnTo>
                    <a:pt x="501773" y="1465118"/>
                  </a:lnTo>
                  <a:lnTo>
                    <a:pt x="491453" y="1461063"/>
                  </a:lnTo>
                  <a:lnTo>
                    <a:pt x="484933" y="1440409"/>
                  </a:lnTo>
                  <a:lnTo>
                    <a:pt x="463668" y="1445773"/>
                  </a:lnTo>
                  <a:lnTo>
                    <a:pt x="458444" y="1438592"/>
                  </a:lnTo>
                  <a:lnTo>
                    <a:pt x="461965" y="1426695"/>
                  </a:lnTo>
                  <a:lnTo>
                    <a:pt x="451924" y="1422132"/>
                  </a:lnTo>
                  <a:lnTo>
                    <a:pt x="442519" y="1424992"/>
                  </a:lnTo>
                  <a:lnTo>
                    <a:pt x="379476" y="1410350"/>
                  </a:lnTo>
                  <a:lnTo>
                    <a:pt x="288789" y="1441604"/>
                  </a:lnTo>
                  <a:lnTo>
                    <a:pt x="270270" y="1445646"/>
                  </a:lnTo>
                  <a:lnTo>
                    <a:pt x="251344" y="1452306"/>
                  </a:lnTo>
                  <a:lnTo>
                    <a:pt x="182824" y="1409091"/>
                  </a:lnTo>
                  <a:lnTo>
                    <a:pt x="132847" y="1410006"/>
                  </a:lnTo>
                  <a:lnTo>
                    <a:pt x="122679" y="1379502"/>
                  </a:lnTo>
                  <a:lnTo>
                    <a:pt x="123073" y="1371139"/>
                  </a:lnTo>
                  <a:lnTo>
                    <a:pt x="118904" y="1365241"/>
                  </a:lnTo>
                  <a:lnTo>
                    <a:pt x="122425" y="1357018"/>
                  </a:lnTo>
                  <a:lnTo>
                    <a:pt x="116413" y="1349175"/>
                  </a:lnTo>
                  <a:lnTo>
                    <a:pt x="116273" y="1342515"/>
                  </a:lnTo>
                  <a:lnTo>
                    <a:pt x="110020" y="1338067"/>
                  </a:lnTo>
                  <a:lnTo>
                    <a:pt x="108329" y="1335448"/>
                  </a:lnTo>
                  <a:lnTo>
                    <a:pt x="97106" y="1320946"/>
                  </a:lnTo>
                  <a:lnTo>
                    <a:pt x="93293" y="1313320"/>
                  </a:lnTo>
                  <a:lnTo>
                    <a:pt x="98771" y="1305618"/>
                  </a:lnTo>
                  <a:lnTo>
                    <a:pt x="98275" y="1297241"/>
                  </a:lnTo>
                  <a:lnTo>
                    <a:pt x="92124" y="1293200"/>
                  </a:lnTo>
                  <a:lnTo>
                    <a:pt x="89391" y="1286006"/>
                  </a:lnTo>
                  <a:lnTo>
                    <a:pt x="90039" y="1276460"/>
                  </a:lnTo>
                  <a:lnTo>
                    <a:pt x="92378" y="1266915"/>
                  </a:lnTo>
                  <a:lnTo>
                    <a:pt x="91742" y="1261170"/>
                  </a:lnTo>
                  <a:lnTo>
                    <a:pt x="84688" y="1254637"/>
                  </a:lnTo>
                  <a:lnTo>
                    <a:pt x="78422" y="1245880"/>
                  </a:lnTo>
                  <a:lnTo>
                    <a:pt x="69283" y="1222213"/>
                  </a:lnTo>
                  <a:lnTo>
                    <a:pt x="63157" y="1211638"/>
                  </a:lnTo>
                  <a:close/>
                </a:path>
              </a:pathLst>
            </a:custGeom>
            <a:solidFill>
              <a:srgbClr val="FFFFFF"/>
            </a:solidFill>
            <a:ln w="12700" cap="flat">
              <a:noFill/>
              <a:prstDash val="solid"/>
              <a:miter/>
            </a:ln>
          </p:spPr>
          <p:txBody>
            <a:bodyPr rtlCol="0" anchor="ctr"/>
            <a:lstStyle/>
            <a:p>
              <a:endParaRPr lang="de-CH"/>
            </a:p>
          </p:txBody>
        </p:sp>
        <p:sp>
          <p:nvSpPr>
            <p:cNvPr id="12" name="Freihandform: Form 11">
              <a:extLst>
                <a:ext uri="{FF2B5EF4-FFF2-40B4-BE49-F238E27FC236}">
                  <a16:creationId xmlns:a16="http://schemas.microsoft.com/office/drawing/2014/main" id="{4C657A37-EAB8-17B8-5B3E-09B427BB9C19}"/>
                </a:ext>
              </a:extLst>
            </p:cNvPr>
            <p:cNvSpPr/>
            <p:nvPr/>
          </p:nvSpPr>
          <p:spPr>
            <a:xfrm>
              <a:off x="6389779" y="823574"/>
              <a:ext cx="1269406" cy="1592588"/>
            </a:xfrm>
            <a:custGeom>
              <a:avLst/>
              <a:gdLst>
                <a:gd name="connsiteX0" fmla="*/ 603061 w 1269406"/>
                <a:gd name="connsiteY0" fmla="*/ 958387 h 1592588"/>
                <a:gd name="connsiteX1" fmla="*/ 596528 w 1269406"/>
                <a:gd name="connsiteY1" fmla="*/ 963078 h 1592588"/>
                <a:gd name="connsiteX2" fmla="*/ 594571 w 1269406"/>
                <a:gd name="connsiteY2" fmla="*/ 973538 h 1592588"/>
                <a:gd name="connsiteX3" fmla="*/ 595740 w 1269406"/>
                <a:gd name="connsiteY3" fmla="*/ 988587 h 1592588"/>
                <a:gd name="connsiteX4" fmla="*/ 603710 w 1269406"/>
                <a:gd name="connsiteY4" fmla="*/ 1002034 h 1592588"/>
                <a:gd name="connsiteX5" fmla="*/ 611793 w 1269406"/>
                <a:gd name="connsiteY5" fmla="*/ 1012355 h 1592588"/>
                <a:gd name="connsiteX6" fmla="*/ 618974 w 1269406"/>
                <a:gd name="connsiteY6" fmla="*/ 1015774 h 1592588"/>
                <a:gd name="connsiteX7" fmla="*/ 624325 w 1269406"/>
                <a:gd name="connsiteY7" fmla="*/ 1028840 h 1592588"/>
                <a:gd name="connsiteX8" fmla="*/ 631367 w 1269406"/>
                <a:gd name="connsiteY8" fmla="*/ 1035195 h 1592588"/>
                <a:gd name="connsiteX9" fmla="*/ 641408 w 1269406"/>
                <a:gd name="connsiteY9" fmla="*/ 1037026 h 1592588"/>
                <a:gd name="connsiteX10" fmla="*/ 657931 w 1269406"/>
                <a:gd name="connsiteY10" fmla="*/ 1061175 h 1592588"/>
                <a:gd name="connsiteX11" fmla="*/ 667324 w 1269406"/>
                <a:gd name="connsiteY11" fmla="*/ 1082350 h 1592588"/>
                <a:gd name="connsiteX12" fmla="*/ 672675 w 1269406"/>
                <a:gd name="connsiteY12" fmla="*/ 1091362 h 1592588"/>
                <a:gd name="connsiteX13" fmla="*/ 672154 w 1269406"/>
                <a:gd name="connsiteY13" fmla="*/ 1100907 h 1592588"/>
                <a:gd name="connsiteX14" fmla="*/ 675967 w 1269406"/>
                <a:gd name="connsiteY14" fmla="*/ 1109664 h 1592588"/>
                <a:gd name="connsiteX15" fmla="*/ 689262 w 1269406"/>
                <a:gd name="connsiteY15" fmla="*/ 1110313 h 1592588"/>
                <a:gd name="connsiteX16" fmla="*/ 688614 w 1269406"/>
                <a:gd name="connsiteY16" fmla="*/ 1102610 h 1592588"/>
                <a:gd name="connsiteX17" fmla="*/ 692795 w 1269406"/>
                <a:gd name="connsiteY17" fmla="*/ 1095797 h 1592588"/>
                <a:gd name="connsiteX18" fmla="*/ 704539 w 1269406"/>
                <a:gd name="connsiteY18" fmla="*/ 1095543 h 1592588"/>
                <a:gd name="connsiteX19" fmla="*/ 708200 w 1269406"/>
                <a:gd name="connsiteY19" fmla="*/ 1087167 h 1592588"/>
                <a:gd name="connsiteX20" fmla="*/ 708327 w 1269406"/>
                <a:gd name="connsiteY20" fmla="*/ 1074368 h 1592588"/>
                <a:gd name="connsiteX21" fmla="*/ 687444 w 1269406"/>
                <a:gd name="connsiteY21" fmla="*/ 1062992 h 1592588"/>
                <a:gd name="connsiteX22" fmla="*/ 674391 w 1269406"/>
                <a:gd name="connsiteY22" fmla="*/ 1051896 h 1592588"/>
                <a:gd name="connsiteX23" fmla="*/ 670349 w 1269406"/>
                <a:gd name="connsiteY23" fmla="*/ 1042885 h 1592588"/>
                <a:gd name="connsiteX24" fmla="*/ 671531 w 1269406"/>
                <a:gd name="connsiteY24" fmla="*/ 1024569 h 1592588"/>
                <a:gd name="connsiteX25" fmla="*/ 668519 w 1269406"/>
                <a:gd name="connsiteY25" fmla="*/ 1015672 h 1592588"/>
                <a:gd name="connsiteX26" fmla="*/ 651995 w 1269406"/>
                <a:gd name="connsiteY26" fmla="*/ 988485 h 1592588"/>
                <a:gd name="connsiteX27" fmla="*/ 639082 w 1269406"/>
                <a:gd name="connsiteY27" fmla="*/ 981940 h 1592588"/>
                <a:gd name="connsiteX28" fmla="*/ 618212 w 1269406"/>
                <a:gd name="connsiteY28" fmla="*/ 955248 h 1592588"/>
                <a:gd name="connsiteX29" fmla="*/ 115892 w 1269406"/>
                <a:gd name="connsiteY29" fmla="*/ 1201152 h 1592588"/>
                <a:gd name="connsiteX30" fmla="*/ 143549 w 1269406"/>
                <a:gd name="connsiteY30" fmla="*/ 1177880 h 1592588"/>
                <a:gd name="connsiteX31" fmla="*/ 158687 w 1269406"/>
                <a:gd name="connsiteY31" fmla="*/ 1135542 h 1592588"/>
                <a:gd name="connsiteX32" fmla="*/ 168855 w 1269406"/>
                <a:gd name="connsiteY32" fmla="*/ 1133585 h 1592588"/>
                <a:gd name="connsiteX33" fmla="*/ 189077 w 1269406"/>
                <a:gd name="connsiteY33" fmla="*/ 1101288 h 1592588"/>
                <a:gd name="connsiteX34" fmla="*/ 185556 w 1269406"/>
                <a:gd name="connsiteY34" fmla="*/ 1081676 h 1592588"/>
                <a:gd name="connsiteX35" fmla="*/ 151366 w 1269406"/>
                <a:gd name="connsiteY35" fmla="*/ 1102470 h 1592588"/>
                <a:gd name="connsiteX36" fmla="*/ 110388 w 1269406"/>
                <a:gd name="connsiteY36" fmla="*/ 1096458 h 1592588"/>
                <a:gd name="connsiteX37" fmla="*/ 117823 w 1269406"/>
                <a:gd name="connsiteY37" fmla="*/ 1070835 h 1592588"/>
                <a:gd name="connsiteX38" fmla="*/ 97716 w 1269406"/>
                <a:gd name="connsiteY38" fmla="*/ 1027061 h 1592588"/>
                <a:gd name="connsiteX39" fmla="*/ 93903 w 1269406"/>
                <a:gd name="connsiteY39" fmla="*/ 990455 h 1592588"/>
                <a:gd name="connsiteX40" fmla="*/ 100029 w 1269406"/>
                <a:gd name="connsiteY40" fmla="*/ 982728 h 1592588"/>
                <a:gd name="connsiteX41" fmla="*/ 84103 w 1269406"/>
                <a:gd name="connsiteY41" fmla="*/ 971504 h 1592588"/>
                <a:gd name="connsiteX42" fmla="*/ 82273 w 1269406"/>
                <a:gd name="connsiteY42" fmla="*/ 958693 h 1592588"/>
                <a:gd name="connsiteX43" fmla="*/ 75499 w 1269406"/>
                <a:gd name="connsiteY43" fmla="*/ 901840 h 1592588"/>
                <a:gd name="connsiteX44" fmla="*/ 6584 w 1269406"/>
                <a:gd name="connsiteY44" fmla="*/ 889295 h 1592588"/>
                <a:gd name="connsiteX45" fmla="*/ 6063 w 1269406"/>
                <a:gd name="connsiteY45" fmla="*/ 877525 h 1592588"/>
                <a:gd name="connsiteX46" fmla="*/ 46913 w 1269406"/>
                <a:gd name="connsiteY46" fmla="*/ 871907 h 1592588"/>
                <a:gd name="connsiteX47" fmla="*/ 55810 w 1269406"/>
                <a:gd name="connsiteY47" fmla="*/ 800667 h 1592588"/>
                <a:gd name="connsiteX48" fmla="*/ 43800 w 1269406"/>
                <a:gd name="connsiteY48" fmla="*/ 798849 h 1592588"/>
                <a:gd name="connsiteX49" fmla="*/ 48362 w 1269406"/>
                <a:gd name="connsiteY49" fmla="*/ 780940 h 1592588"/>
                <a:gd name="connsiteX50" fmla="*/ 38321 w 1269406"/>
                <a:gd name="connsiteY50" fmla="*/ 748135 h 1592588"/>
                <a:gd name="connsiteX51" fmla="*/ 56853 w 1269406"/>
                <a:gd name="connsiteY51" fmla="*/ 734154 h 1592588"/>
                <a:gd name="connsiteX52" fmla="*/ 10905 w 1269406"/>
                <a:gd name="connsiteY52" fmla="*/ 685143 h 1592588"/>
                <a:gd name="connsiteX53" fmla="*/ 29767 w 1269406"/>
                <a:gd name="connsiteY53" fmla="*/ 672039 h 1592588"/>
                <a:gd name="connsiteX54" fmla="*/ 25332 w 1269406"/>
                <a:gd name="connsiteY54" fmla="*/ 641331 h 1592588"/>
                <a:gd name="connsiteX55" fmla="*/ 4995 w 1269406"/>
                <a:gd name="connsiteY55" fmla="*/ 643289 h 1592588"/>
                <a:gd name="connsiteX56" fmla="*/ 0 w 1269406"/>
                <a:gd name="connsiteY56" fmla="*/ 556376 h 1592588"/>
                <a:gd name="connsiteX57" fmla="*/ 31979 w 1269406"/>
                <a:gd name="connsiteY57" fmla="*/ 549055 h 1592588"/>
                <a:gd name="connsiteX58" fmla="*/ 50650 w 1269406"/>
                <a:gd name="connsiteY58" fmla="*/ 499664 h 1592588"/>
                <a:gd name="connsiteX59" fmla="*/ 61733 w 1269406"/>
                <a:gd name="connsiteY59" fmla="*/ 503311 h 1592588"/>
                <a:gd name="connsiteX60" fmla="*/ 71266 w 1269406"/>
                <a:gd name="connsiteY60" fmla="*/ 505015 h 1592588"/>
                <a:gd name="connsiteX61" fmla="*/ 82870 w 1269406"/>
                <a:gd name="connsiteY61" fmla="*/ 486051 h 1592588"/>
                <a:gd name="connsiteX62" fmla="*/ 76350 w 1269406"/>
                <a:gd name="connsiteY62" fmla="*/ 467367 h 1592588"/>
                <a:gd name="connsiteX63" fmla="*/ 112231 w 1269406"/>
                <a:gd name="connsiteY63" fmla="*/ 448810 h 1592588"/>
                <a:gd name="connsiteX64" fmla="*/ 113807 w 1269406"/>
                <a:gd name="connsiteY64" fmla="*/ 401630 h 1592588"/>
                <a:gd name="connsiteX65" fmla="*/ 128030 w 1269406"/>
                <a:gd name="connsiteY65" fmla="*/ 382564 h 1592588"/>
                <a:gd name="connsiteX66" fmla="*/ 151391 w 1269406"/>
                <a:gd name="connsiteY66" fmla="*/ 384776 h 1592588"/>
                <a:gd name="connsiteX67" fmla="*/ 205283 w 1269406"/>
                <a:gd name="connsiteY67" fmla="*/ 368583 h 1592588"/>
                <a:gd name="connsiteX68" fmla="*/ 222772 w 1269406"/>
                <a:gd name="connsiteY68" fmla="*/ 362050 h 1592588"/>
                <a:gd name="connsiteX69" fmla="*/ 245650 w 1269406"/>
                <a:gd name="connsiteY69" fmla="*/ 353293 h 1592588"/>
                <a:gd name="connsiteX70" fmla="*/ 265986 w 1269406"/>
                <a:gd name="connsiteY70" fmla="*/ 341790 h 1592588"/>
                <a:gd name="connsiteX71" fmla="*/ 251103 w 1269406"/>
                <a:gd name="connsiteY71" fmla="*/ 322318 h 1592588"/>
                <a:gd name="connsiteX72" fmla="*/ 213125 w 1269406"/>
                <a:gd name="connsiteY72" fmla="*/ 333681 h 1592588"/>
                <a:gd name="connsiteX73" fmla="*/ 197211 w 1269406"/>
                <a:gd name="connsiteY73" fmla="*/ 320348 h 1592588"/>
                <a:gd name="connsiteX74" fmla="*/ 188975 w 1269406"/>
                <a:gd name="connsiteY74" fmla="*/ 278913 h 1592588"/>
                <a:gd name="connsiteX75" fmla="*/ 231148 w 1269406"/>
                <a:gd name="connsiteY75" fmla="*/ 253696 h 1592588"/>
                <a:gd name="connsiteX76" fmla="*/ 241710 w 1269406"/>
                <a:gd name="connsiteY76" fmla="*/ 239320 h 1592588"/>
                <a:gd name="connsiteX77" fmla="*/ 292335 w 1269406"/>
                <a:gd name="connsiteY77" fmla="*/ 232126 h 1592588"/>
                <a:gd name="connsiteX78" fmla="*/ 308388 w 1269406"/>
                <a:gd name="connsiteY78" fmla="*/ 188467 h 1592588"/>
                <a:gd name="connsiteX79" fmla="*/ 355632 w 1269406"/>
                <a:gd name="connsiteY79" fmla="*/ 187298 h 1592588"/>
                <a:gd name="connsiteX80" fmla="*/ 362813 w 1269406"/>
                <a:gd name="connsiteY80" fmla="*/ 204431 h 1592588"/>
                <a:gd name="connsiteX81" fmla="*/ 394588 w 1269406"/>
                <a:gd name="connsiteY81" fmla="*/ 203884 h 1592588"/>
                <a:gd name="connsiteX82" fmla="*/ 410527 w 1269406"/>
                <a:gd name="connsiteY82" fmla="*/ 228733 h 1592588"/>
                <a:gd name="connsiteX83" fmla="*/ 427622 w 1269406"/>
                <a:gd name="connsiteY83" fmla="*/ 236435 h 1592588"/>
                <a:gd name="connsiteX84" fmla="*/ 434791 w 1269406"/>
                <a:gd name="connsiteY84" fmla="*/ 254077 h 1592588"/>
                <a:gd name="connsiteX85" fmla="*/ 418267 w 1269406"/>
                <a:gd name="connsiteY85" fmla="*/ 262974 h 1592588"/>
                <a:gd name="connsiteX86" fmla="*/ 403384 w 1269406"/>
                <a:gd name="connsiteY86" fmla="*/ 284670 h 1592588"/>
                <a:gd name="connsiteX87" fmla="*/ 390597 w 1269406"/>
                <a:gd name="connsiteY87" fmla="*/ 290682 h 1592588"/>
                <a:gd name="connsiteX88" fmla="*/ 368278 w 1269406"/>
                <a:gd name="connsiteY88" fmla="*/ 307409 h 1592588"/>
                <a:gd name="connsiteX89" fmla="*/ 351844 w 1269406"/>
                <a:gd name="connsiteY89" fmla="*/ 320615 h 1592588"/>
                <a:gd name="connsiteX90" fmla="*/ 347408 w 1269406"/>
                <a:gd name="connsiteY90" fmla="*/ 356826 h 1592588"/>
                <a:gd name="connsiteX91" fmla="*/ 371291 w 1269406"/>
                <a:gd name="connsiteY91" fmla="*/ 360995 h 1592588"/>
                <a:gd name="connsiteX92" fmla="*/ 388500 w 1269406"/>
                <a:gd name="connsiteY92" fmla="*/ 423860 h 1592588"/>
                <a:gd name="connsiteX93" fmla="*/ 405735 w 1269406"/>
                <a:gd name="connsiteY93" fmla="*/ 409370 h 1592588"/>
                <a:gd name="connsiteX94" fmla="*/ 415789 w 1269406"/>
                <a:gd name="connsiteY94" fmla="*/ 356420 h 1592588"/>
                <a:gd name="connsiteX95" fmla="*/ 447221 w 1269406"/>
                <a:gd name="connsiteY95" fmla="*/ 307943 h 1592588"/>
                <a:gd name="connsiteX96" fmla="*/ 466287 w 1269406"/>
                <a:gd name="connsiteY96" fmla="*/ 297343 h 1592588"/>
                <a:gd name="connsiteX97" fmla="*/ 468765 w 1269406"/>
                <a:gd name="connsiteY97" fmla="*/ 265313 h 1592588"/>
                <a:gd name="connsiteX98" fmla="*/ 484170 w 1269406"/>
                <a:gd name="connsiteY98" fmla="*/ 249234 h 1592588"/>
                <a:gd name="connsiteX99" fmla="*/ 485606 w 1269406"/>
                <a:gd name="connsiteY99" fmla="*/ 231593 h 1592588"/>
                <a:gd name="connsiteX100" fmla="*/ 470214 w 1269406"/>
                <a:gd name="connsiteY100" fmla="*/ 197339 h 1592588"/>
                <a:gd name="connsiteX101" fmla="*/ 467456 w 1269406"/>
                <a:gd name="connsiteY101" fmla="*/ 153425 h 1592588"/>
                <a:gd name="connsiteX102" fmla="*/ 479073 w 1269406"/>
                <a:gd name="connsiteY102" fmla="*/ 141782 h 1592588"/>
                <a:gd name="connsiteX103" fmla="*/ 484437 w 1269406"/>
                <a:gd name="connsiteY103" fmla="*/ 125717 h 1592588"/>
                <a:gd name="connsiteX104" fmla="*/ 494999 w 1269406"/>
                <a:gd name="connsiteY104" fmla="*/ 125717 h 1592588"/>
                <a:gd name="connsiteX105" fmla="*/ 503337 w 1269406"/>
                <a:gd name="connsiteY105" fmla="*/ 137995 h 1592588"/>
                <a:gd name="connsiteX106" fmla="*/ 502688 w 1269406"/>
                <a:gd name="connsiteY106" fmla="*/ 150031 h 1592588"/>
                <a:gd name="connsiteX107" fmla="*/ 487945 w 1269406"/>
                <a:gd name="connsiteY107" fmla="*/ 162436 h 1592588"/>
                <a:gd name="connsiteX108" fmla="*/ 490957 w 1269406"/>
                <a:gd name="connsiteY108" fmla="*/ 170152 h 1592588"/>
                <a:gd name="connsiteX109" fmla="*/ 506870 w 1269406"/>
                <a:gd name="connsiteY109" fmla="*/ 168588 h 1592588"/>
                <a:gd name="connsiteX110" fmla="*/ 522123 w 1269406"/>
                <a:gd name="connsiteY110" fmla="*/ 157734 h 1592588"/>
                <a:gd name="connsiteX111" fmla="*/ 531909 w 1269406"/>
                <a:gd name="connsiteY111" fmla="*/ 137740 h 1592588"/>
                <a:gd name="connsiteX112" fmla="*/ 526953 w 1269406"/>
                <a:gd name="connsiteY112" fmla="*/ 118675 h 1592588"/>
                <a:gd name="connsiteX113" fmla="*/ 492495 w 1269406"/>
                <a:gd name="connsiteY113" fmla="*/ 81561 h 1592588"/>
                <a:gd name="connsiteX114" fmla="*/ 486509 w 1269406"/>
                <a:gd name="connsiteY114" fmla="*/ 67046 h 1592588"/>
                <a:gd name="connsiteX115" fmla="*/ 502155 w 1269406"/>
                <a:gd name="connsiteY115" fmla="*/ 46532 h 1592588"/>
                <a:gd name="connsiteX116" fmla="*/ 522262 w 1269406"/>
                <a:gd name="connsiteY116" fmla="*/ 47714 h 1592588"/>
                <a:gd name="connsiteX117" fmla="*/ 524220 w 1269406"/>
                <a:gd name="connsiteY117" fmla="*/ 7448 h 1592588"/>
                <a:gd name="connsiteX118" fmla="*/ 538709 w 1269406"/>
                <a:gd name="connsiteY118" fmla="*/ 5618 h 1592588"/>
                <a:gd name="connsiteX119" fmla="*/ 563100 w 1269406"/>
                <a:gd name="connsiteY119" fmla="*/ 0 h 1592588"/>
                <a:gd name="connsiteX120" fmla="*/ 592461 w 1269406"/>
                <a:gd name="connsiteY120" fmla="*/ 18176 h 1592588"/>
                <a:gd name="connsiteX121" fmla="*/ 613611 w 1269406"/>
                <a:gd name="connsiteY121" fmla="*/ 26399 h 1592588"/>
                <a:gd name="connsiteX122" fmla="*/ 611386 w 1269406"/>
                <a:gd name="connsiteY122" fmla="*/ 48235 h 1592588"/>
                <a:gd name="connsiteX123" fmla="*/ 630693 w 1269406"/>
                <a:gd name="connsiteY123" fmla="*/ 82985 h 1592588"/>
                <a:gd name="connsiteX124" fmla="*/ 653152 w 1269406"/>
                <a:gd name="connsiteY124" fmla="*/ 130572 h 1592588"/>
                <a:gd name="connsiteX125" fmla="*/ 711619 w 1269406"/>
                <a:gd name="connsiteY125" fmla="*/ 153844 h 1592588"/>
                <a:gd name="connsiteX126" fmla="*/ 741234 w 1269406"/>
                <a:gd name="connsiteY126" fmla="*/ 152573 h 1592588"/>
                <a:gd name="connsiteX127" fmla="*/ 772297 w 1269406"/>
                <a:gd name="connsiteY127" fmla="*/ 161725 h 1592588"/>
                <a:gd name="connsiteX128" fmla="*/ 807657 w 1269406"/>
                <a:gd name="connsiteY128" fmla="*/ 130877 h 1592588"/>
                <a:gd name="connsiteX129" fmla="*/ 874081 w 1269406"/>
                <a:gd name="connsiteY129" fmla="*/ 81739 h 1592588"/>
                <a:gd name="connsiteX130" fmla="*/ 883220 w 1269406"/>
                <a:gd name="connsiteY130" fmla="*/ 80964 h 1592588"/>
                <a:gd name="connsiteX131" fmla="*/ 887388 w 1269406"/>
                <a:gd name="connsiteY131" fmla="*/ 119260 h 1592588"/>
                <a:gd name="connsiteX132" fmla="*/ 909199 w 1269406"/>
                <a:gd name="connsiteY132" fmla="*/ 126187 h 1592588"/>
                <a:gd name="connsiteX133" fmla="*/ 931251 w 1269406"/>
                <a:gd name="connsiteY133" fmla="*/ 134550 h 1592588"/>
                <a:gd name="connsiteX134" fmla="*/ 929548 w 1269406"/>
                <a:gd name="connsiteY134" fmla="*/ 163784 h 1592588"/>
                <a:gd name="connsiteX135" fmla="*/ 888304 w 1269406"/>
                <a:gd name="connsiteY135" fmla="*/ 251230 h 1592588"/>
                <a:gd name="connsiteX136" fmla="*/ 876432 w 1269406"/>
                <a:gd name="connsiteY136" fmla="*/ 263508 h 1592588"/>
                <a:gd name="connsiteX137" fmla="*/ 855422 w 1269406"/>
                <a:gd name="connsiteY137" fmla="*/ 247175 h 1592588"/>
                <a:gd name="connsiteX138" fmla="*/ 777661 w 1269406"/>
                <a:gd name="connsiteY138" fmla="*/ 213201 h 1592588"/>
                <a:gd name="connsiteX139" fmla="*/ 758418 w 1269406"/>
                <a:gd name="connsiteY139" fmla="*/ 253378 h 1592588"/>
                <a:gd name="connsiteX140" fmla="*/ 776543 w 1269406"/>
                <a:gd name="connsiteY140" fmla="*/ 299897 h 1592588"/>
                <a:gd name="connsiteX141" fmla="*/ 804353 w 1269406"/>
                <a:gd name="connsiteY141" fmla="*/ 297953 h 1592588"/>
                <a:gd name="connsiteX142" fmla="*/ 877169 w 1269406"/>
                <a:gd name="connsiteY142" fmla="*/ 320030 h 1592588"/>
                <a:gd name="connsiteX143" fmla="*/ 902869 w 1269406"/>
                <a:gd name="connsiteY143" fmla="*/ 361974 h 1592588"/>
                <a:gd name="connsiteX144" fmla="*/ 959900 w 1269406"/>
                <a:gd name="connsiteY144" fmla="*/ 360017 h 1592588"/>
                <a:gd name="connsiteX145" fmla="*/ 984660 w 1269406"/>
                <a:gd name="connsiteY145" fmla="*/ 381980 h 1592588"/>
                <a:gd name="connsiteX146" fmla="*/ 942894 w 1269406"/>
                <a:gd name="connsiteY146" fmla="*/ 413361 h 1592588"/>
                <a:gd name="connsiteX147" fmla="*/ 966916 w 1269406"/>
                <a:gd name="connsiteY147" fmla="*/ 474523 h 1592588"/>
                <a:gd name="connsiteX148" fmla="*/ 1020807 w 1269406"/>
                <a:gd name="connsiteY148" fmla="*/ 480268 h 1592588"/>
                <a:gd name="connsiteX149" fmla="*/ 1033339 w 1269406"/>
                <a:gd name="connsiteY149" fmla="*/ 483013 h 1592588"/>
                <a:gd name="connsiteX150" fmla="*/ 1060743 w 1269406"/>
                <a:gd name="connsiteY150" fmla="*/ 486013 h 1592588"/>
                <a:gd name="connsiteX151" fmla="*/ 1083049 w 1269406"/>
                <a:gd name="connsiteY151" fmla="*/ 497782 h 1592588"/>
                <a:gd name="connsiteX152" fmla="*/ 1077317 w 1269406"/>
                <a:gd name="connsiteY152" fmla="*/ 561956 h 1592588"/>
                <a:gd name="connsiteX153" fmla="*/ 1083176 w 1269406"/>
                <a:gd name="connsiteY153" fmla="*/ 614488 h 1592588"/>
                <a:gd name="connsiteX154" fmla="*/ 1058786 w 1269406"/>
                <a:gd name="connsiteY154" fmla="*/ 624961 h 1592588"/>
                <a:gd name="connsiteX155" fmla="*/ 1055837 w 1269406"/>
                <a:gd name="connsiteY155" fmla="*/ 659075 h 1592588"/>
                <a:gd name="connsiteX156" fmla="*/ 1077774 w 1269406"/>
                <a:gd name="connsiteY156" fmla="*/ 679589 h 1592588"/>
                <a:gd name="connsiteX157" fmla="*/ 1098111 w 1269406"/>
                <a:gd name="connsiteY157" fmla="*/ 738806 h 1592588"/>
                <a:gd name="connsiteX158" fmla="*/ 1154239 w 1269406"/>
                <a:gd name="connsiteY158" fmla="*/ 758138 h 1592588"/>
                <a:gd name="connsiteX159" fmla="*/ 1153451 w 1269406"/>
                <a:gd name="connsiteY159" fmla="*/ 772005 h 1592588"/>
                <a:gd name="connsiteX160" fmla="*/ 1116261 w 1269406"/>
                <a:gd name="connsiteY160" fmla="*/ 773429 h 1592588"/>
                <a:gd name="connsiteX161" fmla="*/ 1106728 w 1269406"/>
                <a:gd name="connsiteY161" fmla="*/ 854774 h 1592588"/>
                <a:gd name="connsiteX162" fmla="*/ 1106856 w 1269406"/>
                <a:gd name="connsiteY162" fmla="*/ 864942 h 1592588"/>
                <a:gd name="connsiteX163" fmla="*/ 1177321 w 1269406"/>
                <a:gd name="connsiteY163" fmla="*/ 904280 h 1592588"/>
                <a:gd name="connsiteX164" fmla="*/ 1182405 w 1269406"/>
                <a:gd name="connsiteY164" fmla="*/ 938407 h 1592588"/>
                <a:gd name="connsiteX165" fmla="*/ 1243986 w 1269406"/>
                <a:gd name="connsiteY165" fmla="*/ 1025713 h 1592588"/>
                <a:gd name="connsiteX166" fmla="*/ 1269406 w 1269406"/>
                <a:gd name="connsiteY166" fmla="*/ 1105178 h 1592588"/>
                <a:gd name="connsiteX167" fmla="*/ 1250087 w 1269406"/>
                <a:gd name="connsiteY167" fmla="*/ 1142177 h 1592588"/>
                <a:gd name="connsiteX168" fmla="*/ 1213812 w 1269406"/>
                <a:gd name="connsiteY168" fmla="*/ 1150388 h 1592588"/>
                <a:gd name="connsiteX169" fmla="*/ 1172173 w 1269406"/>
                <a:gd name="connsiteY169" fmla="*/ 1204127 h 1592588"/>
                <a:gd name="connsiteX170" fmla="*/ 1197594 w 1269406"/>
                <a:gd name="connsiteY170" fmla="*/ 1221501 h 1592588"/>
                <a:gd name="connsiteX171" fmla="*/ 1172923 w 1269406"/>
                <a:gd name="connsiteY171" fmla="*/ 1282510 h 1592588"/>
                <a:gd name="connsiteX172" fmla="*/ 1071000 w 1269406"/>
                <a:gd name="connsiteY172" fmla="*/ 1307600 h 1592588"/>
                <a:gd name="connsiteX173" fmla="*/ 1041004 w 1269406"/>
                <a:gd name="connsiteY173" fmla="*/ 1330339 h 1592588"/>
                <a:gd name="connsiteX174" fmla="*/ 955846 w 1269406"/>
                <a:gd name="connsiteY174" fmla="*/ 1316485 h 1592588"/>
                <a:gd name="connsiteX175" fmla="*/ 916825 w 1269406"/>
                <a:gd name="connsiteY175" fmla="*/ 1324721 h 1592588"/>
                <a:gd name="connsiteX176" fmla="*/ 891506 w 1269406"/>
                <a:gd name="connsiteY176" fmla="*/ 1354399 h 1592588"/>
                <a:gd name="connsiteX177" fmla="*/ 885151 w 1269406"/>
                <a:gd name="connsiteY177" fmla="*/ 1355670 h 1592588"/>
                <a:gd name="connsiteX178" fmla="*/ 873801 w 1269406"/>
                <a:gd name="connsiteY178" fmla="*/ 1365203 h 1592588"/>
                <a:gd name="connsiteX179" fmla="*/ 847046 w 1269406"/>
                <a:gd name="connsiteY179" fmla="*/ 1365610 h 1592588"/>
                <a:gd name="connsiteX180" fmla="*/ 817164 w 1269406"/>
                <a:gd name="connsiteY180" fmla="*/ 1369525 h 1592588"/>
                <a:gd name="connsiteX181" fmla="*/ 768612 w 1269406"/>
                <a:gd name="connsiteY181" fmla="*/ 1370300 h 1592588"/>
                <a:gd name="connsiteX182" fmla="*/ 724126 w 1269406"/>
                <a:gd name="connsiteY182" fmla="*/ 1352505 h 1592588"/>
                <a:gd name="connsiteX183" fmla="*/ 713576 w 1269406"/>
                <a:gd name="connsiteY183" fmla="*/ 1335779 h 1592588"/>
                <a:gd name="connsiteX184" fmla="*/ 674175 w 1269406"/>
                <a:gd name="connsiteY184" fmla="*/ 1318137 h 1592588"/>
                <a:gd name="connsiteX185" fmla="*/ 663460 w 1269406"/>
                <a:gd name="connsiteY185" fmla="*/ 1305427 h 1592588"/>
                <a:gd name="connsiteX186" fmla="*/ 650559 w 1269406"/>
                <a:gd name="connsiteY186" fmla="*/ 1301105 h 1592588"/>
                <a:gd name="connsiteX187" fmla="*/ 627452 w 1269406"/>
                <a:gd name="connsiteY187" fmla="*/ 1290772 h 1592588"/>
                <a:gd name="connsiteX188" fmla="*/ 550327 w 1269406"/>
                <a:gd name="connsiteY188" fmla="*/ 1262810 h 1592588"/>
                <a:gd name="connsiteX189" fmla="*/ 521220 w 1269406"/>
                <a:gd name="connsiteY189" fmla="*/ 1242016 h 1592588"/>
                <a:gd name="connsiteX190" fmla="*/ 510124 w 1269406"/>
                <a:gd name="connsiteY190" fmla="*/ 1227768 h 1592588"/>
                <a:gd name="connsiteX191" fmla="*/ 487818 w 1269406"/>
                <a:gd name="connsiteY191" fmla="*/ 1194429 h 1592588"/>
                <a:gd name="connsiteX192" fmla="*/ 463274 w 1269406"/>
                <a:gd name="connsiteY192" fmla="*/ 1155726 h 1592588"/>
                <a:gd name="connsiteX193" fmla="*/ 450831 w 1269406"/>
                <a:gd name="connsiteY193" fmla="*/ 1141491 h 1592588"/>
                <a:gd name="connsiteX194" fmla="*/ 443650 w 1269406"/>
                <a:gd name="connsiteY194" fmla="*/ 1124510 h 1592588"/>
                <a:gd name="connsiteX195" fmla="*/ 442480 w 1269406"/>
                <a:gd name="connsiteY195" fmla="*/ 1111164 h 1592588"/>
                <a:gd name="connsiteX196" fmla="*/ 429770 w 1269406"/>
                <a:gd name="connsiteY196" fmla="*/ 1081765 h 1592588"/>
                <a:gd name="connsiteX197" fmla="*/ 422322 w 1269406"/>
                <a:gd name="connsiteY197" fmla="*/ 1065420 h 1592588"/>
                <a:gd name="connsiteX198" fmla="*/ 420492 w 1269406"/>
                <a:gd name="connsiteY198" fmla="*/ 1050664 h 1592588"/>
                <a:gd name="connsiteX199" fmla="*/ 413844 w 1269406"/>
                <a:gd name="connsiteY199" fmla="*/ 1041118 h 1592588"/>
                <a:gd name="connsiteX200" fmla="*/ 401045 w 1269406"/>
                <a:gd name="connsiteY200" fmla="*/ 1022167 h 1592588"/>
                <a:gd name="connsiteX201" fmla="*/ 388907 w 1269406"/>
                <a:gd name="connsiteY201" fmla="*/ 1019295 h 1592588"/>
                <a:gd name="connsiteX202" fmla="*/ 381471 w 1269406"/>
                <a:gd name="connsiteY202" fmla="*/ 995895 h 1592588"/>
                <a:gd name="connsiteX203" fmla="*/ 377824 w 1269406"/>
                <a:gd name="connsiteY203" fmla="*/ 987138 h 1592588"/>
                <a:gd name="connsiteX204" fmla="*/ 374811 w 1269406"/>
                <a:gd name="connsiteY204" fmla="*/ 980338 h 1592588"/>
                <a:gd name="connsiteX205" fmla="*/ 370121 w 1269406"/>
                <a:gd name="connsiteY205" fmla="*/ 982562 h 1592588"/>
                <a:gd name="connsiteX206" fmla="*/ 365812 w 1269406"/>
                <a:gd name="connsiteY206" fmla="*/ 984520 h 1592588"/>
                <a:gd name="connsiteX207" fmla="*/ 362432 w 1269406"/>
                <a:gd name="connsiteY207" fmla="*/ 986096 h 1592588"/>
                <a:gd name="connsiteX208" fmla="*/ 360995 w 1269406"/>
                <a:gd name="connsiteY208" fmla="*/ 994726 h 1592588"/>
                <a:gd name="connsiteX209" fmla="*/ 359559 w 1269406"/>
                <a:gd name="connsiteY209" fmla="*/ 1022815 h 1592588"/>
                <a:gd name="connsiteX210" fmla="*/ 359559 w 1269406"/>
                <a:gd name="connsiteY210" fmla="*/ 1032984 h 1592588"/>
                <a:gd name="connsiteX211" fmla="*/ 373896 w 1269406"/>
                <a:gd name="connsiteY211" fmla="*/ 1072068 h 1592588"/>
                <a:gd name="connsiteX212" fmla="*/ 383950 w 1269406"/>
                <a:gd name="connsiteY212" fmla="*/ 1083189 h 1592588"/>
                <a:gd name="connsiteX213" fmla="*/ 400918 w 1269406"/>
                <a:gd name="connsiteY213" fmla="*/ 1124078 h 1592588"/>
                <a:gd name="connsiteX214" fmla="*/ 412268 w 1269406"/>
                <a:gd name="connsiteY214" fmla="*/ 1165132 h 1592588"/>
                <a:gd name="connsiteX215" fmla="*/ 434587 w 1269406"/>
                <a:gd name="connsiteY215" fmla="*/ 1192446 h 1592588"/>
                <a:gd name="connsiteX216" fmla="*/ 452992 w 1269406"/>
                <a:gd name="connsiteY216" fmla="*/ 1228034 h 1592588"/>
                <a:gd name="connsiteX217" fmla="*/ 460300 w 1269406"/>
                <a:gd name="connsiteY217" fmla="*/ 1252184 h 1592588"/>
                <a:gd name="connsiteX218" fmla="*/ 468918 w 1269406"/>
                <a:gd name="connsiteY218" fmla="*/ 1262492 h 1592588"/>
                <a:gd name="connsiteX219" fmla="*/ 477522 w 1269406"/>
                <a:gd name="connsiteY219" fmla="*/ 1282765 h 1592588"/>
                <a:gd name="connsiteX220" fmla="*/ 549170 w 1269406"/>
                <a:gd name="connsiteY220" fmla="*/ 1317921 h 1592588"/>
                <a:gd name="connsiteX221" fmla="*/ 566265 w 1269406"/>
                <a:gd name="connsiteY221" fmla="*/ 1324581 h 1592588"/>
                <a:gd name="connsiteX222" fmla="*/ 574870 w 1269406"/>
                <a:gd name="connsiteY222" fmla="*/ 1318226 h 1592588"/>
                <a:gd name="connsiteX223" fmla="*/ 583488 w 1269406"/>
                <a:gd name="connsiteY223" fmla="*/ 1317959 h 1592588"/>
                <a:gd name="connsiteX224" fmla="*/ 599795 w 1269406"/>
                <a:gd name="connsiteY224" fmla="*/ 1326856 h 1592588"/>
                <a:gd name="connsiteX225" fmla="*/ 606976 w 1269406"/>
                <a:gd name="connsiteY225" fmla="*/ 1337190 h 1592588"/>
                <a:gd name="connsiteX226" fmla="*/ 617945 w 1269406"/>
                <a:gd name="connsiteY226" fmla="*/ 1355480 h 1592588"/>
                <a:gd name="connsiteX227" fmla="*/ 652262 w 1269406"/>
                <a:gd name="connsiteY227" fmla="*/ 1386594 h 1592588"/>
                <a:gd name="connsiteX228" fmla="*/ 679615 w 1269406"/>
                <a:gd name="connsiteY228" fmla="*/ 1407604 h 1592588"/>
                <a:gd name="connsiteX229" fmla="*/ 699849 w 1269406"/>
                <a:gd name="connsiteY229" fmla="*/ 1419908 h 1592588"/>
                <a:gd name="connsiteX230" fmla="*/ 727367 w 1269406"/>
                <a:gd name="connsiteY230" fmla="*/ 1462258 h 1592588"/>
                <a:gd name="connsiteX231" fmla="*/ 660816 w 1269406"/>
                <a:gd name="connsiteY231" fmla="*/ 1520801 h 1592588"/>
                <a:gd name="connsiteX232" fmla="*/ 662392 w 1269406"/>
                <a:gd name="connsiteY232" fmla="*/ 1549158 h 1592588"/>
                <a:gd name="connsiteX233" fmla="*/ 683656 w 1269406"/>
                <a:gd name="connsiteY233" fmla="*/ 1570765 h 1592588"/>
                <a:gd name="connsiteX234" fmla="*/ 684178 w 1269406"/>
                <a:gd name="connsiteY234" fmla="*/ 1580692 h 1592588"/>
                <a:gd name="connsiteX235" fmla="*/ 630541 w 1269406"/>
                <a:gd name="connsiteY235" fmla="*/ 1592588 h 1592588"/>
                <a:gd name="connsiteX236" fmla="*/ 619979 w 1269406"/>
                <a:gd name="connsiteY236" fmla="*/ 1561232 h 1592588"/>
                <a:gd name="connsiteX237" fmla="*/ 602489 w 1269406"/>
                <a:gd name="connsiteY237" fmla="*/ 1561627 h 1592588"/>
                <a:gd name="connsiteX238" fmla="*/ 585903 w 1269406"/>
                <a:gd name="connsiteY238" fmla="*/ 1569329 h 1592588"/>
                <a:gd name="connsiteX239" fmla="*/ 576662 w 1269406"/>
                <a:gd name="connsiteY239" fmla="*/ 1568935 h 1592588"/>
                <a:gd name="connsiteX240" fmla="*/ 574120 w 1269406"/>
                <a:gd name="connsiteY240" fmla="*/ 1559910 h 1592588"/>
                <a:gd name="connsiteX241" fmla="*/ 560431 w 1269406"/>
                <a:gd name="connsiteY241" fmla="*/ 1561182 h 1592588"/>
                <a:gd name="connsiteX242" fmla="*/ 545420 w 1269406"/>
                <a:gd name="connsiteY242" fmla="*/ 1553555 h 1592588"/>
                <a:gd name="connsiteX243" fmla="*/ 546856 w 1269406"/>
                <a:gd name="connsiteY243" fmla="*/ 1544404 h 1592588"/>
                <a:gd name="connsiteX244" fmla="*/ 554546 w 1269406"/>
                <a:gd name="connsiteY244" fmla="*/ 1534999 h 1592588"/>
                <a:gd name="connsiteX245" fmla="*/ 539802 w 1269406"/>
                <a:gd name="connsiteY245" fmla="*/ 1511269 h 1592588"/>
                <a:gd name="connsiteX246" fmla="*/ 538760 w 1269406"/>
                <a:gd name="connsiteY246" fmla="*/ 1503020 h 1592588"/>
                <a:gd name="connsiteX247" fmla="*/ 532240 w 1269406"/>
                <a:gd name="connsiteY247" fmla="*/ 1498965 h 1592588"/>
                <a:gd name="connsiteX248" fmla="*/ 534057 w 1269406"/>
                <a:gd name="connsiteY248" fmla="*/ 1491797 h 1592588"/>
                <a:gd name="connsiteX249" fmla="*/ 526431 w 1269406"/>
                <a:gd name="connsiteY249" fmla="*/ 1476099 h 1592588"/>
                <a:gd name="connsiteX250" fmla="*/ 510391 w 1269406"/>
                <a:gd name="connsiteY250" fmla="*/ 1459373 h 1592588"/>
                <a:gd name="connsiteX251" fmla="*/ 501773 w 1269406"/>
                <a:gd name="connsiteY251" fmla="*/ 1465118 h 1592588"/>
                <a:gd name="connsiteX252" fmla="*/ 491453 w 1269406"/>
                <a:gd name="connsiteY252" fmla="*/ 1461063 h 1592588"/>
                <a:gd name="connsiteX253" fmla="*/ 484933 w 1269406"/>
                <a:gd name="connsiteY253" fmla="*/ 1440409 h 1592588"/>
                <a:gd name="connsiteX254" fmla="*/ 463668 w 1269406"/>
                <a:gd name="connsiteY254" fmla="*/ 1445773 h 1592588"/>
                <a:gd name="connsiteX255" fmla="*/ 458444 w 1269406"/>
                <a:gd name="connsiteY255" fmla="*/ 1438592 h 1592588"/>
                <a:gd name="connsiteX256" fmla="*/ 461965 w 1269406"/>
                <a:gd name="connsiteY256" fmla="*/ 1426695 h 1592588"/>
                <a:gd name="connsiteX257" fmla="*/ 451924 w 1269406"/>
                <a:gd name="connsiteY257" fmla="*/ 1422132 h 1592588"/>
                <a:gd name="connsiteX258" fmla="*/ 442519 w 1269406"/>
                <a:gd name="connsiteY258" fmla="*/ 1424992 h 1592588"/>
                <a:gd name="connsiteX259" fmla="*/ 379476 w 1269406"/>
                <a:gd name="connsiteY259" fmla="*/ 1410350 h 1592588"/>
                <a:gd name="connsiteX260" fmla="*/ 288789 w 1269406"/>
                <a:gd name="connsiteY260" fmla="*/ 1441604 h 1592588"/>
                <a:gd name="connsiteX261" fmla="*/ 270270 w 1269406"/>
                <a:gd name="connsiteY261" fmla="*/ 1445646 h 1592588"/>
                <a:gd name="connsiteX262" fmla="*/ 251344 w 1269406"/>
                <a:gd name="connsiteY262" fmla="*/ 1452306 h 1592588"/>
                <a:gd name="connsiteX263" fmla="*/ 182824 w 1269406"/>
                <a:gd name="connsiteY263" fmla="*/ 1409091 h 1592588"/>
                <a:gd name="connsiteX264" fmla="*/ 132847 w 1269406"/>
                <a:gd name="connsiteY264" fmla="*/ 1410006 h 1592588"/>
                <a:gd name="connsiteX265" fmla="*/ 122679 w 1269406"/>
                <a:gd name="connsiteY265" fmla="*/ 1379502 h 1592588"/>
                <a:gd name="connsiteX266" fmla="*/ 123073 w 1269406"/>
                <a:gd name="connsiteY266" fmla="*/ 1371139 h 1592588"/>
                <a:gd name="connsiteX267" fmla="*/ 118904 w 1269406"/>
                <a:gd name="connsiteY267" fmla="*/ 1365241 h 1592588"/>
                <a:gd name="connsiteX268" fmla="*/ 122425 w 1269406"/>
                <a:gd name="connsiteY268" fmla="*/ 1357018 h 1592588"/>
                <a:gd name="connsiteX269" fmla="*/ 116413 w 1269406"/>
                <a:gd name="connsiteY269" fmla="*/ 1349175 h 1592588"/>
                <a:gd name="connsiteX270" fmla="*/ 116273 w 1269406"/>
                <a:gd name="connsiteY270" fmla="*/ 1342515 h 1592588"/>
                <a:gd name="connsiteX271" fmla="*/ 110020 w 1269406"/>
                <a:gd name="connsiteY271" fmla="*/ 1338067 h 1592588"/>
                <a:gd name="connsiteX272" fmla="*/ 108329 w 1269406"/>
                <a:gd name="connsiteY272" fmla="*/ 1335448 h 1592588"/>
                <a:gd name="connsiteX273" fmla="*/ 97106 w 1269406"/>
                <a:gd name="connsiteY273" fmla="*/ 1320946 h 1592588"/>
                <a:gd name="connsiteX274" fmla="*/ 93293 w 1269406"/>
                <a:gd name="connsiteY274" fmla="*/ 1313320 h 1592588"/>
                <a:gd name="connsiteX275" fmla="*/ 98771 w 1269406"/>
                <a:gd name="connsiteY275" fmla="*/ 1305618 h 1592588"/>
                <a:gd name="connsiteX276" fmla="*/ 98275 w 1269406"/>
                <a:gd name="connsiteY276" fmla="*/ 1297241 h 1592588"/>
                <a:gd name="connsiteX277" fmla="*/ 92124 w 1269406"/>
                <a:gd name="connsiteY277" fmla="*/ 1293200 h 1592588"/>
                <a:gd name="connsiteX278" fmla="*/ 89391 w 1269406"/>
                <a:gd name="connsiteY278" fmla="*/ 1286006 h 1592588"/>
                <a:gd name="connsiteX279" fmla="*/ 90039 w 1269406"/>
                <a:gd name="connsiteY279" fmla="*/ 1276460 h 1592588"/>
                <a:gd name="connsiteX280" fmla="*/ 92378 w 1269406"/>
                <a:gd name="connsiteY280" fmla="*/ 1266915 h 1592588"/>
                <a:gd name="connsiteX281" fmla="*/ 91742 w 1269406"/>
                <a:gd name="connsiteY281" fmla="*/ 1261170 h 1592588"/>
                <a:gd name="connsiteX282" fmla="*/ 84688 w 1269406"/>
                <a:gd name="connsiteY282" fmla="*/ 1254637 h 1592588"/>
                <a:gd name="connsiteX283" fmla="*/ 78422 w 1269406"/>
                <a:gd name="connsiteY283" fmla="*/ 1245880 h 1592588"/>
                <a:gd name="connsiteX284" fmla="*/ 69283 w 1269406"/>
                <a:gd name="connsiteY284" fmla="*/ 1222213 h 1592588"/>
                <a:gd name="connsiteX285" fmla="*/ 63157 w 1269406"/>
                <a:gd name="connsiteY285" fmla="*/ 1211638 h 1592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Lst>
              <a:rect l="l" t="t" r="r" b="b"/>
              <a:pathLst>
                <a:path w="1269406" h="1592588">
                  <a:moveTo>
                    <a:pt x="603061" y="958387"/>
                  </a:moveTo>
                  <a:lnTo>
                    <a:pt x="596528" y="963078"/>
                  </a:lnTo>
                  <a:lnTo>
                    <a:pt x="594571" y="973538"/>
                  </a:lnTo>
                  <a:lnTo>
                    <a:pt x="595740" y="988587"/>
                  </a:lnTo>
                  <a:lnTo>
                    <a:pt x="603710" y="1002034"/>
                  </a:lnTo>
                  <a:lnTo>
                    <a:pt x="611793" y="1012355"/>
                  </a:lnTo>
                  <a:lnTo>
                    <a:pt x="618974" y="1015774"/>
                  </a:lnTo>
                  <a:lnTo>
                    <a:pt x="624325" y="1028840"/>
                  </a:lnTo>
                  <a:lnTo>
                    <a:pt x="631367" y="1035195"/>
                  </a:lnTo>
                  <a:lnTo>
                    <a:pt x="641408" y="1037026"/>
                  </a:lnTo>
                  <a:lnTo>
                    <a:pt x="657931" y="1061175"/>
                  </a:lnTo>
                  <a:lnTo>
                    <a:pt x="667324" y="1082350"/>
                  </a:lnTo>
                  <a:lnTo>
                    <a:pt x="672675" y="1091362"/>
                  </a:lnTo>
                  <a:lnTo>
                    <a:pt x="672154" y="1100907"/>
                  </a:lnTo>
                  <a:lnTo>
                    <a:pt x="675967" y="1109664"/>
                  </a:lnTo>
                  <a:lnTo>
                    <a:pt x="689262" y="1110313"/>
                  </a:lnTo>
                  <a:lnTo>
                    <a:pt x="688614" y="1102610"/>
                  </a:lnTo>
                  <a:lnTo>
                    <a:pt x="692795" y="1095797"/>
                  </a:lnTo>
                  <a:lnTo>
                    <a:pt x="704539" y="1095543"/>
                  </a:lnTo>
                  <a:lnTo>
                    <a:pt x="708200" y="1087167"/>
                  </a:lnTo>
                  <a:lnTo>
                    <a:pt x="708327" y="1074368"/>
                  </a:lnTo>
                  <a:lnTo>
                    <a:pt x="687444" y="1062992"/>
                  </a:lnTo>
                  <a:lnTo>
                    <a:pt x="674391" y="1051896"/>
                  </a:lnTo>
                  <a:lnTo>
                    <a:pt x="670349" y="1042885"/>
                  </a:lnTo>
                  <a:lnTo>
                    <a:pt x="671531" y="1024569"/>
                  </a:lnTo>
                  <a:lnTo>
                    <a:pt x="668519" y="1015672"/>
                  </a:lnTo>
                  <a:lnTo>
                    <a:pt x="651995" y="988485"/>
                  </a:lnTo>
                  <a:lnTo>
                    <a:pt x="639082" y="981940"/>
                  </a:lnTo>
                  <a:lnTo>
                    <a:pt x="618212" y="955248"/>
                  </a:lnTo>
                  <a:close/>
                  <a:moveTo>
                    <a:pt x="115892" y="1201152"/>
                  </a:moveTo>
                  <a:lnTo>
                    <a:pt x="143549" y="1177880"/>
                  </a:lnTo>
                  <a:lnTo>
                    <a:pt x="158687" y="1135542"/>
                  </a:lnTo>
                  <a:lnTo>
                    <a:pt x="168855" y="1133585"/>
                  </a:lnTo>
                  <a:lnTo>
                    <a:pt x="189077" y="1101288"/>
                  </a:lnTo>
                  <a:lnTo>
                    <a:pt x="185556" y="1081676"/>
                  </a:lnTo>
                  <a:lnTo>
                    <a:pt x="151366" y="1102470"/>
                  </a:lnTo>
                  <a:lnTo>
                    <a:pt x="110388" y="1096458"/>
                  </a:lnTo>
                  <a:lnTo>
                    <a:pt x="117823" y="1070835"/>
                  </a:lnTo>
                  <a:lnTo>
                    <a:pt x="97716" y="1027061"/>
                  </a:lnTo>
                  <a:lnTo>
                    <a:pt x="93903" y="990455"/>
                  </a:lnTo>
                  <a:lnTo>
                    <a:pt x="100029" y="982728"/>
                  </a:lnTo>
                  <a:lnTo>
                    <a:pt x="84103" y="971504"/>
                  </a:lnTo>
                  <a:lnTo>
                    <a:pt x="82273" y="958693"/>
                  </a:lnTo>
                  <a:lnTo>
                    <a:pt x="75499" y="901840"/>
                  </a:lnTo>
                  <a:lnTo>
                    <a:pt x="6584" y="889295"/>
                  </a:lnTo>
                  <a:lnTo>
                    <a:pt x="6063" y="877525"/>
                  </a:lnTo>
                  <a:lnTo>
                    <a:pt x="46913" y="871907"/>
                  </a:lnTo>
                  <a:lnTo>
                    <a:pt x="55810" y="800667"/>
                  </a:lnTo>
                  <a:lnTo>
                    <a:pt x="43800" y="798849"/>
                  </a:lnTo>
                  <a:lnTo>
                    <a:pt x="48362" y="780940"/>
                  </a:lnTo>
                  <a:lnTo>
                    <a:pt x="38321" y="748135"/>
                  </a:lnTo>
                  <a:lnTo>
                    <a:pt x="56853" y="734154"/>
                  </a:lnTo>
                  <a:lnTo>
                    <a:pt x="10905" y="685143"/>
                  </a:lnTo>
                  <a:lnTo>
                    <a:pt x="29767" y="672039"/>
                  </a:lnTo>
                  <a:lnTo>
                    <a:pt x="25332" y="641331"/>
                  </a:lnTo>
                  <a:lnTo>
                    <a:pt x="4995" y="643289"/>
                  </a:lnTo>
                  <a:lnTo>
                    <a:pt x="0" y="556376"/>
                  </a:lnTo>
                  <a:lnTo>
                    <a:pt x="31979" y="549055"/>
                  </a:lnTo>
                  <a:lnTo>
                    <a:pt x="50650" y="499664"/>
                  </a:lnTo>
                  <a:lnTo>
                    <a:pt x="61733" y="503311"/>
                  </a:lnTo>
                  <a:lnTo>
                    <a:pt x="71266" y="505015"/>
                  </a:lnTo>
                  <a:lnTo>
                    <a:pt x="82870" y="486051"/>
                  </a:lnTo>
                  <a:lnTo>
                    <a:pt x="76350" y="467367"/>
                  </a:lnTo>
                  <a:lnTo>
                    <a:pt x="112231" y="448810"/>
                  </a:lnTo>
                  <a:lnTo>
                    <a:pt x="113807" y="401630"/>
                  </a:lnTo>
                  <a:lnTo>
                    <a:pt x="128030" y="382564"/>
                  </a:lnTo>
                  <a:lnTo>
                    <a:pt x="151391" y="384776"/>
                  </a:lnTo>
                  <a:lnTo>
                    <a:pt x="205283" y="368583"/>
                  </a:lnTo>
                  <a:lnTo>
                    <a:pt x="222772" y="362050"/>
                  </a:lnTo>
                  <a:lnTo>
                    <a:pt x="245650" y="353293"/>
                  </a:lnTo>
                  <a:lnTo>
                    <a:pt x="265986" y="341790"/>
                  </a:lnTo>
                  <a:lnTo>
                    <a:pt x="251103" y="322318"/>
                  </a:lnTo>
                  <a:lnTo>
                    <a:pt x="213125" y="333681"/>
                  </a:lnTo>
                  <a:lnTo>
                    <a:pt x="197211" y="320348"/>
                  </a:lnTo>
                  <a:lnTo>
                    <a:pt x="188975" y="278913"/>
                  </a:lnTo>
                  <a:lnTo>
                    <a:pt x="231148" y="253696"/>
                  </a:lnTo>
                  <a:lnTo>
                    <a:pt x="241710" y="239320"/>
                  </a:lnTo>
                  <a:lnTo>
                    <a:pt x="292335" y="232126"/>
                  </a:lnTo>
                  <a:lnTo>
                    <a:pt x="308388" y="188467"/>
                  </a:lnTo>
                  <a:lnTo>
                    <a:pt x="355632" y="187298"/>
                  </a:lnTo>
                  <a:lnTo>
                    <a:pt x="362813" y="204431"/>
                  </a:lnTo>
                  <a:lnTo>
                    <a:pt x="394588" y="203884"/>
                  </a:lnTo>
                  <a:lnTo>
                    <a:pt x="410527" y="228733"/>
                  </a:lnTo>
                  <a:lnTo>
                    <a:pt x="427622" y="236435"/>
                  </a:lnTo>
                  <a:lnTo>
                    <a:pt x="434791" y="254077"/>
                  </a:lnTo>
                  <a:lnTo>
                    <a:pt x="418267" y="262974"/>
                  </a:lnTo>
                  <a:lnTo>
                    <a:pt x="403384" y="284670"/>
                  </a:lnTo>
                  <a:lnTo>
                    <a:pt x="390597" y="290682"/>
                  </a:lnTo>
                  <a:lnTo>
                    <a:pt x="368278" y="307409"/>
                  </a:lnTo>
                  <a:lnTo>
                    <a:pt x="351844" y="320615"/>
                  </a:lnTo>
                  <a:lnTo>
                    <a:pt x="347408" y="356826"/>
                  </a:lnTo>
                  <a:lnTo>
                    <a:pt x="371291" y="360995"/>
                  </a:lnTo>
                  <a:lnTo>
                    <a:pt x="388500" y="423860"/>
                  </a:lnTo>
                  <a:lnTo>
                    <a:pt x="405735" y="409370"/>
                  </a:lnTo>
                  <a:lnTo>
                    <a:pt x="415789" y="356420"/>
                  </a:lnTo>
                  <a:lnTo>
                    <a:pt x="447221" y="307943"/>
                  </a:lnTo>
                  <a:lnTo>
                    <a:pt x="466287" y="297343"/>
                  </a:lnTo>
                  <a:lnTo>
                    <a:pt x="468765" y="265313"/>
                  </a:lnTo>
                  <a:lnTo>
                    <a:pt x="484170" y="249234"/>
                  </a:lnTo>
                  <a:lnTo>
                    <a:pt x="485606" y="231593"/>
                  </a:lnTo>
                  <a:lnTo>
                    <a:pt x="470214" y="197339"/>
                  </a:lnTo>
                  <a:lnTo>
                    <a:pt x="467456" y="153425"/>
                  </a:lnTo>
                  <a:lnTo>
                    <a:pt x="479073" y="141782"/>
                  </a:lnTo>
                  <a:lnTo>
                    <a:pt x="484437" y="125717"/>
                  </a:lnTo>
                  <a:lnTo>
                    <a:pt x="494999" y="125717"/>
                  </a:lnTo>
                  <a:lnTo>
                    <a:pt x="503337" y="137995"/>
                  </a:lnTo>
                  <a:lnTo>
                    <a:pt x="502688" y="150031"/>
                  </a:lnTo>
                  <a:lnTo>
                    <a:pt x="487945" y="162436"/>
                  </a:lnTo>
                  <a:lnTo>
                    <a:pt x="490957" y="170152"/>
                  </a:lnTo>
                  <a:lnTo>
                    <a:pt x="506870" y="168588"/>
                  </a:lnTo>
                  <a:lnTo>
                    <a:pt x="522123" y="157734"/>
                  </a:lnTo>
                  <a:lnTo>
                    <a:pt x="531909" y="137740"/>
                  </a:lnTo>
                  <a:lnTo>
                    <a:pt x="526953" y="118675"/>
                  </a:lnTo>
                  <a:lnTo>
                    <a:pt x="492495" y="81561"/>
                  </a:lnTo>
                  <a:lnTo>
                    <a:pt x="486509" y="67046"/>
                  </a:lnTo>
                  <a:lnTo>
                    <a:pt x="502155" y="46532"/>
                  </a:lnTo>
                  <a:lnTo>
                    <a:pt x="522262" y="47714"/>
                  </a:lnTo>
                  <a:lnTo>
                    <a:pt x="524220" y="7448"/>
                  </a:lnTo>
                  <a:lnTo>
                    <a:pt x="538709" y="5618"/>
                  </a:lnTo>
                  <a:lnTo>
                    <a:pt x="563100" y="0"/>
                  </a:lnTo>
                  <a:lnTo>
                    <a:pt x="592461" y="18176"/>
                  </a:lnTo>
                  <a:lnTo>
                    <a:pt x="613611" y="26399"/>
                  </a:lnTo>
                  <a:lnTo>
                    <a:pt x="611386" y="48235"/>
                  </a:lnTo>
                  <a:lnTo>
                    <a:pt x="630693" y="82985"/>
                  </a:lnTo>
                  <a:lnTo>
                    <a:pt x="653152" y="130572"/>
                  </a:lnTo>
                  <a:lnTo>
                    <a:pt x="711619" y="153844"/>
                  </a:lnTo>
                  <a:lnTo>
                    <a:pt x="741234" y="152573"/>
                  </a:lnTo>
                  <a:lnTo>
                    <a:pt x="772297" y="161725"/>
                  </a:lnTo>
                  <a:lnTo>
                    <a:pt x="807657" y="130877"/>
                  </a:lnTo>
                  <a:lnTo>
                    <a:pt x="874081" y="81739"/>
                  </a:lnTo>
                  <a:lnTo>
                    <a:pt x="883220" y="80964"/>
                  </a:lnTo>
                  <a:lnTo>
                    <a:pt x="887388" y="119260"/>
                  </a:lnTo>
                  <a:lnTo>
                    <a:pt x="909199" y="126187"/>
                  </a:lnTo>
                  <a:lnTo>
                    <a:pt x="931251" y="134550"/>
                  </a:lnTo>
                  <a:lnTo>
                    <a:pt x="929548" y="163784"/>
                  </a:lnTo>
                  <a:lnTo>
                    <a:pt x="888304" y="251230"/>
                  </a:lnTo>
                  <a:lnTo>
                    <a:pt x="876432" y="263508"/>
                  </a:lnTo>
                  <a:lnTo>
                    <a:pt x="855422" y="247175"/>
                  </a:lnTo>
                  <a:lnTo>
                    <a:pt x="777661" y="213201"/>
                  </a:lnTo>
                  <a:lnTo>
                    <a:pt x="758418" y="253378"/>
                  </a:lnTo>
                  <a:lnTo>
                    <a:pt x="776543" y="299897"/>
                  </a:lnTo>
                  <a:lnTo>
                    <a:pt x="804353" y="297953"/>
                  </a:lnTo>
                  <a:lnTo>
                    <a:pt x="877169" y="320030"/>
                  </a:lnTo>
                  <a:lnTo>
                    <a:pt x="902869" y="361974"/>
                  </a:lnTo>
                  <a:lnTo>
                    <a:pt x="959900" y="360017"/>
                  </a:lnTo>
                  <a:lnTo>
                    <a:pt x="984660" y="381980"/>
                  </a:lnTo>
                  <a:lnTo>
                    <a:pt x="942894" y="413361"/>
                  </a:lnTo>
                  <a:lnTo>
                    <a:pt x="966916" y="474523"/>
                  </a:lnTo>
                  <a:lnTo>
                    <a:pt x="1020807" y="480268"/>
                  </a:lnTo>
                  <a:lnTo>
                    <a:pt x="1033339" y="483013"/>
                  </a:lnTo>
                  <a:lnTo>
                    <a:pt x="1060743" y="486013"/>
                  </a:lnTo>
                  <a:lnTo>
                    <a:pt x="1083049" y="497782"/>
                  </a:lnTo>
                  <a:lnTo>
                    <a:pt x="1077317" y="561956"/>
                  </a:lnTo>
                  <a:lnTo>
                    <a:pt x="1083176" y="614488"/>
                  </a:lnTo>
                  <a:lnTo>
                    <a:pt x="1058786" y="624961"/>
                  </a:lnTo>
                  <a:lnTo>
                    <a:pt x="1055837" y="659075"/>
                  </a:lnTo>
                  <a:lnTo>
                    <a:pt x="1077774" y="679589"/>
                  </a:lnTo>
                  <a:lnTo>
                    <a:pt x="1098111" y="738806"/>
                  </a:lnTo>
                  <a:lnTo>
                    <a:pt x="1154239" y="758138"/>
                  </a:lnTo>
                  <a:lnTo>
                    <a:pt x="1153451" y="772005"/>
                  </a:lnTo>
                  <a:lnTo>
                    <a:pt x="1116261" y="773429"/>
                  </a:lnTo>
                  <a:lnTo>
                    <a:pt x="1106728" y="854774"/>
                  </a:lnTo>
                  <a:lnTo>
                    <a:pt x="1106856" y="864942"/>
                  </a:lnTo>
                  <a:lnTo>
                    <a:pt x="1177321" y="904280"/>
                  </a:lnTo>
                  <a:lnTo>
                    <a:pt x="1182405" y="938407"/>
                  </a:lnTo>
                  <a:lnTo>
                    <a:pt x="1243986" y="1025713"/>
                  </a:lnTo>
                  <a:lnTo>
                    <a:pt x="1269406" y="1105178"/>
                  </a:lnTo>
                  <a:lnTo>
                    <a:pt x="1250087" y="1142177"/>
                  </a:lnTo>
                  <a:lnTo>
                    <a:pt x="1213812" y="1150388"/>
                  </a:lnTo>
                  <a:lnTo>
                    <a:pt x="1172173" y="1204127"/>
                  </a:lnTo>
                  <a:lnTo>
                    <a:pt x="1197594" y="1221501"/>
                  </a:lnTo>
                  <a:lnTo>
                    <a:pt x="1172923" y="1282510"/>
                  </a:lnTo>
                  <a:lnTo>
                    <a:pt x="1071000" y="1307600"/>
                  </a:lnTo>
                  <a:lnTo>
                    <a:pt x="1041004" y="1330339"/>
                  </a:lnTo>
                  <a:lnTo>
                    <a:pt x="955846" y="1316485"/>
                  </a:lnTo>
                  <a:lnTo>
                    <a:pt x="916825" y="1324721"/>
                  </a:lnTo>
                  <a:lnTo>
                    <a:pt x="891506" y="1354399"/>
                  </a:lnTo>
                  <a:lnTo>
                    <a:pt x="885151" y="1355670"/>
                  </a:lnTo>
                  <a:lnTo>
                    <a:pt x="873801" y="1365203"/>
                  </a:lnTo>
                  <a:lnTo>
                    <a:pt x="847046" y="1365610"/>
                  </a:lnTo>
                  <a:lnTo>
                    <a:pt x="817164" y="1369525"/>
                  </a:lnTo>
                  <a:lnTo>
                    <a:pt x="768612" y="1370300"/>
                  </a:lnTo>
                  <a:lnTo>
                    <a:pt x="724126" y="1352505"/>
                  </a:lnTo>
                  <a:lnTo>
                    <a:pt x="713576" y="1335779"/>
                  </a:lnTo>
                  <a:lnTo>
                    <a:pt x="674175" y="1318137"/>
                  </a:lnTo>
                  <a:lnTo>
                    <a:pt x="663460" y="1305427"/>
                  </a:lnTo>
                  <a:lnTo>
                    <a:pt x="650559" y="1301105"/>
                  </a:lnTo>
                  <a:lnTo>
                    <a:pt x="627452" y="1290772"/>
                  </a:lnTo>
                  <a:lnTo>
                    <a:pt x="550327" y="1262810"/>
                  </a:lnTo>
                  <a:lnTo>
                    <a:pt x="521220" y="1242016"/>
                  </a:lnTo>
                  <a:lnTo>
                    <a:pt x="510124" y="1227768"/>
                  </a:lnTo>
                  <a:lnTo>
                    <a:pt x="487818" y="1194429"/>
                  </a:lnTo>
                  <a:lnTo>
                    <a:pt x="463274" y="1155726"/>
                  </a:lnTo>
                  <a:lnTo>
                    <a:pt x="450831" y="1141491"/>
                  </a:lnTo>
                  <a:lnTo>
                    <a:pt x="443650" y="1124510"/>
                  </a:lnTo>
                  <a:lnTo>
                    <a:pt x="442480" y="1111164"/>
                  </a:lnTo>
                  <a:lnTo>
                    <a:pt x="429770" y="1081765"/>
                  </a:lnTo>
                  <a:lnTo>
                    <a:pt x="422322" y="1065420"/>
                  </a:lnTo>
                  <a:lnTo>
                    <a:pt x="420492" y="1050664"/>
                  </a:lnTo>
                  <a:lnTo>
                    <a:pt x="413844" y="1041118"/>
                  </a:lnTo>
                  <a:lnTo>
                    <a:pt x="401045" y="1022167"/>
                  </a:lnTo>
                  <a:lnTo>
                    <a:pt x="388907" y="1019295"/>
                  </a:lnTo>
                  <a:lnTo>
                    <a:pt x="381471" y="995895"/>
                  </a:lnTo>
                  <a:lnTo>
                    <a:pt x="377824" y="987138"/>
                  </a:lnTo>
                  <a:lnTo>
                    <a:pt x="374811" y="980338"/>
                  </a:lnTo>
                  <a:lnTo>
                    <a:pt x="370121" y="982562"/>
                  </a:lnTo>
                  <a:lnTo>
                    <a:pt x="365812" y="984520"/>
                  </a:lnTo>
                  <a:lnTo>
                    <a:pt x="362432" y="986096"/>
                  </a:lnTo>
                  <a:lnTo>
                    <a:pt x="360995" y="994726"/>
                  </a:lnTo>
                  <a:lnTo>
                    <a:pt x="359559" y="1022815"/>
                  </a:lnTo>
                  <a:lnTo>
                    <a:pt x="359559" y="1032984"/>
                  </a:lnTo>
                  <a:lnTo>
                    <a:pt x="373896" y="1072068"/>
                  </a:lnTo>
                  <a:lnTo>
                    <a:pt x="383950" y="1083189"/>
                  </a:lnTo>
                  <a:lnTo>
                    <a:pt x="400918" y="1124078"/>
                  </a:lnTo>
                  <a:lnTo>
                    <a:pt x="412268" y="1165132"/>
                  </a:lnTo>
                  <a:lnTo>
                    <a:pt x="434587" y="1192446"/>
                  </a:lnTo>
                  <a:lnTo>
                    <a:pt x="452992" y="1228034"/>
                  </a:lnTo>
                  <a:lnTo>
                    <a:pt x="460300" y="1252184"/>
                  </a:lnTo>
                  <a:lnTo>
                    <a:pt x="468918" y="1262492"/>
                  </a:lnTo>
                  <a:lnTo>
                    <a:pt x="477522" y="1282765"/>
                  </a:lnTo>
                  <a:lnTo>
                    <a:pt x="549170" y="1317921"/>
                  </a:lnTo>
                  <a:lnTo>
                    <a:pt x="566265" y="1324581"/>
                  </a:lnTo>
                  <a:lnTo>
                    <a:pt x="574870" y="1318226"/>
                  </a:lnTo>
                  <a:lnTo>
                    <a:pt x="583488" y="1317959"/>
                  </a:lnTo>
                  <a:lnTo>
                    <a:pt x="599795" y="1326856"/>
                  </a:lnTo>
                  <a:lnTo>
                    <a:pt x="606976" y="1337190"/>
                  </a:lnTo>
                  <a:lnTo>
                    <a:pt x="617945" y="1355480"/>
                  </a:lnTo>
                  <a:lnTo>
                    <a:pt x="652262" y="1386594"/>
                  </a:lnTo>
                  <a:lnTo>
                    <a:pt x="679615" y="1407604"/>
                  </a:lnTo>
                  <a:lnTo>
                    <a:pt x="699849" y="1419908"/>
                  </a:lnTo>
                  <a:lnTo>
                    <a:pt x="727367" y="1462258"/>
                  </a:lnTo>
                  <a:lnTo>
                    <a:pt x="660816" y="1520801"/>
                  </a:lnTo>
                  <a:lnTo>
                    <a:pt x="662392" y="1549158"/>
                  </a:lnTo>
                  <a:lnTo>
                    <a:pt x="683656" y="1570765"/>
                  </a:lnTo>
                  <a:lnTo>
                    <a:pt x="684178" y="1580692"/>
                  </a:lnTo>
                  <a:lnTo>
                    <a:pt x="630541" y="1592588"/>
                  </a:lnTo>
                  <a:lnTo>
                    <a:pt x="619979" y="1561232"/>
                  </a:lnTo>
                  <a:lnTo>
                    <a:pt x="602489" y="1561627"/>
                  </a:lnTo>
                  <a:lnTo>
                    <a:pt x="585903" y="1569329"/>
                  </a:lnTo>
                  <a:lnTo>
                    <a:pt x="576662" y="1568935"/>
                  </a:lnTo>
                  <a:lnTo>
                    <a:pt x="574120" y="1559910"/>
                  </a:lnTo>
                  <a:lnTo>
                    <a:pt x="560431" y="1561182"/>
                  </a:lnTo>
                  <a:lnTo>
                    <a:pt x="545420" y="1553555"/>
                  </a:lnTo>
                  <a:lnTo>
                    <a:pt x="546856" y="1544404"/>
                  </a:lnTo>
                  <a:lnTo>
                    <a:pt x="554546" y="1534999"/>
                  </a:lnTo>
                  <a:lnTo>
                    <a:pt x="539802" y="1511269"/>
                  </a:lnTo>
                  <a:lnTo>
                    <a:pt x="538760" y="1503020"/>
                  </a:lnTo>
                  <a:lnTo>
                    <a:pt x="532240" y="1498965"/>
                  </a:lnTo>
                  <a:lnTo>
                    <a:pt x="534057" y="1491797"/>
                  </a:lnTo>
                  <a:lnTo>
                    <a:pt x="526431" y="1476099"/>
                  </a:lnTo>
                  <a:lnTo>
                    <a:pt x="510391" y="1459373"/>
                  </a:lnTo>
                  <a:lnTo>
                    <a:pt x="501773" y="1465118"/>
                  </a:lnTo>
                  <a:lnTo>
                    <a:pt x="491453" y="1461063"/>
                  </a:lnTo>
                  <a:lnTo>
                    <a:pt x="484933" y="1440409"/>
                  </a:lnTo>
                  <a:lnTo>
                    <a:pt x="463668" y="1445773"/>
                  </a:lnTo>
                  <a:lnTo>
                    <a:pt x="458444" y="1438592"/>
                  </a:lnTo>
                  <a:lnTo>
                    <a:pt x="461965" y="1426695"/>
                  </a:lnTo>
                  <a:lnTo>
                    <a:pt x="451924" y="1422132"/>
                  </a:lnTo>
                  <a:lnTo>
                    <a:pt x="442519" y="1424992"/>
                  </a:lnTo>
                  <a:lnTo>
                    <a:pt x="379476" y="1410350"/>
                  </a:lnTo>
                  <a:lnTo>
                    <a:pt x="288789" y="1441604"/>
                  </a:lnTo>
                  <a:lnTo>
                    <a:pt x="270270" y="1445646"/>
                  </a:lnTo>
                  <a:lnTo>
                    <a:pt x="251344" y="1452306"/>
                  </a:lnTo>
                  <a:lnTo>
                    <a:pt x="182824" y="1409091"/>
                  </a:lnTo>
                  <a:lnTo>
                    <a:pt x="132847" y="1410006"/>
                  </a:lnTo>
                  <a:lnTo>
                    <a:pt x="122679" y="1379502"/>
                  </a:lnTo>
                  <a:lnTo>
                    <a:pt x="123073" y="1371139"/>
                  </a:lnTo>
                  <a:lnTo>
                    <a:pt x="118904" y="1365241"/>
                  </a:lnTo>
                  <a:lnTo>
                    <a:pt x="122425" y="1357018"/>
                  </a:lnTo>
                  <a:lnTo>
                    <a:pt x="116413" y="1349175"/>
                  </a:lnTo>
                  <a:lnTo>
                    <a:pt x="116273" y="1342515"/>
                  </a:lnTo>
                  <a:lnTo>
                    <a:pt x="110020" y="1338067"/>
                  </a:lnTo>
                  <a:lnTo>
                    <a:pt x="108329" y="1335448"/>
                  </a:lnTo>
                  <a:lnTo>
                    <a:pt x="97106" y="1320946"/>
                  </a:lnTo>
                  <a:lnTo>
                    <a:pt x="93293" y="1313320"/>
                  </a:lnTo>
                  <a:lnTo>
                    <a:pt x="98771" y="1305618"/>
                  </a:lnTo>
                  <a:lnTo>
                    <a:pt x="98275" y="1297241"/>
                  </a:lnTo>
                  <a:lnTo>
                    <a:pt x="92124" y="1293200"/>
                  </a:lnTo>
                  <a:lnTo>
                    <a:pt x="89391" y="1286006"/>
                  </a:lnTo>
                  <a:lnTo>
                    <a:pt x="90039" y="1276460"/>
                  </a:lnTo>
                  <a:lnTo>
                    <a:pt x="92378" y="1266915"/>
                  </a:lnTo>
                  <a:lnTo>
                    <a:pt x="91742" y="1261170"/>
                  </a:lnTo>
                  <a:lnTo>
                    <a:pt x="84688" y="1254637"/>
                  </a:lnTo>
                  <a:lnTo>
                    <a:pt x="78422" y="1245880"/>
                  </a:lnTo>
                  <a:lnTo>
                    <a:pt x="69283" y="1222213"/>
                  </a:lnTo>
                  <a:lnTo>
                    <a:pt x="63157" y="1211638"/>
                  </a:lnTo>
                  <a:close/>
                </a:path>
              </a:pathLst>
            </a:custGeom>
            <a:noFill/>
            <a:ln w="3810" cap="flat">
              <a:solidFill>
                <a:srgbClr val="E6E4E2"/>
              </a:solidFill>
              <a:prstDash val="solid"/>
              <a:miter/>
            </a:ln>
          </p:spPr>
          <p:txBody>
            <a:bodyPr rtlCol="0" anchor="ctr"/>
            <a:lstStyle/>
            <a:p>
              <a:endParaRPr lang="de-CH"/>
            </a:p>
          </p:txBody>
        </p:sp>
        <p:sp>
          <p:nvSpPr>
            <p:cNvPr id="13" name="Freihandform: Form 12">
              <a:extLst>
                <a:ext uri="{FF2B5EF4-FFF2-40B4-BE49-F238E27FC236}">
                  <a16:creationId xmlns:a16="http://schemas.microsoft.com/office/drawing/2014/main" id="{893DE5F4-34C8-C158-AD91-78D0B62EF134}"/>
                </a:ext>
              </a:extLst>
            </p:cNvPr>
            <p:cNvSpPr/>
            <p:nvPr/>
          </p:nvSpPr>
          <p:spPr>
            <a:xfrm>
              <a:off x="3354061" y="1881915"/>
              <a:ext cx="3253380" cy="3035870"/>
            </a:xfrm>
            <a:custGeom>
              <a:avLst/>
              <a:gdLst>
                <a:gd name="connsiteX0" fmla="*/ 1706574 w 3253380"/>
                <a:gd name="connsiteY0" fmla="*/ 546768 h 3035870"/>
                <a:gd name="connsiteX1" fmla="*/ 1688564 w 3253380"/>
                <a:gd name="connsiteY1" fmla="*/ 534998 h 3035870"/>
                <a:gd name="connsiteX2" fmla="*/ 1663651 w 3253380"/>
                <a:gd name="connsiteY2" fmla="*/ 542967 h 3035870"/>
                <a:gd name="connsiteX3" fmla="*/ 1653483 w 3253380"/>
                <a:gd name="connsiteY3" fmla="*/ 570015 h 3035870"/>
                <a:gd name="connsiteX4" fmla="*/ 1685589 w 3253380"/>
                <a:gd name="connsiteY4" fmla="*/ 573561 h 3035870"/>
                <a:gd name="connsiteX5" fmla="*/ 513670 w 3253380"/>
                <a:gd name="connsiteY5" fmla="*/ 1285230 h 3035870"/>
                <a:gd name="connsiteX6" fmla="*/ 557254 w 3253380"/>
                <a:gd name="connsiteY6" fmla="*/ 1276219 h 3035870"/>
                <a:gd name="connsiteX7" fmla="*/ 561829 w 3253380"/>
                <a:gd name="connsiteY7" fmla="*/ 1301957 h 3035870"/>
                <a:gd name="connsiteX8" fmla="*/ 532062 w 3253380"/>
                <a:gd name="connsiteY8" fmla="*/ 1323005 h 3035870"/>
                <a:gd name="connsiteX9" fmla="*/ 521500 w 3253380"/>
                <a:gd name="connsiteY9" fmla="*/ 1319472 h 3035870"/>
                <a:gd name="connsiteX10" fmla="*/ 757846 w 3253380"/>
                <a:gd name="connsiteY10" fmla="*/ 1233118 h 3035870"/>
                <a:gd name="connsiteX11" fmla="*/ 759397 w 3253380"/>
                <a:gd name="connsiteY11" fmla="*/ 1214562 h 3035870"/>
                <a:gd name="connsiteX12" fmla="*/ 749483 w 3253380"/>
                <a:gd name="connsiteY12" fmla="*/ 1208677 h 3035870"/>
                <a:gd name="connsiteX13" fmla="*/ 723643 w 3253380"/>
                <a:gd name="connsiteY13" fmla="*/ 1230907 h 3035870"/>
                <a:gd name="connsiteX14" fmla="*/ 721685 w 3253380"/>
                <a:gd name="connsiteY14" fmla="*/ 1245015 h 3035870"/>
                <a:gd name="connsiteX15" fmla="*/ 725854 w 3253380"/>
                <a:gd name="connsiteY15" fmla="*/ 1254828 h 3035870"/>
                <a:gd name="connsiteX16" fmla="*/ 757719 w 3253380"/>
                <a:gd name="connsiteY16" fmla="*/ 1239918 h 3035870"/>
                <a:gd name="connsiteX17" fmla="*/ 449331 w 3253380"/>
                <a:gd name="connsiteY17" fmla="*/ 1338207 h 3035870"/>
                <a:gd name="connsiteX18" fmla="*/ 465855 w 3253380"/>
                <a:gd name="connsiteY18" fmla="*/ 1315468 h 3035870"/>
                <a:gd name="connsiteX19" fmla="*/ 485708 w 3253380"/>
                <a:gd name="connsiteY19" fmla="*/ 1326437 h 3035870"/>
                <a:gd name="connsiteX20" fmla="*/ 462740 w 3253380"/>
                <a:gd name="connsiteY20" fmla="*/ 1349315 h 3035870"/>
                <a:gd name="connsiteX21" fmla="*/ 2090117 w 3253380"/>
                <a:gd name="connsiteY21" fmla="*/ 1946377 h 3035870"/>
                <a:gd name="connsiteX22" fmla="*/ 2105509 w 3253380"/>
                <a:gd name="connsiteY22" fmla="*/ 1945322 h 3035870"/>
                <a:gd name="connsiteX23" fmla="*/ 2113605 w 3253380"/>
                <a:gd name="connsiteY23" fmla="*/ 1949135 h 3035870"/>
                <a:gd name="connsiteX24" fmla="*/ 2115957 w 3253380"/>
                <a:gd name="connsiteY24" fmla="*/ 1955287 h 3035870"/>
                <a:gd name="connsiteX25" fmla="*/ 2157456 w 3253380"/>
                <a:gd name="connsiteY25" fmla="*/ 1957257 h 3035870"/>
                <a:gd name="connsiteX26" fmla="*/ 2199742 w 3253380"/>
                <a:gd name="connsiteY26" fmla="*/ 1926753 h 3035870"/>
                <a:gd name="connsiteX27" fmla="*/ 2208741 w 3253380"/>
                <a:gd name="connsiteY27" fmla="*/ 1911589 h 3035870"/>
                <a:gd name="connsiteX28" fmla="*/ 2223612 w 3253380"/>
                <a:gd name="connsiteY28" fmla="*/ 1899298 h 3035870"/>
                <a:gd name="connsiteX29" fmla="*/ 2255070 w 3253380"/>
                <a:gd name="connsiteY29" fmla="*/ 1885965 h 3035870"/>
                <a:gd name="connsiteX30" fmla="*/ 2293569 w 3253380"/>
                <a:gd name="connsiteY30" fmla="*/ 1860863 h 3035870"/>
                <a:gd name="connsiteX31" fmla="*/ 2302187 w 3253380"/>
                <a:gd name="connsiteY31" fmla="*/ 1850936 h 3035870"/>
                <a:gd name="connsiteX32" fmla="*/ 2349037 w 3253380"/>
                <a:gd name="connsiteY32" fmla="*/ 1824664 h 3035870"/>
                <a:gd name="connsiteX33" fmla="*/ 2371343 w 3253380"/>
                <a:gd name="connsiteY33" fmla="*/ 1808725 h 3035870"/>
                <a:gd name="connsiteX34" fmla="*/ 2399661 w 3253380"/>
                <a:gd name="connsiteY34" fmla="*/ 1799701 h 3035870"/>
                <a:gd name="connsiteX35" fmla="*/ 2417672 w 3253380"/>
                <a:gd name="connsiteY35" fmla="*/ 1803095 h 3035870"/>
                <a:gd name="connsiteX36" fmla="*/ 2422362 w 3253380"/>
                <a:gd name="connsiteY36" fmla="*/ 1800756 h 3035870"/>
                <a:gd name="connsiteX37" fmla="*/ 2420023 w 3253380"/>
                <a:gd name="connsiteY37" fmla="*/ 1794210 h 3035870"/>
                <a:gd name="connsiteX38" fmla="*/ 2423404 w 3253380"/>
                <a:gd name="connsiteY38" fmla="*/ 1787855 h 3035870"/>
                <a:gd name="connsiteX39" fmla="*/ 2420862 w 3253380"/>
                <a:gd name="connsiteY39" fmla="*/ 1770468 h 3035870"/>
                <a:gd name="connsiteX40" fmla="*/ 2407147 w 3253380"/>
                <a:gd name="connsiteY40" fmla="*/ 1758584 h 3035870"/>
                <a:gd name="connsiteX41" fmla="*/ 2390052 w 3253380"/>
                <a:gd name="connsiteY41" fmla="*/ 1762765 h 3035870"/>
                <a:gd name="connsiteX42" fmla="*/ 2355087 w 3253380"/>
                <a:gd name="connsiteY42" fmla="*/ 1749178 h 3035870"/>
                <a:gd name="connsiteX43" fmla="*/ 2335246 w 3253380"/>
                <a:gd name="connsiteY43" fmla="*/ 1758317 h 3035870"/>
                <a:gd name="connsiteX44" fmla="*/ 2317109 w 3253380"/>
                <a:gd name="connsiteY44" fmla="*/ 1758317 h 3035870"/>
                <a:gd name="connsiteX45" fmla="*/ 2281622 w 3253380"/>
                <a:gd name="connsiteY45" fmla="*/ 1778653 h 3035870"/>
                <a:gd name="connsiteX46" fmla="*/ 2267780 w 3253380"/>
                <a:gd name="connsiteY46" fmla="*/ 1791363 h 3035870"/>
                <a:gd name="connsiteX47" fmla="*/ 2265429 w 3253380"/>
                <a:gd name="connsiteY47" fmla="*/ 1801951 h 3035870"/>
                <a:gd name="connsiteX48" fmla="*/ 2255388 w 3253380"/>
                <a:gd name="connsiteY48" fmla="*/ 1810848 h 3035870"/>
                <a:gd name="connsiteX49" fmla="*/ 2242970 w 3253380"/>
                <a:gd name="connsiteY49" fmla="*/ 1814382 h 3035870"/>
                <a:gd name="connsiteX50" fmla="*/ 2209923 w 3253380"/>
                <a:gd name="connsiteY50" fmla="*/ 1845102 h 3035870"/>
                <a:gd name="connsiteX51" fmla="*/ 2197531 w 3253380"/>
                <a:gd name="connsiteY51" fmla="*/ 1853465 h 3035870"/>
                <a:gd name="connsiteX52" fmla="*/ 2188634 w 3253380"/>
                <a:gd name="connsiteY52" fmla="*/ 1866175 h 3035870"/>
                <a:gd name="connsiteX53" fmla="*/ 2161091 w 3253380"/>
                <a:gd name="connsiteY53" fmla="*/ 1887999 h 3035870"/>
                <a:gd name="connsiteX54" fmla="*/ 2140221 w 3253380"/>
                <a:gd name="connsiteY54" fmla="*/ 1904344 h 3035870"/>
                <a:gd name="connsiteX55" fmla="*/ 2120647 w 3253380"/>
                <a:gd name="connsiteY55" fmla="*/ 1911805 h 3035870"/>
                <a:gd name="connsiteX56" fmla="*/ 2110987 w 3253380"/>
                <a:gd name="connsiteY56" fmla="*/ 1924210 h 3035870"/>
                <a:gd name="connsiteX57" fmla="*/ 2087359 w 3253380"/>
                <a:gd name="connsiteY57" fmla="*/ 1939374 h 3035870"/>
                <a:gd name="connsiteX58" fmla="*/ 2086456 w 3253380"/>
                <a:gd name="connsiteY58" fmla="*/ 1943949 h 3035870"/>
                <a:gd name="connsiteX59" fmla="*/ 1761253 w 3253380"/>
                <a:gd name="connsiteY59" fmla="*/ 2023477 h 3035870"/>
                <a:gd name="connsiteX60" fmla="*/ 1796371 w 3253380"/>
                <a:gd name="connsiteY60" fmla="*/ 2034204 h 3035870"/>
                <a:gd name="connsiteX61" fmla="*/ 1817114 w 3253380"/>
                <a:gd name="connsiteY61" fmla="*/ 2051325 h 3035870"/>
                <a:gd name="connsiteX62" fmla="*/ 1832506 w 3253380"/>
                <a:gd name="connsiteY62" fmla="*/ 2055507 h 3035870"/>
                <a:gd name="connsiteX63" fmla="*/ 1860952 w 3253380"/>
                <a:gd name="connsiteY63" fmla="*/ 2051986 h 3035870"/>
                <a:gd name="connsiteX64" fmla="*/ 1898549 w 3253380"/>
                <a:gd name="connsiteY64" fmla="*/ 2039822 h 3035870"/>
                <a:gd name="connsiteX65" fmla="*/ 1919559 w 3253380"/>
                <a:gd name="connsiteY65" fmla="*/ 2025968 h 3035870"/>
                <a:gd name="connsiteX66" fmla="*/ 1929218 w 3253380"/>
                <a:gd name="connsiteY66" fmla="*/ 2026756 h 3035870"/>
                <a:gd name="connsiteX67" fmla="*/ 1945271 w 3253380"/>
                <a:gd name="connsiteY67" fmla="*/ 2039466 h 3035870"/>
                <a:gd name="connsiteX68" fmla="*/ 1958579 w 3253380"/>
                <a:gd name="connsiteY68" fmla="*/ 2035425 h 3035870"/>
                <a:gd name="connsiteX69" fmla="*/ 1968493 w 3253380"/>
                <a:gd name="connsiteY69" fmla="*/ 2025091 h 3035870"/>
                <a:gd name="connsiteX70" fmla="*/ 1973717 w 3253380"/>
                <a:gd name="connsiteY70" fmla="*/ 2015165 h 3035870"/>
                <a:gd name="connsiteX71" fmla="*/ 1971175 w 3253380"/>
                <a:gd name="connsiteY71" fmla="*/ 2006013 h 3035870"/>
                <a:gd name="connsiteX72" fmla="*/ 1960485 w 3253380"/>
                <a:gd name="connsiteY72" fmla="*/ 2002200 h 3035870"/>
                <a:gd name="connsiteX73" fmla="*/ 1936336 w 3253380"/>
                <a:gd name="connsiteY73" fmla="*/ 1976182 h 3035870"/>
                <a:gd name="connsiteX74" fmla="*/ 1914017 w 3253380"/>
                <a:gd name="connsiteY74" fmla="*/ 1969522 h 3035870"/>
                <a:gd name="connsiteX75" fmla="*/ 1897494 w 3253380"/>
                <a:gd name="connsiteY75" fmla="*/ 1966764 h 3035870"/>
                <a:gd name="connsiteX76" fmla="*/ 1869303 w 3253380"/>
                <a:gd name="connsiteY76" fmla="*/ 1976437 h 3035870"/>
                <a:gd name="connsiteX77" fmla="*/ 1839675 w 3253380"/>
                <a:gd name="connsiteY77" fmla="*/ 1976182 h 3035870"/>
                <a:gd name="connsiteX78" fmla="*/ 1826228 w 3253380"/>
                <a:gd name="connsiteY78" fmla="*/ 1982067 h 3035870"/>
                <a:gd name="connsiteX79" fmla="*/ 1806921 w 3253380"/>
                <a:gd name="connsiteY79" fmla="*/ 1977759 h 3035870"/>
                <a:gd name="connsiteX80" fmla="*/ 1794389 w 3253380"/>
                <a:gd name="connsiteY80" fmla="*/ 1941534 h 3035870"/>
                <a:gd name="connsiteX81" fmla="*/ 1759931 w 3253380"/>
                <a:gd name="connsiteY81" fmla="*/ 1903111 h 3035870"/>
                <a:gd name="connsiteX82" fmla="*/ 1723911 w 3253380"/>
                <a:gd name="connsiteY82" fmla="*/ 1891227 h 3035870"/>
                <a:gd name="connsiteX83" fmla="*/ 1683073 w 3253380"/>
                <a:gd name="connsiteY83" fmla="*/ 1875403 h 3035870"/>
                <a:gd name="connsiteX84" fmla="*/ 1664541 w 3253380"/>
                <a:gd name="connsiteY84" fmla="*/ 1846170 h 3035870"/>
                <a:gd name="connsiteX85" fmla="*/ 1648488 w 3253380"/>
                <a:gd name="connsiteY85" fmla="*/ 1842230 h 3035870"/>
                <a:gd name="connsiteX86" fmla="*/ 1625394 w 3253380"/>
                <a:gd name="connsiteY86" fmla="*/ 1824194 h 3035870"/>
                <a:gd name="connsiteX87" fmla="*/ 1603456 w 3253380"/>
                <a:gd name="connsiteY87" fmla="*/ 1799371 h 3035870"/>
                <a:gd name="connsiteX88" fmla="*/ 1584289 w 3253380"/>
                <a:gd name="connsiteY88" fmla="*/ 1785911 h 3035870"/>
                <a:gd name="connsiteX89" fmla="*/ 1568757 w 3253380"/>
                <a:gd name="connsiteY89" fmla="*/ 1797413 h 3035870"/>
                <a:gd name="connsiteX90" fmla="*/ 1572570 w 3253380"/>
                <a:gd name="connsiteY90" fmla="*/ 1804328 h 3035870"/>
                <a:gd name="connsiteX91" fmla="*/ 1563953 w 3253380"/>
                <a:gd name="connsiteY91" fmla="*/ 1830333 h 3035870"/>
                <a:gd name="connsiteX92" fmla="*/ 1562910 w 3253380"/>
                <a:gd name="connsiteY92" fmla="*/ 1858066 h 3035870"/>
                <a:gd name="connsiteX93" fmla="*/ 1574782 w 3253380"/>
                <a:gd name="connsiteY93" fmla="*/ 1865502 h 3035870"/>
                <a:gd name="connsiteX94" fmla="*/ 1583679 w 3253380"/>
                <a:gd name="connsiteY94" fmla="*/ 1863812 h 3035870"/>
                <a:gd name="connsiteX95" fmla="*/ 1587861 w 3253380"/>
                <a:gd name="connsiteY95" fmla="*/ 1868248 h 3035870"/>
                <a:gd name="connsiteX96" fmla="*/ 1593593 w 3253380"/>
                <a:gd name="connsiteY96" fmla="*/ 1874132 h 3035870"/>
                <a:gd name="connsiteX97" fmla="*/ 1594381 w 3253380"/>
                <a:gd name="connsiteY97" fmla="*/ 1888774 h 3035870"/>
                <a:gd name="connsiteX98" fmla="*/ 1626156 w 3253380"/>
                <a:gd name="connsiteY98" fmla="*/ 1914512 h 3035870"/>
                <a:gd name="connsiteX99" fmla="*/ 1633859 w 3253380"/>
                <a:gd name="connsiteY99" fmla="*/ 1931125 h 3035870"/>
                <a:gd name="connsiteX100" fmla="*/ 1647954 w 3253380"/>
                <a:gd name="connsiteY100" fmla="*/ 1938560 h 3035870"/>
                <a:gd name="connsiteX101" fmla="*/ 1669485 w 3253380"/>
                <a:gd name="connsiteY101" fmla="*/ 1939615 h 3035870"/>
                <a:gd name="connsiteX102" fmla="*/ 1686009 w 3253380"/>
                <a:gd name="connsiteY102" fmla="*/ 1947317 h 3035870"/>
                <a:gd name="connsiteX103" fmla="*/ 1696063 w 3253380"/>
                <a:gd name="connsiteY103" fmla="*/ 1964311 h 3035870"/>
                <a:gd name="connsiteX104" fmla="*/ 1711201 w 3253380"/>
                <a:gd name="connsiteY104" fmla="*/ 1971238 h 3035870"/>
                <a:gd name="connsiteX105" fmla="*/ 1719157 w 3253380"/>
                <a:gd name="connsiteY105" fmla="*/ 1981699 h 3035870"/>
                <a:gd name="connsiteX106" fmla="*/ 1716157 w 3253380"/>
                <a:gd name="connsiteY106" fmla="*/ 2002480 h 3035870"/>
                <a:gd name="connsiteX107" fmla="*/ 688016 w 3253380"/>
                <a:gd name="connsiteY107" fmla="*/ 1024214 h 3035870"/>
                <a:gd name="connsiteX108" fmla="*/ 662443 w 3253380"/>
                <a:gd name="connsiteY108" fmla="*/ 1037407 h 3035870"/>
                <a:gd name="connsiteX109" fmla="*/ 644827 w 3253380"/>
                <a:gd name="connsiteY109" fmla="*/ 1046838 h 3035870"/>
                <a:gd name="connsiteX110" fmla="*/ 629435 w 3253380"/>
                <a:gd name="connsiteY110" fmla="*/ 1054667 h 3035870"/>
                <a:gd name="connsiteX111" fmla="*/ 606722 w 3253380"/>
                <a:gd name="connsiteY111" fmla="*/ 1066691 h 3035870"/>
                <a:gd name="connsiteX112" fmla="*/ 594011 w 3253380"/>
                <a:gd name="connsiteY112" fmla="*/ 1070085 h 3035870"/>
                <a:gd name="connsiteX113" fmla="*/ 579395 w 3253380"/>
                <a:gd name="connsiteY113" fmla="*/ 1073758 h 3035870"/>
                <a:gd name="connsiteX114" fmla="*/ 561778 w 3253380"/>
                <a:gd name="connsiteY114" fmla="*/ 1078067 h 3035870"/>
                <a:gd name="connsiteX115" fmla="*/ 471536 w 3253380"/>
                <a:gd name="connsiteY115" fmla="*/ 1099369 h 3035870"/>
                <a:gd name="connsiteX116" fmla="*/ 461469 w 3253380"/>
                <a:gd name="connsiteY116" fmla="*/ 1097539 h 3035870"/>
                <a:gd name="connsiteX117" fmla="*/ 447387 w 3253380"/>
                <a:gd name="connsiteY117" fmla="*/ 1102381 h 3035870"/>
                <a:gd name="connsiteX118" fmla="*/ 380582 w 3253380"/>
                <a:gd name="connsiteY118" fmla="*/ 1091654 h 3035870"/>
                <a:gd name="connsiteX119" fmla="*/ 359953 w 3253380"/>
                <a:gd name="connsiteY119" fmla="*/ 1089963 h 3035870"/>
                <a:gd name="connsiteX120" fmla="*/ 354602 w 3253380"/>
                <a:gd name="connsiteY120" fmla="*/ 1084600 h 3035870"/>
                <a:gd name="connsiteX121" fmla="*/ 364135 w 3253380"/>
                <a:gd name="connsiteY121" fmla="*/ 1081600 h 3035870"/>
                <a:gd name="connsiteX122" fmla="*/ 371570 w 3253380"/>
                <a:gd name="connsiteY122" fmla="*/ 1073758 h 3035870"/>
                <a:gd name="connsiteX123" fmla="*/ 382272 w 3253380"/>
                <a:gd name="connsiteY123" fmla="*/ 1065522 h 3035870"/>
                <a:gd name="connsiteX124" fmla="*/ 363652 w 3253380"/>
                <a:gd name="connsiteY124" fmla="*/ 1030886 h 3035870"/>
                <a:gd name="connsiteX125" fmla="*/ 342261 w 3253380"/>
                <a:gd name="connsiteY125" fmla="*/ 1008428 h 3035870"/>
                <a:gd name="connsiteX126" fmla="*/ 346709 w 3253380"/>
                <a:gd name="connsiteY126" fmla="*/ 989070 h 3035870"/>
                <a:gd name="connsiteX127" fmla="*/ 350344 w 3253380"/>
                <a:gd name="connsiteY127" fmla="*/ 967119 h 3035870"/>
                <a:gd name="connsiteX128" fmla="*/ 349302 w 3253380"/>
                <a:gd name="connsiteY128" fmla="*/ 956659 h 3035870"/>
                <a:gd name="connsiteX129" fmla="*/ 349429 w 3253380"/>
                <a:gd name="connsiteY129" fmla="*/ 938496 h 3035870"/>
                <a:gd name="connsiteX130" fmla="*/ 357258 w 3253380"/>
                <a:gd name="connsiteY130" fmla="*/ 924769 h 3035870"/>
                <a:gd name="connsiteX131" fmla="*/ 370045 w 3253380"/>
                <a:gd name="connsiteY131" fmla="*/ 911309 h 3035870"/>
                <a:gd name="connsiteX132" fmla="*/ 390928 w 3253380"/>
                <a:gd name="connsiteY132" fmla="*/ 898599 h 3035870"/>
                <a:gd name="connsiteX133" fmla="*/ 410247 w 3253380"/>
                <a:gd name="connsiteY133" fmla="*/ 895319 h 3035870"/>
                <a:gd name="connsiteX134" fmla="*/ 421992 w 3253380"/>
                <a:gd name="connsiteY134" fmla="*/ 890617 h 3035870"/>
                <a:gd name="connsiteX135" fmla="*/ 435426 w 3253380"/>
                <a:gd name="connsiteY135" fmla="*/ 875453 h 3035870"/>
                <a:gd name="connsiteX136" fmla="*/ 443790 w 3253380"/>
                <a:gd name="connsiteY136" fmla="*/ 889053 h 3035870"/>
                <a:gd name="connsiteX137" fmla="*/ 454619 w 3253380"/>
                <a:gd name="connsiteY137" fmla="*/ 889968 h 3035870"/>
                <a:gd name="connsiteX138" fmla="*/ 462842 w 3253380"/>
                <a:gd name="connsiteY138" fmla="*/ 889168 h 3035870"/>
                <a:gd name="connsiteX139" fmla="*/ 479925 w 3253380"/>
                <a:gd name="connsiteY139" fmla="*/ 888519 h 3035870"/>
                <a:gd name="connsiteX140" fmla="*/ 502511 w 3253380"/>
                <a:gd name="connsiteY140" fmla="*/ 874678 h 3035870"/>
                <a:gd name="connsiteX141" fmla="*/ 524830 w 3253380"/>
                <a:gd name="connsiteY141" fmla="*/ 857163 h 3035870"/>
                <a:gd name="connsiteX142" fmla="*/ 552881 w 3253380"/>
                <a:gd name="connsiteY142" fmla="*/ 836891 h 3035870"/>
                <a:gd name="connsiteX143" fmla="*/ 566329 w 3253380"/>
                <a:gd name="connsiteY143" fmla="*/ 811025 h 3035870"/>
                <a:gd name="connsiteX144" fmla="*/ 565426 w 3253380"/>
                <a:gd name="connsiteY144" fmla="*/ 805268 h 3035870"/>
                <a:gd name="connsiteX145" fmla="*/ 569722 w 3253380"/>
                <a:gd name="connsiteY145" fmla="*/ 799268 h 3035870"/>
                <a:gd name="connsiteX146" fmla="*/ 582903 w 3253380"/>
                <a:gd name="connsiteY146" fmla="*/ 805268 h 3035870"/>
                <a:gd name="connsiteX147" fmla="*/ 584326 w 3253380"/>
                <a:gd name="connsiteY147" fmla="*/ 812068 h 3035870"/>
                <a:gd name="connsiteX148" fmla="*/ 577971 w 3253380"/>
                <a:gd name="connsiteY148" fmla="*/ 822236 h 3035870"/>
                <a:gd name="connsiteX149" fmla="*/ 564918 w 3253380"/>
                <a:gd name="connsiteY149" fmla="*/ 835048 h 3035870"/>
                <a:gd name="connsiteX150" fmla="*/ 554229 w 3253380"/>
                <a:gd name="connsiteY150" fmla="*/ 849804 h 3035870"/>
                <a:gd name="connsiteX151" fmla="*/ 530740 w 3253380"/>
                <a:gd name="connsiteY151" fmla="*/ 865628 h 3035870"/>
                <a:gd name="connsiteX152" fmla="*/ 490067 w 3253380"/>
                <a:gd name="connsiteY152" fmla="*/ 892955 h 3035870"/>
                <a:gd name="connsiteX153" fmla="*/ 489292 w 3253380"/>
                <a:gd name="connsiteY153" fmla="*/ 897391 h 3035870"/>
                <a:gd name="connsiteX154" fmla="*/ 498037 w 3253380"/>
                <a:gd name="connsiteY154" fmla="*/ 911372 h 3035870"/>
                <a:gd name="connsiteX155" fmla="*/ 504951 w 3253380"/>
                <a:gd name="connsiteY155" fmla="*/ 915287 h 3035870"/>
                <a:gd name="connsiteX156" fmla="*/ 525961 w 3253380"/>
                <a:gd name="connsiteY156" fmla="*/ 914512 h 3035870"/>
                <a:gd name="connsiteX157" fmla="*/ 564842 w 3253380"/>
                <a:gd name="connsiteY157" fmla="*/ 898433 h 3035870"/>
                <a:gd name="connsiteX158" fmla="*/ 579331 w 3253380"/>
                <a:gd name="connsiteY158" fmla="*/ 888634 h 3035870"/>
                <a:gd name="connsiteX159" fmla="*/ 586258 w 3253380"/>
                <a:gd name="connsiteY159" fmla="*/ 885622 h 3035870"/>
                <a:gd name="connsiteX160" fmla="*/ 599566 w 3253380"/>
                <a:gd name="connsiteY160" fmla="*/ 886143 h 3035870"/>
                <a:gd name="connsiteX161" fmla="*/ 614704 w 3253380"/>
                <a:gd name="connsiteY161" fmla="*/ 878834 h 3035870"/>
                <a:gd name="connsiteX162" fmla="*/ 629956 w 3253380"/>
                <a:gd name="connsiteY162" fmla="*/ 862756 h 3035870"/>
                <a:gd name="connsiteX163" fmla="*/ 637582 w 3253380"/>
                <a:gd name="connsiteY163" fmla="*/ 854380 h 3035870"/>
                <a:gd name="connsiteX164" fmla="*/ 638853 w 3253380"/>
                <a:gd name="connsiteY164" fmla="*/ 847199 h 3035870"/>
                <a:gd name="connsiteX165" fmla="*/ 639514 w 3253380"/>
                <a:gd name="connsiteY165" fmla="*/ 837526 h 3035870"/>
                <a:gd name="connsiteX166" fmla="*/ 642781 w 3253380"/>
                <a:gd name="connsiteY166" fmla="*/ 833472 h 3035870"/>
                <a:gd name="connsiteX167" fmla="*/ 651246 w 3253380"/>
                <a:gd name="connsiteY167" fmla="*/ 839751 h 3035870"/>
                <a:gd name="connsiteX168" fmla="*/ 661312 w 3253380"/>
                <a:gd name="connsiteY168" fmla="*/ 834387 h 3035870"/>
                <a:gd name="connsiteX169" fmla="*/ 668608 w 3253380"/>
                <a:gd name="connsiteY169" fmla="*/ 819478 h 3035870"/>
                <a:gd name="connsiteX170" fmla="*/ 688448 w 3253380"/>
                <a:gd name="connsiteY170" fmla="*/ 782618 h 3035870"/>
                <a:gd name="connsiteX171" fmla="*/ 695363 w 3253380"/>
                <a:gd name="connsiteY171" fmla="*/ 775170 h 3035870"/>
                <a:gd name="connsiteX172" fmla="*/ 697968 w 3253380"/>
                <a:gd name="connsiteY172" fmla="*/ 768103 h 3035870"/>
                <a:gd name="connsiteX173" fmla="*/ 695363 w 3253380"/>
                <a:gd name="connsiteY173" fmla="*/ 760401 h 3035870"/>
                <a:gd name="connsiteX174" fmla="*/ 696532 w 3253380"/>
                <a:gd name="connsiteY174" fmla="*/ 749165 h 3035870"/>
                <a:gd name="connsiteX175" fmla="*/ 709077 w 3253380"/>
                <a:gd name="connsiteY175" fmla="*/ 733913 h 3035870"/>
                <a:gd name="connsiteX176" fmla="*/ 714555 w 3253380"/>
                <a:gd name="connsiteY176" fmla="*/ 718876 h 3035870"/>
                <a:gd name="connsiteX177" fmla="*/ 724075 w 3253380"/>
                <a:gd name="connsiteY177" fmla="*/ 709204 h 3035870"/>
                <a:gd name="connsiteX178" fmla="*/ 730989 w 3253380"/>
                <a:gd name="connsiteY178" fmla="*/ 683974 h 3035870"/>
                <a:gd name="connsiteX179" fmla="*/ 747055 w 3253380"/>
                <a:gd name="connsiteY179" fmla="*/ 659926 h 3035870"/>
                <a:gd name="connsiteX180" fmla="*/ 762307 w 3253380"/>
                <a:gd name="connsiteY180" fmla="*/ 640188 h 3035870"/>
                <a:gd name="connsiteX181" fmla="*/ 761036 w 3253380"/>
                <a:gd name="connsiteY181" fmla="*/ 634176 h 3035870"/>
                <a:gd name="connsiteX182" fmla="*/ 756079 w 3253380"/>
                <a:gd name="connsiteY182" fmla="*/ 630363 h 3035870"/>
                <a:gd name="connsiteX183" fmla="*/ 736506 w 3253380"/>
                <a:gd name="connsiteY183" fmla="*/ 639133 h 3035870"/>
                <a:gd name="connsiteX184" fmla="*/ 721495 w 3253380"/>
                <a:gd name="connsiteY184" fmla="*/ 651665 h 3035870"/>
                <a:gd name="connsiteX185" fmla="*/ 711835 w 3253380"/>
                <a:gd name="connsiteY185" fmla="*/ 660816 h 3035870"/>
                <a:gd name="connsiteX186" fmla="*/ 686415 w 3253380"/>
                <a:gd name="connsiteY186" fmla="*/ 686821 h 3035870"/>
                <a:gd name="connsiteX187" fmla="*/ 662011 w 3253380"/>
                <a:gd name="connsiteY187" fmla="*/ 703688 h 3035870"/>
                <a:gd name="connsiteX188" fmla="*/ 642170 w 3253380"/>
                <a:gd name="connsiteY188" fmla="*/ 728523 h 3035870"/>
                <a:gd name="connsiteX189" fmla="*/ 597024 w 3253380"/>
                <a:gd name="connsiteY189" fmla="*/ 757274 h 3035870"/>
                <a:gd name="connsiteX190" fmla="*/ 556567 w 3253380"/>
                <a:gd name="connsiteY190" fmla="*/ 782491 h 3035870"/>
                <a:gd name="connsiteX191" fmla="*/ 515971 w 3253380"/>
                <a:gd name="connsiteY191" fmla="*/ 806945 h 3035870"/>
                <a:gd name="connsiteX192" fmla="*/ 511408 w 3253380"/>
                <a:gd name="connsiteY192" fmla="*/ 822617 h 3035870"/>
                <a:gd name="connsiteX193" fmla="*/ 500706 w 3253380"/>
                <a:gd name="connsiteY193" fmla="*/ 835048 h 3035870"/>
                <a:gd name="connsiteX194" fmla="*/ 460770 w 3253380"/>
                <a:gd name="connsiteY194" fmla="*/ 855168 h 3035870"/>
                <a:gd name="connsiteX195" fmla="*/ 439239 w 3253380"/>
                <a:gd name="connsiteY195" fmla="*/ 801709 h 3035870"/>
                <a:gd name="connsiteX196" fmla="*/ 459728 w 3253380"/>
                <a:gd name="connsiteY196" fmla="*/ 784982 h 3035870"/>
                <a:gd name="connsiteX197" fmla="*/ 453729 w 3253380"/>
                <a:gd name="connsiteY197" fmla="*/ 764849 h 3035870"/>
                <a:gd name="connsiteX198" fmla="*/ 365634 w 3253380"/>
                <a:gd name="connsiteY198" fmla="*/ 702900 h 3035870"/>
                <a:gd name="connsiteX199" fmla="*/ 330796 w 3253380"/>
                <a:gd name="connsiteY199" fmla="*/ 692960 h 3035870"/>
                <a:gd name="connsiteX200" fmla="*/ 364719 w 3253380"/>
                <a:gd name="connsiteY200" fmla="*/ 655974 h 3035870"/>
                <a:gd name="connsiteX201" fmla="*/ 350738 w 3253380"/>
                <a:gd name="connsiteY201" fmla="*/ 640938 h 3035870"/>
                <a:gd name="connsiteX202" fmla="*/ 324390 w 3253380"/>
                <a:gd name="connsiteY202" fmla="*/ 658325 h 3035870"/>
                <a:gd name="connsiteX203" fmla="*/ 299719 w 3253380"/>
                <a:gd name="connsiteY203" fmla="*/ 656495 h 3035870"/>
                <a:gd name="connsiteX204" fmla="*/ 251827 w 3253380"/>
                <a:gd name="connsiteY204" fmla="*/ 679246 h 3035870"/>
                <a:gd name="connsiteX205" fmla="*/ 226127 w 3253380"/>
                <a:gd name="connsiteY205" fmla="*/ 684203 h 3035870"/>
                <a:gd name="connsiteX206" fmla="*/ 185531 w 3253380"/>
                <a:gd name="connsiteY206" fmla="*/ 690558 h 3035870"/>
                <a:gd name="connsiteX207" fmla="*/ 159831 w 3253380"/>
                <a:gd name="connsiteY207" fmla="*/ 699455 h 3035870"/>
                <a:gd name="connsiteX208" fmla="*/ 116756 w 3253380"/>
                <a:gd name="connsiteY208" fmla="*/ 712915 h 3035870"/>
                <a:gd name="connsiteX209" fmla="*/ 51260 w 3253380"/>
                <a:gd name="connsiteY209" fmla="*/ 751605 h 3035870"/>
                <a:gd name="connsiteX210" fmla="*/ 11859 w 3253380"/>
                <a:gd name="connsiteY210" fmla="*/ 772120 h 3035870"/>
                <a:gd name="connsiteX211" fmla="*/ 0 w 3253380"/>
                <a:gd name="connsiteY211" fmla="*/ 756435 h 3035870"/>
                <a:gd name="connsiteX212" fmla="*/ 5478 w 3253380"/>
                <a:gd name="connsiteY212" fmla="*/ 746114 h 3035870"/>
                <a:gd name="connsiteX213" fmla="*/ 52201 w 3253380"/>
                <a:gd name="connsiteY213" fmla="*/ 656584 h 3035870"/>
                <a:gd name="connsiteX214" fmla="*/ 36262 w 3253380"/>
                <a:gd name="connsiteY214" fmla="*/ 616203 h 3035870"/>
                <a:gd name="connsiteX215" fmla="*/ 2720 w 3253380"/>
                <a:gd name="connsiteY215" fmla="*/ 531757 h 3035870"/>
                <a:gd name="connsiteX216" fmla="*/ 24518 w 3253380"/>
                <a:gd name="connsiteY216" fmla="*/ 506794 h 3035870"/>
                <a:gd name="connsiteX217" fmla="*/ 47740 w 3253380"/>
                <a:gd name="connsiteY217" fmla="*/ 577247 h 3035870"/>
                <a:gd name="connsiteX218" fmla="*/ 113388 w 3253380"/>
                <a:gd name="connsiteY218" fmla="*/ 539116 h 3035870"/>
                <a:gd name="connsiteX219" fmla="*/ 163250 w 3253380"/>
                <a:gd name="connsiteY219" fmla="*/ 488796 h 3035870"/>
                <a:gd name="connsiteX220" fmla="*/ 173545 w 3253380"/>
                <a:gd name="connsiteY220" fmla="*/ 473900 h 3035870"/>
                <a:gd name="connsiteX221" fmla="*/ 187259 w 3253380"/>
                <a:gd name="connsiteY221" fmla="*/ 468155 h 3035870"/>
                <a:gd name="connsiteX222" fmla="*/ 195216 w 3253380"/>
                <a:gd name="connsiteY222" fmla="*/ 488008 h 3035870"/>
                <a:gd name="connsiteX223" fmla="*/ 253022 w 3253380"/>
                <a:gd name="connsiteY223" fmla="*/ 501990 h 3035870"/>
                <a:gd name="connsiteX224" fmla="*/ 274426 w 3253380"/>
                <a:gd name="connsiteY224" fmla="*/ 463160 h 3035870"/>
                <a:gd name="connsiteX225" fmla="*/ 317234 w 3253380"/>
                <a:gd name="connsiteY225" fmla="*/ 446827 h 3035870"/>
                <a:gd name="connsiteX226" fmla="*/ 336668 w 3253380"/>
                <a:gd name="connsiteY226" fmla="*/ 437930 h 3035870"/>
                <a:gd name="connsiteX227" fmla="*/ 352861 w 3253380"/>
                <a:gd name="connsiteY227" fmla="*/ 408392 h 3035870"/>
                <a:gd name="connsiteX228" fmla="*/ 355860 w 3253380"/>
                <a:gd name="connsiteY228" fmla="*/ 402367 h 3035870"/>
                <a:gd name="connsiteX229" fmla="*/ 373998 w 3253380"/>
                <a:gd name="connsiteY229" fmla="*/ 367732 h 3035870"/>
                <a:gd name="connsiteX230" fmla="*/ 380251 w 3253380"/>
                <a:gd name="connsiteY230" fmla="*/ 351666 h 3035870"/>
                <a:gd name="connsiteX231" fmla="*/ 404286 w 3253380"/>
                <a:gd name="connsiteY231" fmla="*/ 338600 h 3035870"/>
                <a:gd name="connsiteX232" fmla="*/ 400740 w 3253380"/>
                <a:gd name="connsiteY232" fmla="*/ 311019 h 3035870"/>
                <a:gd name="connsiteX233" fmla="*/ 402964 w 3253380"/>
                <a:gd name="connsiteY233" fmla="*/ 306964 h 3035870"/>
                <a:gd name="connsiteX234" fmla="*/ 446421 w 3253380"/>
                <a:gd name="connsiteY234" fmla="*/ 289170 h 3035870"/>
                <a:gd name="connsiteX235" fmla="*/ 464698 w 3253380"/>
                <a:gd name="connsiteY235" fmla="*/ 321695 h 3035870"/>
                <a:gd name="connsiteX236" fmla="*/ 590643 w 3253380"/>
                <a:gd name="connsiteY236" fmla="*/ 294127 h 3035870"/>
                <a:gd name="connsiteX237" fmla="*/ 587250 w 3253380"/>
                <a:gd name="connsiteY237" fmla="*/ 226305 h 3035870"/>
                <a:gd name="connsiteX238" fmla="*/ 627821 w 3253380"/>
                <a:gd name="connsiteY238" fmla="*/ 209782 h 3035870"/>
                <a:gd name="connsiteX239" fmla="*/ 630833 w 3253380"/>
                <a:gd name="connsiteY239" fmla="*/ 184565 h 3035870"/>
                <a:gd name="connsiteX240" fmla="*/ 617119 w 3253380"/>
                <a:gd name="connsiteY240" fmla="*/ 154887 h 3035870"/>
                <a:gd name="connsiteX241" fmla="*/ 639705 w 3253380"/>
                <a:gd name="connsiteY241" fmla="*/ 151747 h 3035870"/>
                <a:gd name="connsiteX242" fmla="*/ 703116 w 3253380"/>
                <a:gd name="connsiteY242" fmla="*/ 147845 h 3035870"/>
                <a:gd name="connsiteX243" fmla="*/ 712013 w 3253380"/>
                <a:gd name="connsiteY243" fmla="*/ 168080 h 3035870"/>
                <a:gd name="connsiteX244" fmla="*/ 716843 w 3253380"/>
                <a:gd name="connsiteY244" fmla="*/ 167571 h 3035870"/>
                <a:gd name="connsiteX245" fmla="*/ 756778 w 3253380"/>
                <a:gd name="connsiteY245" fmla="*/ 169923 h 3035870"/>
                <a:gd name="connsiteX246" fmla="*/ 802052 w 3253380"/>
                <a:gd name="connsiteY246" fmla="*/ 178159 h 3035870"/>
                <a:gd name="connsiteX247" fmla="*/ 829074 w 3253380"/>
                <a:gd name="connsiteY247" fmla="*/ 178934 h 3035870"/>
                <a:gd name="connsiteX248" fmla="*/ 853478 w 3253380"/>
                <a:gd name="connsiteY248" fmla="*/ 181146 h 3035870"/>
                <a:gd name="connsiteX249" fmla="*/ 908932 w 3253380"/>
                <a:gd name="connsiteY249" fmla="*/ 170711 h 3035870"/>
                <a:gd name="connsiteX250" fmla="*/ 969941 w 3253380"/>
                <a:gd name="connsiteY250" fmla="*/ 117646 h 3035870"/>
                <a:gd name="connsiteX251" fmla="*/ 991739 w 3253380"/>
                <a:gd name="connsiteY251" fmla="*/ 118294 h 3035870"/>
                <a:gd name="connsiteX252" fmla="*/ 993951 w 3253380"/>
                <a:gd name="connsiteY252" fmla="*/ 117646 h 3035870"/>
                <a:gd name="connsiteX253" fmla="*/ 1058773 w 3253380"/>
                <a:gd name="connsiteY253" fmla="*/ 84968 h 3035870"/>
                <a:gd name="connsiteX254" fmla="*/ 1066463 w 3253380"/>
                <a:gd name="connsiteY254" fmla="*/ 86798 h 3035870"/>
                <a:gd name="connsiteX255" fmla="*/ 1074089 w 3253380"/>
                <a:gd name="connsiteY255" fmla="*/ 89149 h 3035870"/>
                <a:gd name="connsiteX256" fmla="*/ 1078016 w 3253380"/>
                <a:gd name="connsiteY256" fmla="*/ 96191 h 3035870"/>
                <a:gd name="connsiteX257" fmla="*/ 1139877 w 3253380"/>
                <a:gd name="connsiteY257" fmla="*/ 115027 h 3035870"/>
                <a:gd name="connsiteX258" fmla="*/ 1178630 w 3253380"/>
                <a:gd name="connsiteY258" fmla="*/ 110058 h 3035870"/>
                <a:gd name="connsiteX259" fmla="*/ 1182291 w 3253380"/>
                <a:gd name="connsiteY259" fmla="*/ 109409 h 3035870"/>
                <a:gd name="connsiteX260" fmla="*/ 1246998 w 3253380"/>
                <a:gd name="connsiteY260" fmla="*/ 114494 h 3035870"/>
                <a:gd name="connsiteX261" fmla="*/ 1280541 w 3253380"/>
                <a:gd name="connsiteY261" fmla="*/ 128856 h 3035870"/>
                <a:gd name="connsiteX262" fmla="*/ 1410007 w 3253380"/>
                <a:gd name="connsiteY262" fmla="*/ 71215 h 3035870"/>
                <a:gd name="connsiteX263" fmla="*/ 1402825 w 3253380"/>
                <a:gd name="connsiteY263" fmla="*/ 50701 h 3035870"/>
                <a:gd name="connsiteX264" fmla="*/ 1360284 w 3253380"/>
                <a:gd name="connsiteY264" fmla="*/ 68356 h 3035870"/>
                <a:gd name="connsiteX265" fmla="*/ 1340977 w 3253380"/>
                <a:gd name="connsiteY265" fmla="*/ 60386 h 3035870"/>
                <a:gd name="connsiteX266" fmla="*/ 1404643 w 3253380"/>
                <a:gd name="connsiteY266" fmla="*/ 0 h 3035870"/>
                <a:gd name="connsiteX267" fmla="*/ 1443549 w 3253380"/>
                <a:gd name="connsiteY267" fmla="*/ 46265 h 3035870"/>
                <a:gd name="connsiteX268" fmla="*/ 1428017 w 3253380"/>
                <a:gd name="connsiteY268" fmla="*/ 65864 h 3035870"/>
                <a:gd name="connsiteX269" fmla="*/ 1426848 w 3253380"/>
                <a:gd name="connsiteY269" fmla="*/ 80379 h 3035870"/>
                <a:gd name="connsiteX270" fmla="*/ 1378422 w 3253380"/>
                <a:gd name="connsiteY270" fmla="*/ 141388 h 3035870"/>
                <a:gd name="connsiteX271" fmla="*/ 1328699 w 3253380"/>
                <a:gd name="connsiteY271" fmla="*/ 157327 h 3035870"/>
                <a:gd name="connsiteX272" fmla="*/ 1288370 w 3253380"/>
                <a:gd name="connsiteY272" fmla="*/ 170520 h 3035870"/>
                <a:gd name="connsiteX273" fmla="*/ 1264106 w 3253380"/>
                <a:gd name="connsiteY273" fmla="*/ 179926 h 3035870"/>
                <a:gd name="connsiteX274" fmla="*/ 1254840 w 3253380"/>
                <a:gd name="connsiteY274" fmla="*/ 199410 h 3035870"/>
                <a:gd name="connsiteX275" fmla="*/ 1230183 w 3253380"/>
                <a:gd name="connsiteY275" fmla="*/ 240452 h 3035870"/>
                <a:gd name="connsiteX276" fmla="*/ 1189192 w 3253380"/>
                <a:gd name="connsiteY276" fmla="*/ 245281 h 3035870"/>
                <a:gd name="connsiteX277" fmla="*/ 1156146 w 3253380"/>
                <a:gd name="connsiteY277" fmla="*/ 262288 h 3035870"/>
                <a:gd name="connsiteX278" fmla="*/ 1129658 w 3253380"/>
                <a:gd name="connsiteY278" fmla="*/ 277959 h 3035870"/>
                <a:gd name="connsiteX279" fmla="*/ 1138796 w 3253380"/>
                <a:gd name="connsiteY279" fmla="*/ 305541 h 3035870"/>
                <a:gd name="connsiteX280" fmla="*/ 1120265 w 3253380"/>
                <a:gd name="connsiteY280" fmla="*/ 312468 h 3035870"/>
                <a:gd name="connsiteX281" fmla="*/ 975534 w 3253380"/>
                <a:gd name="connsiteY281" fmla="*/ 381103 h 3035870"/>
                <a:gd name="connsiteX282" fmla="*/ 984278 w 3253380"/>
                <a:gd name="connsiteY282" fmla="*/ 411684 h 3035870"/>
                <a:gd name="connsiteX283" fmla="*/ 1003852 w 3253380"/>
                <a:gd name="connsiteY283" fmla="*/ 458610 h 3035870"/>
                <a:gd name="connsiteX284" fmla="*/ 1026425 w 3253380"/>
                <a:gd name="connsiteY284" fmla="*/ 449979 h 3035870"/>
                <a:gd name="connsiteX285" fmla="*/ 1057222 w 3253380"/>
                <a:gd name="connsiteY285" fmla="*/ 482276 h 3035870"/>
                <a:gd name="connsiteX286" fmla="*/ 1076682 w 3253380"/>
                <a:gd name="connsiteY286" fmla="*/ 526965 h 3035870"/>
                <a:gd name="connsiteX287" fmla="*/ 1060870 w 3253380"/>
                <a:gd name="connsiteY287" fmla="*/ 548394 h 3035870"/>
                <a:gd name="connsiteX288" fmla="*/ 1082287 w 3253380"/>
                <a:gd name="connsiteY288" fmla="*/ 551674 h 3035870"/>
                <a:gd name="connsiteX289" fmla="*/ 1098810 w 3253380"/>
                <a:gd name="connsiteY289" fmla="*/ 544226 h 3035870"/>
                <a:gd name="connsiteX290" fmla="*/ 1117087 w 3253380"/>
                <a:gd name="connsiteY290" fmla="*/ 546310 h 3035870"/>
                <a:gd name="connsiteX291" fmla="*/ 1128526 w 3253380"/>
                <a:gd name="connsiteY291" fmla="*/ 537032 h 3035870"/>
                <a:gd name="connsiteX292" fmla="*/ 1131272 w 3253380"/>
                <a:gd name="connsiteY292" fmla="*/ 524614 h 3035870"/>
                <a:gd name="connsiteX293" fmla="*/ 1138440 w 3253380"/>
                <a:gd name="connsiteY293" fmla="*/ 515844 h 3035870"/>
                <a:gd name="connsiteX294" fmla="*/ 1153693 w 3253380"/>
                <a:gd name="connsiteY294" fmla="*/ 512590 h 3035870"/>
                <a:gd name="connsiteX295" fmla="*/ 1159692 w 3253380"/>
                <a:gd name="connsiteY295" fmla="*/ 502777 h 3035870"/>
                <a:gd name="connsiteX296" fmla="*/ 1159044 w 3253380"/>
                <a:gd name="connsiteY296" fmla="*/ 489711 h 3035870"/>
                <a:gd name="connsiteX297" fmla="*/ 1162310 w 3253380"/>
                <a:gd name="connsiteY297" fmla="*/ 480052 h 3035870"/>
                <a:gd name="connsiteX298" fmla="*/ 1171576 w 3253380"/>
                <a:gd name="connsiteY298" fmla="*/ 478336 h 3035870"/>
                <a:gd name="connsiteX299" fmla="*/ 1175491 w 3253380"/>
                <a:gd name="connsiteY299" fmla="*/ 485670 h 3035870"/>
                <a:gd name="connsiteX300" fmla="*/ 1180829 w 3253380"/>
                <a:gd name="connsiteY300" fmla="*/ 494160 h 3035870"/>
                <a:gd name="connsiteX301" fmla="*/ 1188455 w 3253380"/>
                <a:gd name="connsiteY301" fmla="*/ 493626 h 3035870"/>
                <a:gd name="connsiteX302" fmla="*/ 1194975 w 3253380"/>
                <a:gd name="connsiteY302" fmla="*/ 486445 h 3035870"/>
                <a:gd name="connsiteX303" fmla="*/ 1197200 w 3253380"/>
                <a:gd name="connsiteY303" fmla="*/ 477688 h 3035870"/>
                <a:gd name="connsiteX304" fmla="*/ 1196030 w 3253380"/>
                <a:gd name="connsiteY304" fmla="*/ 468536 h 3035870"/>
                <a:gd name="connsiteX305" fmla="*/ 1200339 w 3253380"/>
                <a:gd name="connsiteY305" fmla="*/ 464088 h 3035870"/>
                <a:gd name="connsiteX306" fmla="*/ 1211435 w 3253380"/>
                <a:gd name="connsiteY306" fmla="*/ 466312 h 3035870"/>
                <a:gd name="connsiteX307" fmla="*/ 1249922 w 3253380"/>
                <a:gd name="connsiteY307" fmla="*/ 461075 h 3035870"/>
                <a:gd name="connsiteX308" fmla="*/ 1257624 w 3253380"/>
                <a:gd name="connsiteY308" fmla="*/ 512056 h 3035870"/>
                <a:gd name="connsiteX309" fmla="*/ 1290365 w 3253380"/>
                <a:gd name="connsiteY309" fmla="*/ 518208 h 3035870"/>
                <a:gd name="connsiteX310" fmla="*/ 1258412 w 3253380"/>
                <a:gd name="connsiteY310" fmla="*/ 566684 h 3035870"/>
                <a:gd name="connsiteX311" fmla="*/ 1241698 w 3253380"/>
                <a:gd name="connsiteY311" fmla="*/ 575582 h 3035870"/>
                <a:gd name="connsiteX312" fmla="*/ 1207253 w 3253380"/>
                <a:gd name="connsiteY312" fmla="*/ 563698 h 3035870"/>
                <a:gd name="connsiteX313" fmla="*/ 1177359 w 3253380"/>
                <a:gd name="connsiteY313" fmla="*/ 581212 h 3035870"/>
                <a:gd name="connsiteX314" fmla="*/ 1179901 w 3253380"/>
                <a:gd name="connsiteY314" fmla="*/ 594545 h 3035870"/>
                <a:gd name="connsiteX315" fmla="*/ 1150413 w 3253380"/>
                <a:gd name="connsiteY315" fmla="*/ 609035 h 3035870"/>
                <a:gd name="connsiteX316" fmla="*/ 1140487 w 3253380"/>
                <a:gd name="connsiteY316" fmla="*/ 624605 h 3035870"/>
                <a:gd name="connsiteX317" fmla="*/ 1169085 w 3253380"/>
                <a:gd name="connsiteY317" fmla="*/ 645653 h 3035870"/>
                <a:gd name="connsiteX318" fmla="*/ 1177982 w 3253380"/>
                <a:gd name="connsiteY318" fmla="*/ 660816 h 3035870"/>
                <a:gd name="connsiteX319" fmla="*/ 1152396 w 3253380"/>
                <a:gd name="connsiteY319" fmla="*/ 661858 h 3035870"/>
                <a:gd name="connsiteX320" fmla="*/ 1107631 w 3253380"/>
                <a:gd name="connsiteY320" fmla="*/ 676882 h 3035870"/>
                <a:gd name="connsiteX321" fmla="*/ 1069271 w 3253380"/>
                <a:gd name="connsiteY321" fmla="*/ 654283 h 3035870"/>
                <a:gd name="connsiteX322" fmla="*/ 1038208 w 3253380"/>
                <a:gd name="connsiteY322" fmla="*/ 664337 h 3035870"/>
                <a:gd name="connsiteX323" fmla="*/ 1059739 w 3253380"/>
                <a:gd name="connsiteY323" fmla="*/ 744310 h 3035870"/>
                <a:gd name="connsiteX324" fmla="*/ 1120938 w 3253380"/>
                <a:gd name="connsiteY324" fmla="*/ 744729 h 3035870"/>
                <a:gd name="connsiteX325" fmla="*/ 1127204 w 3253380"/>
                <a:gd name="connsiteY325" fmla="*/ 742505 h 3035870"/>
                <a:gd name="connsiteX326" fmla="*/ 1165056 w 3253380"/>
                <a:gd name="connsiteY326" fmla="*/ 730074 h 3035870"/>
                <a:gd name="connsiteX327" fmla="*/ 1167534 w 3253380"/>
                <a:gd name="connsiteY327" fmla="*/ 786940 h 3035870"/>
                <a:gd name="connsiteX328" fmla="*/ 1184057 w 3253380"/>
                <a:gd name="connsiteY328" fmla="*/ 807721 h 3035870"/>
                <a:gd name="connsiteX329" fmla="*/ 1206936 w 3253380"/>
                <a:gd name="connsiteY329" fmla="*/ 802878 h 3035870"/>
                <a:gd name="connsiteX330" fmla="*/ 1231212 w 3253380"/>
                <a:gd name="connsiteY330" fmla="*/ 795417 h 3035870"/>
                <a:gd name="connsiteX331" fmla="*/ 1239385 w 3253380"/>
                <a:gd name="connsiteY331" fmla="*/ 783038 h 3035870"/>
                <a:gd name="connsiteX332" fmla="*/ 1245257 w 3253380"/>
                <a:gd name="connsiteY332" fmla="*/ 763171 h 3035870"/>
                <a:gd name="connsiteX333" fmla="*/ 1233119 w 3253380"/>
                <a:gd name="connsiteY333" fmla="*/ 746559 h 3035870"/>
                <a:gd name="connsiteX334" fmla="*/ 1220205 w 3253380"/>
                <a:gd name="connsiteY334" fmla="*/ 707348 h 3035870"/>
                <a:gd name="connsiteX335" fmla="*/ 1248168 w 3253380"/>
                <a:gd name="connsiteY335" fmla="*/ 695451 h 3035870"/>
                <a:gd name="connsiteX336" fmla="*/ 1258094 w 3253380"/>
                <a:gd name="connsiteY336" fmla="*/ 691550 h 3035870"/>
                <a:gd name="connsiteX337" fmla="*/ 1283146 w 3253380"/>
                <a:gd name="connsiteY337" fmla="*/ 680949 h 3035870"/>
                <a:gd name="connsiteX338" fmla="*/ 1308567 w 3253380"/>
                <a:gd name="connsiteY338" fmla="*/ 663829 h 3035870"/>
                <a:gd name="connsiteX339" fmla="*/ 1329449 w 3253380"/>
                <a:gd name="connsiteY339" fmla="*/ 626448 h 3035870"/>
                <a:gd name="connsiteX340" fmla="*/ 1359344 w 3253380"/>
                <a:gd name="connsiteY340" fmla="*/ 580183 h 3035870"/>
                <a:gd name="connsiteX341" fmla="*/ 1343545 w 3253380"/>
                <a:gd name="connsiteY341" fmla="*/ 557037 h 3035870"/>
                <a:gd name="connsiteX342" fmla="*/ 1345896 w 3253380"/>
                <a:gd name="connsiteY342" fmla="*/ 550377 h 3035870"/>
                <a:gd name="connsiteX343" fmla="*/ 1378129 w 3253380"/>
                <a:gd name="connsiteY343" fmla="*/ 543196 h 3035870"/>
                <a:gd name="connsiteX344" fmla="*/ 1418802 w 3253380"/>
                <a:gd name="connsiteY344" fmla="*/ 528554 h 3035870"/>
                <a:gd name="connsiteX345" fmla="*/ 1451149 w 3253380"/>
                <a:gd name="connsiteY345" fmla="*/ 539396 h 3035870"/>
                <a:gd name="connsiteX346" fmla="*/ 1474130 w 3253380"/>
                <a:gd name="connsiteY346" fmla="*/ 589715 h 3035870"/>
                <a:gd name="connsiteX347" fmla="*/ 1482099 w 3253380"/>
                <a:gd name="connsiteY347" fmla="*/ 577564 h 3035870"/>
                <a:gd name="connsiteX348" fmla="*/ 1512095 w 3253380"/>
                <a:gd name="connsiteY348" fmla="*/ 574171 h 3035870"/>
                <a:gd name="connsiteX349" fmla="*/ 1541595 w 3253380"/>
                <a:gd name="connsiteY349" fmla="*/ 568807 h 3035870"/>
                <a:gd name="connsiteX350" fmla="*/ 1546946 w 3253380"/>
                <a:gd name="connsiteY350" fmla="*/ 572862 h 3035870"/>
                <a:gd name="connsiteX351" fmla="*/ 1593402 w 3253380"/>
                <a:gd name="connsiteY351" fmla="*/ 584898 h 3035870"/>
                <a:gd name="connsiteX352" fmla="*/ 1609201 w 3253380"/>
                <a:gd name="connsiteY352" fmla="*/ 577437 h 3035870"/>
                <a:gd name="connsiteX353" fmla="*/ 1609595 w 3253380"/>
                <a:gd name="connsiteY353" fmla="*/ 544886 h 3035870"/>
                <a:gd name="connsiteX354" fmla="*/ 1649658 w 3253380"/>
                <a:gd name="connsiteY354" fmla="*/ 527092 h 3035870"/>
                <a:gd name="connsiteX355" fmla="*/ 1651348 w 3253380"/>
                <a:gd name="connsiteY355" fmla="*/ 515856 h 3035870"/>
                <a:gd name="connsiteX356" fmla="*/ 1646264 w 3253380"/>
                <a:gd name="connsiteY356" fmla="*/ 478730 h 3035870"/>
                <a:gd name="connsiteX357" fmla="*/ 1653178 w 3253380"/>
                <a:gd name="connsiteY357" fmla="*/ 459906 h 3035870"/>
                <a:gd name="connsiteX358" fmla="*/ 1628521 w 3253380"/>
                <a:gd name="connsiteY358" fmla="*/ 429846 h 3035870"/>
                <a:gd name="connsiteX359" fmla="*/ 1598232 w 3253380"/>
                <a:gd name="connsiteY359" fmla="*/ 427749 h 3035870"/>
                <a:gd name="connsiteX360" fmla="*/ 1602147 w 3253380"/>
                <a:gd name="connsiteY360" fmla="*/ 403053 h 3035870"/>
                <a:gd name="connsiteX361" fmla="*/ 1600723 w 3253380"/>
                <a:gd name="connsiteY361" fmla="*/ 400308 h 3035870"/>
                <a:gd name="connsiteX362" fmla="*/ 1583488 w 3253380"/>
                <a:gd name="connsiteY362" fmla="*/ 367757 h 3035870"/>
                <a:gd name="connsiteX363" fmla="*/ 1584009 w 3253380"/>
                <a:gd name="connsiteY363" fmla="*/ 344497 h 3035870"/>
                <a:gd name="connsiteX364" fmla="*/ 1543693 w 3253380"/>
                <a:gd name="connsiteY364" fmla="*/ 346595 h 3035870"/>
                <a:gd name="connsiteX365" fmla="*/ 1536638 w 3253380"/>
                <a:gd name="connsiteY365" fmla="*/ 331965 h 3035870"/>
                <a:gd name="connsiteX366" fmla="*/ 1496055 w 3253380"/>
                <a:gd name="connsiteY366" fmla="*/ 299020 h 3035870"/>
                <a:gd name="connsiteX367" fmla="*/ 1495534 w 3253380"/>
                <a:gd name="connsiteY367" fmla="*/ 281900 h 3035870"/>
                <a:gd name="connsiteX368" fmla="*/ 1491212 w 3253380"/>
                <a:gd name="connsiteY368" fmla="*/ 243070 h 3035870"/>
                <a:gd name="connsiteX369" fmla="*/ 1469821 w 3253380"/>
                <a:gd name="connsiteY369" fmla="*/ 218234 h 3035870"/>
                <a:gd name="connsiteX370" fmla="*/ 1461076 w 3253380"/>
                <a:gd name="connsiteY370" fmla="*/ 205702 h 3035870"/>
                <a:gd name="connsiteX371" fmla="*/ 1515730 w 3253380"/>
                <a:gd name="connsiteY371" fmla="*/ 193932 h 3035870"/>
                <a:gd name="connsiteX372" fmla="*/ 1527602 w 3253380"/>
                <a:gd name="connsiteY372" fmla="*/ 191454 h 3035870"/>
                <a:gd name="connsiteX373" fmla="*/ 1601727 w 3253380"/>
                <a:gd name="connsiteY373" fmla="*/ 187272 h 3035870"/>
                <a:gd name="connsiteX374" fmla="*/ 1604981 w 3253380"/>
                <a:gd name="connsiteY374" fmla="*/ 185823 h 3035870"/>
                <a:gd name="connsiteX375" fmla="*/ 1624568 w 3253380"/>
                <a:gd name="connsiteY375" fmla="*/ 174193 h 3035870"/>
                <a:gd name="connsiteX376" fmla="*/ 1652886 w 3253380"/>
                <a:gd name="connsiteY376" fmla="*/ 161483 h 3035870"/>
                <a:gd name="connsiteX377" fmla="*/ 1673222 w 3253380"/>
                <a:gd name="connsiteY377" fmla="*/ 152586 h 3035870"/>
                <a:gd name="connsiteX378" fmla="*/ 1781806 w 3253380"/>
                <a:gd name="connsiteY378" fmla="*/ 253632 h 3035870"/>
                <a:gd name="connsiteX379" fmla="*/ 1819631 w 3253380"/>
                <a:gd name="connsiteY379" fmla="*/ 258983 h 3035870"/>
                <a:gd name="connsiteX380" fmla="*/ 1841556 w 3253380"/>
                <a:gd name="connsiteY380" fmla="*/ 223166 h 3035870"/>
                <a:gd name="connsiteX381" fmla="*/ 1877069 w 3253380"/>
                <a:gd name="connsiteY381" fmla="*/ 263305 h 3035870"/>
                <a:gd name="connsiteX382" fmla="*/ 1905908 w 3253380"/>
                <a:gd name="connsiteY382" fmla="*/ 231135 h 3035870"/>
                <a:gd name="connsiteX383" fmla="*/ 1914119 w 3253380"/>
                <a:gd name="connsiteY383" fmla="*/ 227322 h 3035870"/>
                <a:gd name="connsiteX384" fmla="*/ 1917932 w 3253380"/>
                <a:gd name="connsiteY384" fmla="*/ 232152 h 3035870"/>
                <a:gd name="connsiteX385" fmla="*/ 1918453 w 3253380"/>
                <a:gd name="connsiteY385" fmla="*/ 239206 h 3035870"/>
                <a:gd name="connsiteX386" fmla="*/ 1936603 w 3253380"/>
                <a:gd name="connsiteY386" fmla="*/ 248879 h 3035870"/>
                <a:gd name="connsiteX387" fmla="*/ 1957740 w 3253380"/>
                <a:gd name="connsiteY387" fmla="*/ 236079 h 3035870"/>
                <a:gd name="connsiteX388" fmla="*/ 1963485 w 3253380"/>
                <a:gd name="connsiteY388" fmla="*/ 271490 h 3035870"/>
                <a:gd name="connsiteX389" fmla="*/ 1985919 w 3253380"/>
                <a:gd name="connsiteY389" fmla="*/ 328076 h 3035870"/>
                <a:gd name="connsiteX390" fmla="*/ 1985398 w 3253380"/>
                <a:gd name="connsiteY390" fmla="*/ 362851 h 3035870"/>
                <a:gd name="connsiteX391" fmla="*/ 2001857 w 3253380"/>
                <a:gd name="connsiteY391" fmla="*/ 378535 h 3035870"/>
                <a:gd name="connsiteX392" fmla="*/ 2023897 w 3253380"/>
                <a:gd name="connsiteY392" fmla="*/ 436824 h 3035870"/>
                <a:gd name="connsiteX393" fmla="*/ 2028587 w 3253380"/>
                <a:gd name="connsiteY393" fmla="*/ 433303 h 3035870"/>
                <a:gd name="connsiteX394" fmla="*/ 2072717 w 3253380"/>
                <a:gd name="connsiteY394" fmla="*/ 501939 h 3035870"/>
                <a:gd name="connsiteX395" fmla="*/ 2064620 w 3253380"/>
                <a:gd name="connsiteY395" fmla="*/ 533168 h 3035870"/>
                <a:gd name="connsiteX396" fmla="*/ 2075449 w 3253380"/>
                <a:gd name="connsiteY396" fmla="*/ 587669 h 3035870"/>
                <a:gd name="connsiteX397" fmla="*/ 2083800 w 3253380"/>
                <a:gd name="connsiteY397" fmla="*/ 644128 h 3035870"/>
                <a:gd name="connsiteX398" fmla="*/ 2058621 w 3253380"/>
                <a:gd name="connsiteY398" fmla="*/ 656838 h 3035870"/>
                <a:gd name="connsiteX399" fmla="*/ 2045441 w 3253380"/>
                <a:gd name="connsiteY399" fmla="*/ 679462 h 3035870"/>
                <a:gd name="connsiteX400" fmla="*/ 2061964 w 3253380"/>
                <a:gd name="connsiteY400" fmla="*/ 758786 h 3035870"/>
                <a:gd name="connsiteX401" fmla="*/ 2056880 w 3253380"/>
                <a:gd name="connsiteY401" fmla="*/ 786635 h 3035870"/>
                <a:gd name="connsiteX402" fmla="*/ 2070594 w 3253380"/>
                <a:gd name="connsiteY402" fmla="*/ 792240 h 3035870"/>
                <a:gd name="connsiteX403" fmla="*/ 2048555 w 3253380"/>
                <a:gd name="connsiteY403" fmla="*/ 878377 h 3035870"/>
                <a:gd name="connsiteX404" fmla="*/ 2097870 w 3253380"/>
                <a:gd name="connsiteY404" fmla="*/ 937187 h 3035870"/>
                <a:gd name="connsiteX405" fmla="*/ 2117571 w 3253380"/>
                <a:gd name="connsiteY405" fmla="*/ 1008440 h 3035870"/>
                <a:gd name="connsiteX406" fmla="*/ 2153859 w 3253380"/>
                <a:gd name="connsiteY406" fmla="*/ 996416 h 3035870"/>
                <a:gd name="connsiteX407" fmla="*/ 2197963 w 3253380"/>
                <a:gd name="connsiteY407" fmla="*/ 1009864 h 3035870"/>
                <a:gd name="connsiteX408" fmla="*/ 2221972 w 3253380"/>
                <a:gd name="connsiteY408" fmla="*/ 1006051 h 3035870"/>
                <a:gd name="connsiteX409" fmla="*/ 2221464 w 3253380"/>
                <a:gd name="connsiteY409" fmla="*/ 1082248 h 3035870"/>
                <a:gd name="connsiteX410" fmla="*/ 2208004 w 3253380"/>
                <a:gd name="connsiteY410" fmla="*/ 1115295 h 3035870"/>
                <a:gd name="connsiteX411" fmla="*/ 2146283 w 3253380"/>
                <a:gd name="connsiteY411" fmla="*/ 1221692 h 3035870"/>
                <a:gd name="connsiteX412" fmla="*/ 2060019 w 3253380"/>
                <a:gd name="connsiteY412" fmla="*/ 1253328 h 3035870"/>
                <a:gd name="connsiteX413" fmla="*/ 2048681 w 3253380"/>
                <a:gd name="connsiteY413" fmla="*/ 1281557 h 3035870"/>
                <a:gd name="connsiteX414" fmla="*/ 2081309 w 3253380"/>
                <a:gd name="connsiteY414" fmla="*/ 1305859 h 3035870"/>
                <a:gd name="connsiteX415" fmla="*/ 2061061 w 3253380"/>
                <a:gd name="connsiteY415" fmla="*/ 1356306 h 3035870"/>
                <a:gd name="connsiteX416" fmla="*/ 2031701 w 3253380"/>
                <a:gd name="connsiteY416" fmla="*/ 1369652 h 3035870"/>
                <a:gd name="connsiteX417" fmla="*/ 2055202 w 3253380"/>
                <a:gd name="connsiteY417" fmla="*/ 1482772 h 3035870"/>
                <a:gd name="connsiteX418" fmla="*/ 2114177 w 3253380"/>
                <a:gd name="connsiteY418" fmla="*/ 1532838 h 3035870"/>
                <a:gd name="connsiteX419" fmla="*/ 2163518 w 3253380"/>
                <a:gd name="connsiteY419" fmla="*/ 1574680 h 3035870"/>
                <a:gd name="connsiteX420" fmla="*/ 2221591 w 3253380"/>
                <a:gd name="connsiteY420" fmla="*/ 1623817 h 3035870"/>
                <a:gd name="connsiteX421" fmla="*/ 2226942 w 3253380"/>
                <a:gd name="connsiteY421" fmla="*/ 1639756 h 3035870"/>
                <a:gd name="connsiteX422" fmla="*/ 2228112 w 3253380"/>
                <a:gd name="connsiteY422" fmla="*/ 1647382 h 3035870"/>
                <a:gd name="connsiteX423" fmla="*/ 2244813 w 3253380"/>
                <a:gd name="connsiteY423" fmla="*/ 1660448 h 3035870"/>
                <a:gd name="connsiteX424" fmla="*/ 2291154 w 3253380"/>
                <a:gd name="connsiteY424" fmla="*/ 1697041 h 3035870"/>
                <a:gd name="connsiteX425" fmla="*/ 2364607 w 3253380"/>
                <a:gd name="connsiteY425" fmla="*/ 1654436 h 3035870"/>
                <a:gd name="connsiteX426" fmla="*/ 2418383 w 3253380"/>
                <a:gd name="connsiteY426" fmla="*/ 1659800 h 3035870"/>
                <a:gd name="connsiteX427" fmla="*/ 2462094 w 3253380"/>
                <a:gd name="connsiteY427" fmla="*/ 1661490 h 3035870"/>
                <a:gd name="connsiteX428" fmla="*/ 2504508 w 3253380"/>
                <a:gd name="connsiteY428" fmla="*/ 1661490 h 3035870"/>
                <a:gd name="connsiteX429" fmla="*/ 2531911 w 3253380"/>
                <a:gd name="connsiteY429" fmla="*/ 1698617 h 3035870"/>
                <a:gd name="connsiteX430" fmla="*/ 2571986 w 3253380"/>
                <a:gd name="connsiteY430" fmla="*/ 1708544 h 3035870"/>
                <a:gd name="connsiteX431" fmla="*/ 2622484 w 3253380"/>
                <a:gd name="connsiteY431" fmla="*/ 1753118 h 3035870"/>
                <a:gd name="connsiteX432" fmla="*/ 2665699 w 3253380"/>
                <a:gd name="connsiteY432" fmla="*/ 1732197 h 3035870"/>
                <a:gd name="connsiteX433" fmla="*/ 2711227 w 3253380"/>
                <a:gd name="connsiteY433" fmla="*/ 1707679 h 3035870"/>
                <a:gd name="connsiteX434" fmla="*/ 2777256 w 3253380"/>
                <a:gd name="connsiteY434" fmla="*/ 1734587 h 3035870"/>
                <a:gd name="connsiteX435" fmla="*/ 2811968 w 3253380"/>
                <a:gd name="connsiteY435" fmla="*/ 1708709 h 3035870"/>
                <a:gd name="connsiteX436" fmla="*/ 2899007 w 3253380"/>
                <a:gd name="connsiteY436" fmla="*/ 1751059 h 3035870"/>
                <a:gd name="connsiteX437" fmla="*/ 2979399 w 3253380"/>
                <a:gd name="connsiteY437" fmla="*/ 1690050 h 3035870"/>
                <a:gd name="connsiteX438" fmla="*/ 3076747 w 3253380"/>
                <a:gd name="connsiteY438" fmla="*/ 1650966 h 3035870"/>
                <a:gd name="connsiteX439" fmla="*/ 3117076 w 3253380"/>
                <a:gd name="connsiteY439" fmla="*/ 1682323 h 3035870"/>
                <a:gd name="connsiteX440" fmla="*/ 3133777 w 3253380"/>
                <a:gd name="connsiteY440" fmla="*/ 1717237 h 3035870"/>
                <a:gd name="connsiteX441" fmla="*/ 3175924 w 3253380"/>
                <a:gd name="connsiteY441" fmla="*/ 1693444 h 3035870"/>
                <a:gd name="connsiteX442" fmla="*/ 3236095 w 3253380"/>
                <a:gd name="connsiteY442" fmla="*/ 1701934 h 3035870"/>
                <a:gd name="connsiteX443" fmla="*/ 3240009 w 3253380"/>
                <a:gd name="connsiteY443" fmla="*/ 1722207 h 3035870"/>
                <a:gd name="connsiteX444" fmla="*/ 3221605 w 3253380"/>
                <a:gd name="connsiteY444" fmla="*/ 1755533 h 3035870"/>
                <a:gd name="connsiteX445" fmla="*/ 3253380 w 3253380"/>
                <a:gd name="connsiteY445" fmla="*/ 1878924 h 3035870"/>
                <a:gd name="connsiteX446" fmla="*/ 3250381 w 3253380"/>
                <a:gd name="connsiteY446" fmla="*/ 1945309 h 3035870"/>
                <a:gd name="connsiteX447" fmla="*/ 3201574 w 3253380"/>
                <a:gd name="connsiteY447" fmla="*/ 1953406 h 3035870"/>
                <a:gd name="connsiteX448" fmla="*/ 3144162 w 3253380"/>
                <a:gd name="connsiteY448" fmla="*/ 1933285 h 3035870"/>
                <a:gd name="connsiteX449" fmla="*/ 3143755 w 3253380"/>
                <a:gd name="connsiteY449" fmla="*/ 1987939 h 3035870"/>
                <a:gd name="connsiteX450" fmla="*/ 3174818 w 3253380"/>
                <a:gd name="connsiteY450" fmla="*/ 2045580 h 3035870"/>
                <a:gd name="connsiteX451" fmla="*/ 3127587 w 3253380"/>
                <a:gd name="connsiteY451" fmla="*/ 2069234 h 3035870"/>
                <a:gd name="connsiteX452" fmla="*/ 3087906 w 3253380"/>
                <a:gd name="connsiteY452" fmla="*/ 2110262 h 3035870"/>
                <a:gd name="connsiteX453" fmla="*/ 3075641 w 3253380"/>
                <a:gd name="connsiteY453" fmla="*/ 2263713 h 3035870"/>
                <a:gd name="connsiteX454" fmla="*/ 3033481 w 3253380"/>
                <a:gd name="connsiteY454" fmla="*/ 2318748 h 3035870"/>
                <a:gd name="connsiteX455" fmla="*/ 2969816 w 3253380"/>
                <a:gd name="connsiteY455" fmla="*/ 2354425 h 3035870"/>
                <a:gd name="connsiteX456" fmla="*/ 2907536 w 3253380"/>
                <a:gd name="connsiteY456" fmla="*/ 2393763 h 3035870"/>
                <a:gd name="connsiteX457" fmla="*/ 2857025 w 3253380"/>
                <a:gd name="connsiteY457" fmla="*/ 2420811 h 3035870"/>
                <a:gd name="connsiteX458" fmla="*/ 2815654 w 3253380"/>
                <a:gd name="connsiteY458" fmla="*/ 2430356 h 3035870"/>
                <a:gd name="connsiteX459" fmla="*/ 2707210 w 3253380"/>
                <a:gd name="connsiteY459" fmla="*/ 2447362 h 3035870"/>
                <a:gd name="connsiteX460" fmla="*/ 2686200 w 3253380"/>
                <a:gd name="connsiteY460" fmla="*/ 2420175 h 3035870"/>
                <a:gd name="connsiteX461" fmla="*/ 2590543 w 3253380"/>
                <a:gd name="connsiteY461" fmla="*/ 2406308 h 3035870"/>
                <a:gd name="connsiteX462" fmla="*/ 2567970 w 3253380"/>
                <a:gd name="connsiteY462" fmla="*/ 2376109 h 3035870"/>
                <a:gd name="connsiteX463" fmla="*/ 2477282 w 3253380"/>
                <a:gd name="connsiteY463" fmla="*/ 2351807 h 3035870"/>
                <a:gd name="connsiteX464" fmla="*/ 2452853 w 3253380"/>
                <a:gd name="connsiteY464" fmla="*/ 2360310 h 3035870"/>
                <a:gd name="connsiteX465" fmla="*/ 2371292 w 3253380"/>
                <a:gd name="connsiteY465" fmla="*/ 2320833 h 3035870"/>
                <a:gd name="connsiteX466" fmla="*/ 2322104 w 3253380"/>
                <a:gd name="connsiteY466" fmla="*/ 2342529 h 3035870"/>
                <a:gd name="connsiteX467" fmla="*/ 2302276 w 3253380"/>
                <a:gd name="connsiteY467" fmla="*/ 2369716 h 3035870"/>
                <a:gd name="connsiteX468" fmla="*/ 2269229 w 3253380"/>
                <a:gd name="connsiteY468" fmla="*/ 2381473 h 3035870"/>
                <a:gd name="connsiteX469" fmla="*/ 2251346 w 3253380"/>
                <a:gd name="connsiteY469" fmla="*/ 2400297 h 3035870"/>
                <a:gd name="connsiteX470" fmla="*/ 2276665 w 3253380"/>
                <a:gd name="connsiteY470" fmla="*/ 2447324 h 3035870"/>
                <a:gd name="connsiteX471" fmla="*/ 2261921 w 3253380"/>
                <a:gd name="connsiteY471" fmla="*/ 2478820 h 3035870"/>
                <a:gd name="connsiteX472" fmla="*/ 2208678 w 3253380"/>
                <a:gd name="connsiteY472" fmla="*/ 2497377 h 3035870"/>
                <a:gd name="connsiteX473" fmla="*/ 2184262 w 3253380"/>
                <a:gd name="connsiteY473" fmla="*/ 2532965 h 3035870"/>
                <a:gd name="connsiteX474" fmla="*/ 2080127 w 3253380"/>
                <a:gd name="connsiteY474" fmla="*/ 2583692 h 3035870"/>
                <a:gd name="connsiteX475" fmla="*/ 2007056 w 3253380"/>
                <a:gd name="connsiteY475" fmla="*/ 2584734 h 3035870"/>
                <a:gd name="connsiteX476" fmla="*/ 1853453 w 3253380"/>
                <a:gd name="connsiteY476" fmla="*/ 2700283 h 3035870"/>
                <a:gd name="connsiteX477" fmla="*/ 1807264 w 3253380"/>
                <a:gd name="connsiteY477" fmla="*/ 2735973 h 3035870"/>
                <a:gd name="connsiteX478" fmla="*/ 1788860 w 3253380"/>
                <a:gd name="connsiteY478" fmla="*/ 2748683 h 3035870"/>
                <a:gd name="connsiteX479" fmla="*/ 1723211 w 3253380"/>
                <a:gd name="connsiteY479" fmla="*/ 2770507 h 3035870"/>
                <a:gd name="connsiteX480" fmla="*/ 1696596 w 3253380"/>
                <a:gd name="connsiteY480" fmla="*/ 2738236 h 3035870"/>
                <a:gd name="connsiteX481" fmla="*/ 1560356 w 3253380"/>
                <a:gd name="connsiteY481" fmla="*/ 2684370 h 3035870"/>
                <a:gd name="connsiteX482" fmla="*/ 1528491 w 3253380"/>
                <a:gd name="connsiteY482" fmla="*/ 2711430 h 3035870"/>
                <a:gd name="connsiteX483" fmla="*/ 1505930 w 3253380"/>
                <a:gd name="connsiteY483" fmla="*/ 2772222 h 3035870"/>
                <a:gd name="connsiteX484" fmla="*/ 1472884 w 3253380"/>
                <a:gd name="connsiteY484" fmla="*/ 2777180 h 3035870"/>
                <a:gd name="connsiteX485" fmla="*/ 1424738 w 3253380"/>
                <a:gd name="connsiteY485" fmla="*/ 2772222 h 3035870"/>
                <a:gd name="connsiteX486" fmla="*/ 1371101 w 3253380"/>
                <a:gd name="connsiteY486" fmla="*/ 2790017 h 3035870"/>
                <a:gd name="connsiteX487" fmla="*/ 1354793 w 3253380"/>
                <a:gd name="connsiteY487" fmla="*/ 2828592 h 3035870"/>
                <a:gd name="connsiteX488" fmla="*/ 1415078 w 3253380"/>
                <a:gd name="connsiteY488" fmla="*/ 2851839 h 3035870"/>
                <a:gd name="connsiteX489" fmla="*/ 1380099 w 3253380"/>
                <a:gd name="connsiteY489" fmla="*/ 2886347 h 3035870"/>
                <a:gd name="connsiteX490" fmla="*/ 1316409 w 3253380"/>
                <a:gd name="connsiteY490" fmla="*/ 2890669 h 3035870"/>
                <a:gd name="connsiteX491" fmla="*/ 1299580 w 3253380"/>
                <a:gd name="connsiteY491" fmla="*/ 2908819 h 3035870"/>
                <a:gd name="connsiteX492" fmla="*/ 1273995 w 3253380"/>
                <a:gd name="connsiteY492" fmla="*/ 2906340 h 3035870"/>
                <a:gd name="connsiteX493" fmla="*/ 1258476 w 3253380"/>
                <a:gd name="connsiteY493" fmla="*/ 2862948 h 3035870"/>
                <a:gd name="connsiteX494" fmla="*/ 1214625 w 3253380"/>
                <a:gd name="connsiteY494" fmla="*/ 2888572 h 3035870"/>
                <a:gd name="connsiteX495" fmla="*/ 1174563 w 3253380"/>
                <a:gd name="connsiteY495" fmla="*/ 2860470 h 3035870"/>
                <a:gd name="connsiteX496" fmla="*/ 1094692 w 3253380"/>
                <a:gd name="connsiteY496" fmla="*/ 2896541 h 3035870"/>
                <a:gd name="connsiteX497" fmla="*/ 1058544 w 3253380"/>
                <a:gd name="connsiteY497" fmla="*/ 2922686 h 3035870"/>
                <a:gd name="connsiteX498" fmla="*/ 1011694 w 3253380"/>
                <a:gd name="connsiteY498" fmla="*/ 2959545 h 3035870"/>
                <a:gd name="connsiteX499" fmla="*/ 927400 w 3253380"/>
                <a:gd name="connsiteY499" fmla="*/ 2988550 h 3035870"/>
                <a:gd name="connsiteX500" fmla="*/ 908335 w 3253380"/>
                <a:gd name="connsiteY500" fmla="*/ 2976653 h 3035870"/>
                <a:gd name="connsiteX501" fmla="*/ 916304 w 3253380"/>
                <a:gd name="connsiteY501" fmla="*/ 2892486 h 3035870"/>
                <a:gd name="connsiteX502" fmla="*/ 811127 w 3253380"/>
                <a:gd name="connsiteY502" fmla="*/ 2943200 h 3035870"/>
                <a:gd name="connsiteX503" fmla="*/ 811903 w 3253380"/>
                <a:gd name="connsiteY503" fmla="*/ 3001896 h 3035870"/>
                <a:gd name="connsiteX504" fmla="*/ 792329 w 3253380"/>
                <a:gd name="connsiteY504" fmla="*/ 3025816 h 3035870"/>
                <a:gd name="connsiteX505" fmla="*/ 723046 w 3253380"/>
                <a:gd name="connsiteY505" fmla="*/ 3035870 h 3035870"/>
                <a:gd name="connsiteX506" fmla="*/ 710246 w 3253380"/>
                <a:gd name="connsiteY506" fmla="*/ 2970527 h 3035870"/>
                <a:gd name="connsiteX507" fmla="*/ 704234 w 3253380"/>
                <a:gd name="connsiteY507" fmla="*/ 2939806 h 3035870"/>
                <a:gd name="connsiteX508" fmla="*/ 699532 w 3253380"/>
                <a:gd name="connsiteY508" fmla="*/ 2915657 h 3035870"/>
                <a:gd name="connsiteX509" fmla="*/ 669917 w 3253380"/>
                <a:gd name="connsiteY509" fmla="*/ 2881162 h 3035870"/>
                <a:gd name="connsiteX510" fmla="*/ 706192 w 3253380"/>
                <a:gd name="connsiteY510" fmla="*/ 2777243 h 3035870"/>
                <a:gd name="connsiteX511" fmla="*/ 673565 w 3253380"/>
                <a:gd name="connsiteY511" fmla="*/ 2700524 h 3035870"/>
                <a:gd name="connsiteX512" fmla="*/ 729820 w 3253380"/>
                <a:gd name="connsiteY512" fmla="*/ 2693191 h 3035870"/>
                <a:gd name="connsiteX513" fmla="*/ 750309 w 3253380"/>
                <a:gd name="connsiteY513" fmla="*/ 2657780 h 3035870"/>
                <a:gd name="connsiteX514" fmla="*/ 736595 w 3253380"/>
                <a:gd name="connsiteY514" fmla="*/ 2577922 h 3035870"/>
                <a:gd name="connsiteX515" fmla="*/ 733468 w 3253380"/>
                <a:gd name="connsiteY515" fmla="*/ 2559365 h 3035870"/>
                <a:gd name="connsiteX516" fmla="*/ 766629 w 3253380"/>
                <a:gd name="connsiteY516" fmla="*/ 2494543 h 3035870"/>
                <a:gd name="connsiteX517" fmla="*/ 785275 w 3253380"/>
                <a:gd name="connsiteY517" fmla="*/ 2458065 h 3035870"/>
                <a:gd name="connsiteX518" fmla="*/ 779009 w 3253380"/>
                <a:gd name="connsiteY518" fmla="*/ 2434678 h 3035870"/>
                <a:gd name="connsiteX519" fmla="*/ 760096 w 3253380"/>
                <a:gd name="connsiteY519" fmla="*/ 2364085 h 3035870"/>
                <a:gd name="connsiteX520" fmla="*/ 809666 w 3253380"/>
                <a:gd name="connsiteY520" fmla="*/ 2335729 h 3035870"/>
                <a:gd name="connsiteX521" fmla="*/ 851673 w 3253380"/>
                <a:gd name="connsiteY521" fmla="*/ 2269864 h 3035870"/>
                <a:gd name="connsiteX522" fmla="*/ 888532 w 3253380"/>
                <a:gd name="connsiteY522" fmla="*/ 2283973 h 3035870"/>
                <a:gd name="connsiteX523" fmla="*/ 932649 w 3253380"/>
                <a:gd name="connsiteY523" fmla="*/ 2246986 h 3035870"/>
                <a:gd name="connsiteX524" fmla="*/ 917499 w 3253380"/>
                <a:gd name="connsiteY524" fmla="*/ 2113402 h 3035870"/>
                <a:gd name="connsiteX525" fmla="*/ 951295 w 3253380"/>
                <a:gd name="connsiteY525" fmla="*/ 2098366 h 3035870"/>
                <a:gd name="connsiteX526" fmla="*/ 952350 w 3253380"/>
                <a:gd name="connsiteY526" fmla="*/ 2057985 h 3035870"/>
                <a:gd name="connsiteX527" fmla="*/ 983656 w 3253380"/>
                <a:gd name="connsiteY527" fmla="*/ 2057858 h 3035870"/>
                <a:gd name="connsiteX528" fmla="*/ 998793 w 3253380"/>
                <a:gd name="connsiteY528" fmla="*/ 2083075 h 3035870"/>
                <a:gd name="connsiteX529" fmla="*/ 1049050 w 3253380"/>
                <a:gd name="connsiteY529" fmla="*/ 2055507 h 3035870"/>
                <a:gd name="connsiteX530" fmla="*/ 1047232 w 3253380"/>
                <a:gd name="connsiteY530" fmla="*/ 1999162 h 3035870"/>
                <a:gd name="connsiteX531" fmla="*/ 1055049 w 3253380"/>
                <a:gd name="connsiteY531" fmla="*/ 1953939 h 3035870"/>
                <a:gd name="connsiteX532" fmla="*/ 992413 w 3253380"/>
                <a:gd name="connsiteY532" fmla="*/ 1930540 h 3035870"/>
                <a:gd name="connsiteX533" fmla="*/ 984787 w 3253380"/>
                <a:gd name="connsiteY533" fmla="*/ 1927680 h 3035870"/>
                <a:gd name="connsiteX534" fmla="*/ 992222 w 3253380"/>
                <a:gd name="connsiteY534" fmla="*/ 1888279 h 3035870"/>
                <a:gd name="connsiteX535" fmla="*/ 890706 w 3253380"/>
                <a:gd name="connsiteY535" fmla="*/ 1857431 h 3035870"/>
                <a:gd name="connsiteX536" fmla="*/ 899450 w 3253380"/>
                <a:gd name="connsiteY536" fmla="*/ 1778094 h 3035870"/>
                <a:gd name="connsiteX537" fmla="*/ 882215 w 3253380"/>
                <a:gd name="connsiteY537" fmla="*/ 1729083 h 3035870"/>
                <a:gd name="connsiteX538" fmla="*/ 871780 w 3253380"/>
                <a:gd name="connsiteY538" fmla="*/ 1709866 h 3035870"/>
                <a:gd name="connsiteX539" fmla="*/ 898141 w 3253380"/>
                <a:gd name="connsiteY539" fmla="*/ 1659546 h 3035870"/>
                <a:gd name="connsiteX540" fmla="*/ 895930 w 3253380"/>
                <a:gd name="connsiteY540" fmla="*/ 1645044 h 3035870"/>
                <a:gd name="connsiteX541" fmla="*/ 931671 w 3253380"/>
                <a:gd name="connsiteY541" fmla="*/ 1581391 h 3035870"/>
                <a:gd name="connsiteX542" fmla="*/ 931938 w 3253380"/>
                <a:gd name="connsiteY542" fmla="*/ 1551331 h 3035870"/>
                <a:gd name="connsiteX543" fmla="*/ 952020 w 3253380"/>
                <a:gd name="connsiteY543" fmla="*/ 1521793 h 3035870"/>
                <a:gd name="connsiteX544" fmla="*/ 895790 w 3253380"/>
                <a:gd name="connsiteY544" fmla="*/ 1470952 h 3035870"/>
                <a:gd name="connsiteX545" fmla="*/ 924883 w 3253380"/>
                <a:gd name="connsiteY545" fmla="*/ 1439723 h 3035870"/>
                <a:gd name="connsiteX546" fmla="*/ 969255 w 3253380"/>
                <a:gd name="connsiteY546" fmla="*/ 1478667 h 3035870"/>
                <a:gd name="connsiteX547" fmla="*/ 1012470 w 3253380"/>
                <a:gd name="connsiteY547" fmla="*/ 1438147 h 3035870"/>
                <a:gd name="connsiteX548" fmla="*/ 1003191 w 3253380"/>
                <a:gd name="connsiteY548" fmla="*/ 1377367 h 3035870"/>
                <a:gd name="connsiteX549" fmla="*/ 1000649 w 3253380"/>
                <a:gd name="connsiteY549" fmla="*/ 1360653 h 3035870"/>
                <a:gd name="connsiteX550" fmla="*/ 977021 w 3253380"/>
                <a:gd name="connsiteY550" fmla="*/ 1364466 h 3035870"/>
                <a:gd name="connsiteX551" fmla="*/ 962925 w 3253380"/>
                <a:gd name="connsiteY551" fmla="*/ 1343812 h 3035870"/>
                <a:gd name="connsiteX552" fmla="*/ 853172 w 3253380"/>
                <a:gd name="connsiteY552" fmla="*/ 1359064 h 3035870"/>
                <a:gd name="connsiteX553" fmla="*/ 803717 w 3253380"/>
                <a:gd name="connsiteY553" fmla="*/ 1332932 h 3035870"/>
                <a:gd name="connsiteX554" fmla="*/ 768611 w 3253380"/>
                <a:gd name="connsiteY554" fmla="*/ 1333580 h 3035870"/>
                <a:gd name="connsiteX555" fmla="*/ 749686 w 3253380"/>
                <a:gd name="connsiteY555" fmla="*/ 1316193 h 3035870"/>
                <a:gd name="connsiteX556" fmla="*/ 736124 w 3253380"/>
                <a:gd name="connsiteY556" fmla="*/ 1320120 h 3035870"/>
                <a:gd name="connsiteX557" fmla="*/ 723414 w 3253380"/>
                <a:gd name="connsiteY557" fmla="*/ 1335537 h 3035870"/>
                <a:gd name="connsiteX558" fmla="*/ 678255 w 3253380"/>
                <a:gd name="connsiteY558" fmla="*/ 1330568 h 3035870"/>
                <a:gd name="connsiteX559" fmla="*/ 662469 w 3253380"/>
                <a:gd name="connsiteY559" fmla="*/ 1326386 h 3035870"/>
                <a:gd name="connsiteX560" fmla="*/ 694244 w 3253380"/>
                <a:gd name="connsiteY560" fmla="*/ 1289921 h 3035870"/>
                <a:gd name="connsiteX561" fmla="*/ 698172 w 3253380"/>
                <a:gd name="connsiteY561" fmla="*/ 1262988 h 3035870"/>
                <a:gd name="connsiteX562" fmla="*/ 710437 w 3253380"/>
                <a:gd name="connsiteY562" fmla="*/ 1246922 h 3035870"/>
                <a:gd name="connsiteX563" fmla="*/ 695833 w 3253380"/>
                <a:gd name="connsiteY563" fmla="*/ 1213062 h 3035870"/>
                <a:gd name="connsiteX564" fmla="*/ 703917 w 3253380"/>
                <a:gd name="connsiteY564" fmla="*/ 1181439 h 3035870"/>
                <a:gd name="connsiteX565" fmla="*/ 692477 w 3253380"/>
                <a:gd name="connsiteY565" fmla="*/ 1144579 h 3035870"/>
                <a:gd name="connsiteX566" fmla="*/ 675369 w 3253380"/>
                <a:gd name="connsiteY566" fmla="*/ 1145100 h 3035870"/>
                <a:gd name="connsiteX567" fmla="*/ 676170 w 3253380"/>
                <a:gd name="connsiteY567" fmla="*/ 1137131 h 3035870"/>
                <a:gd name="connsiteX568" fmla="*/ 734230 w 3253380"/>
                <a:gd name="connsiteY568" fmla="*/ 1105356 h 3035870"/>
                <a:gd name="connsiteX569" fmla="*/ 750665 w 3253380"/>
                <a:gd name="connsiteY569" fmla="*/ 1087561 h 3035870"/>
                <a:gd name="connsiteX570" fmla="*/ 747805 w 3253380"/>
                <a:gd name="connsiteY570" fmla="*/ 1057375 h 3035870"/>
                <a:gd name="connsiteX571" fmla="*/ 734751 w 3253380"/>
                <a:gd name="connsiteY571" fmla="*/ 1047715 h 3035870"/>
                <a:gd name="connsiteX572" fmla="*/ 719754 w 3253380"/>
                <a:gd name="connsiteY572" fmla="*/ 1016206 h 3035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Lst>
              <a:rect l="l" t="t" r="r" b="b"/>
              <a:pathLst>
                <a:path w="3253380" h="3035870">
                  <a:moveTo>
                    <a:pt x="1706574" y="546768"/>
                  </a:moveTo>
                  <a:lnTo>
                    <a:pt x="1688564" y="534998"/>
                  </a:lnTo>
                  <a:lnTo>
                    <a:pt x="1663651" y="542967"/>
                  </a:lnTo>
                  <a:lnTo>
                    <a:pt x="1653483" y="570015"/>
                  </a:lnTo>
                  <a:lnTo>
                    <a:pt x="1685589" y="573561"/>
                  </a:lnTo>
                  <a:close/>
                  <a:moveTo>
                    <a:pt x="513670" y="1285230"/>
                  </a:moveTo>
                  <a:lnTo>
                    <a:pt x="557254" y="1276219"/>
                  </a:lnTo>
                  <a:lnTo>
                    <a:pt x="561829" y="1301957"/>
                  </a:lnTo>
                  <a:lnTo>
                    <a:pt x="532062" y="1323005"/>
                  </a:lnTo>
                  <a:lnTo>
                    <a:pt x="521500" y="1319472"/>
                  </a:lnTo>
                  <a:close/>
                  <a:moveTo>
                    <a:pt x="757846" y="1233118"/>
                  </a:moveTo>
                  <a:lnTo>
                    <a:pt x="759397" y="1214562"/>
                  </a:lnTo>
                  <a:lnTo>
                    <a:pt x="749483" y="1208677"/>
                  </a:lnTo>
                  <a:lnTo>
                    <a:pt x="723643" y="1230907"/>
                  </a:lnTo>
                  <a:lnTo>
                    <a:pt x="721685" y="1245015"/>
                  </a:lnTo>
                  <a:lnTo>
                    <a:pt x="725854" y="1254828"/>
                  </a:lnTo>
                  <a:lnTo>
                    <a:pt x="757719" y="1239918"/>
                  </a:lnTo>
                  <a:close/>
                  <a:moveTo>
                    <a:pt x="449331" y="1338207"/>
                  </a:moveTo>
                  <a:lnTo>
                    <a:pt x="465855" y="1315468"/>
                  </a:lnTo>
                  <a:lnTo>
                    <a:pt x="485708" y="1326437"/>
                  </a:lnTo>
                  <a:lnTo>
                    <a:pt x="462740" y="1349315"/>
                  </a:lnTo>
                  <a:close/>
                  <a:moveTo>
                    <a:pt x="2090117" y="1946377"/>
                  </a:moveTo>
                  <a:lnTo>
                    <a:pt x="2105509" y="1945322"/>
                  </a:lnTo>
                  <a:lnTo>
                    <a:pt x="2113605" y="1949135"/>
                  </a:lnTo>
                  <a:lnTo>
                    <a:pt x="2115957" y="1955287"/>
                  </a:lnTo>
                  <a:lnTo>
                    <a:pt x="2157456" y="1957257"/>
                  </a:lnTo>
                  <a:lnTo>
                    <a:pt x="2199742" y="1926753"/>
                  </a:lnTo>
                  <a:lnTo>
                    <a:pt x="2208741" y="1911589"/>
                  </a:lnTo>
                  <a:lnTo>
                    <a:pt x="2223612" y="1899298"/>
                  </a:lnTo>
                  <a:lnTo>
                    <a:pt x="2255070" y="1885965"/>
                  </a:lnTo>
                  <a:lnTo>
                    <a:pt x="2293569" y="1860863"/>
                  </a:lnTo>
                  <a:lnTo>
                    <a:pt x="2302187" y="1850936"/>
                  </a:lnTo>
                  <a:lnTo>
                    <a:pt x="2349037" y="1824664"/>
                  </a:lnTo>
                  <a:lnTo>
                    <a:pt x="2371343" y="1808725"/>
                  </a:lnTo>
                  <a:lnTo>
                    <a:pt x="2399661" y="1799701"/>
                  </a:lnTo>
                  <a:lnTo>
                    <a:pt x="2417672" y="1803095"/>
                  </a:lnTo>
                  <a:lnTo>
                    <a:pt x="2422362" y="1800756"/>
                  </a:lnTo>
                  <a:lnTo>
                    <a:pt x="2420023" y="1794210"/>
                  </a:lnTo>
                  <a:lnTo>
                    <a:pt x="2423404" y="1787855"/>
                  </a:lnTo>
                  <a:lnTo>
                    <a:pt x="2420862" y="1770468"/>
                  </a:lnTo>
                  <a:lnTo>
                    <a:pt x="2407147" y="1758584"/>
                  </a:lnTo>
                  <a:lnTo>
                    <a:pt x="2390052" y="1762765"/>
                  </a:lnTo>
                  <a:lnTo>
                    <a:pt x="2355087" y="1749178"/>
                  </a:lnTo>
                  <a:lnTo>
                    <a:pt x="2335246" y="1758317"/>
                  </a:lnTo>
                  <a:lnTo>
                    <a:pt x="2317109" y="1758317"/>
                  </a:lnTo>
                  <a:lnTo>
                    <a:pt x="2281622" y="1778653"/>
                  </a:lnTo>
                  <a:lnTo>
                    <a:pt x="2267780" y="1791363"/>
                  </a:lnTo>
                  <a:lnTo>
                    <a:pt x="2265429" y="1801951"/>
                  </a:lnTo>
                  <a:lnTo>
                    <a:pt x="2255388" y="1810848"/>
                  </a:lnTo>
                  <a:lnTo>
                    <a:pt x="2242970" y="1814382"/>
                  </a:lnTo>
                  <a:lnTo>
                    <a:pt x="2209923" y="1845102"/>
                  </a:lnTo>
                  <a:lnTo>
                    <a:pt x="2197531" y="1853465"/>
                  </a:lnTo>
                  <a:lnTo>
                    <a:pt x="2188634" y="1866175"/>
                  </a:lnTo>
                  <a:lnTo>
                    <a:pt x="2161091" y="1887999"/>
                  </a:lnTo>
                  <a:lnTo>
                    <a:pt x="2140221" y="1904344"/>
                  </a:lnTo>
                  <a:lnTo>
                    <a:pt x="2120647" y="1911805"/>
                  </a:lnTo>
                  <a:lnTo>
                    <a:pt x="2110987" y="1924210"/>
                  </a:lnTo>
                  <a:lnTo>
                    <a:pt x="2087359" y="1939374"/>
                  </a:lnTo>
                  <a:lnTo>
                    <a:pt x="2086456" y="1943949"/>
                  </a:lnTo>
                  <a:close/>
                  <a:moveTo>
                    <a:pt x="1761253" y="2023477"/>
                  </a:moveTo>
                  <a:lnTo>
                    <a:pt x="1796371" y="2034204"/>
                  </a:lnTo>
                  <a:lnTo>
                    <a:pt x="1817114" y="2051325"/>
                  </a:lnTo>
                  <a:lnTo>
                    <a:pt x="1832506" y="2055507"/>
                  </a:lnTo>
                  <a:lnTo>
                    <a:pt x="1860952" y="2051986"/>
                  </a:lnTo>
                  <a:lnTo>
                    <a:pt x="1898549" y="2039822"/>
                  </a:lnTo>
                  <a:lnTo>
                    <a:pt x="1919559" y="2025968"/>
                  </a:lnTo>
                  <a:lnTo>
                    <a:pt x="1929218" y="2026756"/>
                  </a:lnTo>
                  <a:lnTo>
                    <a:pt x="1945271" y="2039466"/>
                  </a:lnTo>
                  <a:lnTo>
                    <a:pt x="1958579" y="2035425"/>
                  </a:lnTo>
                  <a:lnTo>
                    <a:pt x="1968493" y="2025091"/>
                  </a:lnTo>
                  <a:lnTo>
                    <a:pt x="1973717" y="2015165"/>
                  </a:lnTo>
                  <a:lnTo>
                    <a:pt x="1971175" y="2006013"/>
                  </a:lnTo>
                  <a:lnTo>
                    <a:pt x="1960485" y="2002200"/>
                  </a:lnTo>
                  <a:lnTo>
                    <a:pt x="1936336" y="1976182"/>
                  </a:lnTo>
                  <a:lnTo>
                    <a:pt x="1914017" y="1969522"/>
                  </a:lnTo>
                  <a:lnTo>
                    <a:pt x="1897494" y="1966764"/>
                  </a:lnTo>
                  <a:lnTo>
                    <a:pt x="1869303" y="1976437"/>
                  </a:lnTo>
                  <a:lnTo>
                    <a:pt x="1839675" y="1976182"/>
                  </a:lnTo>
                  <a:lnTo>
                    <a:pt x="1826228" y="1982067"/>
                  </a:lnTo>
                  <a:lnTo>
                    <a:pt x="1806921" y="1977759"/>
                  </a:lnTo>
                  <a:lnTo>
                    <a:pt x="1794389" y="1941534"/>
                  </a:lnTo>
                  <a:lnTo>
                    <a:pt x="1759931" y="1903111"/>
                  </a:lnTo>
                  <a:lnTo>
                    <a:pt x="1723911" y="1891227"/>
                  </a:lnTo>
                  <a:lnTo>
                    <a:pt x="1683073" y="1875403"/>
                  </a:lnTo>
                  <a:lnTo>
                    <a:pt x="1664541" y="1846170"/>
                  </a:lnTo>
                  <a:lnTo>
                    <a:pt x="1648488" y="1842230"/>
                  </a:lnTo>
                  <a:lnTo>
                    <a:pt x="1625394" y="1824194"/>
                  </a:lnTo>
                  <a:lnTo>
                    <a:pt x="1603456" y="1799371"/>
                  </a:lnTo>
                  <a:lnTo>
                    <a:pt x="1584289" y="1785911"/>
                  </a:lnTo>
                  <a:lnTo>
                    <a:pt x="1568757" y="1797413"/>
                  </a:lnTo>
                  <a:lnTo>
                    <a:pt x="1572570" y="1804328"/>
                  </a:lnTo>
                  <a:lnTo>
                    <a:pt x="1563953" y="1830333"/>
                  </a:lnTo>
                  <a:lnTo>
                    <a:pt x="1562910" y="1858066"/>
                  </a:lnTo>
                  <a:lnTo>
                    <a:pt x="1574782" y="1865502"/>
                  </a:lnTo>
                  <a:lnTo>
                    <a:pt x="1583679" y="1863812"/>
                  </a:lnTo>
                  <a:lnTo>
                    <a:pt x="1587861" y="1868248"/>
                  </a:lnTo>
                  <a:lnTo>
                    <a:pt x="1593593" y="1874132"/>
                  </a:lnTo>
                  <a:lnTo>
                    <a:pt x="1594381" y="1888774"/>
                  </a:lnTo>
                  <a:lnTo>
                    <a:pt x="1626156" y="1914512"/>
                  </a:lnTo>
                  <a:lnTo>
                    <a:pt x="1633859" y="1931125"/>
                  </a:lnTo>
                  <a:lnTo>
                    <a:pt x="1647954" y="1938560"/>
                  </a:lnTo>
                  <a:lnTo>
                    <a:pt x="1669485" y="1939615"/>
                  </a:lnTo>
                  <a:lnTo>
                    <a:pt x="1686009" y="1947317"/>
                  </a:lnTo>
                  <a:lnTo>
                    <a:pt x="1696063" y="1964311"/>
                  </a:lnTo>
                  <a:lnTo>
                    <a:pt x="1711201" y="1971238"/>
                  </a:lnTo>
                  <a:lnTo>
                    <a:pt x="1719157" y="1981699"/>
                  </a:lnTo>
                  <a:lnTo>
                    <a:pt x="1716157" y="2002480"/>
                  </a:lnTo>
                  <a:close/>
                  <a:moveTo>
                    <a:pt x="688016" y="1024214"/>
                  </a:moveTo>
                  <a:lnTo>
                    <a:pt x="662443" y="1037407"/>
                  </a:lnTo>
                  <a:lnTo>
                    <a:pt x="644827" y="1046838"/>
                  </a:lnTo>
                  <a:lnTo>
                    <a:pt x="629435" y="1054667"/>
                  </a:lnTo>
                  <a:lnTo>
                    <a:pt x="606722" y="1066691"/>
                  </a:lnTo>
                  <a:lnTo>
                    <a:pt x="594011" y="1070085"/>
                  </a:lnTo>
                  <a:lnTo>
                    <a:pt x="579395" y="1073758"/>
                  </a:lnTo>
                  <a:lnTo>
                    <a:pt x="561778" y="1078067"/>
                  </a:lnTo>
                  <a:lnTo>
                    <a:pt x="471536" y="1099369"/>
                  </a:lnTo>
                  <a:lnTo>
                    <a:pt x="461469" y="1097539"/>
                  </a:lnTo>
                  <a:lnTo>
                    <a:pt x="447387" y="1102381"/>
                  </a:lnTo>
                  <a:lnTo>
                    <a:pt x="380582" y="1091654"/>
                  </a:lnTo>
                  <a:lnTo>
                    <a:pt x="359953" y="1089963"/>
                  </a:lnTo>
                  <a:lnTo>
                    <a:pt x="354602" y="1084600"/>
                  </a:lnTo>
                  <a:lnTo>
                    <a:pt x="364135" y="1081600"/>
                  </a:lnTo>
                  <a:lnTo>
                    <a:pt x="371570" y="1073758"/>
                  </a:lnTo>
                  <a:lnTo>
                    <a:pt x="382272" y="1065522"/>
                  </a:lnTo>
                  <a:lnTo>
                    <a:pt x="363652" y="1030886"/>
                  </a:lnTo>
                  <a:lnTo>
                    <a:pt x="342261" y="1008428"/>
                  </a:lnTo>
                  <a:lnTo>
                    <a:pt x="346709" y="989070"/>
                  </a:lnTo>
                  <a:lnTo>
                    <a:pt x="350344" y="967119"/>
                  </a:lnTo>
                  <a:lnTo>
                    <a:pt x="349302" y="956659"/>
                  </a:lnTo>
                  <a:lnTo>
                    <a:pt x="349429" y="938496"/>
                  </a:lnTo>
                  <a:lnTo>
                    <a:pt x="357258" y="924769"/>
                  </a:lnTo>
                  <a:lnTo>
                    <a:pt x="370045" y="911309"/>
                  </a:lnTo>
                  <a:lnTo>
                    <a:pt x="390928" y="898599"/>
                  </a:lnTo>
                  <a:lnTo>
                    <a:pt x="410247" y="895319"/>
                  </a:lnTo>
                  <a:lnTo>
                    <a:pt x="421992" y="890617"/>
                  </a:lnTo>
                  <a:lnTo>
                    <a:pt x="435426" y="875453"/>
                  </a:lnTo>
                  <a:lnTo>
                    <a:pt x="443790" y="889053"/>
                  </a:lnTo>
                  <a:lnTo>
                    <a:pt x="454619" y="889968"/>
                  </a:lnTo>
                  <a:lnTo>
                    <a:pt x="462842" y="889168"/>
                  </a:lnTo>
                  <a:lnTo>
                    <a:pt x="479925" y="888519"/>
                  </a:lnTo>
                  <a:lnTo>
                    <a:pt x="502511" y="874678"/>
                  </a:lnTo>
                  <a:lnTo>
                    <a:pt x="524830" y="857163"/>
                  </a:lnTo>
                  <a:lnTo>
                    <a:pt x="552881" y="836891"/>
                  </a:lnTo>
                  <a:lnTo>
                    <a:pt x="566329" y="811025"/>
                  </a:lnTo>
                  <a:lnTo>
                    <a:pt x="565426" y="805268"/>
                  </a:lnTo>
                  <a:lnTo>
                    <a:pt x="569722" y="799268"/>
                  </a:lnTo>
                  <a:lnTo>
                    <a:pt x="582903" y="805268"/>
                  </a:lnTo>
                  <a:lnTo>
                    <a:pt x="584326" y="812068"/>
                  </a:lnTo>
                  <a:lnTo>
                    <a:pt x="577971" y="822236"/>
                  </a:lnTo>
                  <a:lnTo>
                    <a:pt x="564918" y="835048"/>
                  </a:lnTo>
                  <a:lnTo>
                    <a:pt x="554229" y="849804"/>
                  </a:lnTo>
                  <a:lnTo>
                    <a:pt x="530740" y="865628"/>
                  </a:lnTo>
                  <a:lnTo>
                    <a:pt x="490067" y="892955"/>
                  </a:lnTo>
                  <a:lnTo>
                    <a:pt x="489292" y="897391"/>
                  </a:lnTo>
                  <a:lnTo>
                    <a:pt x="498037" y="911372"/>
                  </a:lnTo>
                  <a:lnTo>
                    <a:pt x="504951" y="915287"/>
                  </a:lnTo>
                  <a:lnTo>
                    <a:pt x="525961" y="914512"/>
                  </a:lnTo>
                  <a:lnTo>
                    <a:pt x="564842" y="898433"/>
                  </a:lnTo>
                  <a:lnTo>
                    <a:pt x="579331" y="888634"/>
                  </a:lnTo>
                  <a:lnTo>
                    <a:pt x="586258" y="885622"/>
                  </a:lnTo>
                  <a:lnTo>
                    <a:pt x="599566" y="886143"/>
                  </a:lnTo>
                  <a:lnTo>
                    <a:pt x="614704" y="878834"/>
                  </a:lnTo>
                  <a:lnTo>
                    <a:pt x="629956" y="862756"/>
                  </a:lnTo>
                  <a:lnTo>
                    <a:pt x="637582" y="854380"/>
                  </a:lnTo>
                  <a:lnTo>
                    <a:pt x="638853" y="847199"/>
                  </a:lnTo>
                  <a:lnTo>
                    <a:pt x="639514" y="837526"/>
                  </a:lnTo>
                  <a:lnTo>
                    <a:pt x="642781" y="833472"/>
                  </a:lnTo>
                  <a:lnTo>
                    <a:pt x="651246" y="839751"/>
                  </a:lnTo>
                  <a:lnTo>
                    <a:pt x="661312" y="834387"/>
                  </a:lnTo>
                  <a:lnTo>
                    <a:pt x="668608" y="819478"/>
                  </a:lnTo>
                  <a:lnTo>
                    <a:pt x="688448" y="782618"/>
                  </a:lnTo>
                  <a:lnTo>
                    <a:pt x="695363" y="775170"/>
                  </a:lnTo>
                  <a:lnTo>
                    <a:pt x="697968" y="768103"/>
                  </a:lnTo>
                  <a:lnTo>
                    <a:pt x="695363" y="760401"/>
                  </a:lnTo>
                  <a:lnTo>
                    <a:pt x="696532" y="749165"/>
                  </a:lnTo>
                  <a:lnTo>
                    <a:pt x="709077" y="733913"/>
                  </a:lnTo>
                  <a:lnTo>
                    <a:pt x="714555" y="718876"/>
                  </a:lnTo>
                  <a:lnTo>
                    <a:pt x="724075" y="709204"/>
                  </a:lnTo>
                  <a:lnTo>
                    <a:pt x="730989" y="683974"/>
                  </a:lnTo>
                  <a:lnTo>
                    <a:pt x="747055" y="659926"/>
                  </a:lnTo>
                  <a:lnTo>
                    <a:pt x="762307" y="640188"/>
                  </a:lnTo>
                  <a:lnTo>
                    <a:pt x="761036" y="634176"/>
                  </a:lnTo>
                  <a:lnTo>
                    <a:pt x="756079" y="630363"/>
                  </a:lnTo>
                  <a:lnTo>
                    <a:pt x="736506" y="639133"/>
                  </a:lnTo>
                  <a:lnTo>
                    <a:pt x="721495" y="651665"/>
                  </a:lnTo>
                  <a:lnTo>
                    <a:pt x="711835" y="660816"/>
                  </a:lnTo>
                  <a:lnTo>
                    <a:pt x="686415" y="686821"/>
                  </a:lnTo>
                  <a:lnTo>
                    <a:pt x="662011" y="703688"/>
                  </a:lnTo>
                  <a:lnTo>
                    <a:pt x="642170" y="728523"/>
                  </a:lnTo>
                  <a:lnTo>
                    <a:pt x="597024" y="757274"/>
                  </a:lnTo>
                  <a:lnTo>
                    <a:pt x="556567" y="782491"/>
                  </a:lnTo>
                  <a:lnTo>
                    <a:pt x="515971" y="806945"/>
                  </a:lnTo>
                  <a:lnTo>
                    <a:pt x="511408" y="822617"/>
                  </a:lnTo>
                  <a:lnTo>
                    <a:pt x="500706" y="835048"/>
                  </a:lnTo>
                  <a:lnTo>
                    <a:pt x="460770" y="855168"/>
                  </a:lnTo>
                  <a:lnTo>
                    <a:pt x="439239" y="801709"/>
                  </a:lnTo>
                  <a:lnTo>
                    <a:pt x="459728" y="784982"/>
                  </a:lnTo>
                  <a:lnTo>
                    <a:pt x="453729" y="764849"/>
                  </a:lnTo>
                  <a:lnTo>
                    <a:pt x="365634" y="702900"/>
                  </a:lnTo>
                  <a:lnTo>
                    <a:pt x="330796" y="692960"/>
                  </a:lnTo>
                  <a:lnTo>
                    <a:pt x="364719" y="655974"/>
                  </a:lnTo>
                  <a:lnTo>
                    <a:pt x="350738" y="640938"/>
                  </a:lnTo>
                  <a:lnTo>
                    <a:pt x="324390" y="658325"/>
                  </a:lnTo>
                  <a:lnTo>
                    <a:pt x="299719" y="656495"/>
                  </a:lnTo>
                  <a:lnTo>
                    <a:pt x="251827" y="679246"/>
                  </a:lnTo>
                  <a:lnTo>
                    <a:pt x="226127" y="684203"/>
                  </a:lnTo>
                  <a:lnTo>
                    <a:pt x="185531" y="690558"/>
                  </a:lnTo>
                  <a:lnTo>
                    <a:pt x="159831" y="699455"/>
                  </a:lnTo>
                  <a:lnTo>
                    <a:pt x="116756" y="712915"/>
                  </a:lnTo>
                  <a:lnTo>
                    <a:pt x="51260" y="751605"/>
                  </a:lnTo>
                  <a:lnTo>
                    <a:pt x="11859" y="772120"/>
                  </a:lnTo>
                  <a:lnTo>
                    <a:pt x="0" y="756435"/>
                  </a:lnTo>
                  <a:lnTo>
                    <a:pt x="5478" y="746114"/>
                  </a:lnTo>
                  <a:lnTo>
                    <a:pt x="52201" y="656584"/>
                  </a:lnTo>
                  <a:lnTo>
                    <a:pt x="36262" y="616203"/>
                  </a:lnTo>
                  <a:lnTo>
                    <a:pt x="2720" y="531757"/>
                  </a:lnTo>
                  <a:lnTo>
                    <a:pt x="24518" y="506794"/>
                  </a:lnTo>
                  <a:lnTo>
                    <a:pt x="47740" y="577247"/>
                  </a:lnTo>
                  <a:lnTo>
                    <a:pt x="113388" y="539116"/>
                  </a:lnTo>
                  <a:lnTo>
                    <a:pt x="163250" y="488796"/>
                  </a:lnTo>
                  <a:lnTo>
                    <a:pt x="173545" y="473900"/>
                  </a:lnTo>
                  <a:lnTo>
                    <a:pt x="187259" y="468155"/>
                  </a:lnTo>
                  <a:lnTo>
                    <a:pt x="195216" y="488008"/>
                  </a:lnTo>
                  <a:lnTo>
                    <a:pt x="253022" y="501990"/>
                  </a:lnTo>
                  <a:lnTo>
                    <a:pt x="274426" y="463160"/>
                  </a:lnTo>
                  <a:lnTo>
                    <a:pt x="317234" y="446827"/>
                  </a:lnTo>
                  <a:lnTo>
                    <a:pt x="336668" y="437930"/>
                  </a:lnTo>
                  <a:lnTo>
                    <a:pt x="352861" y="408392"/>
                  </a:lnTo>
                  <a:lnTo>
                    <a:pt x="355860" y="402367"/>
                  </a:lnTo>
                  <a:lnTo>
                    <a:pt x="373998" y="367732"/>
                  </a:lnTo>
                  <a:lnTo>
                    <a:pt x="380251" y="351666"/>
                  </a:lnTo>
                  <a:lnTo>
                    <a:pt x="404286" y="338600"/>
                  </a:lnTo>
                  <a:lnTo>
                    <a:pt x="400740" y="311019"/>
                  </a:lnTo>
                  <a:lnTo>
                    <a:pt x="402964" y="306964"/>
                  </a:lnTo>
                  <a:lnTo>
                    <a:pt x="446421" y="289170"/>
                  </a:lnTo>
                  <a:lnTo>
                    <a:pt x="464698" y="321695"/>
                  </a:lnTo>
                  <a:lnTo>
                    <a:pt x="590643" y="294127"/>
                  </a:lnTo>
                  <a:lnTo>
                    <a:pt x="587250" y="226305"/>
                  </a:lnTo>
                  <a:lnTo>
                    <a:pt x="627821" y="209782"/>
                  </a:lnTo>
                  <a:lnTo>
                    <a:pt x="630833" y="184565"/>
                  </a:lnTo>
                  <a:lnTo>
                    <a:pt x="617119" y="154887"/>
                  </a:lnTo>
                  <a:lnTo>
                    <a:pt x="639705" y="151747"/>
                  </a:lnTo>
                  <a:lnTo>
                    <a:pt x="703116" y="147845"/>
                  </a:lnTo>
                  <a:lnTo>
                    <a:pt x="712013" y="168080"/>
                  </a:lnTo>
                  <a:lnTo>
                    <a:pt x="716843" y="167571"/>
                  </a:lnTo>
                  <a:lnTo>
                    <a:pt x="756778" y="169923"/>
                  </a:lnTo>
                  <a:lnTo>
                    <a:pt x="802052" y="178159"/>
                  </a:lnTo>
                  <a:lnTo>
                    <a:pt x="829074" y="178934"/>
                  </a:lnTo>
                  <a:lnTo>
                    <a:pt x="853478" y="181146"/>
                  </a:lnTo>
                  <a:lnTo>
                    <a:pt x="908932" y="170711"/>
                  </a:lnTo>
                  <a:lnTo>
                    <a:pt x="969941" y="117646"/>
                  </a:lnTo>
                  <a:lnTo>
                    <a:pt x="991739" y="118294"/>
                  </a:lnTo>
                  <a:lnTo>
                    <a:pt x="993951" y="117646"/>
                  </a:lnTo>
                  <a:lnTo>
                    <a:pt x="1058773" y="84968"/>
                  </a:lnTo>
                  <a:lnTo>
                    <a:pt x="1066463" y="86798"/>
                  </a:lnTo>
                  <a:lnTo>
                    <a:pt x="1074089" y="89149"/>
                  </a:lnTo>
                  <a:lnTo>
                    <a:pt x="1078016" y="96191"/>
                  </a:lnTo>
                  <a:lnTo>
                    <a:pt x="1139877" y="115027"/>
                  </a:lnTo>
                  <a:lnTo>
                    <a:pt x="1178630" y="110058"/>
                  </a:lnTo>
                  <a:lnTo>
                    <a:pt x="1182291" y="109409"/>
                  </a:lnTo>
                  <a:lnTo>
                    <a:pt x="1246998" y="114494"/>
                  </a:lnTo>
                  <a:lnTo>
                    <a:pt x="1280541" y="128856"/>
                  </a:lnTo>
                  <a:lnTo>
                    <a:pt x="1410007" y="71215"/>
                  </a:lnTo>
                  <a:lnTo>
                    <a:pt x="1402825" y="50701"/>
                  </a:lnTo>
                  <a:lnTo>
                    <a:pt x="1360284" y="68356"/>
                  </a:lnTo>
                  <a:lnTo>
                    <a:pt x="1340977" y="60386"/>
                  </a:lnTo>
                  <a:lnTo>
                    <a:pt x="1404643" y="0"/>
                  </a:lnTo>
                  <a:lnTo>
                    <a:pt x="1443549" y="46265"/>
                  </a:lnTo>
                  <a:lnTo>
                    <a:pt x="1428017" y="65864"/>
                  </a:lnTo>
                  <a:lnTo>
                    <a:pt x="1426848" y="80379"/>
                  </a:lnTo>
                  <a:lnTo>
                    <a:pt x="1378422" y="141388"/>
                  </a:lnTo>
                  <a:lnTo>
                    <a:pt x="1328699" y="157327"/>
                  </a:lnTo>
                  <a:lnTo>
                    <a:pt x="1288370" y="170520"/>
                  </a:lnTo>
                  <a:lnTo>
                    <a:pt x="1264106" y="179926"/>
                  </a:lnTo>
                  <a:lnTo>
                    <a:pt x="1254840" y="199410"/>
                  </a:lnTo>
                  <a:lnTo>
                    <a:pt x="1230183" y="240452"/>
                  </a:lnTo>
                  <a:lnTo>
                    <a:pt x="1189192" y="245281"/>
                  </a:lnTo>
                  <a:lnTo>
                    <a:pt x="1156146" y="262288"/>
                  </a:lnTo>
                  <a:lnTo>
                    <a:pt x="1129658" y="277959"/>
                  </a:lnTo>
                  <a:lnTo>
                    <a:pt x="1138796" y="305541"/>
                  </a:lnTo>
                  <a:lnTo>
                    <a:pt x="1120265" y="312468"/>
                  </a:lnTo>
                  <a:lnTo>
                    <a:pt x="975534" y="381103"/>
                  </a:lnTo>
                  <a:lnTo>
                    <a:pt x="984278" y="411684"/>
                  </a:lnTo>
                  <a:lnTo>
                    <a:pt x="1003852" y="458610"/>
                  </a:lnTo>
                  <a:lnTo>
                    <a:pt x="1026425" y="449979"/>
                  </a:lnTo>
                  <a:lnTo>
                    <a:pt x="1057222" y="482276"/>
                  </a:lnTo>
                  <a:lnTo>
                    <a:pt x="1076682" y="526965"/>
                  </a:lnTo>
                  <a:lnTo>
                    <a:pt x="1060870" y="548394"/>
                  </a:lnTo>
                  <a:lnTo>
                    <a:pt x="1082287" y="551674"/>
                  </a:lnTo>
                  <a:lnTo>
                    <a:pt x="1098810" y="544226"/>
                  </a:lnTo>
                  <a:lnTo>
                    <a:pt x="1117087" y="546310"/>
                  </a:lnTo>
                  <a:lnTo>
                    <a:pt x="1128526" y="537032"/>
                  </a:lnTo>
                  <a:lnTo>
                    <a:pt x="1131272" y="524614"/>
                  </a:lnTo>
                  <a:lnTo>
                    <a:pt x="1138440" y="515844"/>
                  </a:lnTo>
                  <a:lnTo>
                    <a:pt x="1153693" y="512590"/>
                  </a:lnTo>
                  <a:lnTo>
                    <a:pt x="1159692" y="502777"/>
                  </a:lnTo>
                  <a:lnTo>
                    <a:pt x="1159044" y="489711"/>
                  </a:lnTo>
                  <a:lnTo>
                    <a:pt x="1162310" y="480052"/>
                  </a:lnTo>
                  <a:lnTo>
                    <a:pt x="1171576" y="478336"/>
                  </a:lnTo>
                  <a:lnTo>
                    <a:pt x="1175491" y="485670"/>
                  </a:lnTo>
                  <a:lnTo>
                    <a:pt x="1180829" y="494160"/>
                  </a:lnTo>
                  <a:lnTo>
                    <a:pt x="1188455" y="493626"/>
                  </a:lnTo>
                  <a:lnTo>
                    <a:pt x="1194975" y="486445"/>
                  </a:lnTo>
                  <a:lnTo>
                    <a:pt x="1197200" y="477688"/>
                  </a:lnTo>
                  <a:lnTo>
                    <a:pt x="1196030" y="468536"/>
                  </a:lnTo>
                  <a:lnTo>
                    <a:pt x="1200339" y="464088"/>
                  </a:lnTo>
                  <a:lnTo>
                    <a:pt x="1211435" y="466312"/>
                  </a:lnTo>
                  <a:lnTo>
                    <a:pt x="1249922" y="461075"/>
                  </a:lnTo>
                  <a:lnTo>
                    <a:pt x="1257624" y="512056"/>
                  </a:lnTo>
                  <a:lnTo>
                    <a:pt x="1290365" y="518208"/>
                  </a:lnTo>
                  <a:lnTo>
                    <a:pt x="1258412" y="566684"/>
                  </a:lnTo>
                  <a:lnTo>
                    <a:pt x="1241698" y="575582"/>
                  </a:lnTo>
                  <a:lnTo>
                    <a:pt x="1207253" y="563698"/>
                  </a:lnTo>
                  <a:lnTo>
                    <a:pt x="1177359" y="581212"/>
                  </a:lnTo>
                  <a:lnTo>
                    <a:pt x="1179901" y="594545"/>
                  </a:lnTo>
                  <a:lnTo>
                    <a:pt x="1150413" y="609035"/>
                  </a:lnTo>
                  <a:lnTo>
                    <a:pt x="1140487" y="624605"/>
                  </a:lnTo>
                  <a:lnTo>
                    <a:pt x="1169085" y="645653"/>
                  </a:lnTo>
                  <a:lnTo>
                    <a:pt x="1177982" y="660816"/>
                  </a:lnTo>
                  <a:lnTo>
                    <a:pt x="1152396" y="661858"/>
                  </a:lnTo>
                  <a:lnTo>
                    <a:pt x="1107631" y="676882"/>
                  </a:lnTo>
                  <a:lnTo>
                    <a:pt x="1069271" y="654283"/>
                  </a:lnTo>
                  <a:lnTo>
                    <a:pt x="1038208" y="664337"/>
                  </a:lnTo>
                  <a:lnTo>
                    <a:pt x="1059739" y="744310"/>
                  </a:lnTo>
                  <a:lnTo>
                    <a:pt x="1120938" y="744729"/>
                  </a:lnTo>
                  <a:lnTo>
                    <a:pt x="1127204" y="742505"/>
                  </a:lnTo>
                  <a:lnTo>
                    <a:pt x="1165056" y="730074"/>
                  </a:lnTo>
                  <a:lnTo>
                    <a:pt x="1167534" y="786940"/>
                  </a:lnTo>
                  <a:lnTo>
                    <a:pt x="1184057" y="807721"/>
                  </a:lnTo>
                  <a:lnTo>
                    <a:pt x="1206936" y="802878"/>
                  </a:lnTo>
                  <a:lnTo>
                    <a:pt x="1231212" y="795417"/>
                  </a:lnTo>
                  <a:lnTo>
                    <a:pt x="1239385" y="783038"/>
                  </a:lnTo>
                  <a:lnTo>
                    <a:pt x="1245257" y="763171"/>
                  </a:lnTo>
                  <a:lnTo>
                    <a:pt x="1233119" y="746559"/>
                  </a:lnTo>
                  <a:lnTo>
                    <a:pt x="1220205" y="707348"/>
                  </a:lnTo>
                  <a:lnTo>
                    <a:pt x="1248168" y="695451"/>
                  </a:lnTo>
                  <a:lnTo>
                    <a:pt x="1258094" y="691550"/>
                  </a:lnTo>
                  <a:lnTo>
                    <a:pt x="1283146" y="680949"/>
                  </a:lnTo>
                  <a:lnTo>
                    <a:pt x="1308567" y="663829"/>
                  </a:lnTo>
                  <a:lnTo>
                    <a:pt x="1329449" y="626448"/>
                  </a:lnTo>
                  <a:lnTo>
                    <a:pt x="1359344" y="580183"/>
                  </a:lnTo>
                  <a:lnTo>
                    <a:pt x="1343545" y="557037"/>
                  </a:lnTo>
                  <a:lnTo>
                    <a:pt x="1345896" y="550377"/>
                  </a:lnTo>
                  <a:lnTo>
                    <a:pt x="1378129" y="543196"/>
                  </a:lnTo>
                  <a:lnTo>
                    <a:pt x="1418802" y="528554"/>
                  </a:lnTo>
                  <a:lnTo>
                    <a:pt x="1451149" y="539396"/>
                  </a:lnTo>
                  <a:lnTo>
                    <a:pt x="1474130" y="589715"/>
                  </a:lnTo>
                  <a:lnTo>
                    <a:pt x="1482099" y="577564"/>
                  </a:lnTo>
                  <a:lnTo>
                    <a:pt x="1512095" y="574171"/>
                  </a:lnTo>
                  <a:lnTo>
                    <a:pt x="1541595" y="568807"/>
                  </a:lnTo>
                  <a:lnTo>
                    <a:pt x="1546946" y="572862"/>
                  </a:lnTo>
                  <a:lnTo>
                    <a:pt x="1593402" y="584898"/>
                  </a:lnTo>
                  <a:lnTo>
                    <a:pt x="1609201" y="577437"/>
                  </a:lnTo>
                  <a:lnTo>
                    <a:pt x="1609595" y="544886"/>
                  </a:lnTo>
                  <a:lnTo>
                    <a:pt x="1649658" y="527092"/>
                  </a:lnTo>
                  <a:lnTo>
                    <a:pt x="1651348" y="515856"/>
                  </a:lnTo>
                  <a:lnTo>
                    <a:pt x="1646264" y="478730"/>
                  </a:lnTo>
                  <a:lnTo>
                    <a:pt x="1653178" y="459906"/>
                  </a:lnTo>
                  <a:lnTo>
                    <a:pt x="1628521" y="429846"/>
                  </a:lnTo>
                  <a:lnTo>
                    <a:pt x="1598232" y="427749"/>
                  </a:lnTo>
                  <a:lnTo>
                    <a:pt x="1602147" y="403053"/>
                  </a:lnTo>
                  <a:lnTo>
                    <a:pt x="1600723" y="400308"/>
                  </a:lnTo>
                  <a:lnTo>
                    <a:pt x="1583488" y="367757"/>
                  </a:lnTo>
                  <a:lnTo>
                    <a:pt x="1584009" y="344497"/>
                  </a:lnTo>
                  <a:lnTo>
                    <a:pt x="1543693" y="346595"/>
                  </a:lnTo>
                  <a:lnTo>
                    <a:pt x="1536638" y="331965"/>
                  </a:lnTo>
                  <a:lnTo>
                    <a:pt x="1496055" y="299020"/>
                  </a:lnTo>
                  <a:lnTo>
                    <a:pt x="1495534" y="281900"/>
                  </a:lnTo>
                  <a:lnTo>
                    <a:pt x="1491212" y="243070"/>
                  </a:lnTo>
                  <a:lnTo>
                    <a:pt x="1469821" y="218234"/>
                  </a:lnTo>
                  <a:lnTo>
                    <a:pt x="1461076" y="205702"/>
                  </a:lnTo>
                  <a:lnTo>
                    <a:pt x="1515730" y="193932"/>
                  </a:lnTo>
                  <a:lnTo>
                    <a:pt x="1527602" y="191454"/>
                  </a:lnTo>
                  <a:lnTo>
                    <a:pt x="1601727" y="187272"/>
                  </a:lnTo>
                  <a:lnTo>
                    <a:pt x="1604981" y="185823"/>
                  </a:lnTo>
                  <a:lnTo>
                    <a:pt x="1624568" y="174193"/>
                  </a:lnTo>
                  <a:lnTo>
                    <a:pt x="1652886" y="161483"/>
                  </a:lnTo>
                  <a:lnTo>
                    <a:pt x="1673222" y="152586"/>
                  </a:lnTo>
                  <a:lnTo>
                    <a:pt x="1781806" y="253632"/>
                  </a:lnTo>
                  <a:lnTo>
                    <a:pt x="1819631" y="258983"/>
                  </a:lnTo>
                  <a:lnTo>
                    <a:pt x="1841556" y="223166"/>
                  </a:lnTo>
                  <a:lnTo>
                    <a:pt x="1877069" y="263305"/>
                  </a:lnTo>
                  <a:lnTo>
                    <a:pt x="1905908" y="231135"/>
                  </a:lnTo>
                  <a:lnTo>
                    <a:pt x="1914119" y="227322"/>
                  </a:lnTo>
                  <a:lnTo>
                    <a:pt x="1917932" y="232152"/>
                  </a:lnTo>
                  <a:lnTo>
                    <a:pt x="1918453" y="239206"/>
                  </a:lnTo>
                  <a:lnTo>
                    <a:pt x="1936603" y="248879"/>
                  </a:lnTo>
                  <a:lnTo>
                    <a:pt x="1957740" y="236079"/>
                  </a:lnTo>
                  <a:lnTo>
                    <a:pt x="1963485" y="271490"/>
                  </a:lnTo>
                  <a:lnTo>
                    <a:pt x="1985919" y="328076"/>
                  </a:lnTo>
                  <a:lnTo>
                    <a:pt x="1985398" y="362851"/>
                  </a:lnTo>
                  <a:lnTo>
                    <a:pt x="2001857" y="378535"/>
                  </a:lnTo>
                  <a:lnTo>
                    <a:pt x="2023897" y="436824"/>
                  </a:lnTo>
                  <a:lnTo>
                    <a:pt x="2028587" y="433303"/>
                  </a:lnTo>
                  <a:lnTo>
                    <a:pt x="2072717" y="501939"/>
                  </a:lnTo>
                  <a:lnTo>
                    <a:pt x="2064620" y="533168"/>
                  </a:lnTo>
                  <a:lnTo>
                    <a:pt x="2075449" y="587669"/>
                  </a:lnTo>
                  <a:lnTo>
                    <a:pt x="2083800" y="644128"/>
                  </a:lnTo>
                  <a:lnTo>
                    <a:pt x="2058621" y="656838"/>
                  </a:lnTo>
                  <a:lnTo>
                    <a:pt x="2045441" y="679462"/>
                  </a:lnTo>
                  <a:lnTo>
                    <a:pt x="2061964" y="758786"/>
                  </a:lnTo>
                  <a:lnTo>
                    <a:pt x="2056880" y="786635"/>
                  </a:lnTo>
                  <a:lnTo>
                    <a:pt x="2070594" y="792240"/>
                  </a:lnTo>
                  <a:lnTo>
                    <a:pt x="2048555" y="878377"/>
                  </a:lnTo>
                  <a:lnTo>
                    <a:pt x="2097870" y="937187"/>
                  </a:lnTo>
                  <a:lnTo>
                    <a:pt x="2117571" y="1008440"/>
                  </a:lnTo>
                  <a:lnTo>
                    <a:pt x="2153859" y="996416"/>
                  </a:lnTo>
                  <a:lnTo>
                    <a:pt x="2197963" y="1009864"/>
                  </a:lnTo>
                  <a:lnTo>
                    <a:pt x="2221972" y="1006051"/>
                  </a:lnTo>
                  <a:lnTo>
                    <a:pt x="2221464" y="1082248"/>
                  </a:lnTo>
                  <a:lnTo>
                    <a:pt x="2208004" y="1115295"/>
                  </a:lnTo>
                  <a:lnTo>
                    <a:pt x="2146283" y="1221692"/>
                  </a:lnTo>
                  <a:lnTo>
                    <a:pt x="2060019" y="1253328"/>
                  </a:lnTo>
                  <a:lnTo>
                    <a:pt x="2048681" y="1281557"/>
                  </a:lnTo>
                  <a:lnTo>
                    <a:pt x="2081309" y="1305859"/>
                  </a:lnTo>
                  <a:lnTo>
                    <a:pt x="2061061" y="1356306"/>
                  </a:lnTo>
                  <a:lnTo>
                    <a:pt x="2031701" y="1369652"/>
                  </a:lnTo>
                  <a:lnTo>
                    <a:pt x="2055202" y="1482772"/>
                  </a:lnTo>
                  <a:lnTo>
                    <a:pt x="2114177" y="1532838"/>
                  </a:lnTo>
                  <a:lnTo>
                    <a:pt x="2163518" y="1574680"/>
                  </a:lnTo>
                  <a:lnTo>
                    <a:pt x="2221591" y="1623817"/>
                  </a:lnTo>
                  <a:lnTo>
                    <a:pt x="2226942" y="1639756"/>
                  </a:lnTo>
                  <a:lnTo>
                    <a:pt x="2228112" y="1647382"/>
                  </a:lnTo>
                  <a:lnTo>
                    <a:pt x="2244813" y="1660448"/>
                  </a:lnTo>
                  <a:lnTo>
                    <a:pt x="2291154" y="1697041"/>
                  </a:lnTo>
                  <a:lnTo>
                    <a:pt x="2364607" y="1654436"/>
                  </a:lnTo>
                  <a:lnTo>
                    <a:pt x="2418383" y="1659800"/>
                  </a:lnTo>
                  <a:lnTo>
                    <a:pt x="2462094" y="1661490"/>
                  </a:lnTo>
                  <a:lnTo>
                    <a:pt x="2504508" y="1661490"/>
                  </a:lnTo>
                  <a:lnTo>
                    <a:pt x="2531911" y="1698617"/>
                  </a:lnTo>
                  <a:lnTo>
                    <a:pt x="2571986" y="1708544"/>
                  </a:lnTo>
                  <a:lnTo>
                    <a:pt x="2622484" y="1753118"/>
                  </a:lnTo>
                  <a:lnTo>
                    <a:pt x="2665699" y="1732197"/>
                  </a:lnTo>
                  <a:lnTo>
                    <a:pt x="2711227" y="1707679"/>
                  </a:lnTo>
                  <a:lnTo>
                    <a:pt x="2777256" y="1734587"/>
                  </a:lnTo>
                  <a:lnTo>
                    <a:pt x="2811968" y="1708709"/>
                  </a:lnTo>
                  <a:lnTo>
                    <a:pt x="2899007" y="1751059"/>
                  </a:lnTo>
                  <a:lnTo>
                    <a:pt x="2979399" y="1690050"/>
                  </a:lnTo>
                  <a:lnTo>
                    <a:pt x="3076747" y="1650966"/>
                  </a:lnTo>
                  <a:lnTo>
                    <a:pt x="3117076" y="1682323"/>
                  </a:lnTo>
                  <a:lnTo>
                    <a:pt x="3133777" y="1717237"/>
                  </a:lnTo>
                  <a:lnTo>
                    <a:pt x="3175924" y="1693444"/>
                  </a:lnTo>
                  <a:lnTo>
                    <a:pt x="3236095" y="1701934"/>
                  </a:lnTo>
                  <a:lnTo>
                    <a:pt x="3240009" y="1722207"/>
                  </a:lnTo>
                  <a:lnTo>
                    <a:pt x="3221605" y="1755533"/>
                  </a:lnTo>
                  <a:lnTo>
                    <a:pt x="3253380" y="1878924"/>
                  </a:lnTo>
                  <a:lnTo>
                    <a:pt x="3250381" y="1945309"/>
                  </a:lnTo>
                  <a:lnTo>
                    <a:pt x="3201574" y="1953406"/>
                  </a:lnTo>
                  <a:lnTo>
                    <a:pt x="3144162" y="1933285"/>
                  </a:lnTo>
                  <a:lnTo>
                    <a:pt x="3143755" y="1987939"/>
                  </a:lnTo>
                  <a:lnTo>
                    <a:pt x="3174818" y="2045580"/>
                  </a:lnTo>
                  <a:lnTo>
                    <a:pt x="3127587" y="2069234"/>
                  </a:lnTo>
                  <a:lnTo>
                    <a:pt x="3087906" y="2110262"/>
                  </a:lnTo>
                  <a:lnTo>
                    <a:pt x="3075641" y="2263713"/>
                  </a:lnTo>
                  <a:lnTo>
                    <a:pt x="3033481" y="2318748"/>
                  </a:lnTo>
                  <a:lnTo>
                    <a:pt x="2969816" y="2354425"/>
                  </a:lnTo>
                  <a:lnTo>
                    <a:pt x="2907536" y="2393763"/>
                  </a:lnTo>
                  <a:lnTo>
                    <a:pt x="2857025" y="2420811"/>
                  </a:lnTo>
                  <a:lnTo>
                    <a:pt x="2815654" y="2430356"/>
                  </a:lnTo>
                  <a:lnTo>
                    <a:pt x="2707210" y="2447362"/>
                  </a:lnTo>
                  <a:lnTo>
                    <a:pt x="2686200" y="2420175"/>
                  </a:lnTo>
                  <a:lnTo>
                    <a:pt x="2590543" y="2406308"/>
                  </a:lnTo>
                  <a:lnTo>
                    <a:pt x="2567970" y="2376109"/>
                  </a:lnTo>
                  <a:lnTo>
                    <a:pt x="2477282" y="2351807"/>
                  </a:lnTo>
                  <a:lnTo>
                    <a:pt x="2452853" y="2360310"/>
                  </a:lnTo>
                  <a:lnTo>
                    <a:pt x="2371292" y="2320833"/>
                  </a:lnTo>
                  <a:lnTo>
                    <a:pt x="2322104" y="2342529"/>
                  </a:lnTo>
                  <a:lnTo>
                    <a:pt x="2302276" y="2369716"/>
                  </a:lnTo>
                  <a:lnTo>
                    <a:pt x="2269229" y="2381473"/>
                  </a:lnTo>
                  <a:lnTo>
                    <a:pt x="2251346" y="2400297"/>
                  </a:lnTo>
                  <a:lnTo>
                    <a:pt x="2276665" y="2447324"/>
                  </a:lnTo>
                  <a:lnTo>
                    <a:pt x="2261921" y="2478820"/>
                  </a:lnTo>
                  <a:lnTo>
                    <a:pt x="2208678" y="2497377"/>
                  </a:lnTo>
                  <a:lnTo>
                    <a:pt x="2184262" y="2532965"/>
                  </a:lnTo>
                  <a:lnTo>
                    <a:pt x="2080127" y="2583692"/>
                  </a:lnTo>
                  <a:lnTo>
                    <a:pt x="2007056" y="2584734"/>
                  </a:lnTo>
                  <a:lnTo>
                    <a:pt x="1853453" y="2700283"/>
                  </a:lnTo>
                  <a:lnTo>
                    <a:pt x="1807264" y="2735973"/>
                  </a:lnTo>
                  <a:lnTo>
                    <a:pt x="1788860" y="2748683"/>
                  </a:lnTo>
                  <a:lnTo>
                    <a:pt x="1723211" y="2770507"/>
                  </a:lnTo>
                  <a:lnTo>
                    <a:pt x="1696596" y="2738236"/>
                  </a:lnTo>
                  <a:lnTo>
                    <a:pt x="1560356" y="2684370"/>
                  </a:lnTo>
                  <a:lnTo>
                    <a:pt x="1528491" y="2711430"/>
                  </a:lnTo>
                  <a:lnTo>
                    <a:pt x="1505930" y="2772222"/>
                  </a:lnTo>
                  <a:lnTo>
                    <a:pt x="1472884" y="2777180"/>
                  </a:lnTo>
                  <a:lnTo>
                    <a:pt x="1424738" y="2772222"/>
                  </a:lnTo>
                  <a:lnTo>
                    <a:pt x="1371101" y="2790017"/>
                  </a:lnTo>
                  <a:lnTo>
                    <a:pt x="1354793" y="2828592"/>
                  </a:lnTo>
                  <a:lnTo>
                    <a:pt x="1415078" y="2851839"/>
                  </a:lnTo>
                  <a:lnTo>
                    <a:pt x="1380099" y="2886347"/>
                  </a:lnTo>
                  <a:lnTo>
                    <a:pt x="1316409" y="2890669"/>
                  </a:lnTo>
                  <a:lnTo>
                    <a:pt x="1299580" y="2908819"/>
                  </a:lnTo>
                  <a:lnTo>
                    <a:pt x="1273995" y="2906340"/>
                  </a:lnTo>
                  <a:lnTo>
                    <a:pt x="1258476" y="2862948"/>
                  </a:lnTo>
                  <a:lnTo>
                    <a:pt x="1214625" y="2888572"/>
                  </a:lnTo>
                  <a:lnTo>
                    <a:pt x="1174563" y="2860470"/>
                  </a:lnTo>
                  <a:lnTo>
                    <a:pt x="1094692" y="2896541"/>
                  </a:lnTo>
                  <a:lnTo>
                    <a:pt x="1058544" y="2922686"/>
                  </a:lnTo>
                  <a:lnTo>
                    <a:pt x="1011694" y="2959545"/>
                  </a:lnTo>
                  <a:lnTo>
                    <a:pt x="927400" y="2988550"/>
                  </a:lnTo>
                  <a:lnTo>
                    <a:pt x="908335" y="2976653"/>
                  </a:lnTo>
                  <a:lnTo>
                    <a:pt x="916304" y="2892486"/>
                  </a:lnTo>
                  <a:lnTo>
                    <a:pt x="811127" y="2943200"/>
                  </a:lnTo>
                  <a:lnTo>
                    <a:pt x="811903" y="3001896"/>
                  </a:lnTo>
                  <a:lnTo>
                    <a:pt x="792329" y="3025816"/>
                  </a:lnTo>
                  <a:lnTo>
                    <a:pt x="723046" y="3035870"/>
                  </a:lnTo>
                  <a:lnTo>
                    <a:pt x="710246" y="2970527"/>
                  </a:lnTo>
                  <a:lnTo>
                    <a:pt x="704234" y="2939806"/>
                  </a:lnTo>
                  <a:lnTo>
                    <a:pt x="699532" y="2915657"/>
                  </a:lnTo>
                  <a:lnTo>
                    <a:pt x="669917" y="2881162"/>
                  </a:lnTo>
                  <a:lnTo>
                    <a:pt x="706192" y="2777243"/>
                  </a:lnTo>
                  <a:lnTo>
                    <a:pt x="673565" y="2700524"/>
                  </a:lnTo>
                  <a:lnTo>
                    <a:pt x="729820" y="2693191"/>
                  </a:lnTo>
                  <a:lnTo>
                    <a:pt x="750309" y="2657780"/>
                  </a:lnTo>
                  <a:lnTo>
                    <a:pt x="736595" y="2577922"/>
                  </a:lnTo>
                  <a:lnTo>
                    <a:pt x="733468" y="2559365"/>
                  </a:lnTo>
                  <a:lnTo>
                    <a:pt x="766629" y="2494543"/>
                  </a:lnTo>
                  <a:lnTo>
                    <a:pt x="785275" y="2458065"/>
                  </a:lnTo>
                  <a:lnTo>
                    <a:pt x="779009" y="2434678"/>
                  </a:lnTo>
                  <a:lnTo>
                    <a:pt x="760096" y="2364085"/>
                  </a:lnTo>
                  <a:lnTo>
                    <a:pt x="809666" y="2335729"/>
                  </a:lnTo>
                  <a:lnTo>
                    <a:pt x="851673" y="2269864"/>
                  </a:lnTo>
                  <a:lnTo>
                    <a:pt x="888532" y="2283973"/>
                  </a:lnTo>
                  <a:lnTo>
                    <a:pt x="932649" y="2246986"/>
                  </a:lnTo>
                  <a:lnTo>
                    <a:pt x="917499" y="2113402"/>
                  </a:lnTo>
                  <a:lnTo>
                    <a:pt x="951295" y="2098366"/>
                  </a:lnTo>
                  <a:lnTo>
                    <a:pt x="952350" y="2057985"/>
                  </a:lnTo>
                  <a:lnTo>
                    <a:pt x="983656" y="2057858"/>
                  </a:lnTo>
                  <a:lnTo>
                    <a:pt x="998793" y="2083075"/>
                  </a:lnTo>
                  <a:lnTo>
                    <a:pt x="1049050" y="2055507"/>
                  </a:lnTo>
                  <a:lnTo>
                    <a:pt x="1047232" y="1999162"/>
                  </a:lnTo>
                  <a:lnTo>
                    <a:pt x="1055049" y="1953939"/>
                  </a:lnTo>
                  <a:lnTo>
                    <a:pt x="992413" y="1930540"/>
                  </a:lnTo>
                  <a:lnTo>
                    <a:pt x="984787" y="1927680"/>
                  </a:lnTo>
                  <a:lnTo>
                    <a:pt x="992222" y="1888279"/>
                  </a:lnTo>
                  <a:lnTo>
                    <a:pt x="890706" y="1857431"/>
                  </a:lnTo>
                  <a:lnTo>
                    <a:pt x="899450" y="1778094"/>
                  </a:lnTo>
                  <a:lnTo>
                    <a:pt x="882215" y="1729083"/>
                  </a:lnTo>
                  <a:lnTo>
                    <a:pt x="871780" y="1709866"/>
                  </a:lnTo>
                  <a:lnTo>
                    <a:pt x="898141" y="1659546"/>
                  </a:lnTo>
                  <a:lnTo>
                    <a:pt x="895930" y="1645044"/>
                  </a:lnTo>
                  <a:lnTo>
                    <a:pt x="931671" y="1581391"/>
                  </a:lnTo>
                  <a:lnTo>
                    <a:pt x="931938" y="1551331"/>
                  </a:lnTo>
                  <a:lnTo>
                    <a:pt x="952020" y="1521793"/>
                  </a:lnTo>
                  <a:lnTo>
                    <a:pt x="895790" y="1470952"/>
                  </a:lnTo>
                  <a:lnTo>
                    <a:pt x="924883" y="1439723"/>
                  </a:lnTo>
                  <a:lnTo>
                    <a:pt x="969255" y="1478667"/>
                  </a:lnTo>
                  <a:lnTo>
                    <a:pt x="1012470" y="1438147"/>
                  </a:lnTo>
                  <a:lnTo>
                    <a:pt x="1003191" y="1377367"/>
                  </a:lnTo>
                  <a:lnTo>
                    <a:pt x="1000649" y="1360653"/>
                  </a:lnTo>
                  <a:lnTo>
                    <a:pt x="977021" y="1364466"/>
                  </a:lnTo>
                  <a:lnTo>
                    <a:pt x="962925" y="1343812"/>
                  </a:lnTo>
                  <a:lnTo>
                    <a:pt x="853172" y="1359064"/>
                  </a:lnTo>
                  <a:lnTo>
                    <a:pt x="803717" y="1332932"/>
                  </a:lnTo>
                  <a:lnTo>
                    <a:pt x="768611" y="1333580"/>
                  </a:lnTo>
                  <a:lnTo>
                    <a:pt x="749686" y="1316193"/>
                  </a:lnTo>
                  <a:lnTo>
                    <a:pt x="736124" y="1320120"/>
                  </a:lnTo>
                  <a:lnTo>
                    <a:pt x="723414" y="1335537"/>
                  </a:lnTo>
                  <a:lnTo>
                    <a:pt x="678255" y="1330568"/>
                  </a:lnTo>
                  <a:lnTo>
                    <a:pt x="662469" y="1326386"/>
                  </a:lnTo>
                  <a:lnTo>
                    <a:pt x="694244" y="1289921"/>
                  </a:lnTo>
                  <a:lnTo>
                    <a:pt x="698172" y="1262988"/>
                  </a:lnTo>
                  <a:lnTo>
                    <a:pt x="710437" y="1246922"/>
                  </a:lnTo>
                  <a:lnTo>
                    <a:pt x="695833" y="1213062"/>
                  </a:lnTo>
                  <a:lnTo>
                    <a:pt x="703917" y="1181439"/>
                  </a:lnTo>
                  <a:lnTo>
                    <a:pt x="692477" y="1144579"/>
                  </a:lnTo>
                  <a:lnTo>
                    <a:pt x="675369" y="1145100"/>
                  </a:lnTo>
                  <a:lnTo>
                    <a:pt x="676170" y="1137131"/>
                  </a:lnTo>
                  <a:lnTo>
                    <a:pt x="734230" y="1105356"/>
                  </a:lnTo>
                  <a:lnTo>
                    <a:pt x="750665" y="1087561"/>
                  </a:lnTo>
                  <a:lnTo>
                    <a:pt x="747805" y="1057375"/>
                  </a:lnTo>
                  <a:lnTo>
                    <a:pt x="734751" y="1047715"/>
                  </a:lnTo>
                  <a:lnTo>
                    <a:pt x="719754" y="1016206"/>
                  </a:lnTo>
                  <a:close/>
                </a:path>
              </a:pathLst>
            </a:custGeom>
            <a:solidFill>
              <a:srgbClr val="FFFFFF"/>
            </a:solidFill>
            <a:ln w="12700" cap="flat">
              <a:noFill/>
              <a:prstDash val="solid"/>
              <a:miter/>
            </a:ln>
          </p:spPr>
          <p:txBody>
            <a:bodyPr rtlCol="0" anchor="ctr"/>
            <a:lstStyle/>
            <a:p>
              <a:endParaRPr lang="de-CH"/>
            </a:p>
          </p:txBody>
        </p:sp>
        <p:sp>
          <p:nvSpPr>
            <p:cNvPr id="14" name="Freihandform: Form 13">
              <a:extLst>
                <a:ext uri="{FF2B5EF4-FFF2-40B4-BE49-F238E27FC236}">
                  <a16:creationId xmlns:a16="http://schemas.microsoft.com/office/drawing/2014/main" id="{672DB432-7D00-FDC8-D1F4-2CD5DA10E560}"/>
                </a:ext>
              </a:extLst>
            </p:cNvPr>
            <p:cNvSpPr/>
            <p:nvPr/>
          </p:nvSpPr>
          <p:spPr>
            <a:xfrm>
              <a:off x="3354061" y="1881915"/>
              <a:ext cx="3253380" cy="3035870"/>
            </a:xfrm>
            <a:custGeom>
              <a:avLst/>
              <a:gdLst>
                <a:gd name="connsiteX0" fmla="*/ 1706574 w 3253380"/>
                <a:gd name="connsiteY0" fmla="*/ 546768 h 3035870"/>
                <a:gd name="connsiteX1" fmla="*/ 1688564 w 3253380"/>
                <a:gd name="connsiteY1" fmla="*/ 534998 h 3035870"/>
                <a:gd name="connsiteX2" fmla="*/ 1663651 w 3253380"/>
                <a:gd name="connsiteY2" fmla="*/ 542967 h 3035870"/>
                <a:gd name="connsiteX3" fmla="*/ 1653483 w 3253380"/>
                <a:gd name="connsiteY3" fmla="*/ 570015 h 3035870"/>
                <a:gd name="connsiteX4" fmla="*/ 1685589 w 3253380"/>
                <a:gd name="connsiteY4" fmla="*/ 573561 h 3035870"/>
                <a:gd name="connsiteX5" fmla="*/ 513670 w 3253380"/>
                <a:gd name="connsiteY5" fmla="*/ 1285230 h 3035870"/>
                <a:gd name="connsiteX6" fmla="*/ 557254 w 3253380"/>
                <a:gd name="connsiteY6" fmla="*/ 1276219 h 3035870"/>
                <a:gd name="connsiteX7" fmla="*/ 561829 w 3253380"/>
                <a:gd name="connsiteY7" fmla="*/ 1301957 h 3035870"/>
                <a:gd name="connsiteX8" fmla="*/ 532062 w 3253380"/>
                <a:gd name="connsiteY8" fmla="*/ 1323005 h 3035870"/>
                <a:gd name="connsiteX9" fmla="*/ 521500 w 3253380"/>
                <a:gd name="connsiteY9" fmla="*/ 1319472 h 3035870"/>
                <a:gd name="connsiteX10" fmla="*/ 757846 w 3253380"/>
                <a:gd name="connsiteY10" fmla="*/ 1233118 h 3035870"/>
                <a:gd name="connsiteX11" fmla="*/ 759397 w 3253380"/>
                <a:gd name="connsiteY11" fmla="*/ 1214562 h 3035870"/>
                <a:gd name="connsiteX12" fmla="*/ 749483 w 3253380"/>
                <a:gd name="connsiteY12" fmla="*/ 1208677 h 3035870"/>
                <a:gd name="connsiteX13" fmla="*/ 723643 w 3253380"/>
                <a:gd name="connsiteY13" fmla="*/ 1230907 h 3035870"/>
                <a:gd name="connsiteX14" fmla="*/ 721685 w 3253380"/>
                <a:gd name="connsiteY14" fmla="*/ 1245015 h 3035870"/>
                <a:gd name="connsiteX15" fmla="*/ 725854 w 3253380"/>
                <a:gd name="connsiteY15" fmla="*/ 1254828 h 3035870"/>
                <a:gd name="connsiteX16" fmla="*/ 757719 w 3253380"/>
                <a:gd name="connsiteY16" fmla="*/ 1239918 h 3035870"/>
                <a:gd name="connsiteX17" fmla="*/ 449331 w 3253380"/>
                <a:gd name="connsiteY17" fmla="*/ 1338207 h 3035870"/>
                <a:gd name="connsiteX18" fmla="*/ 465855 w 3253380"/>
                <a:gd name="connsiteY18" fmla="*/ 1315468 h 3035870"/>
                <a:gd name="connsiteX19" fmla="*/ 485708 w 3253380"/>
                <a:gd name="connsiteY19" fmla="*/ 1326437 h 3035870"/>
                <a:gd name="connsiteX20" fmla="*/ 462740 w 3253380"/>
                <a:gd name="connsiteY20" fmla="*/ 1349315 h 3035870"/>
                <a:gd name="connsiteX21" fmla="*/ 2090117 w 3253380"/>
                <a:gd name="connsiteY21" fmla="*/ 1946377 h 3035870"/>
                <a:gd name="connsiteX22" fmla="*/ 2105509 w 3253380"/>
                <a:gd name="connsiteY22" fmla="*/ 1945322 h 3035870"/>
                <a:gd name="connsiteX23" fmla="*/ 2113605 w 3253380"/>
                <a:gd name="connsiteY23" fmla="*/ 1949135 h 3035870"/>
                <a:gd name="connsiteX24" fmla="*/ 2115957 w 3253380"/>
                <a:gd name="connsiteY24" fmla="*/ 1955287 h 3035870"/>
                <a:gd name="connsiteX25" fmla="*/ 2157456 w 3253380"/>
                <a:gd name="connsiteY25" fmla="*/ 1957257 h 3035870"/>
                <a:gd name="connsiteX26" fmla="*/ 2199742 w 3253380"/>
                <a:gd name="connsiteY26" fmla="*/ 1926753 h 3035870"/>
                <a:gd name="connsiteX27" fmla="*/ 2208741 w 3253380"/>
                <a:gd name="connsiteY27" fmla="*/ 1911589 h 3035870"/>
                <a:gd name="connsiteX28" fmla="*/ 2223612 w 3253380"/>
                <a:gd name="connsiteY28" fmla="*/ 1899298 h 3035870"/>
                <a:gd name="connsiteX29" fmla="*/ 2255070 w 3253380"/>
                <a:gd name="connsiteY29" fmla="*/ 1885965 h 3035870"/>
                <a:gd name="connsiteX30" fmla="*/ 2293569 w 3253380"/>
                <a:gd name="connsiteY30" fmla="*/ 1860863 h 3035870"/>
                <a:gd name="connsiteX31" fmla="*/ 2302187 w 3253380"/>
                <a:gd name="connsiteY31" fmla="*/ 1850936 h 3035870"/>
                <a:gd name="connsiteX32" fmla="*/ 2349037 w 3253380"/>
                <a:gd name="connsiteY32" fmla="*/ 1824664 h 3035870"/>
                <a:gd name="connsiteX33" fmla="*/ 2371343 w 3253380"/>
                <a:gd name="connsiteY33" fmla="*/ 1808725 h 3035870"/>
                <a:gd name="connsiteX34" fmla="*/ 2399661 w 3253380"/>
                <a:gd name="connsiteY34" fmla="*/ 1799701 h 3035870"/>
                <a:gd name="connsiteX35" fmla="*/ 2417672 w 3253380"/>
                <a:gd name="connsiteY35" fmla="*/ 1803095 h 3035870"/>
                <a:gd name="connsiteX36" fmla="*/ 2422362 w 3253380"/>
                <a:gd name="connsiteY36" fmla="*/ 1800756 h 3035870"/>
                <a:gd name="connsiteX37" fmla="*/ 2420023 w 3253380"/>
                <a:gd name="connsiteY37" fmla="*/ 1794210 h 3035870"/>
                <a:gd name="connsiteX38" fmla="*/ 2423404 w 3253380"/>
                <a:gd name="connsiteY38" fmla="*/ 1787855 h 3035870"/>
                <a:gd name="connsiteX39" fmla="*/ 2420862 w 3253380"/>
                <a:gd name="connsiteY39" fmla="*/ 1770468 h 3035870"/>
                <a:gd name="connsiteX40" fmla="*/ 2407147 w 3253380"/>
                <a:gd name="connsiteY40" fmla="*/ 1758584 h 3035870"/>
                <a:gd name="connsiteX41" fmla="*/ 2390052 w 3253380"/>
                <a:gd name="connsiteY41" fmla="*/ 1762765 h 3035870"/>
                <a:gd name="connsiteX42" fmla="*/ 2355087 w 3253380"/>
                <a:gd name="connsiteY42" fmla="*/ 1749178 h 3035870"/>
                <a:gd name="connsiteX43" fmla="*/ 2335246 w 3253380"/>
                <a:gd name="connsiteY43" fmla="*/ 1758317 h 3035870"/>
                <a:gd name="connsiteX44" fmla="*/ 2317109 w 3253380"/>
                <a:gd name="connsiteY44" fmla="*/ 1758317 h 3035870"/>
                <a:gd name="connsiteX45" fmla="*/ 2281622 w 3253380"/>
                <a:gd name="connsiteY45" fmla="*/ 1778653 h 3035870"/>
                <a:gd name="connsiteX46" fmla="*/ 2267780 w 3253380"/>
                <a:gd name="connsiteY46" fmla="*/ 1791363 h 3035870"/>
                <a:gd name="connsiteX47" fmla="*/ 2265429 w 3253380"/>
                <a:gd name="connsiteY47" fmla="*/ 1801951 h 3035870"/>
                <a:gd name="connsiteX48" fmla="*/ 2255388 w 3253380"/>
                <a:gd name="connsiteY48" fmla="*/ 1810848 h 3035870"/>
                <a:gd name="connsiteX49" fmla="*/ 2242970 w 3253380"/>
                <a:gd name="connsiteY49" fmla="*/ 1814382 h 3035870"/>
                <a:gd name="connsiteX50" fmla="*/ 2209923 w 3253380"/>
                <a:gd name="connsiteY50" fmla="*/ 1845102 h 3035870"/>
                <a:gd name="connsiteX51" fmla="*/ 2197531 w 3253380"/>
                <a:gd name="connsiteY51" fmla="*/ 1853465 h 3035870"/>
                <a:gd name="connsiteX52" fmla="*/ 2188634 w 3253380"/>
                <a:gd name="connsiteY52" fmla="*/ 1866175 h 3035870"/>
                <a:gd name="connsiteX53" fmla="*/ 2161091 w 3253380"/>
                <a:gd name="connsiteY53" fmla="*/ 1887999 h 3035870"/>
                <a:gd name="connsiteX54" fmla="*/ 2140221 w 3253380"/>
                <a:gd name="connsiteY54" fmla="*/ 1904344 h 3035870"/>
                <a:gd name="connsiteX55" fmla="*/ 2120647 w 3253380"/>
                <a:gd name="connsiteY55" fmla="*/ 1911805 h 3035870"/>
                <a:gd name="connsiteX56" fmla="*/ 2110987 w 3253380"/>
                <a:gd name="connsiteY56" fmla="*/ 1924210 h 3035870"/>
                <a:gd name="connsiteX57" fmla="*/ 2087359 w 3253380"/>
                <a:gd name="connsiteY57" fmla="*/ 1939374 h 3035870"/>
                <a:gd name="connsiteX58" fmla="*/ 2086456 w 3253380"/>
                <a:gd name="connsiteY58" fmla="*/ 1943949 h 3035870"/>
                <a:gd name="connsiteX59" fmla="*/ 1761253 w 3253380"/>
                <a:gd name="connsiteY59" fmla="*/ 2023477 h 3035870"/>
                <a:gd name="connsiteX60" fmla="*/ 1796371 w 3253380"/>
                <a:gd name="connsiteY60" fmla="*/ 2034204 h 3035870"/>
                <a:gd name="connsiteX61" fmla="*/ 1817114 w 3253380"/>
                <a:gd name="connsiteY61" fmla="*/ 2051325 h 3035870"/>
                <a:gd name="connsiteX62" fmla="*/ 1832506 w 3253380"/>
                <a:gd name="connsiteY62" fmla="*/ 2055507 h 3035870"/>
                <a:gd name="connsiteX63" fmla="*/ 1860952 w 3253380"/>
                <a:gd name="connsiteY63" fmla="*/ 2051986 h 3035870"/>
                <a:gd name="connsiteX64" fmla="*/ 1898549 w 3253380"/>
                <a:gd name="connsiteY64" fmla="*/ 2039822 h 3035870"/>
                <a:gd name="connsiteX65" fmla="*/ 1919559 w 3253380"/>
                <a:gd name="connsiteY65" fmla="*/ 2025968 h 3035870"/>
                <a:gd name="connsiteX66" fmla="*/ 1929218 w 3253380"/>
                <a:gd name="connsiteY66" fmla="*/ 2026756 h 3035870"/>
                <a:gd name="connsiteX67" fmla="*/ 1945271 w 3253380"/>
                <a:gd name="connsiteY67" fmla="*/ 2039466 h 3035870"/>
                <a:gd name="connsiteX68" fmla="*/ 1958579 w 3253380"/>
                <a:gd name="connsiteY68" fmla="*/ 2035425 h 3035870"/>
                <a:gd name="connsiteX69" fmla="*/ 1968493 w 3253380"/>
                <a:gd name="connsiteY69" fmla="*/ 2025091 h 3035870"/>
                <a:gd name="connsiteX70" fmla="*/ 1973717 w 3253380"/>
                <a:gd name="connsiteY70" fmla="*/ 2015165 h 3035870"/>
                <a:gd name="connsiteX71" fmla="*/ 1971175 w 3253380"/>
                <a:gd name="connsiteY71" fmla="*/ 2006013 h 3035870"/>
                <a:gd name="connsiteX72" fmla="*/ 1960485 w 3253380"/>
                <a:gd name="connsiteY72" fmla="*/ 2002200 h 3035870"/>
                <a:gd name="connsiteX73" fmla="*/ 1936336 w 3253380"/>
                <a:gd name="connsiteY73" fmla="*/ 1976182 h 3035870"/>
                <a:gd name="connsiteX74" fmla="*/ 1914017 w 3253380"/>
                <a:gd name="connsiteY74" fmla="*/ 1969522 h 3035870"/>
                <a:gd name="connsiteX75" fmla="*/ 1897494 w 3253380"/>
                <a:gd name="connsiteY75" fmla="*/ 1966764 h 3035870"/>
                <a:gd name="connsiteX76" fmla="*/ 1869303 w 3253380"/>
                <a:gd name="connsiteY76" fmla="*/ 1976437 h 3035870"/>
                <a:gd name="connsiteX77" fmla="*/ 1839675 w 3253380"/>
                <a:gd name="connsiteY77" fmla="*/ 1976182 h 3035870"/>
                <a:gd name="connsiteX78" fmla="*/ 1826228 w 3253380"/>
                <a:gd name="connsiteY78" fmla="*/ 1982067 h 3035870"/>
                <a:gd name="connsiteX79" fmla="*/ 1806921 w 3253380"/>
                <a:gd name="connsiteY79" fmla="*/ 1977759 h 3035870"/>
                <a:gd name="connsiteX80" fmla="*/ 1794389 w 3253380"/>
                <a:gd name="connsiteY80" fmla="*/ 1941534 h 3035870"/>
                <a:gd name="connsiteX81" fmla="*/ 1759931 w 3253380"/>
                <a:gd name="connsiteY81" fmla="*/ 1903111 h 3035870"/>
                <a:gd name="connsiteX82" fmla="*/ 1723911 w 3253380"/>
                <a:gd name="connsiteY82" fmla="*/ 1891227 h 3035870"/>
                <a:gd name="connsiteX83" fmla="*/ 1683073 w 3253380"/>
                <a:gd name="connsiteY83" fmla="*/ 1875403 h 3035870"/>
                <a:gd name="connsiteX84" fmla="*/ 1664541 w 3253380"/>
                <a:gd name="connsiteY84" fmla="*/ 1846170 h 3035870"/>
                <a:gd name="connsiteX85" fmla="*/ 1648488 w 3253380"/>
                <a:gd name="connsiteY85" fmla="*/ 1842230 h 3035870"/>
                <a:gd name="connsiteX86" fmla="*/ 1625394 w 3253380"/>
                <a:gd name="connsiteY86" fmla="*/ 1824194 h 3035870"/>
                <a:gd name="connsiteX87" fmla="*/ 1603456 w 3253380"/>
                <a:gd name="connsiteY87" fmla="*/ 1799371 h 3035870"/>
                <a:gd name="connsiteX88" fmla="*/ 1584289 w 3253380"/>
                <a:gd name="connsiteY88" fmla="*/ 1785911 h 3035870"/>
                <a:gd name="connsiteX89" fmla="*/ 1568757 w 3253380"/>
                <a:gd name="connsiteY89" fmla="*/ 1797413 h 3035870"/>
                <a:gd name="connsiteX90" fmla="*/ 1572570 w 3253380"/>
                <a:gd name="connsiteY90" fmla="*/ 1804328 h 3035870"/>
                <a:gd name="connsiteX91" fmla="*/ 1563953 w 3253380"/>
                <a:gd name="connsiteY91" fmla="*/ 1830333 h 3035870"/>
                <a:gd name="connsiteX92" fmla="*/ 1562910 w 3253380"/>
                <a:gd name="connsiteY92" fmla="*/ 1858066 h 3035870"/>
                <a:gd name="connsiteX93" fmla="*/ 1574782 w 3253380"/>
                <a:gd name="connsiteY93" fmla="*/ 1865502 h 3035870"/>
                <a:gd name="connsiteX94" fmla="*/ 1583679 w 3253380"/>
                <a:gd name="connsiteY94" fmla="*/ 1863812 h 3035870"/>
                <a:gd name="connsiteX95" fmla="*/ 1587861 w 3253380"/>
                <a:gd name="connsiteY95" fmla="*/ 1868248 h 3035870"/>
                <a:gd name="connsiteX96" fmla="*/ 1593593 w 3253380"/>
                <a:gd name="connsiteY96" fmla="*/ 1874132 h 3035870"/>
                <a:gd name="connsiteX97" fmla="*/ 1594381 w 3253380"/>
                <a:gd name="connsiteY97" fmla="*/ 1888774 h 3035870"/>
                <a:gd name="connsiteX98" fmla="*/ 1626156 w 3253380"/>
                <a:gd name="connsiteY98" fmla="*/ 1914512 h 3035870"/>
                <a:gd name="connsiteX99" fmla="*/ 1633859 w 3253380"/>
                <a:gd name="connsiteY99" fmla="*/ 1931125 h 3035870"/>
                <a:gd name="connsiteX100" fmla="*/ 1647954 w 3253380"/>
                <a:gd name="connsiteY100" fmla="*/ 1938560 h 3035870"/>
                <a:gd name="connsiteX101" fmla="*/ 1669485 w 3253380"/>
                <a:gd name="connsiteY101" fmla="*/ 1939615 h 3035870"/>
                <a:gd name="connsiteX102" fmla="*/ 1686009 w 3253380"/>
                <a:gd name="connsiteY102" fmla="*/ 1947317 h 3035870"/>
                <a:gd name="connsiteX103" fmla="*/ 1696063 w 3253380"/>
                <a:gd name="connsiteY103" fmla="*/ 1964311 h 3035870"/>
                <a:gd name="connsiteX104" fmla="*/ 1711201 w 3253380"/>
                <a:gd name="connsiteY104" fmla="*/ 1971238 h 3035870"/>
                <a:gd name="connsiteX105" fmla="*/ 1719157 w 3253380"/>
                <a:gd name="connsiteY105" fmla="*/ 1981699 h 3035870"/>
                <a:gd name="connsiteX106" fmla="*/ 1716157 w 3253380"/>
                <a:gd name="connsiteY106" fmla="*/ 2002480 h 3035870"/>
                <a:gd name="connsiteX107" fmla="*/ 688016 w 3253380"/>
                <a:gd name="connsiteY107" fmla="*/ 1024214 h 3035870"/>
                <a:gd name="connsiteX108" fmla="*/ 662443 w 3253380"/>
                <a:gd name="connsiteY108" fmla="*/ 1037407 h 3035870"/>
                <a:gd name="connsiteX109" fmla="*/ 644827 w 3253380"/>
                <a:gd name="connsiteY109" fmla="*/ 1046838 h 3035870"/>
                <a:gd name="connsiteX110" fmla="*/ 629435 w 3253380"/>
                <a:gd name="connsiteY110" fmla="*/ 1054667 h 3035870"/>
                <a:gd name="connsiteX111" fmla="*/ 606722 w 3253380"/>
                <a:gd name="connsiteY111" fmla="*/ 1066691 h 3035870"/>
                <a:gd name="connsiteX112" fmla="*/ 594011 w 3253380"/>
                <a:gd name="connsiteY112" fmla="*/ 1070085 h 3035870"/>
                <a:gd name="connsiteX113" fmla="*/ 579395 w 3253380"/>
                <a:gd name="connsiteY113" fmla="*/ 1073758 h 3035870"/>
                <a:gd name="connsiteX114" fmla="*/ 561778 w 3253380"/>
                <a:gd name="connsiteY114" fmla="*/ 1078067 h 3035870"/>
                <a:gd name="connsiteX115" fmla="*/ 471536 w 3253380"/>
                <a:gd name="connsiteY115" fmla="*/ 1099369 h 3035870"/>
                <a:gd name="connsiteX116" fmla="*/ 461469 w 3253380"/>
                <a:gd name="connsiteY116" fmla="*/ 1097539 h 3035870"/>
                <a:gd name="connsiteX117" fmla="*/ 447387 w 3253380"/>
                <a:gd name="connsiteY117" fmla="*/ 1102381 h 3035870"/>
                <a:gd name="connsiteX118" fmla="*/ 380582 w 3253380"/>
                <a:gd name="connsiteY118" fmla="*/ 1091654 h 3035870"/>
                <a:gd name="connsiteX119" fmla="*/ 359953 w 3253380"/>
                <a:gd name="connsiteY119" fmla="*/ 1089963 h 3035870"/>
                <a:gd name="connsiteX120" fmla="*/ 354602 w 3253380"/>
                <a:gd name="connsiteY120" fmla="*/ 1084600 h 3035870"/>
                <a:gd name="connsiteX121" fmla="*/ 364135 w 3253380"/>
                <a:gd name="connsiteY121" fmla="*/ 1081600 h 3035870"/>
                <a:gd name="connsiteX122" fmla="*/ 371570 w 3253380"/>
                <a:gd name="connsiteY122" fmla="*/ 1073758 h 3035870"/>
                <a:gd name="connsiteX123" fmla="*/ 382272 w 3253380"/>
                <a:gd name="connsiteY123" fmla="*/ 1065522 h 3035870"/>
                <a:gd name="connsiteX124" fmla="*/ 363652 w 3253380"/>
                <a:gd name="connsiteY124" fmla="*/ 1030886 h 3035870"/>
                <a:gd name="connsiteX125" fmla="*/ 342261 w 3253380"/>
                <a:gd name="connsiteY125" fmla="*/ 1008428 h 3035870"/>
                <a:gd name="connsiteX126" fmla="*/ 346709 w 3253380"/>
                <a:gd name="connsiteY126" fmla="*/ 989070 h 3035870"/>
                <a:gd name="connsiteX127" fmla="*/ 350344 w 3253380"/>
                <a:gd name="connsiteY127" fmla="*/ 967119 h 3035870"/>
                <a:gd name="connsiteX128" fmla="*/ 349302 w 3253380"/>
                <a:gd name="connsiteY128" fmla="*/ 956659 h 3035870"/>
                <a:gd name="connsiteX129" fmla="*/ 349429 w 3253380"/>
                <a:gd name="connsiteY129" fmla="*/ 938496 h 3035870"/>
                <a:gd name="connsiteX130" fmla="*/ 357258 w 3253380"/>
                <a:gd name="connsiteY130" fmla="*/ 924769 h 3035870"/>
                <a:gd name="connsiteX131" fmla="*/ 370045 w 3253380"/>
                <a:gd name="connsiteY131" fmla="*/ 911309 h 3035870"/>
                <a:gd name="connsiteX132" fmla="*/ 390928 w 3253380"/>
                <a:gd name="connsiteY132" fmla="*/ 898599 h 3035870"/>
                <a:gd name="connsiteX133" fmla="*/ 410247 w 3253380"/>
                <a:gd name="connsiteY133" fmla="*/ 895319 h 3035870"/>
                <a:gd name="connsiteX134" fmla="*/ 421992 w 3253380"/>
                <a:gd name="connsiteY134" fmla="*/ 890617 h 3035870"/>
                <a:gd name="connsiteX135" fmla="*/ 435426 w 3253380"/>
                <a:gd name="connsiteY135" fmla="*/ 875453 h 3035870"/>
                <a:gd name="connsiteX136" fmla="*/ 443790 w 3253380"/>
                <a:gd name="connsiteY136" fmla="*/ 889053 h 3035870"/>
                <a:gd name="connsiteX137" fmla="*/ 454619 w 3253380"/>
                <a:gd name="connsiteY137" fmla="*/ 889968 h 3035870"/>
                <a:gd name="connsiteX138" fmla="*/ 462842 w 3253380"/>
                <a:gd name="connsiteY138" fmla="*/ 889168 h 3035870"/>
                <a:gd name="connsiteX139" fmla="*/ 479925 w 3253380"/>
                <a:gd name="connsiteY139" fmla="*/ 888519 h 3035870"/>
                <a:gd name="connsiteX140" fmla="*/ 502511 w 3253380"/>
                <a:gd name="connsiteY140" fmla="*/ 874678 h 3035870"/>
                <a:gd name="connsiteX141" fmla="*/ 524830 w 3253380"/>
                <a:gd name="connsiteY141" fmla="*/ 857163 h 3035870"/>
                <a:gd name="connsiteX142" fmla="*/ 552881 w 3253380"/>
                <a:gd name="connsiteY142" fmla="*/ 836891 h 3035870"/>
                <a:gd name="connsiteX143" fmla="*/ 566329 w 3253380"/>
                <a:gd name="connsiteY143" fmla="*/ 811025 h 3035870"/>
                <a:gd name="connsiteX144" fmla="*/ 565426 w 3253380"/>
                <a:gd name="connsiteY144" fmla="*/ 805268 h 3035870"/>
                <a:gd name="connsiteX145" fmla="*/ 569722 w 3253380"/>
                <a:gd name="connsiteY145" fmla="*/ 799268 h 3035870"/>
                <a:gd name="connsiteX146" fmla="*/ 582903 w 3253380"/>
                <a:gd name="connsiteY146" fmla="*/ 805268 h 3035870"/>
                <a:gd name="connsiteX147" fmla="*/ 584326 w 3253380"/>
                <a:gd name="connsiteY147" fmla="*/ 812068 h 3035870"/>
                <a:gd name="connsiteX148" fmla="*/ 577971 w 3253380"/>
                <a:gd name="connsiteY148" fmla="*/ 822236 h 3035870"/>
                <a:gd name="connsiteX149" fmla="*/ 564918 w 3253380"/>
                <a:gd name="connsiteY149" fmla="*/ 835048 h 3035870"/>
                <a:gd name="connsiteX150" fmla="*/ 554229 w 3253380"/>
                <a:gd name="connsiteY150" fmla="*/ 849804 h 3035870"/>
                <a:gd name="connsiteX151" fmla="*/ 530740 w 3253380"/>
                <a:gd name="connsiteY151" fmla="*/ 865628 h 3035870"/>
                <a:gd name="connsiteX152" fmla="*/ 490067 w 3253380"/>
                <a:gd name="connsiteY152" fmla="*/ 892955 h 3035870"/>
                <a:gd name="connsiteX153" fmla="*/ 489292 w 3253380"/>
                <a:gd name="connsiteY153" fmla="*/ 897391 h 3035870"/>
                <a:gd name="connsiteX154" fmla="*/ 498037 w 3253380"/>
                <a:gd name="connsiteY154" fmla="*/ 911372 h 3035870"/>
                <a:gd name="connsiteX155" fmla="*/ 504951 w 3253380"/>
                <a:gd name="connsiteY155" fmla="*/ 915287 h 3035870"/>
                <a:gd name="connsiteX156" fmla="*/ 525961 w 3253380"/>
                <a:gd name="connsiteY156" fmla="*/ 914512 h 3035870"/>
                <a:gd name="connsiteX157" fmla="*/ 564842 w 3253380"/>
                <a:gd name="connsiteY157" fmla="*/ 898433 h 3035870"/>
                <a:gd name="connsiteX158" fmla="*/ 579331 w 3253380"/>
                <a:gd name="connsiteY158" fmla="*/ 888634 h 3035870"/>
                <a:gd name="connsiteX159" fmla="*/ 586258 w 3253380"/>
                <a:gd name="connsiteY159" fmla="*/ 885622 h 3035870"/>
                <a:gd name="connsiteX160" fmla="*/ 599566 w 3253380"/>
                <a:gd name="connsiteY160" fmla="*/ 886143 h 3035870"/>
                <a:gd name="connsiteX161" fmla="*/ 614704 w 3253380"/>
                <a:gd name="connsiteY161" fmla="*/ 878834 h 3035870"/>
                <a:gd name="connsiteX162" fmla="*/ 629956 w 3253380"/>
                <a:gd name="connsiteY162" fmla="*/ 862756 h 3035870"/>
                <a:gd name="connsiteX163" fmla="*/ 637582 w 3253380"/>
                <a:gd name="connsiteY163" fmla="*/ 854380 h 3035870"/>
                <a:gd name="connsiteX164" fmla="*/ 638853 w 3253380"/>
                <a:gd name="connsiteY164" fmla="*/ 847199 h 3035870"/>
                <a:gd name="connsiteX165" fmla="*/ 639514 w 3253380"/>
                <a:gd name="connsiteY165" fmla="*/ 837526 h 3035870"/>
                <a:gd name="connsiteX166" fmla="*/ 642781 w 3253380"/>
                <a:gd name="connsiteY166" fmla="*/ 833472 h 3035870"/>
                <a:gd name="connsiteX167" fmla="*/ 651246 w 3253380"/>
                <a:gd name="connsiteY167" fmla="*/ 839751 h 3035870"/>
                <a:gd name="connsiteX168" fmla="*/ 661312 w 3253380"/>
                <a:gd name="connsiteY168" fmla="*/ 834387 h 3035870"/>
                <a:gd name="connsiteX169" fmla="*/ 668608 w 3253380"/>
                <a:gd name="connsiteY169" fmla="*/ 819478 h 3035870"/>
                <a:gd name="connsiteX170" fmla="*/ 688448 w 3253380"/>
                <a:gd name="connsiteY170" fmla="*/ 782618 h 3035870"/>
                <a:gd name="connsiteX171" fmla="*/ 695363 w 3253380"/>
                <a:gd name="connsiteY171" fmla="*/ 775170 h 3035870"/>
                <a:gd name="connsiteX172" fmla="*/ 697968 w 3253380"/>
                <a:gd name="connsiteY172" fmla="*/ 768103 h 3035870"/>
                <a:gd name="connsiteX173" fmla="*/ 695363 w 3253380"/>
                <a:gd name="connsiteY173" fmla="*/ 760401 h 3035870"/>
                <a:gd name="connsiteX174" fmla="*/ 696532 w 3253380"/>
                <a:gd name="connsiteY174" fmla="*/ 749165 h 3035870"/>
                <a:gd name="connsiteX175" fmla="*/ 709077 w 3253380"/>
                <a:gd name="connsiteY175" fmla="*/ 733913 h 3035870"/>
                <a:gd name="connsiteX176" fmla="*/ 714555 w 3253380"/>
                <a:gd name="connsiteY176" fmla="*/ 718876 h 3035870"/>
                <a:gd name="connsiteX177" fmla="*/ 724075 w 3253380"/>
                <a:gd name="connsiteY177" fmla="*/ 709204 h 3035870"/>
                <a:gd name="connsiteX178" fmla="*/ 730989 w 3253380"/>
                <a:gd name="connsiteY178" fmla="*/ 683974 h 3035870"/>
                <a:gd name="connsiteX179" fmla="*/ 747055 w 3253380"/>
                <a:gd name="connsiteY179" fmla="*/ 659926 h 3035870"/>
                <a:gd name="connsiteX180" fmla="*/ 762307 w 3253380"/>
                <a:gd name="connsiteY180" fmla="*/ 640188 h 3035870"/>
                <a:gd name="connsiteX181" fmla="*/ 761036 w 3253380"/>
                <a:gd name="connsiteY181" fmla="*/ 634176 h 3035870"/>
                <a:gd name="connsiteX182" fmla="*/ 756079 w 3253380"/>
                <a:gd name="connsiteY182" fmla="*/ 630363 h 3035870"/>
                <a:gd name="connsiteX183" fmla="*/ 736506 w 3253380"/>
                <a:gd name="connsiteY183" fmla="*/ 639133 h 3035870"/>
                <a:gd name="connsiteX184" fmla="*/ 721495 w 3253380"/>
                <a:gd name="connsiteY184" fmla="*/ 651665 h 3035870"/>
                <a:gd name="connsiteX185" fmla="*/ 711835 w 3253380"/>
                <a:gd name="connsiteY185" fmla="*/ 660816 h 3035870"/>
                <a:gd name="connsiteX186" fmla="*/ 686415 w 3253380"/>
                <a:gd name="connsiteY186" fmla="*/ 686821 h 3035870"/>
                <a:gd name="connsiteX187" fmla="*/ 662011 w 3253380"/>
                <a:gd name="connsiteY187" fmla="*/ 703688 h 3035870"/>
                <a:gd name="connsiteX188" fmla="*/ 642170 w 3253380"/>
                <a:gd name="connsiteY188" fmla="*/ 728523 h 3035870"/>
                <a:gd name="connsiteX189" fmla="*/ 597024 w 3253380"/>
                <a:gd name="connsiteY189" fmla="*/ 757274 h 3035870"/>
                <a:gd name="connsiteX190" fmla="*/ 556567 w 3253380"/>
                <a:gd name="connsiteY190" fmla="*/ 782491 h 3035870"/>
                <a:gd name="connsiteX191" fmla="*/ 515971 w 3253380"/>
                <a:gd name="connsiteY191" fmla="*/ 806945 h 3035870"/>
                <a:gd name="connsiteX192" fmla="*/ 511408 w 3253380"/>
                <a:gd name="connsiteY192" fmla="*/ 822617 h 3035870"/>
                <a:gd name="connsiteX193" fmla="*/ 500706 w 3253380"/>
                <a:gd name="connsiteY193" fmla="*/ 835048 h 3035870"/>
                <a:gd name="connsiteX194" fmla="*/ 460770 w 3253380"/>
                <a:gd name="connsiteY194" fmla="*/ 855168 h 3035870"/>
                <a:gd name="connsiteX195" fmla="*/ 439239 w 3253380"/>
                <a:gd name="connsiteY195" fmla="*/ 801709 h 3035870"/>
                <a:gd name="connsiteX196" fmla="*/ 459728 w 3253380"/>
                <a:gd name="connsiteY196" fmla="*/ 784982 h 3035870"/>
                <a:gd name="connsiteX197" fmla="*/ 453729 w 3253380"/>
                <a:gd name="connsiteY197" fmla="*/ 764849 h 3035870"/>
                <a:gd name="connsiteX198" fmla="*/ 365634 w 3253380"/>
                <a:gd name="connsiteY198" fmla="*/ 702900 h 3035870"/>
                <a:gd name="connsiteX199" fmla="*/ 330796 w 3253380"/>
                <a:gd name="connsiteY199" fmla="*/ 692960 h 3035870"/>
                <a:gd name="connsiteX200" fmla="*/ 364719 w 3253380"/>
                <a:gd name="connsiteY200" fmla="*/ 655974 h 3035870"/>
                <a:gd name="connsiteX201" fmla="*/ 350738 w 3253380"/>
                <a:gd name="connsiteY201" fmla="*/ 640938 h 3035870"/>
                <a:gd name="connsiteX202" fmla="*/ 324390 w 3253380"/>
                <a:gd name="connsiteY202" fmla="*/ 658325 h 3035870"/>
                <a:gd name="connsiteX203" fmla="*/ 299719 w 3253380"/>
                <a:gd name="connsiteY203" fmla="*/ 656495 h 3035870"/>
                <a:gd name="connsiteX204" fmla="*/ 251827 w 3253380"/>
                <a:gd name="connsiteY204" fmla="*/ 679246 h 3035870"/>
                <a:gd name="connsiteX205" fmla="*/ 226127 w 3253380"/>
                <a:gd name="connsiteY205" fmla="*/ 684203 h 3035870"/>
                <a:gd name="connsiteX206" fmla="*/ 185531 w 3253380"/>
                <a:gd name="connsiteY206" fmla="*/ 690558 h 3035870"/>
                <a:gd name="connsiteX207" fmla="*/ 159831 w 3253380"/>
                <a:gd name="connsiteY207" fmla="*/ 699455 h 3035870"/>
                <a:gd name="connsiteX208" fmla="*/ 116756 w 3253380"/>
                <a:gd name="connsiteY208" fmla="*/ 712915 h 3035870"/>
                <a:gd name="connsiteX209" fmla="*/ 51260 w 3253380"/>
                <a:gd name="connsiteY209" fmla="*/ 751605 h 3035870"/>
                <a:gd name="connsiteX210" fmla="*/ 11859 w 3253380"/>
                <a:gd name="connsiteY210" fmla="*/ 772120 h 3035870"/>
                <a:gd name="connsiteX211" fmla="*/ 0 w 3253380"/>
                <a:gd name="connsiteY211" fmla="*/ 756435 h 3035870"/>
                <a:gd name="connsiteX212" fmla="*/ 5478 w 3253380"/>
                <a:gd name="connsiteY212" fmla="*/ 746114 h 3035870"/>
                <a:gd name="connsiteX213" fmla="*/ 52201 w 3253380"/>
                <a:gd name="connsiteY213" fmla="*/ 656584 h 3035870"/>
                <a:gd name="connsiteX214" fmla="*/ 36262 w 3253380"/>
                <a:gd name="connsiteY214" fmla="*/ 616203 h 3035870"/>
                <a:gd name="connsiteX215" fmla="*/ 2720 w 3253380"/>
                <a:gd name="connsiteY215" fmla="*/ 531757 h 3035870"/>
                <a:gd name="connsiteX216" fmla="*/ 24518 w 3253380"/>
                <a:gd name="connsiteY216" fmla="*/ 506794 h 3035870"/>
                <a:gd name="connsiteX217" fmla="*/ 47740 w 3253380"/>
                <a:gd name="connsiteY217" fmla="*/ 577247 h 3035870"/>
                <a:gd name="connsiteX218" fmla="*/ 113388 w 3253380"/>
                <a:gd name="connsiteY218" fmla="*/ 539116 h 3035870"/>
                <a:gd name="connsiteX219" fmla="*/ 163250 w 3253380"/>
                <a:gd name="connsiteY219" fmla="*/ 488796 h 3035870"/>
                <a:gd name="connsiteX220" fmla="*/ 173545 w 3253380"/>
                <a:gd name="connsiteY220" fmla="*/ 473900 h 3035870"/>
                <a:gd name="connsiteX221" fmla="*/ 187259 w 3253380"/>
                <a:gd name="connsiteY221" fmla="*/ 468155 h 3035870"/>
                <a:gd name="connsiteX222" fmla="*/ 195216 w 3253380"/>
                <a:gd name="connsiteY222" fmla="*/ 488008 h 3035870"/>
                <a:gd name="connsiteX223" fmla="*/ 253022 w 3253380"/>
                <a:gd name="connsiteY223" fmla="*/ 501990 h 3035870"/>
                <a:gd name="connsiteX224" fmla="*/ 274426 w 3253380"/>
                <a:gd name="connsiteY224" fmla="*/ 463160 h 3035870"/>
                <a:gd name="connsiteX225" fmla="*/ 317234 w 3253380"/>
                <a:gd name="connsiteY225" fmla="*/ 446827 h 3035870"/>
                <a:gd name="connsiteX226" fmla="*/ 336668 w 3253380"/>
                <a:gd name="connsiteY226" fmla="*/ 437930 h 3035870"/>
                <a:gd name="connsiteX227" fmla="*/ 352861 w 3253380"/>
                <a:gd name="connsiteY227" fmla="*/ 408392 h 3035870"/>
                <a:gd name="connsiteX228" fmla="*/ 355860 w 3253380"/>
                <a:gd name="connsiteY228" fmla="*/ 402367 h 3035870"/>
                <a:gd name="connsiteX229" fmla="*/ 373998 w 3253380"/>
                <a:gd name="connsiteY229" fmla="*/ 367732 h 3035870"/>
                <a:gd name="connsiteX230" fmla="*/ 380251 w 3253380"/>
                <a:gd name="connsiteY230" fmla="*/ 351666 h 3035870"/>
                <a:gd name="connsiteX231" fmla="*/ 404286 w 3253380"/>
                <a:gd name="connsiteY231" fmla="*/ 338600 h 3035870"/>
                <a:gd name="connsiteX232" fmla="*/ 400740 w 3253380"/>
                <a:gd name="connsiteY232" fmla="*/ 311019 h 3035870"/>
                <a:gd name="connsiteX233" fmla="*/ 402964 w 3253380"/>
                <a:gd name="connsiteY233" fmla="*/ 306964 h 3035870"/>
                <a:gd name="connsiteX234" fmla="*/ 446421 w 3253380"/>
                <a:gd name="connsiteY234" fmla="*/ 289170 h 3035870"/>
                <a:gd name="connsiteX235" fmla="*/ 464698 w 3253380"/>
                <a:gd name="connsiteY235" fmla="*/ 321695 h 3035870"/>
                <a:gd name="connsiteX236" fmla="*/ 590643 w 3253380"/>
                <a:gd name="connsiteY236" fmla="*/ 294127 h 3035870"/>
                <a:gd name="connsiteX237" fmla="*/ 587250 w 3253380"/>
                <a:gd name="connsiteY237" fmla="*/ 226305 h 3035870"/>
                <a:gd name="connsiteX238" fmla="*/ 627821 w 3253380"/>
                <a:gd name="connsiteY238" fmla="*/ 209782 h 3035870"/>
                <a:gd name="connsiteX239" fmla="*/ 630833 w 3253380"/>
                <a:gd name="connsiteY239" fmla="*/ 184565 h 3035870"/>
                <a:gd name="connsiteX240" fmla="*/ 617119 w 3253380"/>
                <a:gd name="connsiteY240" fmla="*/ 154887 h 3035870"/>
                <a:gd name="connsiteX241" fmla="*/ 639705 w 3253380"/>
                <a:gd name="connsiteY241" fmla="*/ 151747 h 3035870"/>
                <a:gd name="connsiteX242" fmla="*/ 703116 w 3253380"/>
                <a:gd name="connsiteY242" fmla="*/ 147845 h 3035870"/>
                <a:gd name="connsiteX243" fmla="*/ 712013 w 3253380"/>
                <a:gd name="connsiteY243" fmla="*/ 168080 h 3035870"/>
                <a:gd name="connsiteX244" fmla="*/ 716843 w 3253380"/>
                <a:gd name="connsiteY244" fmla="*/ 167571 h 3035870"/>
                <a:gd name="connsiteX245" fmla="*/ 756778 w 3253380"/>
                <a:gd name="connsiteY245" fmla="*/ 169923 h 3035870"/>
                <a:gd name="connsiteX246" fmla="*/ 802052 w 3253380"/>
                <a:gd name="connsiteY246" fmla="*/ 178159 h 3035870"/>
                <a:gd name="connsiteX247" fmla="*/ 829074 w 3253380"/>
                <a:gd name="connsiteY247" fmla="*/ 178934 h 3035870"/>
                <a:gd name="connsiteX248" fmla="*/ 853478 w 3253380"/>
                <a:gd name="connsiteY248" fmla="*/ 181146 h 3035870"/>
                <a:gd name="connsiteX249" fmla="*/ 908932 w 3253380"/>
                <a:gd name="connsiteY249" fmla="*/ 170711 h 3035870"/>
                <a:gd name="connsiteX250" fmla="*/ 969941 w 3253380"/>
                <a:gd name="connsiteY250" fmla="*/ 117646 h 3035870"/>
                <a:gd name="connsiteX251" fmla="*/ 991739 w 3253380"/>
                <a:gd name="connsiteY251" fmla="*/ 118294 h 3035870"/>
                <a:gd name="connsiteX252" fmla="*/ 993951 w 3253380"/>
                <a:gd name="connsiteY252" fmla="*/ 117646 h 3035870"/>
                <a:gd name="connsiteX253" fmla="*/ 1058773 w 3253380"/>
                <a:gd name="connsiteY253" fmla="*/ 84968 h 3035870"/>
                <a:gd name="connsiteX254" fmla="*/ 1066463 w 3253380"/>
                <a:gd name="connsiteY254" fmla="*/ 86798 h 3035870"/>
                <a:gd name="connsiteX255" fmla="*/ 1074089 w 3253380"/>
                <a:gd name="connsiteY255" fmla="*/ 89149 h 3035870"/>
                <a:gd name="connsiteX256" fmla="*/ 1078016 w 3253380"/>
                <a:gd name="connsiteY256" fmla="*/ 96191 h 3035870"/>
                <a:gd name="connsiteX257" fmla="*/ 1139877 w 3253380"/>
                <a:gd name="connsiteY257" fmla="*/ 115027 h 3035870"/>
                <a:gd name="connsiteX258" fmla="*/ 1178630 w 3253380"/>
                <a:gd name="connsiteY258" fmla="*/ 110058 h 3035870"/>
                <a:gd name="connsiteX259" fmla="*/ 1182291 w 3253380"/>
                <a:gd name="connsiteY259" fmla="*/ 109409 h 3035870"/>
                <a:gd name="connsiteX260" fmla="*/ 1246998 w 3253380"/>
                <a:gd name="connsiteY260" fmla="*/ 114494 h 3035870"/>
                <a:gd name="connsiteX261" fmla="*/ 1280541 w 3253380"/>
                <a:gd name="connsiteY261" fmla="*/ 128856 h 3035870"/>
                <a:gd name="connsiteX262" fmla="*/ 1410007 w 3253380"/>
                <a:gd name="connsiteY262" fmla="*/ 71215 h 3035870"/>
                <a:gd name="connsiteX263" fmla="*/ 1402825 w 3253380"/>
                <a:gd name="connsiteY263" fmla="*/ 50701 h 3035870"/>
                <a:gd name="connsiteX264" fmla="*/ 1360284 w 3253380"/>
                <a:gd name="connsiteY264" fmla="*/ 68356 h 3035870"/>
                <a:gd name="connsiteX265" fmla="*/ 1340977 w 3253380"/>
                <a:gd name="connsiteY265" fmla="*/ 60386 h 3035870"/>
                <a:gd name="connsiteX266" fmla="*/ 1404643 w 3253380"/>
                <a:gd name="connsiteY266" fmla="*/ 0 h 3035870"/>
                <a:gd name="connsiteX267" fmla="*/ 1443549 w 3253380"/>
                <a:gd name="connsiteY267" fmla="*/ 46265 h 3035870"/>
                <a:gd name="connsiteX268" fmla="*/ 1428017 w 3253380"/>
                <a:gd name="connsiteY268" fmla="*/ 65864 h 3035870"/>
                <a:gd name="connsiteX269" fmla="*/ 1426848 w 3253380"/>
                <a:gd name="connsiteY269" fmla="*/ 80379 h 3035870"/>
                <a:gd name="connsiteX270" fmla="*/ 1378422 w 3253380"/>
                <a:gd name="connsiteY270" fmla="*/ 141388 h 3035870"/>
                <a:gd name="connsiteX271" fmla="*/ 1328699 w 3253380"/>
                <a:gd name="connsiteY271" fmla="*/ 157327 h 3035870"/>
                <a:gd name="connsiteX272" fmla="*/ 1288370 w 3253380"/>
                <a:gd name="connsiteY272" fmla="*/ 170520 h 3035870"/>
                <a:gd name="connsiteX273" fmla="*/ 1264106 w 3253380"/>
                <a:gd name="connsiteY273" fmla="*/ 179926 h 3035870"/>
                <a:gd name="connsiteX274" fmla="*/ 1254840 w 3253380"/>
                <a:gd name="connsiteY274" fmla="*/ 199410 h 3035870"/>
                <a:gd name="connsiteX275" fmla="*/ 1230183 w 3253380"/>
                <a:gd name="connsiteY275" fmla="*/ 240452 h 3035870"/>
                <a:gd name="connsiteX276" fmla="*/ 1189192 w 3253380"/>
                <a:gd name="connsiteY276" fmla="*/ 245281 h 3035870"/>
                <a:gd name="connsiteX277" fmla="*/ 1156146 w 3253380"/>
                <a:gd name="connsiteY277" fmla="*/ 262288 h 3035870"/>
                <a:gd name="connsiteX278" fmla="*/ 1129658 w 3253380"/>
                <a:gd name="connsiteY278" fmla="*/ 277959 h 3035870"/>
                <a:gd name="connsiteX279" fmla="*/ 1138796 w 3253380"/>
                <a:gd name="connsiteY279" fmla="*/ 305541 h 3035870"/>
                <a:gd name="connsiteX280" fmla="*/ 1120265 w 3253380"/>
                <a:gd name="connsiteY280" fmla="*/ 312468 h 3035870"/>
                <a:gd name="connsiteX281" fmla="*/ 975534 w 3253380"/>
                <a:gd name="connsiteY281" fmla="*/ 381103 h 3035870"/>
                <a:gd name="connsiteX282" fmla="*/ 984278 w 3253380"/>
                <a:gd name="connsiteY282" fmla="*/ 411684 h 3035870"/>
                <a:gd name="connsiteX283" fmla="*/ 1003852 w 3253380"/>
                <a:gd name="connsiteY283" fmla="*/ 458610 h 3035870"/>
                <a:gd name="connsiteX284" fmla="*/ 1026425 w 3253380"/>
                <a:gd name="connsiteY284" fmla="*/ 449979 h 3035870"/>
                <a:gd name="connsiteX285" fmla="*/ 1057222 w 3253380"/>
                <a:gd name="connsiteY285" fmla="*/ 482276 h 3035870"/>
                <a:gd name="connsiteX286" fmla="*/ 1076682 w 3253380"/>
                <a:gd name="connsiteY286" fmla="*/ 526965 h 3035870"/>
                <a:gd name="connsiteX287" fmla="*/ 1060870 w 3253380"/>
                <a:gd name="connsiteY287" fmla="*/ 548394 h 3035870"/>
                <a:gd name="connsiteX288" fmla="*/ 1082287 w 3253380"/>
                <a:gd name="connsiteY288" fmla="*/ 551674 h 3035870"/>
                <a:gd name="connsiteX289" fmla="*/ 1098810 w 3253380"/>
                <a:gd name="connsiteY289" fmla="*/ 544226 h 3035870"/>
                <a:gd name="connsiteX290" fmla="*/ 1117087 w 3253380"/>
                <a:gd name="connsiteY290" fmla="*/ 546310 h 3035870"/>
                <a:gd name="connsiteX291" fmla="*/ 1128526 w 3253380"/>
                <a:gd name="connsiteY291" fmla="*/ 537032 h 3035870"/>
                <a:gd name="connsiteX292" fmla="*/ 1131272 w 3253380"/>
                <a:gd name="connsiteY292" fmla="*/ 524614 h 3035870"/>
                <a:gd name="connsiteX293" fmla="*/ 1138440 w 3253380"/>
                <a:gd name="connsiteY293" fmla="*/ 515844 h 3035870"/>
                <a:gd name="connsiteX294" fmla="*/ 1153693 w 3253380"/>
                <a:gd name="connsiteY294" fmla="*/ 512590 h 3035870"/>
                <a:gd name="connsiteX295" fmla="*/ 1159692 w 3253380"/>
                <a:gd name="connsiteY295" fmla="*/ 502777 h 3035870"/>
                <a:gd name="connsiteX296" fmla="*/ 1159044 w 3253380"/>
                <a:gd name="connsiteY296" fmla="*/ 489711 h 3035870"/>
                <a:gd name="connsiteX297" fmla="*/ 1162310 w 3253380"/>
                <a:gd name="connsiteY297" fmla="*/ 480052 h 3035870"/>
                <a:gd name="connsiteX298" fmla="*/ 1171576 w 3253380"/>
                <a:gd name="connsiteY298" fmla="*/ 478336 h 3035870"/>
                <a:gd name="connsiteX299" fmla="*/ 1175491 w 3253380"/>
                <a:gd name="connsiteY299" fmla="*/ 485670 h 3035870"/>
                <a:gd name="connsiteX300" fmla="*/ 1180829 w 3253380"/>
                <a:gd name="connsiteY300" fmla="*/ 494160 h 3035870"/>
                <a:gd name="connsiteX301" fmla="*/ 1188455 w 3253380"/>
                <a:gd name="connsiteY301" fmla="*/ 493626 h 3035870"/>
                <a:gd name="connsiteX302" fmla="*/ 1194975 w 3253380"/>
                <a:gd name="connsiteY302" fmla="*/ 486445 h 3035870"/>
                <a:gd name="connsiteX303" fmla="*/ 1197200 w 3253380"/>
                <a:gd name="connsiteY303" fmla="*/ 477688 h 3035870"/>
                <a:gd name="connsiteX304" fmla="*/ 1196030 w 3253380"/>
                <a:gd name="connsiteY304" fmla="*/ 468536 h 3035870"/>
                <a:gd name="connsiteX305" fmla="*/ 1200339 w 3253380"/>
                <a:gd name="connsiteY305" fmla="*/ 464088 h 3035870"/>
                <a:gd name="connsiteX306" fmla="*/ 1211435 w 3253380"/>
                <a:gd name="connsiteY306" fmla="*/ 466312 h 3035870"/>
                <a:gd name="connsiteX307" fmla="*/ 1249922 w 3253380"/>
                <a:gd name="connsiteY307" fmla="*/ 461075 h 3035870"/>
                <a:gd name="connsiteX308" fmla="*/ 1257624 w 3253380"/>
                <a:gd name="connsiteY308" fmla="*/ 512056 h 3035870"/>
                <a:gd name="connsiteX309" fmla="*/ 1290365 w 3253380"/>
                <a:gd name="connsiteY309" fmla="*/ 518208 h 3035870"/>
                <a:gd name="connsiteX310" fmla="*/ 1258412 w 3253380"/>
                <a:gd name="connsiteY310" fmla="*/ 566684 h 3035870"/>
                <a:gd name="connsiteX311" fmla="*/ 1241698 w 3253380"/>
                <a:gd name="connsiteY311" fmla="*/ 575582 h 3035870"/>
                <a:gd name="connsiteX312" fmla="*/ 1207253 w 3253380"/>
                <a:gd name="connsiteY312" fmla="*/ 563698 h 3035870"/>
                <a:gd name="connsiteX313" fmla="*/ 1177359 w 3253380"/>
                <a:gd name="connsiteY313" fmla="*/ 581212 h 3035870"/>
                <a:gd name="connsiteX314" fmla="*/ 1179901 w 3253380"/>
                <a:gd name="connsiteY314" fmla="*/ 594545 h 3035870"/>
                <a:gd name="connsiteX315" fmla="*/ 1150413 w 3253380"/>
                <a:gd name="connsiteY315" fmla="*/ 609035 h 3035870"/>
                <a:gd name="connsiteX316" fmla="*/ 1140487 w 3253380"/>
                <a:gd name="connsiteY316" fmla="*/ 624605 h 3035870"/>
                <a:gd name="connsiteX317" fmla="*/ 1169085 w 3253380"/>
                <a:gd name="connsiteY317" fmla="*/ 645653 h 3035870"/>
                <a:gd name="connsiteX318" fmla="*/ 1177982 w 3253380"/>
                <a:gd name="connsiteY318" fmla="*/ 660816 h 3035870"/>
                <a:gd name="connsiteX319" fmla="*/ 1152396 w 3253380"/>
                <a:gd name="connsiteY319" fmla="*/ 661858 h 3035870"/>
                <a:gd name="connsiteX320" fmla="*/ 1107631 w 3253380"/>
                <a:gd name="connsiteY320" fmla="*/ 676882 h 3035870"/>
                <a:gd name="connsiteX321" fmla="*/ 1069271 w 3253380"/>
                <a:gd name="connsiteY321" fmla="*/ 654283 h 3035870"/>
                <a:gd name="connsiteX322" fmla="*/ 1038208 w 3253380"/>
                <a:gd name="connsiteY322" fmla="*/ 664337 h 3035870"/>
                <a:gd name="connsiteX323" fmla="*/ 1059739 w 3253380"/>
                <a:gd name="connsiteY323" fmla="*/ 744310 h 3035870"/>
                <a:gd name="connsiteX324" fmla="*/ 1120938 w 3253380"/>
                <a:gd name="connsiteY324" fmla="*/ 744729 h 3035870"/>
                <a:gd name="connsiteX325" fmla="*/ 1127204 w 3253380"/>
                <a:gd name="connsiteY325" fmla="*/ 742505 h 3035870"/>
                <a:gd name="connsiteX326" fmla="*/ 1165056 w 3253380"/>
                <a:gd name="connsiteY326" fmla="*/ 730074 h 3035870"/>
                <a:gd name="connsiteX327" fmla="*/ 1167534 w 3253380"/>
                <a:gd name="connsiteY327" fmla="*/ 786940 h 3035870"/>
                <a:gd name="connsiteX328" fmla="*/ 1184057 w 3253380"/>
                <a:gd name="connsiteY328" fmla="*/ 807721 h 3035870"/>
                <a:gd name="connsiteX329" fmla="*/ 1206936 w 3253380"/>
                <a:gd name="connsiteY329" fmla="*/ 802878 h 3035870"/>
                <a:gd name="connsiteX330" fmla="*/ 1231212 w 3253380"/>
                <a:gd name="connsiteY330" fmla="*/ 795417 h 3035870"/>
                <a:gd name="connsiteX331" fmla="*/ 1239385 w 3253380"/>
                <a:gd name="connsiteY331" fmla="*/ 783038 h 3035870"/>
                <a:gd name="connsiteX332" fmla="*/ 1245257 w 3253380"/>
                <a:gd name="connsiteY332" fmla="*/ 763171 h 3035870"/>
                <a:gd name="connsiteX333" fmla="*/ 1233119 w 3253380"/>
                <a:gd name="connsiteY333" fmla="*/ 746559 h 3035870"/>
                <a:gd name="connsiteX334" fmla="*/ 1220205 w 3253380"/>
                <a:gd name="connsiteY334" fmla="*/ 707348 h 3035870"/>
                <a:gd name="connsiteX335" fmla="*/ 1248168 w 3253380"/>
                <a:gd name="connsiteY335" fmla="*/ 695451 h 3035870"/>
                <a:gd name="connsiteX336" fmla="*/ 1258094 w 3253380"/>
                <a:gd name="connsiteY336" fmla="*/ 691550 h 3035870"/>
                <a:gd name="connsiteX337" fmla="*/ 1283146 w 3253380"/>
                <a:gd name="connsiteY337" fmla="*/ 680949 h 3035870"/>
                <a:gd name="connsiteX338" fmla="*/ 1308567 w 3253380"/>
                <a:gd name="connsiteY338" fmla="*/ 663829 h 3035870"/>
                <a:gd name="connsiteX339" fmla="*/ 1329449 w 3253380"/>
                <a:gd name="connsiteY339" fmla="*/ 626448 h 3035870"/>
                <a:gd name="connsiteX340" fmla="*/ 1359344 w 3253380"/>
                <a:gd name="connsiteY340" fmla="*/ 580183 h 3035870"/>
                <a:gd name="connsiteX341" fmla="*/ 1343545 w 3253380"/>
                <a:gd name="connsiteY341" fmla="*/ 557037 h 3035870"/>
                <a:gd name="connsiteX342" fmla="*/ 1345896 w 3253380"/>
                <a:gd name="connsiteY342" fmla="*/ 550377 h 3035870"/>
                <a:gd name="connsiteX343" fmla="*/ 1378129 w 3253380"/>
                <a:gd name="connsiteY343" fmla="*/ 543196 h 3035870"/>
                <a:gd name="connsiteX344" fmla="*/ 1418802 w 3253380"/>
                <a:gd name="connsiteY344" fmla="*/ 528554 h 3035870"/>
                <a:gd name="connsiteX345" fmla="*/ 1451149 w 3253380"/>
                <a:gd name="connsiteY345" fmla="*/ 539396 h 3035870"/>
                <a:gd name="connsiteX346" fmla="*/ 1474130 w 3253380"/>
                <a:gd name="connsiteY346" fmla="*/ 589715 h 3035870"/>
                <a:gd name="connsiteX347" fmla="*/ 1482099 w 3253380"/>
                <a:gd name="connsiteY347" fmla="*/ 577564 h 3035870"/>
                <a:gd name="connsiteX348" fmla="*/ 1512095 w 3253380"/>
                <a:gd name="connsiteY348" fmla="*/ 574171 h 3035870"/>
                <a:gd name="connsiteX349" fmla="*/ 1541595 w 3253380"/>
                <a:gd name="connsiteY349" fmla="*/ 568807 h 3035870"/>
                <a:gd name="connsiteX350" fmla="*/ 1546946 w 3253380"/>
                <a:gd name="connsiteY350" fmla="*/ 572862 h 3035870"/>
                <a:gd name="connsiteX351" fmla="*/ 1593402 w 3253380"/>
                <a:gd name="connsiteY351" fmla="*/ 584898 h 3035870"/>
                <a:gd name="connsiteX352" fmla="*/ 1609201 w 3253380"/>
                <a:gd name="connsiteY352" fmla="*/ 577437 h 3035870"/>
                <a:gd name="connsiteX353" fmla="*/ 1609595 w 3253380"/>
                <a:gd name="connsiteY353" fmla="*/ 544886 h 3035870"/>
                <a:gd name="connsiteX354" fmla="*/ 1649658 w 3253380"/>
                <a:gd name="connsiteY354" fmla="*/ 527092 h 3035870"/>
                <a:gd name="connsiteX355" fmla="*/ 1651348 w 3253380"/>
                <a:gd name="connsiteY355" fmla="*/ 515856 h 3035870"/>
                <a:gd name="connsiteX356" fmla="*/ 1646264 w 3253380"/>
                <a:gd name="connsiteY356" fmla="*/ 478730 h 3035870"/>
                <a:gd name="connsiteX357" fmla="*/ 1653178 w 3253380"/>
                <a:gd name="connsiteY357" fmla="*/ 459906 h 3035870"/>
                <a:gd name="connsiteX358" fmla="*/ 1628521 w 3253380"/>
                <a:gd name="connsiteY358" fmla="*/ 429846 h 3035870"/>
                <a:gd name="connsiteX359" fmla="*/ 1598232 w 3253380"/>
                <a:gd name="connsiteY359" fmla="*/ 427749 h 3035870"/>
                <a:gd name="connsiteX360" fmla="*/ 1602147 w 3253380"/>
                <a:gd name="connsiteY360" fmla="*/ 403053 h 3035870"/>
                <a:gd name="connsiteX361" fmla="*/ 1600723 w 3253380"/>
                <a:gd name="connsiteY361" fmla="*/ 400308 h 3035870"/>
                <a:gd name="connsiteX362" fmla="*/ 1583488 w 3253380"/>
                <a:gd name="connsiteY362" fmla="*/ 367757 h 3035870"/>
                <a:gd name="connsiteX363" fmla="*/ 1584009 w 3253380"/>
                <a:gd name="connsiteY363" fmla="*/ 344497 h 3035870"/>
                <a:gd name="connsiteX364" fmla="*/ 1543693 w 3253380"/>
                <a:gd name="connsiteY364" fmla="*/ 346595 h 3035870"/>
                <a:gd name="connsiteX365" fmla="*/ 1536638 w 3253380"/>
                <a:gd name="connsiteY365" fmla="*/ 331965 h 3035870"/>
                <a:gd name="connsiteX366" fmla="*/ 1496055 w 3253380"/>
                <a:gd name="connsiteY366" fmla="*/ 299020 h 3035870"/>
                <a:gd name="connsiteX367" fmla="*/ 1495534 w 3253380"/>
                <a:gd name="connsiteY367" fmla="*/ 281900 h 3035870"/>
                <a:gd name="connsiteX368" fmla="*/ 1491212 w 3253380"/>
                <a:gd name="connsiteY368" fmla="*/ 243070 h 3035870"/>
                <a:gd name="connsiteX369" fmla="*/ 1469821 w 3253380"/>
                <a:gd name="connsiteY369" fmla="*/ 218234 h 3035870"/>
                <a:gd name="connsiteX370" fmla="*/ 1461076 w 3253380"/>
                <a:gd name="connsiteY370" fmla="*/ 205702 h 3035870"/>
                <a:gd name="connsiteX371" fmla="*/ 1515730 w 3253380"/>
                <a:gd name="connsiteY371" fmla="*/ 193932 h 3035870"/>
                <a:gd name="connsiteX372" fmla="*/ 1527602 w 3253380"/>
                <a:gd name="connsiteY372" fmla="*/ 191454 h 3035870"/>
                <a:gd name="connsiteX373" fmla="*/ 1601727 w 3253380"/>
                <a:gd name="connsiteY373" fmla="*/ 187272 h 3035870"/>
                <a:gd name="connsiteX374" fmla="*/ 1604981 w 3253380"/>
                <a:gd name="connsiteY374" fmla="*/ 185823 h 3035870"/>
                <a:gd name="connsiteX375" fmla="*/ 1624568 w 3253380"/>
                <a:gd name="connsiteY375" fmla="*/ 174193 h 3035870"/>
                <a:gd name="connsiteX376" fmla="*/ 1652886 w 3253380"/>
                <a:gd name="connsiteY376" fmla="*/ 161483 h 3035870"/>
                <a:gd name="connsiteX377" fmla="*/ 1673222 w 3253380"/>
                <a:gd name="connsiteY377" fmla="*/ 152586 h 3035870"/>
                <a:gd name="connsiteX378" fmla="*/ 1781806 w 3253380"/>
                <a:gd name="connsiteY378" fmla="*/ 253632 h 3035870"/>
                <a:gd name="connsiteX379" fmla="*/ 1819631 w 3253380"/>
                <a:gd name="connsiteY379" fmla="*/ 258983 h 3035870"/>
                <a:gd name="connsiteX380" fmla="*/ 1841556 w 3253380"/>
                <a:gd name="connsiteY380" fmla="*/ 223166 h 3035870"/>
                <a:gd name="connsiteX381" fmla="*/ 1877069 w 3253380"/>
                <a:gd name="connsiteY381" fmla="*/ 263305 h 3035870"/>
                <a:gd name="connsiteX382" fmla="*/ 1905908 w 3253380"/>
                <a:gd name="connsiteY382" fmla="*/ 231135 h 3035870"/>
                <a:gd name="connsiteX383" fmla="*/ 1914119 w 3253380"/>
                <a:gd name="connsiteY383" fmla="*/ 227322 h 3035870"/>
                <a:gd name="connsiteX384" fmla="*/ 1917932 w 3253380"/>
                <a:gd name="connsiteY384" fmla="*/ 232152 h 3035870"/>
                <a:gd name="connsiteX385" fmla="*/ 1918453 w 3253380"/>
                <a:gd name="connsiteY385" fmla="*/ 239206 h 3035870"/>
                <a:gd name="connsiteX386" fmla="*/ 1936603 w 3253380"/>
                <a:gd name="connsiteY386" fmla="*/ 248879 h 3035870"/>
                <a:gd name="connsiteX387" fmla="*/ 1957740 w 3253380"/>
                <a:gd name="connsiteY387" fmla="*/ 236079 h 3035870"/>
                <a:gd name="connsiteX388" fmla="*/ 1963485 w 3253380"/>
                <a:gd name="connsiteY388" fmla="*/ 271490 h 3035870"/>
                <a:gd name="connsiteX389" fmla="*/ 1985919 w 3253380"/>
                <a:gd name="connsiteY389" fmla="*/ 328076 h 3035870"/>
                <a:gd name="connsiteX390" fmla="*/ 1985398 w 3253380"/>
                <a:gd name="connsiteY390" fmla="*/ 362851 h 3035870"/>
                <a:gd name="connsiteX391" fmla="*/ 2001857 w 3253380"/>
                <a:gd name="connsiteY391" fmla="*/ 378535 h 3035870"/>
                <a:gd name="connsiteX392" fmla="*/ 2023897 w 3253380"/>
                <a:gd name="connsiteY392" fmla="*/ 436824 h 3035870"/>
                <a:gd name="connsiteX393" fmla="*/ 2028587 w 3253380"/>
                <a:gd name="connsiteY393" fmla="*/ 433303 h 3035870"/>
                <a:gd name="connsiteX394" fmla="*/ 2072717 w 3253380"/>
                <a:gd name="connsiteY394" fmla="*/ 501939 h 3035870"/>
                <a:gd name="connsiteX395" fmla="*/ 2064620 w 3253380"/>
                <a:gd name="connsiteY395" fmla="*/ 533168 h 3035870"/>
                <a:gd name="connsiteX396" fmla="*/ 2075449 w 3253380"/>
                <a:gd name="connsiteY396" fmla="*/ 587669 h 3035870"/>
                <a:gd name="connsiteX397" fmla="*/ 2083800 w 3253380"/>
                <a:gd name="connsiteY397" fmla="*/ 644128 h 3035870"/>
                <a:gd name="connsiteX398" fmla="*/ 2058621 w 3253380"/>
                <a:gd name="connsiteY398" fmla="*/ 656838 h 3035870"/>
                <a:gd name="connsiteX399" fmla="*/ 2045441 w 3253380"/>
                <a:gd name="connsiteY399" fmla="*/ 679462 h 3035870"/>
                <a:gd name="connsiteX400" fmla="*/ 2061964 w 3253380"/>
                <a:gd name="connsiteY400" fmla="*/ 758786 h 3035870"/>
                <a:gd name="connsiteX401" fmla="*/ 2056880 w 3253380"/>
                <a:gd name="connsiteY401" fmla="*/ 786635 h 3035870"/>
                <a:gd name="connsiteX402" fmla="*/ 2070594 w 3253380"/>
                <a:gd name="connsiteY402" fmla="*/ 792240 h 3035870"/>
                <a:gd name="connsiteX403" fmla="*/ 2048555 w 3253380"/>
                <a:gd name="connsiteY403" fmla="*/ 878377 h 3035870"/>
                <a:gd name="connsiteX404" fmla="*/ 2097870 w 3253380"/>
                <a:gd name="connsiteY404" fmla="*/ 937187 h 3035870"/>
                <a:gd name="connsiteX405" fmla="*/ 2117571 w 3253380"/>
                <a:gd name="connsiteY405" fmla="*/ 1008440 h 3035870"/>
                <a:gd name="connsiteX406" fmla="*/ 2153859 w 3253380"/>
                <a:gd name="connsiteY406" fmla="*/ 996416 h 3035870"/>
                <a:gd name="connsiteX407" fmla="*/ 2197963 w 3253380"/>
                <a:gd name="connsiteY407" fmla="*/ 1009864 h 3035870"/>
                <a:gd name="connsiteX408" fmla="*/ 2221972 w 3253380"/>
                <a:gd name="connsiteY408" fmla="*/ 1006051 h 3035870"/>
                <a:gd name="connsiteX409" fmla="*/ 2221464 w 3253380"/>
                <a:gd name="connsiteY409" fmla="*/ 1082248 h 3035870"/>
                <a:gd name="connsiteX410" fmla="*/ 2208004 w 3253380"/>
                <a:gd name="connsiteY410" fmla="*/ 1115295 h 3035870"/>
                <a:gd name="connsiteX411" fmla="*/ 2146283 w 3253380"/>
                <a:gd name="connsiteY411" fmla="*/ 1221692 h 3035870"/>
                <a:gd name="connsiteX412" fmla="*/ 2060019 w 3253380"/>
                <a:gd name="connsiteY412" fmla="*/ 1253328 h 3035870"/>
                <a:gd name="connsiteX413" fmla="*/ 2048681 w 3253380"/>
                <a:gd name="connsiteY413" fmla="*/ 1281557 h 3035870"/>
                <a:gd name="connsiteX414" fmla="*/ 2081309 w 3253380"/>
                <a:gd name="connsiteY414" fmla="*/ 1305859 h 3035870"/>
                <a:gd name="connsiteX415" fmla="*/ 2061061 w 3253380"/>
                <a:gd name="connsiteY415" fmla="*/ 1356306 h 3035870"/>
                <a:gd name="connsiteX416" fmla="*/ 2031701 w 3253380"/>
                <a:gd name="connsiteY416" fmla="*/ 1369652 h 3035870"/>
                <a:gd name="connsiteX417" fmla="*/ 2055202 w 3253380"/>
                <a:gd name="connsiteY417" fmla="*/ 1482772 h 3035870"/>
                <a:gd name="connsiteX418" fmla="*/ 2114177 w 3253380"/>
                <a:gd name="connsiteY418" fmla="*/ 1532838 h 3035870"/>
                <a:gd name="connsiteX419" fmla="*/ 2163518 w 3253380"/>
                <a:gd name="connsiteY419" fmla="*/ 1574680 h 3035870"/>
                <a:gd name="connsiteX420" fmla="*/ 2221591 w 3253380"/>
                <a:gd name="connsiteY420" fmla="*/ 1623817 h 3035870"/>
                <a:gd name="connsiteX421" fmla="*/ 2226942 w 3253380"/>
                <a:gd name="connsiteY421" fmla="*/ 1639756 h 3035870"/>
                <a:gd name="connsiteX422" fmla="*/ 2228112 w 3253380"/>
                <a:gd name="connsiteY422" fmla="*/ 1647382 h 3035870"/>
                <a:gd name="connsiteX423" fmla="*/ 2244813 w 3253380"/>
                <a:gd name="connsiteY423" fmla="*/ 1660448 h 3035870"/>
                <a:gd name="connsiteX424" fmla="*/ 2291154 w 3253380"/>
                <a:gd name="connsiteY424" fmla="*/ 1697041 h 3035870"/>
                <a:gd name="connsiteX425" fmla="*/ 2364607 w 3253380"/>
                <a:gd name="connsiteY425" fmla="*/ 1654436 h 3035870"/>
                <a:gd name="connsiteX426" fmla="*/ 2418383 w 3253380"/>
                <a:gd name="connsiteY426" fmla="*/ 1659800 h 3035870"/>
                <a:gd name="connsiteX427" fmla="*/ 2462094 w 3253380"/>
                <a:gd name="connsiteY427" fmla="*/ 1661490 h 3035870"/>
                <a:gd name="connsiteX428" fmla="*/ 2504508 w 3253380"/>
                <a:gd name="connsiteY428" fmla="*/ 1661490 h 3035870"/>
                <a:gd name="connsiteX429" fmla="*/ 2531911 w 3253380"/>
                <a:gd name="connsiteY429" fmla="*/ 1698617 h 3035870"/>
                <a:gd name="connsiteX430" fmla="*/ 2571986 w 3253380"/>
                <a:gd name="connsiteY430" fmla="*/ 1708544 h 3035870"/>
                <a:gd name="connsiteX431" fmla="*/ 2622484 w 3253380"/>
                <a:gd name="connsiteY431" fmla="*/ 1753118 h 3035870"/>
                <a:gd name="connsiteX432" fmla="*/ 2665699 w 3253380"/>
                <a:gd name="connsiteY432" fmla="*/ 1732197 h 3035870"/>
                <a:gd name="connsiteX433" fmla="*/ 2711227 w 3253380"/>
                <a:gd name="connsiteY433" fmla="*/ 1707679 h 3035870"/>
                <a:gd name="connsiteX434" fmla="*/ 2777256 w 3253380"/>
                <a:gd name="connsiteY434" fmla="*/ 1734587 h 3035870"/>
                <a:gd name="connsiteX435" fmla="*/ 2811968 w 3253380"/>
                <a:gd name="connsiteY435" fmla="*/ 1708709 h 3035870"/>
                <a:gd name="connsiteX436" fmla="*/ 2899007 w 3253380"/>
                <a:gd name="connsiteY436" fmla="*/ 1751059 h 3035870"/>
                <a:gd name="connsiteX437" fmla="*/ 2979399 w 3253380"/>
                <a:gd name="connsiteY437" fmla="*/ 1690050 h 3035870"/>
                <a:gd name="connsiteX438" fmla="*/ 3076747 w 3253380"/>
                <a:gd name="connsiteY438" fmla="*/ 1650966 h 3035870"/>
                <a:gd name="connsiteX439" fmla="*/ 3117076 w 3253380"/>
                <a:gd name="connsiteY439" fmla="*/ 1682323 h 3035870"/>
                <a:gd name="connsiteX440" fmla="*/ 3133777 w 3253380"/>
                <a:gd name="connsiteY440" fmla="*/ 1717237 h 3035870"/>
                <a:gd name="connsiteX441" fmla="*/ 3175924 w 3253380"/>
                <a:gd name="connsiteY441" fmla="*/ 1693444 h 3035870"/>
                <a:gd name="connsiteX442" fmla="*/ 3236095 w 3253380"/>
                <a:gd name="connsiteY442" fmla="*/ 1701934 h 3035870"/>
                <a:gd name="connsiteX443" fmla="*/ 3240009 w 3253380"/>
                <a:gd name="connsiteY443" fmla="*/ 1722207 h 3035870"/>
                <a:gd name="connsiteX444" fmla="*/ 3221605 w 3253380"/>
                <a:gd name="connsiteY444" fmla="*/ 1755533 h 3035870"/>
                <a:gd name="connsiteX445" fmla="*/ 3253380 w 3253380"/>
                <a:gd name="connsiteY445" fmla="*/ 1878924 h 3035870"/>
                <a:gd name="connsiteX446" fmla="*/ 3250381 w 3253380"/>
                <a:gd name="connsiteY446" fmla="*/ 1945309 h 3035870"/>
                <a:gd name="connsiteX447" fmla="*/ 3201574 w 3253380"/>
                <a:gd name="connsiteY447" fmla="*/ 1953406 h 3035870"/>
                <a:gd name="connsiteX448" fmla="*/ 3144162 w 3253380"/>
                <a:gd name="connsiteY448" fmla="*/ 1933285 h 3035870"/>
                <a:gd name="connsiteX449" fmla="*/ 3143755 w 3253380"/>
                <a:gd name="connsiteY449" fmla="*/ 1987939 h 3035870"/>
                <a:gd name="connsiteX450" fmla="*/ 3174818 w 3253380"/>
                <a:gd name="connsiteY450" fmla="*/ 2045580 h 3035870"/>
                <a:gd name="connsiteX451" fmla="*/ 3127587 w 3253380"/>
                <a:gd name="connsiteY451" fmla="*/ 2069234 h 3035870"/>
                <a:gd name="connsiteX452" fmla="*/ 3087906 w 3253380"/>
                <a:gd name="connsiteY452" fmla="*/ 2110262 h 3035870"/>
                <a:gd name="connsiteX453" fmla="*/ 3075641 w 3253380"/>
                <a:gd name="connsiteY453" fmla="*/ 2263713 h 3035870"/>
                <a:gd name="connsiteX454" fmla="*/ 3033481 w 3253380"/>
                <a:gd name="connsiteY454" fmla="*/ 2318748 h 3035870"/>
                <a:gd name="connsiteX455" fmla="*/ 2969816 w 3253380"/>
                <a:gd name="connsiteY455" fmla="*/ 2354425 h 3035870"/>
                <a:gd name="connsiteX456" fmla="*/ 2907536 w 3253380"/>
                <a:gd name="connsiteY456" fmla="*/ 2393763 h 3035870"/>
                <a:gd name="connsiteX457" fmla="*/ 2857025 w 3253380"/>
                <a:gd name="connsiteY457" fmla="*/ 2420811 h 3035870"/>
                <a:gd name="connsiteX458" fmla="*/ 2815654 w 3253380"/>
                <a:gd name="connsiteY458" fmla="*/ 2430356 h 3035870"/>
                <a:gd name="connsiteX459" fmla="*/ 2707210 w 3253380"/>
                <a:gd name="connsiteY459" fmla="*/ 2447362 h 3035870"/>
                <a:gd name="connsiteX460" fmla="*/ 2686200 w 3253380"/>
                <a:gd name="connsiteY460" fmla="*/ 2420175 h 3035870"/>
                <a:gd name="connsiteX461" fmla="*/ 2590543 w 3253380"/>
                <a:gd name="connsiteY461" fmla="*/ 2406308 h 3035870"/>
                <a:gd name="connsiteX462" fmla="*/ 2567970 w 3253380"/>
                <a:gd name="connsiteY462" fmla="*/ 2376109 h 3035870"/>
                <a:gd name="connsiteX463" fmla="*/ 2477282 w 3253380"/>
                <a:gd name="connsiteY463" fmla="*/ 2351807 h 3035870"/>
                <a:gd name="connsiteX464" fmla="*/ 2452853 w 3253380"/>
                <a:gd name="connsiteY464" fmla="*/ 2360310 h 3035870"/>
                <a:gd name="connsiteX465" fmla="*/ 2371292 w 3253380"/>
                <a:gd name="connsiteY465" fmla="*/ 2320833 h 3035870"/>
                <a:gd name="connsiteX466" fmla="*/ 2322104 w 3253380"/>
                <a:gd name="connsiteY466" fmla="*/ 2342529 h 3035870"/>
                <a:gd name="connsiteX467" fmla="*/ 2302276 w 3253380"/>
                <a:gd name="connsiteY467" fmla="*/ 2369716 h 3035870"/>
                <a:gd name="connsiteX468" fmla="*/ 2269229 w 3253380"/>
                <a:gd name="connsiteY468" fmla="*/ 2381473 h 3035870"/>
                <a:gd name="connsiteX469" fmla="*/ 2251346 w 3253380"/>
                <a:gd name="connsiteY469" fmla="*/ 2400297 h 3035870"/>
                <a:gd name="connsiteX470" fmla="*/ 2276665 w 3253380"/>
                <a:gd name="connsiteY470" fmla="*/ 2447324 h 3035870"/>
                <a:gd name="connsiteX471" fmla="*/ 2261921 w 3253380"/>
                <a:gd name="connsiteY471" fmla="*/ 2478820 h 3035870"/>
                <a:gd name="connsiteX472" fmla="*/ 2208678 w 3253380"/>
                <a:gd name="connsiteY472" fmla="*/ 2497377 h 3035870"/>
                <a:gd name="connsiteX473" fmla="*/ 2184262 w 3253380"/>
                <a:gd name="connsiteY473" fmla="*/ 2532965 h 3035870"/>
                <a:gd name="connsiteX474" fmla="*/ 2080127 w 3253380"/>
                <a:gd name="connsiteY474" fmla="*/ 2583692 h 3035870"/>
                <a:gd name="connsiteX475" fmla="*/ 2007056 w 3253380"/>
                <a:gd name="connsiteY475" fmla="*/ 2584734 h 3035870"/>
                <a:gd name="connsiteX476" fmla="*/ 1853453 w 3253380"/>
                <a:gd name="connsiteY476" fmla="*/ 2700283 h 3035870"/>
                <a:gd name="connsiteX477" fmla="*/ 1807264 w 3253380"/>
                <a:gd name="connsiteY477" fmla="*/ 2735973 h 3035870"/>
                <a:gd name="connsiteX478" fmla="*/ 1788860 w 3253380"/>
                <a:gd name="connsiteY478" fmla="*/ 2748683 h 3035870"/>
                <a:gd name="connsiteX479" fmla="*/ 1723211 w 3253380"/>
                <a:gd name="connsiteY479" fmla="*/ 2770507 h 3035870"/>
                <a:gd name="connsiteX480" fmla="*/ 1696596 w 3253380"/>
                <a:gd name="connsiteY480" fmla="*/ 2738236 h 3035870"/>
                <a:gd name="connsiteX481" fmla="*/ 1560356 w 3253380"/>
                <a:gd name="connsiteY481" fmla="*/ 2684370 h 3035870"/>
                <a:gd name="connsiteX482" fmla="*/ 1528491 w 3253380"/>
                <a:gd name="connsiteY482" fmla="*/ 2711430 h 3035870"/>
                <a:gd name="connsiteX483" fmla="*/ 1505930 w 3253380"/>
                <a:gd name="connsiteY483" fmla="*/ 2772222 h 3035870"/>
                <a:gd name="connsiteX484" fmla="*/ 1472884 w 3253380"/>
                <a:gd name="connsiteY484" fmla="*/ 2777180 h 3035870"/>
                <a:gd name="connsiteX485" fmla="*/ 1424738 w 3253380"/>
                <a:gd name="connsiteY485" fmla="*/ 2772222 h 3035870"/>
                <a:gd name="connsiteX486" fmla="*/ 1371101 w 3253380"/>
                <a:gd name="connsiteY486" fmla="*/ 2790017 h 3035870"/>
                <a:gd name="connsiteX487" fmla="*/ 1354793 w 3253380"/>
                <a:gd name="connsiteY487" fmla="*/ 2828592 h 3035870"/>
                <a:gd name="connsiteX488" fmla="*/ 1415078 w 3253380"/>
                <a:gd name="connsiteY488" fmla="*/ 2851839 h 3035870"/>
                <a:gd name="connsiteX489" fmla="*/ 1380099 w 3253380"/>
                <a:gd name="connsiteY489" fmla="*/ 2886347 h 3035870"/>
                <a:gd name="connsiteX490" fmla="*/ 1316409 w 3253380"/>
                <a:gd name="connsiteY490" fmla="*/ 2890669 h 3035870"/>
                <a:gd name="connsiteX491" fmla="*/ 1299580 w 3253380"/>
                <a:gd name="connsiteY491" fmla="*/ 2908819 h 3035870"/>
                <a:gd name="connsiteX492" fmla="*/ 1273995 w 3253380"/>
                <a:gd name="connsiteY492" fmla="*/ 2906340 h 3035870"/>
                <a:gd name="connsiteX493" fmla="*/ 1258476 w 3253380"/>
                <a:gd name="connsiteY493" fmla="*/ 2862948 h 3035870"/>
                <a:gd name="connsiteX494" fmla="*/ 1214625 w 3253380"/>
                <a:gd name="connsiteY494" fmla="*/ 2888572 h 3035870"/>
                <a:gd name="connsiteX495" fmla="*/ 1174563 w 3253380"/>
                <a:gd name="connsiteY495" fmla="*/ 2860470 h 3035870"/>
                <a:gd name="connsiteX496" fmla="*/ 1094692 w 3253380"/>
                <a:gd name="connsiteY496" fmla="*/ 2896541 h 3035870"/>
                <a:gd name="connsiteX497" fmla="*/ 1058544 w 3253380"/>
                <a:gd name="connsiteY497" fmla="*/ 2922686 h 3035870"/>
                <a:gd name="connsiteX498" fmla="*/ 1011694 w 3253380"/>
                <a:gd name="connsiteY498" fmla="*/ 2959545 h 3035870"/>
                <a:gd name="connsiteX499" fmla="*/ 927400 w 3253380"/>
                <a:gd name="connsiteY499" fmla="*/ 2988550 h 3035870"/>
                <a:gd name="connsiteX500" fmla="*/ 908335 w 3253380"/>
                <a:gd name="connsiteY500" fmla="*/ 2976653 h 3035870"/>
                <a:gd name="connsiteX501" fmla="*/ 916304 w 3253380"/>
                <a:gd name="connsiteY501" fmla="*/ 2892486 h 3035870"/>
                <a:gd name="connsiteX502" fmla="*/ 811127 w 3253380"/>
                <a:gd name="connsiteY502" fmla="*/ 2943200 h 3035870"/>
                <a:gd name="connsiteX503" fmla="*/ 811903 w 3253380"/>
                <a:gd name="connsiteY503" fmla="*/ 3001896 h 3035870"/>
                <a:gd name="connsiteX504" fmla="*/ 792329 w 3253380"/>
                <a:gd name="connsiteY504" fmla="*/ 3025816 h 3035870"/>
                <a:gd name="connsiteX505" fmla="*/ 723046 w 3253380"/>
                <a:gd name="connsiteY505" fmla="*/ 3035870 h 3035870"/>
                <a:gd name="connsiteX506" fmla="*/ 710246 w 3253380"/>
                <a:gd name="connsiteY506" fmla="*/ 2970527 h 3035870"/>
                <a:gd name="connsiteX507" fmla="*/ 704234 w 3253380"/>
                <a:gd name="connsiteY507" fmla="*/ 2939806 h 3035870"/>
                <a:gd name="connsiteX508" fmla="*/ 699532 w 3253380"/>
                <a:gd name="connsiteY508" fmla="*/ 2915657 h 3035870"/>
                <a:gd name="connsiteX509" fmla="*/ 669917 w 3253380"/>
                <a:gd name="connsiteY509" fmla="*/ 2881162 h 3035870"/>
                <a:gd name="connsiteX510" fmla="*/ 706192 w 3253380"/>
                <a:gd name="connsiteY510" fmla="*/ 2777243 h 3035870"/>
                <a:gd name="connsiteX511" fmla="*/ 673565 w 3253380"/>
                <a:gd name="connsiteY511" fmla="*/ 2700524 h 3035870"/>
                <a:gd name="connsiteX512" fmla="*/ 729820 w 3253380"/>
                <a:gd name="connsiteY512" fmla="*/ 2693191 h 3035870"/>
                <a:gd name="connsiteX513" fmla="*/ 750309 w 3253380"/>
                <a:gd name="connsiteY513" fmla="*/ 2657780 h 3035870"/>
                <a:gd name="connsiteX514" fmla="*/ 736595 w 3253380"/>
                <a:gd name="connsiteY514" fmla="*/ 2577922 h 3035870"/>
                <a:gd name="connsiteX515" fmla="*/ 733468 w 3253380"/>
                <a:gd name="connsiteY515" fmla="*/ 2559365 h 3035870"/>
                <a:gd name="connsiteX516" fmla="*/ 766629 w 3253380"/>
                <a:gd name="connsiteY516" fmla="*/ 2494543 h 3035870"/>
                <a:gd name="connsiteX517" fmla="*/ 785275 w 3253380"/>
                <a:gd name="connsiteY517" fmla="*/ 2458065 h 3035870"/>
                <a:gd name="connsiteX518" fmla="*/ 779009 w 3253380"/>
                <a:gd name="connsiteY518" fmla="*/ 2434678 h 3035870"/>
                <a:gd name="connsiteX519" fmla="*/ 760096 w 3253380"/>
                <a:gd name="connsiteY519" fmla="*/ 2364085 h 3035870"/>
                <a:gd name="connsiteX520" fmla="*/ 809666 w 3253380"/>
                <a:gd name="connsiteY520" fmla="*/ 2335729 h 3035870"/>
                <a:gd name="connsiteX521" fmla="*/ 851673 w 3253380"/>
                <a:gd name="connsiteY521" fmla="*/ 2269864 h 3035870"/>
                <a:gd name="connsiteX522" fmla="*/ 888532 w 3253380"/>
                <a:gd name="connsiteY522" fmla="*/ 2283973 h 3035870"/>
                <a:gd name="connsiteX523" fmla="*/ 932649 w 3253380"/>
                <a:gd name="connsiteY523" fmla="*/ 2246986 h 3035870"/>
                <a:gd name="connsiteX524" fmla="*/ 917499 w 3253380"/>
                <a:gd name="connsiteY524" fmla="*/ 2113402 h 3035870"/>
                <a:gd name="connsiteX525" fmla="*/ 951295 w 3253380"/>
                <a:gd name="connsiteY525" fmla="*/ 2098366 h 3035870"/>
                <a:gd name="connsiteX526" fmla="*/ 952350 w 3253380"/>
                <a:gd name="connsiteY526" fmla="*/ 2057985 h 3035870"/>
                <a:gd name="connsiteX527" fmla="*/ 983656 w 3253380"/>
                <a:gd name="connsiteY527" fmla="*/ 2057858 h 3035870"/>
                <a:gd name="connsiteX528" fmla="*/ 998793 w 3253380"/>
                <a:gd name="connsiteY528" fmla="*/ 2083075 h 3035870"/>
                <a:gd name="connsiteX529" fmla="*/ 1049050 w 3253380"/>
                <a:gd name="connsiteY529" fmla="*/ 2055507 h 3035870"/>
                <a:gd name="connsiteX530" fmla="*/ 1047232 w 3253380"/>
                <a:gd name="connsiteY530" fmla="*/ 1999162 h 3035870"/>
                <a:gd name="connsiteX531" fmla="*/ 1055049 w 3253380"/>
                <a:gd name="connsiteY531" fmla="*/ 1953939 h 3035870"/>
                <a:gd name="connsiteX532" fmla="*/ 992413 w 3253380"/>
                <a:gd name="connsiteY532" fmla="*/ 1930540 h 3035870"/>
                <a:gd name="connsiteX533" fmla="*/ 984787 w 3253380"/>
                <a:gd name="connsiteY533" fmla="*/ 1927680 h 3035870"/>
                <a:gd name="connsiteX534" fmla="*/ 992222 w 3253380"/>
                <a:gd name="connsiteY534" fmla="*/ 1888279 h 3035870"/>
                <a:gd name="connsiteX535" fmla="*/ 890706 w 3253380"/>
                <a:gd name="connsiteY535" fmla="*/ 1857431 h 3035870"/>
                <a:gd name="connsiteX536" fmla="*/ 899450 w 3253380"/>
                <a:gd name="connsiteY536" fmla="*/ 1778094 h 3035870"/>
                <a:gd name="connsiteX537" fmla="*/ 882215 w 3253380"/>
                <a:gd name="connsiteY537" fmla="*/ 1729083 h 3035870"/>
                <a:gd name="connsiteX538" fmla="*/ 871780 w 3253380"/>
                <a:gd name="connsiteY538" fmla="*/ 1709866 h 3035870"/>
                <a:gd name="connsiteX539" fmla="*/ 898141 w 3253380"/>
                <a:gd name="connsiteY539" fmla="*/ 1659546 h 3035870"/>
                <a:gd name="connsiteX540" fmla="*/ 895930 w 3253380"/>
                <a:gd name="connsiteY540" fmla="*/ 1645044 h 3035870"/>
                <a:gd name="connsiteX541" fmla="*/ 931671 w 3253380"/>
                <a:gd name="connsiteY541" fmla="*/ 1581391 h 3035870"/>
                <a:gd name="connsiteX542" fmla="*/ 931938 w 3253380"/>
                <a:gd name="connsiteY542" fmla="*/ 1551331 h 3035870"/>
                <a:gd name="connsiteX543" fmla="*/ 952020 w 3253380"/>
                <a:gd name="connsiteY543" fmla="*/ 1521793 h 3035870"/>
                <a:gd name="connsiteX544" fmla="*/ 895790 w 3253380"/>
                <a:gd name="connsiteY544" fmla="*/ 1470952 h 3035870"/>
                <a:gd name="connsiteX545" fmla="*/ 924883 w 3253380"/>
                <a:gd name="connsiteY545" fmla="*/ 1439723 h 3035870"/>
                <a:gd name="connsiteX546" fmla="*/ 969255 w 3253380"/>
                <a:gd name="connsiteY546" fmla="*/ 1478667 h 3035870"/>
                <a:gd name="connsiteX547" fmla="*/ 1012470 w 3253380"/>
                <a:gd name="connsiteY547" fmla="*/ 1438147 h 3035870"/>
                <a:gd name="connsiteX548" fmla="*/ 1003191 w 3253380"/>
                <a:gd name="connsiteY548" fmla="*/ 1377367 h 3035870"/>
                <a:gd name="connsiteX549" fmla="*/ 1000649 w 3253380"/>
                <a:gd name="connsiteY549" fmla="*/ 1360653 h 3035870"/>
                <a:gd name="connsiteX550" fmla="*/ 977021 w 3253380"/>
                <a:gd name="connsiteY550" fmla="*/ 1364466 h 3035870"/>
                <a:gd name="connsiteX551" fmla="*/ 962925 w 3253380"/>
                <a:gd name="connsiteY551" fmla="*/ 1343812 h 3035870"/>
                <a:gd name="connsiteX552" fmla="*/ 853172 w 3253380"/>
                <a:gd name="connsiteY552" fmla="*/ 1359064 h 3035870"/>
                <a:gd name="connsiteX553" fmla="*/ 803717 w 3253380"/>
                <a:gd name="connsiteY553" fmla="*/ 1332932 h 3035870"/>
                <a:gd name="connsiteX554" fmla="*/ 768611 w 3253380"/>
                <a:gd name="connsiteY554" fmla="*/ 1333580 h 3035870"/>
                <a:gd name="connsiteX555" fmla="*/ 749686 w 3253380"/>
                <a:gd name="connsiteY555" fmla="*/ 1316193 h 3035870"/>
                <a:gd name="connsiteX556" fmla="*/ 736124 w 3253380"/>
                <a:gd name="connsiteY556" fmla="*/ 1320120 h 3035870"/>
                <a:gd name="connsiteX557" fmla="*/ 723414 w 3253380"/>
                <a:gd name="connsiteY557" fmla="*/ 1335537 h 3035870"/>
                <a:gd name="connsiteX558" fmla="*/ 678255 w 3253380"/>
                <a:gd name="connsiteY558" fmla="*/ 1330568 h 3035870"/>
                <a:gd name="connsiteX559" fmla="*/ 662469 w 3253380"/>
                <a:gd name="connsiteY559" fmla="*/ 1326386 h 3035870"/>
                <a:gd name="connsiteX560" fmla="*/ 694244 w 3253380"/>
                <a:gd name="connsiteY560" fmla="*/ 1289921 h 3035870"/>
                <a:gd name="connsiteX561" fmla="*/ 698172 w 3253380"/>
                <a:gd name="connsiteY561" fmla="*/ 1262988 h 3035870"/>
                <a:gd name="connsiteX562" fmla="*/ 710437 w 3253380"/>
                <a:gd name="connsiteY562" fmla="*/ 1246922 h 3035870"/>
                <a:gd name="connsiteX563" fmla="*/ 695833 w 3253380"/>
                <a:gd name="connsiteY563" fmla="*/ 1213062 h 3035870"/>
                <a:gd name="connsiteX564" fmla="*/ 703917 w 3253380"/>
                <a:gd name="connsiteY564" fmla="*/ 1181439 h 3035870"/>
                <a:gd name="connsiteX565" fmla="*/ 692477 w 3253380"/>
                <a:gd name="connsiteY565" fmla="*/ 1144579 h 3035870"/>
                <a:gd name="connsiteX566" fmla="*/ 675369 w 3253380"/>
                <a:gd name="connsiteY566" fmla="*/ 1145100 h 3035870"/>
                <a:gd name="connsiteX567" fmla="*/ 676170 w 3253380"/>
                <a:gd name="connsiteY567" fmla="*/ 1137131 h 3035870"/>
                <a:gd name="connsiteX568" fmla="*/ 734230 w 3253380"/>
                <a:gd name="connsiteY568" fmla="*/ 1105356 h 3035870"/>
                <a:gd name="connsiteX569" fmla="*/ 750665 w 3253380"/>
                <a:gd name="connsiteY569" fmla="*/ 1087561 h 3035870"/>
                <a:gd name="connsiteX570" fmla="*/ 747805 w 3253380"/>
                <a:gd name="connsiteY570" fmla="*/ 1057375 h 3035870"/>
                <a:gd name="connsiteX571" fmla="*/ 734751 w 3253380"/>
                <a:gd name="connsiteY571" fmla="*/ 1047715 h 3035870"/>
                <a:gd name="connsiteX572" fmla="*/ 719754 w 3253380"/>
                <a:gd name="connsiteY572" fmla="*/ 1016206 h 3035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Lst>
              <a:rect l="l" t="t" r="r" b="b"/>
              <a:pathLst>
                <a:path w="3253380" h="3035870">
                  <a:moveTo>
                    <a:pt x="1706574" y="546768"/>
                  </a:moveTo>
                  <a:lnTo>
                    <a:pt x="1688564" y="534998"/>
                  </a:lnTo>
                  <a:lnTo>
                    <a:pt x="1663651" y="542967"/>
                  </a:lnTo>
                  <a:lnTo>
                    <a:pt x="1653483" y="570015"/>
                  </a:lnTo>
                  <a:lnTo>
                    <a:pt x="1685589" y="573561"/>
                  </a:lnTo>
                  <a:close/>
                  <a:moveTo>
                    <a:pt x="513670" y="1285230"/>
                  </a:moveTo>
                  <a:lnTo>
                    <a:pt x="557254" y="1276219"/>
                  </a:lnTo>
                  <a:lnTo>
                    <a:pt x="561829" y="1301957"/>
                  </a:lnTo>
                  <a:lnTo>
                    <a:pt x="532062" y="1323005"/>
                  </a:lnTo>
                  <a:lnTo>
                    <a:pt x="521500" y="1319472"/>
                  </a:lnTo>
                  <a:close/>
                  <a:moveTo>
                    <a:pt x="757846" y="1233118"/>
                  </a:moveTo>
                  <a:lnTo>
                    <a:pt x="759397" y="1214562"/>
                  </a:lnTo>
                  <a:lnTo>
                    <a:pt x="749483" y="1208677"/>
                  </a:lnTo>
                  <a:lnTo>
                    <a:pt x="723643" y="1230907"/>
                  </a:lnTo>
                  <a:lnTo>
                    <a:pt x="721685" y="1245015"/>
                  </a:lnTo>
                  <a:lnTo>
                    <a:pt x="725854" y="1254828"/>
                  </a:lnTo>
                  <a:lnTo>
                    <a:pt x="757719" y="1239918"/>
                  </a:lnTo>
                  <a:close/>
                  <a:moveTo>
                    <a:pt x="449331" y="1338207"/>
                  </a:moveTo>
                  <a:lnTo>
                    <a:pt x="465855" y="1315468"/>
                  </a:lnTo>
                  <a:lnTo>
                    <a:pt x="485708" y="1326437"/>
                  </a:lnTo>
                  <a:lnTo>
                    <a:pt x="462740" y="1349315"/>
                  </a:lnTo>
                  <a:close/>
                  <a:moveTo>
                    <a:pt x="2090117" y="1946377"/>
                  </a:moveTo>
                  <a:lnTo>
                    <a:pt x="2105509" y="1945322"/>
                  </a:lnTo>
                  <a:lnTo>
                    <a:pt x="2113605" y="1949135"/>
                  </a:lnTo>
                  <a:lnTo>
                    <a:pt x="2115957" y="1955287"/>
                  </a:lnTo>
                  <a:lnTo>
                    <a:pt x="2157456" y="1957257"/>
                  </a:lnTo>
                  <a:lnTo>
                    <a:pt x="2199742" y="1926753"/>
                  </a:lnTo>
                  <a:lnTo>
                    <a:pt x="2208741" y="1911589"/>
                  </a:lnTo>
                  <a:lnTo>
                    <a:pt x="2223612" y="1899298"/>
                  </a:lnTo>
                  <a:lnTo>
                    <a:pt x="2255070" y="1885965"/>
                  </a:lnTo>
                  <a:lnTo>
                    <a:pt x="2293569" y="1860863"/>
                  </a:lnTo>
                  <a:lnTo>
                    <a:pt x="2302187" y="1850936"/>
                  </a:lnTo>
                  <a:lnTo>
                    <a:pt x="2349037" y="1824664"/>
                  </a:lnTo>
                  <a:lnTo>
                    <a:pt x="2371343" y="1808725"/>
                  </a:lnTo>
                  <a:lnTo>
                    <a:pt x="2399661" y="1799701"/>
                  </a:lnTo>
                  <a:lnTo>
                    <a:pt x="2417672" y="1803095"/>
                  </a:lnTo>
                  <a:lnTo>
                    <a:pt x="2422362" y="1800756"/>
                  </a:lnTo>
                  <a:lnTo>
                    <a:pt x="2420023" y="1794210"/>
                  </a:lnTo>
                  <a:lnTo>
                    <a:pt x="2423404" y="1787855"/>
                  </a:lnTo>
                  <a:lnTo>
                    <a:pt x="2420862" y="1770468"/>
                  </a:lnTo>
                  <a:lnTo>
                    <a:pt x="2407147" y="1758584"/>
                  </a:lnTo>
                  <a:lnTo>
                    <a:pt x="2390052" y="1762765"/>
                  </a:lnTo>
                  <a:lnTo>
                    <a:pt x="2355087" y="1749178"/>
                  </a:lnTo>
                  <a:lnTo>
                    <a:pt x="2335246" y="1758317"/>
                  </a:lnTo>
                  <a:lnTo>
                    <a:pt x="2317109" y="1758317"/>
                  </a:lnTo>
                  <a:lnTo>
                    <a:pt x="2281622" y="1778653"/>
                  </a:lnTo>
                  <a:lnTo>
                    <a:pt x="2267780" y="1791363"/>
                  </a:lnTo>
                  <a:lnTo>
                    <a:pt x="2265429" y="1801951"/>
                  </a:lnTo>
                  <a:lnTo>
                    <a:pt x="2255388" y="1810848"/>
                  </a:lnTo>
                  <a:lnTo>
                    <a:pt x="2242970" y="1814382"/>
                  </a:lnTo>
                  <a:lnTo>
                    <a:pt x="2209923" y="1845102"/>
                  </a:lnTo>
                  <a:lnTo>
                    <a:pt x="2197531" y="1853465"/>
                  </a:lnTo>
                  <a:lnTo>
                    <a:pt x="2188634" y="1866175"/>
                  </a:lnTo>
                  <a:lnTo>
                    <a:pt x="2161091" y="1887999"/>
                  </a:lnTo>
                  <a:lnTo>
                    <a:pt x="2140221" y="1904344"/>
                  </a:lnTo>
                  <a:lnTo>
                    <a:pt x="2120647" y="1911805"/>
                  </a:lnTo>
                  <a:lnTo>
                    <a:pt x="2110987" y="1924210"/>
                  </a:lnTo>
                  <a:lnTo>
                    <a:pt x="2087359" y="1939374"/>
                  </a:lnTo>
                  <a:lnTo>
                    <a:pt x="2086456" y="1943949"/>
                  </a:lnTo>
                  <a:close/>
                  <a:moveTo>
                    <a:pt x="1761253" y="2023477"/>
                  </a:moveTo>
                  <a:lnTo>
                    <a:pt x="1796371" y="2034204"/>
                  </a:lnTo>
                  <a:lnTo>
                    <a:pt x="1817114" y="2051325"/>
                  </a:lnTo>
                  <a:lnTo>
                    <a:pt x="1832506" y="2055507"/>
                  </a:lnTo>
                  <a:lnTo>
                    <a:pt x="1860952" y="2051986"/>
                  </a:lnTo>
                  <a:lnTo>
                    <a:pt x="1898549" y="2039822"/>
                  </a:lnTo>
                  <a:lnTo>
                    <a:pt x="1919559" y="2025968"/>
                  </a:lnTo>
                  <a:lnTo>
                    <a:pt x="1929218" y="2026756"/>
                  </a:lnTo>
                  <a:lnTo>
                    <a:pt x="1945271" y="2039466"/>
                  </a:lnTo>
                  <a:lnTo>
                    <a:pt x="1958579" y="2035425"/>
                  </a:lnTo>
                  <a:lnTo>
                    <a:pt x="1968493" y="2025091"/>
                  </a:lnTo>
                  <a:lnTo>
                    <a:pt x="1973717" y="2015165"/>
                  </a:lnTo>
                  <a:lnTo>
                    <a:pt x="1971175" y="2006013"/>
                  </a:lnTo>
                  <a:lnTo>
                    <a:pt x="1960485" y="2002200"/>
                  </a:lnTo>
                  <a:lnTo>
                    <a:pt x="1936336" y="1976182"/>
                  </a:lnTo>
                  <a:lnTo>
                    <a:pt x="1914017" y="1969522"/>
                  </a:lnTo>
                  <a:lnTo>
                    <a:pt x="1897494" y="1966764"/>
                  </a:lnTo>
                  <a:lnTo>
                    <a:pt x="1869303" y="1976437"/>
                  </a:lnTo>
                  <a:lnTo>
                    <a:pt x="1839675" y="1976182"/>
                  </a:lnTo>
                  <a:lnTo>
                    <a:pt x="1826228" y="1982067"/>
                  </a:lnTo>
                  <a:lnTo>
                    <a:pt x="1806921" y="1977759"/>
                  </a:lnTo>
                  <a:lnTo>
                    <a:pt x="1794389" y="1941534"/>
                  </a:lnTo>
                  <a:lnTo>
                    <a:pt x="1759931" y="1903111"/>
                  </a:lnTo>
                  <a:lnTo>
                    <a:pt x="1723911" y="1891227"/>
                  </a:lnTo>
                  <a:lnTo>
                    <a:pt x="1683073" y="1875403"/>
                  </a:lnTo>
                  <a:lnTo>
                    <a:pt x="1664541" y="1846170"/>
                  </a:lnTo>
                  <a:lnTo>
                    <a:pt x="1648488" y="1842230"/>
                  </a:lnTo>
                  <a:lnTo>
                    <a:pt x="1625394" y="1824194"/>
                  </a:lnTo>
                  <a:lnTo>
                    <a:pt x="1603456" y="1799371"/>
                  </a:lnTo>
                  <a:lnTo>
                    <a:pt x="1584289" y="1785911"/>
                  </a:lnTo>
                  <a:lnTo>
                    <a:pt x="1568757" y="1797413"/>
                  </a:lnTo>
                  <a:lnTo>
                    <a:pt x="1572570" y="1804328"/>
                  </a:lnTo>
                  <a:lnTo>
                    <a:pt x="1563953" y="1830333"/>
                  </a:lnTo>
                  <a:lnTo>
                    <a:pt x="1562910" y="1858066"/>
                  </a:lnTo>
                  <a:lnTo>
                    <a:pt x="1574782" y="1865502"/>
                  </a:lnTo>
                  <a:lnTo>
                    <a:pt x="1583679" y="1863812"/>
                  </a:lnTo>
                  <a:lnTo>
                    <a:pt x="1587861" y="1868248"/>
                  </a:lnTo>
                  <a:lnTo>
                    <a:pt x="1593593" y="1874132"/>
                  </a:lnTo>
                  <a:lnTo>
                    <a:pt x="1594381" y="1888774"/>
                  </a:lnTo>
                  <a:lnTo>
                    <a:pt x="1626156" y="1914512"/>
                  </a:lnTo>
                  <a:lnTo>
                    <a:pt x="1633859" y="1931125"/>
                  </a:lnTo>
                  <a:lnTo>
                    <a:pt x="1647954" y="1938560"/>
                  </a:lnTo>
                  <a:lnTo>
                    <a:pt x="1669485" y="1939615"/>
                  </a:lnTo>
                  <a:lnTo>
                    <a:pt x="1686009" y="1947317"/>
                  </a:lnTo>
                  <a:lnTo>
                    <a:pt x="1696063" y="1964311"/>
                  </a:lnTo>
                  <a:lnTo>
                    <a:pt x="1711201" y="1971238"/>
                  </a:lnTo>
                  <a:lnTo>
                    <a:pt x="1719157" y="1981699"/>
                  </a:lnTo>
                  <a:lnTo>
                    <a:pt x="1716157" y="2002480"/>
                  </a:lnTo>
                  <a:close/>
                  <a:moveTo>
                    <a:pt x="688016" y="1024214"/>
                  </a:moveTo>
                  <a:lnTo>
                    <a:pt x="662443" y="1037407"/>
                  </a:lnTo>
                  <a:lnTo>
                    <a:pt x="644827" y="1046838"/>
                  </a:lnTo>
                  <a:lnTo>
                    <a:pt x="629435" y="1054667"/>
                  </a:lnTo>
                  <a:lnTo>
                    <a:pt x="606722" y="1066691"/>
                  </a:lnTo>
                  <a:lnTo>
                    <a:pt x="594011" y="1070085"/>
                  </a:lnTo>
                  <a:lnTo>
                    <a:pt x="579395" y="1073758"/>
                  </a:lnTo>
                  <a:lnTo>
                    <a:pt x="561778" y="1078067"/>
                  </a:lnTo>
                  <a:lnTo>
                    <a:pt x="471536" y="1099369"/>
                  </a:lnTo>
                  <a:lnTo>
                    <a:pt x="461469" y="1097539"/>
                  </a:lnTo>
                  <a:lnTo>
                    <a:pt x="447387" y="1102381"/>
                  </a:lnTo>
                  <a:lnTo>
                    <a:pt x="380582" y="1091654"/>
                  </a:lnTo>
                  <a:lnTo>
                    <a:pt x="359953" y="1089963"/>
                  </a:lnTo>
                  <a:lnTo>
                    <a:pt x="354602" y="1084600"/>
                  </a:lnTo>
                  <a:lnTo>
                    <a:pt x="364135" y="1081600"/>
                  </a:lnTo>
                  <a:lnTo>
                    <a:pt x="371570" y="1073758"/>
                  </a:lnTo>
                  <a:lnTo>
                    <a:pt x="382272" y="1065522"/>
                  </a:lnTo>
                  <a:lnTo>
                    <a:pt x="363652" y="1030886"/>
                  </a:lnTo>
                  <a:lnTo>
                    <a:pt x="342261" y="1008428"/>
                  </a:lnTo>
                  <a:lnTo>
                    <a:pt x="346709" y="989070"/>
                  </a:lnTo>
                  <a:lnTo>
                    <a:pt x="350344" y="967119"/>
                  </a:lnTo>
                  <a:lnTo>
                    <a:pt x="349302" y="956659"/>
                  </a:lnTo>
                  <a:lnTo>
                    <a:pt x="349429" y="938496"/>
                  </a:lnTo>
                  <a:lnTo>
                    <a:pt x="357258" y="924769"/>
                  </a:lnTo>
                  <a:lnTo>
                    <a:pt x="370045" y="911309"/>
                  </a:lnTo>
                  <a:lnTo>
                    <a:pt x="390928" y="898599"/>
                  </a:lnTo>
                  <a:lnTo>
                    <a:pt x="410247" y="895319"/>
                  </a:lnTo>
                  <a:lnTo>
                    <a:pt x="421992" y="890617"/>
                  </a:lnTo>
                  <a:lnTo>
                    <a:pt x="435426" y="875453"/>
                  </a:lnTo>
                  <a:lnTo>
                    <a:pt x="443790" y="889053"/>
                  </a:lnTo>
                  <a:lnTo>
                    <a:pt x="454619" y="889968"/>
                  </a:lnTo>
                  <a:lnTo>
                    <a:pt x="462842" y="889168"/>
                  </a:lnTo>
                  <a:lnTo>
                    <a:pt x="479925" y="888519"/>
                  </a:lnTo>
                  <a:lnTo>
                    <a:pt x="502511" y="874678"/>
                  </a:lnTo>
                  <a:lnTo>
                    <a:pt x="524830" y="857163"/>
                  </a:lnTo>
                  <a:lnTo>
                    <a:pt x="552881" y="836891"/>
                  </a:lnTo>
                  <a:lnTo>
                    <a:pt x="566329" y="811025"/>
                  </a:lnTo>
                  <a:lnTo>
                    <a:pt x="565426" y="805268"/>
                  </a:lnTo>
                  <a:lnTo>
                    <a:pt x="569722" y="799268"/>
                  </a:lnTo>
                  <a:lnTo>
                    <a:pt x="582903" y="805268"/>
                  </a:lnTo>
                  <a:lnTo>
                    <a:pt x="584326" y="812068"/>
                  </a:lnTo>
                  <a:lnTo>
                    <a:pt x="577971" y="822236"/>
                  </a:lnTo>
                  <a:lnTo>
                    <a:pt x="564918" y="835048"/>
                  </a:lnTo>
                  <a:lnTo>
                    <a:pt x="554229" y="849804"/>
                  </a:lnTo>
                  <a:lnTo>
                    <a:pt x="530740" y="865628"/>
                  </a:lnTo>
                  <a:lnTo>
                    <a:pt x="490067" y="892955"/>
                  </a:lnTo>
                  <a:lnTo>
                    <a:pt x="489292" y="897391"/>
                  </a:lnTo>
                  <a:lnTo>
                    <a:pt x="498037" y="911372"/>
                  </a:lnTo>
                  <a:lnTo>
                    <a:pt x="504951" y="915287"/>
                  </a:lnTo>
                  <a:lnTo>
                    <a:pt x="525961" y="914512"/>
                  </a:lnTo>
                  <a:lnTo>
                    <a:pt x="564842" y="898433"/>
                  </a:lnTo>
                  <a:lnTo>
                    <a:pt x="579331" y="888634"/>
                  </a:lnTo>
                  <a:lnTo>
                    <a:pt x="586258" y="885622"/>
                  </a:lnTo>
                  <a:lnTo>
                    <a:pt x="599566" y="886143"/>
                  </a:lnTo>
                  <a:lnTo>
                    <a:pt x="614704" y="878834"/>
                  </a:lnTo>
                  <a:lnTo>
                    <a:pt x="629956" y="862756"/>
                  </a:lnTo>
                  <a:lnTo>
                    <a:pt x="637582" y="854380"/>
                  </a:lnTo>
                  <a:lnTo>
                    <a:pt x="638853" y="847199"/>
                  </a:lnTo>
                  <a:lnTo>
                    <a:pt x="639514" y="837526"/>
                  </a:lnTo>
                  <a:lnTo>
                    <a:pt x="642781" y="833472"/>
                  </a:lnTo>
                  <a:lnTo>
                    <a:pt x="651246" y="839751"/>
                  </a:lnTo>
                  <a:lnTo>
                    <a:pt x="661312" y="834387"/>
                  </a:lnTo>
                  <a:lnTo>
                    <a:pt x="668608" y="819478"/>
                  </a:lnTo>
                  <a:lnTo>
                    <a:pt x="688448" y="782618"/>
                  </a:lnTo>
                  <a:lnTo>
                    <a:pt x="695363" y="775170"/>
                  </a:lnTo>
                  <a:lnTo>
                    <a:pt x="697968" y="768103"/>
                  </a:lnTo>
                  <a:lnTo>
                    <a:pt x="695363" y="760401"/>
                  </a:lnTo>
                  <a:lnTo>
                    <a:pt x="696532" y="749165"/>
                  </a:lnTo>
                  <a:lnTo>
                    <a:pt x="709077" y="733913"/>
                  </a:lnTo>
                  <a:lnTo>
                    <a:pt x="714555" y="718876"/>
                  </a:lnTo>
                  <a:lnTo>
                    <a:pt x="724075" y="709204"/>
                  </a:lnTo>
                  <a:lnTo>
                    <a:pt x="730989" y="683974"/>
                  </a:lnTo>
                  <a:lnTo>
                    <a:pt x="747055" y="659926"/>
                  </a:lnTo>
                  <a:lnTo>
                    <a:pt x="762307" y="640188"/>
                  </a:lnTo>
                  <a:lnTo>
                    <a:pt x="761036" y="634176"/>
                  </a:lnTo>
                  <a:lnTo>
                    <a:pt x="756079" y="630363"/>
                  </a:lnTo>
                  <a:lnTo>
                    <a:pt x="736506" y="639133"/>
                  </a:lnTo>
                  <a:lnTo>
                    <a:pt x="721495" y="651665"/>
                  </a:lnTo>
                  <a:lnTo>
                    <a:pt x="711835" y="660816"/>
                  </a:lnTo>
                  <a:lnTo>
                    <a:pt x="686415" y="686821"/>
                  </a:lnTo>
                  <a:lnTo>
                    <a:pt x="662011" y="703688"/>
                  </a:lnTo>
                  <a:lnTo>
                    <a:pt x="642170" y="728523"/>
                  </a:lnTo>
                  <a:lnTo>
                    <a:pt x="597024" y="757274"/>
                  </a:lnTo>
                  <a:lnTo>
                    <a:pt x="556567" y="782491"/>
                  </a:lnTo>
                  <a:lnTo>
                    <a:pt x="515971" y="806945"/>
                  </a:lnTo>
                  <a:lnTo>
                    <a:pt x="511408" y="822617"/>
                  </a:lnTo>
                  <a:lnTo>
                    <a:pt x="500706" y="835048"/>
                  </a:lnTo>
                  <a:lnTo>
                    <a:pt x="460770" y="855168"/>
                  </a:lnTo>
                  <a:lnTo>
                    <a:pt x="439239" y="801709"/>
                  </a:lnTo>
                  <a:lnTo>
                    <a:pt x="459728" y="784982"/>
                  </a:lnTo>
                  <a:lnTo>
                    <a:pt x="453729" y="764849"/>
                  </a:lnTo>
                  <a:lnTo>
                    <a:pt x="365634" y="702900"/>
                  </a:lnTo>
                  <a:lnTo>
                    <a:pt x="330796" y="692960"/>
                  </a:lnTo>
                  <a:lnTo>
                    <a:pt x="364719" y="655974"/>
                  </a:lnTo>
                  <a:lnTo>
                    <a:pt x="350738" y="640938"/>
                  </a:lnTo>
                  <a:lnTo>
                    <a:pt x="324390" y="658325"/>
                  </a:lnTo>
                  <a:lnTo>
                    <a:pt x="299719" y="656495"/>
                  </a:lnTo>
                  <a:lnTo>
                    <a:pt x="251827" y="679246"/>
                  </a:lnTo>
                  <a:lnTo>
                    <a:pt x="226127" y="684203"/>
                  </a:lnTo>
                  <a:lnTo>
                    <a:pt x="185531" y="690558"/>
                  </a:lnTo>
                  <a:lnTo>
                    <a:pt x="159831" y="699455"/>
                  </a:lnTo>
                  <a:lnTo>
                    <a:pt x="116756" y="712915"/>
                  </a:lnTo>
                  <a:lnTo>
                    <a:pt x="51260" y="751605"/>
                  </a:lnTo>
                  <a:lnTo>
                    <a:pt x="11859" y="772120"/>
                  </a:lnTo>
                  <a:lnTo>
                    <a:pt x="0" y="756435"/>
                  </a:lnTo>
                  <a:lnTo>
                    <a:pt x="5478" y="746114"/>
                  </a:lnTo>
                  <a:lnTo>
                    <a:pt x="52201" y="656584"/>
                  </a:lnTo>
                  <a:lnTo>
                    <a:pt x="36262" y="616203"/>
                  </a:lnTo>
                  <a:lnTo>
                    <a:pt x="2720" y="531757"/>
                  </a:lnTo>
                  <a:lnTo>
                    <a:pt x="24518" y="506794"/>
                  </a:lnTo>
                  <a:lnTo>
                    <a:pt x="47740" y="577247"/>
                  </a:lnTo>
                  <a:lnTo>
                    <a:pt x="113388" y="539116"/>
                  </a:lnTo>
                  <a:lnTo>
                    <a:pt x="163250" y="488796"/>
                  </a:lnTo>
                  <a:lnTo>
                    <a:pt x="173545" y="473900"/>
                  </a:lnTo>
                  <a:lnTo>
                    <a:pt x="187259" y="468155"/>
                  </a:lnTo>
                  <a:lnTo>
                    <a:pt x="195216" y="488008"/>
                  </a:lnTo>
                  <a:lnTo>
                    <a:pt x="253022" y="501990"/>
                  </a:lnTo>
                  <a:lnTo>
                    <a:pt x="274426" y="463160"/>
                  </a:lnTo>
                  <a:lnTo>
                    <a:pt x="317234" y="446827"/>
                  </a:lnTo>
                  <a:lnTo>
                    <a:pt x="336668" y="437930"/>
                  </a:lnTo>
                  <a:lnTo>
                    <a:pt x="352861" y="408392"/>
                  </a:lnTo>
                  <a:lnTo>
                    <a:pt x="355860" y="402367"/>
                  </a:lnTo>
                  <a:lnTo>
                    <a:pt x="373998" y="367732"/>
                  </a:lnTo>
                  <a:lnTo>
                    <a:pt x="380251" y="351666"/>
                  </a:lnTo>
                  <a:lnTo>
                    <a:pt x="404286" y="338600"/>
                  </a:lnTo>
                  <a:lnTo>
                    <a:pt x="400740" y="311019"/>
                  </a:lnTo>
                  <a:lnTo>
                    <a:pt x="402964" y="306964"/>
                  </a:lnTo>
                  <a:lnTo>
                    <a:pt x="446421" y="289170"/>
                  </a:lnTo>
                  <a:lnTo>
                    <a:pt x="464698" y="321695"/>
                  </a:lnTo>
                  <a:lnTo>
                    <a:pt x="590643" y="294127"/>
                  </a:lnTo>
                  <a:lnTo>
                    <a:pt x="587250" y="226305"/>
                  </a:lnTo>
                  <a:lnTo>
                    <a:pt x="627821" y="209782"/>
                  </a:lnTo>
                  <a:lnTo>
                    <a:pt x="630833" y="184565"/>
                  </a:lnTo>
                  <a:lnTo>
                    <a:pt x="617119" y="154887"/>
                  </a:lnTo>
                  <a:lnTo>
                    <a:pt x="639705" y="151747"/>
                  </a:lnTo>
                  <a:lnTo>
                    <a:pt x="703116" y="147845"/>
                  </a:lnTo>
                  <a:lnTo>
                    <a:pt x="712013" y="168080"/>
                  </a:lnTo>
                  <a:lnTo>
                    <a:pt x="716843" y="167571"/>
                  </a:lnTo>
                  <a:lnTo>
                    <a:pt x="756778" y="169923"/>
                  </a:lnTo>
                  <a:lnTo>
                    <a:pt x="802052" y="178159"/>
                  </a:lnTo>
                  <a:lnTo>
                    <a:pt x="829074" y="178934"/>
                  </a:lnTo>
                  <a:lnTo>
                    <a:pt x="853478" y="181146"/>
                  </a:lnTo>
                  <a:lnTo>
                    <a:pt x="908932" y="170711"/>
                  </a:lnTo>
                  <a:lnTo>
                    <a:pt x="969941" y="117646"/>
                  </a:lnTo>
                  <a:lnTo>
                    <a:pt x="991739" y="118294"/>
                  </a:lnTo>
                  <a:lnTo>
                    <a:pt x="993951" y="117646"/>
                  </a:lnTo>
                  <a:lnTo>
                    <a:pt x="1058773" y="84968"/>
                  </a:lnTo>
                  <a:lnTo>
                    <a:pt x="1066463" y="86798"/>
                  </a:lnTo>
                  <a:lnTo>
                    <a:pt x="1074089" y="89149"/>
                  </a:lnTo>
                  <a:lnTo>
                    <a:pt x="1078016" y="96191"/>
                  </a:lnTo>
                  <a:lnTo>
                    <a:pt x="1139877" y="115027"/>
                  </a:lnTo>
                  <a:lnTo>
                    <a:pt x="1178630" y="110058"/>
                  </a:lnTo>
                  <a:lnTo>
                    <a:pt x="1182291" y="109409"/>
                  </a:lnTo>
                  <a:lnTo>
                    <a:pt x="1246998" y="114494"/>
                  </a:lnTo>
                  <a:lnTo>
                    <a:pt x="1280541" y="128856"/>
                  </a:lnTo>
                  <a:lnTo>
                    <a:pt x="1410007" y="71215"/>
                  </a:lnTo>
                  <a:lnTo>
                    <a:pt x="1402825" y="50701"/>
                  </a:lnTo>
                  <a:lnTo>
                    <a:pt x="1360284" y="68356"/>
                  </a:lnTo>
                  <a:lnTo>
                    <a:pt x="1340977" y="60386"/>
                  </a:lnTo>
                  <a:lnTo>
                    <a:pt x="1404643" y="0"/>
                  </a:lnTo>
                  <a:lnTo>
                    <a:pt x="1443549" y="46265"/>
                  </a:lnTo>
                  <a:lnTo>
                    <a:pt x="1428017" y="65864"/>
                  </a:lnTo>
                  <a:lnTo>
                    <a:pt x="1426848" y="80379"/>
                  </a:lnTo>
                  <a:lnTo>
                    <a:pt x="1378422" y="141388"/>
                  </a:lnTo>
                  <a:lnTo>
                    <a:pt x="1328699" y="157327"/>
                  </a:lnTo>
                  <a:lnTo>
                    <a:pt x="1288370" y="170520"/>
                  </a:lnTo>
                  <a:lnTo>
                    <a:pt x="1264106" y="179926"/>
                  </a:lnTo>
                  <a:lnTo>
                    <a:pt x="1254840" y="199410"/>
                  </a:lnTo>
                  <a:lnTo>
                    <a:pt x="1230183" y="240452"/>
                  </a:lnTo>
                  <a:lnTo>
                    <a:pt x="1189192" y="245281"/>
                  </a:lnTo>
                  <a:lnTo>
                    <a:pt x="1156146" y="262288"/>
                  </a:lnTo>
                  <a:lnTo>
                    <a:pt x="1129658" y="277959"/>
                  </a:lnTo>
                  <a:lnTo>
                    <a:pt x="1138796" y="305541"/>
                  </a:lnTo>
                  <a:lnTo>
                    <a:pt x="1120265" y="312468"/>
                  </a:lnTo>
                  <a:lnTo>
                    <a:pt x="975534" y="381103"/>
                  </a:lnTo>
                  <a:lnTo>
                    <a:pt x="984278" y="411684"/>
                  </a:lnTo>
                  <a:lnTo>
                    <a:pt x="1003852" y="458610"/>
                  </a:lnTo>
                  <a:lnTo>
                    <a:pt x="1026425" y="449979"/>
                  </a:lnTo>
                  <a:lnTo>
                    <a:pt x="1057222" y="482276"/>
                  </a:lnTo>
                  <a:lnTo>
                    <a:pt x="1076682" y="526965"/>
                  </a:lnTo>
                  <a:lnTo>
                    <a:pt x="1060870" y="548394"/>
                  </a:lnTo>
                  <a:lnTo>
                    <a:pt x="1082287" y="551674"/>
                  </a:lnTo>
                  <a:lnTo>
                    <a:pt x="1098810" y="544226"/>
                  </a:lnTo>
                  <a:lnTo>
                    <a:pt x="1117087" y="546310"/>
                  </a:lnTo>
                  <a:lnTo>
                    <a:pt x="1128526" y="537032"/>
                  </a:lnTo>
                  <a:lnTo>
                    <a:pt x="1131272" y="524614"/>
                  </a:lnTo>
                  <a:lnTo>
                    <a:pt x="1138440" y="515844"/>
                  </a:lnTo>
                  <a:lnTo>
                    <a:pt x="1153693" y="512590"/>
                  </a:lnTo>
                  <a:lnTo>
                    <a:pt x="1159692" y="502777"/>
                  </a:lnTo>
                  <a:lnTo>
                    <a:pt x="1159044" y="489711"/>
                  </a:lnTo>
                  <a:lnTo>
                    <a:pt x="1162310" y="480052"/>
                  </a:lnTo>
                  <a:lnTo>
                    <a:pt x="1171576" y="478336"/>
                  </a:lnTo>
                  <a:lnTo>
                    <a:pt x="1175491" y="485670"/>
                  </a:lnTo>
                  <a:lnTo>
                    <a:pt x="1180829" y="494160"/>
                  </a:lnTo>
                  <a:lnTo>
                    <a:pt x="1188455" y="493626"/>
                  </a:lnTo>
                  <a:lnTo>
                    <a:pt x="1194975" y="486445"/>
                  </a:lnTo>
                  <a:lnTo>
                    <a:pt x="1197200" y="477688"/>
                  </a:lnTo>
                  <a:lnTo>
                    <a:pt x="1196030" y="468536"/>
                  </a:lnTo>
                  <a:lnTo>
                    <a:pt x="1200339" y="464088"/>
                  </a:lnTo>
                  <a:lnTo>
                    <a:pt x="1211435" y="466312"/>
                  </a:lnTo>
                  <a:lnTo>
                    <a:pt x="1249922" y="461075"/>
                  </a:lnTo>
                  <a:lnTo>
                    <a:pt x="1257624" y="512056"/>
                  </a:lnTo>
                  <a:lnTo>
                    <a:pt x="1290365" y="518208"/>
                  </a:lnTo>
                  <a:lnTo>
                    <a:pt x="1258412" y="566684"/>
                  </a:lnTo>
                  <a:lnTo>
                    <a:pt x="1241698" y="575582"/>
                  </a:lnTo>
                  <a:lnTo>
                    <a:pt x="1207253" y="563698"/>
                  </a:lnTo>
                  <a:lnTo>
                    <a:pt x="1177359" y="581212"/>
                  </a:lnTo>
                  <a:lnTo>
                    <a:pt x="1179901" y="594545"/>
                  </a:lnTo>
                  <a:lnTo>
                    <a:pt x="1150413" y="609035"/>
                  </a:lnTo>
                  <a:lnTo>
                    <a:pt x="1140487" y="624605"/>
                  </a:lnTo>
                  <a:lnTo>
                    <a:pt x="1169085" y="645653"/>
                  </a:lnTo>
                  <a:lnTo>
                    <a:pt x="1177982" y="660816"/>
                  </a:lnTo>
                  <a:lnTo>
                    <a:pt x="1152396" y="661858"/>
                  </a:lnTo>
                  <a:lnTo>
                    <a:pt x="1107631" y="676882"/>
                  </a:lnTo>
                  <a:lnTo>
                    <a:pt x="1069271" y="654283"/>
                  </a:lnTo>
                  <a:lnTo>
                    <a:pt x="1038208" y="664337"/>
                  </a:lnTo>
                  <a:lnTo>
                    <a:pt x="1059739" y="744310"/>
                  </a:lnTo>
                  <a:lnTo>
                    <a:pt x="1120938" y="744729"/>
                  </a:lnTo>
                  <a:lnTo>
                    <a:pt x="1127204" y="742505"/>
                  </a:lnTo>
                  <a:lnTo>
                    <a:pt x="1165056" y="730074"/>
                  </a:lnTo>
                  <a:lnTo>
                    <a:pt x="1167534" y="786940"/>
                  </a:lnTo>
                  <a:lnTo>
                    <a:pt x="1184057" y="807721"/>
                  </a:lnTo>
                  <a:lnTo>
                    <a:pt x="1206936" y="802878"/>
                  </a:lnTo>
                  <a:lnTo>
                    <a:pt x="1231212" y="795417"/>
                  </a:lnTo>
                  <a:lnTo>
                    <a:pt x="1239385" y="783038"/>
                  </a:lnTo>
                  <a:lnTo>
                    <a:pt x="1245257" y="763171"/>
                  </a:lnTo>
                  <a:lnTo>
                    <a:pt x="1233119" y="746559"/>
                  </a:lnTo>
                  <a:lnTo>
                    <a:pt x="1220205" y="707348"/>
                  </a:lnTo>
                  <a:lnTo>
                    <a:pt x="1248168" y="695451"/>
                  </a:lnTo>
                  <a:lnTo>
                    <a:pt x="1258094" y="691550"/>
                  </a:lnTo>
                  <a:lnTo>
                    <a:pt x="1283146" y="680949"/>
                  </a:lnTo>
                  <a:lnTo>
                    <a:pt x="1308567" y="663829"/>
                  </a:lnTo>
                  <a:lnTo>
                    <a:pt x="1329449" y="626448"/>
                  </a:lnTo>
                  <a:lnTo>
                    <a:pt x="1359344" y="580183"/>
                  </a:lnTo>
                  <a:lnTo>
                    <a:pt x="1343545" y="557037"/>
                  </a:lnTo>
                  <a:lnTo>
                    <a:pt x="1345896" y="550377"/>
                  </a:lnTo>
                  <a:lnTo>
                    <a:pt x="1378129" y="543196"/>
                  </a:lnTo>
                  <a:lnTo>
                    <a:pt x="1418802" y="528554"/>
                  </a:lnTo>
                  <a:lnTo>
                    <a:pt x="1451149" y="539396"/>
                  </a:lnTo>
                  <a:lnTo>
                    <a:pt x="1474130" y="589715"/>
                  </a:lnTo>
                  <a:lnTo>
                    <a:pt x="1482099" y="577564"/>
                  </a:lnTo>
                  <a:lnTo>
                    <a:pt x="1512095" y="574171"/>
                  </a:lnTo>
                  <a:lnTo>
                    <a:pt x="1541595" y="568807"/>
                  </a:lnTo>
                  <a:lnTo>
                    <a:pt x="1546946" y="572862"/>
                  </a:lnTo>
                  <a:lnTo>
                    <a:pt x="1593402" y="584898"/>
                  </a:lnTo>
                  <a:lnTo>
                    <a:pt x="1609201" y="577437"/>
                  </a:lnTo>
                  <a:lnTo>
                    <a:pt x="1609595" y="544886"/>
                  </a:lnTo>
                  <a:lnTo>
                    <a:pt x="1649658" y="527092"/>
                  </a:lnTo>
                  <a:lnTo>
                    <a:pt x="1651348" y="515856"/>
                  </a:lnTo>
                  <a:lnTo>
                    <a:pt x="1646264" y="478730"/>
                  </a:lnTo>
                  <a:lnTo>
                    <a:pt x="1653178" y="459906"/>
                  </a:lnTo>
                  <a:lnTo>
                    <a:pt x="1628521" y="429846"/>
                  </a:lnTo>
                  <a:lnTo>
                    <a:pt x="1598232" y="427749"/>
                  </a:lnTo>
                  <a:lnTo>
                    <a:pt x="1602147" y="403053"/>
                  </a:lnTo>
                  <a:lnTo>
                    <a:pt x="1600723" y="400308"/>
                  </a:lnTo>
                  <a:lnTo>
                    <a:pt x="1583488" y="367757"/>
                  </a:lnTo>
                  <a:lnTo>
                    <a:pt x="1584009" y="344497"/>
                  </a:lnTo>
                  <a:lnTo>
                    <a:pt x="1543693" y="346595"/>
                  </a:lnTo>
                  <a:lnTo>
                    <a:pt x="1536638" y="331965"/>
                  </a:lnTo>
                  <a:lnTo>
                    <a:pt x="1496055" y="299020"/>
                  </a:lnTo>
                  <a:lnTo>
                    <a:pt x="1495534" y="281900"/>
                  </a:lnTo>
                  <a:lnTo>
                    <a:pt x="1491212" y="243070"/>
                  </a:lnTo>
                  <a:lnTo>
                    <a:pt x="1469821" y="218234"/>
                  </a:lnTo>
                  <a:lnTo>
                    <a:pt x="1461076" y="205702"/>
                  </a:lnTo>
                  <a:lnTo>
                    <a:pt x="1515730" y="193932"/>
                  </a:lnTo>
                  <a:lnTo>
                    <a:pt x="1527602" y="191454"/>
                  </a:lnTo>
                  <a:lnTo>
                    <a:pt x="1601727" y="187272"/>
                  </a:lnTo>
                  <a:lnTo>
                    <a:pt x="1604981" y="185823"/>
                  </a:lnTo>
                  <a:lnTo>
                    <a:pt x="1624568" y="174193"/>
                  </a:lnTo>
                  <a:lnTo>
                    <a:pt x="1652886" y="161483"/>
                  </a:lnTo>
                  <a:lnTo>
                    <a:pt x="1673222" y="152586"/>
                  </a:lnTo>
                  <a:lnTo>
                    <a:pt x="1781806" y="253632"/>
                  </a:lnTo>
                  <a:lnTo>
                    <a:pt x="1819631" y="258983"/>
                  </a:lnTo>
                  <a:lnTo>
                    <a:pt x="1841556" y="223166"/>
                  </a:lnTo>
                  <a:lnTo>
                    <a:pt x="1877069" y="263305"/>
                  </a:lnTo>
                  <a:lnTo>
                    <a:pt x="1905908" y="231135"/>
                  </a:lnTo>
                  <a:lnTo>
                    <a:pt x="1914119" y="227322"/>
                  </a:lnTo>
                  <a:lnTo>
                    <a:pt x="1917932" y="232152"/>
                  </a:lnTo>
                  <a:lnTo>
                    <a:pt x="1918453" y="239206"/>
                  </a:lnTo>
                  <a:lnTo>
                    <a:pt x="1936603" y="248879"/>
                  </a:lnTo>
                  <a:lnTo>
                    <a:pt x="1957740" y="236079"/>
                  </a:lnTo>
                  <a:lnTo>
                    <a:pt x="1963485" y="271490"/>
                  </a:lnTo>
                  <a:lnTo>
                    <a:pt x="1985919" y="328076"/>
                  </a:lnTo>
                  <a:lnTo>
                    <a:pt x="1985398" y="362851"/>
                  </a:lnTo>
                  <a:lnTo>
                    <a:pt x="2001857" y="378535"/>
                  </a:lnTo>
                  <a:lnTo>
                    <a:pt x="2023897" y="436824"/>
                  </a:lnTo>
                  <a:lnTo>
                    <a:pt x="2028587" y="433303"/>
                  </a:lnTo>
                  <a:lnTo>
                    <a:pt x="2072717" y="501939"/>
                  </a:lnTo>
                  <a:lnTo>
                    <a:pt x="2064620" y="533168"/>
                  </a:lnTo>
                  <a:lnTo>
                    <a:pt x="2075449" y="587669"/>
                  </a:lnTo>
                  <a:lnTo>
                    <a:pt x="2083800" y="644128"/>
                  </a:lnTo>
                  <a:lnTo>
                    <a:pt x="2058621" y="656838"/>
                  </a:lnTo>
                  <a:lnTo>
                    <a:pt x="2045441" y="679462"/>
                  </a:lnTo>
                  <a:lnTo>
                    <a:pt x="2061964" y="758786"/>
                  </a:lnTo>
                  <a:lnTo>
                    <a:pt x="2056880" y="786635"/>
                  </a:lnTo>
                  <a:lnTo>
                    <a:pt x="2070594" y="792240"/>
                  </a:lnTo>
                  <a:lnTo>
                    <a:pt x="2048555" y="878377"/>
                  </a:lnTo>
                  <a:lnTo>
                    <a:pt x="2097870" y="937187"/>
                  </a:lnTo>
                  <a:lnTo>
                    <a:pt x="2117571" y="1008440"/>
                  </a:lnTo>
                  <a:lnTo>
                    <a:pt x="2153859" y="996416"/>
                  </a:lnTo>
                  <a:lnTo>
                    <a:pt x="2197963" y="1009864"/>
                  </a:lnTo>
                  <a:lnTo>
                    <a:pt x="2221972" y="1006051"/>
                  </a:lnTo>
                  <a:lnTo>
                    <a:pt x="2221464" y="1082248"/>
                  </a:lnTo>
                  <a:lnTo>
                    <a:pt x="2208004" y="1115295"/>
                  </a:lnTo>
                  <a:lnTo>
                    <a:pt x="2146283" y="1221692"/>
                  </a:lnTo>
                  <a:lnTo>
                    <a:pt x="2060019" y="1253328"/>
                  </a:lnTo>
                  <a:lnTo>
                    <a:pt x="2048681" y="1281557"/>
                  </a:lnTo>
                  <a:lnTo>
                    <a:pt x="2081309" y="1305859"/>
                  </a:lnTo>
                  <a:lnTo>
                    <a:pt x="2061061" y="1356306"/>
                  </a:lnTo>
                  <a:lnTo>
                    <a:pt x="2031701" y="1369652"/>
                  </a:lnTo>
                  <a:lnTo>
                    <a:pt x="2055202" y="1482772"/>
                  </a:lnTo>
                  <a:lnTo>
                    <a:pt x="2114177" y="1532838"/>
                  </a:lnTo>
                  <a:lnTo>
                    <a:pt x="2163518" y="1574680"/>
                  </a:lnTo>
                  <a:lnTo>
                    <a:pt x="2221591" y="1623817"/>
                  </a:lnTo>
                  <a:lnTo>
                    <a:pt x="2226942" y="1639756"/>
                  </a:lnTo>
                  <a:lnTo>
                    <a:pt x="2228112" y="1647382"/>
                  </a:lnTo>
                  <a:lnTo>
                    <a:pt x="2244813" y="1660448"/>
                  </a:lnTo>
                  <a:lnTo>
                    <a:pt x="2291154" y="1697041"/>
                  </a:lnTo>
                  <a:lnTo>
                    <a:pt x="2364607" y="1654436"/>
                  </a:lnTo>
                  <a:lnTo>
                    <a:pt x="2418383" y="1659800"/>
                  </a:lnTo>
                  <a:lnTo>
                    <a:pt x="2462094" y="1661490"/>
                  </a:lnTo>
                  <a:lnTo>
                    <a:pt x="2504508" y="1661490"/>
                  </a:lnTo>
                  <a:lnTo>
                    <a:pt x="2531911" y="1698617"/>
                  </a:lnTo>
                  <a:lnTo>
                    <a:pt x="2571986" y="1708544"/>
                  </a:lnTo>
                  <a:lnTo>
                    <a:pt x="2622484" y="1753118"/>
                  </a:lnTo>
                  <a:lnTo>
                    <a:pt x="2665699" y="1732197"/>
                  </a:lnTo>
                  <a:lnTo>
                    <a:pt x="2711227" y="1707679"/>
                  </a:lnTo>
                  <a:lnTo>
                    <a:pt x="2777256" y="1734587"/>
                  </a:lnTo>
                  <a:lnTo>
                    <a:pt x="2811968" y="1708709"/>
                  </a:lnTo>
                  <a:lnTo>
                    <a:pt x="2899007" y="1751059"/>
                  </a:lnTo>
                  <a:lnTo>
                    <a:pt x="2979399" y="1690050"/>
                  </a:lnTo>
                  <a:lnTo>
                    <a:pt x="3076747" y="1650966"/>
                  </a:lnTo>
                  <a:lnTo>
                    <a:pt x="3117076" y="1682323"/>
                  </a:lnTo>
                  <a:lnTo>
                    <a:pt x="3133777" y="1717237"/>
                  </a:lnTo>
                  <a:lnTo>
                    <a:pt x="3175924" y="1693444"/>
                  </a:lnTo>
                  <a:lnTo>
                    <a:pt x="3236095" y="1701934"/>
                  </a:lnTo>
                  <a:lnTo>
                    <a:pt x="3240009" y="1722207"/>
                  </a:lnTo>
                  <a:lnTo>
                    <a:pt x="3221605" y="1755533"/>
                  </a:lnTo>
                  <a:lnTo>
                    <a:pt x="3253380" y="1878924"/>
                  </a:lnTo>
                  <a:lnTo>
                    <a:pt x="3250381" y="1945309"/>
                  </a:lnTo>
                  <a:lnTo>
                    <a:pt x="3201574" y="1953406"/>
                  </a:lnTo>
                  <a:lnTo>
                    <a:pt x="3144162" y="1933285"/>
                  </a:lnTo>
                  <a:lnTo>
                    <a:pt x="3143755" y="1987939"/>
                  </a:lnTo>
                  <a:lnTo>
                    <a:pt x="3174818" y="2045580"/>
                  </a:lnTo>
                  <a:lnTo>
                    <a:pt x="3127587" y="2069234"/>
                  </a:lnTo>
                  <a:lnTo>
                    <a:pt x="3087906" y="2110262"/>
                  </a:lnTo>
                  <a:lnTo>
                    <a:pt x="3075641" y="2263713"/>
                  </a:lnTo>
                  <a:lnTo>
                    <a:pt x="3033481" y="2318748"/>
                  </a:lnTo>
                  <a:lnTo>
                    <a:pt x="2969816" y="2354425"/>
                  </a:lnTo>
                  <a:lnTo>
                    <a:pt x="2907536" y="2393763"/>
                  </a:lnTo>
                  <a:lnTo>
                    <a:pt x="2857025" y="2420811"/>
                  </a:lnTo>
                  <a:lnTo>
                    <a:pt x="2815654" y="2430356"/>
                  </a:lnTo>
                  <a:lnTo>
                    <a:pt x="2707210" y="2447362"/>
                  </a:lnTo>
                  <a:lnTo>
                    <a:pt x="2686200" y="2420175"/>
                  </a:lnTo>
                  <a:lnTo>
                    <a:pt x="2590543" y="2406308"/>
                  </a:lnTo>
                  <a:lnTo>
                    <a:pt x="2567970" y="2376109"/>
                  </a:lnTo>
                  <a:lnTo>
                    <a:pt x="2477282" y="2351807"/>
                  </a:lnTo>
                  <a:lnTo>
                    <a:pt x="2452853" y="2360310"/>
                  </a:lnTo>
                  <a:lnTo>
                    <a:pt x="2371292" y="2320833"/>
                  </a:lnTo>
                  <a:lnTo>
                    <a:pt x="2322104" y="2342529"/>
                  </a:lnTo>
                  <a:lnTo>
                    <a:pt x="2302276" y="2369716"/>
                  </a:lnTo>
                  <a:lnTo>
                    <a:pt x="2269229" y="2381473"/>
                  </a:lnTo>
                  <a:lnTo>
                    <a:pt x="2251346" y="2400297"/>
                  </a:lnTo>
                  <a:lnTo>
                    <a:pt x="2276665" y="2447324"/>
                  </a:lnTo>
                  <a:lnTo>
                    <a:pt x="2261921" y="2478820"/>
                  </a:lnTo>
                  <a:lnTo>
                    <a:pt x="2208678" y="2497377"/>
                  </a:lnTo>
                  <a:lnTo>
                    <a:pt x="2184262" y="2532965"/>
                  </a:lnTo>
                  <a:lnTo>
                    <a:pt x="2080127" y="2583692"/>
                  </a:lnTo>
                  <a:lnTo>
                    <a:pt x="2007056" y="2584734"/>
                  </a:lnTo>
                  <a:lnTo>
                    <a:pt x="1853453" y="2700283"/>
                  </a:lnTo>
                  <a:lnTo>
                    <a:pt x="1807264" y="2735973"/>
                  </a:lnTo>
                  <a:lnTo>
                    <a:pt x="1788860" y="2748683"/>
                  </a:lnTo>
                  <a:lnTo>
                    <a:pt x="1723211" y="2770507"/>
                  </a:lnTo>
                  <a:lnTo>
                    <a:pt x="1696596" y="2738236"/>
                  </a:lnTo>
                  <a:lnTo>
                    <a:pt x="1560356" y="2684370"/>
                  </a:lnTo>
                  <a:lnTo>
                    <a:pt x="1528491" y="2711430"/>
                  </a:lnTo>
                  <a:lnTo>
                    <a:pt x="1505930" y="2772222"/>
                  </a:lnTo>
                  <a:lnTo>
                    <a:pt x="1472884" y="2777180"/>
                  </a:lnTo>
                  <a:lnTo>
                    <a:pt x="1424738" y="2772222"/>
                  </a:lnTo>
                  <a:lnTo>
                    <a:pt x="1371101" y="2790017"/>
                  </a:lnTo>
                  <a:lnTo>
                    <a:pt x="1354793" y="2828592"/>
                  </a:lnTo>
                  <a:lnTo>
                    <a:pt x="1415078" y="2851839"/>
                  </a:lnTo>
                  <a:lnTo>
                    <a:pt x="1380099" y="2886347"/>
                  </a:lnTo>
                  <a:lnTo>
                    <a:pt x="1316409" y="2890669"/>
                  </a:lnTo>
                  <a:lnTo>
                    <a:pt x="1299580" y="2908819"/>
                  </a:lnTo>
                  <a:lnTo>
                    <a:pt x="1273995" y="2906340"/>
                  </a:lnTo>
                  <a:lnTo>
                    <a:pt x="1258476" y="2862948"/>
                  </a:lnTo>
                  <a:lnTo>
                    <a:pt x="1214625" y="2888572"/>
                  </a:lnTo>
                  <a:lnTo>
                    <a:pt x="1174563" y="2860470"/>
                  </a:lnTo>
                  <a:lnTo>
                    <a:pt x="1094692" y="2896541"/>
                  </a:lnTo>
                  <a:lnTo>
                    <a:pt x="1058544" y="2922686"/>
                  </a:lnTo>
                  <a:lnTo>
                    <a:pt x="1011694" y="2959545"/>
                  </a:lnTo>
                  <a:lnTo>
                    <a:pt x="927400" y="2988550"/>
                  </a:lnTo>
                  <a:lnTo>
                    <a:pt x="908335" y="2976653"/>
                  </a:lnTo>
                  <a:lnTo>
                    <a:pt x="916304" y="2892486"/>
                  </a:lnTo>
                  <a:lnTo>
                    <a:pt x="811127" y="2943200"/>
                  </a:lnTo>
                  <a:lnTo>
                    <a:pt x="811903" y="3001896"/>
                  </a:lnTo>
                  <a:lnTo>
                    <a:pt x="792329" y="3025816"/>
                  </a:lnTo>
                  <a:lnTo>
                    <a:pt x="723046" y="3035870"/>
                  </a:lnTo>
                  <a:lnTo>
                    <a:pt x="710246" y="2970527"/>
                  </a:lnTo>
                  <a:lnTo>
                    <a:pt x="704234" y="2939806"/>
                  </a:lnTo>
                  <a:lnTo>
                    <a:pt x="699532" y="2915657"/>
                  </a:lnTo>
                  <a:lnTo>
                    <a:pt x="669917" y="2881162"/>
                  </a:lnTo>
                  <a:lnTo>
                    <a:pt x="706192" y="2777243"/>
                  </a:lnTo>
                  <a:lnTo>
                    <a:pt x="673565" y="2700524"/>
                  </a:lnTo>
                  <a:lnTo>
                    <a:pt x="729820" y="2693191"/>
                  </a:lnTo>
                  <a:lnTo>
                    <a:pt x="750309" y="2657780"/>
                  </a:lnTo>
                  <a:lnTo>
                    <a:pt x="736595" y="2577922"/>
                  </a:lnTo>
                  <a:lnTo>
                    <a:pt x="733468" y="2559365"/>
                  </a:lnTo>
                  <a:lnTo>
                    <a:pt x="766629" y="2494543"/>
                  </a:lnTo>
                  <a:lnTo>
                    <a:pt x="785275" y="2458065"/>
                  </a:lnTo>
                  <a:lnTo>
                    <a:pt x="779009" y="2434678"/>
                  </a:lnTo>
                  <a:lnTo>
                    <a:pt x="760096" y="2364085"/>
                  </a:lnTo>
                  <a:lnTo>
                    <a:pt x="809666" y="2335729"/>
                  </a:lnTo>
                  <a:lnTo>
                    <a:pt x="851673" y="2269864"/>
                  </a:lnTo>
                  <a:lnTo>
                    <a:pt x="888532" y="2283973"/>
                  </a:lnTo>
                  <a:lnTo>
                    <a:pt x="932649" y="2246986"/>
                  </a:lnTo>
                  <a:lnTo>
                    <a:pt x="917499" y="2113402"/>
                  </a:lnTo>
                  <a:lnTo>
                    <a:pt x="951295" y="2098366"/>
                  </a:lnTo>
                  <a:lnTo>
                    <a:pt x="952350" y="2057985"/>
                  </a:lnTo>
                  <a:lnTo>
                    <a:pt x="983656" y="2057858"/>
                  </a:lnTo>
                  <a:lnTo>
                    <a:pt x="998793" y="2083075"/>
                  </a:lnTo>
                  <a:lnTo>
                    <a:pt x="1049050" y="2055507"/>
                  </a:lnTo>
                  <a:lnTo>
                    <a:pt x="1047232" y="1999162"/>
                  </a:lnTo>
                  <a:lnTo>
                    <a:pt x="1055049" y="1953939"/>
                  </a:lnTo>
                  <a:lnTo>
                    <a:pt x="992413" y="1930540"/>
                  </a:lnTo>
                  <a:lnTo>
                    <a:pt x="984787" y="1927680"/>
                  </a:lnTo>
                  <a:lnTo>
                    <a:pt x="992222" y="1888279"/>
                  </a:lnTo>
                  <a:lnTo>
                    <a:pt x="890706" y="1857431"/>
                  </a:lnTo>
                  <a:lnTo>
                    <a:pt x="899450" y="1778094"/>
                  </a:lnTo>
                  <a:lnTo>
                    <a:pt x="882215" y="1729083"/>
                  </a:lnTo>
                  <a:lnTo>
                    <a:pt x="871780" y="1709866"/>
                  </a:lnTo>
                  <a:lnTo>
                    <a:pt x="898141" y="1659546"/>
                  </a:lnTo>
                  <a:lnTo>
                    <a:pt x="895930" y="1645044"/>
                  </a:lnTo>
                  <a:lnTo>
                    <a:pt x="931671" y="1581391"/>
                  </a:lnTo>
                  <a:lnTo>
                    <a:pt x="931938" y="1551331"/>
                  </a:lnTo>
                  <a:lnTo>
                    <a:pt x="952020" y="1521793"/>
                  </a:lnTo>
                  <a:lnTo>
                    <a:pt x="895790" y="1470952"/>
                  </a:lnTo>
                  <a:lnTo>
                    <a:pt x="924883" y="1439723"/>
                  </a:lnTo>
                  <a:lnTo>
                    <a:pt x="969255" y="1478667"/>
                  </a:lnTo>
                  <a:lnTo>
                    <a:pt x="1012470" y="1438147"/>
                  </a:lnTo>
                  <a:lnTo>
                    <a:pt x="1003191" y="1377367"/>
                  </a:lnTo>
                  <a:lnTo>
                    <a:pt x="1000649" y="1360653"/>
                  </a:lnTo>
                  <a:lnTo>
                    <a:pt x="977021" y="1364466"/>
                  </a:lnTo>
                  <a:lnTo>
                    <a:pt x="962925" y="1343812"/>
                  </a:lnTo>
                  <a:lnTo>
                    <a:pt x="853172" y="1359064"/>
                  </a:lnTo>
                  <a:lnTo>
                    <a:pt x="803717" y="1332932"/>
                  </a:lnTo>
                  <a:lnTo>
                    <a:pt x="768611" y="1333580"/>
                  </a:lnTo>
                  <a:lnTo>
                    <a:pt x="749686" y="1316193"/>
                  </a:lnTo>
                  <a:lnTo>
                    <a:pt x="736124" y="1320120"/>
                  </a:lnTo>
                  <a:lnTo>
                    <a:pt x="723414" y="1335537"/>
                  </a:lnTo>
                  <a:lnTo>
                    <a:pt x="678255" y="1330568"/>
                  </a:lnTo>
                  <a:lnTo>
                    <a:pt x="662469" y="1326386"/>
                  </a:lnTo>
                  <a:lnTo>
                    <a:pt x="694244" y="1289921"/>
                  </a:lnTo>
                  <a:lnTo>
                    <a:pt x="698172" y="1262988"/>
                  </a:lnTo>
                  <a:lnTo>
                    <a:pt x="710437" y="1246922"/>
                  </a:lnTo>
                  <a:lnTo>
                    <a:pt x="695833" y="1213062"/>
                  </a:lnTo>
                  <a:lnTo>
                    <a:pt x="703917" y="1181439"/>
                  </a:lnTo>
                  <a:lnTo>
                    <a:pt x="692477" y="1144579"/>
                  </a:lnTo>
                  <a:lnTo>
                    <a:pt x="675369" y="1145100"/>
                  </a:lnTo>
                  <a:lnTo>
                    <a:pt x="676170" y="1137131"/>
                  </a:lnTo>
                  <a:lnTo>
                    <a:pt x="734230" y="1105356"/>
                  </a:lnTo>
                  <a:lnTo>
                    <a:pt x="750665" y="1087561"/>
                  </a:lnTo>
                  <a:lnTo>
                    <a:pt x="747805" y="1057375"/>
                  </a:lnTo>
                  <a:lnTo>
                    <a:pt x="734751" y="1047715"/>
                  </a:lnTo>
                  <a:lnTo>
                    <a:pt x="719754" y="1016206"/>
                  </a:lnTo>
                  <a:close/>
                </a:path>
              </a:pathLst>
            </a:custGeom>
            <a:noFill/>
            <a:ln w="3810" cap="flat">
              <a:solidFill>
                <a:srgbClr val="E6E4E2"/>
              </a:solidFill>
              <a:prstDash val="solid"/>
              <a:miter/>
            </a:ln>
          </p:spPr>
          <p:txBody>
            <a:bodyPr rtlCol="0" anchor="ctr"/>
            <a:lstStyle/>
            <a:p>
              <a:endParaRPr lang="de-CH"/>
            </a:p>
          </p:txBody>
        </p:sp>
        <p:sp>
          <p:nvSpPr>
            <p:cNvPr id="15" name="Freihandform: Form 14">
              <a:extLst>
                <a:ext uri="{FF2B5EF4-FFF2-40B4-BE49-F238E27FC236}">
                  <a16:creationId xmlns:a16="http://schemas.microsoft.com/office/drawing/2014/main" id="{62A58D78-95C0-7DE5-5758-19FFEB2B2B52}"/>
                </a:ext>
              </a:extLst>
            </p:cNvPr>
            <p:cNvSpPr/>
            <p:nvPr/>
          </p:nvSpPr>
          <p:spPr>
            <a:xfrm>
              <a:off x="5339598" y="2047160"/>
              <a:ext cx="1377328" cy="1531935"/>
            </a:xfrm>
            <a:custGeom>
              <a:avLst/>
              <a:gdLst>
                <a:gd name="connsiteX0" fmla="*/ 682970 w 1377328"/>
                <a:gd name="connsiteY0" fmla="*/ 421509 h 1531935"/>
                <a:gd name="connsiteX1" fmla="*/ 643162 w 1377328"/>
                <a:gd name="connsiteY1" fmla="*/ 393546 h 1531935"/>
                <a:gd name="connsiteX2" fmla="*/ 621898 w 1377328"/>
                <a:gd name="connsiteY2" fmla="*/ 369397 h 1531935"/>
                <a:gd name="connsiteX3" fmla="*/ 598790 w 1377328"/>
                <a:gd name="connsiteY3" fmla="*/ 347166 h 1531935"/>
                <a:gd name="connsiteX4" fmla="*/ 582343 w 1377328"/>
                <a:gd name="connsiteY4" fmla="*/ 339070 h 1531935"/>
                <a:gd name="connsiteX5" fmla="*/ 575569 w 1377328"/>
                <a:gd name="connsiteY5" fmla="*/ 343760 h 1531935"/>
                <a:gd name="connsiteX6" fmla="*/ 582737 w 1377328"/>
                <a:gd name="connsiteY6" fmla="*/ 352784 h 1531935"/>
                <a:gd name="connsiteX7" fmla="*/ 576484 w 1377328"/>
                <a:gd name="connsiteY7" fmla="*/ 363766 h 1531935"/>
                <a:gd name="connsiteX8" fmla="*/ 576865 w 1377328"/>
                <a:gd name="connsiteY8" fmla="*/ 373693 h 1531935"/>
                <a:gd name="connsiteX9" fmla="*/ 580386 w 1377328"/>
                <a:gd name="connsiteY9" fmla="*/ 382984 h 1531935"/>
                <a:gd name="connsiteX10" fmla="*/ 577907 w 1377328"/>
                <a:gd name="connsiteY10" fmla="*/ 396444 h 1531935"/>
                <a:gd name="connsiteX11" fmla="*/ 581428 w 1377328"/>
                <a:gd name="connsiteY11" fmla="*/ 409243 h 1531935"/>
                <a:gd name="connsiteX12" fmla="*/ 592791 w 1377328"/>
                <a:gd name="connsiteY12" fmla="*/ 421407 h 1531935"/>
                <a:gd name="connsiteX13" fmla="*/ 627643 w 1377328"/>
                <a:gd name="connsiteY13" fmla="*/ 459703 h 1531935"/>
                <a:gd name="connsiteX14" fmla="*/ 674670 w 1377328"/>
                <a:gd name="connsiteY14" fmla="*/ 491974 h 1531935"/>
                <a:gd name="connsiteX15" fmla="*/ 692554 w 1377328"/>
                <a:gd name="connsiteY15" fmla="*/ 504544 h 1531935"/>
                <a:gd name="connsiteX16" fmla="*/ 702722 w 1377328"/>
                <a:gd name="connsiteY16" fmla="*/ 503362 h 1531935"/>
                <a:gd name="connsiteX17" fmla="*/ 713424 w 1377328"/>
                <a:gd name="connsiteY17" fmla="*/ 486623 h 1531935"/>
                <a:gd name="connsiteX18" fmla="*/ 719296 w 1377328"/>
                <a:gd name="connsiteY18" fmla="*/ 476302 h 1531935"/>
                <a:gd name="connsiteX19" fmla="*/ 717732 w 1377328"/>
                <a:gd name="connsiteY19" fmla="*/ 460885 h 1531935"/>
                <a:gd name="connsiteX20" fmla="*/ 703243 w 1377328"/>
                <a:gd name="connsiteY20" fmla="*/ 437612 h 1531935"/>
                <a:gd name="connsiteX21" fmla="*/ 1115575 w 1377328"/>
                <a:gd name="connsiteY21" fmla="*/ 842763 h 1531935"/>
                <a:gd name="connsiteX22" fmla="*/ 1135415 w 1377328"/>
                <a:gd name="connsiteY22" fmla="*/ 839369 h 1531935"/>
                <a:gd name="connsiteX23" fmla="*/ 1193997 w 1377328"/>
                <a:gd name="connsiteY23" fmla="*/ 844453 h 1531935"/>
                <a:gd name="connsiteX24" fmla="*/ 1204444 w 1377328"/>
                <a:gd name="connsiteY24" fmla="*/ 844707 h 1531935"/>
                <a:gd name="connsiteX25" fmla="*/ 1201178 w 1377328"/>
                <a:gd name="connsiteY25" fmla="*/ 863404 h 1531935"/>
                <a:gd name="connsiteX26" fmla="*/ 1117786 w 1377328"/>
                <a:gd name="connsiteY26" fmla="*/ 866289 h 1531935"/>
                <a:gd name="connsiteX27" fmla="*/ 1206275 w 1377328"/>
                <a:gd name="connsiteY27" fmla="*/ 656914 h 1531935"/>
                <a:gd name="connsiteX28" fmla="*/ 1271097 w 1377328"/>
                <a:gd name="connsiteY28" fmla="*/ 701209 h 1531935"/>
                <a:gd name="connsiteX29" fmla="*/ 1276969 w 1377328"/>
                <a:gd name="connsiteY29" fmla="*/ 706293 h 1531935"/>
                <a:gd name="connsiteX30" fmla="*/ 1298373 w 1377328"/>
                <a:gd name="connsiteY30" fmla="*/ 722117 h 1531935"/>
                <a:gd name="connsiteX31" fmla="*/ 1377329 w 1377328"/>
                <a:gd name="connsiteY31" fmla="*/ 785109 h 1531935"/>
                <a:gd name="connsiteX32" fmla="*/ 1368978 w 1377328"/>
                <a:gd name="connsiteY32" fmla="*/ 836484 h 1531935"/>
                <a:gd name="connsiteX33" fmla="*/ 1311693 w 1377328"/>
                <a:gd name="connsiteY33" fmla="*/ 869022 h 1531935"/>
                <a:gd name="connsiteX34" fmla="*/ 1302033 w 1377328"/>
                <a:gd name="connsiteY34" fmla="*/ 867586 h 1531935"/>
                <a:gd name="connsiteX35" fmla="*/ 1297725 w 1377328"/>
                <a:gd name="connsiteY35" fmla="*/ 861307 h 1531935"/>
                <a:gd name="connsiteX36" fmla="*/ 1302287 w 1377328"/>
                <a:gd name="connsiteY36" fmla="*/ 852956 h 1531935"/>
                <a:gd name="connsiteX37" fmla="*/ 1319141 w 1377328"/>
                <a:gd name="connsiteY37" fmla="*/ 842496 h 1531935"/>
                <a:gd name="connsiteX38" fmla="*/ 1311693 w 1377328"/>
                <a:gd name="connsiteY38" fmla="*/ 809691 h 1531935"/>
                <a:gd name="connsiteX39" fmla="*/ 1297203 w 1377328"/>
                <a:gd name="connsiteY39" fmla="*/ 799891 h 1531935"/>
                <a:gd name="connsiteX40" fmla="*/ 1283375 w 1377328"/>
                <a:gd name="connsiteY40" fmla="*/ 780928 h 1531935"/>
                <a:gd name="connsiteX41" fmla="*/ 1263534 w 1377328"/>
                <a:gd name="connsiteY41" fmla="*/ 781576 h 1531935"/>
                <a:gd name="connsiteX42" fmla="*/ 1252972 w 1377328"/>
                <a:gd name="connsiteY42" fmla="*/ 775056 h 1531935"/>
                <a:gd name="connsiteX43" fmla="*/ 1235737 w 1377328"/>
                <a:gd name="connsiteY43" fmla="*/ 763159 h 1531935"/>
                <a:gd name="connsiteX44" fmla="*/ 1219557 w 1377328"/>
                <a:gd name="connsiteY44" fmla="*/ 757655 h 1531935"/>
                <a:gd name="connsiteX45" fmla="*/ 1187972 w 1377328"/>
                <a:gd name="connsiteY45" fmla="*/ 767341 h 1531935"/>
                <a:gd name="connsiteX46" fmla="*/ 1165793 w 1377328"/>
                <a:gd name="connsiteY46" fmla="*/ 765243 h 1531935"/>
                <a:gd name="connsiteX47" fmla="*/ 1149269 w 1377328"/>
                <a:gd name="connsiteY47" fmla="*/ 774916 h 1531935"/>
                <a:gd name="connsiteX48" fmla="*/ 1136216 w 1377328"/>
                <a:gd name="connsiteY48" fmla="*/ 765904 h 1531935"/>
                <a:gd name="connsiteX49" fmla="*/ 1152917 w 1377328"/>
                <a:gd name="connsiteY49" fmla="*/ 740153 h 1531935"/>
                <a:gd name="connsiteX50" fmla="*/ 1182545 w 1377328"/>
                <a:gd name="connsiteY50" fmla="*/ 719118 h 1531935"/>
                <a:gd name="connsiteX51" fmla="*/ 1192077 w 1377328"/>
                <a:gd name="connsiteY51" fmla="*/ 704082 h 1531935"/>
                <a:gd name="connsiteX52" fmla="*/ 1199386 w 1377328"/>
                <a:gd name="connsiteY52" fmla="*/ 694282 h 1531935"/>
                <a:gd name="connsiteX53" fmla="*/ 1199894 w 1377328"/>
                <a:gd name="connsiteY53" fmla="*/ 673374 h 1531935"/>
                <a:gd name="connsiteX54" fmla="*/ 1206249 w 1377328"/>
                <a:gd name="connsiteY54" fmla="*/ 666841 h 1531935"/>
                <a:gd name="connsiteX55" fmla="*/ 835518 w 1377328"/>
                <a:gd name="connsiteY55" fmla="*/ 211472 h 1531935"/>
                <a:gd name="connsiteX56" fmla="*/ 829913 w 1377328"/>
                <a:gd name="connsiteY56" fmla="*/ 207164 h 1531935"/>
                <a:gd name="connsiteX57" fmla="*/ 825337 w 1377328"/>
                <a:gd name="connsiteY57" fmla="*/ 209706 h 1531935"/>
                <a:gd name="connsiteX58" fmla="*/ 825337 w 1377328"/>
                <a:gd name="connsiteY58" fmla="*/ 218730 h 1531935"/>
                <a:gd name="connsiteX59" fmla="*/ 828324 w 1377328"/>
                <a:gd name="connsiteY59" fmla="*/ 226165 h 1531935"/>
                <a:gd name="connsiteX60" fmla="*/ 823125 w 1377328"/>
                <a:gd name="connsiteY60" fmla="*/ 228529 h 1531935"/>
                <a:gd name="connsiteX61" fmla="*/ 822465 w 1377328"/>
                <a:gd name="connsiteY61" fmla="*/ 234020 h 1531935"/>
                <a:gd name="connsiteX62" fmla="*/ 839433 w 1377328"/>
                <a:gd name="connsiteY62" fmla="*/ 260165 h 1531935"/>
                <a:gd name="connsiteX63" fmla="*/ 844911 w 1377328"/>
                <a:gd name="connsiteY63" fmla="*/ 274146 h 1531935"/>
                <a:gd name="connsiteX64" fmla="*/ 850783 w 1377328"/>
                <a:gd name="connsiteY64" fmla="*/ 277680 h 1531935"/>
                <a:gd name="connsiteX65" fmla="*/ 851177 w 1377328"/>
                <a:gd name="connsiteY65" fmla="*/ 286043 h 1531935"/>
                <a:gd name="connsiteX66" fmla="*/ 865006 w 1377328"/>
                <a:gd name="connsiteY66" fmla="*/ 310752 h 1531935"/>
                <a:gd name="connsiteX67" fmla="*/ 872060 w 1377328"/>
                <a:gd name="connsiteY67" fmla="*/ 314285 h 1531935"/>
                <a:gd name="connsiteX68" fmla="*/ 875186 w 1377328"/>
                <a:gd name="connsiteY68" fmla="*/ 321606 h 1531935"/>
                <a:gd name="connsiteX69" fmla="*/ 881059 w 1377328"/>
                <a:gd name="connsiteY69" fmla="*/ 325648 h 1531935"/>
                <a:gd name="connsiteX70" fmla="*/ 884452 w 1377328"/>
                <a:gd name="connsiteY70" fmla="*/ 325000 h 1531935"/>
                <a:gd name="connsiteX71" fmla="*/ 883931 w 1377328"/>
                <a:gd name="connsiteY71" fmla="*/ 319115 h 1531935"/>
                <a:gd name="connsiteX72" fmla="*/ 888634 w 1377328"/>
                <a:gd name="connsiteY72" fmla="*/ 315988 h 1531935"/>
                <a:gd name="connsiteX73" fmla="*/ 890985 w 1377328"/>
                <a:gd name="connsiteY73" fmla="*/ 305655 h 1531935"/>
                <a:gd name="connsiteX74" fmla="*/ 888100 w 1377328"/>
                <a:gd name="connsiteY74" fmla="*/ 292945 h 1531935"/>
                <a:gd name="connsiteX75" fmla="*/ 881986 w 1377328"/>
                <a:gd name="connsiteY75" fmla="*/ 280133 h 1531935"/>
                <a:gd name="connsiteX76" fmla="*/ 875453 w 1377328"/>
                <a:gd name="connsiteY76" fmla="*/ 269024 h 1531935"/>
                <a:gd name="connsiteX77" fmla="*/ 864624 w 1377328"/>
                <a:gd name="connsiteY77" fmla="*/ 221831 h 1531935"/>
                <a:gd name="connsiteX78" fmla="*/ 857303 w 1377328"/>
                <a:gd name="connsiteY78" fmla="*/ 212032 h 1531935"/>
                <a:gd name="connsiteX79" fmla="*/ 846093 w 1377328"/>
                <a:gd name="connsiteY79" fmla="*/ 212565 h 1531935"/>
                <a:gd name="connsiteX80" fmla="*/ 663650 w 1377328"/>
                <a:gd name="connsiteY80" fmla="*/ 966802 h 1531935"/>
                <a:gd name="connsiteX81" fmla="*/ 639374 w 1377328"/>
                <a:gd name="connsiteY81" fmla="*/ 984062 h 1531935"/>
                <a:gd name="connsiteX82" fmla="*/ 669879 w 1377328"/>
                <a:gd name="connsiteY82" fmla="*/ 1038563 h 1531935"/>
                <a:gd name="connsiteX83" fmla="*/ 654207 w 1377328"/>
                <a:gd name="connsiteY83" fmla="*/ 1056472 h 1531935"/>
                <a:gd name="connsiteX84" fmla="*/ 608946 w 1377328"/>
                <a:gd name="connsiteY84" fmla="*/ 1090053 h 1531935"/>
                <a:gd name="connsiteX85" fmla="*/ 561677 w 1377328"/>
                <a:gd name="connsiteY85" fmla="*/ 1178541 h 1531935"/>
                <a:gd name="connsiteX86" fmla="*/ 544073 w 1377328"/>
                <a:gd name="connsiteY86" fmla="*/ 1171233 h 1531935"/>
                <a:gd name="connsiteX87" fmla="*/ 555830 w 1377328"/>
                <a:gd name="connsiteY87" fmla="*/ 1132530 h 1531935"/>
                <a:gd name="connsiteX88" fmla="*/ 527639 w 1377328"/>
                <a:gd name="connsiteY88" fmla="*/ 1121548 h 1531935"/>
                <a:gd name="connsiteX89" fmla="*/ 509616 w 1377328"/>
                <a:gd name="connsiteY89" fmla="*/ 1139203 h 1531935"/>
                <a:gd name="connsiteX90" fmla="*/ 477128 w 1377328"/>
                <a:gd name="connsiteY90" fmla="*/ 1170432 h 1531935"/>
                <a:gd name="connsiteX91" fmla="*/ 478819 w 1377328"/>
                <a:gd name="connsiteY91" fmla="*/ 1224425 h 1531935"/>
                <a:gd name="connsiteX92" fmla="*/ 470875 w 1377328"/>
                <a:gd name="connsiteY92" fmla="*/ 1269762 h 1531935"/>
                <a:gd name="connsiteX93" fmla="*/ 469413 w 1377328"/>
                <a:gd name="connsiteY93" fmla="*/ 1278405 h 1531935"/>
                <a:gd name="connsiteX94" fmla="*/ 427660 w 1377328"/>
                <a:gd name="connsiteY94" fmla="*/ 1339414 h 1531935"/>
                <a:gd name="connsiteX95" fmla="*/ 422182 w 1377328"/>
                <a:gd name="connsiteY95" fmla="*/ 1347256 h 1531935"/>
                <a:gd name="connsiteX96" fmla="*/ 450628 w 1377328"/>
                <a:gd name="connsiteY96" fmla="*/ 1399673 h 1531935"/>
                <a:gd name="connsiteX97" fmla="*/ 468117 w 1377328"/>
                <a:gd name="connsiteY97" fmla="*/ 1431944 h 1531935"/>
                <a:gd name="connsiteX98" fmla="*/ 464202 w 1377328"/>
                <a:gd name="connsiteY98" fmla="*/ 1439151 h 1531935"/>
                <a:gd name="connsiteX99" fmla="*/ 432897 w 1377328"/>
                <a:gd name="connsiteY99" fmla="*/ 1494695 h 1531935"/>
                <a:gd name="connsiteX100" fmla="*/ 379107 w 1377328"/>
                <a:gd name="connsiteY100" fmla="*/ 1489331 h 1531935"/>
                <a:gd name="connsiteX101" fmla="*/ 305655 w 1377328"/>
                <a:gd name="connsiteY101" fmla="*/ 1531935 h 1531935"/>
                <a:gd name="connsiteX102" fmla="*/ 259314 w 1377328"/>
                <a:gd name="connsiteY102" fmla="*/ 1495343 h 1531935"/>
                <a:gd name="connsiteX103" fmla="*/ 242701 w 1377328"/>
                <a:gd name="connsiteY103" fmla="*/ 1482302 h 1531935"/>
                <a:gd name="connsiteX104" fmla="*/ 241519 w 1377328"/>
                <a:gd name="connsiteY104" fmla="*/ 1474676 h 1531935"/>
                <a:gd name="connsiteX105" fmla="*/ 236168 w 1377328"/>
                <a:gd name="connsiteY105" fmla="*/ 1458725 h 1531935"/>
                <a:gd name="connsiteX106" fmla="*/ 178095 w 1377328"/>
                <a:gd name="connsiteY106" fmla="*/ 1409587 h 1531935"/>
                <a:gd name="connsiteX107" fmla="*/ 128767 w 1377328"/>
                <a:gd name="connsiteY107" fmla="*/ 1367745 h 1531935"/>
                <a:gd name="connsiteX108" fmla="*/ 69779 w 1377328"/>
                <a:gd name="connsiteY108" fmla="*/ 1317680 h 1531935"/>
                <a:gd name="connsiteX109" fmla="*/ 46278 w 1377328"/>
                <a:gd name="connsiteY109" fmla="*/ 1204559 h 1531935"/>
                <a:gd name="connsiteX110" fmla="*/ 75651 w 1377328"/>
                <a:gd name="connsiteY110" fmla="*/ 1191213 h 1531935"/>
                <a:gd name="connsiteX111" fmla="*/ 95886 w 1377328"/>
                <a:gd name="connsiteY111" fmla="*/ 1140766 h 1531935"/>
                <a:gd name="connsiteX112" fmla="*/ 63259 w 1377328"/>
                <a:gd name="connsiteY112" fmla="*/ 1116464 h 1531935"/>
                <a:gd name="connsiteX113" fmla="*/ 74596 w 1377328"/>
                <a:gd name="connsiteY113" fmla="*/ 1088235 h 1531935"/>
                <a:gd name="connsiteX114" fmla="*/ 160873 w 1377328"/>
                <a:gd name="connsiteY114" fmla="*/ 1056599 h 1531935"/>
                <a:gd name="connsiteX115" fmla="*/ 222594 w 1377328"/>
                <a:gd name="connsiteY115" fmla="*/ 950215 h 1531935"/>
                <a:gd name="connsiteX116" fmla="*/ 236041 w 1377328"/>
                <a:gd name="connsiteY116" fmla="*/ 917168 h 1531935"/>
                <a:gd name="connsiteX117" fmla="*/ 236562 w 1377328"/>
                <a:gd name="connsiteY117" fmla="*/ 840971 h 1531935"/>
                <a:gd name="connsiteX118" fmla="*/ 212540 w 1377328"/>
                <a:gd name="connsiteY118" fmla="*/ 844784 h 1531935"/>
                <a:gd name="connsiteX119" fmla="*/ 168436 w 1377328"/>
                <a:gd name="connsiteY119" fmla="*/ 831336 h 1531935"/>
                <a:gd name="connsiteX120" fmla="*/ 132148 w 1377328"/>
                <a:gd name="connsiteY120" fmla="*/ 843360 h 1531935"/>
                <a:gd name="connsiteX121" fmla="*/ 112447 w 1377328"/>
                <a:gd name="connsiteY121" fmla="*/ 772107 h 1531935"/>
                <a:gd name="connsiteX122" fmla="*/ 63132 w 1377328"/>
                <a:gd name="connsiteY122" fmla="*/ 713297 h 1531935"/>
                <a:gd name="connsiteX123" fmla="*/ 85184 w 1377328"/>
                <a:gd name="connsiteY123" fmla="*/ 627160 h 1531935"/>
                <a:gd name="connsiteX124" fmla="*/ 71470 w 1377328"/>
                <a:gd name="connsiteY124" fmla="*/ 621554 h 1531935"/>
                <a:gd name="connsiteX125" fmla="*/ 76554 w 1377328"/>
                <a:gd name="connsiteY125" fmla="*/ 593706 h 1531935"/>
                <a:gd name="connsiteX126" fmla="*/ 60030 w 1377328"/>
                <a:gd name="connsiteY126" fmla="*/ 514382 h 1531935"/>
                <a:gd name="connsiteX127" fmla="*/ 73211 w 1377328"/>
                <a:gd name="connsiteY127" fmla="*/ 491758 h 1531935"/>
                <a:gd name="connsiteX128" fmla="*/ 98390 w 1377328"/>
                <a:gd name="connsiteY128" fmla="*/ 479048 h 1531935"/>
                <a:gd name="connsiteX129" fmla="*/ 90052 w 1377328"/>
                <a:gd name="connsiteY129" fmla="*/ 422602 h 1531935"/>
                <a:gd name="connsiteX130" fmla="*/ 79223 w 1377328"/>
                <a:gd name="connsiteY130" fmla="*/ 368100 h 1531935"/>
                <a:gd name="connsiteX131" fmla="*/ 87306 w 1377328"/>
                <a:gd name="connsiteY131" fmla="*/ 336859 h 1531935"/>
                <a:gd name="connsiteX132" fmla="*/ 43189 w 1377328"/>
                <a:gd name="connsiteY132" fmla="*/ 268223 h 1531935"/>
                <a:gd name="connsiteX133" fmla="*/ 38499 w 1377328"/>
                <a:gd name="connsiteY133" fmla="*/ 271744 h 1531935"/>
                <a:gd name="connsiteX134" fmla="*/ 16447 w 1377328"/>
                <a:gd name="connsiteY134" fmla="*/ 213455 h 1531935"/>
                <a:gd name="connsiteX135" fmla="*/ 0 w 1377328"/>
                <a:gd name="connsiteY135" fmla="*/ 197771 h 1531935"/>
                <a:gd name="connsiteX136" fmla="*/ 521 w 1377328"/>
                <a:gd name="connsiteY136" fmla="*/ 162996 h 1531935"/>
                <a:gd name="connsiteX137" fmla="*/ 113794 w 1377328"/>
                <a:gd name="connsiteY137" fmla="*/ 138707 h 1531935"/>
                <a:gd name="connsiteX138" fmla="*/ 169783 w 1377328"/>
                <a:gd name="connsiteY138" fmla="*/ 152942 h 1531935"/>
                <a:gd name="connsiteX139" fmla="*/ 192483 w 1377328"/>
                <a:gd name="connsiteY139" fmla="*/ 158306 h 1531935"/>
                <a:gd name="connsiteX140" fmla="*/ 248726 w 1377328"/>
                <a:gd name="connsiteY140" fmla="*/ 102482 h 1531935"/>
                <a:gd name="connsiteX141" fmla="*/ 226293 w 1377328"/>
                <a:gd name="connsiteY141" fmla="*/ 42223 h 1531935"/>
                <a:gd name="connsiteX142" fmla="*/ 321810 w 1377328"/>
                <a:gd name="connsiteY142" fmla="*/ 26679 h 1531935"/>
                <a:gd name="connsiteX143" fmla="*/ 336681 w 1377328"/>
                <a:gd name="connsiteY143" fmla="*/ 52175 h 1531935"/>
                <a:gd name="connsiteX144" fmla="*/ 355085 w 1377328"/>
                <a:gd name="connsiteY144" fmla="*/ 78968 h 1531935"/>
                <a:gd name="connsiteX145" fmla="*/ 359394 w 1377328"/>
                <a:gd name="connsiteY145" fmla="*/ 132351 h 1531935"/>
                <a:gd name="connsiteX146" fmla="*/ 455305 w 1377328"/>
                <a:gd name="connsiteY146" fmla="*/ 124395 h 1531935"/>
                <a:gd name="connsiteX147" fmla="*/ 441743 w 1377328"/>
                <a:gd name="connsiteY147" fmla="*/ 108050 h 1531935"/>
                <a:gd name="connsiteX148" fmla="*/ 441997 w 1377328"/>
                <a:gd name="connsiteY148" fmla="*/ 97983 h 1531935"/>
                <a:gd name="connsiteX149" fmla="*/ 474370 w 1377328"/>
                <a:gd name="connsiteY149" fmla="*/ 99013 h 1531935"/>
                <a:gd name="connsiteX150" fmla="*/ 505828 w 1377328"/>
                <a:gd name="connsiteY150" fmla="*/ 75372 h 1531935"/>
                <a:gd name="connsiteX151" fmla="*/ 530092 w 1377328"/>
                <a:gd name="connsiteY151" fmla="*/ 86086 h 1531935"/>
                <a:gd name="connsiteX152" fmla="*/ 542497 w 1377328"/>
                <a:gd name="connsiteY152" fmla="*/ 116934 h 1531935"/>
                <a:gd name="connsiteX153" fmla="*/ 548369 w 1377328"/>
                <a:gd name="connsiteY153" fmla="*/ 129746 h 1531935"/>
                <a:gd name="connsiteX154" fmla="*/ 579420 w 1377328"/>
                <a:gd name="connsiteY154" fmla="*/ 138884 h 1531935"/>
                <a:gd name="connsiteX155" fmla="*/ 590656 w 1377328"/>
                <a:gd name="connsiteY155" fmla="*/ 132606 h 1531935"/>
                <a:gd name="connsiteX156" fmla="*/ 616610 w 1377328"/>
                <a:gd name="connsiteY156" fmla="*/ 120988 h 1531935"/>
                <a:gd name="connsiteX157" fmla="*/ 681343 w 1377328"/>
                <a:gd name="connsiteY157" fmla="*/ 102152 h 1531935"/>
                <a:gd name="connsiteX158" fmla="*/ 691003 w 1377328"/>
                <a:gd name="connsiteY158" fmla="*/ 110274 h 1531935"/>
                <a:gd name="connsiteX159" fmla="*/ 692172 w 1377328"/>
                <a:gd name="connsiteY159" fmla="*/ 125526 h 1531935"/>
                <a:gd name="connsiteX160" fmla="*/ 643632 w 1377328"/>
                <a:gd name="connsiteY160" fmla="*/ 144210 h 1531935"/>
                <a:gd name="connsiteX161" fmla="*/ 665684 w 1377328"/>
                <a:gd name="connsiteY161" fmla="*/ 166834 h 1531935"/>
                <a:gd name="connsiteX162" fmla="*/ 679513 w 1377328"/>
                <a:gd name="connsiteY162" fmla="*/ 185391 h 1531935"/>
                <a:gd name="connsiteX163" fmla="*/ 685004 w 1377328"/>
                <a:gd name="connsiteY163" fmla="*/ 196093 h 1531935"/>
                <a:gd name="connsiteX164" fmla="*/ 741361 w 1377328"/>
                <a:gd name="connsiteY164" fmla="*/ 183383 h 1531935"/>
                <a:gd name="connsiteX165" fmla="*/ 748682 w 1377328"/>
                <a:gd name="connsiteY165" fmla="*/ 119336 h 1531935"/>
                <a:gd name="connsiteX166" fmla="*/ 772691 w 1377328"/>
                <a:gd name="connsiteY166" fmla="*/ 104707 h 1531935"/>
                <a:gd name="connsiteX167" fmla="*/ 782224 w 1377328"/>
                <a:gd name="connsiteY167" fmla="*/ 123518 h 1531935"/>
                <a:gd name="connsiteX168" fmla="*/ 788579 w 1377328"/>
                <a:gd name="connsiteY168" fmla="*/ 122857 h 1531935"/>
                <a:gd name="connsiteX169" fmla="*/ 794185 w 1377328"/>
                <a:gd name="connsiteY169" fmla="*/ 117519 h 1531935"/>
                <a:gd name="connsiteX170" fmla="*/ 793803 w 1377328"/>
                <a:gd name="connsiteY170" fmla="*/ 111888 h 1531935"/>
                <a:gd name="connsiteX171" fmla="*/ 787918 w 1377328"/>
                <a:gd name="connsiteY171" fmla="*/ 104707 h 1531935"/>
                <a:gd name="connsiteX172" fmla="*/ 793002 w 1377328"/>
                <a:gd name="connsiteY172" fmla="*/ 90179 h 1531935"/>
                <a:gd name="connsiteX173" fmla="*/ 800044 w 1377328"/>
                <a:gd name="connsiteY173" fmla="*/ 75816 h 1531935"/>
                <a:gd name="connsiteX174" fmla="*/ 798989 w 1377328"/>
                <a:gd name="connsiteY174" fmla="*/ 64962 h 1531935"/>
                <a:gd name="connsiteX175" fmla="*/ 789202 w 1377328"/>
                <a:gd name="connsiteY175" fmla="*/ 43011 h 1531935"/>
                <a:gd name="connsiteX176" fmla="*/ 817533 w 1377328"/>
                <a:gd name="connsiteY176" fmla="*/ 44054 h 1531935"/>
                <a:gd name="connsiteX177" fmla="*/ 850160 w 1377328"/>
                <a:gd name="connsiteY177" fmla="*/ 0 h 1531935"/>
                <a:gd name="connsiteX178" fmla="*/ 930031 w 1377328"/>
                <a:gd name="connsiteY178" fmla="*/ 44054 h 1531935"/>
                <a:gd name="connsiteX179" fmla="*/ 933285 w 1377328"/>
                <a:gd name="connsiteY179" fmla="*/ 93445 h 1531935"/>
                <a:gd name="connsiteX180" fmla="*/ 948169 w 1377328"/>
                <a:gd name="connsiteY180" fmla="*/ 106524 h 1531935"/>
                <a:gd name="connsiteX181" fmla="*/ 957167 w 1377328"/>
                <a:gd name="connsiteY181" fmla="*/ 123912 h 1531935"/>
                <a:gd name="connsiteX182" fmla="*/ 965658 w 1377328"/>
                <a:gd name="connsiteY182" fmla="*/ 139990 h 1531935"/>
                <a:gd name="connsiteX183" fmla="*/ 967209 w 1377328"/>
                <a:gd name="connsiteY183" fmla="*/ 166796 h 1531935"/>
                <a:gd name="connsiteX184" fmla="*/ 973741 w 1377328"/>
                <a:gd name="connsiteY184" fmla="*/ 188480 h 1531935"/>
                <a:gd name="connsiteX185" fmla="*/ 988485 w 1377328"/>
                <a:gd name="connsiteY185" fmla="*/ 217497 h 1531935"/>
                <a:gd name="connsiteX186" fmla="*/ 992146 w 1377328"/>
                <a:gd name="connsiteY186" fmla="*/ 225987 h 1531935"/>
                <a:gd name="connsiteX187" fmla="*/ 997878 w 1377328"/>
                <a:gd name="connsiteY187" fmla="*/ 250963 h 1531935"/>
                <a:gd name="connsiteX188" fmla="*/ 1017198 w 1377328"/>
                <a:gd name="connsiteY188" fmla="*/ 304537 h 1531935"/>
                <a:gd name="connsiteX189" fmla="*/ 1034687 w 1377328"/>
                <a:gd name="connsiteY189" fmla="*/ 364274 h 1531935"/>
                <a:gd name="connsiteX190" fmla="*/ 1056472 w 1377328"/>
                <a:gd name="connsiteY190" fmla="*/ 386479 h 1531935"/>
                <a:gd name="connsiteX191" fmla="*/ 1056727 w 1377328"/>
                <a:gd name="connsiteY191" fmla="*/ 396825 h 1531935"/>
                <a:gd name="connsiteX192" fmla="*/ 1064963 w 1377328"/>
                <a:gd name="connsiteY192" fmla="*/ 418522 h 1531935"/>
                <a:gd name="connsiteX193" fmla="*/ 1090675 w 1377328"/>
                <a:gd name="connsiteY193" fmla="*/ 426885 h 1531935"/>
                <a:gd name="connsiteX194" fmla="*/ 1152803 w 1377328"/>
                <a:gd name="connsiteY194" fmla="*/ 442823 h 1531935"/>
                <a:gd name="connsiteX195" fmla="*/ 1166784 w 1377328"/>
                <a:gd name="connsiteY195" fmla="*/ 433418 h 1531935"/>
                <a:gd name="connsiteX196" fmla="*/ 1176952 w 1377328"/>
                <a:gd name="connsiteY196" fmla="*/ 460872 h 1531935"/>
                <a:gd name="connsiteX197" fmla="*/ 1173686 w 1377328"/>
                <a:gd name="connsiteY197" fmla="*/ 481208 h 1531935"/>
                <a:gd name="connsiteX198" fmla="*/ 1183727 w 1377328"/>
                <a:gd name="connsiteY198" fmla="*/ 486445 h 1531935"/>
                <a:gd name="connsiteX199" fmla="*/ 1242448 w 1377328"/>
                <a:gd name="connsiteY199" fmla="*/ 461025 h 1531935"/>
                <a:gd name="connsiteX200" fmla="*/ 1254332 w 1377328"/>
                <a:gd name="connsiteY200" fmla="*/ 499155 h 1531935"/>
                <a:gd name="connsiteX201" fmla="*/ 1279511 w 1377328"/>
                <a:gd name="connsiteY201" fmla="*/ 496613 h 1531935"/>
                <a:gd name="connsiteX202" fmla="*/ 1292958 w 1377328"/>
                <a:gd name="connsiteY202" fmla="*/ 507328 h 1531935"/>
                <a:gd name="connsiteX203" fmla="*/ 1312138 w 1377328"/>
                <a:gd name="connsiteY203" fmla="*/ 505370 h 1531935"/>
                <a:gd name="connsiteX204" fmla="*/ 1321544 w 1377328"/>
                <a:gd name="connsiteY204" fmla="*/ 509412 h 1531935"/>
                <a:gd name="connsiteX205" fmla="*/ 1322586 w 1377328"/>
                <a:gd name="connsiteY205" fmla="*/ 517127 h 1531935"/>
                <a:gd name="connsiteX206" fmla="*/ 1318938 w 1377328"/>
                <a:gd name="connsiteY206" fmla="*/ 523406 h 1531935"/>
                <a:gd name="connsiteX207" fmla="*/ 1308999 w 1377328"/>
                <a:gd name="connsiteY207" fmla="*/ 531388 h 1531935"/>
                <a:gd name="connsiteX208" fmla="*/ 1298437 w 1377328"/>
                <a:gd name="connsiteY208" fmla="*/ 534261 h 1531935"/>
                <a:gd name="connsiteX209" fmla="*/ 1287620 w 1377328"/>
                <a:gd name="connsiteY209" fmla="*/ 520394 h 1531935"/>
                <a:gd name="connsiteX210" fmla="*/ 1247430 w 1377328"/>
                <a:gd name="connsiteY210" fmla="*/ 522237 h 1531935"/>
                <a:gd name="connsiteX211" fmla="*/ 1185570 w 1377328"/>
                <a:gd name="connsiteY211" fmla="*/ 548369 h 1531935"/>
                <a:gd name="connsiteX212" fmla="*/ 1158421 w 1377328"/>
                <a:gd name="connsiteY212" fmla="*/ 615949 h 1531935"/>
                <a:gd name="connsiteX213" fmla="*/ 1122527 w 1377328"/>
                <a:gd name="connsiteY213" fmla="*/ 642336 h 1531935"/>
                <a:gd name="connsiteX214" fmla="*/ 1123176 w 1377328"/>
                <a:gd name="connsiteY214" fmla="*/ 649962 h 1531935"/>
                <a:gd name="connsiteX215" fmla="*/ 1146549 w 1377328"/>
                <a:gd name="connsiteY215" fmla="*/ 675852 h 1531935"/>
                <a:gd name="connsiteX216" fmla="*/ 1138453 w 1377328"/>
                <a:gd name="connsiteY216" fmla="*/ 689312 h 1531935"/>
                <a:gd name="connsiteX217" fmla="*/ 1124472 w 1377328"/>
                <a:gd name="connsiteY217" fmla="*/ 700027 h 1531935"/>
                <a:gd name="connsiteX218" fmla="*/ 1082299 w 1377328"/>
                <a:gd name="connsiteY218" fmla="*/ 744894 h 1531935"/>
                <a:gd name="connsiteX219" fmla="*/ 1069754 w 1377328"/>
                <a:gd name="connsiteY219" fmla="*/ 754427 h 1531935"/>
                <a:gd name="connsiteX220" fmla="*/ 1053714 w 1377328"/>
                <a:gd name="connsiteY220" fmla="*/ 754173 h 1531935"/>
                <a:gd name="connsiteX221" fmla="*/ 1050969 w 1377328"/>
                <a:gd name="connsiteY221" fmla="*/ 739264 h 1531935"/>
                <a:gd name="connsiteX222" fmla="*/ 1030226 w 1377328"/>
                <a:gd name="connsiteY222" fmla="*/ 717440 h 1531935"/>
                <a:gd name="connsiteX223" fmla="*/ 1006216 w 1377328"/>
                <a:gd name="connsiteY223" fmla="*/ 692477 h 1531935"/>
                <a:gd name="connsiteX224" fmla="*/ 991205 w 1377328"/>
                <a:gd name="connsiteY224" fmla="*/ 693011 h 1531935"/>
                <a:gd name="connsiteX225" fmla="*/ 965912 w 1377328"/>
                <a:gd name="connsiteY225" fmla="*/ 694053 h 1531935"/>
                <a:gd name="connsiteX226" fmla="*/ 961476 w 1377328"/>
                <a:gd name="connsiteY226" fmla="*/ 699137 h 1531935"/>
                <a:gd name="connsiteX227" fmla="*/ 971530 w 1377328"/>
                <a:gd name="connsiteY227" fmla="*/ 706853 h 1531935"/>
                <a:gd name="connsiteX228" fmla="*/ 980669 w 1377328"/>
                <a:gd name="connsiteY228" fmla="*/ 714034 h 1531935"/>
                <a:gd name="connsiteX229" fmla="*/ 1002581 w 1377328"/>
                <a:gd name="connsiteY229" fmla="*/ 734561 h 1531935"/>
                <a:gd name="connsiteX230" fmla="*/ 1011847 w 1377328"/>
                <a:gd name="connsiteY230" fmla="*/ 748008 h 1531935"/>
                <a:gd name="connsiteX231" fmla="*/ 1021506 w 1377328"/>
                <a:gd name="connsiteY231" fmla="*/ 759130 h 1531935"/>
                <a:gd name="connsiteX232" fmla="*/ 1023337 w 1377328"/>
                <a:gd name="connsiteY232" fmla="*/ 766845 h 1531935"/>
                <a:gd name="connsiteX233" fmla="*/ 1016283 w 1377328"/>
                <a:gd name="connsiteY233" fmla="*/ 783965 h 1531935"/>
                <a:gd name="connsiteX234" fmla="*/ 1025688 w 1377328"/>
                <a:gd name="connsiteY234" fmla="*/ 817419 h 1531935"/>
                <a:gd name="connsiteX235" fmla="*/ 1029209 w 1377328"/>
                <a:gd name="connsiteY235" fmla="*/ 837679 h 1531935"/>
                <a:gd name="connsiteX236" fmla="*/ 1004678 w 1377328"/>
                <a:gd name="connsiteY236" fmla="*/ 852715 h 1531935"/>
                <a:gd name="connsiteX237" fmla="*/ 987316 w 1377328"/>
                <a:gd name="connsiteY237" fmla="*/ 843042 h 1531935"/>
                <a:gd name="connsiteX238" fmla="*/ 979893 w 1377328"/>
                <a:gd name="connsiteY238" fmla="*/ 821155 h 1531935"/>
                <a:gd name="connsiteX239" fmla="*/ 964476 w 1377328"/>
                <a:gd name="connsiteY239" fmla="*/ 825197 h 1531935"/>
                <a:gd name="connsiteX240" fmla="*/ 956252 w 1377328"/>
                <a:gd name="connsiteY240" fmla="*/ 832264 h 1531935"/>
                <a:gd name="connsiteX241" fmla="*/ 971657 w 1377328"/>
                <a:gd name="connsiteY241" fmla="*/ 859045 h 1531935"/>
                <a:gd name="connsiteX242" fmla="*/ 862031 w 1377328"/>
                <a:gd name="connsiteY242" fmla="*/ 867026 h 1531935"/>
                <a:gd name="connsiteX243" fmla="*/ 829811 w 1377328"/>
                <a:gd name="connsiteY243" fmla="*/ 897874 h 1531935"/>
                <a:gd name="connsiteX244" fmla="*/ 816618 w 1377328"/>
                <a:gd name="connsiteY244" fmla="*/ 880741 h 1531935"/>
                <a:gd name="connsiteX245" fmla="*/ 797044 w 1377328"/>
                <a:gd name="connsiteY245" fmla="*/ 878796 h 1531935"/>
                <a:gd name="connsiteX246" fmla="*/ 777204 w 1377328"/>
                <a:gd name="connsiteY246" fmla="*/ 913038 h 1531935"/>
                <a:gd name="connsiteX247" fmla="*/ 799256 w 1377328"/>
                <a:gd name="connsiteY247" fmla="*/ 936691 h 1531935"/>
                <a:gd name="connsiteX248" fmla="*/ 746152 w 1377328"/>
                <a:gd name="connsiteY248" fmla="*/ 955756 h 1531935"/>
                <a:gd name="connsiteX249" fmla="*/ 714581 w 1377328"/>
                <a:gd name="connsiteY249" fmla="*/ 941648 h 1531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377328" h="1531935">
                  <a:moveTo>
                    <a:pt x="682970" y="421509"/>
                  </a:moveTo>
                  <a:lnTo>
                    <a:pt x="643162" y="393546"/>
                  </a:lnTo>
                  <a:lnTo>
                    <a:pt x="621898" y="369397"/>
                  </a:lnTo>
                  <a:lnTo>
                    <a:pt x="598790" y="347166"/>
                  </a:lnTo>
                  <a:lnTo>
                    <a:pt x="582343" y="339070"/>
                  </a:lnTo>
                  <a:lnTo>
                    <a:pt x="575569" y="343760"/>
                  </a:lnTo>
                  <a:lnTo>
                    <a:pt x="582737" y="352784"/>
                  </a:lnTo>
                  <a:lnTo>
                    <a:pt x="576484" y="363766"/>
                  </a:lnTo>
                  <a:lnTo>
                    <a:pt x="576865" y="373693"/>
                  </a:lnTo>
                  <a:lnTo>
                    <a:pt x="580386" y="382984"/>
                  </a:lnTo>
                  <a:lnTo>
                    <a:pt x="577907" y="396444"/>
                  </a:lnTo>
                  <a:lnTo>
                    <a:pt x="581428" y="409243"/>
                  </a:lnTo>
                  <a:lnTo>
                    <a:pt x="592791" y="421407"/>
                  </a:lnTo>
                  <a:lnTo>
                    <a:pt x="627643" y="459703"/>
                  </a:lnTo>
                  <a:lnTo>
                    <a:pt x="674670" y="491974"/>
                  </a:lnTo>
                  <a:lnTo>
                    <a:pt x="692554" y="504544"/>
                  </a:lnTo>
                  <a:lnTo>
                    <a:pt x="702722" y="503362"/>
                  </a:lnTo>
                  <a:lnTo>
                    <a:pt x="713424" y="486623"/>
                  </a:lnTo>
                  <a:lnTo>
                    <a:pt x="719296" y="476302"/>
                  </a:lnTo>
                  <a:lnTo>
                    <a:pt x="717732" y="460885"/>
                  </a:lnTo>
                  <a:lnTo>
                    <a:pt x="703243" y="437612"/>
                  </a:lnTo>
                  <a:close/>
                  <a:moveTo>
                    <a:pt x="1115575" y="842763"/>
                  </a:moveTo>
                  <a:lnTo>
                    <a:pt x="1135415" y="839369"/>
                  </a:lnTo>
                  <a:lnTo>
                    <a:pt x="1193997" y="844453"/>
                  </a:lnTo>
                  <a:lnTo>
                    <a:pt x="1204444" y="844707"/>
                  </a:lnTo>
                  <a:lnTo>
                    <a:pt x="1201178" y="863404"/>
                  </a:lnTo>
                  <a:lnTo>
                    <a:pt x="1117786" y="866289"/>
                  </a:lnTo>
                  <a:close/>
                  <a:moveTo>
                    <a:pt x="1206275" y="656914"/>
                  </a:moveTo>
                  <a:lnTo>
                    <a:pt x="1271097" y="701209"/>
                  </a:lnTo>
                  <a:lnTo>
                    <a:pt x="1276969" y="706293"/>
                  </a:lnTo>
                  <a:lnTo>
                    <a:pt x="1298373" y="722117"/>
                  </a:lnTo>
                  <a:lnTo>
                    <a:pt x="1377329" y="785109"/>
                  </a:lnTo>
                  <a:lnTo>
                    <a:pt x="1368978" y="836484"/>
                  </a:lnTo>
                  <a:lnTo>
                    <a:pt x="1311693" y="869022"/>
                  </a:lnTo>
                  <a:lnTo>
                    <a:pt x="1302033" y="867586"/>
                  </a:lnTo>
                  <a:lnTo>
                    <a:pt x="1297725" y="861307"/>
                  </a:lnTo>
                  <a:lnTo>
                    <a:pt x="1302287" y="852956"/>
                  </a:lnTo>
                  <a:lnTo>
                    <a:pt x="1319141" y="842496"/>
                  </a:lnTo>
                  <a:lnTo>
                    <a:pt x="1311693" y="809691"/>
                  </a:lnTo>
                  <a:lnTo>
                    <a:pt x="1297203" y="799891"/>
                  </a:lnTo>
                  <a:lnTo>
                    <a:pt x="1283375" y="780928"/>
                  </a:lnTo>
                  <a:lnTo>
                    <a:pt x="1263534" y="781576"/>
                  </a:lnTo>
                  <a:lnTo>
                    <a:pt x="1252972" y="775056"/>
                  </a:lnTo>
                  <a:lnTo>
                    <a:pt x="1235737" y="763159"/>
                  </a:lnTo>
                  <a:lnTo>
                    <a:pt x="1219557" y="757655"/>
                  </a:lnTo>
                  <a:lnTo>
                    <a:pt x="1187972" y="767341"/>
                  </a:lnTo>
                  <a:lnTo>
                    <a:pt x="1165793" y="765243"/>
                  </a:lnTo>
                  <a:lnTo>
                    <a:pt x="1149269" y="774916"/>
                  </a:lnTo>
                  <a:lnTo>
                    <a:pt x="1136216" y="765904"/>
                  </a:lnTo>
                  <a:lnTo>
                    <a:pt x="1152917" y="740153"/>
                  </a:lnTo>
                  <a:lnTo>
                    <a:pt x="1182545" y="719118"/>
                  </a:lnTo>
                  <a:lnTo>
                    <a:pt x="1192077" y="704082"/>
                  </a:lnTo>
                  <a:lnTo>
                    <a:pt x="1199386" y="694282"/>
                  </a:lnTo>
                  <a:lnTo>
                    <a:pt x="1199894" y="673374"/>
                  </a:lnTo>
                  <a:lnTo>
                    <a:pt x="1206249" y="666841"/>
                  </a:lnTo>
                  <a:close/>
                  <a:moveTo>
                    <a:pt x="835518" y="211472"/>
                  </a:moveTo>
                  <a:lnTo>
                    <a:pt x="829913" y="207164"/>
                  </a:lnTo>
                  <a:lnTo>
                    <a:pt x="825337" y="209706"/>
                  </a:lnTo>
                  <a:lnTo>
                    <a:pt x="825337" y="218730"/>
                  </a:lnTo>
                  <a:lnTo>
                    <a:pt x="828324" y="226165"/>
                  </a:lnTo>
                  <a:lnTo>
                    <a:pt x="823125" y="228529"/>
                  </a:lnTo>
                  <a:lnTo>
                    <a:pt x="822465" y="234020"/>
                  </a:lnTo>
                  <a:lnTo>
                    <a:pt x="839433" y="260165"/>
                  </a:lnTo>
                  <a:lnTo>
                    <a:pt x="844911" y="274146"/>
                  </a:lnTo>
                  <a:lnTo>
                    <a:pt x="850783" y="277680"/>
                  </a:lnTo>
                  <a:lnTo>
                    <a:pt x="851177" y="286043"/>
                  </a:lnTo>
                  <a:lnTo>
                    <a:pt x="865006" y="310752"/>
                  </a:lnTo>
                  <a:lnTo>
                    <a:pt x="872060" y="314285"/>
                  </a:lnTo>
                  <a:lnTo>
                    <a:pt x="875186" y="321606"/>
                  </a:lnTo>
                  <a:lnTo>
                    <a:pt x="881059" y="325648"/>
                  </a:lnTo>
                  <a:lnTo>
                    <a:pt x="884452" y="325000"/>
                  </a:lnTo>
                  <a:lnTo>
                    <a:pt x="883931" y="319115"/>
                  </a:lnTo>
                  <a:lnTo>
                    <a:pt x="888634" y="315988"/>
                  </a:lnTo>
                  <a:lnTo>
                    <a:pt x="890985" y="305655"/>
                  </a:lnTo>
                  <a:lnTo>
                    <a:pt x="888100" y="292945"/>
                  </a:lnTo>
                  <a:lnTo>
                    <a:pt x="881986" y="280133"/>
                  </a:lnTo>
                  <a:lnTo>
                    <a:pt x="875453" y="269024"/>
                  </a:lnTo>
                  <a:lnTo>
                    <a:pt x="864624" y="221831"/>
                  </a:lnTo>
                  <a:lnTo>
                    <a:pt x="857303" y="212032"/>
                  </a:lnTo>
                  <a:lnTo>
                    <a:pt x="846093" y="212565"/>
                  </a:lnTo>
                  <a:close/>
                  <a:moveTo>
                    <a:pt x="663650" y="966802"/>
                  </a:moveTo>
                  <a:lnTo>
                    <a:pt x="639374" y="984062"/>
                  </a:lnTo>
                  <a:lnTo>
                    <a:pt x="669879" y="1038563"/>
                  </a:lnTo>
                  <a:lnTo>
                    <a:pt x="654207" y="1056472"/>
                  </a:lnTo>
                  <a:lnTo>
                    <a:pt x="608946" y="1090053"/>
                  </a:lnTo>
                  <a:lnTo>
                    <a:pt x="561677" y="1178541"/>
                  </a:lnTo>
                  <a:lnTo>
                    <a:pt x="544073" y="1171233"/>
                  </a:lnTo>
                  <a:lnTo>
                    <a:pt x="555830" y="1132530"/>
                  </a:lnTo>
                  <a:lnTo>
                    <a:pt x="527639" y="1121548"/>
                  </a:lnTo>
                  <a:lnTo>
                    <a:pt x="509616" y="1139203"/>
                  </a:lnTo>
                  <a:lnTo>
                    <a:pt x="477128" y="1170432"/>
                  </a:lnTo>
                  <a:lnTo>
                    <a:pt x="478819" y="1224425"/>
                  </a:lnTo>
                  <a:lnTo>
                    <a:pt x="470875" y="1269762"/>
                  </a:lnTo>
                  <a:lnTo>
                    <a:pt x="469413" y="1278405"/>
                  </a:lnTo>
                  <a:lnTo>
                    <a:pt x="427660" y="1339414"/>
                  </a:lnTo>
                  <a:lnTo>
                    <a:pt x="422182" y="1347256"/>
                  </a:lnTo>
                  <a:lnTo>
                    <a:pt x="450628" y="1399673"/>
                  </a:lnTo>
                  <a:lnTo>
                    <a:pt x="468117" y="1431944"/>
                  </a:lnTo>
                  <a:lnTo>
                    <a:pt x="464202" y="1439151"/>
                  </a:lnTo>
                  <a:lnTo>
                    <a:pt x="432897" y="1494695"/>
                  </a:lnTo>
                  <a:lnTo>
                    <a:pt x="379107" y="1489331"/>
                  </a:lnTo>
                  <a:lnTo>
                    <a:pt x="305655" y="1531935"/>
                  </a:lnTo>
                  <a:lnTo>
                    <a:pt x="259314" y="1495343"/>
                  </a:lnTo>
                  <a:lnTo>
                    <a:pt x="242701" y="1482302"/>
                  </a:lnTo>
                  <a:lnTo>
                    <a:pt x="241519" y="1474676"/>
                  </a:lnTo>
                  <a:lnTo>
                    <a:pt x="236168" y="1458725"/>
                  </a:lnTo>
                  <a:lnTo>
                    <a:pt x="178095" y="1409587"/>
                  </a:lnTo>
                  <a:lnTo>
                    <a:pt x="128767" y="1367745"/>
                  </a:lnTo>
                  <a:lnTo>
                    <a:pt x="69779" y="1317680"/>
                  </a:lnTo>
                  <a:lnTo>
                    <a:pt x="46278" y="1204559"/>
                  </a:lnTo>
                  <a:lnTo>
                    <a:pt x="75651" y="1191213"/>
                  </a:lnTo>
                  <a:lnTo>
                    <a:pt x="95886" y="1140766"/>
                  </a:lnTo>
                  <a:lnTo>
                    <a:pt x="63259" y="1116464"/>
                  </a:lnTo>
                  <a:lnTo>
                    <a:pt x="74596" y="1088235"/>
                  </a:lnTo>
                  <a:lnTo>
                    <a:pt x="160873" y="1056599"/>
                  </a:lnTo>
                  <a:lnTo>
                    <a:pt x="222594" y="950215"/>
                  </a:lnTo>
                  <a:lnTo>
                    <a:pt x="236041" y="917168"/>
                  </a:lnTo>
                  <a:lnTo>
                    <a:pt x="236562" y="840971"/>
                  </a:lnTo>
                  <a:lnTo>
                    <a:pt x="212540" y="844784"/>
                  </a:lnTo>
                  <a:lnTo>
                    <a:pt x="168436" y="831336"/>
                  </a:lnTo>
                  <a:lnTo>
                    <a:pt x="132148" y="843360"/>
                  </a:lnTo>
                  <a:lnTo>
                    <a:pt x="112447" y="772107"/>
                  </a:lnTo>
                  <a:lnTo>
                    <a:pt x="63132" y="713297"/>
                  </a:lnTo>
                  <a:lnTo>
                    <a:pt x="85184" y="627160"/>
                  </a:lnTo>
                  <a:lnTo>
                    <a:pt x="71470" y="621554"/>
                  </a:lnTo>
                  <a:lnTo>
                    <a:pt x="76554" y="593706"/>
                  </a:lnTo>
                  <a:lnTo>
                    <a:pt x="60030" y="514382"/>
                  </a:lnTo>
                  <a:lnTo>
                    <a:pt x="73211" y="491758"/>
                  </a:lnTo>
                  <a:lnTo>
                    <a:pt x="98390" y="479048"/>
                  </a:lnTo>
                  <a:lnTo>
                    <a:pt x="90052" y="422602"/>
                  </a:lnTo>
                  <a:lnTo>
                    <a:pt x="79223" y="368100"/>
                  </a:lnTo>
                  <a:lnTo>
                    <a:pt x="87306" y="336859"/>
                  </a:lnTo>
                  <a:lnTo>
                    <a:pt x="43189" y="268223"/>
                  </a:lnTo>
                  <a:lnTo>
                    <a:pt x="38499" y="271744"/>
                  </a:lnTo>
                  <a:lnTo>
                    <a:pt x="16447" y="213455"/>
                  </a:lnTo>
                  <a:lnTo>
                    <a:pt x="0" y="197771"/>
                  </a:lnTo>
                  <a:lnTo>
                    <a:pt x="521" y="162996"/>
                  </a:lnTo>
                  <a:lnTo>
                    <a:pt x="113794" y="138707"/>
                  </a:lnTo>
                  <a:lnTo>
                    <a:pt x="169783" y="152942"/>
                  </a:lnTo>
                  <a:lnTo>
                    <a:pt x="192483" y="158306"/>
                  </a:lnTo>
                  <a:lnTo>
                    <a:pt x="248726" y="102482"/>
                  </a:lnTo>
                  <a:lnTo>
                    <a:pt x="226293" y="42223"/>
                  </a:lnTo>
                  <a:lnTo>
                    <a:pt x="321810" y="26679"/>
                  </a:lnTo>
                  <a:lnTo>
                    <a:pt x="336681" y="52175"/>
                  </a:lnTo>
                  <a:lnTo>
                    <a:pt x="355085" y="78968"/>
                  </a:lnTo>
                  <a:lnTo>
                    <a:pt x="359394" y="132351"/>
                  </a:lnTo>
                  <a:lnTo>
                    <a:pt x="455305" y="124395"/>
                  </a:lnTo>
                  <a:lnTo>
                    <a:pt x="441743" y="108050"/>
                  </a:lnTo>
                  <a:lnTo>
                    <a:pt x="441997" y="97983"/>
                  </a:lnTo>
                  <a:lnTo>
                    <a:pt x="474370" y="99013"/>
                  </a:lnTo>
                  <a:lnTo>
                    <a:pt x="505828" y="75372"/>
                  </a:lnTo>
                  <a:lnTo>
                    <a:pt x="530092" y="86086"/>
                  </a:lnTo>
                  <a:lnTo>
                    <a:pt x="542497" y="116934"/>
                  </a:lnTo>
                  <a:lnTo>
                    <a:pt x="548369" y="129746"/>
                  </a:lnTo>
                  <a:lnTo>
                    <a:pt x="579420" y="138884"/>
                  </a:lnTo>
                  <a:lnTo>
                    <a:pt x="590656" y="132606"/>
                  </a:lnTo>
                  <a:lnTo>
                    <a:pt x="616610" y="120988"/>
                  </a:lnTo>
                  <a:lnTo>
                    <a:pt x="681343" y="102152"/>
                  </a:lnTo>
                  <a:lnTo>
                    <a:pt x="691003" y="110274"/>
                  </a:lnTo>
                  <a:lnTo>
                    <a:pt x="692172" y="125526"/>
                  </a:lnTo>
                  <a:lnTo>
                    <a:pt x="643632" y="144210"/>
                  </a:lnTo>
                  <a:lnTo>
                    <a:pt x="665684" y="166834"/>
                  </a:lnTo>
                  <a:lnTo>
                    <a:pt x="679513" y="185391"/>
                  </a:lnTo>
                  <a:lnTo>
                    <a:pt x="685004" y="196093"/>
                  </a:lnTo>
                  <a:lnTo>
                    <a:pt x="741361" y="183383"/>
                  </a:lnTo>
                  <a:lnTo>
                    <a:pt x="748682" y="119336"/>
                  </a:lnTo>
                  <a:lnTo>
                    <a:pt x="772691" y="104707"/>
                  </a:lnTo>
                  <a:lnTo>
                    <a:pt x="782224" y="123518"/>
                  </a:lnTo>
                  <a:lnTo>
                    <a:pt x="788579" y="122857"/>
                  </a:lnTo>
                  <a:lnTo>
                    <a:pt x="794185" y="117519"/>
                  </a:lnTo>
                  <a:lnTo>
                    <a:pt x="793803" y="111888"/>
                  </a:lnTo>
                  <a:lnTo>
                    <a:pt x="787918" y="104707"/>
                  </a:lnTo>
                  <a:lnTo>
                    <a:pt x="793002" y="90179"/>
                  </a:lnTo>
                  <a:lnTo>
                    <a:pt x="800044" y="75816"/>
                  </a:lnTo>
                  <a:lnTo>
                    <a:pt x="798989" y="64962"/>
                  </a:lnTo>
                  <a:lnTo>
                    <a:pt x="789202" y="43011"/>
                  </a:lnTo>
                  <a:lnTo>
                    <a:pt x="817533" y="44054"/>
                  </a:lnTo>
                  <a:lnTo>
                    <a:pt x="850160" y="0"/>
                  </a:lnTo>
                  <a:lnTo>
                    <a:pt x="930031" y="44054"/>
                  </a:lnTo>
                  <a:lnTo>
                    <a:pt x="933285" y="93445"/>
                  </a:lnTo>
                  <a:lnTo>
                    <a:pt x="948169" y="106524"/>
                  </a:lnTo>
                  <a:lnTo>
                    <a:pt x="957167" y="123912"/>
                  </a:lnTo>
                  <a:lnTo>
                    <a:pt x="965658" y="139990"/>
                  </a:lnTo>
                  <a:lnTo>
                    <a:pt x="967209" y="166796"/>
                  </a:lnTo>
                  <a:lnTo>
                    <a:pt x="973741" y="188480"/>
                  </a:lnTo>
                  <a:lnTo>
                    <a:pt x="988485" y="217497"/>
                  </a:lnTo>
                  <a:lnTo>
                    <a:pt x="992146" y="225987"/>
                  </a:lnTo>
                  <a:lnTo>
                    <a:pt x="997878" y="250963"/>
                  </a:lnTo>
                  <a:lnTo>
                    <a:pt x="1017198" y="304537"/>
                  </a:lnTo>
                  <a:lnTo>
                    <a:pt x="1034687" y="364274"/>
                  </a:lnTo>
                  <a:lnTo>
                    <a:pt x="1056472" y="386479"/>
                  </a:lnTo>
                  <a:lnTo>
                    <a:pt x="1056727" y="396825"/>
                  </a:lnTo>
                  <a:lnTo>
                    <a:pt x="1064963" y="418522"/>
                  </a:lnTo>
                  <a:lnTo>
                    <a:pt x="1090675" y="426885"/>
                  </a:lnTo>
                  <a:lnTo>
                    <a:pt x="1152803" y="442823"/>
                  </a:lnTo>
                  <a:lnTo>
                    <a:pt x="1166784" y="433418"/>
                  </a:lnTo>
                  <a:lnTo>
                    <a:pt x="1176952" y="460872"/>
                  </a:lnTo>
                  <a:lnTo>
                    <a:pt x="1173686" y="481208"/>
                  </a:lnTo>
                  <a:lnTo>
                    <a:pt x="1183727" y="486445"/>
                  </a:lnTo>
                  <a:lnTo>
                    <a:pt x="1242448" y="461025"/>
                  </a:lnTo>
                  <a:lnTo>
                    <a:pt x="1254332" y="499155"/>
                  </a:lnTo>
                  <a:lnTo>
                    <a:pt x="1279511" y="496613"/>
                  </a:lnTo>
                  <a:lnTo>
                    <a:pt x="1292958" y="507328"/>
                  </a:lnTo>
                  <a:lnTo>
                    <a:pt x="1312138" y="505370"/>
                  </a:lnTo>
                  <a:lnTo>
                    <a:pt x="1321544" y="509412"/>
                  </a:lnTo>
                  <a:lnTo>
                    <a:pt x="1322586" y="517127"/>
                  </a:lnTo>
                  <a:lnTo>
                    <a:pt x="1318938" y="523406"/>
                  </a:lnTo>
                  <a:lnTo>
                    <a:pt x="1308999" y="531388"/>
                  </a:lnTo>
                  <a:lnTo>
                    <a:pt x="1298437" y="534261"/>
                  </a:lnTo>
                  <a:lnTo>
                    <a:pt x="1287620" y="520394"/>
                  </a:lnTo>
                  <a:lnTo>
                    <a:pt x="1247430" y="522237"/>
                  </a:lnTo>
                  <a:lnTo>
                    <a:pt x="1185570" y="548369"/>
                  </a:lnTo>
                  <a:lnTo>
                    <a:pt x="1158421" y="615949"/>
                  </a:lnTo>
                  <a:lnTo>
                    <a:pt x="1122527" y="642336"/>
                  </a:lnTo>
                  <a:lnTo>
                    <a:pt x="1123176" y="649962"/>
                  </a:lnTo>
                  <a:lnTo>
                    <a:pt x="1146549" y="675852"/>
                  </a:lnTo>
                  <a:lnTo>
                    <a:pt x="1138453" y="689312"/>
                  </a:lnTo>
                  <a:lnTo>
                    <a:pt x="1124472" y="700027"/>
                  </a:lnTo>
                  <a:lnTo>
                    <a:pt x="1082299" y="744894"/>
                  </a:lnTo>
                  <a:lnTo>
                    <a:pt x="1069754" y="754427"/>
                  </a:lnTo>
                  <a:lnTo>
                    <a:pt x="1053714" y="754173"/>
                  </a:lnTo>
                  <a:lnTo>
                    <a:pt x="1050969" y="739264"/>
                  </a:lnTo>
                  <a:lnTo>
                    <a:pt x="1030226" y="717440"/>
                  </a:lnTo>
                  <a:lnTo>
                    <a:pt x="1006216" y="692477"/>
                  </a:lnTo>
                  <a:lnTo>
                    <a:pt x="991205" y="693011"/>
                  </a:lnTo>
                  <a:lnTo>
                    <a:pt x="965912" y="694053"/>
                  </a:lnTo>
                  <a:lnTo>
                    <a:pt x="961476" y="699137"/>
                  </a:lnTo>
                  <a:lnTo>
                    <a:pt x="971530" y="706853"/>
                  </a:lnTo>
                  <a:lnTo>
                    <a:pt x="980669" y="714034"/>
                  </a:lnTo>
                  <a:lnTo>
                    <a:pt x="1002581" y="734561"/>
                  </a:lnTo>
                  <a:lnTo>
                    <a:pt x="1011847" y="748008"/>
                  </a:lnTo>
                  <a:lnTo>
                    <a:pt x="1021506" y="759130"/>
                  </a:lnTo>
                  <a:lnTo>
                    <a:pt x="1023337" y="766845"/>
                  </a:lnTo>
                  <a:lnTo>
                    <a:pt x="1016283" y="783965"/>
                  </a:lnTo>
                  <a:lnTo>
                    <a:pt x="1025688" y="817419"/>
                  </a:lnTo>
                  <a:lnTo>
                    <a:pt x="1029209" y="837679"/>
                  </a:lnTo>
                  <a:lnTo>
                    <a:pt x="1004678" y="852715"/>
                  </a:lnTo>
                  <a:lnTo>
                    <a:pt x="987316" y="843042"/>
                  </a:lnTo>
                  <a:lnTo>
                    <a:pt x="979893" y="821155"/>
                  </a:lnTo>
                  <a:lnTo>
                    <a:pt x="964476" y="825197"/>
                  </a:lnTo>
                  <a:lnTo>
                    <a:pt x="956252" y="832264"/>
                  </a:lnTo>
                  <a:lnTo>
                    <a:pt x="971657" y="859045"/>
                  </a:lnTo>
                  <a:lnTo>
                    <a:pt x="862031" y="867026"/>
                  </a:lnTo>
                  <a:lnTo>
                    <a:pt x="829811" y="897874"/>
                  </a:lnTo>
                  <a:lnTo>
                    <a:pt x="816618" y="880741"/>
                  </a:lnTo>
                  <a:lnTo>
                    <a:pt x="797044" y="878796"/>
                  </a:lnTo>
                  <a:lnTo>
                    <a:pt x="777204" y="913038"/>
                  </a:lnTo>
                  <a:lnTo>
                    <a:pt x="799256" y="936691"/>
                  </a:lnTo>
                  <a:lnTo>
                    <a:pt x="746152" y="955756"/>
                  </a:lnTo>
                  <a:lnTo>
                    <a:pt x="714581" y="941648"/>
                  </a:lnTo>
                  <a:close/>
                </a:path>
              </a:pathLst>
            </a:custGeom>
            <a:solidFill>
              <a:srgbClr val="FFFFFF"/>
            </a:solidFill>
            <a:ln w="12700" cap="flat">
              <a:noFill/>
              <a:prstDash val="solid"/>
              <a:miter/>
            </a:ln>
          </p:spPr>
          <p:txBody>
            <a:bodyPr rtlCol="0" anchor="ctr"/>
            <a:lstStyle/>
            <a:p>
              <a:endParaRPr lang="de-CH"/>
            </a:p>
          </p:txBody>
        </p:sp>
        <p:sp>
          <p:nvSpPr>
            <p:cNvPr id="16" name="Freihandform: Form 15">
              <a:extLst>
                <a:ext uri="{FF2B5EF4-FFF2-40B4-BE49-F238E27FC236}">
                  <a16:creationId xmlns:a16="http://schemas.microsoft.com/office/drawing/2014/main" id="{655A8ACE-2547-57B3-36B2-511CBC440BB6}"/>
                </a:ext>
              </a:extLst>
            </p:cNvPr>
            <p:cNvSpPr/>
            <p:nvPr/>
          </p:nvSpPr>
          <p:spPr>
            <a:xfrm>
              <a:off x="5339598" y="2047160"/>
              <a:ext cx="1377328" cy="1531935"/>
            </a:xfrm>
            <a:custGeom>
              <a:avLst/>
              <a:gdLst>
                <a:gd name="connsiteX0" fmla="*/ 682970 w 1377328"/>
                <a:gd name="connsiteY0" fmla="*/ 421509 h 1531935"/>
                <a:gd name="connsiteX1" fmla="*/ 643162 w 1377328"/>
                <a:gd name="connsiteY1" fmla="*/ 393546 h 1531935"/>
                <a:gd name="connsiteX2" fmla="*/ 621898 w 1377328"/>
                <a:gd name="connsiteY2" fmla="*/ 369397 h 1531935"/>
                <a:gd name="connsiteX3" fmla="*/ 598790 w 1377328"/>
                <a:gd name="connsiteY3" fmla="*/ 347166 h 1531935"/>
                <a:gd name="connsiteX4" fmla="*/ 582343 w 1377328"/>
                <a:gd name="connsiteY4" fmla="*/ 339070 h 1531935"/>
                <a:gd name="connsiteX5" fmla="*/ 575569 w 1377328"/>
                <a:gd name="connsiteY5" fmla="*/ 343760 h 1531935"/>
                <a:gd name="connsiteX6" fmla="*/ 582737 w 1377328"/>
                <a:gd name="connsiteY6" fmla="*/ 352784 h 1531935"/>
                <a:gd name="connsiteX7" fmla="*/ 576484 w 1377328"/>
                <a:gd name="connsiteY7" fmla="*/ 363766 h 1531935"/>
                <a:gd name="connsiteX8" fmla="*/ 576865 w 1377328"/>
                <a:gd name="connsiteY8" fmla="*/ 373693 h 1531935"/>
                <a:gd name="connsiteX9" fmla="*/ 580386 w 1377328"/>
                <a:gd name="connsiteY9" fmla="*/ 382984 h 1531935"/>
                <a:gd name="connsiteX10" fmla="*/ 577907 w 1377328"/>
                <a:gd name="connsiteY10" fmla="*/ 396444 h 1531935"/>
                <a:gd name="connsiteX11" fmla="*/ 581428 w 1377328"/>
                <a:gd name="connsiteY11" fmla="*/ 409243 h 1531935"/>
                <a:gd name="connsiteX12" fmla="*/ 592791 w 1377328"/>
                <a:gd name="connsiteY12" fmla="*/ 421407 h 1531935"/>
                <a:gd name="connsiteX13" fmla="*/ 627643 w 1377328"/>
                <a:gd name="connsiteY13" fmla="*/ 459703 h 1531935"/>
                <a:gd name="connsiteX14" fmla="*/ 674670 w 1377328"/>
                <a:gd name="connsiteY14" fmla="*/ 491974 h 1531935"/>
                <a:gd name="connsiteX15" fmla="*/ 692554 w 1377328"/>
                <a:gd name="connsiteY15" fmla="*/ 504544 h 1531935"/>
                <a:gd name="connsiteX16" fmla="*/ 702722 w 1377328"/>
                <a:gd name="connsiteY16" fmla="*/ 503362 h 1531935"/>
                <a:gd name="connsiteX17" fmla="*/ 713424 w 1377328"/>
                <a:gd name="connsiteY17" fmla="*/ 486623 h 1531935"/>
                <a:gd name="connsiteX18" fmla="*/ 719296 w 1377328"/>
                <a:gd name="connsiteY18" fmla="*/ 476302 h 1531935"/>
                <a:gd name="connsiteX19" fmla="*/ 717732 w 1377328"/>
                <a:gd name="connsiteY19" fmla="*/ 460885 h 1531935"/>
                <a:gd name="connsiteX20" fmla="*/ 703243 w 1377328"/>
                <a:gd name="connsiteY20" fmla="*/ 437612 h 1531935"/>
                <a:gd name="connsiteX21" fmla="*/ 1115575 w 1377328"/>
                <a:gd name="connsiteY21" fmla="*/ 842763 h 1531935"/>
                <a:gd name="connsiteX22" fmla="*/ 1135415 w 1377328"/>
                <a:gd name="connsiteY22" fmla="*/ 839369 h 1531935"/>
                <a:gd name="connsiteX23" fmla="*/ 1193997 w 1377328"/>
                <a:gd name="connsiteY23" fmla="*/ 844453 h 1531935"/>
                <a:gd name="connsiteX24" fmla="*/ 1204444 w 1377328"/>
                <a:gd name="connsiteY24" fmla="*/ 844707 h 1531935"/>
                <a:gd name="connsiteX25" fmla="*/ 1201178 w 1377328"/>
                <a:gd name="connsiteY25" fmla="*/ 863404 h 1531935"/>
                <a:gd name="connsiteX26" fmla="*/ 1117786 w 1377328"/>
                <a:gd name="connsiteY26" fmla="*/ 866289 h 1531935"/>
                <a:gd name="connsiteX27" fmla="*/ 1206275 w 1377328"/>
                <a:gd name="connsiteY27" fmla="*/ 656914 h 1531935"/>
                <a:gd name="connsiteX28" fmla="*/ 1271097 w 1377328"/>
                <a:gd name="connsiteY28" fmla="*/ 701209 h 1531935"/>
                <a:gd name="connsiteX29" fmla="*/ 1276969 w 1377328"/>
                <a:gd name="connsiteY29" fmla="*/ 706293 h 1531935"/>
                <a:gd name="connsiteX30" fmla="*/ 1298373 w 1377328"/>
                <a:gd name="connsiteY30" fmla="*/ 722117 h 1531935"/>
                <a:gd name="connsiteX31" fmla="*/ 1377329 w 1377328"/>
                <a:gd name="connsiteY31" fmla="*/ 785109 h 1531935"/>
                <a:gd name="connsiteX32" fmla="*/ 1368978 w 1377328"/>
                <a:gd name="connsiteY32" fmla="*/ 836484 h 1531935"/>
                <a:gd name="connsiteX33" fmla="*/ 1311693 w 1377328"/>
                <a:gd name="connsiteY33" fmla="*/ 869022 h 1531935"/>
                <a:gd name="connsiteX34" fmla="*/ 1302033 w 1377328"/>
                <a:gd name="connsiteY34" fmla="*/ 867586 h 1531935"/>
                <a:gd name="connsiteX35" fmla="*/ 1297725 w 1377328"/>
                <a:gd name="connsiteY35" fmla="*/ 861307 h 1531935"/>
                <a:gd name="connsiteX36" fmla="*/ 1302287 w 1377328"/>
                <a:gd name="connsiteY36" fmla="*/ 852956 h 1531935"/>
                <a:gd name="connsiteX37" fmla="*/ 1319141 w 1377328"/>
                <a:gd name="connsiteY37" fmla="*/ 842496 h 1531935"/>
                <a:gd name="connsiteX38" fmla="*/ 1311693 w 1377328"/>
                <a:gd name="connsiteY38" fmla="*/ 809691 h 1531935"/>
                <a:gd name="connsiteX39" fmla="*/ 1297203 w 1377328"/>
                <a:gd name="connsiteY39" fmla="*/ 799891 h 1531935"/>
                <a:gd name="connsiteX40" fmla="*/ 1283375 w 1377328"/>
                <a:gd name="connsiteY40" fmla="*/ 780928 h 1531935"/>
                <a:gd name="connsiteX41" fmla="*/ 1263534 w 1377328"/>
                <a:gd name="connsiteY41" fmla="*/ 781576 h 1531935"/>
                <a:gd name="connsiteX42" fmla="*/ 1252972 w 1377328"/>
                <a:gd name="connsiteY42" fmla="*/ 775056 h 1531935"/>
                <a:gd name="connsiteX43" fmla="*/ 1235737 w 1377328"/>
                <a:gd name="connsiteY43" fmla="*/ 763159 h 1531935"/>
                <a:gd name="connsiteX44" fmla="*/ 1219557 w 1377328"/>
                <a:gd name="connsiteY44" fmla="*/ 757655 h 1531935"/>
                <a:gd name="connsiteX45" fmla="*/ 1187972 w 1377328"/>
                <a:gd name="connsiteY45" fmla="*/ 767341 h 1531935"/>
                <a:gd name="connsiteX46" fmla="*/ 1165793 w 1377328"/>
                <a:gd name="connsiteY46" fmla="*/ 765243 h 1531935"/>
                <a:gd name="connsiteX47" fmla="*/ 1149269 w 1377328"/>
                <a:gd name="connsiteY47" fmla="*/ 774916 h 1531935"/>
                <a:gd name="connsiteX48" fmla="*/ 1136216 w 1377328"/>
                <a:gd name="connsiteY48" fmla="*/ 765904 h 1531935"/>
                <a:gd name="connsiteX49" fmla="*/ 1152917 w 1377328"/>
                <a:gd name="connsiteY49" fmla="*/ 740153 h 1531935"/>
                <a:gd name="connsiteX50" fmla="*/ 1182545 w 1377328"/>
                <a:gd name="connsiteY50" fmla="*/ 719118 h 1531935"/>
                <a:gd name="connsiteX51" fmla="*/ 1192077 w 1377328"/>
                <a:gd name="connsiteY51" fmla="*/ 704082 h 1531935"/>
                <a:gd name="connsiteX52" fmla="*/ 1199386 w 1377328"/>
                <a:gd name="connsiteY52" fmla="*/ 694282 h 1531935"/>
                <a:gd name="connsiteX53" fmla="*/ 1199894 w 1377328"/>
                <a:gd name="connsiteY53" fmla="*/ 673374 h 1531935"/>
                <a:gd name="connsiteX54" fmla="*/ 1206249 w 1377328"/>
                <a:gd name="connsiteY54" fmla="*/ 666841 h 1531935"/>
                <a:gd name="connsiteX55" fmla="*/ 835518 w 1377328"/>
                <a:gd name="connsiteY55" fmla="*/ 211472 h 1531935"/>
                <a:gd name="connsiteX56" fmla="*/ 829913 w 1377328"/>
                <a:gd name="connsiteY56" fmla="*/ 207164 h 1531935"/>
                <a:gd name="connsiteX57" fmla="*/ 825337 w 1377328"/>
                <a:gd name="connsiteY57" fmla="*/ 209706 h 1531935"/>
                <a:gd name="connsiteX58" fmla="*/ 825337 w 1377328"/>
                <a:gd name="connsiteY58" fmla="*/ 218730 h 1531935"/>
                <a:gd name="connsiteX59" fmla="*/ 828324 w 1377328"/>
                <a:gd name="connsiteY59" fmla="*/ 226165 h 1531935"/>
                <a:gd name="connsiteX60" fmla="*/ 823125 w 1377328"/>
                <a:gd name="connsiteY60" fmla="*/ 228529 h 1531935"/>
                <a:gd name="connsiteX61" fmla="*/ 822465 w 1377328"/>
                <a:gd name="connsiteY61" fmla="*/ 234020 h 1531935"/>
                <a:gd name="connsiteX62" fmla="*/ 839433 w 1377328"/>
                <a:gd name="connsiteY62" fmla="*/ 260165 h 1531935"/>
                <a:gd name="connsiteX63" fmla="*/ 844911 w 1377328"/>
                <a:gd name="connsiteY63" fmla="*/ 274146 h 1531935"/>
                <a:gd name="connsiteX64" fmla="*/ 850783 w 1377328"/>
                <a:gd name="connsiteY64" fmla="*/ 277680 h 1531935"/>
                <a:gd name="connsiteX65" fmla="*/ 851177 w 1377328"/>
                <a:gd name="connsiteY65" fmla="*/ 286043 h 1531935"/>
                <a:gd name="connsiteX66" fmla="*/ 865006 w 1377328"/>
                <a:gd name="connsiteY66" fmla="*/ 310752 h 1531935"/>
                <a:gd name="connsiteX67" fmla="*/ 872060 w 1377328"/>
                <a:gd name="connsiteY67" fmla="*/ 314285 h 1531935"/>
                <a:gd name="connsiteX68" fmla="*/ 875186 w 1377328"/>
                <a:gd name="connsiteY68" fmla="*/ 321606 h 1531935"/>
                <a:gd name="connsiteX69" fmla="*/ 881059 w 1377328"/>
                <a:gd name="connsiteY69" fmla="*/ 325648 h 1531935"/>
                <a:gd name="connsiteX70" fmla="*/ 884452 w 1377328"/>
                <a:gd name="connsiteY70" fmla="*/ 325000 h 1531935"/>
                <a:gd name="connsiteX71" fmla="*/ 883931 w 1377328"/>
                <a:gd name="connsiteY71" fmla="*/ 319115 h 1531935"/>
                <a:gd name="connsiteX72" fmla="*/ 888634 w 1377328"/>
                <a:gd name="connsiteY72" fmla="*/ 315988 h 1531935"/>
                <a:gd name="connsiteX73" fmla="*/ 890985 w 1377328"/>
                <a:gd name="connsiteY73" fmla="*/ 305655 h 1531935"/>
                <a:gd name="connsiteX74" fmla="*/ 888100 w 1377328"/>
                <a:gd name="connsiteY74" fmla="*/ 292945 h 1531935"/>
                <a:gd name="connsiteX75" fmla="*/ 881986 w 1377328"/>
                <a:gd name="connsiteY75" fmla="*/ 280133 h 1531935"/>
                <a:gd name="connsiteX76" fmla="*/ 875453 w 1377328"/>
                <a:gd name="connsiteY76" fmla="*/ 269024 h 1531935"/>
                <a:gd name="connsiteX77" fmla="*/ 864624 w 1377328"/>
                <a:gd name="connsiteY77" fmla="*/ 221831 h 1531935"/>
                <a:gd name="connsiteX78" fmla="*/ 857303 w 1377328"/>
                <a:gd name="connsiteY78" fmla="*/ 212032 h 1531935"/>
                <a:gd name="connsiteX79" fmla="*/ 846093 w 1377328"/>
                <a:gd name="connsiteY79" fmla="*/ 212565 h 1531935"/>
                <a:gd name="connsiteX80" fmla="*/ 663650 w 1377328"/>
                <a:gd name="connsiteY80" fmla="*/ 966802 h 1531935"/>
                <a:gd name="connsiteX81" fmla="*/ 639374 w 1377328"/>
                <a:gd name="connsiteY81" fmla="*/ 984062 h 1531935"/>
                <a:gd name="connsiteX82" fmla="*/ 669879 w 1377328"/>
                <a:gd name="connsiteY82" fmla="*/ 1038563 h 1531935"/>
                <a:gd name="connsiteX83" fmla="*/ 654207 w 1377328"/>
                <a:gd name="connsiteY83" fmla="*/ 1056472 h 1531935"/>
                <a:gd name="connsiteX84" fmla="*/ 608946 w 1377328"/>
                <a:gd name="connsiteY84" fmla="*/ 1090053 h 1531935"/>
                <a:gd name="connsiteX85" fmla="*/ 561677 w 1377328"/>
                <a:gd name="connsiteY85" fmla="*/ 1178541 h 1531935"/>
                <a:gd name="connsiteX86" fmla="*/ 544073 w 1377328"/>
                <a:gd name="connsiteY86" fmla="*/ 1171233 h 1531935"/>
                <a:gd name="connsiteX87" fmla="*/ 555830 w 1377328"/>
                <a:gd name="connsiteY87" fmla="*/ 1132530 h 1531935"/>
                <a:gd name="connsiteX88" fmla="*/ 527639 w 1377328"/>
                <a:gd name="connsiteY88" fmla="*/ 1121548 h 1531935"/>
                <a:gd name="connsiteX89" fmla="*/ 509616 w 1377328"/>
                <a:gd name="connsiteY89" fmla="*/ 1139203 h 1531935"/>
                <a:gd name="connsiteX90" fmla="*/ 477128 w 1377328"/>
                <a:gd name="connsiteY90" fmla="*/ 1170432 h 1531935"/>
                <a:gd name="connsiteX91" fmla="*/ 478819 w 1377328"/>
                <a:gd name="connsiteY91" fmla="*/ 1224425 h 1531935"/>
                <a:gd name="connsiteX92" fmla="*/ 470875 w 1377328"/>
                <a:gd name="connsiteY92" fmla="*/ 1269762 h 1531935"/>
                <a:gd name="connsiteX93" fmla="*/ 469413 w 1377328"/>
                <a:gd name="connsiteY93" fmla="*/ 1278405 h 1531935"/>
                <a:gd name="connsiteX94" fmla="*/ 427660 w 1377328"/>
                <a:gd name="connsiteY94" fmla="*/ 1339414 h 1531935"/>
                <a:gd name="connsiteX95" fmla="*/ 422182 w 1377328"/>
                <a:gd name="connsiteY95" fmla="*/ 1347256 h 1531935"/>
                <a:gd name="connsiteX96" fmla="*/ 450628 w 1377328"/>
                <a:gd name="connsiteY96" fmla="*/ 1399673 h 1531935"/>
                <a:gd name="connsiteX97" fmla="*/ 468117 w 1377328"/>
                <a:gd name="connsiteY97" fmla="*/ 1431944 h 1531935"/>
                <a:gd name="connsiteX98" fmla="*/ 464202 w 1377328"/>
                <a:gd name="connsiteY98" fmla="*/ 1439151 h 1531935"/>
                <a:gd name="connsiteX99" fmla="*/ 432897 w 1377328"/>
                <a:gd name="connsiteY99" fmla="*/ 1494695 h 1531935"/>
                <a:gd name="connsiteX100" fmla="*/ 379107 w 1377328"/>
                <a:gd name="connsiteY100" fmla="*/ 1489331 h 1531935"/>
                <a:gd name="connsiteX101" fmla="*/ 305655 w 1377328"/>
                <a:gd name="connsiteY101" fmla="*/ 1531935 h 1531935"/>
                <a:gd name="connsiteX102" fmla="*/ 259314 w 1377328"/>
                <a:gd name="connsiteY102" fmla="*/ 1495343 h 1531935"/>
                <a:gd name="connsiteX103" fmla="*/ 242701 w 1377328"/>
                <a:gd name="connsiteY103" fmla="*/ 1482302 h 1531935"/>
                <a:gd name="connsiteX104" fmla="*/ 241519 w 1377328"/>
                <a:gd name="connsiteY104" fmla="*/ 1474676 h 1531935"/>
                <a:gd name="connsiteX105" fmla="*/ 236168 w 1377328"/>
                <a:gd name="connsiteY105" fmla="*/ 1458725 h 1531935"/>
                <a:gd name="connsiteX106" fmla="*/ 178095 w 1377328"/>
                <a:gd name="connsiteY106" fmla="*/ 1409587 h 1531935"/>
                <a:gd name="connsiteX107" fmla="*/ 128767 w 1377328"/>
                <a:gd name="connsiteY107" fmla="*/ 1367745 h 1531935"/>
                <a:gd name="connsiteX108" fmla="*/ 69779 w 1377328"/>
                <a:gd name="connsiteY108" fmla="*/ 1317680 h 1531935"/>
                <a:gd name="connsiteX109" fmla="*/ 46278 w 1377328"/>
                <a:gd name="connsiteY109" fmla="*/ 1204559 h 1531935"/>
                <a:gd name="connsiteX110" fmla="*/ 75651 w 1377328"/>
                <a:gd name="connsiteY110" fmla="*/ 1191213 h 1531935"/>
                <a:gd name="connsiteX111" fmla="*/ 95886 w 1377328"/>
                <a:gd name="connsiteY111" fmla="*/ 1140766 h 1531935"/>
                <a:gd name="connsiteX112" fmla="*/ 63259 w 1377328"/>
                <a:gd name="connsiteY112" fmla="*/ 1116464 h 1531935"/>
                <a:gd name="connsiteX113" fmla="*/ 74596 w 1377328"/>
                <a:gd name="connsiteY113" fmla="*/ 1088235 h 1531935"/>
                <a:gd name="connsiteX114" fmla="*/ 160873 w 1377328"/>
                <a:gd name="connsiteY114" fmla="*/ 1056599 h 1531935"/>
                <a:gd name="connsiteX115" fmla="*/ 222594 w 1377328"/>
                <a:gd name="connsiteY115" fmla="*/ 950215 h 1531935"/>
                <a:gd name="connsiteX116" fmla="*/ 236041 w 1377328"/>
                <a:gd name="connsiteY116" fmla="*/ 917168 h 1531935"/>
                <a:gd name="connsiteX117" fmla="*/ 236562 w 1377328"/>
                <a:gd name="connsiteY117" fmla="*/ 840971 h 1531935"/>
                <a:gd name="connsiteX118" fmla="*/ 212540 w 1377328"/>
                <a:gd name="connsiteY118" fmla="*/ 844784 h 1531935"/>
                <a:gd name="connsiteX119" fmla="*/ 168436 w 1377328"/>
                <a:gd name="connsiteY119" fmla="*/ 831336 h 1531935"/>
                <a:gd name="connsiteX120" fmla="*/ 132148 w 1377328"/>
                <a:gd name="connsiteY120" fmla="*/ 843360 h 1531935"/>
                <a:gd name="connsiteX121" fmla="*/ 112447 w 1377328"/>
                <a:gd name="connsiteY121" fmla="*/ 772107 h 1531935"/>
                <a:gd name="connsiteX122" fmla="*/ 63132 w 1377328"/>
                <a:gd name="connsiteY122" fmla="*/ 713297 h 1531935"/>
                <a:gd name="connsiteX123" fmla="*/ 85184 w 1377328"/>
                <a:gd name="connsiteY123" fmla="*/ 627160 h 1531935"/>
                <a:gd name="connsiteX124" fmla="*/ 71470 w 1377328"/>
                <a:gd name="connsiteY124" fmla="*/ 621554 h 1531935"/>
                <a:gd name="connsiteX125" fmla="*/ 76554 w 1377328"/>
                <a:gd name="connsiteY125" fmla="*/ 593706 h 1531935"/>
                <a:gd name="connsiteX126" fmla="*/ 60030 w 1377328"/>
                <a:gd name="connsiteY126" fmla="*/ 514382 h 1531935"/>
                <a:gd name="connsiteX127" fmla="*/ 73211 w 1377328"/>
                <a:gd name="connsiteY127" fmla="*/ 491758 h 1531935"/>
                <a:gd name="connsiteX128" fmla="*/ 98390 w 1377328"/>
                <a:gd name="connsiteY128" fmla="*/ 479048 h 1531935"/>
                <a:gd name="connsiteX129" fmla="*/ 90052 w 1377328"/>
                <a:gd name="connsiteY129" fmla="*/ 422602 h 1531935"/>
                <a:gd name="connsiteX130" fmla="*/ 79223 w 1377328"/>
                <a:gd name="connsiteY130" fmla="*/ 368100 h 1531935"/>
                <a:gd name="connsiteX131" fmla="*/ 87306 w 1377328"/>
                <a:gd name="connsiteY131" fmla="*/ 336859 h 1531935"/>
                <a:gd name="connsiteX132" fmla="*/ 43189 w 1377328"/>
                <a:gd name="connsiteY132" fmla="*/ 268223 h 1531935"/>
                <a:gd name="connsiteX133" fmla="*/ 38499 w 1377328"/>
                <a:gd name="connsiteY133" fmla="*/ 271744 h 1531935"/>
                <a:gd name="connsiteX134" fmla="*/ 16447 w 1377328"/>
                <a:gd name="connsiteY134" fmla="*/ 213455 h 1531935"/>
                <a:gd name="connsiteX135" fmla="*/ 0 w 1377328"/>
                <a:gd name="connsiteY135" fmla="*/ 197771 h 1531935"/>
                <a:gd name="connsiteX136" fmla="*/ 521 w 1377328"/>
                <a:gd name="connsiteY136" fmla="*/ 162996 h 1531935"/>
                <a:gd name="connsiteX137" fmla="*/ 113794 w 1377328"/>
                <a:gd name="connsiteY137" fmla="*/ 138707 h 1531935"/>
                <a:gd name="connsiteX138" fmla="*/ 169783 w 1377328"/>
                <a:gd name="connsiteY138" fmla="*/ 152942 h 1531935"/>
                <a:gd name="connsiteX139" fmla="*/ 192483 w 1377328"/>
                <a:gd name="connsiteY139" fmla="*/ 158306 h 1531935"/>
                <a:gd name="connsiteX140" fmla="*/ 248726 w 1377328"/>
                <a:gd name="connsiteY140" fmla="*/ 102482 h 1531935"/>
                <a:gd name="connsiteX141" fmla="*/ 226293 w 1377328"/>
                <a:gd name="connsiteY141" fmla="*/ 42223 h 1531935"/>
                <a:gd name="connsiteX142" fmla="*/ 321810 w 1377328"/>
                <a:gd name="connsiteY142" fmla="*/ 26679 h 1531935"/>
                <a:gd name="connsiteX143" fmla="*/ 336681 w 1377328"/>
                <a:gd name="connsiteY143" fmla="*/ 52175 h 1531935"/>
                <a:gd name="connsiteX144" fmla="*/ 355085 w 1377328"/>
                <a:gd name="connsiteY144" fmla="*/ 78968 h 1531935"/>
                <a:gd name="connsiteX145" fmla="*/ 359394 w 1377328"/>
                <a:gd name="connsiteY145" fmla="*/ 132351 h 1531935"/>
                <a:gd name="connsiteX146" fmla="*/ 455305 w 1377328"/>
                <a:gd name="connsiteY146" fmla="*/ 124395 h 1531935"/>
                <a:gd name="connsiteX147" fmla="*/ 441743 w 1377328"/>
                <a:gd name="connsiteY147" fmla="*/ 108050 h 1531935"/>
                <a:gd name="connsiteX148" fmla="*/ 441997 w 1377328"/>
                <a:gd name="connsiteY148" fmla="*/ 97983 h 1531935"/>
                <a:gd name="connsiteX149" fmla="*/ 474370 w 1377328"/>
                <a:gd name="connsiteY149" fmla="*/ 99013 h 1531935"/>
                <a:gd name="connsiteX150" fmla="*/ 505828 w 1377328"/>
                <a:gd name="connsiteY150" fmla="*/ 75372 h 1531935"/>
                <a:gd name="connsiteX151" fmla="*/ 530092 w 1377328"/>
                <a:gd name="connsiteY151" fmla="*/ 86086 h 1531935"/>
                <a:gd name="connsiteX152" fmla="*/ 542497 w 1377328"/>
                <a:gd name="connsiteY152" fmla="*/ 116934 h 1531935"/>
                <a:gd name="connsiteX153" fmla="*/ 548369 w 1377328"/>
                <a:gd name="connsiteY153" fmla="*/ 129746 h 1531935"/>
                <a:gd name="connsiteX154" fmla="*/ 579420 w 1377328"/>
                <a:gd name="connsiteY154" fmla="*/ 138884 h 1531935"/>
                <a:gd name="connsiteX155" fmla="*/ 590656 w 1377328"/>
                <a:gd name="connsiteY155" fmla="*/ 132606 h 1531935"/>
                <a:gd name="connsiteX156" fmla="*/ 616610 w 1377328"/>
                <a:gd name="connsiteY156" fmla="*/ 120988 h 1531935"/>
                <a:gd name="connsiteX157" fmla="*/ 681343 w 1377328"/>
                <a:gd name="connsiteY157" fmla="*/ 102152 h 1531935"/>
                <a:gd name="connsiteX158" fmla="*/ 691003 w 1377328"/>
                <a:gd name="connsiteY158" fmla="*/ 110274 h 1531935"/>
                <a:gd name="connsiteX159" fmla="*/ 692172 w 1377328"/>
                <a:gd name="connsiteY159" fmla="*/ 125526 h 1531935"/>
                <a:gd name="connsiteX160" fmla="*/ 643632 w 1377328"/>
                <a:gd name="connsiteY160" fmla="*/ 144210 h 1531935"/>
                <a:gd name="connsiteX161" fmla="*/ 665684 w 1377328"/>
                <a:gd name="connsiteY161" fmla="*/ 166834 h 1531935"/>
                <a:gd name="connsiteX162" fmla="*/ 679513 w 1377328"/>
                <a:gd name="connsiteY162" fmla="*/ 185391 h 1531935"/>
                <a:gd name="connsiteX163" fmla="*/ 685004 w 1377328"/>
                <a:gd name="connsiteY163" fmla="*/ 196093 h 1531935"/>
                <a:gd name="connsiteX164" fmla="*/ 741361 w 1377328"/>
                <a:gd name="connsiteY164" fmla="*/ 183383 h 1531935"/>
                <a:gd name="connsiteX165" fmla="*/ 748682 w 1377328"/>
                <a:gd name="connsiteY165" fmla="*/ 119336 h 1531935"/>
                <a:gd name="connsiteX166" fmla="*/ 772691 w 1377328"/>
                <a:gd name="connsiteY166" fmla="*/ 104707 h 1531935"/>
                <a:gd name="connsiteX167" fmla="*/ 782224 w 1377328"/>
                <a:gd name="connsiteY167" fmla="*/ 123518 h 1531935"/>
                <a:gd name="connsiteX168" fmla="*/ 788579 w 1377328"/>
                <a:gd name="connsiteY168" fmla="*/ 122857 h 1531935"/>
                <a:gd name="connsiteX169" fmla="*/ 794185 w 1377328"/>
                <a:gd name="connsiteY169" fmla="*/ 117519 h 1531935"/>
                <a:gd name="connsiteX170" fmla="*/ 793803 w 1377328"/>
                <a:gd name="connsiteY170" fmla="*/ 111888 h 1531935"/>
                <a:gd name="connsiteX171" fmla="*/ 787918 w 1377328"/>
                <a:gd name="connsiteY171" fmla="*/ 104707 h 1531935"/>
                <a:gd name="connsiteX172" fmla="*/ 793002 w 1377328"/>
                <a:gd name="connsiteY172" fmla="*/ 90179 h 1531935"/>
                <a:gd name="connsiteX173" fmla="*/ 800044 w 1377328"/>
                <a:gd name="connsiteY173" fmla="*/ 75816 h 1531935"/>
                <a:gd name="connsiteX174" fmla="*/ 798989 w 1377328"/>
                <a:gd name="connsiteY174" fmla="*/ 64962 h 1531935"/>
                <a:gd name="connsiteX175" fmla="*/ 789202 w 1377328"/>
                <a:gd name="connsiteY175" fmla="*/ 43011 h 1531935"/>
                <a:gd name="connsiteX176" fmla="*/ 817533 w 1377328"/>
                <a:gd name="connsiteY176" fmla="*/ 44054 h 1531935"/>
                <a:gd name="connsiteX177" fmla="*/ 850160 w 1377328"/>
                <a:gd name="connsiteY177" fmla="*/ 0 h 1531935"/>
                <a:gd name="connsiteX178" fmla="*/ 930031 w 1377328"/>
                <a:gd name="connsiteY178" fmla="*/ 44054 h 1531935"/>
                <a:gd name="connsiteX179" fmla="*/ 933285 w 1377328"/>
                <a:gd name="connsiteY179" fmla="*/ 93445 h 1531935"/>
                <a:gd name="connsiteX180" fmla="*/ 948169 w 1377328"/>
                <a:gd name="connsiteY180" fmla="*/ 106524 h 1531935"/>
                <a:gd name="connsiteX181" fmla="*/ 957167 w 1377328"/>
                <a:gd name="connsiteY181" fmla="*/ 123912 h 1531935"/>
                <a:gd name="connsiteX182" fmla="*/ 965658 w 1377328"/>
                <a:gd name="connsiteY182" fmla="*/ 139990 h 1531935"/>
                <a:gd name="connsiteX183" fmla="*/ 967209 w 1377328"/>
                <a:gd name="connsiteY183" fmla="*/ 166796 h 1531935"/>
                <a:gd name="connsiteX184" fmla="*/ 973741 w 1377328"/>
                <a:gd name="connsiteY184" fmla="*/ 188480 h 1531935"/>
                <a:gd name="connsiteX185" fmla="*/ 988485 w 1377328"/>
                <a:gd name="connsiteY185" fmla="*/ 217497 h 1531935"/>
                <a:gd name="connsiteX186" fmla="*/ 992146 w 1377328"/>
                <a:gd name="connsiteY186" fmla="*/ 225987 h 1531935"/>
                <a:gd name="connsiteX187" fmla="*/ 997878 w 1377328"/>
                <a:gd name="connsiteY187" fmla="*/ 250963 h 1531935"/>
                <a:gd name="connsiteX188" fmla="*/ 1017198 w 1377328"/>
                <a:gd name="connsiteY188" fmla="*/ 304537 h 1531935"/>
                <a:gd name="connsiteX189" fmla="*/ 1034687 w 1377328"/>
                <a:gd name="connsiteY189" fmla="*/ 364274 h 1531935"/>
                <a:gd name="connsiteX190" fmla="*/ 1056472 w 1377328"/>
                <a:gd name="connsiteY190" fmla="*/ 386479 h 1531935"/>
                <a:gd name="connsiteX191" fmla="*/ 1056727 w 1377328"/>
                <a:gd name="connsiteY191" fmla="*/ 396825 h 1531935"/>
                <a:gd name="connsiteX192" fmla="*/ 1064963 w 1377328"/>
                <a:gd name="connsiteY192" fmla="*/ 418522 h 1531935"/>
                <a:gd name="connsiteX193" fmla="*/ 1090675 w 1377328"/>
                <a:gd name="connsiteY193" fmla="*/ 426885 h 1531935"/>
                <a:gd name="connsiteX194" fmla="*/ 1152803 w 1377328"/>
                <a:gd name="connsiteY194" fmla="*/ 442823 h 1531935"/>
                <a:gd name="connsiteX195" fmla="*/ 1166784 w 1377328"/>
                <a:gd name="connsiteY195" fmla="*/ 433418 h 1531935"/>
                <a:gd name="connsiteX196" fmla="*/ 1176952 w 1377328"/>
                <a:gd name="connsiteY196" fmla="*/ 460872 h 1531935"/>
                <a:gd name="connsiteX197" fmla="*/ 1173686 w 1377328"/>
                <a:gd name="connsiteY197" fmla="*/ 481208 h 1531935"/>
                <a:gd name="connsiteX198" fmla="*/ 1183727 w 1377328"/>
                <a:gd name="connsiteY198" fmla="*/ 486445 h 1531935"/>
                <a:gd name="connsiteX199" fmla="*/ 1242448 w 1377328"/>
                <a:gd name="connsiteY199" fmla="*/ 461025 h 1531935"/>
                <a:gd name="connsiteX200" fmla="*/ 1254332 w 1377328"/>
                <a:gd name="connsiteY200" fmla="*/ 499155 h 1531935"/>
                <a:gd name="connsiteX201" fmla="*/ 1279511 w 1377328"/>
                <a:gd name="connsiteY201" fmla="*/ 496613 h 1531935"/>
                <a:gd name="connsiteX202" fmla="*/ 1292958 w 1377328"/>
                <a:gd name="connsiteY202" fmla="*/ 507328 h 1531935"/>
                <a:gd name="connsiteX203" fmla="*/ 1312138 w 1377328"/>
                <a:gd name="connsiteY203" fmla="*/ 505370 h 1531935"/>
                <a:gd name="connsiteX204" fmla="*/ 1321544 w 1377328"/>
                <a:gd name="connsiteY204" fmla="*/ 509412 h 1531935"/>
                <a:gd name="connsiteX205" fmla="*/ 1322586 w 1377328"/>
                <a:gd name="connsiteY205" fmla="*/ 517127 h 1531935"/>
                <a:gd name="connsiteX206" fmla="*/ 1318938 w 1377328"/>
                <a:gd name="connsiteY206" fmla="*/ 523406 h 1531935"/>
                <a:gd name="connsiteX207" fmla="*/ 1308999 w 1377328"/>
                <a:gd name="connsiteY207" fmla="*/ 531388 h 1531935"/>
                <a:gd name="connsiteX208" fmla="*/ 1298437 w 1377328"/>
                <a:gd name="connsiteY208" fmla="*/ 534261 h 1531935"/>
                <a:gd name="connsiteX209" fmla="*/ 1287620 w 1377328"/>
                <a:gd name="connsiteY209" fmla="*/ 520394 h 1531935"/>
                <a:gd name="connsiteX210" fmla="*/ 1247430 w 1377328"/>
                <a:gd name="connsiteY210" fmla="*/ 522237 h 1531935"/>
                <a:gd name="connsiteX211" fmla="*/ 1185570 w 1377328"/>
                <a:gd name="connsiteY211" fmla="*/ 548369 h 1531935"/>
                <a:gd name="connsiteX212" fmla="*/ 1158421 w 1377328"/>
                <a:gd name="connsiteY212" fmla="*/ 615949 h 1531935"/>
                <a:gd name="connsiteX213" fmla="*/ 1122527 w 1377328"/>
                <a:gd name="connsiteY213" fmla="*/ 642336 h 1531935"/>
                <a:gd name="connsiteX214" fmla="*/ 1123176 w 1377328"/>
                <a:gd name="connsiteY214" fmla="*/ 649962 h 1531935"/>
                <a:gd name="connsiteX215" fmla="*/ 1146549 w 1377328"/>
                <a:gd name="connsiteY215" fmla="*/ 675852 h 1531935"/>
                <a:gd name="connsiteX216" fmla="*/ 1138453 w 1377328"/>
                <a:gd name="connsiteY216" fmla="*/ 689312 h 1531935"/>
                <a:gd name="connsiteX217" fmla="*/ 1124472 w 1377328"/>
                <a:gd name="connsiteY217" fmla="*/ 700027 h 1531935"/>
                <a:gd name="connsiteX218" fmla="*/ 1082299 w 1377328"/>
                <a:gd name="connsiteY218" fmla="*/ 744894 h 1531935"/>
                <a:gd name="connsiteX219" fmla="*/ 1069754 w 1377328"/>
                <a:gd name="connsiteY219" fmla="*/ 754427 h 1531935"/>
                <a:gd name="connsiteX220" fmla="*/ 1053714 w 1377328"/>
                <a:gd name="connsiteY220" fmla="*/ 754173 h 1531935"/>
                <a:gd name="connsiteX221" fmla="*/ 1050969 w 1377328"/>
                <a:gd name="connsiteY221" fmla="*/ 739264 h 1531935"/>
                <a:gd name="connsiteX222" fmla="*/ 1030226 w 1377328"/>
                <a:gd name="connsiteY222" fmla="*/ 717440 h 1531935"/>
                <a:gd name="connsiteX223" fmla="*/ 1006216 w 1377328"/>
                <a:gd name="connsiteY223" fmla="*/ 692477 h 1531935"/>
                <a:gd name="connsiteX224" fmla="*/ 991205 w 1377328"/>
                <a:gd name="connsiteY224" fmla="*/ 693011 h 1531935"/>
                <a:gd name="connsiteX225" fmla="*/ 965912 w 1377328"/>
                <a:gd name="connsiteY225" fmla="*/ 694053 h 1531935"/>
                <a:gd name="connsiteX226" fmla="*/ 961476 w 1377328"/>
                <a:gd name="connsiteY226" fmla="*/ 699137 h 1531935"/>
                <a:gd name="connsiteX227" fmla="*/ 971530 w 1377328"/>
                <a:gd name="connsiteY227" fmla="*/ 706853 h 1531935"/>
                <a:gd name="connsiteX228" fmla="*/ 980669 w 1377328"/>
                <a:gd name="connsiteY228" fmla="*/ 714034 h 1531935"/>
                <a:gd name="connsiteX229" fmla="*/ 1002581 w 1377328"/>
                <a:gd name="connsiteY229" fmla="*/ 734561 h 1531935"/>
                <a:gd name="connsiteX230" fmla="*/ 1011847 w 1377328"/>
                <a:gd name="connsiteY230" fmla="*/ 748008 h 1531935"/>
                <a:gd name="connsiteX231" fmla="*/ 1021506 w 1377328"/>
                <a:gd name="connsiteY231" fmla="*/ 759130 h 1531935"/>
                <a:gd name="connsiteX232" fmla="*/ 1023337 w 1377328"/>
                <a:gd name="connsiteY232" fmla="*/ 766845 h 1531935"/>
                <a:gd name="connsiteX233" fmla="*/ 1016283 w 1377328"/>
                <a:gd name="connsiteY233" fmla="*/ 783965 h 1531935"/>
                <a:gd name="connsiteX234" fmla="*/ 1025688 w 1377328"/>
                <a:gd name="connsiteY234" fmla="*/ 817419 h 1531935"/>
                <a:gd name="connsiteX235" fmla="*/ 1029209 w 1377328"/>
                <a:gd name="connsiteY235" fmla="*/ 837679 h 1531935"/>
                <a:gd name="connsiteX236" fmla="*/ 1004678 w 1377328"/>
                <a:gd name="connsiteY236" fmla="*/ 852715 h 1531935"/>
                <a:gd name="connsiteX237" fmla="*/ 987316 w 1377328"/>
                <a:gd name="connsiteY237" fmla="*/ 843042 h 1531935"/>
                <a:gd name="connsiteX238" fmla="*/ 979893 w 1377328"/>
                <a:gd name="connsiteY238" fmla="*/ 821155 h 1531935"/>
                <a:gd name="connsiteX239" fmla="*/ 964476 w 1377328"/>
                <a:gd name="connsiteY239" fmla="*/ 825197 h 1531935"/>
                <a:gd name="connsiteX240" fmla="*/ 956252 w 1377328"/>
                <a:gd name="connsiteY240" fmla="*/ 832264 h 1531935"/>
                <a:gd name="connsiteX241" fmla="*/ 971657 w 1377328"/>
                <a:gd name="connsiteY241" fmla="*/ 859045 h 1531935"/>
                <a:gd name="connsiteX242" fmla="*/ 862031 w 1377328"/>
                <a:gd name="connsiteY242" fmla="*/ 867026 h 1531935"/>
                <a:gd name="connsiteX243" fmla="*/ 829811 w 1377328"/>
                <a:gd name="connsiteY243" fmla="*/ 897874 h 1531935"/>
                <a:gd name="connsiteX244" fmla="*/ 816618 w 1377328"/>
                <a:gd name="connsiteY244" fmla="*/ 880741 h 1531935"/>
                <a:gd name="connsiteX245" fmla="*/ 797044 w 1377328"/>
                <a:gd name="connsiteY245" fmla="*/ 878796 h 1531935"/>
                <a:gd name="connsiteX246" fmla="*/ 777204 w 1377328"/>
                <a:gd name="connsiteY246" fmla="*/ 913038 h 1531935"/>
                <a:gd name="connsiteX247" fmla="*/ 799256 w 1377328"/>
                <a:gd name="connsiteY247" fmla="*/ 936691 h 1531935"/>
                <a:gd name="connsiteX248" fmla="*/ 746152 w 1377328"/>
                <a:gd name="connsiteY248" fmla="*/ 955756 h 1531935"/>
                <a:gd name="connsiteX249" fmla="*/ 714581 w 1377328"/>
                <a:gd name="connsiteY249" fmla="*/ 941648 h 1531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377328" h="1531935">
                  <a:moveTo>
                    <a:pt x="682970" y="421509"/>
                  </a:moveTo>
                  <a:lnTo>
                    <a:pt x="643162" y="393546"/>
                  </a:lnTo>
                  <a:lnTo>
                    <a:pt x="621898" y="369397"/>
                  </a:lnTo>
                  <a:lnTo>
                    <a:pt x="598790" y="347166"/>
                  </a:lnTo>
                  <a:lnTo>
                    <a:pt x="582343" y="339070"/>
                  </a:lnTo>
                  <a:lnTo>
                    <a:pt x="575569" y="343760"/>
                  </a:lnTo>
                  <a:lnTo>
                    <a:pt x="582737" y="352784"/>
                  </a:lnTo>
                  <a:lnTo>
                    <a:pt x="576484" y="363766"/>
                  </a:lnTo>
                  <a:lnTo>
                    <a:pt x="576865" y="373693"/>
                  </a:lnTo>
                  <a:lnTo>
                    <a:pt x="580386" y="382984"/>
                  </a:lnTo>
                  <a:lnTo>
                    <a:pt x="577907" y="396444"/>
                  </a:lnTo>
                  <a:lnTo>
                    <a:pt x="581428" y="409243"/>
                  </a:lnTo>
                  <a:lnTo>
                    <a:pt x="592791" y="421407"/>
                  </a:lnTo>
                  <a:lnTo>
                    <a:pt x="627643" y="459703"/>
                  </a:lnTo>
                  <a:lnTo>
                    <a:pt x="674670" y="491974"/>
                  </a:lnTo>
                  <a:lnTo>
                    <a:pt x="692554" y="504544"/>
                  </a:lnTo>
                  <a:lnTo>
                    <a:pt x="702722" y="503362"/>
                  </a:lnTo>
                  <a:lnTo>
                    <a:pt x="713424" y="486623"/>
                  </a:lnTo>
                  <a:lnTo>
                    <a:pt x="719296" y="476302"/>
                  </a:lnTo>
                  <a:lnTo>
                    <a:pt x="717732" y="460885"/>
                  </a:lnTo>
                  <a:lnTo>
                    <a:pt x="703243" y="437612"/>
                  </a:lnTo>
                  <a:close/>
                  <a:moveTo>
                    <a:pt x="1115575" y="842763"/>
                  </a:moveTo>
                  <a:lnTo>
                    <a:pt x="1135415" y="839369"/>
                  </a:lnTo>
                  <a:lnTo>
                    <a:pt x="1193997" y="844453"/>
                  </a:lnTo>
                  <a:lnTo>
                    <a:pt x="1204444" y="844707"/>
                  </a:lnTo>
                  <a:lnTo>
                    <a:pt x="1201178" y="863404"/>
                  </a:lnTo>
                  <a:lnTo>
                    <a:pt x="1117786" y="866289"/>
                  </a:lnTo>
                  <a:close/>
                  <a:moveTo>
                    <a:pt x="1206275" y="656914"/>
                  </a:moveTo>
                  <a:lnTo>
                    <a:pt x="1271097" y="701209"/>
                  </a:lnTo>
                  <a:lnTo>
                    <a:pt x="1276969" y="706293"/>
                  </a:lnTo>
                  <a:lnTo>
                    <a:pt x="1298373" y="722117"/>
                  </a:lnTo>
                  <a:lnTo>
                    <a:pt x="1377329" y="785109"/>
                  </a:lnTo>
                  <a:lnTo>
                    <a:pt x="1368978" y="836484"/>
                  </a:lnTo>
                  <a:lnTo>
                    <a:pt x="1311693" y="869022"/>
                  </a:lnTo>
                  <a:lnTo>
                    <a:pt x="1302033" y="867586"/>
                  </a:lnTo>
                  <a:lnTo>
                    <a:pt x="1297725" y="861307"/>
                  </a:lnTo>
                  <a:lnTo>
                    <a:pt x="1302287" y="852956"/>
                  </a:lnTo>
                  <a:lnTo>
                    <a:pt x="1319141" y="842496"/>
                  </a:lnTo>
                  <a:lnTo>
                    <a:pt x="1311693" y="809691"/>
                  </a:lnTo>
                  <a:lnTo>
                    <a:pt x="1297203" y="799891"/>
                  </a:lnTo>
                  <a:lnTo>
                    <a:pt x="1283375" y="780928"/>
                  </a:lnTo>
                  <a:lnTo>
                    <a:pt x="1263534" y="781576"/>
                  </a:lnTo>
                  <a:lnTo>
                    <a:pt x="1252972" y="775056"/>
                  </a:lnTo>
                  <a:lnTo>
                    <a:pt x="1235737" y="763159"/>
                  </a:lnTo>
                  <a:lnTo>
                    <a:pt x="1219557" y="757655"/>
                  </a:lnTo>
                  <a:lnTo>
                    <a:pt x="1187972" y="767341"/>
                  </a:lnTo>
                  <a:lnTo>
                    <a:pt x="1165793" y="765243"/>
                  </a:lnTo>
                  <a:lnTo>
                    <a:pt x="1149269" y="774916"/>
                  </a:lnTo>
                  <a:lnTo>
                    <a:pt x="1136216" y="765904"/>
                  </a:lnTo>
                  <a:lnTo>
                    <a:pt x="1152917" y="740153"/>
                  </a:lnTo>
                  <a:lnTo>
                    <a:pt x="1182545" y="719118"/>
                  </a:lnTo>
                  <a:lnTo>
                    <a:pt x="1192077" y="704082"/>
                  </a:lnTo>
                  <a:lnTo>
                    <a:pt x="1199386" y="694282"/>
                  </a:lnTo>
                  <a:lnTo>
                    <a:pt x="1199894" y="673374"/>
                  </a:lnTo>
                  <a:lnTo>
                    <a:pt x="1206249" y="666841"/>
                  </a:lnTo>
                  <a:close/>
                  <a:moveTo>
                    <a:pt x="835518" y="211472"/>
                  </a:moveTo>
                  <a:lnTo>
                    <a:pt x="829913" y="207164"/>
                  </a:lnTo>
                  <a:lnTo>
                    <a:pt x="825337" y="209706"/>
                  </a:lnTo>
                  <a:lnTo>
                    <a:pt x="825337" y="218730"/>
                  </a:lnTo>
                  <a:lnTo>
                    <a:pt x="828324" y="226165"/>
                  </a:lnTo>
                  <a:lnTo>
                    <a:pt x="823125" y="228529"/>
                  </a:lnTo>
                  <a:lnTo>
                    <a:pt x="822465" y="234020"/>
                  </a:lnTo>
                  <a:lnTo>
                    <a:pt x="839433" y="260165"/>
                  </a:lnTo>
                  <a:lnTo>
                    <a:pt x="844911" y="274146"/>
                  </a:lnTo>
                  <a:lnTo>
                    <a:pt x="850783" y="277680"/>
                  </a:lnTo>
                  <a:lnTo>
                    <a:pt x="851177" y="286043"/>
                  </a:lnTo>
                  <a:lnTo>
                    <a:pt x="865006" y="310752"/>
                  </a:lnTo>
                  <a:lnTo>
                    <a:pt x="872060" y="314285"/>
                  </a:lnTo>
                  <a:lnTo>
                    <a:pt x="875186" y="321606"/>
                  </a:lnTo>
                  <a:lnTo>
                    <a:pt x="881059" y="325648"/>
                  </a:lnTo>
                  <a:lnTo>
                    <a:pt x="884452" y="325000"/>
                  </a:lnTo>
                  <a:lnTo>
                    <a:pt x="883931" y="319115"/>
                  </a:lnTo>
                  <a:lnTo>
                    <a:pt x="888634" y="315988"/>
                  </a:lnTo>
                  <a:lnTo>
                    <a:pt x="890985" y="305655"/>
                  </a:lnTo>
                  <a:lnTo>
                    <a:pt x="888100" y="292945"/>
                  </a:lnTo>
                  <a:lnTo>
                    <a:pt x="881986" y="280133"/>
                  </a:lnTo>
                  <a:lnTo>
                    <a:pt x="875453" y="269024"/>
                  </a:lnTo>
                  <a:lnTo>
                    <a:pt x="864624" y="221831"/>
                  </a:lnTo>
                  <a:lnTo>
                    <a:pt x="857303" y="212032"/>
                  </a:lnTo>
                  <a:lnTo>
                    <a:pt x="846093" y="212565"/>
                  </a:lnTo>
                  <a:close/>
                  <a:moveTo>
                    <a:pt x="663650" y="966802"/>
                  </a:moveTo>
                  <a:lnTo>
                    <a:pt x="639374" y="984062"/>
                  </a:lnTo>
                  <a:lnTo>
                    <a:pt x="669879" y="1038563"/>
                  </a:lnTo>
                  <a:lnTo>
                    <a:pt x="654207" y="1056472"/>
                  </a:lnTo>
                  <a:lnTo>
                    <a:pt x="608946" y="1090053"/>
                  </a:lnTo>
                  <a:lnTo>
                    <a:pt x="561677" y="1178541"/>
                  </a:lnTo>
                  <a:lnTo>
                    <a:pt x="544073" y="1171233"/>
                  </a:lnTo>
                  <a:lnTo>
                    <a:pt x="555830" y="1132530"/>
                  </a:lnTo>
                  <a:lnTo>
                    <a:pt x="527639" y="1121548"/>
                  </a:lnTo>
                  <a:lnTo>
                    <a:pt x="509616" y="1139203"/>
                  </a:lnTo>
                  <a:lnTo>
                    <a:pt x="477128" y="1170432"/>
                  </a:lnTo>
                  <a:lnTo>
                    <a:pt x="478819" y="1224425"/>
                  </a:lnTo>
                  <a:lnTo>
                    <a:pt x="470875" y="1269762"/>
                  </a:lnTo>
                  <a:lnTo>
                    <a:pt x="469413" y="1278405"/>
                  </a:lnTo>
                  <a:lnTo>
                    <a:pt x="427660" y="1339414"/>
                  </a:lnTo>
                  <a:lnTo>
                    <a:pt x="422182" y="1347256"/>
                  </a:lnTo>
                  <a:lnTo>
                    <a:pt x="450628" y="1399673"/>
                  </a:lnTo>
                  <a:lnTo>
                    <a:pt x="468117" y="1431944"/>
                  </a:lnTo>
                  <a:lnTo>
                    <a:pt x="464202" y="1439151"/>
                  </a:lnTo>
                  <a:lnTo>
                    <a:pt x="432897" y="1494695"/>
                  </a:lnTo>
                  <a:lnTo>
                    <a:pt x="379107" y="1489331"/>
                  </a:lnTo>
                  <a:lnTo>
                    <a:pt x="305655" y="1531935"/>
                  </a:lnTo>
                  <a:lnTo>
                    <a:pt x="259314" y="1495343"/>
                  </a:lnTo>
                  <a:lnTo>
                    <a:pt x="242701" y="1482302"/>
                  </a:lnTo>
                  <a:lnTo>
                    <a:pt x="241519" y="1474676"/>
                  </a:lnTo>
                  <a:lnTo>
                    <a:pt x="236168" y="1458725"/>
                  </a:lnTo>
                  <a:lnTo>
                    <a:pt x="178095" y="1409587"/>
                  </a:lnTo>
                  <a:lnTo>
                    <a:pt x="128767" y="1367745"/>
                  </a:lnTo>
                  <a:lnTo>
                    <a:pt x="69779" y="1317680"/>
                  </a:lnTo>
                  <a:lnTo>
                    <a:pt x="46278" y="1204559"/>
                  </a:lnTo>
                  <a:lnTo>
                    <a:pt x="75651" y="1191213"/>
                  </a:lnTo>
                  <a:lnTo>
                    <a:pt x="95886" y="1140766"/>
                  </a:lnTo>
                  <a:lnTo>
                    <a:pt x="63259" y="1116464"/>
                  </a:lnTo>
                  <a:lnTo>
                    <a:pt x="74596" y="1088235"/>
                  </a:lnTo>
                  <a:lnTo>
                    <a:pt x="160873" y="1056599"/>
                  </a:lnTo>
                  <a:lnTo>
                    <a:pt x="222594" y="950215"/>
                  </a:lnTo>
                  <a:lnTo>
                    <a:pt x="236041" y="917168"/>
                  </a:lnTo>
                  <a:lnTo>
                    <a:pt x="236562" y="840971"/>
                  </a:lnTo>
                  <a:lnTo>
                    <a:pt x="212540" y="844784"/>
                  </a:lnTo>
                  <a:lnTo>
                    <a:pt x="168436" y="831336"/>
                  </a:lnTo>
                  <a:lnTo>
                    <a:pt x="132148" y="843360"/>
                  </a:lnTo>
                  <a:lnTo>
                    <a:pt x="112447" y="772107"/>
                  </a:lnTo>
                  <a:lnTo>
                    <a:pt x="63132" y="713297"/>
                  </a:lnTo>
                  <a:lnTo>
                    <a:pt x="85184" y="627160"/>
                  </a:lnTo>
                  <a:lnTo>
                    <a:pt x="71470" y="621554"/>
                  </a:lnTo>
                  <a:lnTo>
                    <a:pt x="76554" y="593706"/>
                  </a:lnTo>
                  <a:lnTo>
                    <a:pt x="60030" y="514382"/>
                  </a:lnTo>
                  <a:lnTo>
                    <a:pt x="73211" y="491758"/>
                  </a:lnTo>
                  <a:lnTo>
                    <a:pt x="98390" y="479048"/>
                  </a:lnTo>
                  <a:lnTo>
                    <a:pt x="90052" y="422602"/>
                  </a:lnTo>
                  <a:lnTo>
                    <a:pt x="79223" y="368100"/>
                  </a:lnTo>
                  <a:lnTo>
                    <a:pt x="87306" y="336859"/>
                  </a:lnTo>
                  <a:lnTo>
                    <a:pt x="43189" y="268223"/>
                  </a:lnTo>
                  <a:lnTo>
                    <a:pt x="38499" y="271744"/>
                  </a:lnTo>
                  <a:lnTo>
                    <a:pt x="16447" y="213455"/>
                  </a:lnTo>
                  <a:lnTo>
                    <a:pt x="0" y="197771"/>
                  </a:lnTo>
                  <a:lnTo>
                    <a:pt x="521" y="162996"/>
                  </a:lnTo>
                  <a:lnTo>
                    <a:pt x="113794" y="138707"/>
                  </a:lnTo>
                  <a:lnTo>
                    <a:pt x="169783" y="152942"/>
                  </a:lnTo>
                  <a:lnTo>
                    <a:pt x="192483" y="158306"/>
                  </a:lnTo>
                  <a:lnTo>
                    <a:pt x="248726" y="102482"/>
                  </a:lnTo>
                  <a:lnTo>
                    <a:pt x="226293" y="42223"/>
                  </a:lnTo>
                  <a:lnTo>
                    <a:pt x="321810" y="26679"/>
                  </a:lnTo>
                  <a:lnTo>
                    <a:pt x="336681" y="52175"/>
                  </a:lnTo>
                  <a:lnTo>
                    <a:pt x="355085" y="78968"/>
                  </a:lnTo>
                  <a:lnTo>
                    <a:pt x="359394" y="132351"/>
                  </a:lnTo>
                  <a:lnTo>
                    <a:pt x="455305" y="124395"/>
                  </a:lnTo>
                  <a:lnTo>
                    <a:pt x="441743" y="108050"/>
                  </a:lnTo>
                  <a:lnTo>
                    <a:pt x="441997" y="97983"/>
                  </a:lnTo>
                  <a:lnTo>
                    <a:pt x="474370" y="99013"/>
                  </a:lnTo>
                  <a:lnTo>
                    <a:pt x="505828" y="75372"/>
                  </a:lnTo>
                  <a:lnTo>
                    <a:pt x="530092" y="86086"/>
                  </a:lnTo>
                  <a:lnTo>
                    <a:pt x="542497" y="116934"/>
                  </a:lnTo>
                  <a:lnTo>
                    <a:pt x="548369" y="129746"/>
                  </a:lnTo>
                  <a:lnTo>
                    <a:pt x="579420" y="138884"/>
                  </a:lnTo>
                  <a:lnTo>
                    <a:pt x="590656" y="132606"/>
                  </a:lnTo>
                  <a:lnTo>
                    <a:pt x="616610" y="120988"/>
                  </a:lnTo>
                  <a:lnTo>
                    <a:pt x="681343" y="102152"/>
                  </a:lnTo>
                  <a:lnTo>
                    <a:pt x="691003" y="110274"/>
                  </a:lnTo>
                  <a:lnTo>
                    <a:pt x="692172" y="125526"/>
                  </a:lnTo>
                  <a:lnTo>
                    <a:pt x="643632" y="144210"/>
                  </a:lnTo>
                  <a:lnTo>
                    <a:pt x="665684" y="166834"/>
                  </a:lnTo>
                  <a:lnTo>
                    <a:pt x="679513" y="185391"/>
                  </a:lnTo>
                  <a:lnTo>
                    <a:pt x="685004" y="196093"/>
                  </a:lnTo>
                  <a:lnTo>
                    <a:pt x="741361" y="183383"/>
                  </a:lnTo>
                  <a:lnTo>
                    <a:pt x="748682" y="119336"/>
                  </a:lnTo>
                  <a:lnTo>
                    <a:pt x="772691" y="104707"/>
                  </a:lnTo>
                  <a:lnTo>
                    <a:pt x="782224" y="123518"/>
                  </a:lnTo>
                  <a:lnTo>
                    <a:pt x="788579" y="122857"/>
                  </a:lnTo>
                  <a:lnTo>
                    <a:pt x="794185" y="117519"/>
                  </a:lnTo>
                  <a:lnTo>
                    <a:pt x="793803" y="111888"/>
                  </a:lnTo>
                  <a:lnTo>
                    <a:pt x="787918" y="104707"/>
                  </a:lnTo>
                  <a:lnTo>
                    <a:pt x="793002" y="90179"/>
                  </a:lnTo>
                  <a:lnTo>
                    <a:pt x="800044" y="75816"/>
                  </a:lnTo>
                  <a:lnTo>
                    <a:pt x="798989" y="64962"/>
                  </a:lnTo>
                  <a:lnTo>
                    <a:pt x="789202" y="43011"/>
                  </a:lnTo>
                  <a:lnTo>
                    <a:pt x="817533" y="44054"/>
                  </a:lnTo>
                  <a:lnTo>
                    <a:pt x="850160" y="0"/>
                  </a:lnTo>
                  <a:lnTo>
                    <a:pt x="930031" y="44054"/>
                  </a:lnTo>
                  <a:lnTo>
                    <a:pt x="933285" y="93445"/>
                  </a:lnTo>
                  <a:lnTo>
                    <a:pt x="948169" y="106524"/>
                  </a:lnTo>
                  <a:lnTo>
                    <a:pt x="957167" y="123912"/>
                  </a:lnTo>
                  <a:lnTo>
                    <a:pt x="965658" y="139990"/>
                  </a:lnTo>
                  <a:lnTo>
                    <a:pt x="967209" y="166796"/>
                  </a:lnTo>
                  <a:lnTo>
                    <a:pt x="973741" y="188480"/>
                  </a:lnTo>
                  <a:lnTo>
                    <a:pt x="988485" y="217497"/>
                  </a:lnTo>
                  <a:lnTo>
                    <a:pt x="992146" y="225987"/>
                  </a:lnTo>
                  <a:lnTo>
                    <a:pt x="997878" y="250963"/>
                  </a:lnTo>
                  <a:lnTo>
                    <a:pt x="1017198" y="304537"/>
                  </a:lnTo>
                  <a:lnTo>
                    <a:pt x="1034687" y="364274"/>
                  </a:lnTo>
                  <a:lnTo>
                    <a:pt x="1056472" y="386479"/>
                  </a:lnTo>
                  <a:lnTo>
                    <a:pt x="1056727" y="396825"/>
                  </a:lnTo>
                  <a:lnTo>
                    <a:pt x="1064963" y="418522"/>
                  </a:lnTo>
                  <a:lnTo>
                    <a:pt x="1090675" y="426885"/>
                  </a:lnTo>
                  <a:lnTo>
                    <a:pt x="1152803" y="442823"/>
                  </a:lnTo>
                  <a:lnTo>
                    <a:pt x="1166784" y="433418"/>
                  </a:lnTo>
                  <a:lnTo>
                    <a:pt x="1176952" y="460872"/>
                  </a:lnTo>
                  <a:lnTo>
                    <a:pt x="1173686" y="481208"/>
                  </a:lnTo>
                  <a:lnTo>
                    <a:pt x="1183727" y="486445"/>
                  </a:lnTo>
                  <a:lnTo>
                    <a:pt x="1242448" y="461025"/>
                  </a:lnTo>
                  <a:lnTo>
                    <a:pt x="1254332" y="499155"/>
                  </a:lnTo>
                  <a:lnTo>
                    <a:pt x="1279511" y="496613"/>
                  </a:lnTo>
                  <a:lnTo>
                    <a:pt x="1292958" y="507328"/>
                  </a:lnTo>
                  <a:lnTo>
                    <a:pt x="1312138" y="505370"/>
                  </a:lnTo>
                  <a:lnTo>
                    <a:pt x="1321544" y="509412"/>
                  </a:lnTo>
                  <a:lnTo>
                    <a:pt x="1322586" y="517127"/>
                  </a:lnTo>
                  <a:lnTo>
                    <a:pt x="1318938" y="523406"/>
                  </a:lnTo>
                  <a:lnTo>
                    <a:pt x="1308999" y="531388"/>
                  </a:lnTo>
                  <a:lnTo>
                    <a:pt x="1298437" y="534261"/>
                  </a:lnTo>
                  <a:lnTo>
                    <a:pt x="1287620" y="520394"/>
                  </a:lnTo>
                  <a:lnTo>
                    <a:pt x="1247430" y="522237"/>
                  </a:lnTo>
                  <a:lnTo>
                    <a:pt x="1185570" y="548369"/>
                  </a:lnTo>
                  <a:lnTo>
                    <a:pt x="1158421" y="615949"/>
                  </a:lnTo>
                  <a:lnTo>
                    <a:pt x="1122527" y="642336"/>
                  </a:lnTo>
                  <a:lnTo>
                    <a:pt x="1123176" y="649962"/>
                  </a:lnTo>
                  <a:lnTo>
                    <a:pt x="1146549" y="675852"/>
                  </a:lnTo>
                  <a:lnTo>
                    <a:pt x="1138453" y="689312"/>
                  </a:lnTo>
                  <a:lnTo>
                    <a:pt x="1124472" y="700027"/>
                  </a:lnTo>
                  <a:lnTo>
                    <a:pt x="1082299" y="744894"/>
                  </a:lnTo>
                  <a:lnTo>
                    <a:pt x="1069754" y="754427"/>
                  </a:lnTo>
                  <a:lnTo>
                    <a:pt x="1053714" y="754173"/>
                  </a:lnTo>
                  <a:lnTo>
                    <a:pt x="1050969" y="739264"/>
                  </a:lnTo>
                  <a:lnTo>
                    <a:pt x="1030226" y="717440"/>
                  </a:lnTo>
                  <a:lnTo>
                    <a:pt x="1006216" y="692477"/>
                  </a:lnTo>
                  <a:lnTo>
                    <a:pt x="991205" y="693011"/>
                  </a:lnTo>
                  <a:lnTo>
                    <a:pt x="965912" y="694053"/>
                  </a:lnTo>
                  <a:lnTo>
                    <a:pt x="961476" y="699137"/>
                  </a:lnTo>
                  <a:lnTo>
                    <a:pt x="971530" y="706853"/>
                  </a:lnTo>
                  <a:lnTo>
                    <a:pt x="980669" y="714034"/>
                  </a:lnTo>
                  <a:lnTo>
                    <a:pt x="1002581" y="734561"/>
                  </a:lnTo>
                  <a:lnTo>
                    <a:pt x="1011847" y="748008"/>
                  </a:lnTo>
                  <a:lnTo>
                    <a:pt x="1021506" y="759130"/>
                  </a:lnTo>
                  <a:lnTo>
                    <a:pt x="1023337" y="766845"/>
                  </a:lnTo>
                  <a:lnTo>
                    <a:pt x="1016283" y="783965"/>
                  </a:lnTo>
                  <a:lnTo>
                    <a:pt x="1025688" y="817419"/>
                  </a:lnTo>
                  <a:lnTo>
                    <a:pt x="1029209" y="837679"/>
                  </a:lnTo>
                  <a:lnTo>
                    <a:pt x="1004678" y="852715"/>
                  </a:lnTo>
                  <a:lnTo>
                    <a:pt x="987316" y="843042"/>
                  </a:lnTo>
                  <a:lnTo>
                    <a:pt x="979893" y="821155"/>
                  </a:lnTo>
                  <a:lnTo>
                    <a:pt x="964476" y="825197"/>
                  </a:lnTo>
                  <a:lnTo>
                    <a:pt x="956252" y="832264"/>
                  </a:lnTo>
                  <a:lnTo>
                    <a:pt x="971657" y="859045"/>
                  </a:lnTo>
                  <a:lnTo>
                    <a:pt x="862031" y="867026"/>
                  </a:lnTo>
                  <a:lnTo>
                    <a:pt x="829811" y="897874"/>
                  </a:lnTo>
                  <a:lnTo>
                    <a:pt x="816618" y="880741"/>
                  </a:lnTo>
                  <a:lnTo>
                    <a:pt x="797044" y="878796"/>
                  </a:lnTo>
                  <a:lnTo>
                    <a:pt x="777204" y="913038"/>
                  </a:lnTo>
                  <a:lnTo>
                    <a:pt x="799256" y="936691"/>
                  </a:lnTo>
                  <a:lnTo>
                    <a:pt x="746152" y="955756"/>
                  </a:lnTo>
                  <a:lnTo>
                    <a:pt x="714581" y="941648"/>
                  </a:lnTo>
                  <a:close/>
                </a:path>
              </a:pathLst>
            </a:custGeom>
            <a:noFill/>
            <a:ln w="3810" cap="flat">
              <a:solidFill>
                <a:srgbClr val="E6E4E2"/>
              </a:solidFill>
              <a:prstDash val="solid"/>
              <a:miter/>
            </a:ln>
          </p:spPr>
          <p:txBody>
            <a:bodyPr rtlCol="0" anchor="ctr"/>
            <a:lstStyle/>
            <a:p>
              <a:endParaRPr lang="de-CH"/>
            </a:p>
          </p:txBody>
        </p:sp>
        <p:sp>
          <p:nvSpPr>
            <p:cNvPr id="17" name="Freihandform: Form 16">
              <a:extLst>
                <a:ext uri="{FF2B5EF4-FFF2-40B4-BE49-F238E27FC236}">
                  <a16:creationId xmlns:a16="http://schemas.microsoft.com/office/drawing/2014/main" id="{B479834C-319F-5BFE-D206-F56A7FE89E23}"/>
                </a:ext>
              </a:extLst>
            </p:cNvPr>
            <p:cNvSpPr/>
            <p:nvPr/>
          </p:nvSpPr>
          <p:spPr>
            <a:xfrm>
              <a:off x="6497701" y="2930443"/>
              <a:ext cx="1128437" cy="1375777"/>
            </a:xfrm>
            <a:custGeom>
              <a:avLst/>
              <a:gdLst>
                <a:gd name="connsiteX0" fmla="*/ 561422 w 1128437"/>
                <a:gd name="connsiteY0" fmla="*/ 925125 h 1375777"/>
                <a:gd name="connsiteX1" fmla="*/ 572252 w 1128437"/>
                <a:gd name="connsiteY1" fmla="*/ 962493 h 1375777"/>
                <a:gd name="connsiteX2" fmla="*/ 523965 w 1128437"/>
                <a:gd name="connsiteY2" fmla="*/ 1005771 h 1375777"/>
                <a:gd name="connsiteX3" fmla="*/ 518220 w 1128437"/>
                <a:gd name="connsiteY3" fmla="*/ 1048897 h 1375777"/>
                <a:gd name="connsiteX4" fmla="*/ 574730 w 1128437"/>
                <a:gd name="connsiteY4" fmla="*/ 1106398 h 1375777"/>
                <a:gd name="connsiteX5" fmla="*/ 575518 w 1128437"/>
                <a:gd name="connsiteY5" fmla="*/ 1212922 h 1375777"/>
                <a:gd name="connsiteX6" fmla="*/ 547200 w 1128437"/>
                <a:gd name="connsiteY6" fmla="*/ 1223776 h 1375777"/>
                <a:gd name="connsiteX7" fmla="*/ 499041 w 1128437"/>
                <a:gd name="connsiteY7" fmla="*/ 1262339 h 1375777"/>
                <a:gd name="connsiteX8" fmla="*/ 447361 w 1128437"/>
                <a:gd name="connsiteY8" fmla="*/ 1223128 h 1375777"/>
                <a:gd name="connsiteX9" fmla="*/ 397499 w 1128437"/>
                <a:gd name="connsiteY9" fmla="*/ 1239067 h 1375777"/>
                <a:gd name="connsiteX10" fmla="*/ 360576 w 1128437"/>
                <a:gd name="connsiteY10" fmla="*/ 1206008 h 1375777"/>
                <a:gd name="connsiteX11" fmla="*/ 283577 w 1128437"/>
                <a:gd name="connsiteY11" fmla="*/ 1192535 h 1375777"/>
                <a:gd name="connsiteX12" fmla="*/ 252908 w 1128437"/>
                <a:gd name="connsiteY12" fmla="*/ 1226522 h 1375777"/>
                <a:gd name="connsiteX13" fmla="*/ 243388 w 1128437"/>
                <a:gd name="connsiteY13" fmla="*/ 1299847 h 1375777"/>
                <a:gd name="connsiteX14" fmla="*/ 251217 w 1128437"/>
                <a:gd name="connsiteY14" fmla="*/ 1340888 h 1375777"/>
                <a:gd name="connsiteX15" fmla="*/ 180358 w 1128437"/>
                <a:gd name="connsiteY15" fmla="*/ 1357094 h 1375777"/>
                <a:gd name="connsiteX16" fmla="*/ 165614 w 1128437"/>
                <a:gd name="connsiteY16" fmla="*/ 1375778 h 1375777"/>
                <a:gd name="connsiteX17" fmla="*/ 57425 w 1128437"/>
                <a:gd name="connsiteY17" fmla="*/ 1318010 h 1375777"/>
                <a:gd name="connsiteX18" fmla="*/ 16714 w 1128437"/>
                <a:gd name="connsiteY18" fmla="*/ 1203377 h 1375777"/>
                <a:gd name="connsiteX19" fmla="*/ 48286 w 1128437"/>
                <a:gd name="connsiteY19" fmla="*/ 1080266 h 1375777"/>
                <a:gd name="connsiteX20" fmla="*/ 52341 w 1128437"/>
                <a:gd name="connsiteY20" fmla="*/ 1013601 h 1375777"/>
                <a:gd name="connsiteX21" fmla="*/ 31064 w 1128437"/>
                <a:gd name="connsiteY21" fmla="*/ 997014 h 1375777"/>
                <a:gd name="connsiteX22" fmla="*/ 0 w 1128437"/>
                <a:gd name="connsiteY22" fmla="*/ 939373 h 1375777"/>
                <a:gd name="connsiteX23" fmla="*/ 394 w 1128437"/>
                <a:gd name="connsiteY23" fmla="*/ 884732 h 1375777"/>
                <a:gd name="connsiteX24" fmla="*/ 57819 w 1128437"/>
                <a:gd name="connsiteY24" fmla="*/ 904852 h 1375777"/>
                <a:gd name="connsiteX25" fmla="*/ 106626 w 1128437"/>
                <a:gd name="connsiteY25" fmla="*/ 896768 h 1375777"/>
                <a:gd name="connsiteX26" fmla="*/ 109626 w 1128437"/>
                <a:gd name="connsiteY26" fmla="*/ 830370 h 1375777"/>
                <a:gd name="connsiteX27" fmla="*/ 77914 w 1128437"/>
                <a:gd name="connsiteY27" fmla="*/ 706980 h 1375777"/>
                <a:gd name="connsiteX28" fmla="*/ 96305 w 1128437"/>
                <a:gd name="connsiteY28" fmla="*/ 673654 h 1375777"/>
                <a:gd name="connsiteX29" fmla="*/ 184273 w 1128437"/>
                <a:gd name="connsiteY29" fmla="*/ 645284 h 1375777"/>
                <a:gd name="connsiteX30" fmla="*/ 168347 w 1128437"/>
                <a:gd name="connsiteY30" fmla="*/ 592753 h 1375777"/>
                <a:gd name="connsiteX31" fmla="*/ 162348 w 1128437"/>
                <a:gd name="connsiteY31" fmla="*/ 568044 h 1375777"/>
                <a:gd name="connsiteX32" fmla="*/ 171219 w 1128437"/>
                <a:gd name="connsiteY32" fmla="*/ 467913 h 1375777"/>
                <a:gd name="connsiteX33" fmla="*/ 213112 w 1128437"/>
                <a:gd name="connsiteY33" fmla="*/ 427406 h 1375777"/>
                <a:gd name="connsiteX34" fmla="*/ 194059 w 1128437"/>
                <a:gd name="connsiteY34" fmla="*/ 402964 h 1375777"/>
                <a:gd name="connsiteX35" fmla="*/ 138846 w 1128437"/>
                <a:gd name="connsiteY35" fmla="*/ 400473 h 1375777"/>
                <a:gd name="connsiteX36" fmla="*/ 130636 w 1128437"/>
                <a:gd name="connsiteY36" fmla="*/ 336045 h 1375777"/>
                <a:gd name="connsiteX37" fmla="*/ 154658 w 1128437"/>
                <a:gd name="connsiteY37" fmla="*/ 317615 h 1375777"/>
                <a:gd name="connsiteX38" fmla="*/ 143943 w 1128437"/>
                <a:gd name="connsiteY38" fmla="*/ 285331 h 1375777"/>
                <a:gd name="connsiteX39" fmla="*/ 112117 w 1128437"/>
                <a:gd name="connsiteY39" fmla="*/ 271210 h 1375777"/>
                <a:gd name="connsiteX40" fmla="*/ 123708 w 1128437"/>
                <a:gd name="connsiteY40" fmla="*/ 248345 h 1375777"/>
                <a:gd name="connsiteX41" fmla="*/ 151518 w 1128437"/>
                <a:gd name="connsiteY41" fmla="*/ 221679 h 1375777"/>
                <a:gd name="connsiteX42" fmla="*/ 177612 w 1128437"/>
                <a:gd name="connsiteY42" fmla="*/ 210036 h 1375777"/>
                <a:gd name="connsiteX43" fmla="*/ 209846 w 1128437"/>
                <a:gd name="connsiteY43" fmla="*/ 213048 h 1375777"/>
                <a:gd name="connsiteX44" fmla="*/ 285408 w 1128437"/>
                <a:gd name="connsiteY44" fmla="*/ 180625 h 1375777"/>
                <a:gd name="connsiteX45" fmla="*/ 284111 w 1128437"/>
                <a:gd name="connsiteY45" fmla="*/ 146396 h 1375777"/>
                <a:gd name="connsiteX46" fmla="*/ 311502 w 1128437"/>
                <a:gd name="connsiteY46" fmla="*/ 134245 h 1375777"/>
                <a:gd name="connsiteX47" fmla="*/ 309163 w 1128437"/>
                <a:gd name="connsiteY47" fmla="*/ 108609 h 1375777"/>
                <a:gd name="connsiteX48" fmla="*/ 306024 w 1128437"/>
                <a:gd name="connsiteY48" fmla="*/ 75016 h 1375777"/>
                <a:gd name="connsiteX49" fmla="*/ 344802 w 1128437"/>
                <a:gd name="connsiteY49" fmla="*/ 25878 h 1375777"/>
                <a:gd name="connsiteX50" fmla="*/ 344523 w 1128437"/>
                <a:gd name="connsiteY50" fmla="*/ 12939 h 1375777"/>
                <a:gd name="connsiteX51" fmla="*/ 366448 w 1128437"/>
                <a:gd name="connsiteY51" fmla="*/ 1182 h 1375777"/>
                <a:gd name="connsiteX52" fmla="*/ 378840 w 1128437"/>
                <a:gd name="connsiteY52" fmla="*/ 0 h 1375777"/>
                <a:gd name="connsiteX53" fmla="*/ 388640 w 1128437"/>
                <a:gd name="connsiteY53" fmla="*/ 5224 h 1375777"/>
                <a:gd name="connsiteX54" fmla="*/ 390470 w 1128437"/>
                <a:gd name="connsiteY54" fmla="*/ 14769 h 1375777"/>
                <a:gd name="connsiteX55" fmla="*/ 380810 w 1128437"/>
                <a:gd name="connsiteY55" fmla="*/ 38042 h 1375777"/>
                <a:gd name="connsiteX56" fmla="*/ 386937 w 1128437"/>
                <a:gd name="connsiteY56" fmla="*/ 62865 h 1375777"/>
                <a:gd name="connsiteX57" fmla="*/ 385373 w 1128437"/>
                <a:gd name="connsiteY57" fmla="*/ 77520 h 1375777"/>
                <a:gd name="connsiteX58" fmla="*/ 375460 w 1128437"/>
                <a:gd name="connsiteY58" fmla="*/ 97894 h 1375777"/>
                <a:gd name="connsiteX59" fmla="*/ 367630 w 1128437"/>
                <a:gd name="connsiteY59" fmla="*/ 132529 h 1375777"/>
                <a:gd name="connsiteX60" fmla="*/ 358224 w 1128437"/>
                <a:gd name="connsiteY60" fmla="*/ 169389 h 1375777"/>
                <a:gd name="connsiteX61" fmla="*/ 377150 w 1128437"/>
                <a:gd name="connsiteY61" fmla="*/ 192521 h 1375777"/>
                <a:gd name="connsiteX62" fmla="*/ 392809 w 1128437"/>
                <a:gd name="connsiteY62" fmla="*/ 204037 h 1375777"/>
                <a:gd name="connsiteX63" fmla="*/ 391373 w 1128437"/>
                <a:gd name="connsiteY63" fmla="*/ 210303 h 1375777"/>
                <a:gd name="connsiteX64" fmla="*/ 385246 w 1128437"/>
                <a:gd name="connsiteY64" fmla="*/ 233321 h 1375777"/>
                <a:gd name="connsiteX65" fmla="*/ 388640 w 1128437"/>
                <a:gd name="connsiteY65" fmla="*/ 275379 h 1375777"/>
                <a:gd name="connsiteX66" fmla="*/ 401439 w 1128437"/>
                <a:gd name="connsiteY66" fmla="*/ 293568 h 1375777"/>
                <a:gd name="connsiteX67" fmla="*/ 411340 w 1128437"/>
                <a:gd name="connsiteY67" fmla="*/ 294216 h 1375777"/>
                <a:gd name="connsiteX68" fmla="*/ 411849 w 1128437"/>
                <a:gd name="connsiteY68" fmla="*/ 282586 h 1375777"/>
                <a:gd name="connsiteX69" fmla="*/ 426618 w 1128437"/>
                <a:gd name="connsiteY69" fmla="*/ 265847 h 1375777"/>
                <a:gd name="connsiteX70" fmla="*/ 449840 w 1128437"/>
                <a:gd name="connsiteY70" fmla="*/ 253175 h 1375777"/>
                <a:gd name="connsiteX71" fmla="*/ 449052 w 1128437"/>
                <a:gd name="connsiteY71" fmla="*/ 237757 h 1375777"/>
                <a:gd name="connsiteX72" fmla="*/ 443180 w 1128437"/>
                <a:gd name="connsiteY72" fmla="*/ 229508 h 1375777"/>
                <a:gd name="connsiteX73" fmla="*/ 446700 w 1128437"/>
                <a:gd name="connsiteY73" fmla="*/ 215794 h 1375777"/>
                <a:gd name="connsiteX74" fmla="*/ 443180 w 1128437"/>
                <a:gd name="connsiteY74" fmla="*/ 204545 h 1375777"/>
                <a:gd name="connsiteX75" fmla="*/ 424902 w 1128437"/>
                <a:gd name="connsiteY75" fmla="*/ 186382 h 1375777"/>
                <a:gd name="connsiteX76" fmla="*/ 419564 w 1128437"/>
                <a:gd name="connsiteY76" fmla="*/ 170965 h 1375777"/>
                <a:gd name="connsiteX77" fmla="*/ 439265 w 1128437"/>
                <a:gd name="connsiteY77" fmla="*/ 121420 h 1375777"/>
                <a:gd name="connsiteX78" fmla="*/ 438489 w 1128437"/>
                <a:gd name="connsiteY78" fmla="*/ 105609 h 1375777"/>
                <a:gd name="connsiteX79" fmla="*/ 473061 w 1128437"/>
                <a:gd name="connsiteY79" fmla="*/ 112663 h 1375777"/>
                <a:gd name="connsiteX80" fmla="*/ 569112 w 1128437"/>
                <a:gd name="connsiteY80" fmla="*/ 132148 h 1375777"/>
                <a:gd name="connsiteX81" fmla="*/ 577857 w 1128437"/>
                <a:gd name="connsiteY81" fmla="*/ 144299 h 1375777"/>
                <a:gd name="connsiteX82" fmla="*/ 621974 w 1128437"/>
                <a:gd name="connsiteY82" fmla="*/ 212006 h 1375777"/>
                <a:gd name="connsiteX83" fmla="*/ 662685 w 1128437"/>
                <a:gd name="connsiteY83" fmla="*/ 175935 h 1375777"/>
                <a:gd name="connsiteX84" fmla="*/ 747258 w 1128437"/>
                <a:gd name="connsiteY84" fmla="*/ 132923 h 1375777"/>
                <a:gd name="connsiteX85" fmla="*/ 790715 w 1128437"/>
                <a:gd name="connsiteY85" fmla="*/ 164038 h 1375777"/>
                <a:gd name="connsiteX86" fmla="*/ 828413 w 1128437"/>
                <a:gd name="connsiteY86" fmla="*/ 131754 h 1375777"/>
                <a:gd name="connsiteX87" fmla="*/ 861574 w 1128437"/>
                <a:gd name="connsiteY87" fmla="*/ 148226 h 1375777"/>
                <a:gd name="connsiteX88" fmla="*/ 863785 w 1128437"/>
                <a:gd name="connsiteY88" fmla="*/ 187704 h 1375777"/>
                <a:gd name="connsiteX89" fmla="*/ 907496 w 1128437"/>
                <a:gd name="connsiteY89" fmla="*/ 215794 h 1375777"/>
                <a:gd name="connsiteX90" fmla="*/ 905945 w 1128437"/>
                <a:gd name="connsiteY90" fmla="*/ 279574 h 1375777"/>
                <a:gd name="connsiteX91" fmla="*/ 911283 w 1128437"/>
                <a:gd name="connsiteY91" fmla="*/ 294610 h 1375777"/>
                <a:gd name="connsiteX92" fmla="*/ 984113 w 1128437"/>
                <a:gd name="connsiteY92" fmla="*/ 242714 h 1375777"/>
                <a:gd name="connsiteX93" fmla="*/ 1083799 w 1128437"/>
                <a:gd name="connsiteY93" fmla="*/ 191225 h 1375777"/>
                <a:gd name="connsiteX94" fmla="*/ 1108991 w 1128437"/>
                <a:gd name="connsiteY94" fmla="*/ 228733 h 1375777"/>
                <a:gd name="connsiteX95" fmla="*/ 1121777 w 1128437"/>
                <a:gd name="connsiteY95" fmla="*/ 247569 h 1375777"/>
                <a:gd name="connsiteX96" fmla="*/ 1122171 w 1128437"/>
                <a:gd name="connsiteY96" fmla="*/ 253175 h 1375777"/>
                <a:gd name="connsiteX97" fmla="*/ 1128438 w 1128437"/>
                <a:gd name="connsiteY97" fmla="*/ 323106 h 1375777"/>
                <a:gd name="connsiteX98" fmla="*/ 957104 w 1128437"/>
                <a:gd name="connsiteY98" fmla="*/ 425703 h 1375777"/>
                <a:gd name="connsiteX99" fmla="*/ 978622 w 1128437"/>
                <a:gd name="connsiteY99" fmla="*/ 463350 h 1375777"/>
                <a:gd name="connsiteX100" fmla="*/ 971708 w 1128437"/>
                <a:gd name="connsiteY100" fmla="*/ 507925 h 1375777"/>
                <a:gd name="connsiteX101" fmla="*/ 909212 w 1128437"/>
                <a:gd name="connsiteY101" fmla="*/ 565159 h 1375777"/>
                <a:gd name="connsiteX102" fmla="*/ 873051 w 1128437"/>
                <a:gd name="connsiteY102" fmla="*/ 571959 h 1375777"/>
                <a:gd name="connsiteX103" fmla="*/ 869924 w 1128437"/>
                <a:gd name="connsiteY103" fmla="*/ 594177 h 1375777"/>
                <a:gd name="connsiteX104" fmla="*/ 884414 w 1128437"/>
                <a:gd name="connsiteY104" fmla="*/ 648551 h 1375777"/>
                <a:gd name="connsiteX105" fmla="*/ 854914 w 1128437"/>
                <a:gd name="connsiteY105" fmla="*/ 659914 h 1375777"/>
                <a:gd name="connsiteX106" fmla="*/ 843818 w 1128437"/>
                <a:gd name="connsiteY106" fmla="*/ 740052 h 1375777"/>
                <a:gd name="connsiteX107" fmla="*/ 780928 w 1128437"/>
                <a:gd name="connsiteY107" fmla="*/ 767887 h 1375777"/>
                <a:gd name="connsiteX108" fmla="*/ 751300 w 1128437"/>
                <a:gd name="connsiteY108" fmla="*/ 715203 h 1375777"/>
                <a:gd name="connsiteX109" fmla="*/ 710055 w 1128437"/>
                <a:gd name="connsiteY109" fmla="*/ 746712 h 1375777"/>
                <a:gd name="connsiteX110" fmla="*/ 701578 w 1128437"/>
                <a:gd name="connsiteY110" fmla="*/ 807492 h 1375777"/>
                <a:gd name="connsiteX111" fmla="*/ 632663 w 1128437"/>
                <a:gd name="connsiteY111" fmla="*/ 857811 h 1375777"/>
                <a:gd name="connsiteX112" fmla="*/ 598867 w 1128437"/>
                <a:gd name="connsiteY112" fmla="*/ 849969 h 1375777"/>
                <a:gd name="connsiteX113" fmla="*/ 558410 w 1128437"/>
                <a:gd name="connsiteY113" fmla="*/ 879635 h 1375777"/>
                <a:gd name="connsiteX114" fmla="*/ 561422 w 1128437"/>
                <a:gd name="connsiteY114" fmla="*/ 925125 h 1375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1128437" h="1375777">
                  <a:moveTo>
                    <a:pt x="561422" y="925125"/>
                  </a:moveTo>
                  <a:lnTo>
                    <a:pt x="572252" y="962493"/>
                  </a:lnTo>
                  <a:lnTo>
                    <a:pt x="523965" y="1005771"/>
                  </a:lnTo>
                  <a:lnTo>
                    <a:pt x="518220" y="1048897"/>
                  </a:lnTo>
                  <a:lnTo>
                    <a:pt x="574730" y="1106398"/>
                  </a:lnTo>
                  <a:lnTo>
                    <a:pt x="575518" y="1212922"/>
                  </a:lnTo>
                  <a:lnTo>
                    <a:pt x="547200" y="1223776"/>
                  </a:lnTo>
                  <a:lnTo>
                    <a:pt x="499041" y="1262339"/>
                  </a:lnTo>
                  <a:lnTo>
                    <a:pt x="447361" y="1223128"/>
                  </a:lnTo>
                  <a:lnTo>
                    <a:pt x="397499" y="1239067"/>
                  </a:lnTo>
                  <a:lnTo>
                    <a:pt x="360576" y="1206008"/>
                  </a:lnTo>
                  <a:lnTo>
                    <a:pt x="283577" y="1192535"/>
                  </a:lnTo>
                  <a:lnTo>
                    <a:pt x="252908" y="1226522"/>
                  </a:lnTo>
                  <a:lnTo>
                    <a:pt x="243388" y="1299847"/>
                  </a:lnTo>
                  <a:lnTo>
                    <a:pt x="251217" y="1340888"/>
                  </a:lnTo>
                  <a:lnTo>
                    <a:pt x="180358" y="1357094"/>
                  </a:lnTo>
                  <a:lnTo>
                    <a:pt x="165614" y="1375778"/>
                  </a:lnTo>
                  <a:lnTo>
                    <a:pt x="57425" y="1318010"/>
                  </a:lnTo>
                  <a:lnTo>
                    <a:pt x="16714" y="1203377"/>
                  </a:lnTo>
                  <a:lnTo>
                    <a:pt x="48286" y="1080266"/>
                  </a:lnTo>
                  <a:lnTo>
                    <a:pt x="52341" y="1013601"/>
                  </a:lnTo>
                  <a:lnTo>
                    <a:pt x="31064" y="997014"/>
                  </a:lnTo>
                  <a:lnTo>
                    <a:pt x="0" y="939373"/>
                  </a:lnTo>
                  <a:lnTo>
                    <a:pt x="394" y="884732"/>
                  </a:lnTo>
                  <a:lnTo>
                    <a:pt x="57819" y="904852"/>
                  </a:lnTo>
                  <a:lnTo>
                    <a:pt x="106626" y="896768"/>
                  </a:lnTo>
                  <a:lnTo>
                    <a:pt x="109626" y="830370"/>
                  </a:lnTo>
                  <a:lnTo>
                    <a:pt x="77914" y="706980"/>
                  </a:lnTo>
                  <a:lnTo>
                    <a:pt x="96305" y="673654"/>
                  </a:lnTo>
                  <a:lnTo>
                    <a:pt x="184273" y="645284"/>
                  </a:lnTo>
                  <a:lnTo>
                    <a:pt x="168347" y="592753"/>
                  </a:lnTo>
                  <a:lnTo>
                    <a:pt x="162348" y="568044"/>
                  </a:lnTo>
                  <a:lnTo>
                    <a:pt x="171219" y="467913"/>
                  </a:lnTo>
                  <a:lnTo>
                    <a:pt x="213112" y="427406"/>
                  </a:lnTo>
                  <a:lnTo>
                    <a:pt x="194059" y="402964"/>
                  </a:lnTo>
                  <a:lnTo>
                    <a:pt x="138846" y="400473"/>
                  </a:lnTo>
                  <a:lnTo>
                    <a:pt x="130636" y="336045"/>
                  </a:lnTo>
                  <a:lnTo>
                    <a:pt x="154658" y="317615"/>
                  </a:lnTo>
                  <a:lnTo>
                    <a:pt x="143943" y="285331"/>
                  </a:lnTo>
                  <a:lnTo>
                    <a:pt x="112117" y="271210"/>
                  </a:lnTo>
                  <a:lnTo>
                    <a:pt x="123708" y="248345"/>
                  </a:lnTo>
                  <a:lnTo>
                    <a:pt x="151518" y="221679"/>
                  </a:lnTo>
                  <a:lnTo>
                    <a:pt x="177612" y="210036"/>
                  </a:lnTo>
                  <a:lnTo>
                    <a:pt x="209846" y="213048"/>
                  </a:lnTo>
                  <a:lnTo>
                    <a:pt x="285408" y="180625"/>
                  </a:lnTo>
                  <a:lnTo>
                    <a:pt x="284111" y="146396"/>
                  </a:lnTo>
                  <a:lnTo>
                    <a:pt x="311502" y="134245"/>
                  </a:lnTo>
                  <a:lnTo>
                    <a:pt x="309163" y="108609"/>
                  </a:lnTo>
                  <a:lnTo>
                    <a:pt x="306024" y="75016"/>
                  </a:lnTo>
                  <a:lnTo>
                    <a:pt x="344802" y="25878"/>
                  </a:lnTo>
                  <a:lnTo>
                    <a:pt x="344523" y="12939"/>
                  </a:lnTo>
                  <a:lnTo>
                    <a:pt x="366448" y="1182"/>
                  </a:lnTo>
                  <a:lnTo>
                    <a:pt x="378840" y="0"/>
                  </a:lnTo>
                  <a:lnTo>
                    <a:pt x="388640" y="5224"/>
                  </a:lnTo>
                  <a:lnTo>
                    <a:pt x="390470" y="14769"/>
                  </a:lnTo>
                  <a:lnTo>
                    <a:pt x="380810" y="38042"/>
                  </a:lnTo>
                  <a:lnTo>
                    <a:pt x="386937" y="62865"/>
                  </a:lnTo>
                  <a:lnTo>
                    <a:pt x="385373" y="77520"/>
                  </a:lnTo>
                  <a:lnTo>
                    <a:pt x="375460" y="97894"/>
                  </a:lnTo>
                  <a:lnTo>
                    <a:pt x="367630" y="132529"/>
                  </a:lnTo>
                  <a:lnTo>
                    <a:pt x="358224" y="169389"/>
                  </a:lnTo>
                  <a:lnTo>
                    <a:pt x="377150" y="192521"/>
                  </a:lnTo>
                  <a:lnTo>
                    <a:pt x="392809" y="204037"/>
                  </a:lnTo>
                  <a:lnTo>
                    <a:pt x="391373" y="210303"/>
                  </a:lnTo>
                  <a:lnTo>
                    <a:pt x="385246" y="233321"/>
                  </a:lnTo>
                  <a:lnTo>
                    <a:pt x="388640" y="275379"/>
                  </a:lnTo>
                  <a:lnTo>
                    <a:pt x="401439" y="293568"/>
                  </a:lnTo>
                  <a:lnTo>
                    <a:pt x="411340" y="294216"/>
                  </a:lnTo>
                  <a:lnTo>
                    <a:pt x="411849" y="282586"/>
                  </a:lnTo>
                  <a:lnTo>
                    <a:pt x="426618" y="265847"/>
                  </a:lnTo>
                  <a:lnTo>
                    <a:pt x="449840" y="253175"/>
                  </a:lnTo>
                  <a:lnTo>
                    <a:pt x="449052" y="237757"/>
                  </a:lnTo>
                  <a:lnTo>
                    <a:pt x="443180" y="229508"/>
                  </a:lnTo>
                  <a:lnTo>
                    <a:pt x="446700" y="215794"/>
                  </a:lnTo>
                  <a:lnTo>
                    <a:pt x="443180" y="204545"/>
                  </a:lnTo>
                  <a:lnTo>
                    <a:pt x="424902" y="186382"/>
                  </a:lnTo>
                  <a:lnTo>
                    <a:pt x="419564" y="170965"/>
                  </a:lnTo>
                  <a:lnTo>
                    <a:pt x="439265" y="121420"/>
                  </a:lnTo>
                  <a:lnTo>
                    <a:pt x="438489" y="105609"/>
                  </a:lnTo>
                  <a:lnTo>
                    <a:pt x="473061" y="112663"/>
                  </a:lnTo>
                  <a:lnTo>
                    <a:pt x="569112" y="132148"/>
                  </a:lnTo>
                  <a:lnTo>
                    <a:pt x="577857" y="144299"/>
                  </a:lnTo>
                  <a:lnTo>
                    <a:pt x="621974" y="212006"/>
                  </a:lnTo>
                  <a:lnTo>
                    <a:pt x="662685" y="175935"/>
                  </a:lnTo>
                  <a:lnTo>
                    <a:pt x="747258" y="132923"/>
                  </a:lnTo>
                  <a:lnTo>
                    <a:pt x="790715" y="164038"/>
                  </a:lnTo>
                  <a:lnTo>
                    <a:pt x="828413" y="131754"/>
                  </a:lnTo>
                  <a:lnTo>
                    <a:pt x="861574" y="148226"/>
                  </a:lnTo>
                  <a:lnTo>
                    <a:pt x="863785" y="187704"/>
                  </a:lnTo>
                  <a:lnTo>
                    <a:pt x="907496" y="215794"/>
                  </a:lnTo>
                  <a:lnTo>
                    <a:pt x="905945" y="279574"/>
                  </a:lnTo>
                  <a:lnTo>
                    <a:pt x="911283" y="294610"/>
                  </a:lnTo>
                  <a:lnTo>
                    <a:pt x="984113" y="242714"/>
                  </a:lnTo>
                  <a:lnTo>
                    <a:pt x="1083799" y="191225"/>
                  </a:lnTo>
                  <a:lnTo>
                    <a:pt x="1108991" y="228733"/>
                  </a:lnTo>
                  <a:lnTo>
                    <a:pt x="1121777" y="247569"/>
                  </a:lnTo>
                  <a:lnTo>
                    <a:pt x="1122171" y="253175"/>
                  </a:lnTo>
                  <a:lnTo>
                    <a:pt x="1128438" y="323106"/>
                  </a:lnTo>
                  <a:lnTo>
                    <a:pt x="957104" y="425703"/>
                  </a:lnTo>
                  <a:lnTo>
                    <a:pt x="978622" y="463350"/>
                  </a:lnTo>
                  <a:lnTo>
                    <a:pt x="971708" y="507925"/>
                  </a:lnTo>
                  <a:lnTo>
                    <a:pt x="909212" y="565159"/>
                  </a:lnTo>
                  <a:lnTo>
                    <a:pt x="873051" y="571959"/>
                  </a:lnTo>
                  <a:lnTo>
                    <a:pt x="869924" y="594177"/>
                  </a:lnTo>
                  <a:lnTo>
                    <a:pt x="884414" y="648551"/>
                  </a:lnTo>
                  <a:lnTo>
                    <a:pt x="854914" y="659914"/>
                  </a:lnTo>
                  <a:lnTo>
                    <a:pt x="843818" y="740052"/>
                  </a:lnTo>
                  <a:lnTo>
                    <a:pt x="780928" y="767887"/>
                  </a:lnTo>
                  <a:lnTo>
                    <a:pt x="751300" y="715203"/>
                  </a:lnTo>
                  <a:lnTo>
                    <a:pt x="710055" y="746712"/>
                  </a:lnTo>
                  <a:lnTo>
                    <a:pt x="701578" y="807492"/>
                  </a:lnTo>
                  <a:lnTo>
                    <a:pt x="632663" y="857811"/>
                  </a:lnTo>
                  <a:lnTo>
                    <a:pt x="598867" y="849969"/>
                  </a:lnTo>
                  <a:lnTo>
                    <a:pt x="558410" y="879635"/>
                  </a:lnTo>
                  <a:lnTo>
                    <a:pt x="561422" y="925125"/>
                  </a:lnTo>
                  <a:close/>
                </a:path>
              </a:pathLst>
            </a:custGeom>
            <a:solidFill>
              <a:srgbClr val="FFFFFF"/>
            </a:solidFill>
            <a:ln w="12700" cap="flat">
              <a:noFill/>
              <a:prstDash val="solid"/>
              <a:miter/>
            </a:ln>
          </p:spPr>
          <p:txBody>
            <a:bodyPr rtlCol="0" anchor="ctr"/>
            <a:lstStyle/>
            <a:p>
              <a:endParaRPr lang="de-CH"/>
            </a:p>
          </p:txBody>
        </p:sp>
        <p:sp>
          <p:nvSpPr>
            <p:cNvPr id="18" name="Freihandform: Form 17">
              <a:extLst>
                <a:ext uri="{FF2B5EF4-FFF2-40B4-BE49-F238E27FC236}">
                  <a16:creationId xmlns:a16="http://schemas.microsoft.com/office/drawing/2014/main" id="{0DE954C9-02AF-5AB8-FD47-C59A4B05A71E}"/>
                </a:ext>
              </a:extLst>
            </p:cNvPr>
            <p:cNvSpPr/>
            <p:nvPr/>
          </p:nvSpPr>
          <p:spPr>
            <a:xfrm>
              <a:off x="6497701" y="2930443"/>
              <a:ext cx="1128437" cy="1375777"/>
            </a:xfrm>
            <a:custGeom>
              <a:avLst/>
              <a:gdLst>
                <a:gd name="connsiteX0" fmla="*/ 561422 w 1128437"/>
                <a:gd name="connsiteY0" fmla="*/ 925125 h 1375777"/>
                <a:gd name="connsiteX1" fmla="*/ 572252 w 1128437"/>
                <a:gd name="connsiteY1" fmla="*/ 962493 h 1375777"/>
                <a:gd name="connsiteX2" fmla="*/ 523965 w 1128437"/>
                <a:gd name="connsiteY2" fmla="*/ 1005771 h 1375777"/>
                <a:gd name="connsiteX3" fmla="*/ 518220 w 1128437"/>
                <a:gd name="connsiteY3" fmla="*/ 1048897 h 1375777"/>
                <a:gd name="connsiteX4" fmla="*/ 574730 w 1128437"/>
                <a:gd name="connsiteY4" fmla="*/ 1106398 h 1375777"/>
                <a:gd name="connsiteX5" fmla="*/ 575518 w 1128437"/>
                <a:gd name="connsiteY5" fmla="*/ 1212922 h 1375777"/>
                <a:gd name="connsiteX6" fmla="*/ 547200 w 1128437"/>
                <a:gd name="connsiteY6" fmla="*/ 1223776 h 1375777"/>
                <a:gd name="connsiteX7" fmla="*/ 499041 w 1128437"/>
                <a:gd name="connsiteY7" fmla="*/ 1262339 h 1375777"/>
                <a:gd name="connsiteX8" fmla="*/ 447361 w 1128437"/>
                <a:gd name="connsiteY8" fmla="*/ 1223128 h 1375777"/>
                <a:gd name="connsiteX9" fmla="*/ 397499 w 1128437"/>
                <a:gd name="connsiteY9" fmla="*/ 1239067 h 1375777"/>
                <a:gd name="connsiteX10" fmla="*/ 360576 w 1128437"/>
                <a:gd name="connsiteY10" fmla="*/ 1206008 h 1375777"/>
                <a:gd name="connsiteX11" fmla="*/ 283577 w 1128437"/>
                <a:gd name="connsiteY11" fmla="*/ 1192535 h 1375777"/>
                <a:gd name="connsiteX12" fmla="*/ 252908 w 1128437"/>
                <a:gd name="connsiteY12" fmla="*/ 1226522 h 1375777"/>
                <a:gd name="connsiteX13" fmla="*/ 243388 w 1128437"/>
                <a:gd name="connsiteY13" fmla="*/ 1299847 h 1375777"/>
                <a:gd name="connsiteX14" fmla="*/ 251217 w 1128437"/>
                <a:gd name="connsiteY14" fmla="*/ 1340888 h 1375777"/>
                <a:gd name="connsiteX15" fmla="*/ 180358 w 1128437"/>
                <a:gd name="connsiteY15" fmla="*/ 1357094 h 1375777"/>
                <a:gd name="connsiteX16" fmla="*/ 165614 w 1128437"/>
                <a:gd name="connsiteY16" fmla="*/ 1375778 h 1375777"/>
                <a:gd name="connsiteX17" fmla="*/ 57425 w 1128437"/>
                <a:gd name="connsiteY17" fmla="*/ 1318010 h 1375777"/>
                <a:gd name="connsiteX18" fmla="*/ 16714 w 1128437"/>
                <a:gd name="connsiteY18" fmla="*/ 1203377 h 1375777"/>
                <a:gd name="connsiteX19" fmla="*/ 48286 w 1128437"/>
                <a:gd name="connsiteY19" fmla="*/ 1080266 h 1375777"/>
                <a:gd name="connsiteX20" fmla="*/ 52341 w 1128437"/>
                <a:gd name="connsiteY20" fmla="*/ 1013601 h 1375777"/>
                <a:gd name="connsiteX21" fmla="*/ 31064 w 1128437"/>
                <a:gd name="connsiteY21" fmla="*/ 997014 h 1375777"/>
                <a:gd name="connsiteX22" fmla="*/ 0 w 1128437"/>
                <a:gd name="connsiteY22" fmla="*/ 939373 h 1375777"/>
                <a:gd name="connsiteX23" fmla="*/ 394 w 1128437"/>
                <a:gd name="connsiteY23" fmla="*/ 884732 h 1375777"/>
                <a:gd name="connsiteX24" fmla="*/ 57819 w 1128437"/>
                <a:gd name="connsiteY24" fmla="*/ 904852 h 1375777"/>
                <a:gd name="connsiteX25" fmla="*/ 106626 w 1128437"/>
                <a:gd name="connsiteY25" fmla="*/ 896768 h 1375777"/>
                <a:gd name="connsiteX26" fmla="*/ 109626 w 1128437"/>
                <a:gd name="connsiteY26" fmla="*/ 830370 h 1375777"/>
                <a:gd name="connsiteX27" fmla="*/ 77914 w 1128437"/>
                <a:gd name="connsiteY27" fmla="*/ 706980 h 1375777"/>
                <a:gd name="connsiteX28" fmla="*/ 96305 w 1128437"/>
                <a:gd name="connsiteY28" fmla="*/ 673654 h 1375777"/>
                <a:gd name="connsiteX29" fmla="*/ 184273 w 1128437"/>
                <a:gd name="connsiteY29" fmla="*/ 645284 h 1375777"/>
                <a:gd name="connsiteX30" fmla="*/ 168347 w 1128437"/>
                <a:gd name="connsiteY30" fmla="*/ 592753 h 1375777"/>
                <a:gd name="connsiteX31" fmla="*/ 162348 w 1128437"/>
                <a:gd name="connsiteY31" fmla="*/ 568044 h 1375777"/>
                <a:gd name="connsiteX32" fmla="*/ 171219 w 1128437"/>
                <a:gd name="connsiteY32" fmla="*/ 467913 h 1375777"/>
                <a:gd name="connsiteX33" fmla="*/ 213112 w 1128437"/>
                <a:gd name="connsiteY33" fmla="*/ 427406 h 1375777"/>
                <a:gd name="connsiteX34" fmla="*/ 194059 w 1128437"/>
                <a:gd name="connsiteY34" fmla="*/ 402964 h 1375777"/>
                <a:gd name="connsiteX35" fmla="*/ 138846 w 1128437"/>
                <a:gd name="connsiteY35" fmla="*/ 400473 h 1375777"/>
                <a:gd name="connsiteX36" fmla="*/ 130636 w 1128437"/>
                <a:gd name="connsiteY36" fmla="*/ 336045 h 1375777"/>
                <a:gd name="connsiteX37" fmla="*/ 154658 w 1128437"/>
                <a:gd name="connsiteY37" fmla="*/ 317615 h 1375777"/>
                <a:gd name="connsiteX38" fmla="*/ 143943 w 1128437"/>
                <a:gd name="connsiteY38" fmla="*/ 285331 h 1375777"/>
                <a:gd name="connsiteX39" fmla="*/ 112117 w 1128437"/>
                <a:gd name="connsiteY39" fmla="*/ 271210 h 1375777"/>
                <a:gd name="connsiteX40" fmla="*/ 123708 w 1128437"/>
                <a:gd name="connsiteY40" fmla="*/ 248345 h 1375777"/>
                <a:gd name="connsiteX41" fmla="*/ 151518 w 1128437"/>
                <a:gd name="connsiteY41" fmla="*/ 221679 h 1375777"/>
                <a:gd name="connsiteX42" fmla="*/ 177612 w 1128437"/>
                <a:gd name="connsiteY42" fmla="*/ 210036 h 1375777"/>
                <a:gd name="connsiteX43" fmla="*/ 209846 w 1128437"/>
                <a:gd name="connsiteY43" fmla="*/ 213048 h 1375777"/>
                <a:gd name="connsiteX44" fmla="*/ 285408 w 1128437"/>
                <a:gd name="connsiteY44" fmla="*/ 180625 h 1375777"/>
                <a:gd name="connsiteX45" fmla="*/ 284111 w 1128437"/>
                <a:gd name="connsiteY45" fmla="*/ 146396 h 1375777"/>
                <a:gd name="connsiteX46" fmla="*/ 311502 w 1128437"/>
                <a:gd name="connsiteY46" fmla="*/ 134245 h 1375777"/>
                <a:gd name="connsiteX47" fmla="*/ 309163 w 1128437"/>
                <a:gd name="connsiteY47" fmla="*/ 108609 h 1375777"/>
                <a:gd name="connsiteX48" fmla="*/ 306024 w 1128437"/>
                <a:gd name="connsiteY48" fmla="*/ 75016 h 1375777"/>
                <a:gd name="connsiteX49" fmla="*/ 344802 w 1128437"/>
                <a:gd name="connsiteY49" fmla="*/ 25878 h 1375777"/>
                <a:gd name="connsiteX50" fmla="*/ 344523 w 1128437"/>
                <a:gd name="connsiteY50" fmla="*/ 12939 h 1375777"/>
                <a:gd name="connsiteX51" fmla="*/ 366448 w 1128437"/>
                <a:gd name="connsiteY51" fmla="*/ 1182 h 1375777"/>
                <a:gd name="connsiteX52" fmla="*/ 378840 w 1128437"/>
                <a:gd name="connsiteY52" fmla="*/ 0 h 1375777"/>
                <a:gd name="connsiteX53" fmla="*/ 388640 w 1128437"/>
                <a:gd name="connsiteY53" fmla="*/ 5224 h 1375777"/>
                <a:gd name="connsiteX54" fmla="*/ 390470 w 1128437"/>
                <a:gd name="connsiteY54" fmla="*/ 14769 h 1375777"/>
                <a:gd name="connsiteX55" fmla="*/ 380810 w 1128437"/>
                <a:gd name="connsiteY55" fmla="*/ 38042 h 1375777"/>
                <a:gd name="connsiteX56" fmla="*/ 386937 w 1128437"/>
                <a:gd name="connsiteY56" fmla="*/ 62865 h 1375777"/>
                <a:gd name="connsiteX57" fmla="*/ 385373 w 1128437"/>
                <a:gd name="connsiteY57" fmla="*/ 77520 h 1375777"/>
                <a:gd name="connsiteX58" fmla="*/ 375460 w 1128437"/>
                <a:gd name="connsiteY58" fmla="*/ 97894 h 1375777"/>
                <a:gd name="connsiteX59" fmla="*/ 367630 w 1128437"/>
                <a:gd name="connsiteY59" fmla="*/ 132529 h 1375777"/>
                <a:gd name="connsiteX60" fmla="*/ 358224 w 1128437"/>
                <a:gd name="connsiteY60" fmla="*/ 169389 h 1375777"/>
                <a:gd name="connsiteX61" fmla="*/ 377150 w 1128437"/>
                <a:gd name="connsiteY61" fmla="*/ 192521 h 1375777"/>
                <a:gd name="connsiteX62" fmla="*/ 392809 w 1128437"/>
                <a:gd name="connsiteY62" fmla="*/ 204037 h 1375777"/>
                <a:gd name="connsiteX63" fmla="*/ 391373 w 1128437"/>
                <a:gd name="connsiteY63" fmla="*/ 210303 h 1375777"/>
                <a:gd name="connsiteX64" fmla="*/ 385246 w 1128437"/>
                <a:gd name="connsiteY64" fmla="*/ 233321 h 1375777"/>
                <a:gd name="connsiteX65" fmla="*/ 388640 w 1128437"/>
                <a:gd name="connsiteY65" fmla="*/ 275379 h 1375777"/>
                <a:gd name="connsiteX66" fmla="*/ 401439 w 1128437"/>
                <a:gd name="connsiteY66" fmla="*/ 293568 h 1375777"/>
                <a:gd name="connsiteX67" fmla="*/ 411340 w 1128437"/>
                <a:gd name="connsiteY67" fmla="*/ 294216 h 1375777"/>
                <a:gd name="connsiteX68" fmla="*/ 411849 w 1128437"/>
                <a:gd name="connsiteY68" fmla="*/ 282586 h 1375777"/>
                <a:gd name="connsiteX69" fmla="*/ 426618 w 1128437"/>
                <a:gd name="connsiteY69" fmla="*/ 265847 h 1375777"/>
                <a:gd name="connsiteX70" fmla="*/ 449840 w 1128437"/>
                <a:gd name="connsiteY70" fmla="*/ 253175 h 1375777"/>
                <a:gd name="connsiteX71" fmla="*/ 449052 w 1128437"/>
                <a:gd name="connsiteY71" fmla="*/ 237757 h 1375777"/>
                <a:gd name="connsiteX72" fmla="*/ 443180 w 1128437"/>
                <a:gd name="connsiteY72" fmla="*/ 229508 h 1375777"/>
                <a:gd name="connsiteX73" fmla="*/ 446700 w 1128437"/>
                <a:gd name="connsiteY73" fmla="*/ 215794 h 1375777"/>
                <a:gd name="connsiteX74" fmla="*/ 443180 w 1128437"/>
                <a:gd name="connsiteY74" fmla="*/ 204545 h 1375777"/>
                <a:gd name="connsiteX75" fmla="*/ 424902 w 1128437"/>
                <a:gd name="connsiteY75" fmla="*/ 186382 h 1375777"/>
                <a:gd name="connsiteX76" fmla="*/ 419564 w 1128437"/>
                <a:gd name="connsiteY76" fmla="*/ 170965 h 1375777"/>
                <a:gd name="connsiteX77" fmla="*/ 439265 w 1128437"/>
                <a:gd name="connsiteY77" fmla="*/ 121420 h 1375777"/>
                <a:gd name="connsiteX78" fmla="*/ 438489 w 1128437"/>
                <a:gd name="connsiteY78" fmla="*/ 105609 h 1375777"/>
                <a:gd name="connsiteX79" fmla="*/ 473061 w 1128437"/>
                <a:gd name="connsiteY79" fmla="*/ 112663 h 1375777"/>
                <a:gd name="connsiteX80" fmla="*/ 569112 w 1128437"/>
                <a:gd name="connsiteY80" fmla="*/ 132148 h 1375777"/>
                <a:gd name="connsiteX81" fmla="*/ 577857 w 1128437"/>
                <a:gd name="connsiteY81" fmla="*/ 144299 h 1375777"/>
                <a:gd name="connsiteX82" fmla="*/ 621974 w 1128437"/>
                <a:gd name="connsiteY82" fmla="*/ 212006 h 1375777"/>
                <a:gd name="connsiteX83" fmla="*/ 662685 w 1128437"/>
                <a:gd name="connsiteY83" fmla="*/ 175935 h 1375777"/>
                <a:gd name="connsiteX84" fmla="*/ 747258 w 1128437"/>
                <a:gd name="connsiteY84" fmla="*/ 132923 h 1375777"/>
                <a:gd name="connsiteX85" fmla="*/ 790715 w 1128437"/>
                <a:gd name="connsiteY85" fmla="*/ 164038 h 1375777"/>
                <a:gd name="connsiteX86" fmla="*/ 828413 w 1128437"/>
                <a:gd name="connsiteY86" fmla="*/ 131754 h 1375777"/>
                <a:gd name="connsiteX87" fmla="*/ 861574 w 1128437"/>
                <a:gd name="connsiteY87" fmla="*/ 148226 h 1375777"/>
                <a:gd name="connsiteX88" fmla="*/ 863785 w 1128437"/>
                <a:gd name="connsiteY88" fmla="*/ 187704 h 1375777"/>
                <a:gd name="connsiteX89" fmla="*/ 907496 w 1128437"/>
                <a:gd name="connsiteY89" fmla="*/ 215794 h 1375777"/>
                <a:gd name="connsiteX90" fmla="*/ 905945 w 1128437"/>
                <a:gd name="connsiteY90" fmla="*/ 279574 h 1375777"/>
                <a:gd name="connsiteX91" fmla="*/ 911283 w 1128437"/>
                <a:gd name="connsiteY91" fmla="*/ 294610 h 1375777"/>
                <a:gd name="connsiteX92" fmla="*/ 984113 w 1128437"/>
                <a:gd name="connsiteY92" fmla="*/ 242714 h 1375777"/>
                <a:gd name="connsiteX93" fmla="*/ 1083799 w 1128437"/>
                <a:gd name="connsiteY93" fmla="*/ 191225 h 1375777"/>
                <a:gd name="connsiteX94" fmla="*/ 1108991 w 1128437"/>
                <a:gd name="connsiteY94" fmla="*/ 228733 h 1375777"/>
                <a:gd name="connsiteX95" fmla="*/ 1121777 w 1128437"/>
                <a:gd name="connsiteY95" fmla="*/ 247569 h 1375777"/>
                <a:gd name="connsiteX96" fmla="*/ 1122171 w 1128437"/>
                <a:gd name="connsiteY96" fmla="*/ 253175 h 1375777"/>
                <a:gd name="connsiteX97" fmla="*/ 1128438 w 1128437"/>
                <a:gd name="connsiteY97" fmla="*/ 323106 h 1375777"/>
                <a:gd name="connsiteX98" fmla="*/ 957104 w 1128437"/>
                <a:gd name="connsiteY98" fmla="*/ 425703 h 1375777"/>
                <a:gd name="connsiteX99" fmla="*/ 978622 w 1128437"/>
                <a:gd name="connsiteY99" fmla="*/ 463350 h 1375777"/>
                <a:gd name="connsiteX100" fmla="*/ 971708 w 1128437"/>
                <a:gd name="connsiteY100" fmla="*/ 507925 h 1375777"/>
                <a:gd name="connsiteX101" fmla="*/ 909212 w 1128437"/>
                <a:gd name="connsiteY101" fmla="*/ 565159 h 1375777"/>
                <a:gd name="connsiteX102" fmla="*/ 873051 w 1128437"/>
                <a:gd name="connsiteY102" fmla="*/ 571959 h 1375777"/>
                <a:gd name="connsiteX103" fmla="*/ 869924 w 1128437"/>
                <a:gd name="connsiteY103" fmla="*/ 594177 h 1375777"/>
                <a:gd name="connsiteX104" fmla="*/ 884414 w 1128437"/>
                <a:gd name="connsiteY104" fmla="*/ 648551 h 1375777"/>
                <a:gd name="connsiteX105" fmla="*/ 854914 w 1128437"/>
                <a:gd name="connsiteY105" fmla="*/ 659914 h 1375777"/>
                <a:gd name="connsiteX106" fmla="*/ 843818 w 1128437"/>
                <a:gd name="connsiteY106" fmla="*/ 740052 h 1375777"/>
                <a:gd name="connsiteX107" fmla="*/ 780928 w 1128437"/>
                <a:gd name="connsiteY107" fmla="*/ 767887 h 1375777"/>
                <a:gd name="connsiteX108" fmla="*/ 751300 w 1128437"/>
                <a:gd name="connsiteY108" fmla="*/ 715203 h 1375777"/>
                <a:gd name="connsiteX109" fmla="*/ 710055 w 1128437"/>
                <a:gd name="connsiteY109" fmla="*/ 746712 h 1375777"/>
                <a:gd name="connsiteX110" fmla="*/ 701578 w 1128437"/>
                <a:gd name="connsiteY110" fmla="*/ 807492 h 1375777"/>
                <a:gd name="connsiteX111" fmla="*/ 632663 w 1128437"/>
                <a:gd name="connsiteY111" fmla="*/ 857811 h 1375777"/>
                <a:gd name="connsiteX112" fmla="*/ 598867 w 1128437"/>
                <a:gd name="connsiteY112" fmla="*/ 849969 h 1375777"/>
                <a:gd name="connsiteX113" fmla="*/ 558410 w 1128437"/>
                <a:gd name="connsiteY113" fmla="*/ 879635 h 1375777"/>
                <a:gd name="connsiteX114" fmla="*/ 561422 w 1128437"/>
                <a:gd name="connsiteY114" fmla="*/ 925125 h 1375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1128437" h="1375777">
                  <a:moveTo>
                    <a:pt x="561422" y="925125"/>
                  </a:moveTo>
                  <a:lnTo>
                    <a:pt x="572252" y="962493"/>
                  </a:lnTo>
                  <a:lnTo>
                    <a:pt x="523965" y="1005771"/>
                  </a:lnTo>
                  <a:lnTo>
                    <a:pt x="518220" y="1048897"/>
                  </a:lnTo>
                  <a:lnTo>
                    <a:pt x="574730" y="1106398"/>
                  </a:lnTo>
                  <a:lnTo>
                    <a:pt x="575518" y="1212922"/>
                  </a:lnTo>
                  <a:lnTo>
                    <a:pt x="547200" y="1223776"/>
                  </a:lnTo>
                  <a:lnTo>
                    <a:pt x="499041" y="1262339"/>
                  </a:lnTo>
                  <a:lnTo>
                    <a:pt x="447361" y="1223128"/>
                  </a:lnTo>
                  <a:lnTo>
                    <a:pt x="397499" y="1239067"/>
                  </a:lnTo>
                  <a:lnTo>
                    <a:pt x="360576" y="1206008"/>
                  </a:lnTo>
                  <a:lnTo>
                    <a:pt x="283577" y="1192535"/>
                  </a:lnTo>
                  <a:lnTo>
                    <a:pt x="252908" y="1226522"/>
                  </a:lnTo>
                  <a:lnTo>
                    <a:pt x="243388" y="1299847"/>
                  </a:lnTo>
                  <a:lnTo>
                    <a:pt x="251217" y="1340888"/>
                  </a:lnTo>
                  <a:lnTo>
                    <a:pt x="180358" y="1357094"/>
                  </a:lnTo>
                  <a:lnTo>
                    <a:pt x="165614" y="1375778"/>
                  </a:lnTo>
                  <a:lnTo>
                    <a:pt x="57425" y="1318010"/>
                  </a:lnTo>
                  <a:lnTo>
                    <a:pt x="16714" y="1203377"/>
                  </a:lnTo>
                  <a:lnTo>
                    <a:pt x="48286" y="1080266"/>
                  </a:lnTo>
                  <a:lnTo>
                    <a:pt x="52341" y="1013601"/>
                  </a:lnTo>
                  <a:lnTo>
                    <a:pt x="31064" y="997014"/>
                  </a:lnTo>
                  <a:lnTo>
                    <a:pt x="0" y="939373"/>
                  </a:lnTo>
                  <a:lnTo>
                    <a:pt x="394" y="884732"/>
                  </a:lnTo>
                  <a:lnTo>
                    <a:pt x="57819" y="904852"/>
                  </a:lnTo>
                  <a:lnTo>
                    <a:pt x="106626" y="896768"/>
                  </a:lnTo>
                  <a:lnTo>
                    <a:pt x="109626" y="830370"/>
                  </a:lnTo>
                  <a:lnTo>
                    <a:pt x="77914" y="706980"/>
                  </a:lnTo>
                  <a:lnTo>
                    <a:pt x="96305" y="673654"/>
                  </a:lnTo>
                  <a:lnTo>
                    <a:pt x="184273" y="645284"/>
                  </a:lnTo>
                  <a:lnTo>
                    <a:pt x="168347" y="592753"/>
                  </a:lnTo>
                  <a:lnTo>
                    <a:pt x="162348" y="568044"/>
                  </a:lnTo>
                  <a:lnTo>
                    <a:pt x="171219" y="467913"/>
                  </a:lnTo>
                  <a:lnTo>
                    <a:pt x="213112" y="427406"/>
                  </a:lnTo>
                  <a:lnTo>
                    <a:pt x="194059" y="402964"/>
                  </a:lnTo>
                  <a:lnTo>
                    <a:pt x="138846" y="400473"/>
                  </a:lnTo>
                  <a:lnTo>
                    <a:pt x="130636" y="336045"/>
                  </a:lnTo>
                  <a:lnTo>
                    <a:pt x="154658" y="317615"/>
                  </a:lnTo>
                  <a:lnTo>
                    <a:pt x="143943" y="285331"/>
                  </a:lnTo>
                  <a:lnTo>
                    <a:pt x="112117" y="271210"/>
                  </a:lnTo>
                  <a:lnTo>
                    <a:pt x="123708" y="248345"/>
                  </a:lnTo>
                  <a:lnTo>
                    <a:pt x="151518" y="221679"/>
                  </a:lnTo>
                  <a:lnTo>
                    <a:pt x="177612" y="210036"/>
                  </a:lnTo>
                  <a:lnTo>
                    <a:pt x="209846" y="213048"/>
                  </a:lnTo>
                  <a:lnTo>
                    <a:pt x="285408" y="180625"/>
                  </a:lnTo>
                  <a:lnTo>
                    <a:pt x="284111" y="146396"/>
                  </a:lnTo>
                  <a:lnTo>
                    <a:pt x="311502" y="134245"/>
                  </a:lnTo>
                  <a:lnTo>
                    <a:pt x="309163" y="108609"/>
                  </a:lnTo>
                  <a:lnTo>
                    <a:pt x="306024" y="75016"/>
                  </a:lnTo>
                  <a:lnTo>
                    <a:pt x="344802" y="25878"/>
                  </a:lnTo>
                  <a:lnTo>
                    <a:pt x="344523" y="12939"/>
                  </a:lnTo>
                  <a:lnTo>
                    <a:pt x="366448" y="1182"/>
                  </a:lnTo>
                  <a:lnTo>
                    <a:pt x="378840" y="0"/>
                  </a:lnTo>
                  <a:lnTo>
                    <a:pt x="388640" y="5224"/>
                  </a:lnTo>
                  <a:lnTo>
                    <a:pt x="390470" y="14769"/>
                  </a:lnTo>
                  <a:lnTo>
                    <a:pt x="380810" y="38042"/>
                  </a:lnTo>
                  <a:lnTo>
                    <a:pt x="386937" y="62865"/>
                  </a:lnTo>
                  <a:lnTo>
                    <a:pt x="385373" y="77520"/>
                  </a:lnTo>
                  <a:lnTo>
                    <a:pt x="375460" y="97894"/>
                  </a:lnTo>
                  <a:lnTo>
                    <a:pt x="367630" y="132529"/>
                  </a:lnTo>
                  <a:lnTo>
                    <a:pt x="358224" y="169389"/>
                  </a:lnTo>
                  <a:lnTo>
                    <a:pt x="377150" y="192521"/>
                  </a:lnTo>
                  <a:lnTo>
                    <a:pt x="392809" y="204037"/>
                  </a:lnTo>
                  <a:lnTo>
                    <a:pt x="391373" y="210303"/>
                  </a:lnTo>
                  <a:lnTo>
                    <a:pt x="385246" y="233321"/>
                  </a:lnTo>
                  <a:lnTo>
                    <a:pt x="388640" y="275379"/>
                  </a:lnTo>
                  <a:lnTo>
                    <a:pt x="401439" y="293568"/>
                  </a:lnTo>
                  <a:lnTo>
                    <a:pt x="411340" y="294216"/>
                  </a:lnTo>
                  <a:lnTo>
                    <a:pt x="411849" y="282586"/>
                  </a:lnTo>
                  <a:lnTo>
                    <a:pt x="426618" y="265847"/>
                  </a:lnTo>
                  <a:lnTo>
                    <a:pt x="449840" y="253175"/>
                  </a:lnTo>
                  <a:lnTo>
                    <a:pt x="449052" y="237757"/>
                  </a:lnTo>
                  <a:lnTo>
                    <a:pt x="443180" y="229508"/>
                  </a:lnTo>
                  <a:lnTo>
                    <a:pt x="446700" y="215794"/>
                  </a:lnTo>
                  <a:lnTo>
                    <a:pt x="443180" y="204545"/>
                  </a:lnTo>
                  <a:lnTo>
                    <a:pt x="424902" y="186382"/>
                  </a:lnTo>
                  <a:lnTo>
                    <a:pt x="419564" y="170965"/>
                  </a:lnTo>
                  <a:lnTo>
                    <a:pt x="439265" y="121420"/>
                  </a:lnTo>
                  <a:lnTo>
                    <a:pt x="438489" y="105609"/>
                  </a:lnTo>
                  <a:lnTo>
                    <a:pt x="473061" y="112663"/>
                  </a:lnTo>
                  <a:lnTo>
                    <a:pt x="569112" y="132148"/>
                  </a:lnTo>
                  <a:lnTo>
                    <a:pt x="577857" y="144299"/>
                  </a:lnTo>
                  <a:lnTo>
                    <a:pt x="621974" y="212006"/>
                  </a:lnTo>
                  <a:lnTo>
                    <a:pt x="662685" y="175935"/>
                  </a:lnTo>
                  <a:lnTo>
                    <a:pt x="747258" y="132923"/>
                  </a:lnTo>
                  <a:lnTo>
                    <a:pt x="790715" y="164038"/>
                  </a:lnTo>
                  <a:lnTo>
                    <a:pt x="828413" y="131754"/>
                  </a:lnTo>
                  <a:lnTo>
                    <a:pt x="861574" y="148226"/>
                  </a:lnTo>
                  <a:lnTo>
                    <a:pt x="863785" y="187704"/>
                  </a:lnTo>
                  <a:lnTo>
                    <a:pt x="907496" y="215794"/>
                  </a:lnTo>
                  <a:lnTo>
                    <a:pt x="905945" y="279574"/>
                  </a:lnTo>
                  <a:lnTo>
                    <a:pt x="911283" y="294610"/>
                  </a:lnTo>
                  <a:lnTo>
                    <a:pt x="984113" y="242714"/>
                  </a:lnTo>
                  <a:lnTo>
                    <a:pt x="1083799" y="191225"/>
                  </a:lnTo>
                  <a:lnTo>
                    <a:pt x="1108991" y="228733"/>
                  </a:lnTo>
                  <a:lnTo>
                    <a:pt x="1121777" y="247569"/>
                  </a:lnTo>
                  <a:lnTo>
                    <a:pt x="1122171" y="253175"/>
                  </a:lnTo>
                  <a:lnTo>
                    <a:pt x="1128438" y="323106"/>
                  </a:lnTo>
                  <a:lnTo>
                    <a:pt x="957104" y="425703"/>
                  </a:lnTo>
                  <a:lnTo>
                    <a:pt x="978622" y="463350"/>
                  </a:lnTo>
                  <a:lnTo>
                    <a:pt x="971708" y="507925"/>
                  </a:lnTo>
                  <a:lnTo>
                    <a:pt x="909212" y="565159"/>
                  </a:lnTo>
                  <a:lnTo>
                    <a:pt x="873051" y="571959"/>
                  </a:lnTo>
                  <a:lnTo>
                    <a:pt x="869924" y="594177"/>
                  </a:lnTo>
                  <a:lnTo>
                    <a:pt x="884414" y="648551"/>
                  </a:lnTo>
                  <a:lnTo>
                    <a:pt x="854914" y="659914"/>
                  </a:lnTo>
                  <a:lnTo>
                    <a:pt x="843818" y="740052"/>
                  </a:lnTo>
                  <a:lnTo>
                    <a:pt x="780928" y="767887"/>
                  </a:lnTo>
                  <a:lnTo>
                    <a:pt x="751300" y="715203"/>
                  </a:lnTo>
                  <a:lnTo>
                    <a:pt x="710055" y="746712"/>
                  </a:lnTo>
                  <a:lnTo>
                    <a:pt x="701578" y="807492"/>
                  </a:lnTo>
                  <a:lnTo>
                    <a:pt x="632663" y="857811"/>
                  </a:lnTo>
                  <a:lnTo>
                    <a:pt x="598867" y="849969"/>
                  </a:lnTo>
                  <a:lnTo>
                    <a:pt x="558410" y="879635"/>
                  </a:lnTo>
                  <a:lnTo>
                    <a:pt x="561422" y="925125"/>
                  </a:lnTo>
                  <a:close/>
                </a:path>
              </a:pathLst>
            </a:custGeom>
            <a:noFill/>
            <a:ln w="3810" cap="flat">
              <a:solidFill>
                <a:srgbClr val="E6E4E2"/>
              </a:solidFill>
              <a:prstDash val="solid"/>
              <a:miter/>
            </a:ln>
          </p:spPr>
          <p:txBody>
            <a:bodyPr rtlCol="0" anchor="ctr"/>
            <a:lstStyle/>
            <a:p>
              <a:endParaRPr lang="de-CH"/>
            </a:p>
          </p:txBody>
        </p:sp>
        <p:sp>
          <p:nvSpPr>
            <p:cNvPr id="19" name="Freihandform: Form 18">
              <a:extLst>
                <a:ext uri="{FF2B5EF4-FFF2-40B4-BE49-F238E27FC236}">
                  <a16:creationId xmlns:a16="http://schemas.microsoft.com/office/drawing/2014/main" id="{B0129FBD-ABCD-2CF0-3A11-1ADFA32C20D9}"/>
                </a:ext>
              </a:extLst>
            </p:cNvPr>
            <p:cNvSpPr/>
            <p:nvPr/>
          </p:nvSpPr>
          <p:spPr>
            <a:xfrm>
              <a:off x="6462138" y="2231890"/>
              <a:ext cx="1245803" cy="993048"/>
            </a:xfrm>
            <a:custGeom>
              <a:avLst/>
              <a:gdLst>
                <a:gd name="connsiteX0" fmla="*/ 853833 w 1245803"/>
                <a:gd name="connsiteY0" fmla="*/ 403028 h 993048"/>
                <a:gd name="connsiteX1" fmla="*/ 867929 w 1245803"/>
                <a:gd name="connsiteY1" fmla="*/ 395059 h 993048"/>
                <a:gd name="connsiteX2" fmla="*/ 873280 w 1245803"/>
                <a:gd name="connsiteY2" fmla="*/ 380696 h 993048"/>
                <a:gd name="connsiteX3" fmla="*/ 862972 w 1245803"/>
                <a:gd name="connsiteY3" fmla="*/ 370744 h 993048"/>
                <a:gd name="connsiteX4" fmla="*/ 849919 w 1245803"/>
                <a:gd name="connsiteY4" fmla="*/ 366041 h 993048"/>
                <a:gd name="connsiteX5" fmla="*/ 832824 w 1245803"/>
                <a:gd name="connsiteY5" fmla="*/ 353331 h 993048"/>
                <a:gd name="connsiteX6" fmla="*/ 832430 w 1245803"/>
                <a:gd name="connsiteY6" fmla="*/ 339617 h 993048"/>
                <a:gd name="connsiteX7" fmla="*/ 824486 w 1245803"/>
                <a:gd name="connsiteY7" fmla="*/ 315569 h 993048"/>
                <a:gd name="connsiteX8" fmla="*/ 825909 w 1245803"/>
                <a:gd name="connsiteY8" fmla="*/ 288255 h 993048"/>
                <a:gd name="connsiteX9" fmla="*/ 810619 w 1245803"/>
                <a:gd name="connsiteY9" fmla="*/ 251942 h 993048"/>
                <a:gd name="connsiteX10" fmla="*/ 814152 w 1245803"/>
                <a:gd name="connsiteY10" fmla="*/ 243833 h 993048"/>
                <a:gd name="connsiteX11" fmla="*/ 806730 w 1245803"/>
                <a:gd name="connsiteY11" fmla="*/ 229979 h 993048"/>
                <a:gd name="connsiteX12" fmla="*/ 810619 w 1245803"/>
                <a:gd name="connsiteY12" fmla="*/ 222073 h 993048"/>
                <a:gd name="connsiteX13" fmla="*/ 813491 w 1245803"/>
                <a:gd name="connsiteY13" fmla="*/ 213697 h 993048"/>
                <a:gd name="connsiteX14" fmla="*/ 813491 w 1245803"/>
                <a:gd name="connsiteY14" fmla="*/ 206782 h 993048"/>
                <a:gd name="connsiteX15" fmla="*/ 806730 w 1245803"/>
                <a:gd name="connsiteY15" fmla="*/ 210176 h 993048"/>
                <a:gd name="connsiteX16" fmla="*/ 799929 w 1245803"/>
                <a:gd name="connsiteY16" fmla="*/ 206363 h 993048"/>
                <a:gd name="connsiteX17" fmla="*/ 798481 w 1245803"/>
                <a:gd name="connsiteY17" fmla="*/ 198000 h 993048"/>
                <a:gd name="connsiteX18" fmla="*/ 790016 w 1245803"/>
                <a:gd name="connsiteY18" fmla="*/ 196169 h 993048"/>
                <a:gd name="connsiteX19" fmla="*/ 786736 w 1245803"/>
                <a:gd name="connsiteY19" fmla="*/ 207672 h 993048"/>
                <a:gd name="connsiteX20" fmla="*/ 778652 w 1245803"/>
                <a:gd name="connsiteY20" fmla="*/ 211193 h 993048"/>
                <a:gd name="connsiteX21" fmla="*/ 770289 w 1245803"/>
                <a:gd name="connsiteY21" fmla="*/ 213544 h 993048"/>
                <a:gd name="connsiteX22" fmla="*/ 762473 w 1245803"/>
                <a:gd name="connsiteY22" fmla="*/ 210023 h 993048"/>
                <a:gd name="connsiteX23" fmla="*/ 756728 w 1245803"/>
                <a:gd name="connsiteY23" fmla="*/ 216162 h 993048"/>
                <a:gd name="connsiteX24" fmla="*/ 754249 w 1245803"/>
                <a:gd name="connsiteY24" fmla="*/ 230144 h 993048"/>
                <a:gd name="connsiteX25" fmla="*/ 747195 w 1245803"/>
                <a:gd name="connsiteY25" fmla="*/ 237452 h 993048"/>
                <a:gd name="connsiteX26" fmla="*/ 749737 w 1245803"/>
                <a:gd name="connsiteY26" fmla="*/ 242295 h 993048"/>
                <a:gd name="connsiteX27" fmla="*/ 757185 w 1245803"/>
                <a:gd name="connsiteY27" fmla="*/ 240070 h 993048"/>
                <a:gd name="connsiteX28" fmla="*/ 763451 w 1245803"/>
                <a:gd name="connsiteY28" fmla="*/ 255882 h 993048"/>
                <a:gd name="connsiteX29" fmla="*/ 782898 w 1245803"/>
                <a:gd name="connsiteY29" fmla="*/ 285420 h 993048"/>
                <a:gd name="connsiteX30" fmla="*/ 784067 w 1245803"/>
                <a:gd name="connsiteY30" fmla="*/ 304486 h 993048"/>
                <a:gd name="connsiteX31" fmla="*/ 790588 w 1245803"/>
                <a:gd name="connsiteY31" fmla="*/ 311273 h 993048"/>
                <a:gd name="connsiteX32" fmla="*/ 801950 w 1245803"/>
                <a:gd name="connsiteY32" fmla="*/ 320818 h 993048"/>
                <a:gd name="connsiteX33" fmla="*/ 793727 w 1245803"/>
                <a:gd name="connsiteY33" fmla="*/ 333884 h 993048"/>
                <a:gd name="connsiteX34" fmla="*/ 797248 w 1245803"/>
                <a:gd name="connsiteY34" fmla="*/ 346290 h 993048"/>
                <a:gd name="connsiteX35" fmla="*/ 806386 w 1245803"/>
                <a:gd name="connsiteY35" fmla="*/ 348641 h 993048"/>
                <a:gd name="connsiteX36" fmla="*/ 810962 w 1245803"/>
                <a:gd name="connsiteY36" fmla="*/ 356267 h 993048"/>
                <a:gd name="connsiteX37" fmla="*/ 820215 w 1245803"/>
                <a:gd name="connsiteY37" fmla="*/ 358885 h 993048"/>
                <a:gd name="connsiteX38" fmla="*/ 833129 w 1245803"/>
                <a:gd name="connsiteY38" fmla="*/ 380188 h 993048"/>
                <a:gd name="connsiteX39" fmla="*/ 847224 w 1245803"/>
                <a:gd name="connsiteY39" fmla="*/ 388805 h 993048"/>
                <a:gd name="connsiteX40" fmla="*/ 853122 w 1245803"/>
                <a:gd name="connsiteY40" fmla="*/ 394169 h 993048"/>
                <a:gd name="connsiteX41" fmla="*/ 602502 w 1245803"/>
                <a:gd name="connsiteY41" fmla="*/ 252463 h 993048"/>
                <a:gd name="connsiteX42" fmla="*/ 604446 w 1245803"/>
                <a:gd name="connsiteY42" fmla="*/ 224361 h 993048"/>
                <a:gd name="connsiteX43" fmla="*/ 630413 w 1245803"/>
                <a:gd name="connsiteY43" fmla="*/ 208422 h 993048"/>
                <a:gd name="connsiteX44" fmla="*/ 611882 w 1245803"/>
                <a:gd name="connsiteY44" fmla="*/ 172338 h 993048"/>
                <a:gd name="connsiteX45" fmla="*/ 611374 w 1245803"/>
                <a:gd name="connsiteY45" fmla="*/ 162398 h 993048"/>
                <a:gd name="connsiteX46" fmla="*/ 590084 w 1245803"/>
                <a:gd name="connsiteY46" fmla="*/ 140791 h 993048"/>
                <a:gd name="connsiteX47" fmla="*/ 588521 w 1245803"/>
                <a:gd name="connsiteY47" fmla="*/ 112435 h 993048"/>
                <a:gd name="connsiteX48" fmla="*/ 655071 w 1245803"/>
                <a:gd name="connsiteY48" fmla="*/ 53879 h 993048"/>
                <a:gd name="connsiteX49" fmla="*/ 669294 w 1245803"/>
                <a:gd name="connsiteY49" fmla="*/ 57793 h 993048"/>
                <a:gd name="connsiteX50" fmla="*/ 693062 w 1245803"/>
                <a:gd name="connsiteY50" fmla="*/ 44460 h 993048"/>
                <a:gd name="connsiteX51" fmla="*/ 740687 w 1245803"/>
                <a:gd name="connsiteY51" fmla="*/ 35563 h 993048"/>
                <a:gd name="connsiteX52" fmla="*/ 750995 w 1245803"/>
                <a:gd name="connsiteY52" fmla="*/ 41435 h 993048"/>
                <a:gd name="connsiteX53" fmla="*/ 773442 w 1245803"/>
                <a:gd name="connsiteY53" fmla="*/ 44969 h 993048"/>
                <a:gd name="connsiteX54" fmla="*/ 782339 w 1245803"/>
                <a:gd name="connsiteY54" fmla="*/ 37343 h 993048"/>
                <a:gd name="connsiteX55" fmla="*/ 810021 w 1245803"/>
                <a:gd name="connsiteY55" fmla="*/ 41003 h 993048"/>
                <a:gd name="connsiteX56" fmla="*/ 814330 w 1245803"/>
                <a:gd name="connsiteY56" fmla="*/ 19828 h 993048"/>
                <a:gd name="connsiteX57" fmla="*/ 829582 w 1245803"/>
                <a:gd name="connsiteY57" fmla="*/ 13028 h 993048"/>
                <a:gd name="connsiteX58" fmla="*/ 839090 w 1245803"/>
                <a:gd name="connsiteY58" fmla="*/ 1398 h 993048"/>
                <a:gd name="connsiteX59" fmla="*/ 845750 w 1245803"/>
                <a:gd name="connsiteY59" fmla="*/ 4538 h 993048"/>
                <a:gd name="connsiteX60" fmla="*/ 841695 w 1245803"/>
                <a:gd name="connsiteY60" fmla="*/ 18125 h 993048"/>
                <a:gd name="connsiteX61" fmla="*/ 825376 w 1245803"/>
                <a:gd name="connsiteY61" fmla="*/ 31979 h 993048"/>
                <a:gd name="connsiteX62" fmla="*/ 819020 w 1245803"/>
                <a:gd name="connsiteY62" fmla="*/ 47015 h 993048"/>
                <a:gd name="connsiteX63" fmla="*/ 838861 w 1245803"/>
                <a:gd name="connsiteY63" fmla="*/ 51858 h 993048"/>
                <a:gd name="connsiteX64" fmla="*/ 860392 w 1245803"/>
                <a:gd name="connsiteY64" fmla="*/ 57997 h 993048"/>
                <a:gd name="connsiteX65" fmla="*/ 864701 w 1245803"/>
                <a:gd name="connsiteY65" fmla="*/ 71457 h 993048"/>
                <a:gd name="connsiteX66" fmla="*/ 894328 w 1245803"/>
                <a:gd name="connsiteY66" fmla="*/ 72105 h 993048"/>
                <a:gd name="connsiteX67" fmla="*/ 911690 w 1245803"/>
                <a:gd name="connsiteY67" fmla="*/ 82184 h 993048"/>
                <a:gd name="connsiteX68" fmla="*/ 925773 w 1245803"/>
                <a:gd name="connsiteY68" fmla="*/ 79045 h 993048"/>
                <a:gd name="connsiteX69" fmla="*/ 933857 w 1245803"/>
                <a:gd name="connsiteY69" fmla="*/ 69487 h 993048"/>
                <a:gd name="connsiteX70" fmla="*/ 936729 w 1245803"/>
                <a:gd name="connsiteY70" fmla="*/ 48045 h 993048"/>
                <a:gd name="connsiteX71" fmla="*/ 953443 w 1245803"/>
                <a:gd name="connsiteY71" fmla="*/ 42706 h 993048"/>
                <a:gd name="connsiteX72" fmla="*/ 977326 w 1245803"/>
                <a:gd name="connsiteY72" fmla="*/ 36021 h 993048"/>
                <a:gd name="connsiteX73" fmla="*/ 989591 w 1245803"/>
                <a:gd name="connsiteY73" fmla="*/ 37864 h 993048"/>
                <a:gd name="connsiteX74" fmla="*/ 1005517 w 1245803"/>
                <a:gd name="connsiteY74" fmla="*/ 29361 h 993048"/>
                <a:gd name="connsiteX75" fmla="*/ 1014414 w 1245803"/>
                <a:gd name="connsiteY75" fmla="*/ 31712 h 993048"/>
                <a:gd name="connsiteX76" fmla="*/ 1025853 w 1245803"/>
                <a:gd name="connsiteY76" fmla="*/ 40876 h 993048"/>
                <a:gd name="connsiteX77" fmla="*/ 1050664 w 1245803"/>
                <a:gd name="connsiteY77" fmla="*/ 32500 h 993048"/>
                <a:gd name="connsiteX78" fmla="*/ 1072195 w 1245803"/>
                <a:gd name="connsiteY78" fmla="*/ 28446 h 993048"/>
                <a:gd name="connsiteX79" fmla="*/ 1094107 w 1245803"/>
                <a:gd name="connsiteY79" fmla="*/ 18392 h 993048"/>
                <a:gd name="connsiteX80" fmla="*/ 1114215 w 1245803"/>
                <a:gd name="connsiteY80" fmla="*/ 7156 h 993048"/>
                <a:gd name="connsiteX81" fmla="*/ 1114723 w 1245803"/>
                <a:gd name="connsiteY81" fmla="*/ 216 h 993048"/>
                <a:gd name="connsiteX82" fmla="*/ 1146054 w 1245803"/>
                <a:gd name="connsiteY82" fmla="*/ 4805 h 993048"/>
                <a:gd name="connsiteX83" fmla="*/ 1164458 w 1245803"/>
                <a:gd name="connsiteY83" fmla="*/ 1271 h 993048"/>
                <a:gd name="connsiteX84" fmla="*/ 1172084 w 1245803"/>
                <a:gd name="connsiteY84" fmla="*/ 0 h 993048"/>
                <a:gd name="connsiteX85" fmla="*/ 1178605 w 1245803"/>
                <a:gd name="connsiteY85" fmla="*/ 4182 h 993048"/>
                <a:gd name="connsiteX86" fmla="*/ 1181464 w 1245803"/>
                <a:gd name="connsiteY86" fmla="*/ 14769 h 993048"/>
                <a:gd name="connsiteX87" fmla="*/ 1148710 w 1245803"/>
                <a:gd name="connsiteY87" fmla="*/ 55569 h 993048"/>
                <a:gd name="connsiteX88" fmla="*/ 1158103 w 1245803"/>
                <a:gd name="connsiteY88" fmla="*/ 101707 h 993048"/>
                <a:gd name="connsiteX89" fmla="*/ 1175592 w 1245803"/>
                <a:gd name="connsiteY89" fmla="*/ 115968 h 993048"/>
                <a:gd name="connsiteX90" fmla="*/ 1196869 w 1245803"/>
                <a:gd name="connsiteY90" fmla="*/ 102355 h 993048"/>
                <a:gd name="connsiteX91" fmla="*/ 1245804 w 1245803"/>
                <a:gd name="connsiteY91" fmla="*/ 131589 h 993048"/>
                <a:gd name="connsiteX92" fmla="*/ 1177308 w 1245803"/>
                <a:gd name="connsiteY92" fmla="*/ 234059 h 993048"/>
                <a:gd name="connsiteX93" fmla="*/ 1171945 w 1245803"/>
                <a:gd name="connsiteY93" fmla="*/ 242168 h 993048"/>
                <a:gd name="connsiteX94" fmla="*/ 1176266 w 1245803"/>
                <a:gd name="connsiteY94" fmla="*/ 248523 h 993048"/>
                <a:gd name="connsiteX95" fmla="*/ 1182520 w 1245803"/>
                <a:gd name="connsiteY95" fmla="*/ 297266 h 993048"/>
                <a:gd name="connsiteX96" fmla="*/ 1182786 w 1245803"/>
                <a:gd name="connsiteY96" fmla="*/ 306291 h 993048"/>
                <a:gd name="connsiteX97" fmla="*/ 1180549 w 1245803"/>
                <a:gd name="connsiteY97" fmla="*/ 339871 h 993048"/>
                <a:gd name="connsiteX98" fmla="*/ 1147020 w 1245803"/>
                <a:gd name="connsiteY98" fmla="*/ 377404 h 993048"/>
                <a:gd name="connsiteX99" fmla="*/ 1162158 w 1245803"/>
                <a:gd name="connsiteY99" fmla="*/ 422487 h 993048"/>
                <a:gd name="connsiteX100" fmla="*/ 1137869 w 1245803"/>
                <a:gd name="connsiteY100" fmla="*/ 503121 h 993048"/>
                <a:gd name="connsiteX101" fmla="*/ 1090650 w 1245803"/>
                <a:gd name="connsiteY101" fmla="*/ 533625 h 993048"/>
                <a:gd name="connsiteX102" fmla="*/ 1042491 w 1245803"/>
                <a:gd name="connsiteY102" fmla="*/ 551254 h 993048"/>
                <a:gd name="connsiteX103" fmla="*/ 1031141 w 1245803"/>
                <a:gd name="connsiteY103" fmla="*/ 589957 h 993048"/>
                <a:gd name="connsiteX104" fmla="*/ 1063095 w 1245803"/>
                <a:gd name="connsiteY104" fmla="*/ 600938 h 993048"/>
                <a:gd name="connsiteX105" fmla="*/ 1096903 w 1245803"/>
                <a:gd name="connsiteY105" fmla="*/ 653216 h 993048"/>
                <a:gd name="connsiteX106" fmla="*/ 1145838 w 1245803"/>
                <a:gd name="connsiteY106" fmla="*/ 741310 h 993048"/>
                <a:gd name="connsiteX107" fmla="*/ 1190984 w 1245803"/>
                <a:gd name="connsiteY107" fmla="*/ 768878 h 993048"/>
                <a:gd name="connsiteX108" fmla="*/ 1158764 w 1245803"/>
                <a:gd name="connsiteY108" fmla="*/ 832010 h 993048"/>
                <a:gd name="connsiteX109" fmla="*/ 1175846 w 1245803"/>
                <a:gd name="connsiteY109" fmla="*/ 863519 h 993048"/>
                <a:gd name="connsiteX110" fmla="*/ 1119350 w 1245803"/>
                <a:gd name="connsiteY110" fmla="*/ 889651 h 993048"/>
                <a:gd name="connsiteX111" fmla="*/ 1019651 w 1245803"/>
                <a:gd name="connsiteY111" fmla="*/ 941153 h 993048"/>
                <a:gd name="connsiteX112" fmla="*/ 946821 w 1245803"/>
                <a:gd name="connsiteY112" fmla="*/ 993048 h 993048"/>
                <a:gd name="connsiteX113" fmla="*/ 941483 w 1245803"/>
                <a:gd name="connsiteY113" fmla="*/ 978012 h 993048"/>
                <a:gd name="connsiteX114" fmla="*/ 943047 w 1245803"/>
                <a:gd name="connsiteY114" fmla="*/ 914220 h 993048"/>
                <a:gd name="connsiteX115" fmla="*/ 899323 w 1245803"/>
                <a:gd name="connsiteY115" fmla="*/ 886130 h 993048"/>
                <a:gd name="connsiteX116" fmla="*/ 897112 w 1245803"/>
                <a:gd name="connsiteY116" fmla="*/ 846652 h 993048"/>
                <a:gd name="connsiteX117" fmla="*/ 863951 w 1245803"/>
                <a:gd name="connsiteY117" fmla="*/ 830129 h 993048"/>
                <a:gd name="connsiteX118" fmla="*/ 826253 w 1245803"/>
                <a:gd name="connsiteY118" fmla="*/ 862400 h 993048"/>
                <a:gd name="connsiteX119" fmla="*/ 782796 w 1245803"/>
                <a:gd name="connsiteY119" fmla="*/ 831298 h 993048"/>
                <a:gd name="connsiteX120" fmla="*/ 698223 w 1245803"/>
                <a:gd name="connsiteY120" fmla="*/ 874297 h 993048"/>
                <a:gd name="connsiteX121" fmla="*/ 657550 w 1245803"/>
                <a:gd name="connsiteY121" fmla="*/ 910368 h 993048"/>
                <a:gd name="connsiteX122" fmla="*/ 613445 w 1245803"/>
                <a:gd name="connsiteY122" fmla="*/ 842674 h 993048"/>
                <a:gd name="connsiteX123" fmla="*/ 604688 w 1245803"/>
                <a:gd name="connsiteY123" fmla="*/ 830523 h 993048"/>
                <a:gd name="connsiteX124" fmla="*/ 508637 w 1245803"/>
                <a:gd name="connsiteY124" fmla="*/ 811038 h 993048"/>
                <a:gd name="connsiteX125" fmla="*/ 474065 w 1245803"/>
                <a:gd name="connsiteY125" fmla="*/ 803984 h 993048"/>
                <a:gd name="connsiteX126" fmla="*/ 462067 w 1245803"/>
                <a:gd name="connsiteY126" fmla="*/ 777852 h 993048"/>
                <a:gd name="connsiteX127" fmla="*/ 451111 w 1245803"/>
                <a:gd name="connsiteY127" fmla="*/ 732998 h 993048"/>
                <a:gd name="connsiteX128" fmla="*/ 454619 w 1245803"/>
                <a:gd name="connsiteY128" fmla="*/ 713144 h 993048"/>
                <a:gd name="connsiteX129" fmla="*/ 455788 w 1245803"/>
                <a:gd name="connsiteY129" fmla="*/ 701908 h 993048"/>
                <a:gd name="connsiteX130" fmla="*/ 450958 w 1245803"/>
                <a:gd name="connsiteY130" fmla="*/ 696545 h 993048"/>
                <a:gd name="connsiteX131" fmla="*/ 448480 w 1245803"/>
                <a:gd name="connsiteY131" fmla="*/ 683085 h 993048"/>
                <a:gd name="connsiteX132" fmla="*/ 434498 w 1245803"/>
                <a:gd name="connsiteY132" fmla="*/ 683606 h 993048"/>
                <a:gd name="connsiteX133" fmla="*/ 417416 w 1245803"/>
                <a:gd name="connsiteY133" fmla="*/ 677327 h 993048"/>
                <a:gd name="connsiteX134" fmla="*/ 411404 w 1245803"/>
                <a:gd name="connsiteY134" fmla="*/ 671709 h 993048"/>
                <a:gd name="connsiteX135" fmla="*/ 410235 w 1245803"/>
                <a:gd name="connsiteY135" fmla="*/ 664007 h 993048"/>
                <a:gd name="connsiteX136" fmla="*/ 400842 w 1245803"/>
                <a:gd name="connsiteY136" fmla="*/ 659939 h 993048"/>
                <a:gd name="connsiteX137" fmla="*/ 377747 w 1245803"/>
                <a:gd name="connsiteY137" fmla="*/ 665303 h 993048"/>
                <a:gd name="connsiteX138" fmla="*/ 346150 w 1245803"/>
                <a:gd name="connsiteY138" fmla="*/ 689618 h 993048"/>
                <a:gd name="connsiteX139" fmla="*/ 331673 w 1245803"/>
                <a:gd name="connsiteY139" fmla="*/ 697244 h 993048"/>
                <a:gd name="connsiteX140" fmla="*/ 304664 w 1245803"/>
                <a:gd name="connsiteY140" fmla="*/ 699315 h 993048"/>
                <a:gd name="connsiteX141" fmla="*/ 265631 w 1245803"/>
                <a:gd name="connsiteY141" fmla="*/ 683898 h 993048"/>
                <a:gd name="connsiteX142" fmla="*/ 232584 w 1245803"/>
                <a:gd name="connsiteY142" fmla="*/ 688880 h 993048"/>
                <a:gd name="connsiteX143" fmla="*/ 214701 w 1245803"/>
                <a:gd name="connsiteY143" fmla="*/ 692274 h 993048"/>
                <a:gd name="connsiteX144" fmla="*/ 189141 w 1245803"/>
                <a:gd name="connsiteY144" fmla="*/ 684165 h 993048"/>
                <a:gd name="connsiteX145" fmla="*/ 246413 w 1245803"/>
                <a:gd name="connsiteY145" fmla="*/ 651614 h 993048"/>
                <a:gd name="connsiteX146" fmla="*/ 254763 w 1245803"/>
                <a:gd name="connsiteY146" fmla="*/ 600252 h 993048"/>
                <a:gd name="connsiteX147" fmla="*/ 175820 w 1245803"/>
                <a:gd name="connsiteY147" fmla="*/ 537260 h 993048"/>
                <a:gd name="connsiteX148" fmla="*/ 154416 w 1245803"/>
                <a:gd name="connsiteY148" fmla="*/ 521436 h 993048"/>
                <a:gd name="connsiteX149" fmla="*/ 148544 w 1245803"/>
                <a:gd name="connsiteY149" fmla="*/ 516352 h 993048"/>
                <a:gd name="connsiteX150" fmla="*/ 83722 w 1245803"/>
                <a:gd name="connsiteY150" fmla="*/ 472057 h 993048"/>
                <a:gd name="connsiteX151" fmla="*/ 92721 w 1245803"/>
                <a:gd name="connsiteY151" fmla="*/ 444870 h 993048"/>
                <a:gd name="connsiteX152" fmla="*/ 101860 w 1245803"/>
                <a:gd name="connsiteY152" fmla="*/ 429046 h 993048"/>
                <a:gd name="connsiteX153" fmla="*/ 99648 w 1245803"/>
                <a:gd name="connsiteY153" fmla="*/ 423174 h 993048"/>
                <a:gd name="connsiteX154" fmla="*/ 92594 w 1245803"/>
                <a:gd name="connsiteY154" fmla="*/ 422119 h 993048"/>
                <a:gd name="connsiteX155" fmla="*/ 63767 w 1245803"/>
                <a:gd name="connsiteY155" fmla="*/ 466160 h 993048"/>
                <a:gd name="connsiteX156" fmla="*/ 56586 w 1245803"/>
                <a:gd name="connsiteY156" fmla="*/ 475451 h 993048"/>
                <a:gd name="connsiteX157" fmla="*/ 50231 w 1245803"/>
                <a:gd name="connsiteY157" fmla="*/ 477929 h 993048"/>
                <a:gd name="connsiteX158" fmla="*/ 42134 w 1245803"/>
                <a:gd name="connsiteY158" fmla="*/ 475451 h 993048"/>
                <a:gd name="connsiteX159" fmla="*/ 24010 w 1245803"/>
                <a:gd name="connsiteY159" fmla="*/ 490995 h 993048"/>
                <a:gd name="connsiteX160" fmla="*/ 648 w 1245803"/>
                <a:gd name="connsiteY160" fmla="*/ 465117 h 993048"/>
                <a:gd name="connsiteX161" fmla="*/ 0 w 1245803"/>
                <a:gd name="connsiteY161" fmla="*/ 457491 h 993048"/>
                <a:gd name="connsiteX162" fmla="*/ 35881 w 1245803"/>
                <a:gd name="connsiteY162" fmla="*/ 431092 h 993048"/>
                <a:gd name="connsiteX163" fmla="*/ 63030 w 1245803"/>
                <a:gd name="connsiteY163" fmla="*/ 363525 h 993048"/>
                <a:gd name="connsiteX164" fmla="*/ 124903 w 1245803"/>
                <a:gd name="connsiteY164" fmla="*/ 337380 h 993048"/>
                <a:gd name="connsiteX165" fmla="*/ 165080 w 1245803"/>
                <a:gd name="connsiteY165" fmla="*/ 335549 h 993048"/>
                <a:gd name="connsiteX166" fmla="*/ 175909 w 1245803"/>
                <a:gd name="connsiteY166" fmla="*/ 349404 h 993048"/>
                <a:gd name="connsiteX167" fmla="*/ 171995 w 1245803"/>
                <a:gd name="connsiteY167" fmla="*/ 360004 h 993048"/>
                <a:gd name="connsiteX168" fmla="*/ 166389 w 1245803"/>
                <a:gd name="connsiteY168" fmla="*/ 368367 h 993048"/>
                <a:gd name="connsiteX169" fmla="*/ 153590 w 1245803"/>
                <a:gd name="connsiteY169" fmla="*/ 376209 h 993048"/>
                <a:gd name="connsiteX170" fmla="*/ 152688 w 1245803"/>
                <a:gd name="connsiteY170" fmla="*/ 381827 h 993048"/>
                <a:gd name="connsiteX171" fmla="*/ 165843 w 1245803"/>
                <a:gd name="connsiteY171" fmla="*/ 398948 h 993048"/>
                <a:gd name="connsiteX172" fmla="*/ 183637 w 1245803"/>
                <a:gd name="connsiteY172" fmla="*/ 410311 h 993048"/>
                <a:gd name="connsiteX173" fmla="*/ 201139 w 1245803"/>
                <a:gd name="connsiteY173" fmla="*/ 426834 h 993048"/>
                <a:gd name="connsiteX174" fmla="*/ 208422 w 1245803"/>
                <a:gd name="connsiteY174" fmla="*/ 429376 h 993048"/>
                <a:gd name="connsiteX175" fmla="*/ 214294 w 1245803"/>
                <a:gd name="connsiteY175" fmla="*/ 437739 h 993048"/>
                <a:gd name="connsiteX176" fmla="*/ 233220 w 1245803"/>
                <a:gd name="connsiteY176" fmla="*/ 452522 h 993048"/>
                <a:gd name="connsiteX177" fmla="*/ 245485 w 1245803"/>
                <a:gd name="connsiteY177" fmla="*/ 459309 h 993048"/>
                <a:gd name="connsiteX178" fmla="*/ 256924 w 1245803"/>
                <a:gd name="connsiteY178" fmla="*/ 478908 h 993048"/>
                <a:gd name="connsiteX179" fmla="*/ 264627 w 1245803"/>
                <a:gd name="connsiteY179" fmla="*/ 477205 h 993048"/>
                <a:gd name="connsiteX180" fmla="*/ 277553 w 1245803"/>
                <a:gd name="connsiteY180" fmla="*/ 459690 h 993048"/>
                <a:gd name="connsiteX181" fmla="*/ 281480 w 1245803"/>
                <a:gd name="connsiteY181" fmla="*/ 453424 h 993048"/>
                <a:gd name="connsiteX182" fmla="*/ 278341 w 1245803"/>
                <a:gd name="connsiteY182" fmla="*/ 438909 h 993048"/>
                <a:gd name="connsiteX183" fmla="*/ 269444 w 1245803"/>
                <a:gd name="connsiteY183" fmla="*/ 418649 h 993048"/>
                <a:gd name="connsiteX184" fmla="*/ 269571 w 1245803"/>
                <a:gd name="connsiteY184" fmla="*/ 396304 h 993048"/>
                <a:gd name="connsiteX185" fmla="*/ 359089 w 1245803"/>
                <a:gd name="connsiteY185" fmla="*/ 377493 h 993048"/>
                <a:gd name="connsiteX186" fmla="*/ 372549 w 1245803"/>
                <a:gd name="connsiteY186" fmla="*/ 413437 h 993048"/>
                <a:gd name="connsiteX187" fmla="*/ 402545 w 1245803"/>
                <a:gd name="connsiteY187" fmla="*/ 407082 h 993048"/>
                <a:gd name="connsiteX188" fmla="*/ 443002 w 1245803"/>
                <a:gd name="connsiteY188" fmla="*/ 387216 h 993048"/>
                <a:gd name="connsiteX189" fmla="*/ 503553 w 1245803"/>
                <a:gd name="connsiteY189" fmla="*/ 383162 h 993048"/>
                <a:gd name="connsiteX190" fmla="*/ 527563 w 1245803"/>
                <a:gd name="connsiteY190" fmla="*/ 352657 h 993048"/>
                <a:gd name="connsiteX191" fmla="*/ 572595 w 1245803"/>
                <a:gd name="connsiteY191" fmla="*/ 314756 h 99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1245803" h="993048">
                  <a:moveTo>
                    <a:pt x="853833" y="403028"/>
                  </a:moveTo>
                  <a:lnTo>
                    <a:pt x="867929" y="395059"/>
                  </a:lnTo>
                  <a:lnTo>
                    <a:pt x="873280" y="380696"/>
                  </a:lnTo>
                  <a:lnTo>
                    <a:pt x="862972" y="370744"/>
                  </a:lnTo>
                  <a:lnTo>
                    <a:pt x="849919" y="366041"/>
                  </a:lnTo>
                  <a:lnTo>
                    <a:pt x="832824" y="353331"/>
                  </a:lnTo>
                  <a:lnTo>
                    <a:pt x="832430" y="339617"/>
                  </a:lnTo>
                  <a:lnTo>
                    <a:pt x="824486" y="315569"/>
                  </a:lnTo>
                  <a:lnTo>
                    <a:pt x="825909" y="288255"/>
                  </a:lnTo>
                  <a:lnTo>
                    <a:pt x="810619" y="251942"/>
                  </a:lnTo>
                  <a:lnTo>
                    <a:pt x="814152" y="243833"/>
                  </a:lnTo>
                  <a:lnTo>
                    <a:pt x="806730" y="229979"/>
                  </a:lnTo>
                  <a:lnTo>
                    <a:pt x="810619" y="222073"/>
                  </a:lnTo>
                  <a:lnTo>
                    <a:pt x="813491" y="213697"/>
                  </a:lnTo>
                  <a:lnTo>
                    <a:pt x="813491" y="206782"/>
                  </a:lnTo>
                  <a:lnTo>
                    <a:pt x="806730" y="210176"/>
                  </a:lnTo>
                  <a:lnTo>
                    <a:pt x="799929" y="206363"/>
                  </a:lnTo>
                  <a:lnTo>
                    <a:pt x="798481" y="198000"/>
                  </a:lnTo>
                  <a:lnTo>
                    <a:pt x="790016" y="196169"/>
                  </a:lnTo>
                  <a:lnTo>
                    <a:pt x="786736" y="207672"/>
                  </a:lnTo>
                  <a:lnTo>
                    <a:pt x="778652" y="211193"/>
                  </a:lnTo>
                  <a:lnTo>
                    <a:pt x="770289" y="213544"/>
                  </a:lnTo>
                  <a:lnTo>
                    <a:pt x="762473" y="210023"/>
                  </a:lnTo>
                  <a:lnTo>
                    <a:pt x="756728" y="216162"/>
                  </a:lnTo>
                  <a:lnTo>
                    <a:pt x="754249" y="230144"/>
                  </a:lnTo>
                  <a:lnTo>
                    <a:pt x="747195" y="237452"/>
                  </a:lnTo>
                  <a:lnTo>
                    <a:pt x="749737" y="242295"/>
                  </a:lnTo>
                  <a:lnTo>
                    <a:pt x="757185" y="240070"/>
                  </a:lnTo>
                  <a:lnTo>
                    <a:pt x="763451" y="255882"/>
                  </a:lnTo>
                  <a:lnTo>
                    <a:pt x="782898" y="285420"/>
                  </a:lnTo>
                  <a:lnTo>
                    <a:pt x="784067" y="304486"/>
                  </a:lnTo>
                  <a:lnTo>
                    <a:pt x="790588" y="311273"/>
                  </a:lnTo>
                  <a:lnTo>
                    <a:pt x="801950" y="320818"/>
                  </a:lnTo>
                  <a:lnTo>
                    <a:pt x="793727" y="333884"/>
                  </a:lnTo>
                  <a:lnTo>
                    <a:pt x="797248" y="346290"/>
                  </a:lnTo>
                  <a:lnTo>
                    <a:pt x="806386" y="348641"/>
                  </a:lnTo>
                  <a:lnTo>
                    <a:pt x="810962" y="356267"/>
                  </a:lnTo>
                  <a:lnTo>
                    <a:pt x="820215" y="358885"/>
                  </a:lnTo>
                  <a:lnTo>
                    <a:pt x="833129" y="380188"/>
                  </a:lnTo>
                  <a:lnTo>
                    <a:pt x="847224" y="388805"/>
                  </a:lnTo>
                  <a:lnTo>
                    <a:pt x="853122" y="394169"/>
                  </a:lnTo>
                  <a:close/>
                  <a:moveTo>
                    <a:pt x="602502" y="252463"/>
                  </a:moveTo>
                  <a:lnTo>
                    <a:pt x="604446" y="224361"/>
                  </a:lnTo>
                  <a:lnTo>
                    <a:pt x="630413" y="208422"/>
                  </a:lnTo>
                  <a:lnTo>
                    <a:pt x="611882" y="172338"/>
                  </a:lnTo>
                  <a:lnTo>
                    <a:pt x="611374" y="162398"/>
                  </a:lnTo>
                  <a:lnTo>
                    <a:pt x="590084" y="140791"/>
                  </a:lnTo>
                  <a:lnTo>
                    <a:pt x="588521" y="112435"/>
                  </a:lnTo>
                  <a:lnTo>
                    <a:pt x="655071" y="53879"/>
                  </a:lnTo>
                  <a:lnTo>
                    <a:pt x="669294" y="57793"/>
                  </a:lnTo>
                  <a:lnTo>
                    <a:pt x="693062" y="44460"/>
                  </a:lnTo>
                  <a:lnTo>
                    <a:pt x="740687" y="35563"/>
                  </a:lnTo>
                  <a:lnTo>
                    <a:pt x="750995" y="41435"/>
                  </a:lnTo>
                  <a:lnTo>
                    <a:pt x="773442" y="44969"/>
                  </a:lnTo>
                  <a:lnTo>
                    <a:pt x="782339" y="37343"/>
                  </a:lnTo>
                  <a:lnTo>
                    <a:pt x="810021" y="41003"/>
                  </a:lnTo>
                  <a:lnTo>
                    <a:pt x="814330" y="19828"/>
                  </a:lnTo>
                  <a:lnTo>
                    <a:pt x="829582" y="13028"/>
                  </a:lnTo>
                  <a:lnTo>
                    <a:pt x="839090" y="1398"/>
                  </a:lnTo>
                  <a:lnTo>
                    <a:pt x="845750" y="4538"/>
                  </a:lnTo>
                  <a:lnTo>
                    <a:pt x="841695" y="18125"/>
                  </a:lnTo>
                  <a:lnTo>
                    <a:pt x="825376" y="31979"/>
                  </a:lnTo>
                  <a:lnTo>
                    <a:pt x="819020" y="47015"/>
                  </a:lnTo>
                  <a:lnTo>
                    <a:pt x="838861" y="51858"/>
                  </a:lnTo>
                  <a:lnTo>
                    <a:pt x="860392" y="57997"/>
                  </a:lnTo>
                  <a:lnTo>
                    <a:pt x="864701" y="71457"/>
                  </a:lnTo>
                  <a:lnTo>
                    <a:pt x="894328" y="72105"/>
                  </a:lnTo>
                  <a:lnTo>
                    <a:pt x="911690" y="82184"/>
                  </a:lnTo>
                  <a:lnTo>
                    <a:pt x="925773" y="79045"/>
                  </a:lnTo>
                  <a:lnTo>
                    <a:pt x="933857" y="69487"/>
                  </a:lnTo>
                  <a:lnTo>
                    <a:pt x="936729" y="48045"/>
                  </a:lnTo>
                  <a:lnTo>
                    <a:pt x="953443" y="42706"/>
                  </a:lnTo>
                  <a:lnTo>
                    <a:pt x="977326" y="36021"/>
                  </a:lnTo>
                  <a:lnTo>
                    <a:pt x="989591" y="37864"/>
                  </a:lnTo>
                  <a:lnTo>
                    <a:pt x="1005517" y="29361"/>
                  </a:lnTo>
                  <a:lnTo>
                    <a:pt x="1014414" y="31712"/>
                  </a:lnTo>
                  <a:lnTo>
                    <a:pt x="1025853" y="40876"/>
                  </a:lnTo>
                  <a:lnTo>
                    <a:pt x="1050664" y="32500"/>
                  </a:lnTo>
                  <a:lnTo>
                    <a:pt x="1072195" y="28446"/>
                  </a:lnTo>
                  <a:lnTo>
                    <a:pt x="1094107" y="18392"/>
                  </a:lnTo>
                  <a:lnTo>
                    <a:pt x="1114215" y="7156"/>
                  </a:lnTo>
                  <a:lnTo>
                    <a:pt x="1114723" y="216"/>
                  </a:lnTo>
                  <a:lnTo>
                    <a:pt x="1146054" y="4805"/>
                  </a:lnTo>
                  <a:lnTo>
                    <a:pt x="1164458" y="1271"/>
                  </a:lnTo>
                  <a:lnTo>
                    <a:pt x="1172084" y="0"/>
                  </a:lnTo>
                  <a:lnTo>
                    <a:pt x="1178605" y="4182"/>
                  </a:lnTo>
                  <a:lnTo>
                    <a:pt x="1181464" y="14769"/>
                  </a:lnTo>
                  <a:lnTo>
                    <a:pt x="1148710" y="55569"/>
                  </a:lnTo>
                  <a:lnTo>
                    <a:pt x="1158103" y="101707"/>
                  </a:lnTo>
                  <a:lnTo>
                    <a:pt x="1175592" y="115968"/>
                  </a:lnTo>
                  <a:lnTo>
                    <a:pt x="1196869" y="102355"/>
                  </a:lnTo>
                  <a:lnTo>
                    <a:pt x="1245804" y="131589"/>
                  </a:lnTo>
                  <a:lnTo>
                    <a:pt x="1177308" y="234059"/>
                  </a:lnTo>
                  <a:lnTo>
                    <a:pt x="1171945" y="242168"/>
                  </a:lnTo>
                  <a:lnTo>
                    <a:pt x="1176266" y="248523"/>
                  </a:lnTo>
                  <a:lnTo>
                    <a:pt x="1182520" y="297266"/>
                  </a:lnTo>
                  <a:lnTo>
                    <a:pt x="1182786" y="306291"/>
                  </a:lnTo>
                  <a:lnTo>
                    <a:pt x="1180549" y="339871"/>
                  </a:lnTo>
                  <a:lnTo>
                    <a:pt x="1147020" y="377404"/>
                  </a:lnTo>
                  <a:lnTo>
                    <a:pt x="1162158" y="422487"/>
                  </a:lnTo>
                  <a:lnTo>
                    <a:pt x="1137869" y="503121"/>
                  </a:lnTo>
                  <a:lnTo>
                    <a:pt x="1090650" y="533625"/>
                  </a:lnTo>
                  <a:lnTo>
                    <a:pt x="1042491" y="551254"/>
                  </a:lnTo>
                  <a:lnTo>
                    <a:pt x="1031141" y="589957"/>
                  </a:lnTo>
                  <a:lnTo>
                    <a:pt x="1063095" y="600938"/>
                  </a:lnTo>
                  <a:lnTo>
                    <a:pt x="1096903" y="653216"/>
                  </a:lnTo>
                  <a:lnTo>
                    <a:pt x="1145838" y="741310"/>
                  </a:lnTo>
                  <a:lnTo>
                    <a:pt x="1190984" y="768878"/>
                  </a:lnTo>
                  <a:lnTo>
                    <a:pt x="1158764" y="832010"/>
                  </a:lnTo>
                  <a:lnTo>
                    <a:pt x="1175846" y="863519"/>
                  </a:lnTo>
                  <a:lnTo>
                    <a:pt x="1119350" y="889651"/>
                  </a:lnTo>
                  <a:lnTo>
                    <a:pt x="1019651" y="941153"/>
                  </a:lnTo>
                  <a:lnTo>
                    <a:pt x="946821" y="993048"/>
                  </a:lnTo>
                  <a:lnTo>
                    <a:pt x="941483" y="978012"/>
                  </a:lnTo>
                  <a:lnTo>
                    <a:pt x="943047" y="914220"/>
                  </a:lnTo>
                  <a:lnTo>
                    <a:pt x="899323" y="886130"/>
                  </a:lnTo>
                  <a:lnTo>
                    <a:pt x="897112" y="846652"/>
                  </a:lnTo>
                  <a:lnTo>
                    <a:pt x="863951" y="830129"/>
                  </a:lnTo>
                  <a:lnTo>
                    <a:pt x="826253" y="862400"/>
                  </a:lnTo>
                  <a:lnTo>
                    <a:pt x="782796" y="831298"/>
                  </a:lnTo>
                  <a:lnTo>
                    <a:pt x="698223" y="874297"/>
                  </a:lnTo>
                  <a:lnTo>
                    <a:pt x="657550" y="910368"/>
                  </a:lnTo>
                  <a:lnTo>
                    <a:pt x="613445" y="842674"/>
                  </a:lnTo>
                  <a:lnTo>
                    <a:pt x="604688" y="830523"/>
                  </a:lnTo>
                  <a:lnTo>
                    <a:pt x="508637" y="811038"/>
                  </a:lnTo>
                  <a:lnTo>
                    <a:pt x="474065" y="803984"/>
                  </a:lnTo>
                  <a:lnTo>
                    <a:pt x="462067" y="777852"/>
                  </a:lnTo>
                  <a:lnTo>
                    <a:pt x="451111" y="732998"/>
                  </a:lnTo>
                  <a:lnTo>
                    <a:pt x="454619" y="713144"/>
                  </a:lnTo>
                  <a:lnTo>
                    <a:pt x="455788" y="701908"/>
                  </a:lnTo>
                  <a:lnTo>
                    <a:pt x="450958" y="696545"/>
                  </a:lnTo>
                  <a:lnTo>
                    <a:pt x="448480" y="683085"/>
                  </a:lnTo>
                  <a:lnTo>
                    <a:pt x="434498" y="683606"/>
                  </a:lnTo>
                  <a:lnTo>
                    <a:pt x="417416" y="677327"/>
                  </a:lnTo>
                  <a:lnTo>
                    <a:pt x="411404" y="671709"/>
                  </a:lnTo>
                  <a:lnTo>
                    <a:pt x="410235" y="664007"/>
                  </a:lnTo>
                  <a:lnTo>
                    <a:pt x="400842" y="659939"/>
                  </a:lnTo>
                  <a:lnTo>
                    <a:pt x="377747" y="665303"/>
                  </a:lnTo>
                  <a:lnTo>
                    <a:pt x="346150" y="689618"/>
                  </a:lnTo>
                  <a:lnTo>
                    <a:pt x="331673" y="697244"/>
                  </a:lnTo>
                  <a:lnTo>
                    <a:pt x="304664" y="699315"/>
                  </a:lnTo>
                  <a:lnTo>
                    <a:pt x="265631" y="683898"/>
                  </a:lnTo>
                  <a:lnTo>
                    <a:pt x="232584" y="688880"/>
                  </a:lnTo>
                  <a:lnTo>
                    <a:pt x="214701" y="692274"/>
                  </a:lnTo>
                  <a:lnTo>
                    <a:pt x="189141" y="684165"/>
                  </a:lnTo>
                  <a:lnTo>
                    <a:pt x="246413" y="651614"/>
                  </a:lnTo>
                  <a:lnTo>
                    <a:pt x="254763" y="600252"/>
                  </a:lnTo>
                  <a:lnTo>
                    <a:pt x="175820" y="537260"/>
                  </a:lnTo>
                  <a:lnTo>
                    <a:pt x="154416" y="521436"/>
                  </a:lnTo>
                  <a:lnTo>
                    <a:pt x="148544" y="516352"/>
                  </a:lnTo>
                  <a:lnTo>
                    <a:pt x="83722" y="472057"/>
                  </a:lnTo>
                  <a:lnTo>
                    <a:pt x="92721" y="444870"/>
                  </a:lnTo>
                  <a:lnTo>
                    <a:pt x="101860" y="429046"/>
                  </a:lnTo>
                  <a:lnTo>
                    <a:pt x="99648" y="423174"/>
                  </a:lnTo>
                  <a:lnTo>
                    <a:pt x="92594" y="422119"/>
                  </a:lnTo>
                  <a:lnTo>
                    <a:pt x="63767" y="466160"/>
                  </a:lnTo>
                  <a:lnTo>
                    <a:pt x="56586" y="475451"/>
                  </a:lnTo>
                  <a:lnTo>
                    <a:pt x="50231" y="477929"/>
                  </a:lnTo>
                  <a:lnTo>
                    <a:pt x="42134" y="475451"/>
                  </a:lnTo>
                  <a:lnTo>
                    <a:pt x="24010" y="490995"/>
                  </a:lnTo>
                  <a:lnTo>
                    <a:pt x="648" y="465117"/>
                  </a:lnTo>
                  <a:lnTo>
                    <a:pt x="0" y="457491"/>
                  </a:lnTo>
                  <a:lnTo>
                    <a:pt x="35881" y="431092"/>
                  </a:lnTo>
                  <a:lnTo>
                    <a:pt x="63030" y="363525"/>
                  </a:lnTo>
                  <a:lnTo>
                    <a:pt x="124903" y="337380"/>
                  </a:lnTo>
                  <a:lnTo>
                    <a:pt x="165080" y="335549"/>
                  </a:lnTo>
                  <a:lnTo>
                    <a:pt x="175909" y="349404"/>
                  </a:lnTo>
                  <a:lnTo>
                    <a:pt x="171995" y="360004"/>
                  </a:lnTo>
                  <a:lnTo>
                    <a:pt x="166389" y="368367"/>
                  </a:lnTo>
                  <a:lnTo>
                    <a:pt x="153590" y="376209"/>
                  </a:lnTo>
                  <a:lnTo>
                    <a:pt x="152688" y="381827"/>
                  </a:lnTo>
                  <a:lnTo>
                    <a:pt x="165843" y="398948"/>
                  </a:lnTo>
                  <a:lnTo>
                    <a:pt x="183637" y="410311"/>
                  </a:lnTo>
                  <a:lnTo>
                    <a:pt x="201139" y="426834"/>
                  </a:lnTo>
                  <a:lnTo>
                    <a:pt x="208422" y="429376"/>
                  </a:lnTo>
                  <a:lnTo>
                    <a:pt x="214294" y="437739"/>
                  </a:lnTo>
                  <a:lnTo>
                    <a:pt x="233220" y="452522"/>
                  </a:lnTo>
                  <a:lnTo>
                    <a:pt x="245485" y="459309"/>
                  </a:lnTo>
                  <a:lnTo>
                    <a:pt x="256924" y="478908"/>
                  </a:lnTo>
                  <a:lnTo>
                    <a:pt x="264627" y="477205"/>
                  </a:lnTo>
                  <a:lnTo>
                    <a:pt x="277553" y="459690"/>
                  </a:lnTo>
                  <a:lnTo>
                    <a:pt x="281480" y="453424"/>
                  </a:lnTo>
                  <a:lnTo>
                    <a:pt x="278341" y="438909"/>
                  </a:lnTo>
                  <a:lnTo>
                    <a:pt x="269444" y="418649"/>
                  </a:lnTo>
                  <a:lnTo>
                    <a:pt x="269571" y="396304"/>
                  </a:lnTo>
                  <a:lnTo>
                    <a:pt x="359089" y="377493"/>
                  </a:lnTo>
                  <a:lnTo>
                    <a:pt x="372549" y="413437"/>
                  </a:lnTo>
                  <a:lnTo>
                    <a:pt x="402545" y="407082"/>
                  </a:lnTo>
                  <a:lnTo>
                    <a:pt x="443002" y="387216"/>
                  </a:lnTo>
                  <a:lnTo>
                    <a:pt x="503553" y="383162"/>
                  </a:lnTo>
                  <a:lnTo>
                    <a:pt x="527563" y="352657"/>
                  </a:lnTo>
                  <a:lnTo>
                    <a:pt x="572595" y="314756"/>
                  </a:lnTo>
                  <a:close/>
                </a:path>
              </a:pathLst>
            </a:custGeom>
            <a:solidFill>
              <a:srgbClr val="FFFFFF"/>
            </a:solidFill>
            <a:ln w="12700" cap="flat">
              <a:noFill/>
              <a:prstDash val="solid"/>
              <a:miter/>
            </a:ln>
          </p:spPr>
          <p:txBody>
            <a:bodyPr rtlCol="0" anchor="ctr"/>
            <a:lstStyle/>
            <a:p>
              <a:endParaRPr lang="de-CH"/>
            </a:p>
          </p:txBody>
        </p:sp>
        <p:sp>
          <p:nvSpPr>
            <p:cNvPr id="20" name="Freihandform: Form 19">
              <a:extLst>
                <a:ext uri="{FF2B5EF4-FFF2-40B4-BE49-F238E27FC236}">
                  <a16:creationId xmlns:a16="http://schemas.microsoft.com/office/drawing/2014/main" id="{9D6B8242-A8AD-2AFD-BC73-EB555B0F1426}"/>
                </a:ext>
              </a:extLst>
            </p:cNvPr>
            <p:cNvSpPr/>
            <p:nvPr/>
          </p:nvSpPr>
          <p:spPr>
            <a:xfrm>
              <a:off x="6462138" y="2231890"/>
              <a:ext cx="1245803" cy="993048"/>
            </a:xfrm>
            <a:custGeom>
              <a:avLst/>
              <a:gdLst>
                <a:gd name="connsiteX0" fmla="*/ 853833 w 1245803"/>
                <a:gd name="connsiteY0" fmla="*/ 403028 h 993048"/>
                <a:gd name="connsiteX1" fmla="*/ 867929 w 1245803"/>
                <a:gd name="connsiteY1" fmla="*/ 395059 h 993048"/>
                <a:gd name="connsiteX2" fmla="*/ 873280 w 1245803"/>
                <a:gd name="connsiteY2" fmla="*/ 380696 h 993048"/>
                <a:gd name="connsiteX3" fmla="*/ 862972 w 1245803"/>
                <a:gd name="connsiteY3" fmla="*/ 370744 h 993048"/>
                <a:gd name="connsiteX4" fmla="*/ 849919 w 1245803"/>
                <a:gd name="connsiteY4" fmla="*/ 366041 h 993048"/>
                <a:gd name="connsiteX5" fmla="*/ 832824 w 1245803"/>
                <a:gd name="connsiteY5" fmla="*/ 353331 h 993048"/>
                <a:gd name="connsiteX6" fmla="*/ 832430 w 1245803"/>
                <a:gd name="connsiteY6" fmla="*/ 339617 h 993048"/>
                <a:gd name="connsiteX7" fmla="*/ 824486 w 1245803"/>
                <a:gd name="connsiteY7" fmla="*/ 315569 h 993048"/>
                <a:gd name="connsiteX8" fmla="*/ 825909 w 1245803"/>
                <a:gd name="connsiteY8" fmla="*/ 288255 h 993048"/>
                <a:gd name="connsiteX9" fmla="*/ 810619 w 1245803"/>
                <a:gd name="connsiteY9" fmla="*/ 251942 h 993048"/>
                <a:gd name="connsiteX10" fmla="*/ 814152 w 1245803"/>
                <a:gd name="connsiteY10" fmla="*/ 243833 h 993048"/>
                <a:gd name="connsiteX11" fmla="*/ 806730 w 1245803"/>
                <a:gd name="connsiteY11" fmla="*/ 229979 h 993048"/>
                <a:gd name="connsiteX12" fmla="*/ 810619 w 1245803"/>
                <a:gd name="connsiteY12" fmla="*/ 222073 h 993048"/>
                <a:gd name="connsiteX13" fmla="*/ 813491 w 1245803"/>
                <a:gd name="connsiteY13" fmla="*/ 213697 h 993048"/>
                <a:gd name="connsiteX14" fmla="*/ 813491 w 1245803"/>
                <a:gd name="connsiteY14" fmla="*/ 206782 h 993048"/>
                <a:gd name="connsiteX15" fmla="*/ 806730 w 1245803"/>
                <a:gd name="connsiteY15" fmla="*/ 210176 h 993048"/>
                <a:gd name="connsiteX16" fmla="*/ 799929 w 1245803"/>
                <a:gd name="connsiteY16" fmla="*/ 206363 h 993048"/>
                <a:gd name="connsiteX17" fmla="*/ 798481 w 1245803"/>
                <a:gd name="connsiteY17" fmla="*/ 198000 h 993048"/>
                <a:gd name="connsiteX18" fmla="*/ 790016 w 1245803"/>
                <a:gd name="connsiteY18" fmla="*/ 196169 h 993048"/>
                <a:gd name="connsiteX19" fmla="*/ 786736 w 1245803"/>
                <a:gd name="connsiteY19" fmla="*/ 207672 h 993048"/>
                <a:gd name="connsiteX20" fmla="*/ 778652 w 1245803"/>
                <a:gd name="connsiteY20" fmla="*/ 211193 h 993048"/>
                <a:gd name="connsiteX21" fmla="*/ 770289 w 1245803"/>
                <a:gd name="connsiteY21" fmla="*/ 213544 h 993048"/>
                <a:gd name="connsiteX22" fmla="*/ 762473 w 1245803"/>
                <a:gd name="connsiteY22" fmla="*/ 210023 h 993048"/>
                <a:gd name="connsiteX23" fmla="*/ 756728 w 1245803"/>
                <a:gd name="connsiteY23" fmla="*/ 216162 h 993048"/>
                <a:gd name="connsiteX24" fmla="*/ 754249 w 1245803"/>
                <a:gd name="connsiteY24" fmla="*/ 230144 h 993048"/>
                <a:gd name="connsiteX25" fmla="*/ 747195 w 1245803"/>
                <a:gd name="connsiteY25" fmla="*/ 237452 h 993048"/>
                <a:gd name="connsiteX26" fmla="*/ 749737 w 1245803"/>
                <a:gd name="connsiteY26" fmla="*/ 242295 h 993048"/>
                <a:gd name="connsiteX27" fmla="*/ 757185 w 1245803"/>
                <a:gd name="connsiteY27" fmla="*/ 240070 h 993048"/>
                <a:gd name="connsiteX28" fmla="*/ 763451 w 1245803"/>
                <a:gd name="connsiteY28" fmla="*/ 255882 h 993048"/>
                <a:gd name="connsiteX29" fmla="*/ 782898 w 1245803"/>
                <a:gd name="connsiteY29" fmla="*/ 285420 h 993048"/>
                <a:gd name="connsiteX30" fmla="*/ 784067 w 1245803"/>
                <a:gd name="connsiteY30" fmla="*/ 304486 h 993048"/>
                <a:gd name="connsiteX31" fmla="*/ 790588 w 1245803"/>
                <a:gd name="connsiteY31" fmla="*/ 311273 h 993048"/>
                <a:gd name="connsiteX32" fmla="*/ 801950 w 1245803"/>
                <a:gd name="connsiteY32" fmla="*/ 320818 h 993048"/>
                <a:gd name="connsiteX33" fmla="*/ 793727 w 1245803"/>
                <a:gd name="connsiteY33" fmla="*/ 333884 h 993048"/>
                <a:gd name="connsiteX34" fmla="*/ 797248 w 1245803"/>
                <a:gd name="connsiteY34" fmla="*/ 346290 h 993048"/>
                <a:gd name="connsiteX35" fmla="*/ 806386 w 1245803"/>
                <a:gd name="connsiteY35" fmla="*/ 348641 h 993048"/>
                <a:gd name="connsiteX36" fmla="*/ 810962 w 1245803"/>
                <a:gd name="connsiteY36" fmla="*/ 356267 h 993048"/>
                <a:gd name="connsiteX37" fmla="*/ 820215 w 1245803"/>
                <a:gd name="connsiteY37" fmla="*/ 358885 h 993048"/>
                <a:gd name="connsiteX38" fmla="*/ 833129 w 1245803"/>
                <a:gd name="connsiteY38" fmla="*/ 380188 h 993048"/>
                <a:gd name="connsiteX39" fmla="*/ 847224 w 1245803"/>
                <a:gd name="connsiteY39" fmla="*/ 388805 h 993048"/>
                <a:gd name="connsiteX40" fmla="*/ 853122 w 1245803"/>
                <a:gd name="connsiteY40" fmla="*/ 394169 h 993048"/>
                <a:gd name="connsiteX41" fmla="*/ 602502 w 1245803"/>
                <a:gd name="connsiteY41" fmla="*/ 252463 h 993048"/>
                <a:gd name="connsiteX42" fmla="*/ 604446 w 1245803"/>
                <a:gd name="connsiteY42" fmla="*/ 224361 h 993048"/>
                <a:gd name="connsiteX43" fmla="*/ 630413 w 1245803"/>
                <a:gd name="connsiteY43" fmla="*/ 208422 h 993048"/>
                <a:gd name="connsiteX44" fmla="*/ 611882 w 1245803"/>
                <a:gd name="connsiteY44" fmla="*/ 172338 h 993048"/>
                <a:gd name="connsiteX45" fmla="*/ 611374 w 1245803"/>
                <a:gd name="connsiteY45" fmla="*/ 162398 h 993048"/>
                <a:gd name="connsiteX46" fmla="*/ 590084 w 1245803"/>
                <a:gd name="connsiteY46" fmla="*/ 140791 h 993048"/>
                <a:gd name="connsiteX47" fmla="*/ 588521 w 1245803"/>
                <a:gd name="connsiteY47" fmla="*/ 112435 h 993048"/>
                <a:gd name="connsiteX48" fmla="*/ 655071 w 1245803"/>
                <a:gd name="connsiteY48" fmla="*/ 53879 h 993048"/>
                <a:gd name="connsiteX49" fmla="*/ 669294 w 1245803"/>
                <a:gd name="connsiteY49" fmla="*/ 57793 h 993048"/>
                <a:gd name="connsiteX50" fmla="*/ 693062 w 1245803"/>
                <a:gd name="connsiteY50" fmla="*/ 44460 h 993048"/>
                <a:gd name="connsiteX51" fmla="*/ 740687 w 1245803"/>
                <a:gd name="connsiteY51" fmla="*/ 35563 h 993048"/>
                <a:gd name="connsiteX52" fmla="*/ 750995 w 1245803"/>
                <a:gd name="connsiteY52" fmla="*/ 41435 h 993048"/>
                <a:gd name="connsiteX53" fmla="*/ 773442 w 1245803"/>
                <a:gd name="connsiteY53" fmla="*/ 44969 h 993048"/>
                <a:gd name="connsiteX54" fmla="*/ 782339 w 1245803"/>
                <a:gd name="connsiteY54" fmla="*/ 37343 h 993048"/>
                <a:gd name="connsiteX55" fmla="*/ 810021 w 1245803"/>
                <a:gd name="connsiteY55" fmla="*/ 41003 h 993048"/>
                <a:gd name="connsiteX56" fmla="*/ 814330 w 1245803"/>
                <a:gd name="connsiteY56" fmla="*/ 19828 h 993048"/>
                <a:gd name="connsiteX57" fmla="*/ 829582 w 1245803"/>
                <a:gd name="connsiteY57" fmla="*/ 13028 h 993048"/>
                <a:gd name="connsiteX58" fmla="*/ 839090 w 1245803"/>
                <a:gd name="connsiteY58" fmla="*/ 1398 h 993048"/>
                <a:gd name="connsiteX59" fmla="*/ 845750 w 1245803"/>
                <a:gd name="connsiteY59" fmla="*/ 4538 h 993048"/>
                <a:gd name="connsiteX60" fmla="*/ 841695 w 1245803"/>
                <a:gd name="connsiteY60" fmla="*/ 18125 h 993048"/>
                <a:gd name="connsiteX61" fmla="*/ 825376 w 1245803"/>
                <a:gd name="connsiteY61" fmla="*/ 31979 h 993048"/>
                <a:gd name="connsiteX62" fmla="*/ 819020 w 1245803"/>
                <a:gd name="connsiteY62" fmla="*/ 47015 h 993048"/>
                <a:gd name="connsiteX63" fmla="*/ 838861 w 1245803"/>
                <a:gd name="connsiteY63" fmla="*/ 51858 h 993048"/>
                <a:gd name="connsiteX64" fmla="*/ 860392 w 1245803"/>
                <a:gd name="connsiteY64" fmla="*/ 57997 h 993048"/>
                <a:gd name="connsiteX65" fmla="*/ 864701 w 1245803"/>
                <a:gd name="connsiteY65" fmla="*/ 71457 h 993048"/>
                <a:gd name="connsiteX66" fmla="*/ 894328 w 1245803"/>
                <a:gd name="connsiteY66" fmla="*/ 72105 h 993048"/>
                <a:gd name="connsiteX67" fmla="*/ 911690 w 1245803"/>
                <a:gd name="connsiteY67" fmla="*/ 82184 h 993048"/>
                <a:gd name="connsiteX68" fmla="*/ 925773 w 1245803"/>
                <a:gd name="connsiteY68" fmla="*/ 79045 h 993048"/>
                <a:gd name="connsiteX69" fmla="*/ 933857 w 1245803"/>
                <a:gd name="connsiteY69" fmla="*/ 69487 h 993048"/>
                <a:gd name="connsiteX70" fmla="*/ 936729 w 1245803"/>
                <a:gd name="connsiteY70" fmla="*/ 48045 h 993048"/>
                <a:gd name="connsiteX71" fmla="*/ 953443 w 1245803"/>
                <a:gd name="connsiteY71" fmla="*/ 42706 h 993048"/>
                <a:gd name="connsiteX72" fmla="*/ 977326 w 1245803"/>
                <a:gd name="connsiteY72" fmla="*/ 36021 h 993048"/>
                <a:gd name="connsiteX73" fmla="*/ 989591 w 1245803"/>
                <a:gd name="connsiteY73" fmla="*/ 37864 h 993048"/>
                <a:gd name="connsiteX74" fmla="*/ 1005517 w 1245803"/>
                <a:gd name="connsiteY74" fmla="*/ 29361 h 993048"/>
                <a:gd name="connsiteX75" fmla="*/ 1014414 w 1245803"/>
                <a:gd name="connsiteY75" fmla="*/ 31712 h 993048"/>
                <a:gd name="connsiteX76" fmla="*/ 1025853 w 1245803"/>
                <a:gd name="connsiteY76" fmla="*/ 40876 h 993048"/>
                <a:gd name="connsiteX77" fmla="*/ 1050664 w 1245803"/>
                <a:gd name="connsiteY77" fmla="*/ 32500 h 993048"/>
                <a:gd name="connsiteX78" fmla="*/ 1072195 w 1245803"/>
                <a:gd name="connsiteY78" fmla="*/ 28446 h 993048"/>
                <a:gd name="connsiteX79" fmla="*/ 1094107 w 1245803"/>
                <a:gd name="connsiteY79" fmla="*/ 18392 h 993048"/>
                <a:gd name="connsiteX80" fmla="*/ 1114215 w 1245803"/>
                <a:gd name="connsiteY80" fmla="*/ 7156 h 993048"/>
                <a:gd name="connsiteX81" fmla="*/ 1114723 w 1245803"/>
                <a:gd name="connsiteY81" fmla="*/ 216 h 993048"/>
                <a:gd name="connsiteX82" fmla="*/ 1146054 w 1245803"/>
                <a:gd name="connsiteY82" fmla="*/ 4805 h 993048"/>
                <a:gd name="connsiteX83" fmla="*/ 1164458 w 1245803"/>
                <a:gd name="connsiteY83" fmla="*/ 1271 h 993048"/>
                <a:gd name="connsiteX84" fmla="*/ 1172084 w 1245803"/>
                <a:gd name="connsiteY84" fmla="*/ 0 h 993048"/>
                <a:gd name="connsiteX85" fmla="*/ 1178605 w 1245803"/>
                <a:gd name="connsiteY85" fmla="*/ 4182 h 993048"/>
                <a:gd name="connsiteX86" fmla="*/ 1181464 w 1245803"/>
                <a:gd name="connsiteY86" fmla="*/ 14769 h 993048"/>
                <a:gd name="connsiteX87" fmla="*/ 1148710 w 1245803"/>
                <a:gd name="connsiteY87" fmla="*/ 55569 h 993048"/>
                <a:gd name="connsiteX88" fmla="*/ 1158103 w 1245803"/>
                <a:gd name="connsiteY88" fmla="*/ 101707 h 993048"/>
                <a:gd name="connsiteX89" fmla="*/ 1175592 w 1245803"/>
                <a:gd name="connsiteY89" fmla="*/ 115968 h 993048"/>
                <a:gd name="connsiteX90" fmla="*/ 1196869 w 1245803"/>
                <a:gd name="connsiteY90" fmla="*/ 102355 h 993048"/>
                <a:gd name="connsiteX91" fmla="*/ 1245804 w 1245803"/>
                <a:gd name="connsiteY91" fmla="*/ 131589 h 993048"/>
                <a:gd name="connsiteX92" fmla="*/ 1177308 w 1245803"/>
                <a:gd name="connsiteY92" fmla="*/ 234059 h 993048"/>
                <a:gd name="connsiteX93" fmla="*/ 1171945 w 1245803"/>
                <a:gd name="connsiteY93" fmla="*/ 242168 h 993048"/>
                <a:gd name="connsiteX94" fmla="*/ 1176266 w 1245803"/>
                <a:gd name="connsiteY94" fmla="*/ 248523 h 993048"/>
                <a:gd name="connsiteX95" fmla="*/ 1182520 w 1245803"/>
                <a:gd name="connsiteY95" fmla="*/ 297266 h 993048"/>
                <a:gd name="connsiteX96" fmla="*/ 1182786 w 1245803"/>
                <a:gd name="connsiteY96" fmla="*/ 306291 h 993048"/>
                <a:gd name="connsiteX97" fmla="*/ 1180549 w 1245803"/>
                <a:gd name="connsiteY97" fmla="*/ 339871 h 993048"/>
                <a:gd name="connsiteX98" fmla="*/ 1147020 w 1245803"/>
                <a:gd name="connsiteY98" fmla="*/ 377404 h 993048"/>
                <a:gd name="connsiteX99" fmla="*/ 1162158 w 1245803"/>
                <a:gd name="connsiteY99" fmla="*/ 422487 h 993048"/>
                <a:gd name="connsiteX100" fmla="*/ 1137869 w 1245803"/>
                <a:gd name="connsiteY100" fmla="*/ 503121 h 993048"/>
                <a:gd name="connsiteX101" fmla="*/ 1090650 w 1245803"/>
                <a:gd name="connsiteY101" fmla="*/ 533625 h 993048"/>
                <a:gd name="connsiteX102" fmla="*/ 1042491 w 1245803"/>
                <a:gd name="connsiteY102" fmla="*/ 551254 h 993048"/>
                <a:gd name="connsiteX103" fmla="*/ 1031141 w 1245803"/>
                <a:gd name="connsiteY103" fmla="*/ 589957 h 993048"/>
                <a:gd name="connsiteX104" fmla="*/ 1063095 w 1245803"/>
                <a:gd name="connsiteY104" fmla="*/ 600938 h 993048"/>
                <a:gd name="connsiteX105" fmla="*/ 1096903 w 1245803"/>
                <a:gd name="connsiteY105" fmla="*/ 653216 h 993048"/>
                <a:gd name="connsiteX106" fmla="*/ 1145838 w 1245803"/>
                <a:gd name="connsiteY106" fmla="*/ 741310 h 993048"/>
                <a:gd name="connsiteX107" fmla="*/ 1190984 w 1245803"/>
                <a:gd name="connsiteY107" fmla="*/ 768878 h 993048"/>
                <a:gd name="connsiteX108" fmla="*/ 1158764 w 1245803"/>
                <a:gd name="connsiteY108" fmla="*/ 832010 h 993048"/>
                <a:gd name="connsiteX109" fmla="*/ 1175846 w 1245803"/>
                <a:gd name="connsiteY109" fmla="*/ 863519 h 993048"/>
                <a:gd name="connsiteX110" fmla="*/ 1119350 w 1245803"/>
                <a:gd name="connsiteY110" fmla="*/ 889651 h 993048"/>
                <a:gd name="connsiteX111" fmla="*/ 1019651 w 1245803"/>
                <a:gd name="connsiteY111" fmla="*/ 941153 h 993048"/>
                <a:gd name="connsiteX112" fmla="*/ 946821 w 1245803"/>
                <a:gd name="connsiteY112" fmla="*/ 993048 h 993048"/>
                <a:gd name="connsiteX113" fmla="*/ 941483 w 1245803"/>
                <a:gd name="connsiteY113" fmla="*/ 978012 h 993048"/>
                <a:gd name="connsiteX114" fmla="*/ 943047 w 1245803"/>
                <a:gd name="connsiteY114" fmla="*/ 914220 h 993048"/>
                <a:gd name="connsiteX115" fmla="*/ 899323 w 1245803"/>
                <a:gd name="connsiteY115" fmla="*/ 886130 h 993048"/>
                <a:gd name="connsiteX116" fmla="*/ 897112 w 1245803"/>
                <a:gd name="connsiteY116" fmla="*/ 846652 h 993048"/>
                <a:gd name="connsiteX117" fmla="*/ 863951 w 1245803"/>
                <a:gd name="connsiteY117" fmla="*/ 830129 h 993048"/>
                <a:gd name="connsiteX118" fmla="*/ 826253 w 1245803"/>
                <a:gd name="connsiteY118" fmla="*/ 862400 h 993048"/>
                <a:gd name="connsiteX119" fmla="*/ 782796 w 1245803"/>
                <a:gd name="connsiteY119" fmla="*/ 831298 h 993048"/>
                <a:gd name="connsiteX120" fmla="*/ 698223 w 1245803"/>
                <a:gd name="connsiteY120" fmla="*/ 874297 h 993048"/>
                <a:gd name="connsiteX121" fmla="*/ 657550 w 1245803"/>
                <a:gd name="connsiteY121" fmla="*/ 910368 h 993048"/>
                <a:gd name="connsiteX122" fmla="*/ 613445 w 1245803"/>
                <a:gd name="connsiteY122" fmla="*/ 842674 h 993048"/>
                <a:gd name="connsiteX123" fmla="*/ 604688 w 1245803"/>
                <a:gd name="connsiteY123" fmla="*/ 830523 h 993048"/>
                <a:gd name="connsiteX124" fmla="*/ 508637 w 1245803"/>
                <a:gd name="connsiteY124" fmla="*/ 811038 h 993048"/>
                <a:gd name="connsiteX125" fmla="*/ 474065 w 1245803"/>
                <a:gd name="connsiteY125" fmla="*/ 803984 h 993048"/>
                <a:gd name="connsiteX126" fmla="*/ 462067 w 1245803"/>
                <a:gd name="connsiteY126" fmla="*/ 777852 h 993048"/>
                <a:gd name="connsiteX127" fmla="*/ 451111 w 1245803"/>
                <a:gd name="connsiteY127" fmla="*/ 732998 h 993048"/>
                <a:gd name="connsiteX128" fmla="*/ 454619 w 1245803"/>
                <a:gd name="connsiteY128" fmla="*/ 713144 h 993048"/>
                <a:gd name="connsiteX129" fmla="*/ 455788 w 1245803"/>
                <a:gd name="connsiteY129" fmla="*/ 701908 h 993048"/>
                <a:gd name="connsiteX130" fmla="*/ 450958 w 1245803"/>
                <a:gd name="connsiteY130" fmla="*/ 696545 h 993048"/>
                <a:gd name="connsiteX131" fmla="*/ 448480 w 1245803"/>
                <a:gd name="connsiteY131" fmla="*/ 683085 h 993048"/>
                <a:gd name="connsiteX132" fmla="*/ 434498 w 1245803"/>
                <a:gd name="connsiteY132" fmla="*/ 683606 h 993048"/>
                <a:gd name="connsiteX133" fmla="*/ 417416 w 1245803"/>
                <a:gd name="connsiteY133" fmla="*/ 677327 h 993048"/>
                <a:gd name="connsiteX134" fmla="*/ 411404 w 1245803"/>
                <a:gd name="connsiteY134" fmla="*/ 671709 h 993048"/>
                <a:gd name="connsiteX135" fmla="*/ 410235 w 1245803"/>
                <a:gd name="connsiteY135" fmla="*/ 664007 h 993048"/>
                <a:gd name="connsiteX136" fmla="*/ 400842 w 1245803"/>
                <a:gd name="connsiteY136" fmla="*/ 659939 h 993048"/>
                <a:gd name="connsiteX137" fmla="*/ 377747 w 1245803"/>
                <a:gd name="connsiteY137" fmla="*/ 665303 h 993048"/>
                <a:gd name="connsiteX138" fmla="*/ 346150 w 1245803"/>
                <a:gd name="connsiteY138" fmla="*/ 689618 h 993048"/>
                <a:gd name="connsiteX139" fmla="*/ 331673 w 1245803"/>
                <a:gd name="connsiteY139" fmla="*/ 697244 h 993048"/>
                <a:gd name="connsiteX140" fmla="*/ 304664 w 1245803"/>
                <a:gd name="connsiteY140" fmla="*/ 699315 h 993048"/>
                <a:gd name="connsiteX141" fmla="*/ 265631 w 1245803"/>
                <a:gd name="connsiteY141" fmla="*/ 683898 h 993048"/>
                <a:gd name="connsiteX142" fmla="*/ 232584 w 1245803"/>
                <a:gd name="connsiteY142" fmla="*/ 688880 h 993048"/>
                <a:gd name="connsiteX143" fmla="*/ 214701 w 1245803"/>
                <a:gd name="connsiteY143" fmla="*/ 692274 h 993048"/>
                <a:gd name="connsiteX144" fmla="*/ 189141 w 1245803"/>
                <a:gd name="connsiteY144" fmla="*/ 684165 h 993048"/>
                <a:gd name="connsiteX145" fmla="*/ 246413 w 1245803"/>
                <a:gd name="connsiteY145" fmla="*/ 651614 h 993048"/>
                <a:gd name="connsiteX146" fmla="*/ 254763 w 1245803"/>
                <a:gd name="connsiteY146" fmla="*/ 600252 h 993048"/>
                <a:gd name="connsiteX147" fmla="*/ 175820 w 1245803"/>
                <a:gd name="connsiteY147" fmla="*/ 537260 h 993048"/>
                <a:gd name="connsiteX148" fmla="*/ 154416 w 1245803"/>
                <a:gd name="connsiteY148" fmla="*/ 521436 h 993048"/>
                <a:gd name="connsiteX149" fmla="*/ 148544 w 1245803"/>
                <a:gd name="connsiteY149" fmla="*/ 516352 h 993048"/>
                <a:gd name="connsiteX150" fmla="*/ 83722 w 1245803"/>
                <a:gd name="connsiteY150" fmla="*/ 472057 h 993048"/>
                <a:gd name="connsiteX151" fmla="*/ 92721 w 1245803"/>
                <a:gd name="connsiteY151" fmla="*/ 444870 h 993048"/>
                <a:gd name="connsiteX152" fmla="*/ 101860 w 1245803"/>
                <a:gd name="connsiteY152" fmla="*/ 429046 h 993048"/>
                <a:gd name="connsiteX153" fmla="*/ 99648 w 1245803"/>
                <a:gd name="connsiteY153" fmla="*/ 423174 h 993048"/>
                <a:gd name="connsiteX154" fmla="*/ 92594 w 1245803"/>
                <a:gd name="connsiteY154" fmla="*/ 422119 h 993048"/>
                <a:gd name="connsiteX155" fmla="*/ 63767 w 1245803"/>
                <a:gd name="connsiteY155" fmla="*/ 466160 h 993048"/>
                <a:gd name="connsiteX156" fmla="*/ 56586 w 1245803"/>
                <a:gd name="connsiteY156" fmla="*/ 475451 h 993048"/>
                <a:gd name="connsiteX157" fmla="*/ 50231 w 1245803"/>
                <a:gd name="connsiteY157" fmla="*/ 477929 h 993048"/>
                <a:gd name="connsiteX158" fmla="*/ 42134 w 1245803"/>
                <a:gd name="connsiteY158" fmla="*/ 475451 h 993048"/>
                <a:gd name="connsiteX159" fmla="*/ 24010 w 1245803"/>
                <a:gd name="connsiteY159" fmla="*/ 490995 h 993048"/>
                <a:gd name="connsiteX160" fmla="*/ 648 w 1245803"/>
                <a:gd name="connsiteY160" fmla="*/ 465117 h 993048"/>
                <a:gd name="connsiteX161" fmla="*/ 0 w 1245803"/>
                <a:gd name="connsiteY161" fmla="*/ 457491 h 993048"/>
                <a:gd name="connsiteX162" fmla="*/ 35881 w 1245803"/>
                <a:gd name="connsiteY162" fmla="*/ 431092 h 993048"/>
                <a:gd name="connsiteX163" fmla="*/ 63030 w 1245803"/>
                <a:gd name="connsiteY163" fmla="*/ 363525 h 993048"/>
                <a:gd name="connsiteX164" fmla="*/ 124903 w 1245803"/>
                <a:gd name="connsiteY164" fmla="*/ 337380 h 993048"/>
                <a:gd name="connsiteX165" fmla="*/ 165080 w 1245803"/>
                <a:gd name="connsiteY165" fmla="*/ 335549 h 993048"/>
                <a:gd name="connsiteX166" fmla="*/ 175909 w 1245803"/>
                <a:gd name="connsiteY166" fmla="*/ 349404 h 993048"/>
                <a:gd name="connsiteX167" fmla="*/ 171995 w 1245803"/>
                <a:gd name="connsiteY167" fmla="*/ 360004 h 993048"/>
                <a:gd name="connsiteX168" fmla="*/ 166389 w 1245803"/>
                <a:gd name="connsiteY168" fmla="*/ 368367 h 993048"/>
                <a:gd name="connsiteX169" fmla="*/ 153590 w 1245803"/>
                <a:gd name="connsiteY169" fmla="*/ 376209 h 993048"/>
                <a:gd name="connsiteX170" fmla="*/ 152688 w 1245803"/>
                <a:gd name="connsiteY170" fmla="*/ 381827 h 993048"/>
                <a:gd name="connsiteX171" fmla="*/ 165843 w 1245803"/>
                <a:gd name="connsiteY171" fmla="*/ 398948 h 993048"/>
                <a:gd name="connsiteX172" fmla="*/ 183637 w 1245803"/>
                <a:gd name="connsiteY172" fmla="*/ 410311 h 993048"/>
                <a:gd name="connsiteX173" fmla="*/ 201139 w 1245803"/>
                <a:gd name="connsiteY173" fmla="*/ 426834 h 993048"/>
                <a:gd name="connsiteX174" fmla="*/ 208422 w 1245803"/>
                <a:gd name="connsiteY174" fmla="*/ 429376 h 993048"/>
                <a:gd name="connsiteX175" fmla="*/ 214294 w 1245803"/>
                <a:gd name="connsiteY175" fmla="*/ 437739 h 993048"/>
                <a:gd name="connsiteX176" fmla="*/ 233220 w 1245803"/>
                <a:gd name="connsiteY176" fmla="*/ 452522 h 993048"/>
                <a:gd name="connsiteX177" fmla="*/ 245485 w 1245803"/>
                <a:gd name="connsiteY177" fmla="*/ 459309 h 993048"/>
                <a:gd name="connsiteX178" fmla="*/ 256924 w 1245803"/>
                <a:gd name="connsiteY178" fmla="*/ 478908 h 993048"/>
                <a:gd name="connsiteX179" fmla="*/ 264627 w 1245803"/>
                <a:gd name="connsiteY179" fmla="*/ 477205 h 993048"/>
                <a:gd name="connsiteX180" fmla="*/ 277553 w 1245803"/>
                <a:gd name="connsiteY180" fmla="*/ 459690 h 993048"/>
                <a:gd name="connsiteX181" fmla="*/ 281480 w 1245803"/>
                <a:gd name="connsiteY181" fmla="*/ 453424 h 993048"/>
                <a:gd name="connsiteX182" fmla="*/ 278341 w 1245803"/>
                <a:gd name="connsiteY182" fmla="*/ 438909 h 993048"/>
                <a:gd name="connsiteX183" fmla="*/ 269444 w 1245803"/>
                <a:gd name="connsiteY183" fmla="*/ 418649 h 993048"/>
                <a:gd name="connsiteX184" fmla="*/ 269571 w 1245803"/>
                <a:gd name="connsiteY184" fmla="*/ 396304 h 993048"/>
                <a:gd name="connsiteX185" fmla="*/ 359089 w 1245803"/>
                <a:gd name="connsiteY185" fmla="*/ 377493 h 993048"/>
                <a:gd name="connsiteX186" fmla="*/ 372549 w 1245803"/>
                <a:gd name="connsiteY186" fmla="*/ 413437 h 993048"/>
                <a:gd name="connsiteX187" fmla="*/ 402545 w 1245803"/>
                <a:gd name="connsiteY187" fmla="*/ 407082 h 993048"/>
                <a:gd name="connsiteX188" fmla="*/ 443002 w 1245803"/>
                <a:gd name="connsiteY188" fmla="*/ 387216 h 993048"/>
                <a:gd name="connsiteX189" fmla="*/ 503553 w 1245803"/>
                <a:gd name="connsiteY189" fmla="*/ 383162 h 993048"/>
                <a:gd name="connsiteX190" fmla="*/ 527563 w 1245803"/>
                <a:gd name="connsiteY190" fmla="*/ 352657 h 993048"/>
                <a:gd name="connsiteX191" fmla="*/ 572595 w 1245803"/>
                <a:gd name="connsiteY191" fmla="*/ 314756 h 99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1245803" h="993048">
                  <a:moveTo>
                    <a:pt x="853833" y="403028"/>
                  </a:moveTo>
                  <a:lnTo>
                    <a:pt x="867929" y="395059"/>
                  </a:lnTo>
                  <a:lnTo>
                    <a:pt x="873280" y="380696"/>
                  </a:lnTo>
                  <a:lnTo>
                    <a:pt x="862972" y="370744"/>
                  </a:lnTo>
                  <a:lnTo>
                    <a:pt x="849919" y="366041"/>
                  </a:lnTo>
                  <a:lnTo>
                    <a:pt x="832824" y="353331"/>
                  </a:lnTo>
                  <a:lnTo>
                    <a:pt x="832430" y="339617"/>
                  </a:lnTo>
                  <a:lnTo>
                    <a:pt x="824486" y="315569"/>
                  </a:lnTo>
                  <a:lnTo>
                    <a:pt x="825909" y="288255"/>
                  </a:lnTo>
                  <a:lnTo>
                    <a:pt x="810619" y="251942"/>
                  </a:lnTo>
                  <a:lnTo>
                    <a:pt x="814152" y="243833"/>
                  </a:lnTo>
                  <a:lnTo>
                    <a:pt x="806730" y="229979"/>
                  </a:lnTo>
                  <a:lnTo>
                    <a:pt x="810619" y="222073"/>
                  </a:lnTo>
                  <a:lnTo>
                    <a:pt x="813491" y="213697"/>
                  </a:lnTo>
                  <a:lnTo>
                    <a:pt x="813491" y="206782"/>
                  </a:lnTo>
                  <a:lnTo>
                    <a:pt x="806730" y="210176"/>
                  </a:lnTo>
                  <a:lnTo>
                    <a:pt x="799929" y="206363"/>
                  </a:lnTo>
                  <a:lnTo>
                    <a:pt x="798481" y="198000"/>
                  </a:lnTo>
                  <a:lnTo>
                    <a:pt x="790016" y="196169"/>
                  </a:lnTo>
                  <a:lnTo>
                    <a:pt x="786736" y="207672"/>
                  </a:lnTo>
                  <a:lnTo>
                    <a:pt x="778652" y="211193"/>
                  </a:lnTo>
                  <a:lnTo>
                    <a:pt x="770289" y="213544"/>
                  </a:lnTo>
                  <a:lnTo>
                    <a:pt x="762473" y="210023"/>
                  </a:lnTo>
                  <a:lnTo>
                    <a:pt x="756728" y="216162"/>
                  </a:lnTo>
                  <a:lnTo>
                    <a:pt x="754249" y="230144"/>
                  </a:lnTo>
                  <a:lnTo>
                    <a:pt x="747195" y="237452"/>
                  </a:lnTo>
                  <a:lnTo>
                    <a:pt x="749737" y="242295"/>
                  </a:lnTo>
                  <a:lnTo>
                    <a:pt x="757185" y="240070"/>
                  </a:lnTo>
                  <a:lnTo>
                    <a:pt x="763451" y="255882"/>
                  </a:lnTo>
                  <a:lnTo>
                    <a:pt x="782898" y="285420"/>
                  </a:lnTo>
                  <a:lnTo>
                    <a:pt x="784067" y="304486"/>
                  </a:lnTo>
                  <a:lnTo>
                    <a:pt x="790588" y="311273"/>
                  </a:lnTo>
                  <a:lnTo>
                    <a:pt x="801950" y="320818"/>
                  </a:lnTo>
                  <a:lnTo>
                    <a:pt x="793727" y="333884"/>
                  </a:lnTo>
                  <a:lnTo>
                    <a:pt x="797248" y="346290"/>
                  </a:lnTo>
                  <a:lnTo>
                    <a:pt x="806386" y="348641"/>
                  </a:lnTo>
                  <a:lnTo>
                    <a:pt x="810962" y="356267"/>
                  </a:lnTo>
                  <a:lnTo>
                    <a:pt x="820215" y="358885"/>
                  </a:lnTo>
                  <a:lnTo>
                    <a:pt x="833129" y="380188"/>
                  </a:lnTo>
                  <a:lnTo>
                    <a:pt x="847224" y="388805"/>
                  </a:lnTo>
                  <a:lnTo>
                    <a:pt x="853122" y="394169"/>
                  </a:lnTo>
                  <a:close/>
                  <a:moveTo>
                    <a:pt x="602502" y="252463"/>
                  </a:moveTo>
                  <a:lnTo>
                    <a:pt x="604446" y="224361"/>
                  </a:lnTo>
                  <a:lnTo>
                    <a:pt x="630413" y="208422"/>
                  </a:lnTo>
                  <a:lnTo>
                    <a:pt x="611882" y="172338"/>
                  </a:lnTo>
                  <a:lnTo>
                    <a:pt x="611374" y="162398"/>
                  </a:lnTo>
                  <a:lnTo>
                    <a:pt x="590084" y="140791"/>
                  </a:lnTo>
                  <a:lnTo>
                    <a:pt x="588521" y="112435"/>
                  </a:lnTo>
                  <a:lnTo>
                    <a:pt x="655071" y="53879"/>
                  </a:lnTo>
                  <a:lnTo>
                    <a:pt x="669294" y="57793"/>
                  </a:lnTo>
                  <a:lnTo>
                    <a:pt x="693062" y="44460"/>
                  </a:lnTo>
                  <a:lnTo>
                    <a:pt x="740687" y="35563"/>
                  </a:lnTo>
                  <a:lnTo>
                    <a:pt x="750995" y="41435"/>
                  </a:lnTo>
                  <a:lnTo>
                    <a:pt x="773442" y="44969"/>
                  </a:lnTo>
                  <a:lnTo>
                    <a:pt x="782339" y="37343"/>
                  </a:lnTo>
                  <a:lnTo>
                    <a:pt x="810021" y="41003"/>
                  </a:lnTo>
                  <a:lnTo>
                    <a:pt x="814330" y="19828"/>
                  </a:lnTo>
                  <a:lnTo>
                    <a:pt x="829582" y="13028"/>
                  </a:lnTo>
                  <a:lnTo>
                    <a:pt x="839090" y="1398"/>
                  </a:lnTo>
                  <a:lnTo>
                    <a:pt x="845750" y="4538"/>
                  </a:lnTo>
                  <a:lnTo>
                    <a:pt x="841695" y="18125"/>
                  </a:lnTo>
                  <a:lnTo>
                    <a:pt x="825376" y="31979"/>
                  </a:lnTo>
                  <a:lnTo>
                    <a:pt x="819020" y="47015"/>
                  </a:lnTo>
                  <a:lnTo>
                    <a:pt x="838861" y="51858"/>
                  </a:lnTo>
                  <a:lnTo>
                    <a:pt x="860392" y="57997"/>
                  </a:lnTo>
                  <a:lnTo>
                    <a:pt x="864701" y="71457"/>
                  </a:lnTo>
                  <a:lnTo>
                    <a:pt x="894328" y="72105"/>
                  </a:lnTo>
                  <a:lnTo>
                    <a:pt x="911690" y="82184"/>
                  </a:lnTo>
                  <a:lnTo>
                    <a:pt x="925773" y="79045"/>
                  </a:lnTo>
                  <a:lnTo>
                    <a:pt x="933857" y="69487"/>
                  </a:lnTo>
                  <a:lnTo>
                    <a:pt x="936729" y="48045"/>
                  </a:lnTo>
                  <a:lnTo>
                    <a:pt x="953443" y="42706"/>
                  </a:lnTo>
                  <a:lnTo>
                    <a:pt x="977326" y="36021"/>
                  </a:lnTo>
                  <a:lnTo>
                    <a:pt x="989591" y="37864"/>
                  </a:lnTo>
                  <a:lnTo>
                    <a:pt x="1005517" y="29361"/>
                  </a:lnTo>
                  <a:lnTo>
                    <a:pt x="1014414" y="31712"/>
                  </a:lnTo>
                  <a:lnTo>
                    <a:pt x="1025853" y="40876"/>
                  </a:lnTo>
                  <a:lnTo>
                    <a:pt x="1050664" y="32500"/>
                  </a:lnTo>
                  <a:lnTo>
                    <a:pt x="1072195" y="28446"/>
                  </a:lnTo>
                  <a:lnTo>
                    <a:pt x="1094107" y="18392"/>
                  </a:lnTo>
                  <a:lnTo>
                    <a:pt x="1114215" y="7156"/>
                  </a:lnTo>
                  <a:lnTo>
                    <a:pt x="1114723" y="216"/>
                  </a:lnTo>
                  <a:lnTo>
                    <a:pt x="1146054" y="4805"/>
                  </a:lnTo>
                  <a:lnTo>
                    <a:pt x="1164458" y="1271"/>
                  </a:lnTo>
                  <a:lnTo>
                    <a:pt x="1172084" y="0"/>
                  </a:lnTo>
                  <a:lnTo>
                    <a:pt x="1178605" y="4182"/>
                  </a:lnTo>
                  <a:lnTo>
                    <a:pt x="1181464" y="14769"/>
                  </a:lnTo>
                  <a:lnTo>
                    <a:pt x="1148710" y="55569"/>
                  </a:lnTo>
                  <a:lnTo>
                    <a:pt x="1158103" y="101707"/>
                  </a:lnTo>
                  <a:lnTo>
                    <a:pt x="1175592" y="115968"/>
                  </a:lnTo>
                  <a:lnTo>
                    <a:pt x="1196869" y="102355"/>
                  </a:lnTo>
                  <a:lnTo>
                    <a:pt x="1245804" y="131589"/>
                  </a:lnTo>
                  <a:lnTo>
                    <a:pt x="1177308" y="234059"/>
                  </a:lnTo>
                  <a:lnTo>
                    <a:pt x="1171945" y="242168"/>
                  </a:lnTo>
                  <a:lnTo>
                    <a:pt x="1176266" y="248523"/>
                  </a:lnTo>
                  <a:lnTo>
                    <a:pt x="1182520" y="297266"/>
                  </a:lnTo>
                  <a:lnTo>
                    <a:pt x="1182786" y="306291"/>
                  </a:lnTo>
                  <a:lnTo>
                    <a:pt x="1180549" y="339871"/>
                  </a:lnTo>
                  <a:lnTo>
                    <a:pt x="1147020" y="377404"/>
                  </a:lnTo>
                  <a:lnTo>
                    <a:pt x="1162158" y="422487"/>
                  </a:lnTo>
                  <a:lnTo>
                    <a:pt x="1137869" y="503121"/>
                  </a:lnTo>
                  <a:lnTo>
                    <a:pt x="1090650" y="533625"/>
                  </a:lnTo>
                  <a:lnTo>
                    <a:pt x="1042491" y="551254"/>
                  </a:lnTo>
                  <a:lnTo>
                    <a:pt x="1031141" y="589957"/>
                  </a:lnTo>
                  <a:lnTo>
                    <a:pt x="1063095" y="600938"/>
                  </a:lnTo>
                  <a:lnTo>
                    <a:pt x="1096903" y="653216"/>
                  </a:lnTo>
                  <a:lnTo>
                    <a:pt x="1145838" y="741310"/>
                  </a:lnTo>
                  <a:lnTo>
                    <a:pt x="1190984" y="768878"/>
                  </a:lnTo>
                  <a:lnTo>
                    <a:pt x="1158764" y="832010"/>
                  </a:lnTo>
                  <a:lnTo>
                    <a:pt x="1175846" y="863519"/>
                  </a:lnTo>
                  <a:lnTo>
                    <a:pt x="1119350" y="889651"/>
                  </a:lnTo>
                  <a:lnTo>
                    <a:pt x="1019651" y="941153"/>
                  </a:lnTo>
                  <a:lnTo>
                    <a:pt x="946821" y="993048"/>
                  </a:lnTo>
                  <a:lnTo>
                    <a:pt x="941483" y="978012"/>
                  </a:lnTo>
                  <a:lnTo>
                    <a:pt x="943047" y="914220"/>
                  </a:lnTo>
                  <a:lnTo>
                    <a:pt x="899323" y="886130"/>
                  </a:lnTo>
                  <a:lnTo>
                    <a:pt x="897112" y="846652"/>
                  </a:lnTo>
                  <a:lnTo>
                    <a:pt x="863951" y="830129"/>
                  </a:lnTo>
                  <a:lnTo>
                    <a:pt x="826253" y="862400"/>
                  </a:lnTo>
                  <a:lnTo>
                    <a:pt x="782796" y="831298"/>
                  </a:lnTo>
                  <a:lnTo>
                    <a:pt x="698223" y="874297"/>
                  </a:lnTo>
                  <a:lnTo>
                    <a:pt x="657550" y="910368"/>
                  </a:lnTo>
                  <a:lnTo>
                    <a:pt x="613445" y="842674"/>
                  </a:lnTo>
                  <a:lnTo>
                    <a:pt x="604688" y="830523"/>
                  </a:lnTo>
                  <a:lnTo>
                    <a:pt x="508637" y="811038"/>
                  </a:lnTo>
                  <a:lnTo>
                    <a:pt x="474065" y="803984"/>
                  </a:lnTo>
                  <a:lnTo>
                    <a:pt x="462067" y="777852"/>
                  </a:lnTo>
                  <a:lnTo>
                    <a:pt x="451111" y="732998"/>
                  </a:lnTo>
                  <a:lnTo>
                    <a:pt x="454619" y="713144"/>
                  </a:lnTo>
                  <a:lnTo>
                    <a:pt x="455788" y="701908"/>
                  </a:lnTo>
                  <a:lnTo>
                    <a:pt x="450958" y="696545"/>
                  </a:lnTo>
                  <a:lnTo>
                    <a:pt x="448480" y="683085"/>
                  </a:lnTo>
                  <a:lnTo>
                    <a:pt x="434498" y="683606"/>
                  </a:lnTo>
                  <a:lnTo>
                    <a:pt x="417416" y="677327"/>
                  </a:lnTo>
                  <a:lnTo>
                    <a:pt x="411404" y="671709"/>
                  </a:lnTo>
                  <a:lnTo>
                    <a:pt x="410235" y="664007"/>
                  </a:lnTo>
                  <a:lnTo>
                    <a:pt x="400842" y="659939"/>
                  </a:lnTo>
                  <a:lnTo>
                    <a:pt x="377747" y="665303"/>
                  </a:lnTo>
                  <a:lnTo>
                    <a:pt x="346150" y="689618"/>
                  </a:lnTo>
                  <a:lnTo>
                    <a:pt x="331673" y="697244"/>
                  </a:lnTo>
                  <a:lnTo>
                    <a:pt x="304664" y="699315"/>
                  </a:lnTo>
                  <a:lnTo>
                    <a:pt x="265631" y="683898"/>
                  </a:lnTo>
                  <a:lnTo>
                    <a:pt x="232584" y="688880"/>
                  </a:lnTo>
                  <a:lnTo>
                    <a:pt x="214701" y="692274"/>
                  </a:lnTo>
                  <a:lnTo>
                    <a:pt x="189141" y="684165"/>
                  </a:lnTo>
                  <a:lnTo>
                    <a:pt x="246413" y="651614"/>
                  </a:lnTo>
                  <a:lnTo>
                    <a:pt x="254763" y="600252"/>
                  </a:lnTo>
                  <a:lnTo>
                    <a:pt x="175820" y="537260"/>
                  </a:lnTo>
                  <a:lnTo>
                    <a:pt x="154416" y="521436"/>
                  </a:lnTo>
                  <a:lnTo>
                    <a:pt x="148544" y="516352"/>
                  </a:lnTo>
                  <a:lnTo>
                    <a:pt x="83722" y="472057"/>
                  </a:lnTo>
                  <a:lnTo>
                    <a:pt x="92721" y="444870"/>
                  </a:lnTo>
                  <a:lnTo>
                    <a:pt x="101860" y="429046"/>
                  </a:lnTo>
                  <a:lnTo>
                    <a:pt x="99648" y="423174"/>
                  </a:lnTo>
                  <a:lnTo>
                    <a:pt x="92594" y="422119"/>
                  </a:lnTo>
                  <a:lnTo>
                    <a:pt x="63767" y="466160"/>
                  </a:lnTo>
                  <a:lnTo>
                    <a:pt x="56586" y="475451"/>
                  </a:lnTo>
                  <a:lnTo>
                    <a:pt x="50231" y="477929"/>
                  </a:lnTo>
                  <a:lnTo>
                    <a:pt x="42134" y="475451"/>
                  </a:lnTo>
                  <a:lnTo>
                    <a:pt x="24010" y="490995"/>
                  </a:lnTo>
                  <a:lnTo>
                    <a:pt x="648" y="465117"/>
                  </a:lnTo>
                  <a:lnTo>
                    <a:pt x="0" y="457491"/>
                  </a:lnTo>
                  <a:lnTo>
                    <a:pt x="35881" y="431092"/>
                  </a:lnTo>
                  <a:lnTo>
                    <a:pt x="63030" y="363525"/>
                  </a:lnTo>
                  <a:lnTo>
                    <a:pt x="124903" y="337380"/>
                  </a:lnTo>
                  <a:lnTo>
                    <a:pt x="165080" y="335549"/>
                  </a:lnTo>
                  <a:lnTo>
                    <a:pt x="175909" y="349404"/>
                  </a:lnTo>
                  <a:lnTo>
                    <a:pt x="171995" y="360004"/>
                  </a:lnTo>
                  <a:lnTo>
                    <a:pt x="166389" y="368367"/>
                  </a:lnTo>
                  <a:lnTo>
                    <a:pt x="153590" y="376209"/>
                  </a:lnTo>
                  <a:lnTo>
                    <a:pt x="152688" y="381827"/>
                  </a:lnTo>
                  <a:lnTo>
                    <a:pt x="165843" y="398948"/>
                  </a:lnTo>
                  <a:lnTo>
                    <a:pt x="183637" y="410311"/>
                  </a:lnTo>
                  <a:lnTo>
                    <a:pt x="201139" y="426834"/>
                  </a:lnTo>
                  <a:lnTo>
                    <a:pt x="208422" y="429376"/>
                  </a:lnTo>
                  <a:lnTo>
                    <a:pt x="214294" y="437739"/>
                  </a:lnTo>
                  <a:lnTo>
                    <a:pt x="233220" y="452522"/>
                  </a:lnTo>
                  <a:lnTo>
                    <a:pt x="245485" y="459309"/>
                  </a:lnTo>
                  <a:lnTo>
                    <a:pt x="256924" y="478908"/>
                  </a:lnTo>
                  <a:lnTo>
                    <a:pt x="264627" y="477205"/>
                  </a:lnTo>
                  <a:lnTo>
                    <a:pt x="277553" y="459690"/>
                  </a:lnTo>
                  <a:lnTo>
                    <a:pt x="281480" y="453424"/>
                  </a:lnTo>
                  <a:lnTo>
                    <a:pt x="278341" y="438909"/>
                  </a:lnTo>
                  <a:lnTo>
                    <a:pt x="269444" y="418649"/>
                  </a:lnTo>
                  <a:lnTo>
                    <a:pt x="269571" y="396304"/>
                  </a:lnTo>
                  <a:lnTo>
                    <a:pt x="359089" y="377493"/>
                  </a:lnTo>
                  <a:lnTo>
                    <a:pt x="372549" y="413437"/>
                  </a:lnTo>
                  <a:lnTo>
                    <a:pt x="402545" y="407082"/>
                  </a:lnTo>
                  <a:lnTo>
                    <a:pt x="443002" y="387216"/>
                  </a:lnTo>
                  <a:lnTo>
                    <a:pt x="503553" y="383162"/>
                  </a:lnTo>
                  <a:lnTo>
                    <a:pt x="527563" y="352657"/>
                  </a:lnTo>
                  <a:lnTo>
                    <a:pt x="572595" y="314756"/>
                  </a:lnTo>
                  <a:close/>
                </a:path>
              </a:pathLst>
            </a:custGeom>
            <a:noFill/>
            <a:ln w="3810" cap="flat">
              <a:solidFill>
                <a:srgbClr val="E6E4E2"/>
              </a:solidFill>
              <a:prstDash val="solid"/>
              <a:miter/>
            </a:ln>
          </p:spPr>
          <p:txBody>
            <a:bodyPr rtlCol="0" anchor="ctr"/>
            <a:lstStyle/>
            <a:p>
              <a:endParaRPr lang="de-CH"/>
            </a:p>
          </p:txBody>
        </p:sp>
        <p:sp>
          <p:nvSpPr>
            <p:cNvPr id="21" name="Freihandform: Form 20">
              <a:extLst>
                <a:ext uri="{FF2B5EF4-FFF2-40B4-BE49-F238E27FC236}">
                  <a16:creationId xmlns:a16="http://schemas.microsoft.com/office/drawing/2014/main" id="{33FDC210-B5E4-8600-0D10-4483464277AB}"/>
                </a:ext>
              </a:extLst>
            </p:cNvPr>
            <p:cNvSpPr/>
            <p:nvPr/>
          </p:nvSpPr>
          <p:spPr>
            <a:xfrm>
              <a:off x="5761819" y="2962472"/>
              <a:ext cx="949071" cy="672687"/>
            </a:xfrm>
            <a:custGeom>
              <a:avLst/>
              <a:gdLst>
                <a:gd name="connsiteX0" fmla="*/ 303024 w 949071"/>
                <a:gd name="connsiteY0" fmla="*/ 371456 h 672687"/>
                <a:gd name="connsiteX1" fmla="*/ 300482 w 949071"/>
                <a:gd name="connsiteY1" fmla="*/ 377328 h 672687"/>
                <a:gd name="connsiteX2" fmla="*/ 303113 w 949071"/>
                <a:gd name="connsiteY2" fmla="*/ 380874 h 672687"/>
                <a:gd name="connsiteX3" fmla="*/ 311184 w 949071"/>
                <a:gd name="connsiteY3" fmla="*/ 386225 h 672687"/>
                <a:gd name="connsiteX4" fmla="*/ 314997 w 949071"/>
                <a:gd name="connsiteY4" fmla="*/ 392110 h 672687"/>
                <a:gd name="connsiteX5" fmla="*/ 321124 w 949071"/>
                <a:gd name="connsiteY5" fmla="*/ 392758 h 672687"/>
                <a:gd name="connsiteX6" fmla="*/ 323869 w 949071"/>
                <a:gd name="connsiteY6" fmla="*/ 395300 h 672687"/>
                <a:gd name="connsiteX7" fmla="*/ 322827 w 949071"/>
                <a:gd name="connsiteY7" fmla="*/ 400384 h 672687"/>
                <a:gd name="connsiteX8" fmla="*/ 325966 w 949071"/>
                <a:gd name="connsiteY8" fmla="*/ 401426 h 672687"/>
                <a:gd name="connsiteX9" fmla="*/ 331304 w 949071"/>
                <a:gd name="connsiteY9" fmla="*/ 397245 h 672687"/>
                <a:gd name="connsiteX10" fmla="*/ 347217 w 949071"/>
                <a:gd name="connsiteY10" fmla="*/ 378040 h 672687"/>
                <a:gd name="connsiteX11" fmla="*/ 349061 w 949071"/>
                <a:gd name="connsiteY11" fmla="*/ 365329 h 672687"/>
                <a:gd name="connsiteX12" fmla="*/ 367706 w 949071"/>
                <a:gd name="connsiteY12" fmla="*/ 351882 h 672687"/>
                <a:gd name="connsiteX13" fmla="*/ 378675 w 949071"/>
                <a:gd name="connsiteY13" fmla="*/ 337507 h 672687"/>
                <a:gd name="connsiteX14" fmla="*/ 387153 w 949071"/>
                <a:gd name="connsiteY14" fmla="*/ 334965 h 672687"/>
                <a:gd name="connsiteX15" fmla="*/ 403854 w 949071"/>
                <a:gd name="connsiteY15" fmla="*/ 317857 h 672687"/>
                <a:gd name="connsiteX16" fmla="*/ 404642 w 949071"/>
                <a:gd name="connsiteY16" fmla="*/ 304638 h 672687"/>
                <a:gd name="connsiteX17" fmla="*/ 409599 w 949071"/>
                <a:gd name="connsiteY17" fmla="*/ 296148 h 672687"/>
                <a:gd name="connsiteX18" fmla="*/ 409866 w 949071"/>
                <a:gd name="connsiteY18" fmla="*/ 279942 h 672687"/>
                <a:gd name="connsiteX19" fmla="*/ 409078 w 949071"/>
                <a:gd name="connsiteY19" fmla="*/ 273155 h 672687"/>
                <a:gd name="connsiteX20" fmla="*/ 406066 w 949071"/>
                <a:gd name="connsiteY20" fmla="*/ 270143 h 672687"/>
                <a:gd name="connsiteX21" fmla="*/ 402037 w 949071"/>
                <a:gd name="connsiteY21" fmla="*/ 271960 h 672687"/>
                <a:gd name="connsiteX22" fmla="*/ 396025 w 949071"/>
                <a:gd name="connsiteY22" fmla="*/ 273663 h 672687"/>
                <a:gd name="connsiteX23" fmla="*/ 390419 w 949071"/>
                <a:gd name="connsiteY23" fmla="*/ 272100 h 672687"/>
                <a:gd name="connsiteX24" fmla="*/ 387877 w 949071"/>
                <a:gd name="connsiteY24" fmla="*/ 281366 h 672687"/>
                <a:gd name="connsiteX25" fmla="*/ 378485 w 949071"/>
                <a:gd name="connsiteY25" fmla="*/ 293275 h 672687"/>
                <a:gd name="connsiteX26" fmla="*/ 375472 w 949071"/>
                <a:gd name="connsiteY26" fmla="*/ 305032 h 672687"/>
                <a:gd name="connsiteX27" fmla="*/ 356165 w 949071"/>
                <a:gd name="connsiteY27" fmla="*/ 318899 h 672687"/>
                <a:gd name="connsiteX28" fmla="*/ 314222 w 949071"/>
                <a:gd name="connsiteY28" fmla="*/ 340506 h 672687"/>
                <a:gd name="connsiteX29" fmla="*/ 309252 w 949071"/>
                <a:gd name="connsiteY29" fmla="*/ 358301 h 672687"/>
                <a:gd name="connsiteX30" fmla="*/ 709268 w 949071"/>
                <a:gd name="connsiteY30" fmla="*/ 601752 h 672687"/>
                <a:gd name="connsiteX31" fmla="*/ 772565 w 949071"/>
                <a:gd name="connsiteY31" fmla="*/ 565807 h 672687"/>
                <a:gd name="connsiteX32" fmla="*/ 701311 w 949071"/>
                <a:gd name="connsiteY32" fmla="*/ 523470 h 672687"/>
                <a:gd name="connsiteX33" fmla="*/ 693748 w 949071"/>
                <a:gd name="connsiteY33" fmla="*/ 495228 h 672687"/>
                <a:gd name="connsiteX34" fmla="*/ 682118 w 949071"/>
                <a:gd name="connsiteY34" fmla="*/ 452750 h 672687"/>
                <a:gd name="connsiteX35" fmla="*/ 673641 w 949071"/>
                <a:gd name="connsiteY35" fmla="*/ 431066 h 672687"/>
                <a:gd name="connsiteX36" fmla="*/ 674429 w 949071"/>
                <a:gd name="connsiteY36" fmla="*/ 420898 h 672687"/>
                <a:gd name="connsiteX37" fmla="*/ 671887 w 949071"/>
                <a:gd name="connsiteY37" fmla="*/ 410311 h 672687"/>
                <a:gd name="connsiteX38" fmla="*/ 674747 w 949071"/>
                <a:gd name="connsiteY38" fmla="*/ 401960 h 672687"/>
                <a:gd name="connsiteX39" fmla="*/ 669015 w 949071"/>
                <a:gd name="connsiteY39" fmla="*/ 395605 h 672687"/>
                <a:gd name="connsiteX40" fmla="*/ 668366 w 949071"/>
                <a:gd name="connsiteY40" fmla="*/ 386708 h 672687"/>
                <a:gd name="connsiteX41" fmla="*/ 652695 w 949071"/>
                <a:gd name="connsiteY41" fmla="*/ 343188 h 672687"/>
                <a:gd name="connsiteX42" fmla="*/ 667171 w 949071"/>
                <a:gd name="connsiteY42" fmla="*/ 325279 h 672687"/>
                <a:gd name="connsiteX43" fmla="*/ 673971 w 949071"/>
                <a:gd name="connsiteY43" fmla="*/ 312480 h 672687"/>
                <a:gd name="connsiteX44" fmla="*/ 693278 w 949071"/>
                <a:gd name="connsiteY44" fmla="*/ 319649 h 672687"/>
                <a:gd name="connsiteX45" fmla="*/ 682983 w 949071"/>
                <a:gd name="connsiteY45" fmla="*/ 373248 h 672687"/>
                <a:gd name="connsiteX46" fmla="*/ 700586 w 949071"/>
                <a:gd name="connsiteY46" fmla="*/ 373248 h 672687"/>
                <a:gd name="connsiteX47" fmla="*/ 712992 w 949071"/>
                <a:gd name="connsiteY47" fmla="*/ 358733 h 672687"/>
                <a:gd name="connsiteX48" fmla="*/ 739874 w 949071"/>
                <a:gd name="connsiteY48" fmla="*/ 327224 h 672687"/>
                <a:gd name="connsiteX49" fmla="*/ 765459 w 949071"/>
                <a:gd name="connsiteY49" fmla="*/ 327224 h 672687"/>
                <a:gd name="connsiteX50" fmla="*/ 771446 w 949071"/>
                <a:gd name="connsiteY50" fmla="*/ 378472 h 672687"/>
                <a:gd name="connsiteX51" fmla="*/ 874805 w 949071"/>
                <a:gd name="connsiteY51" fmla="*/ 368532 h 672687"/>
                <a:gd name="connsiteX52" fmla="*/ 930006 w 949071"/>
                <a:gd name="connsiteY52" fmla="*/ 371074 h 672687"/>
                <a:gd name="connsiteX53" fmla="*/ 949071 w 949071"/>
                <a:gd name="connsiteY53" fmla="*/ 395516 h 672687"/>
                <a:gd name="connsiteX54" fmla="*/ 907127 w 949071"/>
                <a:gd name="connsiteY54" fmla="*/ 436036 h 672687"/>
                <a:gd name="connsiteX55" fmla="*/ 898230 w 949071"/>
                <a:gd name="connsiteY55" fmla="*/ 536155 h 672687"/>
                <a:gd name="connsiteX56" fmla="*/ 904229 w 949071"/>
                <a:gd name="connsiteY56" fmla="*/ 560863 h 672687"/>
                <a:gd name="connsiteX57" fmla="*/ 920143 w 949071"/>
                <a:gd name="connsiteY57" fmla="*/ 613394 h 672687"/>
                <a:gd name="connsiteX58" fmla="*/ 832188 w 949071"/>
                <a:gd name="connsiteY58" fmla="*/ 641763 h 672687"/>
                <a:gd name="connsiteX59" fmla="*/ 828273 w 949071"/>
                <a:gd name="connsiteY59" fmla="*/ 621491 h 672687"/>
                <a:gd name="connsiteX60" fmla="*/ 768103 w 949071"/>
                <a:gd name="connsiteY60" fmla="*/ 613000 h 672687"/>
                <a:gd name="connsiteX61" fmla="*/ 725969 w 949071"/>
                <a:gd name="connsiteY61" fmla="*/ 636794 h 672687"/>
                <a:gd name="connsiteX62" fmla="*/ 428690 w 949071"/>
                <a:gd name="connsiteY62" fmla="*/ 0 h 672687"/>
                <a:gd name="connsiteX63" fmla="*/ 536726 w 949071"/>
                <a:gd name="connsiteY63" fmla="*/ 11630 h 672687"/>
                <a:gd name="connsiteX64" fmla="*/ 540260 w 949071"/>
                <a:gd name="connsiteY64" fmla="*/ 31369 h 672687"/>
                <a:gd name="connsiteX65" fmla="*/ 532558 w 949071"/>
                <a:gd name="connsiteY65" fmla="*/ 36593 h 672687"/>
                <a:gd name="connsiteX66" fmla="*/ 523152 w 949071"/>
                <a:gd name="connsiteY66" fmla="*/ 37864 h 672687"/>
                <a:gd name="connsiteX67" fmla="*/ 512450 w 949071"/>
                <a:gd name="connsiteY67" fmla="*/ 43609 h 672687"/>
                <a:gd name="connsiteX68" fmla="*/ 502409 w 949071"/>
                <a:gd name="connsiteY68" fmla="*/ 56675 h 672687"/>
                <a:gd name="connsiteX69" fmla="*/ 488428 w 949071"/>
                <a:gd name="connsiteY69" fmla="*/ 62687 h 672687"/>
                <a:gd name="connsiteX70" fmla="*/ 483738 w 949071"/>
                <a:gd name="connsiteY70" fmla="*/ 74710 h 672687"/>
                <a:gd name="connsiteX71" fmla="*/ 491440 w 949071"/>
                <a:gd name="connsiteY71" fmla="*/ 77329 h 672687"/>
                <a:gd name="connsiteX72" fmla="*/ 495342 w 949071"/>
                <a:gd name="connsiteY72" fmla="*/ 77329 h 672687"/>
                <a:gd name="connsiteX73" fmla="*/ 498876 w 949071"/>
                <a:gd name="connsiteY73" fmla="*/ 70783 h 672687"/>
                <a:gd name="connsiteX74" fmla="*/ 505396 w 949071"/>
                <a:gd name="connsiteY74" fmla="*/ 70783 h 672687"/>
                <a:gd name="connsiteX75" fmla="*/ 507086 w 949071"/>
                <a:gd name="connsiteY75" fmla="*/ 77329 h 672687"/>
                <a:gd name="connsiteX76" fmla="*/ 510607 w 949071"/>
                <a:gd name="connsiteY76" fmla="*/ 75486 h 672687"/>
                <a:gd name="connsiteX77" fmla="*/ 514776 w 949071"/>
                <a:gd name="connsiteY77" fmla="*/ 77329 h 672687"/>
                <a:gd name="connsiteX78" fmla="*/ 515183 w 949071"/>
                <a:gd name="connsiteY78" fmla="*/ 82566 h 672687"/>
                <a:gd name="connsiteX79" fmla="*/ 520788 w 949071"/>
                <a:gd name="connsiteY79" fmla="*/ 82566 h 672687"/>
                <a:gd name="connsiteX80" fmla="*/ 535151 w 949071"/>
                <a:gd name="connsiteY80" fmla="*/ 71584 h 672687"/>
                <a:gd name="connsiteX81" fmla="*/ 497694 w 949071"/>
                <a:gd name="connsiteY81" fmla="*/ 123454 h 672687"/>
                <a:gd name="connsiteX82" fmla="*/ 543094 w 949071"/>
                <a:gd name="connsiteY82" fmla="*/ 165156 h 672687"/>
                <a:gd name="connsiteX83" fmla="*/ 601180 w 949071"/>
                <a:gd name="connsiteY83" fmla="*/ 149599 h 672687"/>
                <a:gd name="connsiteX84" fmla="*/ 601447 w 949071"/>
                <a:gd name="connsiteY84" fmla="*/ 222403 h 672687"/>
                <a:gd name="connsiteX85" fmla="*/ 601701 w 949071"/>
                <a:gd name="connsiteY85" fmla="*/ 266711 h 672687"/>
                <a:gd name="connsiteX86" fmla="*/ 583093 w 949071"/>
                <a:gd name="connsiteY86" fmla="*/ 302973 h 672687"/>
                <a:gd name="connsiteX87" fmla="*/ 587021 w 949071"/>
                <a:gd name="connsiteY87" fmla="*/ 396304 h 672687"/>
                <a:gd name="connsiteX88" fmla="*/ 598613 w 949071"/>
                <a:gd name="connsiteY88" fmla="*/ 450538 h 672687"/>
                <a:gd name="connsiteX89" fmla="*/ 571921 w 949071"/>
                <a:gd name="connsiteY89" fmla="*/ 474459 h 672687"/>
                <a:gd name="connsiteX90" fmla="*/ 669015 w 949071"/>
                <a:gd name="connsiteY90" fmla="*/ 570383 h 672687"/>
                <a:gd name="connsiteX91" fmla="*/ 571654 w 949071"/>
                <a:gd name="connsiteY91" fmla="*/ 609467 h 672687"/>
                <a:gd name="connsiteX92" fmla="*/ 491262 w 949071"/>
                <a:gd name="connsiteY92" fmla="*/ 670476 h 672687"/>
                <a:gd name="connsiteX93" fmla="*/ 404223 w 949071"/>
                <a:gd name="connsiteY93" fmla="*/ 628113 h 672687"/>
                <a:gd name="connsiteX94" fmla="*/ 369524 w 949071"/>
                <a:gd name="connsiteY94" fmla="*/ 653991 h 672687"/>
                <a:gd name="connsiteX95" fmla="*/ 303431 w 949071"/>
                <a:gd name="connsiteY95" fmla="*/ 627083 h 672687"/>
                <a:gd name="connsiteX96" fmla="*/ 258017 w 949071"/>
                <a:gd name="connsiteY96" fmla="*/ 651766 h 672687"/>
                <a:gd name="connsiteX97" fmla="*/ 214802 w 949071"/>
                <a:gd name="connsiteY97" fmla="*/ 672687 h 672687"/>
                <a:gd name="connsiteX98" fmla="*/ 164305 w 949071"/>
                <a:gd name="connsiteY98" fmla="*/ 628113 h 672687"/>
                <a:gd name="connsiteX99" fmla="*/ 124230 w 949071"/>
                <a:gd name="connsiteY99" fmla="*/ 618186 h 672687"/>
                <a:gd name="connsiteX100" fmla="*/ 96839 w 949071"/>
                <a:gd name="connsiteY100" fmla="*/ 581072 h 672687"/>
                <a:gd name="connsiteX101" fmla="*/ 54425 w 949071"/>
                <a:gd name="connsiteY101" fmla="*/ 581072 h 672687"/>
                <a:gd name="connsiteX102" fmla="*/ 10715 w 949071"/>
                <a:gd name="connsiteY102" fmla="*/ 579369 h 672687"/>
                <a:gd name="connsiteX103" fmla="*/ 42020 w 949071"/>
                <a:gd name="connsiteY103" fmla="*/ 523826 h 672687"/>
                <a:gd name="connsiteX104" fmla="*/ 45935 w 949071"/>
                <a:gd name="connsiteY104" fmla="*/ 516631 h 672687"/>
                <a:gd name="connsiteX105" fmla="*/ 28446 w 949071"/>
                <a:gd name="connsiteY105" fmla="*/ 484348 h 672687"/>
                <a:gd name="connsiteX106" fmla="*/ 0 w 949071"/>
                <a:gd name="connsiteY106" fmla="*/ 431943 h 672687"/>
                <a:gd name="connsiteX107" fmla="*/ 5478 w 949071"/>
                <a:gd name="connsiteY107" fmla="*/ 424089 h 672687"/>
                <a:gd name="connsiteX108" fmla="*/ 47231 w 949071"/>
                <a:gd name="connsiteY108" fmla="*/ 363080 h 672687"/>
                <a:gd name="connsiteX109" fmla="*/ 48693 w 949071"/>
                <a:gd name="connsiteY109" fmla="*/ 354449 h 672687"/>
                <a:gd name="connsiteX110" fmla="*/ 56637 w 949071"/>
                <a:gd name="connsiteY110" fmla="*/ 309112 h 672687"/>
                <a:gd name="connsiteX111" fmla="*/ 54946 w 949071"/>
                <a:gd name="connsiteY111" fmla="*/ 255119 h 672687"/>
                <a:gd name="connsiteX112" fmla="*/ 87395 w 949071"/>
                <a:gd name="connsiteY112" fmla="*/ 223903 h 672687"/>
                <a:gd name="connsiteX113" fmla="*/ 105419 w 949071"/>
                <a:gd name="connsiteY113" fmla="*/ 206248 h 672687"/>
                <a:gd name="connsiteX114" fmla="*/ 133597 w 949071"/>
                <a:gd name="connsiteY114" fmla="*/ 217217 h 672687"/>
                <a:gd name="connsiteX115" fmla="*/ 121853 w 949071"/>
                <a:gd name="connsiteY115" fmla="*/ 255920 h 672687"/>
                <a:gd name="connsiteX116" fmla="*/ 139457 w 949071"/>
                <a:gd name="connsiteY116" fmla="*/ 263228 h 672687"/>
                <a:gd name="connsiteX117" fmla="*/ 186726 w 949071"/>
                <a:gd name="connsiteY117" fmla="*/ 174740 h 672687"/>
                <a:gd name="connsiteX118" fmla="*/ 231987 w 949071"/>
                <a:gd name="connsiteY118" fmla="*/ 141160 h 672687"/>
                <a:gd name="connsiteX119" fmla="*/ 247659 w 949071"/>
                <a:gd name="connsiteY119" fmla="*/ 123251 h 672687"/>
                <a:gd name="connsiteX120" fmla="*/ 217154 w 949071"/>
                <a:gd name="connsiteY120" fmla="*/ 68749 h 672687"/>
                <a:gd name="connsiteX121" fmla="*/ 241430 w 949071"/>
                <a:gd name="connsiteY121" fmla="*/ 51489 h 672687"/>
                <a:gd name="connsiteX122" fmla="*/ 292271 w 949071"/>
                <a:gd name="connsiteY122" fmla="*/ 26399 h 672687"/>
                <a:gd name="connsiteX123" fmla="*/ 323843 w 949071"/>
                <a:gd name="connsiteY123" fmla="*/ 40520 h 672687"/>
                <a:gd name="connsiteX124" fmla="*/ 376947 w 949071"/>
                <a:gd name="connsiteY124" fmla="*/ 21455 h 672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949071" h="672687">
                  <a:moveTo>
                    <a:pt x="303024" y="371456"/>
                  </a:moveTo>
                  <a:lnTo>
                    <a:pt x="300482" y="377328"/>
                  </a:lnTo>
                  <a:lnTo>
                    <a:pt x="303113" y="380874"/>
                  </a:lnTo>
                  <a:lnTo>
                    <a:pt x="311184" y="386225"/>
                  </a:lnTo>
                  <a:lnTo>
                    <a:pt x="314997" y="392110"/>
                  </a:lnTo>
                  <a:lnTo>
                    <a:pt x="321124" y="392758"/>
                  </a:lnTo>
                  <a:lnTo>
                    <a:pt x="323869" y="395300"/>
                  </a:lnTo>
                  <a:lnTo>
                    <a:pt x="322827" y="400384"/>
                  </a:lnTo>
                  <a:lnTo>
                    <a:pt x="325966" y="401426"/>
                  </a:lnTo>
                  <a:lnTo>
                    <a:pt x="331304" y="397245"/>
                  </a:lnTo>
                  <a:lnTo>
                    <a:pt x="347217" y="378040"/>
                  </a:lnTo>
                  <a:lnTo>
                    <a:pt x="349061" y="365329"/>
                  </a:lnTo>
                  <a:lnTo>
                    <a:pt x="367706" y="351882"/>
                  </a:lnTo>
                  <a:lnTo>
                    <a:pt x="378675" y="337507"/>
                  </a:lnTo>
                  <a:lnTo>
                    <a:pt x="387153" y="334965"/>
                  </a:lnTo>
                  <a:lnTo>
                    <a:pt x="403854" y="317857"/>
                  </a:lnTo>
                  <a:lnTo>
                    <a:pt x="404642" y="304638"/>
                  </a:lnTo>
                  <a:lnTo>
                    <a:pt x="409599" y="296148"/>
                  </a:lnTo>
                  <a:lnTo>
                    <a:pt x="409866" y="279942"/>
                  </a:lnTo>
                  <a:lnTo>
                    <a:pt x="409078" y="273155"/>
                  </a:lnTo>
                  <a:lnTo>
                    <a:pt x="406066" y="270143"/>
                  </a:lnTo>
                  <a:lnTo>
                    <a:pt x="402037" y="271960"/>
                  </a:lnTo>
                  <a:lnTo>
                    <a:pt x="396025" y="273663"/>
                  </a:lnTo>
                  <a:lnTo>
                    <a:pt x="390419" y="272100"/>
                  </a:lnTo>
                  <a:lnTo>
                    <a:pt x="387877" y="281366"/>
                  </a:lnTo>
                  <a:lnTo>
                    <a:pt x="378485" y="293275"/>
                  </a:lnTo>
                  <a:lnTo>
                    <a:pt x="375472" y="305032"/>
                  </a:lnTo>
                  <a:lnTo>
                    <a:pt x="356165" y="318899"/>
                  </a:lnTo>
                  <a:lnTo>
                    <a:pt x="314222" y="340506"/>
                  </a:lnTo>
                  <a:lnTo>
                    <a:pt x="309252" y="358301"/>
                  </a:lnTo>
                  <a:close/>
                  <a:moveTo>
                    <a:pt x="709268" y="601752"/>
                  </a:moveTo>
                  <a:lnTo>
                    <a:pt x="772565" y="565807"/>
                  </a:lnTo>
                  <a:lnTo>
                    <a:pt x="701311" y="523470"/>
                  </a:lnTo>
                  <a:lnTo>
                    <a:pt x="693748" y="495228"/>
                  </a:lnTo>
                  <a:lnTo>
                    <a:pt x="682118" y="452750"/>
                  </a:lnTo>
                  <a:lnTo>
                    <a:pt x="673641" y="431066"/>
                  </a:lnTo>
                  <a:lnTo>
                    <a:pt x="674429" y="420898"/>
                  </a:lnTo>
                  <a:lnTo>
                    <a:pt x="671887" y="410311"/>
                  </a:lnTo>
                  <a:lnTo>
                    <a:pt x="674747" y="401960"/>
                  </a:lnTo>
                  <a:lnTo>
                    <a:pt x="669015" y="395605"/>
                  </a:lnTo>
                  <a:lnTo>
                    <a:pt x="668366" y="386708"/>
                  </a:lnTo>
                  <a:lnTo>
                    <a:pt x="652695" y="343188"/>
                  </a:lnTo>
                  <a:lnTo>
                    <a:pt x="667171" y="325279"/>
                  </a:lnTo>
                  <a:lnTo>
                    <a:pt x="673971" y="312480"/>
                  </a:lnTo>
                  <a:lnTo>
                    <a:pt x="693278" y="319649"/>
                  </a:lnTo>
                  <a:lnTo>
                    <a:pt x="682983" y="373248"/>
                  </a:lnTo>
                  <a:lnTo>
                    <a:pt x="700586" y="373248"/>
                  </a:lnTo>
                  <a:lnTo>
                    <a:pt x="712992" y="358733"/>
                  </a:lnTo>
                  <a:lnTo>
                    <a:pt x="739874" y="327224"/>
                  </a:lnTo>
                  <a:lnTo>
                    <a:pt x="765459" y="327224"/>
                  </a:lnTo>
                  <a:lnTo>
                    <a:pt x="771446" y="378472"/>
                  </a:lnTo>
                  <a:lnTo>
                    <a:pt x="874805" y="368532"/>
                  </a:lnTo>
                  <a:lnTo>
                    <a:pt x="930006" y="371074"/>
                  </a:lnTo>
                  <a:lnTo>
                    <a:pt x="949071" y="395516"/>
                  </a:lnTo>
                  <a:lnTo>
                    <a:pt x="907127" y="436036"/>
                  </a:lnTo>
                  <a:lnTo>
                    <a:pt x="898230" y="536155"/>
                  </a:lnTo>
                  <a:lnTo>
                    <a:pt x="904229" y="560863"/>
                  </a:lnTo>
                  <a:lnTo>
                    <a:pt x="920143" y="613394"/>
                  </a:lnTo>
                  <a:lnTo>
                    <a:pt x="832188" y="641763"/>
                  </a:lnTo>
                  <a:lnTo>
                    <a:pt x="828273" y="621491"/>
                  </a:lnTo>
                  <a:lnTo>
                    <a:pt x="768103" y="613000"/>
                  </a:lnTo>
                  <a:lnTo>
                    <a:pt x="725969" y="636794"/>
                  </a:lnTo>
                  <a:close/>
                  <a:moveTo>
                    <a:pt x="428690" y="0"/>
                  </a:moveTo>
                  <a:lnTo>
                    <a:pt x="536726" y="11630"/>
                  </a:lnTo>
                  <a:lnTo>
                    <a:pt x="540260" y="31369"/>
                  </a:lnTo>
                  <a:lnTo>
                    <a:pt x="532558" y="36593"/>
                  </a:lnTo>
                  <a:lnTo>
                    <a:pt x="523152" y="37864"/>
                  </a:lnTo>
                  <a:lnTo>
                    <a:pt x="512450" y="43609"/>
                  </a:lnTo>
                  <a:lnTo>
                    <a:pt x="502409" y="56675"/>
                  </a:lnTo>
                  <a:lnTo>
                    <a:pt x="488428" y="62687"/>
                  </a:lnTo>
                  <a:lnTo>
                    <a:pt x="483738" y="74710"/>
                  </a:lnTo>
                  <a:lnTo>
                    <a:pt x="491440" y="77329"/>
                  </a:lnTo>
                  <a:lnTo>
                    <a:pt x="495342" y="77329"/>
                  </a:lnTo>
                  <a:lnTo>
                    <a:pt x="498876" y="70783"/>
                  </a:lnTo>
                  <a:lnTo>
                    <a:pt x="505396" y="70783"/>
                  </a:lnTo>
                  <a:lnTo>
                    <a:pt x="507086" y="77329"/>
                  </a:lnTo>
                  <a:lnTo>
                    <a:pt x="510607" y="75486"/>
                  </a:lnTo>
                  <a:lnTo>
                    <a:pt x="514776" y="77329"/>
                  </a:lnTo>
                  <a:lnTo>
                    <a:pt x="515183" y="82566"/>
                  </a:lnTo>
                  <a:lnTo>
                    <a:pt x="520788" y="82566"/>
                  </a:lnTo>
                  <a:lnTo>
                    <a:pt x="535151" y="71584"/>
                  </a:lnTo>
                  <a:lnTo>
                    <a:pt x="497694" y="123454"/>
                  </a:lnTo>
                  <a:lnTo>
                    <a:pt x="543094" y="165156"/>
                  </a:lnTo>
                  <a:lnTo>
                    <a:pt x="601180" y="149599"/>
                  </a:lnTo>
                  <a:lnTo>
                    <a:pt x="601447" y="222403"/>
                  </a:lnTo>
                  <a:lnTo>
                    <a:pt x="601701" y="266711"/>
                  </a:lnTo>
                  <a:lnTo>
                    <a:pt x="583093" y="302973"/>
                  </a:lnTo>
                  <a:lnTo>
                    <a:pt x="587021" y="396304"/>
                  </a:lnTo>
                  <a:lnTo>
                    <a:pt x="598613" y="450538"/>
                  </a:lnTo>
                  <a:lnTo>
                    <a:pt x="571921" y="474459"/>
                  </a:lnTo>
                  <a:lnTo>
                    <a:pt x="669015" y="570383"/>
                  </a:lnTo>
                  <a:lnTo>
                    <a:pt x="571654" y="609467"/>
                  </a:lnTo>
                  <a:lnTo>
                    <a:pt x="491262" y="670476"/>
                  </a:lnTo>
                  <a:lnTo>
                    <a:pt x="404223" y="628113"/>
                  </a:lnTo>
                  <a:lnTo>
                    <a:pt x="369524" y="653991"/>
                  </a:lnTo>
                  <a:lnTo>
                    <a:pt x="303431" y="627083"/>
                  </a:lnTo>
                  <a:lnTo>
                    <a:pt x="258017" y="651766"/>
                  </a:lnTo>
                  <a:lnTo>
                    <a:pt x="214802" y="672687"/>
                  </a:lnTo>
                  <a:lnTo>
                    <a:pt x="164305" y="628113"/>
                  </a:lnTo>
                  <a:lnTo>
                    <a:pt x="124230" y="618186"/>
                  </a:lnTo>
                  <a:lnTo>
                    <a:pt x="96839" y="581072"/>
                  </a:lnTo>
                  <a:lnTo>
                    <a:pt x="54425" y="581072"/>
                  </a:lnTo>
                  <a:lnTo>
                    <a:pt x="10715" y="579369"/>
                  </a:lnTo>
                  <a:lnTo>
                    <a:pt x="42020" y="523826"/>
                  </a:lnTo>
                  <a:lnTo>
                    <a:pt x="45935" y="516631"/>
                  </a:lnTo>
                  <a:lnTo>
                    <a:pt x="28446" y="484348"/>
                  </a:lnTo>
                  <a:lnTo>
                    <a:pt x="0" y="431943"/>
                  </a:lnTo>
                  <a:lnTo>
                    <a:pt x="5478" y="424089"/>
                  </a:lnTo>
                  <a:lnTo>
                    <a:pt x="47231" y="363080"/>
                  </a:lnTo>
                  <a:lnTo>
                    <a:pt x="48693" y="354449"/>
                  </a:lnTo>
                  <a:lnTo>
                    <a:pt x="56637" y="309112"/>
                  </a:lnTo>
                  <a:lnTo>
                    <a:pt x="54946" y="255119"/>
                  </a:lnTo>
                  <a:lnTo>
                    <a:pt x="87395" y="223903"/>
                  </a:lnTo>
                  <a:lnTo>
                    <a:pt x="105419" y="206248"/>
                  </a:lnTo>
                  <a:lnTo>
                    <a:pt x="133597" y="217217"/>
                  </a:lnTo>
                  <a:lnTo>
                    <a:pt x="121853" y="255920"/>
                  </a:lnTo>
                  <a:lnTo>
                    <a:pt x="139457" y="263228"/>
                  </a:lnTo>
                  <a:lnTo>
                    <a:pt x="186726" y="174740"/>
                  </a:lnTo>
                  <a:lnTo>
                    <a:pt x="231987" y="141160"/>
                  </a:lnTo>
                  <a:lnTo>
                    <a:pt x="247659" y="123251"/>
                  </a:lnTo>
                  <a:lnTo>
                    <a:pt x="217154" y="68749"/>
                  </a:lnTo>
                  <a:lnTo>
                    <a:pt x="241430" y="51489"/>
                  </a:lnTo>
                  <a:lnTo>
                    <a:pt x="292271" y="26399"/>
                  </a:lnTo>
                  <a:lnTo>
                    <a:pt x="323843" y="40520"/>
                  </a:lnTo>
                  <a:lnTo>
                    <a:pt x="376947" y="21455"/>
                  </a:lnTo>
                  <a:close/>
                </a:path>
              </a:pathLst>
            </a:custGeom>
            <a:solidFill>
              <a:srgbClr val="FFFFFF"/>
            </a:solidFill>
            <a:ln w="12700" cap="flat">
              <a:noFill/>
              <a:prstDash val="solid"/>
              <a:miter/>
            </a:ln>
          </p:spPr>
          <p:txBody>
            <a:bodyPr rtlCol="0" anchor="ctr"/>
            <a:lstStyle/>
            <a:p>
              <a:endParaRPr lang="de-CH"/>
            </a:p>
          </p:txBody>
        </p:sp>
        <p:sp>
          <p:nvSpPr>
            <p:cNvPr id="22" name="Freihandform: Form 21">
              <a:extLst>
                <a:ext uri="{FF2B5EF4-FFF2-40B4-BE49-F238E27FC236}">
                  <a16:creationId xmlns:a16="http://schemas.microsoft.com/office/drawing/2014/main" id="{3EBC4D2A-FA07-E543-FFFB-8BD43005DBE6}"/>
                </a:ext>
              </a:extLst>
            </p:cNvPr>
            <p:cNvSpPr/>
            <p:nvPr/>
          </p:nvSpPr>
          <p:spPr>
            <a:xfrm>
              <a:off x="5761819" y="2962472"/>
              <a:ext cx="949071" cy="672687"/>
            </a:xfrm>
            <a:custGeom>
              <a:avLst/>
              <a:gdLst>
                <a:gd name="connsiteX0" fmla="*/ 303024 w 949071"/>
                <a:gd name="connsiteY0" fmla="*/ 371456 h 672687"/>
                <a:gd name="connsiteX1" fmla="*/ 300482 w 949071"/>
                <a:gd name="connsiteY1" fmla="*/ 377328 h 672687"/>
                <a:gd name="connsiteX2" fmla="*/ 303113 w 949071"/>
                <a:gd name="connsiteY2" fmla="*/ 380874 h 672687"/>
                <a:gd name="connsiteX3" fmla="*/ 311184 w 949071"/>
                <a:gd name="connsiteY3" fmla="*/ 386225 h 672687"/>
                <a:gd name="connsiteX4" fmla="*/ 314997 w 949071"/>
                <a:gd name="connsiteY4" fmla="*/ 392110 h 672687"/>
                <a:gd name="connsiteX5" fmla="*/ 321124 w 949071"/>
                <a:gd name="connsiteY5" fmla="*/ 392758 h 672687"/>
                <a:gd name="connsiteX6" fmla="*/ 323869 w 949071"/>
                <a:gd name="connsiteY6" fmla="*/ 395300 h 672687"/>
                <a:gd name="connsiteX7" fmla="*/ 322827 w 949071"/>
                <a:gd name="connsiteY7" fmla="*/ 400384 h 672687"/>
                <a:gd name="connsiteX8" fmla="*/ 325966 w 949071"/>
                <a:gd name="connsiteY8" fmla="*/ 401426 h 672687"/>
                <a:gd name="connsiteX9" fmla="*/ 331304 w 949071"/>
                <a:gd name="connsiteY9" fmla="*/ 397245 h 672687"/>
                <a:gd name="connsiteX10" fmla="*/ 347217 w 949071"/>
                <a:gd name="connsiteY10" fmla="*/ 378040 h 672687"/>
                <a:gd name="connsiteX11" fmla="*/ 349061 w 949071"/>
                <a:gd name="connsiteY11" fmla="*/ 365329 h 672687"/>
                <a:gd name="connsiteX12" fmla="*/ 367706 w 949071"/>
                <a:gd name="connsiteY12" fmla="*/ 351882 h 672687"/>
                <a:gd name="connsiteX13" fmla="*/ 378675 w 949071"/>
                <a:gd name="connsiteY13" fmla="*/ 337507 h 672687"/>
                <a:gd name="connsiteX14" fmla="*/ 387153 w 949071"/>
                <a:gd name="connsiteY14" fmla="*/ 334965 h 672687"/>
                <a:gd name="connsiteX15" fmla="*/ 403854 w 949071"/>
                <a:gd name="connsiteY15" fmla="*/ 317857 h 672687"/>
                <a:gd name="connsiteX16" fmla="*/ 404642 w 949071"/>
                <a:gd name="connsiteY16" fmla="*/ 304638 h 672687"/>
                <a:gd name="connsiteX17" fmla="*/ 409599 w 949071"/>
                <a:gd name="connsiteY17" fmla="*/ 296148 h 672687"/>
                <a:gd name="connsiteX18" fmla="*/ 409866 w 949071"/>
                <a:gd name="connsiteY18" fmla="*/ 279942 h 672687"/>
                <a:gd name="connsiteX19" fmla="*/ 409078 w 949071"/>
                <a:gd name="connsiteY19" fmla="*/ 273155 h 672687"/>
                <a:gd name="connsiteX20" fmla="*/ 406066 w 949071"/>
                <a:gd name="connsiteY20" fmla="*/ 270143 h 672687"/>
                <a:gd name="connsiteX21" fmla="*/ 402037 w 949071"/>
                <a:gd name="connsiteY21" fmla="*/ 271960 h 672687"/>
                <a:gd name="connsiteX22" fmla="*/ 396025 w 949071"/>
                <a:gd name="connsiteY22" fmla="*/ 273663 h 672687"/>
                <a:gd name="connsiteX23" fmla="*/ 390419 w 949071"/>
                <a:gd name="connsiteY23" fmla="*/ 272100 h 672687"/>
                <a:gd name="connsiteX24" fmla="*/ 387877 w 949071"/>
                <a:gd name="connsiteY24" fmla="*/ 281366 h 672687"/>
                <a:gd name="connsiteX25" fmla="*/ 378485 w 949071"/>
                <a:gd name="connsiteY25" fmla="*/ 293275 h 672687"/>
                <a:gd name="connsiteX26" fmla="*/ 375472 w 949071"/>
                <a:gd name="connsiteY26" fmla="*/ 305032 h 672687"/>
                <a:gd name="connsiteX27" fmla="*/ 356165 w 949071"/>
                <a:gd name="connsiteY27" fmla="*/ 318899 h 672687"/>
                <a:gd name="connsiteX28" fmla="*/ 314222 w 949071"/>
                <a:gd name="connsiteY28" fmla="*/ 340506 h 672687"/>
                <a:gd name="connsiteX29" fmla="*/ 309252 w 949071"/>
                <a:gd name="connsiteY29" fmla="*/ 358301 h 672687"/>
                <a:gd name="connsiteX30" fmla="*/ 709268 w 949071"/>
                <a:gd name="connsiteY30" fmla="*/ 601752 h 672687"/>
                <a:gd name="connsiteX31" fmla="*/ 772565 w 949071"/>
                <a:gd name="connsiteY31" fmla="*/ 565807 h 672687"/>
                <a:gd name="connsiteX32" fmla="*/ 701311 w 949071"/>
                <a:gd name="connsiteY32" fmla="*/ 523470 h 672687"/>
                <a:gd name="connsiteX33" fmla="*/ 693748 w 949071"/>
                <a:gd name="connsiteY33" fmla="*/ 495228 h 672687"/>
                <a:gd name="connsiteX34" fmla="*/ 682118 w 949071"/>
                <a:gd name="connsiteY34" fmla="*/ 452750 h 672687"/>
                <a:gd name="connsiteX35" fmla="*/ 673641 w 949071"/>
                <a:gd name="connsiteY35" fmla="*/ 431066 h 672687"/>
                <a:gd name="connsiteX36" fmla="*/ 674429 w 949071"/>
                <a:gd name="connsiteY36" fmla="*/ 420898 h 672687"/>
                <a:gd name="connsiteX37" fmla="*/ 671887 w 949071"/>
                <a:gd name="connsiteY37" fmla="*/ 410311 h 672687"/>
                <a:gd name="connsiteX38" fmla="*/ 674747 w 949071"/>
                <a:gd name="connsiteY38" fmla="*/ 401960 h 672687"/>
                <a:gd name="connsiteX39" fmla="*/ 669015 w 949071"/>
                <a:gd name="connsiteY39" fmla="*/ 395605 h 672687"/>
                <a:gd name="connsiteX40" fmla="*/ 668366 w 949071"/>
                <a:gd name="connsiteY40" fmla="*/ 386708 h 672687"/>
                <a:gd name="connsiteX41" fmla="*/ 652695 w 949071"/>
                <a:gd name="connsiteY41" fmla="*/ 343188 h 672687"/>
                <a:gd name="connsiteX42" fmla="*/ 667171 w 949071"/>
                <a:gd name="connsiteY42" fmla="*/ 325279 h 672687"/>
                <a:gd name="connsiteX43" fmla="*/ 673971 w 949071"/>
                <a:gd name="connsiteY43" fmla="*/ 312480 h 672687"/>
                <a:gd name="connsiteX44" fmla="*/ 693278 w 949071"/>
                <a:gd name="connsiteY44" fmla="*/ 319649 h 672687"/>
                <a:gd name="connsiteX45" fmla="*/ 682983 w 949071"/>
                <a:gd name="connsiteY45" fmla="*/ 373248 h 672687"/>
                <a:gd name="connsiteX46" fmla="*/ 700586 w 949071"/>
                <a:gd name="connsiteY46" fmla="*/ 373248 h 672687"/>
                <a:gd name="connsiteX47" fmla="*/ 712992 w 949071"/>
                <a:gd name="connsiteY47" fmla="*/ 358733 h 672687"/>
                <a:gd name="connsiteX48" fmla="*/ 739874 w 949071"/>
                <a:gd name="connsiteY48" fmla="*/ 327224 h 672687"/>
                <a:gd name="connsiteX49" fmla="*/ 765459 w 949071"/>
                <a:gd name="connsiteY49" fmla="*/ 327224 h 672687"/>
                <a:gd name="connsiteX50" fmla="*/ 771446 w 949071"/>
                <a:gd name="connsiteY50" fmla="*/ 378472 h 672687"/>
                <a:gd name="connsiteX51" fmla="*/ 874805 w 949071"/>
                <a:gd name="connsiteY51" fmla="*/ 368532 h 672687"/>
                <a:gd name="connsiteX52" fmla="*/ 930006 w 949071"/>
                <a:gd name="connsiteY52" fmla="*/ 371074 h 672687"/>
                <a:gd name="connsiteX53" fmla="*/ 949071 w 949071"/>
                <a:gd name="connsiteY53" fmla="*/ 395516 h 672687"/>
                <a:gd name="connsiteX54" fmla="*/ 907127 w 949071"/>
                <a:gd name="connsiteY54" fmla="*/ 436036 h 672687"/>
                <a:gd name="connsiteX55" fmla="*/ 898230 w 949071"/>
                <a:gd name="connsiteY55" fmla="*/ 536155 h 672687"/>
                <a:gd name="connsiteX56" fmla="*/ 904229 w 949071"/>
                <a:gd name="connsiteY56" fmla="*/ 560863 h 672687"/>
                <a:gd name="connsiteX57" fmla="*/ 920143 w 949071"/>
                <a:gd name="connsiteY57" fmla="*/ 613394 h 672687"/>
                <a:gd name="connsiteX58" fmla="*/ 832188 w 949071"/>
                <a:gd name="connsiteY58" fmla="*/ 641763 h 672687"/>
                <a:gd name="connsiteX59" fmla="*/ 828273 w 949071"/>
                <a:gd name="connsiteY59" fmla="*/ 621491 h 672687"/>
                <a:gd name="connsiteX60" fmla="*/ 768103 w 949071"/>
                <a:gd name="connsiteY60" fmla="*/ 613000 h 672687"/>
                <a:gd name="connsiteX61" fmla="*/ 725969 w 949071"/>
                <a:gd name="connsiteY61" fmla="*/ 636794 h 672687"/>
                <a:gd name="connsiteX62" fmla="*/ 428690 w 949071"/>
                <a:gd name="connsiteY62" fmla="*/ 0 h 672687"/>
                <a:gd name="connsiteX63" fmla="*/ 536726 w 949071"/>
                <a:gd name="connsiteY63" fmla="*/ 11630 h 672687"/>
                <a:gd name="connsiteX64" fmla="*/ 540260 w 949071"/>
                <a:gd name="connsiteY64" fmla="*/ 31369 h 672687"/>
                <a:gd name="connsiteX65" fmla="*/ 532558 w 949071"/>
                <a:gd name="connsiteY65" fmla="*/ 36593 h 672687"/>
                <a:gd name="connsiteX66" fmla="*/ 523152 w 949071"/>
                <a:gd name="connsiteY66" fmla="*/ 37864 h 672687"/>
                <a:gd name="connsiteX67" fmla="*/ 512450 w 949071"/>
                <a:gd name="connsiteY67" fmla="*/ 43609 h 672687"/>
                <a:gd name="connsiteX68" fmla="*/ 502409 w 949071"/>
                <a:gd name="connsiteY68" fmla="*/ 56675 h 672687"/>
                <a:gd name="connsiteX69" fmla="*/ 488428 w 949071"/>
                <a:gd name="connsiteY69" fmla="*/ 62687 h 672687"/>
                <a:gd name="connsiteX70" fmla="*/ 483738 w 949071"/>
                <a:gd name="connsiteY70" fmla="*/ 74710 h 672687"/>
                <a:gd name="connsiteX71" fmla="*/ 491440 w 949071"/>
                <a:gd name="connsiteY71" fmla="*/ 77329 h 672687"/>
                <a:gd name="connsiteX72" fmla="*/ 495342 w 949071"/>
                <a:gd name="connsiteY72" fmla="*/ 77329 h 672687"/>
                <a:gd name="connsiteX73" fmla="*/ 498876 w 949071"/>
                <a:gd name="connsiteY73" fmla="*/ 70783 h 672687"/>
                <a:gd name="connsiteX74" fmla="*/ 505396 w 949071"/>
                <a:gd name="connsiteY74" fmla="*/ 70783 h 672687"/>
                <a:gd name="connsiteX75" fmla="*/ 507086 w 949071"/>
                <a:gd name="connsiteY75" fmla="*/ 77329 h 672687"/>
                <a:gd name="connsiteX76" fmla="*/ 510607 w 949071"/>
                <a:gd name="connsiteY76" fmla="*/ 75486 h 672687"/>
                <a:gd name="connsiteX77" fmla="*/ 514776 w 949071"/>
                <a:gd name="connsiteY77" fmla="*/ 77329 h 672687"/>
                <a:gd name="connsiteX78" fmla="*/ 515183 w 949071"/>
                <a:gd name="connsiteY78" fmla="*/ 82566 h 672687"/>
                <a:gd name="connsiteX79" fmla="*/ 520788 w 949071"/>
                <a:gd name="connsiteY79" fmla="*/ 82566 h 672687"/>
                <a:gd name="connsiteX80" fmla="*/ 535151 w 949071"/>
                <a:gd name="connsiteY80" fmla="*/ 71584 h 672687"/>
                <a:gd name="connsiteX81" fmla="*/ 497694 w 949071"/>
                <a:gd name="connsiteY81" fmla="*/ 123454 h 672687"/>
                <a:gd name="connsiteX82" fmla="*/ 543094 w 949071"/>
                <a:gd name="connsiteY82" fmla="*/ 165156 h 672687"/>
                <a:gd name="connsiteX83" fmla="*/ 601180 w 949071"/>
                <a:gd name="connsiteY83" fmla="*/ 149599 h 672687"/>
                <a:gd name="connsiteX84" fmla="*/ 601447 w 949071"/>
                <a:gd name="connsiteY84" fmla="*/ 222403 h 672687"/>
                <a:gd name="connsiteX85" fmla="*/ 601701 w 949071"/>
                <a:gd name="connsiteY85" fmla="*/ 266711 h 672687"/>
                <a:gd name="connsiteX86" fmla="*/ 583093 w 949071"/>
                <a:gd name="connsiteY86" fmla="*/ 302973 h 672687"/>
                <a:gd name="connsiteX87" fmla="*/ 587021 w 949071"/>
                <a:gd name="connsiteY87" fmla="*/ 396304 h 672687"/>
                <a:gd name="connsiteX88" fmla="*/ 598613 w 949071"/>
                <a:gd name="connsiteY88" fmla="*/ 450538 h 672687"/>
                <a:gd name="connsiteX89" fmla="*/ 571921 w 949071"/>
                <a:gd name="connsiteY89" fmla="*/ 474459 h 672687"/>
                <a:gd name="connsiteX90" fmla="*/ 669015 w 949071"/>
                <a:gd name="connsiteY90" fmla="*/ 570383 h 672687"/>
                <a:gd name="connsiteX91" fmla="*/ 571654 w 949071"/>
                <a:gd name="connsiteY91" fmla="*/ 609467 h 672687"/>
                <a:gd name="connsiteX92" fmla="*/ 491262 w 949071"/>
                <a:gd name="connsiteY92" fmla="*/ 670476 h 672687"/>
                <a:gd name="connsiteX93" fmla="*/ 404223 w 949071"/>
                <a:gd name="connsiteY93" fmla="*/ 628113 h 672687"/>
                <a:gd name="connsiteX94" fmla="*/ 369524 w 949071"/>
                <a:gd name="connsiteY94" fmla="*/ 653991 h 672687"/>
                <a:gd name="connsiteX95" fmla="*/ 303431 w 949071"/>
                <a:gd name="connsiteY95" fmla="*/ 627083 h 672687"/>
                <a:gd name="connsiteX96" fmla="*/ 258017 w 949071"/>
                <a:gd name="connsiteY96" fmla="*/ 651766 h 672687"/>
                <a:gd name="connsiteX97" fmla="*/ 214802 w 949071"/>
                <a:gd name="connsiteY97" fmla="*/ 672687 h 672687"/>
                <a:gd name="connsiteX98" fmla="*/ 164305 w 949071"/>
                <a:gd name="connsiteY98" fmla="*/ 628113 h 672687"/>
                <a:gd name="connsiteX99" fmla="*/ 124230 w 949071"/>
                <a:gd name="connsiteY99" fmla="*/ 618186 h 672687"/>
                <a:gd name="connsiteX100" fmla="*/ 96839 w 949071"/>
                <a:gd name="connsiteY100" fmla="*/ 581072 h 672687"/>
                <a:gd name="connsiteX101" fmla="*/ 54425 w 949071"/>
                <a:gd name="connsiteY101" fmla="*/ 581072 h 672687"/>
                <a:gd name="connsiteX102" fmla="*/ 10715 w 949071"/>
                <a:gd name="connsiteY102" fmla="*/ 579369 h 672687"/>
                <a:gd name="connsiteX103" fmla="*/ 42020 w 949071"/>
                <a:gd name="connsiteY103" fmla="*/ 523826 h 672687"/>
                <a:gd name="connsiteX104" fmla="*/ 45935 w 949071"/>
                <a:gd name="connsiteY104" fmla="*/ 516631 h 672687"/>
                <a:gd name="connsiteX105" fmla="*/ 28446 w 949071"/>
                <a:gd name="connsiteY105" fmla="*/ 484348 h 672687"/>
                <a:gd name="connsiteX106" fmla="*/ 0 w 949071"/>
                <a:gd name="connsiteY106" fmla="*/ 431943 h 672687"/>
                <a:gd name="connsiteX107" fmla="*/ 5478 w 949071"/>
                <a:gd name="connsiteY107" fmla="*/ 424089 h 672687"/>
                <a:gd name="connsiteX108" fmla="*/ 47231 w 949071"/>
                <a:gd name="connsiteY108" fmla="*/ 363080 h 672687"/>
                <a:gd name="connsiteX109" fmla="*/ 48693 w 949071"/>
                <a:gd name="connsiteY109" fmla="*/ 354449 h 672687"/>
                <a:gd name="connsiteX110" fmla="*/ 56637 w 949071"/>
                <a:gd name="connsiteY110" fmla="*/ 309112 h 672687"/>
                <a:gd name="connsiteX111" fmla="*/ 54946 w 949071"/>
                <a:gd name="connsiteY111" fmla="*/ 255119 h 672687"/>
                <a:gd name="connsiteX112" fmla="*/ 87395 w 949071"/>
                <a:gd name="connsiteY112" fmla="*/ 223903 h 672687"/>
                <a:gd name="connsiteX113" fmla="*/ 105419 w 949071"/>
                <a:gd name="connsiteY113" fmla="*/ 206248 h 672687"/>
                <a:gd name="connsiteX114" fmla="*/ 133597 w 949071"/>
                <a:gd name="connsiteY114" fmla="*/ 217217 h 672687"/>
                <a:gd name="connsiteX115" fmla="*/ 121853 w 949071"/>
                <a:gd name="connsiteY115" fmla="*/ 255920 h 672687"/>
                <a:gd name="connsiteX116" fmla="*/ 139457 w 949071"/>
                <a:gd name="connsiteY116" fmla="*/ 263228 h 672687"/>
                <a:gd name="connsiteX117" fmla="*/ 186726 w 949071"/>
                <a:gd name="connsiteY117" fmla="*/ 174740 h 672687"/>
                <a:gd name="connsiteX118" fmla="*/ 231987 w 949071"/>
                <a:gd name="connsiteY118" fmla="*/ 141160 h 672687"/>
                <a:gd name="connsiteX119" fmla="*/ 247659 w 949071"/>
                <a:gd name="connsiteY119" fmla="*/ 123251 h 672687"/>
                <a:gd name="connsiteX120" fmla="*/ 217154 w 949071"/>
                <a:gd name="connsiteY120" fmla="*/ 68749 h 672687"/>
                <a:gd name="connsiteX121" fmla="*/ 241430 w 949071"/>
                <a:gd name="connsiteY121" fmla="*/ 51489 h 672687"/>
                <a:gd name="connsiteX122" fmla="*/ 292271 w 949071"/>
                <a:gd name="connsiteY122" fmla="*/ 26399 h 672687"/>
                <a:gd name="connsiteX123" fmla="*/ 323843 w 949071"/>
                <a:gd name="connsiteY123" fmla="*/ 40520 h 672687"/>
                <a:gd name="connsiteX124" fmla="*/ 376947 w 949071"/>
                <a:gd name="connsiteY124" fmla="*/ 21455 h 672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949071" h="672687">
                  <a:moveTo>
                    <a:pt x="303024" y="371456"/>
                  </a:moveTo>
                  <a:lnTo>
                    <a:pt x="300482" y="377328"/>
                  </a:lnTo>
                  <a:lnTo>
                    <a:pt x="303113" y="380874"/>
                  </a:lnTo>
                  <a:lnTo>
                    <a:pt x="311184" y="386225"/>
                  </a:lnTo>
                  <a:lnTo>
                    <a:pt x="314997" y="392110"/>
                  </a:lnTo>
                  <a:lnTo>
                    <a:pt x="321124" y="392758"/>
                  </a:lnTo>
                  <a:lnTo>
                    <a:pt x="323869" y="395300"/>
                  </a:lnTo>
                  <a:lnTo>
                    <a:pt x="322827" y="400384"/>
                  </a:lnTo>
                  <a:lnTo>
                    <a:pt x="325966" y="401426"/>
                  </a:lnTo>
                  <a:lnTo>
                    <a:pt x="331304" y="397245"/>
                  </a:lnTo>
                  <a:lnTo>
                    <a:pt x="347217" y="378040"/>
                  </a:lnTo>
                  <a:lnTo>
                    <a:pt x="349061" y="365329"/>
                  </a:lnTo>
                  <a:lnTo>
                    <a:pt x="367706" y="351882"/>
                  </a:lnTo>
                  <a:lnTo>
                    <a:pt x="378675" y="337507"/>
                  </a:lnTo>
                  <a:lnTo>
                    <a:pt x="387153" y="334965"/>
                  </a:lnTo>
                  <a:lnTo>
                    <a:pt x="403854" y="317857"/>
                  </a:lnTo>
                  <a:lnTo>
                    <a:pt x="404642" y="304638"/>
                  </a:lnTo>
                  <a:lnTo>
                    <a:pt x="409599" y="296148"/>
                  </a:lnTo>
                  <a:lnTo>
                    <a:pt x="409866" y="279942"/>
                  </a:lnTo>
                  <a:lnTo>
                    <a:pt x="409078" y="273155"/>
                  </a:lnTo>
                  <a:lnTo>
                    <a:pt x="406066" y="270143"/>
                  </a:lnTo>
                  <a:lnTo>
                    <a:pt x="402037" y="271960"/>
                  </a:lnTo>
                  <a:lnTo>
                    <a:pt x="396025" y="273663"/>
                  </a:lnTo>
                  <a:lnTo>
                    <a:pt x="390419" y="272100"/>
                  </a:lnTo>
                  <a:lnTo>
                    <a:pt x="387877" y="281366"/>
                  </a:lnTo>
                  <a:lnTo>
                    <a:pt x="378485" y="293275"/>
                  </a:lnTo>
                  <a:lnTo>
                    <a:pt x="375472" y="305032"/>
                  </a:lnTo>
                  <a:lnTo>
                    <a:pt x="356165" y="318899"/>
                  </a:lnTo>
                  <a:lnTo>
                    <a:pt x="314222" y="340506"/>
                  </a:lnTo>
                  <a:lnTo>
                    <a:pt x="309252" y="358301"/>
                  </a:lnTo>
                  <a:close/>
                  <a:moveTo>
                    <a:pt x="709268" y="601752"/>
                  </a:moveTo>
                  <a:lnTo>
                    <a:pt x="772565" y="565807"/>
                  </a:lnTo>
                  <a:lnTo>
                    <a:pt x="701311" y="523470"/>
                  </a:lnTo>
                  <a:lnTo>
                    <a:pt x="693748" y="495228"/>
                  </a:lnTo>
                  <a:lnTo>
                    <a:pt x="682118" y="452750"/>
                  </a:lnTo>
                  <a:lnTo>
                    <a:pt x="673641" y="431066"/>
                  </a:lnTo>
                  <a:lnTo>
                    <a:pt x="674429" y="420898"/>
                  </a:lnTo>
                  <a:lnTo>
                    <a:pt x="671887" y="410311"/>
                  </a:lnTo>
                  <a:lnTo>
                    <a:pt x="674747" y="401960"/>
                  </a:lnTo>
                  <a:lnTo>
                    <a:pt x="669015" y="395605"/>
                  </a:lnTo>
                  <a:lnTo>
                    <a:pt x="668366" y="386708"/>
                  </a:lnTo>
                  <a:lnTo>
                    <a:pt x="652695" y="343188"/>
                  </a:lnTo>
                  <a:lnTo>
                    <a:pt x="667171" y="325279"/>
                  </a:lnTo>
                  <a:lnTo>
                    <a:pt x="673971" y="312480"/>
                  </a:lnTo>
                  <a:lnTo>
                    <a:pt x="693278" y="319649"/>
                  </a:lnTo>
                  <a:lnTo>
                    <a:pt x="682983" y="373248"/>
                  </a:lnTo>
                  <a:lnTo>
                    <a:pt x="700586" y="373248"/>
                  </a:lnTo>
                  <a:lnTo>
                    <a:pt x="712992" y="358733"/>
                  </a:lnTo>
                  <a:lnTo>
                    <a:pt x="739874" y="327224"/>
                  </a:lnTo>
                  <a:lnTo>
                    <a:pt x="765459" y="327224"/>
                  </a:lnTo>
                  <a:lnTo>
                    <a:pt x="771446" y="378472"/>
                  </a:lnTo>
                  <a:lnTo>
                    <a:pt x="874805" y="368532"/>
                  </a:lnTo>
                  <a:lnTo>
                    <a:pt x="930006" y="371074"/>
                  </a:lnTo>
                  <a:lnTo>
                    <a:pt x="949071" y="395516"/>
                  </a:lnTo>
                  <a:lnTo>
                    <a:pt x="907127" y="436036"/>
                  </a:lnTo>
                  <a:lnTo>
                    <a:pt x="898230" y="536155"/>
                  </a:lnTo>
                  <a:lnTo>
                    <a:pt x="904229" y="560863"/>
                  </a:lnTo>
                  <a:lnTo>
                    <a:pt x="920143" y="613394"/>
                  </a:lnTo>
                  <a:lnTo>
                    <a:pt x="832188" y="641763"/>
                  </a:lnTo>
                  <a:lnTo>
                    <a:pt x="828273" y="621491"/>
                  </a:lnTo>
                  <a:lnTo>
                    <a:pt x="768103" y="613000"/>
                  </a:lnTo>
                  <a:lnTo>
                    <a:pt x="725969" y="636794"/>
                  </a:lnTo>
                  <a:close/>
                  <a:moveTo>
                    <a:pt x="428690" y="0"/>
                  </a:moveTo>
                  <a:lnTo>
                    <a:pt x="536726" y="11630"/>
                  </a:lnTo>
                  <a:lnTo>
                    <a:pt x="540260" y="31369"/>
                  </a:lnTo>
                  <a:lnTo>
                    <a:pt x="532558" y="36593"/>
                  </a:lnTo>
                  <a:lnTo>
                    <a:pt x="523152" y="37864"/>
                  </a:lnTo>
                  <a:lnTo>
                    <a:pt x="512450" y="43609"/>
                  </a:lnTo>
                  <a:lnTo>
                    <a:pt x="502409" y="56675"/>
                  </a:lnTo>
                  <a:lnTo>
                    <a:pt x="488428" y="62687"/>
                  </a:lnTo>
                  <a:lnTo>
                    <a:pt x="483738" y="74710"/>
                  </a:lnTo>
                  <a:lnTo>
                    <a:pt x="491440" y="77329"/>
                  </a:lnTo>
                  <a:lnTo>
                    <a:pt x="495342" y="77329"/>
                  </a:lnTo>
                  <a:lnTo>
                    <a:pt x="498876" y="70783"/>
                  </a:lnTo>
                  <a:lnTo>
                    <a:pt x="505396" y="70783"/>
                  </a:lnTo>
                  <a:lnTo>
                    <a:pt x="507086" y="77329"/>
                  </a:lnTo>
                  <a:lnTo>
                    <a:pt x="510607" y="75486"/>
                  </a:lnTo>
                  <a:lnTo>
                    <a:pt x="514776" y="77329"/>
                  </a:lnTo>
                  <a:lnTo>
                    <a:pt x="515183" y="82566"/>
                  </a:lnTo>
                  <a:lnTo>
                    <a:pt x="520788" y="82566"/>
                  </a:lnTo>
                  <a:lnTo>
                    <a:pt x="535151" y="71584"/>
                  </a:lnTo>
                  <a:lnTo>
                    <a:pt x="497694" y="123454"/>
                  </a:lnTo>
                  <a:lnTo>
                    <a:pt x="543094" y="165156"/>
                  </a:lnTo>
                  <a:lnTo>
                    <a:pt x="601180" y="149599"/>
                  </a:lnTo>
                  <a:lnTo>
                    <a:pt x="601447" y="222403"/>
                  </a:lnTo>
                  <a:lnTo>
                    <a:pt x="601701" y="266711"/>
                  </a:lnTo>
                  <a:lnTo>
                    <a:pt x="583093" y="302973"/>
                  </a:lnTo>
                  <a:lnTo>
                    <a:pt x="587021" y="396304"/>
                  </a:lnTo>
                  <a:lnTo>
                    <a:pt x="598613" y="450538"/>
                  </a:lnTo>
                  <a:lnTo>
                    <a:pt x="571921" y="474459"/>
                  </a:lnTo>
                  <a:lnTo>
                    <a:pt x="669015" y="570383"/>
                  </a:lnTo>
                  <a:lnTo>
                    <a:pt x="571654" y="609467"/>
                  </a:lnTo>
                  <a:lnTo>
                    <a:pt x="491262" y="670476"/>
                  </a:lnTo>
                  <a:lnTo>
                    <a:pt x="404223" y="628113"/>
                  </a:lnTo>
                  <a:lnTo>
                    <a:pt x="369524" y="653991"/>
                  </a:lnTo>
                  <a:lnTo>
                    <a:pt x="303431" y="627083"/>
                  </a:lnTo>
                  <a:lnTo>
                    <a:pt x="258017" y="651766"/>
                  </a:lnTo>
                  <a:lnTo>
                    <a:pt x="214802" y="672687"/>
                  </a:lnTo>
                  <a:lnTo>
                    <a:pt x="164305" y="628113"/>
                  </a:lnTo>
                  <a:lnTo>
                    <a:pt x="124230" y="618186"/>
                  </a:lnTo>
                  <a:lnTo>
                    <a:pt x="96839" y="581072"/>
                  </a:lnTo>
                  <a:lnTo>
                    <a:pt x="54425" y="581072"/>
                  </a:lnTo>
                  <a:lnTo>
                    <a:pt x="10715" y="579369"/>
                  </a:lnTo>
                  <a:lnTo>
                    <a:pt x="42020" y="523826"/>
                  </a:lnTo>
                  <a:lnTo>
                    <a:pt x="45935" y="516631"/>
                  </a:lnTo>
                  <a:lnTo>
                    <a:pt x="28446" y="484348"/>
                  </a:lnTo>
                  <a:lnTo>
                    <a:pt x="0" y="431943"/>
                  </a:lnTo>
                  <a:lnTo>
                    <a:pt x="5478" y="424089"/>
                  </a:lnTo>
                  <a:lnTo>
                    <a:pt x="47231" y="363080"/>
                  </a:lnTo>
                  <a:lnTo>
                    <a:pt x="48693" y="354449"/>
                  </a:lnTo>
                  <a:lnTo>
                    <a:pt x="56637" y="309112"/>
                  </a:lnTo>
                  <a:lnTo>
                    <a:pt x="54946" y="255119"/>
                  </a:lnTo>
                  <a:lnTo>
                    <a:pt x="87395" y="223903"/>
                  </a:lnTo>
                  <a:lnTo>
                    <a:pt x="105419" y="206248"/>
                  </a:lnTo>
                  <a:lnTo>
                    <a:pt x="133597" y="217217"/>
                  </a:lnTo>
                  <a:lnTo>
                    <a:pt x="121853" y="255920"/>
                  </a:lnTo>
                  <a:lnTo>
                    <a:pt x="139457" y="263228"/>
                  </a:lnTo>
                  <a:lnTo>
                    <a:pt x="186726" y="174740"/>
                  </a:lnTo>
                  <a:lnTo>
                    <a:pt x="231987" y="141160"/>
                  </a:lnTo>
                  <a:lnTo>
                    <a:pt x="247659" y="123251"/>
                  </a:lnTo>
                  <a:lnTo>
                    <a:pt x="217154" y="68749"/>
                  </a:lnTo>
                  <a:lnTo>
                    <a:pt x="241430" y="51489"/>
                  </a:lnTo>
                  <a:lnTo>
                    <a:pt x="292271" y="26399"/>
                  </a:lnTo>
                  <a:lnTo>
                    <a:pt x="323843" y="40520"/>
                  </a:lnTo>
                  <a:lnTo>
                    <a:pt x="376947" y="21455"/>
                  </a:lnTo>
                  <a:close/>
                </a:path>
              </a:pathLst>
            </a:custGeom>
            <a:noFill/>
            <a:ln w="3810" cap="flat">
              <a:solidFill>
                <a:srgbClr val="E6E4E2"/>
              </a:solidFill>
              <a:prstDash val="solid"/>
              <a:miter/>
            </a:ln>
          </p:spPr>
          <p:txBody>
            <a:bodyPr rtlCol="0" anchor="ctr"/>
            <a:lstStyle/>
            <a:p>
              <a:endParaRPr lang="de-CH"/>
            </a:p>
          </p:txBody>
        </p:sp>
        <p:sp>
          <p:nvSpPr>
            <p:cNvPr id="23" name="Freihandform: Form 22">
              <a:extLst>
                <a:ext uri="{FF2B5EF4-FFF2-40B4-BE49-F238E27FC236}">
                  <a16:creationId xmlns:a16="http://schemas.microsoft.com/office/drawing/2014/main" id="{94566800-799F-9D11-497E-A8B9DDC84889}"/>
                </a:ext>
              </a:extLst>
            </p:cNvPr>
            <p:cNvSpPr/>
            <p:nvPr/>
          </p:nvSpPr>
          <p:spPr>
            <a:xfrm>
              <a:off x="6116777" y="2888868"/>
              <a:ext cx="725727" cy="675343"/>
            </a:xfrm>
            <a:custGeom>
              <a:avLst/>
              <a:gdLst>
                <a:gd name="connsiteX0" fmla="*/ 469795 w 725727"/>
                <a:gd name="connsiteY0" fmla="*/ 92289 h 675343"/>
                <a:gd name="connsiteX1" fmla="*/ 506997 w 725727"/>
                <a:gd name="connsiteY1" fmla="*/ 92416 h 675343"/>
                <a:gd name="connsiteX2" fmla="*/ 515348 w 725727"/>
                <a:gd name="connsiteY2" fmla="*/ 95949 h 675343"/>
                <a:gd name="connsiteX3" fmla="*/ 533485 w 725727"/>
                <a:gd name="connsiteY3" fmla="*/ 112816 h 675343"/>
                <a:gd name="connsiteX4" fmla="*/ 566252 w 725727"/>
                <a:gd name="connsiteY4" fmla="*/ 119997 h 675343"/>
                <a:gd name="connsiteX5" fmla="*/ 602006 w 725727"/>
                <a:gd name="connsiteY5" fmla="*/ 115154 h 675343"/>
                <a:gd name="connsiteX6" fmla="*/ 627312 w 725727"/>
                <a:gd name="connsiteY6" fmla="*/ 98822 h 675343"/>
                <a:gd name="connsiteX7" fmla="*/ 674289 w 725727"/>
                <a:gd name="connsiteY7" fmla="*/ 86277 h 675343"/>
                <a:gd name="connsiteX8" fmla="*/ 696621 w 725727"/>
                <a:gd name="connsiteY8" fmla="*/ 75295 h 675343"/>
                <a:gd name="connsiteX9" fmla="*/ 703014 w 725727"/>
                <a:gd name="connsiteY9" fmla="*/ 66945 h 675343"/>
                <a:gd name="connsiteX10" fmla="*/ 725460 w 725727"/>
                <a:gd name="connsiteY10" fmla="*/ 54501 h 675343"/>
                <a:gd name="connsiteX11" fmla="*/ 725727 w 725727"/>
                <a:gd name="connsiteY11" fmla="*/ 67453 h 675343"/>
                <a:gd name="connsiteX12" fmla="*/ 686961 w 725727"/>
                <a:gd name="connsiteY12" fmla="*/ 116591 h 675343"/>
                <a:gd name="connsiteX13" fmla="*/ 690101 w 725727"/>
                <a:gd name="connsiteY13" fmla="*/ 150184 h 675343"/>
                <a:gd name="connsiteX14" fmla="*/ 692439 w 725727"/>
                <a:gd name="connsiteY14" fmla="*/ 175820 h 675343"/>
                <a:gd name="connsiteX15" fmla="*/ 665036 w 725727"/>
                <a:gd name="connsiteY15" fmla="*/ 187971 h 675343"/>
                <a:gd name="connsiteX16" fmla="*/ 666333 w 725727"/>
                <a:gd name="connsiteY16" fmla="*/ 222200 h 675343"/>
                <a:gd name="connsiteX17" fmla="*/ 590770 w 725727"/>
                <a:gd name="connsiteY17" fmla="*/ 254623 h 675343"/>
                <a:gd name="connsiteX18" fmla="*/ 558550 w 725727"/>
                <a:gd name="connsiteY18" fmla="*/ 251611 h 675343"/>
                <a:gd name="connsiteX19" fmla="*/ 532443 w 725727"/>
                <a:gd name="connsiteY19" fmla="*/ 263254 h 675343"/>
                <a:gd name="connsiteX20" fmla="*/ 504633 w 725727"/>
                <a:gd name="connsiteY20" fmla="*/ 289920 h 675343"/>
                <a:gd name="connsiteX21" fmla="*/ 493042 w 725727"/>
                <a:gd name="connsiteY21" fmla="*/ 312785 h 675343"/>
                <a:gd name="connsiteX22" fmla="*/ 524868 w 725727"/>
                <a:gd name="connsiteY22" fmla="*/ 326906 h 675343"/>
                <a:gd name="connsiteX23" fmla="*/ 535583 w 725727"/>
                <a:gd name="connsiteY23" fmla="*/ 359178 h 675343"/>
                <a:gd name="connsiteX24" fmla="*/ 511573 w 725727"/>
                <a:gd name="connsiteY24" fmla="*/ 377620 h 675343"/>
                <a:gd name="connsiteX25" fmla="*/ 519784 w 725727"/>
                <a:gd name="connsiteY25" fmla="*/ 442048 h 675343"/>
                <a:gd name="connsiteX26" fmla="*/ 416424 w 725727"/>
                <a:gd name="connsiteY26" fmla="*/ 451975 h 675343"/>
                <a:gd name="connsiteX27" fmla="*/ 410438 w 725727"/>
                <a:gd name="connsiteY27" fmla="*/ 400740 h 675343"/>
                <a:gd name="connsiteX28" fmla="*/ 384840 w 725727"/>
                <a:gd name="connsiteY28" fmla="*/ 400740 h 675343"/>
                <a:gd name="connsiteX29" fmla="*/ 357970 w 725727"/>
                <a:gd name="connsiteY29" fmla="*/ 432249 h 675343"/>
                <a:gd name="connsiteX30" fmla="*/ 345565 w 725727"/>
                <a:gd name="connsiteY30" fmla="*/ 446751 h 675343"/>
                <a:gd name="connsiteX31" fmla="*/ 327949 w 725727"/>
                <a:gd name="connsiteY31" fmla="*/ 446751 h 675343"/>
                <a:gd name="connsiteX32" fmla="*/ 338257 w 725727"/>
                <a:gd name="connsiteY32" fmla="*/ 393165 h 675343"/>
                <a:gd name="connsiteX33" fmla="*/ 318950 w 725727"/>
                <a:gd name="connsiteY33" fmla="*/ 385996 h 675343"/>
                <a:gd name="connsiteX34" fmla="*/ 312150 w 725727"/>
                <a:gd name="connsiteY34" fmla="*/ 398795 h 675343"/>
                <a:gd name="connsiteX35" fmla="*/ 297673 w 725727"/>
                <a:gd name="connsiteY35" fmla="*/ 416704 h 675343"/>
                <a:gd name="connsiteX36" fmla="*/ 313332 w 725727"/>
                <a:gd name="connsiteY36" fmla="*/ 460224 h 675343"/>
                <a:gd name="connsiteX37" fmla="*/ 313980 w 725727"/>
                <a:gd name="connsiteY37" fmla="*/ 469108 h 675343"/>
                <a:gd name="connsiteX38" fmla="*/ 319712 w 725727"/>
                <a:gd name="connsiteY38" fmla="*/ 475514 h 675343"/>
                <a:gd name="connsiteX39" fmla="*/ 316865 w 725727"/>
                <a:gd name="connsiteY39" fmla="*/ 483877 h 675343"/>
                <a:gd name="connsiteX40" fmla="*/ 319471 w 725727"/>
                <a:gd name="connsiteY40" fmla="*/ 494452 h 675343"/>
                <a:gd name="connsiteX41" fmla="*/ 318670 w 725727"/>
                <a:gd name="connsiteY41" fmla="*/ 504671 h 675343"/>
                <a:gd name="connsiteX42" fmla="*/ 327161 w 725727"/>
                <a:gd name="connsiteY42" fmla="*/ 526355 h 675343"/>
                <a:gd name="connsiteX43" fmla="*/ 338790 w 725727"/>
                <a:gd name="connsiteY43" fmla="*/ 568832 h 675343"/>
                <a:gd name="connsiteX44" fmla="*/ 346353 w 725727"/>
                <a:gd name="connsiteY44" fmla="*/ 597074 h 675343"/>
                <a:gd name="connsiteX45" fmla="*/ 417594 w 725727"/>
                <a:gd name="connsiteY45" fmla="*/ 639412 h 675343"/>
                <a:gd name="connsiteX46" fmla="*/ 354310 w 725727"/>
                <a:gd name="connsiteY46" fmla="*/ 675344 h 675343"/>
                <a:gd name="connsiteX47" fmla="*/ 313980 w 725727"/>
                <a:gd name="connsiteY47" fmla="*/ 643988 h 675343"/>
                <a:gd name="connsiteX48" fmla="*/ 216900 w 725727"/>
                <a:gd name="connsiteY48" fmla="*/ 548051 h 675343"/>
                <a:gd name="connsiteX49" fmla="*/ 243642 w 725727"/>
                <a:gd name="connsiteY49" fmla="*/ 524131 h 675343"/>
                <a:gd name="connsiteX50" fmla="*/ 232038 w 725727"/>
                <a:gd name="connsiteY50" fmla="*/ 469896 h 675343"/>
                <a:gd name="connsiteX51" fmla="*/ 228110 w 725727"/>
                <a:gd name="connsiteY51" fmla="*/ 376565 h 675343"/>
                <a:gd name="connsiteX52" fmla="*/ 246769 w 725727"/>
                <a:gd name="connsiteY52" fmla="*/ 340366 h 675343"/>
                <a:gd name="connsiteX53" fmla="*/ 246515 w 725727"/>
                <a:gd name="connsiteY53" fmla="*/ 296059 h 675343"/>
                <a:gd name="connsiteX54" fmla="*/ 246260 w 725727"/>
                <a:gd name="connsiteY54" fmla="*/ 223255 h 675343"/>
                <a:gd name="connsiteX55" fmla="*/ 188174 w 725727"/>
                <a:gd name="connsiteY55" fmla="*/ 238812 h 675343"/>
                <a:gd name="connsiteX56" fmla="*/ 142774 w 725727"/>
                <a:gd name="connsiteY56" fmla="*/ 197110 h 675343"/>
                <a:gd name="connsiteX57" fmla="*/ 180218 w 725727"/>
                <a:gd name="connsiteY57" fmla="*/ 145227 h 675343"/>
                <a:gd name="connsiteX58" fmla="*/ 219632 w 725727"/>
                <a:gd name="connsiteY58" fmla="*/ 122221 h 675343"/>
                <a:gd name="connsiteX59" fmla="*/ 226941 w 725727"/>
                <a:gd name="connsiteY59" fmla="*/ 114900 h 675343"/>
                <a:gd name="connsiteX60" fmla="*/ 241291 w 725727"/>
                <a:gd name="connsiteY60" fmla="*/ 104313 h 675343"/>
                <a:gd name="connsiteX61" fmla="*/ 245472 w 725727"/>
                <a:gd name="connsiteY61" fmla="*/ 97780 h 675343"/>
                <a:gd name="connsiteX62" fmla="*/ 244557 w 725727"/>
                <a:gd name="connsiteY62" fmla="*/ 91107 h 675343"/>
                <a:gd name="connsiteX63" fmla="*/ 236207 w 725727"/>
                <a:gd name="connsiteY63" fmla="*/ 74380 h 675343"/>
                <a:gd name="connsiteX64" fmla="*/ 229826 w 725727"/>
                <a:gd name="connsiteY64" fmla="*/ 71253 h 675343"/>
                <a:gd name="connsiteX65" fmla="*/ 232813 w 725727"/>
                <a:gd name="connsiteY65" fmla="*/ 84447 h 675343"/>
                <a:gd name="connsiteX66" fmla="*/ 230080 w 725727"/>
                <a:gd name="connsiteY66" fmla="*/ 91908 h 675343"/>
                <a:gd name="connsiteX67" fmla="*/ 222505 w 725727"/>
                <a:gd name="connsiteY67" fmla="*/ 96597 h 675343"/>
                <a:gd name="connsiteX68" fmla="*/ 212464 w 725727"/>
                <a:gd name="connsiteY68" fmla="*/ 97780 h 675343"/>
                <a:gd name="connsiteX69" fmla="*/ 200058 w 725727"/>
                <a:gd name="connsiteY69" fmla="*/ 105482 h 675343"/>
                <a:gd name="connsiteX70" fmla="*/ 185327 w 725727"/>
                <a:gd name="connsiteY70" fmla="*/ 104974 h 675343"/>
                <a:gd name="connsiteX71" fmla="*/ 181781 w 725727"/>
                <a:gd name="connsiteY71" fmla="*/ 85235 h 675343"/>
                <a:gd name="connsiteX72" fmla="*/ 73732 w 725727"/>
                <a:gd name="connsiteY72" fmla="*/ 73605 h 675343"/>
                <a:gd name="connsiteX73" fmla="*/ 22052 w 725727"/>
                <a:gd name="connsiteY73" fmla="*/ 95034 h 675343"/>
                <a:gd name="connsiteX74" fmla="*/ 0 w 725727"/>
                <a:gd name="connsiteY74" fmla="*/ 71380 h 675343"/>
                <a:gd name="connsiteX75" fmla="*/ 19841 w 725727"/>
                <a:gd name="connsiteY75" fmla="*/ 37139 h 675343"/>
                <a:gd name="connsiteX76" fmla="*/ 39415 w 725727"/>
                <a:gd name="connsiteY76" fmla="*/ 39084 h 675343"/>
                <a:gd name="connsiteX77" fmla="*/ 52595 w 725727"/>
                <a:gd name="connsiteY77" fmla="*/ 56217 h 675343"/>
                <a:gd name="connsiteX78" fmla="*/ 84815 w 725727"/>
                <a:gd name="connsiteY78" fmla="*/ 25370 h 675343"/>
                <a:gd name="connsiteX79" fmla="*/ 194441 w 725727"/>
                <a:gd name="connsiteY79" fmla="*/ 17388 h 675343"/>
                <a:gd name="connsiteX80" fmla="*/ 201889 w 725727"/>
                <a:gd name="connsiteY80" fmla="*/ 44320 h 675343"/>
                <a:gd name="connsiteX81" fmla="*/ 194962 w 725727"/>
                <a:gd name="connsiteY81" fmla="*/ 52696 h 675343"/>
                <a:gd name="connsiteX82" fmla="*/ 194441 w 725727"/>
                <a:gd name="connsiteY82" fmla="*/ 72677 h 675343"/>
                <a:gd name="connsiteX83" fmla="*/ 209579 w 725727"/>
                <a:gd name="connsiteY83" fmla="*/ 73478 h 675343"/>
                <a:gd name="connsiteX84" fmla="*/ 228771 w 725727"/>
                <a:gd name="connsiteY84" fmla="*/ 66271 h 675343"/>
                <a:gd name="connsiteX85" fmla="*/ 236207 w 725727"/>
                <a:gd name="connsiteY85" fmla="*/ 69804 h 675343"/>
                <a:gd name="connsiteX86" fmla="*/ 265834 w 725727"/>
                <a:gd name="connsiteY86" fmla="*/ 61187 h 675343"/>
                <a:gd name="connsiteX87" fmla="*/ 280832 w 725727"/>
                <a:gd name="connsiteY87" fmla="*/ 34521 h 675343"/>
                <a:gd name="connsiteX88" fmla="*/ 295703 w 725727"/>
                <a:gd name="connsiteY88" fmla="*/ 18442 h 675343"/>
                <a:gd name="connsiteX89" fmla="*/ 298334 w 725727"/>
                <a:gd name="connsiteY89" fmla="*/ 7588 h 675343"/>
                <a:gd name="connsiteX90" fmla="*/ 307206 w 725727"/>
                <a:gd name="connsiteY90" fmla="*/ 0 h 675343"/>
                <a:gd name="connsiteX91" fmla="*/ 338396 w 725727"/>
                <a:gd name="connsiteY91" fmla="*/ 1055 h 675343"/>
                <a:gd name="connsiteX92" fmla="*/ 340608 w 725727"/>
                <a:gd name="connsiteY92" fmla="*/ 24581 h 675343"/>
                <a:gd name="connsiteX93" fmla="*/ 424000 w 725727"/>
                <a:gd name="connsiteY93" fmla="*/ 21709 h 675343"/>
                <a:gd name="connsiteX94" fmla="*/ 427253 w 725727"/>
                <a:gd name="connsiteY94" fmla="*/ 3012 h 675343"/>
                <a:gd name="connsiteX95" fmla="*/ 493169 w 725727"/>
                <a:gd name="connsiteY95" fmla="*/ 8897 h 675343"/>
                <a:gd name="connsiteX96" fmla="*/ 495762 w 725727"/>
                <a:gd name="connsiteY96" fmla="*/ 15570 h 675343"/>
                <a:gd name="connsiteX97" fmla="*/ 488860 w 725727"/>
                <a:gd name="connsiteY97" fmla="*/ 24327 h 675343"/>
                <a:gd name="connsiteX98" fmla="*/ 453106 w 725727"/>
                <a:gd name="connsiteY98" fmla="*/ 27861 h 675343"/>
                <a:gd name="connsiteX99" fmla="*/ 409116 w 725727"/>
                <a:gd name="connsiteY99" fmla="*/ 50853 h 675343"/>
                <a:gd name="connsiteX100" fmla="*/ 409383 w 725727"/>
                <a:gd name="connsiteY100" fmla="*/ 67580 h 675343"/>
                <a:gd name="connsiteX101" fmla="*/ 420860 w 725727"/>
                <a:gd name="connsiteY101" fmla="*/ 72931 h 675343"/>
                <a:gd name="connsiteX102" fmla="*/ 423479 w 725727"/>
                <a:gd name="connsiteY102" fmla="*/ 80913 h 675343"/>
                <a:gd name="connsiteX103" fmla="*/ 458063 w 725727"/>
                <a:gd name="connsiteY103" fmla="*/ 86544 h 675343"/>
                <a:gd name="connsiteX104" fmla="*/ 469795 w 725727"/>
                <a:gd name="connsiteY104" fmla="*/ 92289 h 675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725727" h="675343">
                  <a:moveTo>
                    <a:pt x="469795" y="92289"/>
                  </a:moveTo>
                  <a:lnTo>
                    <a:pt x="506997" y="92416"/>
                  </a:lnTo>
                  <a:lnTo>
                    <a:pt x="515348" y="95949"/>
                  </a:lnTo>
                  <a:lnTo>
                    <a:pt x="533485" y="112816"/>
                  </a:lnTo>
                  <a:lnTo>
                    <a:pt x="566252" y="119997"/>
                  </a:lnTo>
                  <a:lnTo>
                    <a:pt x="602006" y="115154"/>
                  </a:lnTo>
                  <a:lnTo>
                    <a:pt x="627312" y="98822"/>
                  </a:lnTo>
                  <a:lnTo>
                    <a:pt x="674289" y="86277"/>
                  </a:lnTo>
                  <a:lnTo>
                    <a:pt x="696621" y="75295"/>
                  </a:lnTo>
                  <a:lnTo>
                    <a:pt x="703014" y="66945"/>
                  </a:lnTo>
                  <a:lnTo>
                    <a:pt x="725460" y="54501"/>
                  </a:lnTo>
                  <a:lnTo>
                    <a:pt x="725727" y="67453"/>
                  </a:lnTo>
                  <a:lnTo>
                    <a:pt x="686961" y="116591"/>
                  </a:lnTo>
                  <a:lnTo>
                    <a:pt x="690101" y="150184"/>
                  </a:lnTo>
                  <a:lnTo>
                    <a:pt x="692439" y="175820"/>
                  </a:lnTo>
                  <a:lnTo>
                    <a:pt x="665036" y="187971"/>
                  </a:lnTo>
                  <a:lnTo>
                    <a:pt x="666333" y="222200"/>
                  </a:lnTo>
                  <a:lnTo>
                    <a:pt x="590770" y="254623"/>
                  </a:lnTo>
                  <a:lnTo>
                    <a:pt x="558550" y="251611"/>
                  </a:lnTo>
                  <a:lnTo>
                    <a:pt x="532443" y="263254"/>
                  </a:lnTo>
                  <a:lnTo>
                    <a:pt x="504633" y="289920"/>
                  </a:lnTo>
                  <a:lnTo>
                    <a:pt x="493042" y="312785"/>
                  </a:lnTo>
                  <a:lnTo>
                    <a:pt x="524868" y="326906"/>
                  </a:lnTo>
                  <a:lnTo>
                    <a:pt x="535583" y="359178"/>
                  </a:lnTo>
                  <a:lnTo>
                    <a:pt x="511573" y="377620"/>
                  </a:lnTo>
                  <a:lnTo>
                    <a:pt x="519784" y="442048"/>
                  </a:lnTo>
                  <a:lnTo>
                    <a:pt x="416424" y="451975"/>
                  </a:lnTo>
                  <a:lnTo>
                    <a:pt x="410438" y="400740"/>
                  </a:lnTo>
                  <a:lnTo>
                    <a:pt x="384840" y="400740"/>
                  </a:lnTo>
                  <a:lnTo>
                    <a:pt x="357970" y="432249"/>
                  </a:lnTo>
                  <a:lnTo>
                    <a:pt x="345565" y="446751"/>
                  </a:lnTo>
                  <a:lnTo>
                    <a:pt x="327949" y="446751"/>
                  </a:lnTo>
                  <a:lnTo>
                    <a:pt x="338257" y="393165"/>
                  </a:lnTo>
                  <a:lnTo>
                    <a:pt x="318950" y="385996"/>
                  </a:lnTo>
                  <a:lnTo>
                    <a:pt x="312150" y="398795"/>
                  </a:lnTo>
                  <a:lnTo>
                    <a:pt x="297673" y="416704"/>
                  </a:lnTo>
                  <a:lnTo>
                    <a:pt x="313332" y="460224"/>
                  </a:lnTo>
                  <a:lnTo>
                    <a:pt x="313980" y="469108"/>
                  </a:lnTo>
                  <a:lnTo>
                    <a:pt x="319712" y="475514"/>
                  </a:lnTo>
                  <a:lnTo>
                    <a:pt x="316865" y="483877"/>
                  </a:lnTo>
                  <a:lnTo>
                    <a:pt x="319471" y="494452"/>
                  </a:lnTo>
                  <a:lnTo>
                    <a:pt x="318670" y="504671"/>
                  </a:lnTo>
                  <a:lnTo>
                    <a:pt x="327161" y="526355"/>
                  </a:lnTo>
                  <a:lnTo>
                    <a:pt x="338790" y="568832"/>
                  </a:lnTo>
                  <a:lnTo>
                    <a:pt x="346353" y="597074"/>
                  </a:lnTo>
                  <a:lnTo>
                    <a:pt x="417594" y="639412"/>
                  </a:lnTo>
                  <a:lnTo>
                    <a:pt x="354310" y="675344"/>
                  </a:lnTo>
                  <a:lnTo>
                    <a:pt x="313980" y="643988"/>
                  </a:lnTo>
                  <a:lnTo>
                    <a:pt x="216900" y="548051"/>
                  </a:lnTo>
                  <a:lnTo>
                    <a:pt x="243642" y="524131"/>
                  </a:lnTo>
                  <a:lnTo>
                    <a:pt x="232038" y="469896"/>
                  </a:lnTo>
                  <a:lnTo>
                    <a:pt x="228110" y="376565"/>
                  </a:lnTo>
                  <a:lnTo>
                    <a:pt x="246769" y="340366"/>
                  </a:lnTo>
                  <a:lnTo>
                    <a:pt x="246515" y="296059"/>
                  </a:lnTo>
                  <a:lnTo>
                    <a:pt x="246260" y="223255"/>
                  </a:lnTo>
                  <a:lnTo>
                    <a:pt x="188174" y="238812"/>
                  </a:lnTo>
                  <a:lnTo>
                    <a:pt x="142774" y="197110"/>
                  </a:lnTo>
                  <a:lnTo>
                    <a:pt x="180218" y="145227"/>
                  </a:lnTo>
                  <a:lnTo>
                    <a:pt x="219632" y="122221"/>
                  </a:lnTo>
                  <a:lnTo>
                    <a:pt x="226941" y="114900"/>
                  </a:lnTo>
                  <a:lnTo>
                    <a:pt x="241291" y="104313"/>
                  </a:lnTo>
                  <a:lnTo>
                    <a:pt x="245472" y="97780"/>
                  </a:lnTo>
                  <a:lnTo>
                    <a:pt x="244557" y="91107"/>
                  </a:lnTo>
                  <a:lnTo>
                    <a:pt x="236207" y="74380"/>
                  </a:lnTo>
                  <a:lnTo>
                    <a:pt x="229826" y="71253"/>
                  </a:lnTo>
                  <a:lnTo>
                    <a:pt x="232813" y="84447"/>
                  </a:lnTo>
                  <a:lnTo>
                    <a:pt x="230080" y="91908"/>
                  </a:lnTo>
                  <a:lnTo>
                    <a:pt x="222505" y="96597"/>
                  </a:lnTo>
                  <a:lnTo>
                    <a:pt x="212464" y="97780"/>
                  </a:lnTo>
                  <a:lnTo>
                    <a:pt x="200058" y="105482"/>
                  </a:lnTo>
                  <a:lnTo>
                    <a:pt x="185327" y="104974"/>
                  </a:lnTo>
                  <a:lnTo>
                    <a:pt x="181781" y="85235"/>
                  </a:lnTo>
                  <a:lnTo>
                    <a:pt x="73732" y="73605"/>
                  </a:lnTo>
                  <a:lnTo>
                    <a:pt x="22052" y="95034"/>
                  </a:lnTo>
                  <a:lnTo>
                    <a:pt x="0" y="71380"/>
                  </a:lnTo>
                  <a:lnTo>
                    <a:pt x="19841" y="37139"/>
                  </a:lnTo>
                  <a:lnTo>
                    <a:pt x="39415" y="39084"/>
                  </a:lnTo>
                  <a:lnTo>
                    <a:pt x="52595" y="56217"/>
                  </a:lnTo>
                  <a:lnTo>
                    <a:pt x="84815" y="25370"/>
                  </a:lnTo>
                  <a:lnTo>
                    <a:pt x="194441" y="17388"/>
                  </a:lnTo>
                  <a:lnTo>
                    <a:pt x="201889" y="44320"/>
                  </a:lnTo>
                  <a:lnTo>
                    <a:pt x="194962" y="52696"/>
                  </a:lnTo>
                  <a:lnTo>
                    <a:pt x="194441" y="72677"/>
                  </a:lnTo>
                  <a:lnTo>
                    <a:pt x="209579" y="73478"/>
                  </a:lnTo>
                  <a:lnTo>
                    <a:pt x="228771" y="66271"/>
                  </a:lnTo>
                  <a:lnTo>
                    <a:pt x="236207" y="69804"/>
                  </a:lnTo>
                  <a:lnTo>
                    <a:pt x="265834" y="61187"/>
                  </a:lnTo>
                  <a:lnTo>
                    <a:pt x="280832" y="34521"/>
                  </a:lnTo>
                  <a:lnTo>
                    <a:pt x="295703" y="18442"/>
                  </a:lnTo>
                  <a:lnTo>
                    <a:pt x="298334" y="7588"/>
                  </a:lnTo>
                  <a:lnTo>
                    <a:pt x="307206" y="0"/>
                  </a:lnTo>
                  <a:lnTo>
                    <a:pt x="338396" y="1055"/>
                  </a:lnTo>
                  <a:lnTo>
                    <a:pt x="340608" y="24581"/>
                  </a:lnTo>
                  <a:lnTo>
                    <a:pt x="424000" y="21709"/>
                  </a:lnTo>
                  <a:lnTo>
                    <a:pt x="427253" y="3012"/>
                  </a:lnTo>
                  <a:lnTo>
                    <a:pt x="493169" y="8897"/>
                  </a:lnTo>
                  <a:lnTo>
                    <a:pt x="495762" y="15570"/>
                  </a:lnTo>
                  <a:lnTo>
                    <a:pt x="488860" y="24327"/>
                  </a:lnTo>
                  <a:lnTo>
                    <a:pt x="453106" y="27861"/>
                  </a:lnTo>
                  <a:lnTo>
                    <a:pt x="409116" y="50853"/>
                  </a:lnTo>
                  <a:lnTo>
                    <a:pt x="409383" y="67580"/>
                  </a:lnTo>
                  <a:lnTo>
                    <a:pt x="420860" y="72931"/>
                  </a:lnTo>
                  <a:lnTo>
                    <a:pt x="423479" y="80913"/>
                  </a:lnTo>
                  <a:lnTo>
                    <a:pt x="458063" y="86544"/>
                  </a:lnTo>
                  <a:lnTo>
                    <a:pt x="469795" y="92289"/>
                  </a:lnTo>
                  <a:close/>
                </a:path>
              </a:pathLst>
            </a:custGeom>
            <a:solidFill>
              <a:srgbClr val="FFFFFF"/>
            </a:solidFill>
            <a:ln w="12700" cap="flat">
              <a:noFill/>
              <a:prstDash val="solid"/>
              <a:miter/>
            </a:ln>
          </p:spPr>
          <p:txBody>
            <a:bodyPr rtlCol="0" anchor="ctr"/>
            <a:lstStyle/>
            <a:p>
              <a:endParaRPr lang="de-CH"/>
            </a:p>
          </p:txBody>
        </p:sp>
        <p:sp>
          <p:nvSpPr>
            <p:cNvPr id="24" name="Freihandform: Form 23">
              <a:extLst>
                <a:ext uri="{FF2B5EF4-FFF2-40B4-BE49-F238E27FC236}">
                  <a16:creationId xmlns:a16="http://schemas.microsoft.com/office/drawing/2014/main" id="{6FD40E50-E579-C8E7-9A05-2926F534B4FF}"/>
                </a:ext>
              </a:extLst>
            </p:cNvPr>
            <p:cNvSpPr/>
            <p:nvPr/>
          </p:nvSpPr>
          <p:spPr>
            <a:xfrm>
              <a:off x="6116777" y="2888868"/>
              <a:ext cx="725727" cy="675343"/>
            </a:xfrm>
            <a:custGeom>
              <a:avLst/>
              <a:gdLst>
                <a:gd name="connsiteX0" fmla="*/ 469795 w 725727"/>
                <a:gd name="connsiteY0" fmla="*/ 92289 h 675343"/>
                <a:gd name="connsiteX1" fmla="*/ 506997 w 725727"/>
                <a:gd name="connsiteY1" fmla="*/ 92416 h 675343"/>
                <a:gd name="connsiteX2" fmla="*/ 515348 w 725727"/>
                <a:gd name="connsiteY2" fmla="*/ 95949 h 675343"/>
                <a:gd name="connsiteX3" fmla="*/ 533485 w 725727"/>
                <a:gd name="connsiteY3" fmla="*/ 112816 h 675343"/>
                <a:gd name="connsiteX4" fmla="*/ 566252 w 725727"/>
                <a:gd name="connsiteY4" fmla="*/ 119997 h 675343"/>
                <a:gd name="connsiteX5" fmla="*/ 602006 w 725727"/>
                <a:gd name="connsiteY5" fmla="*/ 115154 h 675343"/>
                <a:gd name="connsiteX6" fmla="*/ 627312 w 725727"/>
                <a:gd name="connsiteY6" fmla="*/ 98822 h 675343"/>
                <a:gd name="connsiteX7" fmla="*/ 674289 w 725727"/>
                <a:gd name="connsiteY7" fmla="*/ 86277 h 675343"/>
                <a:gd name="connsiteX8" fmla="*/ 696621 w 725727"/>
                <a:gd name="connsiteY8" fmla="*/ 75295 h 675343"/>
                <a:gd name="connsiteX9" fmla="*/ 703014 w 725727"/>
                <a:gd name="connsiteY9" fmla="*/ 66945 h 675343"/>
                <a:gd name="connsiteX10" fmla="*/ 725460 w 725727"/>
                <a:gd name="connsiteY10" fmla="*/ 54501 h 675343"/>
                <a:gd name="connsiteX11" fmla="*/ 725727 w 725727"/>
                <a:gd name="connsiteY11" fmla="*/ 67453 h 675343"/>
                <a:gd name="connsiteX12" fmla="*/ 686961 w 725727"/>
                <a:gd name="connsiteY12" fmla="*/ 116591 h 675343"/>
                <a:gd name="connsiteX13" fmla="*/ 690101 w 725727"/>
                <a:gd name="connsiteY13" fmla="*/ 150184 h 675343"/>
                <a:gd name="connsiteX14" fmla="*/ 692439 w 725727"/>
                <a:gd name="connsiteY14" fmla="*/ 175820 h 675343"/>
                <a:gd name="connsiteX15" fmla="*/ 665036 w 725727"/>
                <a:gd name="connsiteY15" fmla="*/ 187971 h 675343"/>
                <a:gd name="connsiteX16" fmla="*/ 666333 w 725727"/>
                <a:gd name="connsiteY16" fmla="*/ 222200 h 675343"/>
                <a:gd name="connsiteX17" fmla="*/ 590770 w 725727"/>
                <a:gd name="connsiteY17" fmla="*/ 254623 h 675343"/>
                <a:gd name="connsiteX18" fmla="*/ 558550 w 725727"/>
                <a:gd name="connsiteY18" fmla="*/ 251611 h 675343"/>
                <a:gd name="connsiteX19" fmla="*/ 532443 w 725727"/>
                <a:gd name="connsiteY19" fmla="*/ 263254 h 675343"/>
                <a:gd name="connsiteX20" fmla="*/ 504633 w 725727"/>
                <a:gd name="connsiteY20" fmla="*/ 289920 h 675343"/>
                <a:gd name="connsiteX21" fmla="*/ 493042 w 725727"/>
                <a:gd name="connsiteY21" fmla="*/ 312785 h 675343"/>
                <a:gd name="connsiteX22" fmla="*/ 524868 w 725727"/>
                <a:gd name="connsiteY22" fmla="*/ 326906 h 675343"/>
                <a:gd name="connsiteX23" fmla="*/ 535583 w 725727"/>
                <a:gd name="connsiteY23" fmla="*/ 359178 h 675343"/>
                <a:gd name="connsiteX24" fmla="*/ 511573 w 725727"/>
                <a:gd name="connsiteY24" fmla="*/ 377620 h 675343"/>
                <a:gd name="connsiteX25" fmla="*/ 519784 w 725727"/>
                <a:gd name="connsiteY25" fmla="*/ 442048 h 675343"/>
                <a:gd name="connsiteX26" fmla="*/ 416424 w 725727"/>
                <a:gd name="connsiteY26" fmla="*/ 451975 h 675343"/>
                <a:gd name="connsiteX27" fmla="*/ 410438 w 725727"/>
                <a:gd name="connsiteY27" fmla="*/ 400740 h 675343"/>
                <a:gd name="connsiteX28" fmla="*/ 384840 w 725727"/>
                <a:gd name="connsiteY28" fmla="*/ 400740 h 675343"/>
                <a:gd name="connsiteX29" fmla="*/ 357970 w 725727"/>
                <a:gd name="connsiteY29" fmla="*/ 432249 h 675343"/>
                <a:gd name="connsiteX30" fmla="*/ 345565 w 725727"/>
                <a:gd name="connsiteY30" fmla="*/ 446751 h 675343"/>
                <a:gd name="connsiteX31" fmla="*/ 327949 w 725727"/>
                <a:gd name="connsiteY31" fmla="*/ 446751 h 675343"/>
                <a:gd name="connsiteX32" fmla="*/ 338257 w 725727"/>
                <a:gd name="connsiteY32" fmla="*/ 393165 h 675343"/>
                <a:gd name="connsiteX33" fmla="*/ 318950 w 725727"/>
                <a:gd name="connsiteY33" fmla="*/ 385996 h 675343"/>
                <a:gd name="connsiteX34" fmla="*/ 312150 w 725727"/>
                <a:gd name="connsiteY34" fmla="*/ 398795 h 675343"/>
                <a:gd name="connsiteX35" fmla="*/ 297673 w 725727"/>
                <a:gd name="connsiteY35" fmla="*/ 416704 h 675343"/>
                <a:gd name="connsiteX36" fmla="*/ 313332 w 725727"/>
                <a:gd name="connsiteY36" fmla="*/ 460224 h 675343"/>
                <a:gd name="connsiteX37" fmla="*/ 313980 w 725727"/>
                <a:gd name="connsiteY37" fmla="*/ 469108 h 675343"/>
                <a:gd name="connsiteX38" fmla="*/ 319712 w 725727"/>
                <a:gd name="connsiteY38" fmla="*/ 475514 h 675343"/>
                <a:gd name="connsiteX39" fmla="*/ 316865 w 725727"/>
                <a:gd name="connsiteY39" fmla="*/ 483877 h 675343"/>
                <a:gd name="connsiteX40" fmla="*/ 319471 w 725727"/>
                <a:gd name="connsiteY40" fmla="*/ 494452 h 675343"/>
                <a:gd name="connsiteX41" fmla="*/ 318670 w 725727"/>
                <a:gd name="connsiteY41" fmla="*/ 504671 h 675343"/>
                <a:gd name="connsiteX42" fmla="*/ 327161 w 725727"/>
                <a:gd name="connsiteY42" fmla="*/ 526355 h 675343"/>
                <a:gd name="connsiteX43" fmla="*/ 338790 w 725727"/>
                <a:gd name="connsiteY43" fmla="*/ 568832 h 675343"/>
                <a:gd name="connsiteX44" fmla="*/ 346353 w 725727"/>
                <a:gd name="connsiteY44" fmla="*/ 597074 h 675343"/>
                <a:gd name="connsiteX45" fmla="*/ 417594 w 725727"/>
                <a:gd name="connsiteY45" fmla="*/ 639412 h 675343"/>
                <a:gd name="connsiteX46" fmla="*/ 354310 w 725727"/>
                <a:gd name="connsiteY46" fmla="*/ 675344 h 675343"/>
                <a:gd name="connsiteX47" fmla="*/ 313980 w 725727"/>
                <a:gd name="connsiteY47" fmla="*/ 643988 h 675343"/>
                <a:gd name="connsiteX48" fmla="*/ 216900 w 725727"/>
                <a:gd name="connsiteY48" fmla="*/ 548051 h 675343"/>
                <a:gd name="connsiteX49" fmla="*/ 243642 w 725727"/>
                <a:gd name="connsiteY49" fmla="*/ 524131 h 675343"/>
                <a:gd name="connsiteX50" fmla="*/ 232038 w 725727"/>
                <a:gd name="connsiteY50" fmla="*/ 469896 h 675343"/>
                <a:gd name="connsiteX51" fmla="*/ 228110 w 725727"/>
                <a:gd name="connsiteY51" fmla="*/ 376565 h 675343"/>
                <a:gd name="connsiteX52" fmla="*/ 246769 w 725727"/>
                <a:gd name="connsiteY52" fmla="*/ 340366 h 675343"/>
                <a:gd name="connsiteX53" fmla="*/ 246515 w 725727"/>
                <a:gd name="connsiteY53" fmla="*/ 296059 h 675343"/>
                <a:gd name="connsiteX54" fmla="*/ 246260 w 725727"/>
                <a:gd name="connsiteY54" fmla="*/ 223255 h 675343"/>
                <a:gd name="connsiteX55" fmla="*/ 188174 w 725727"/>
                <a:gd name="connsiteY55" fmla="*/ 238812 h 675343"/>
                <a:gd name="connsiteX56" fmla="*/ 142774 w 725727"/>
                <a:gd name="connsiteY56" fmla="*/ 197110 h 675343"/>
                <a:gd name="connsiteX57" fmla="*/ 180218 w 725727"/>
                <a:gd name="connsiteY57" fmla="*/ 145227 h 675343"/>
                <a:gd name="connsiteX58" fmla="*/ 219632 w 725727"/>
                <a:gd name="connsiteY58" fmla="*/ 122221 h 675343"/>
                <a:gd name="connsiteX59" fmla="*/ 226941 w 725727"/>
                <a:gd name="connsiteY59" fmla="*/ 114900 h 675343"/>
                <a:gd name="connsiteX60" fmla="*/ 241291 w 725727"/>
                <a:gd name="connsiteY60" fmla="*/ 104313 h 675343"/>
                <a:gd name="connsiteX61" fmla="*/ 245472 w 725727"/>
                <a:gd name="connsiteY61" fmla="*/ 97780 h 675343"/>
                <a:gd name="connsiteX62" fmla="*/ 244557 w 725727"/>
                <a:gd name="connsiteY62" fmla="*/ 91107 h 675343"/>
                <a:gd name="connsiteX63" fmla="*/ 236207 w 725727"/>
                <a:gd name="connsiteY63" fmla="*/ 74380 h 675343"/>
                <a:gd name="connsiteX64" fmla="*/ 229826 w 725727"/>
                <a:gd name="connsiteY64" fmla="*/ 71253 h 675343"/>
                <a:gd name="connsiteX65" fmla="*/ 232813 w 725727"/>
                <a:gd name="connsiteY65" fmla="*/ 84447 h 675343"/>
                <a:gd name="connsiteX66" fmla="*/ 230080 w 725727"/>
                <a:gd name="connsiteY66" fmla="*/ 91908 h 675343"/>
                <a:gd name="connsiteX67" fmla="*/ 222505 w 725727"/>
                <a:gd name="connsiteY67" fmla="*/ 96597 h 675343"/>
                <a:gd name="connsiteX68" fmla="*/ 212464 w 725727"/>
                <a:gd name="connsiteY68" fmla="*/ 97780 h 675343"/>
                <a:gd name="connsiteX69" fmla="*/ 200058 w 725727"/>
                <a:gd name="connsiteY69" fmla="*/ 105482 h 675343"/>
                <a:gd name="connsiteX70" fmla="*/ 185327 w 725727"/>
                <a:gd name="connsiteY70" fmla="*/ 104974 h 675343"/>
                <a:gd name="connsiteX71" fmla="*/ 181781 w 725727"/>
                <a:gd name="connsiteY71" fmla="*/ 85235 h 675343"/>
                <a:gd name="connsiteX72" fmla="*/ 73732 w 725727"/>
                <a:gd name="connsiteY72" fmla="*/ 73605 h 675343"/>
                <a:gd name="connsiteX73" fmla="*/ 22052 w 725727"/>
                <a:gd name="connsiteY73" fmla="*/ 95034 h 675343"/>
                <a:gd name="connsiteX74" fmla="*/ 0 w 725727"/>
                <a:gd name="connsiteY74" fmla="*/ 71380 h 675343"/>
                <a:gd name="connsiteX75" fmla="*/ 19841 w 725727"/>
                <a:gd name="connsiteY75" fmla="*/ 37139 h 675343"/>
                <a:gd name="connsiteX76" fmla="*/ 39415 w 725727"/>
                <a:gd name="connsiteY76" fmla="*/ 39084 h 675343"/>
                <a:gd name="connsiteX77" fmla="*/ 52595 w 725727"/>
                <a:gd name="connsiteY77" fmla="*/ 56217 h 675343"/>
                <a:gd name="connsiteX78" fmla="*/ 84815 w 725727"/>
                <a:gd name="connsiteY78" fmla="*/ 25370 h 675343"/>
                <a:gd name="connsiteX79" fmla="*/ 194441 w 725727"/>
                <a:gd name="connsiteY79" fmla="*/ 17388 h 675343"/>
                <a:gd name="connsiteX80" fmla="*/ 201889 w 725727"/>
                <a:gd name="connsiteY80" fmla="*/ 44320 h 675343"/>
                <a:gd name="connsiteX81" fmla="*/ 194962 w 725727"/>
                <a:gd name="connsiteY81" fmla="*/ 52696 h 675343"/>
                <a:gd name="connsiteX82" fmla="*/ 194441 w 725727"/>
                <a:gd name="connsiteY82" fmla="*/ 72677 h 675343"/>
                <a:gd name="connsiteX83" fmla="*/ 209579 w 725727"/>
                <a:gd name="connsiteY83" fmla="*/ 73478 h 675343"/>
                <a:gd name="connsiteX84" fmla="*/ 228771 w 725727"/>
                <a:gd name="connsiteY84" fmla="*/ 66271 h 675343"/>
                <a:gd name="connsiteX85" fmla="*/ 236207 w 725727"/>
                <a:gd name="connsiteY85" fmla="*/ 69804 h 675343"/>
                <a:gd name="connsiteX86" fmla="*/ 265834 w 725727"/>
                <a:gd name="connsiteY86" fmla="*/ 61187 h 675343"/>
                <a:gd name="connsiteX87" fmla="*/ 280832 w 725727"/>
                <a:gd name="connsiteY87" fmla="*/ 34521 h 675343"/>
                <a:gd name="connsiteX88" fmla="*/ 295703 w 725727"/>
                <a:gd name="connsiteY88" fmla="*/ 18442 h 675343"/>
                <a:gd name="connsiteX89" fmla="*/ 298334 w 725727"/>
                <a:gd name="connsiteY89" fmla="*/ 7588 h 675343"/>
                <a:gd name="connsiteX90" fmla="*/ 307206 w 725727"/>
                <a:gd name="connsiteY90" fmla="*/ 0 h 675343"/>
                <a:gd name="connsiteX91" fmla="*/ 338396 w 725727"/>
                <a:gd name="connsiteY91" fmla="*/ 1055 h 675343"/>
                <a:gd name="connsiteX92" fmla="*/ 340608 w 725727"/>
                <a:gd name="connsiteY92" fmla="*/ 24581 h 675343"/>
                <a:gd name="connsiteX93" fmla="*/ 424000 w 725727"/>
                <a:gd name="connsiteY93" fmla="*/ 21709 h 675343"/>
                <a:gd name="connsiteX94" fmla="*/ 427253 w 725727"/>
                <a:gd name="connsiteY94" fmla="*/ 3012 h 675343"/>
                <a:gd name="connsiteX95" fmla="*/ 493169 w 725727"/>
                <a:gd name="connsiteY95" fmla="*/ 8897 h 675343"/>
                <a:gd name="connsiteX96" fmla="*/ 495762 w 725727"/>
                <a:gd name="connsiteY96" fmla="*/ 15570 h 675343"/>
                <a:gd name="connsiteX97" fmla="*/ 488860 w 725727"/>
                <a:gd name="connsiteY97" fmla="*/ 24327 h 675343"/>
                <a:gd name="connsiteX98" fmla="*/ 453106 w 725727"/>
                <a:gd name="connsiteY98" fmla="*/ 27861 h 675343"/>
                <a:gd name="connsiteX99" fmla="*/ 409116 w 725727"/>
                <a:gd name="connsiteY99" fmla="*/ 50853 h 675343"/>
                <a:gd name="connsiteX100" fmla="*/ 409383 w 725727"/>
                <a:gd name="connsiteY100" fmla="*/ 67580 h 675343"/>
                <a:gd name="connsiteX101" fmla="*/ 420860 w 725727"/>
                <a:gd name="connsiteY101" fmla="*/ 72931 h 675343"/>
                <a:gd name="connsiteX102" fmla="*/ 423479 w 725727"/>
                <a:gd name="connsiteY102" fmla="*/ 80913 h 675343"/>
                <a:gd name="connsiteX103" fmla="*/ 458063 w 725727"/>
                <a:gd name="connsiteY103" fmla="*/ 86544 h 675343"/>
                <a:gd name="connsiteX104" fmla="*/ 469795 w 725727"/>
                <a:gd name="connsiteY104" fmla="*/ 92289 h 675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725727" h="675343">
                  <a:moveTo>
                    <a:pt x="469795" y="92289"/>
                  </a:moveTo>
                  <a:lnTo>
                    <a:pt x="506997" y="92416"/>
                  </a:lnTo>
                  <a:lnTo>
                    <a:pt x="515348" y="95949"/>
                  </a:lnTo>
                  <a:lnTo>
                    <a:pt x="533485" y="112816"/>
                  </a:lnTo>
                  <a:lnTo>
                    <a:pt x="566252" y="119997"/>
                  </a:lnTo>
                  <a:lnTo>
                    <a:pt x="602006" y="115154"/>
                  </a:lnTo>
                  <a:lnTo>
                    <a:pt x="627312" y="98822"/>
                  </a:lnTo>
                  <a:lnTo>
                    <a:pt x="674289" y="86277"/>
                  </a:lnTo>
                  <a:lnTo>
                    <a:pt x="696621" y="75295"/>
                  </a:lnTo>
                  <a:lnTo>
                    <a:pt x="703014" y="66945"/>
                  </a:lnTo>
                  <a:lnTo>
                    <a:pt x="725460" y="54501"/>
                  </a:lnTo>
                  <a:lnTo>
                    <a:pt x="725727" y="67453"/>
                  </a:lnTo>
                  <a:lnTo>
                    <a:pt x="686961" y="116591"/>
                  </a:lnTo>
                  <a:lnTo>
                    <a:pt x="690101" y="150184"/>
                  </a:lnTo>
                  <a:lnTo>
                    <a:pt x="692439" y="175820"/>
                  </a:lnTo>
                  <a:lnTo>
                    <a:pt x="665036" y="187971"/>
                  </a:lnTo>
                  <a:lnTo>
                    <a:pt x="666333" y="222200"/>
                  </a:lnTo>
                  <a:lnTo>
                    <a:pt x="590770" y="254623"/>
                  </a:lnTo>
                  <a:lnTo>
                    <a:pt x="558550" y="251611"/>
                  </a:lnTo>
                  <a:lnTo>
                    <a:pt x="532443" y="263254"/>
                  </a:lnTo>
                  <a:lnTo>
                    <a:pt x="504633" y="289920"/>
                  </a:lnTo>
                  <a:lnTo>
                    <a:pt x="493042" y="312785"/>
                  </a:lnTo>
                  <a:lnTo>
                    <a:pt x="524868" y="326906"/>
                  </a:lnTo>
                  <a:lnTo>
                    <a:pt x="535583" y="359178"/>
                  </a:lnTo>
                  <a:lnTo>
                    <a:pt x="511573" y="377620"/>
                  </a:lnTo>
                  <a:lnTo>
                    <a:pt x="519784" y="442048"/>
                  </a:lnTo>
                  <a:lnTo>
                    <a:pt x="416424" y="451975"/>
                  </a:lnTo>
                  <a:lnTo>
                    <a:pt x="410438" y="400740"/>
                  </a:lnTo>
                  <a:lnTo>
                    <a:pt x="384840" y="400740"/>
                  </a:lnTo>
                  <a:lnTo>
                    <a:pt x="357970" y="432249"/>
                  </a:lnTo>
                  <a:lnTo>
                    <a:pt x="345565" y="446751"/>
                  </a:lnTo>
                  <a:lnTo>
                    <a:pt x="327949" y="446751"/>
                  </a:lnTo>
                  <a:lnTo>
                    <a:pt x="338257" y="393165"/>
                  </a:lnTo>
                  <a:lnTo>
                    <a:pt x="318950" y="385996"/>
                  </a:lnTo>
                  <a:lnTo>
                    <a:pt x="312150" y="398795"/>
                  </a:lnTo>
                  <a:lnTo>
                    <a:pt x="297673" y="416704"/>
                  </a:lnTo>
                  <a:lnTo>
                    <a:pt x="313332" y="460224"/>
                  </a:lnTo>
                  <a:lnTo>
                    <a:pt x="313980" y="469108"/>
                  </a:lnTo>
                  <a:lnTo>
                    <a:pt x="319712" y="475514"/>
                  </a:lnTo>
                  <a:lnTo>
                    <a:pt x="316865" y="483877"/>
                  </a:lnTo>
                  <a:lnTo>
                    <a:pt x="319471" y="494452"/>
                  </a:lnTo>
                  <a:lnTo>
                    <a:pt x="318670" y="504671"/>
                  </a:lnTo>
                  <a:lnTo>
                    <a:pt x="327161" y="526355"/>
                  </a:lnTo>
                  <a:lnTo>
                    <a:pt x="338790" y="568832"/>
                  </a:lnTo>
                  <a:lnTo>
                    <a:pt x="346353" y="597074"/>
                  </a:lnTo>
                  <a:lnTo>
                    <a:pt x="417594" y="639412"/>
                  </a:lnTo>
                  <a:lnTo>
                    <a:pt x="354310" y="675344"/>
                  </a:lnTo>
                  <a:lnTo>
                    <a:pt x="313980" y="643988"/>
                  </a:lnTo>
                  <a:lnTo>
                    <a:pt x="216900" y="548051"/>
                  </a:lnTo>
                  <a:lnTo>
                    <a:pt x="243642" y="524131"/>
                  </a:lnTo>
                  <a:lnTo>
                    <a:pt x="232038" y="469896"/>
                  </a:lnTo>
                  <a:lnTo>
                    <a:pt x="228110" y="376565"/>
                  </a:lnTo>
                  <a:lnTo>
                    <a:pt x="246769" y="340366"/>
                  </a:lnTo>
                  <a:lnTo>
                    <a:pt x="246515" y="296059"/>
                  </a:lnTo>
                  <a:lnTo>
                    <a:pt x="246260" y="223255"/>
                  </a:lnTo>
                  <a:lnTo>
                    <a:pt x="188174" y="238812"/>
                  </a:lnTo>
                  <a:lnTo>
                    <a:pt x="142774" y="197110"/>
                  </a:lnTo>
                  <a:lnTo>
                    <a:pt x="180218" y="145227"/>
                  </a:lnTo>
                  <a:lnTo>
                    <a:pt x="219632" y="122221"/>
                  </a:lnTo>
                  <a:lnTo>
                    <a:pt x="226941" y="114900"/>
                  </a:lnTo>
                  <a:lnTo>
                    <a:pt x="241291" y="104313"/>
                  </a:lnTo>
                  <a:lnTo>
                    <a:pt x="245472" y="97780"/>
                  </a:lnTo>
                  <a:lnTo>
                    <a:pt x="244557" y="91107"/>
                  </a:lnTo>
                  <a:lnTo>
                    <a:pt x="236207" y="74380"/>
                  </a:lnTo>
                  <a:lnTo>
                    <a:pt x="229826" y="71253"/>
                  </a:lnTo>
                  <a:lnTo>
                    <a:pt x="232813" y="84447"/>
                  </a:lnTo>
                  <a:lnTo>
                    <a:pt x="230080" y="91908"/>
                  </a:lnTo>
                  <a:lnTo>
                    <a:pt x="222505" y="96597"/>
                  </a:lnTo>
                  <a:lnTo>
                    <a:pt x="212464" y="97780"/>
                  </a:lnTo>
                  <a:lnTo>
                    <a:pt x="200058" y="105482"/>
                  </a:lnTo>
                  <a:lnTo>
                    <a:pt x="185327" y="104974"/>
                  </a:lnTo>
                  <a:lnTo>
                    <a:pt x="181781" y="85235"/>
                  </a:lnTo>
                  <a:lnTo>
                    <a:pt x="73732" y="73605"/>
                  </a:lnTo>
                  <a:lnTo>
                    <a:pt x="22052" y="95034"/>
                  </a:lnTo>
                  <a:lnTo>
                    <a:pt x="0" y="71380"/>
                  </a:lnTo>
                  <a:lnTo>
                    <a:pt x="19841" y="37139"/>
                  </a:lnTo>
                  <a:lnTo>
                    <a:pt x="39415" y="39084"/>
                  </a:lnTo>
                  <a:lnTo>
                    <a:pt x="52595" y="56217"/>
                  </a:lnTo>
                  <a:lnTo>
                    <a:pt x="84815" y="25370"/>
                  </a:lnTo>
                  <a:lnTo>
                    <a:pt x="194441" y="17388"/>
                  </a:lnTo>
                  <a:lnTo>
                    <a:pt x="201889" y="44320"/>
                  </a:lnTo>
                  <a:lnTo>
                    <a:pt x="194962" y="52696"/>
                  </a:lnTo>
                  <a:lnTo>
                    <a:pt x="194441" y="72677"/>
                  </a:lnTo>
                  <a:lnTo>
                    <a:pt x="209579" y="73478"/>
                  </a:lnTo>
                  <a:lnTo>
                    <a:pt x="228771" y="66271"/>
                  </a:lnTo>
                  <a:lnTo>
                    <a:pt x="236207" y="69804"/>
                  </a:lnTo>
                  <a:lnTo>
                    <a:pt x="265834" y="61187"/>
                  </a:lnTo>
                  <a:lnTo>
                    <a:pt x="280832" y="34521"/>
                  </a:lnTo>
                  <a:lnTo>
                    <a:pt x="295703" y="18442"/>
                  </a:lnTo>
                  <a:lnTo>
                    <a:pt x="298334" y="7588"/>
                  </a:lnTo>
                  <a:lnTo>
                    <a:pt x="307206" y="0"/>
                  </a:lnTo>
                  <a:lnTo>
                    <a:pt x="338396" y="1055"/>
                  </a:lnTo>
                  <a:lnTo>
                    <a:pt x="340608" y="24581"/>
                  </a:lnTo>
                  <a:lnTo>
                    <a:pt x="424000" y="21709"/>
                  </a:lnTo>
                  <a:lnTo>
                    <a:pt x="427253" y="3012"/>
                  </a:lnTo>
                  <a:lnTo>
                    <a:pt x="493169" y="8897"/>
                  </a:lnTo>
                  <a:lnTo>
                    <a:pt x="495762" y="15570"/>
                  </a:lnTo>
                  <a:lnTo>
                    <a:pt x="488860" y="24327"/>
                  </a:lnTo>
                  <a:lnTo>
                    <a:pt x="453106" y="27861"/>
                  </a:lnTo>
                  <a:lnTo>
                    <a:pt x="409116" y="50853"/>
                  </a:lnTo>
                  <a:lnTo>
                    <a:pt x="409383" y="67580"/>
                  </a:lnTo>
                  <a:lnTo>
                    <a:pt x="420860" y="72931"/>
                  </a:lnTo>
                  <a:lnTo>
                    <a:pt x="423479" y="80913"/>
                  </a:lnTo>
                  <a:lnTo>
                    <a:pt x="458063" y="86544"/>
                  </a:lnTo>
                  <a:lnTo>
                    <a:pt x="469795" y="92289"/>
                  </a:lnTo>
                  <a:close/>
                </a:path>
              </a:pathLst>
            </a:custGeom>
            <a:noFill/>
            <a:ln w="3810" cap="flat">
              <a:solidFill>
                <a:srgbClr val="E6E4E2"/>
              </a:solidFill>
              <a:prstDash val="solid"/>
              <a:miter/>
            </a:ln>
          </p:spPr>
          <p:txBody>
            <a:bodyPr rtlCol="0" anchor="ctr"/>
            <a:lstStyle/>
            <a:p>
              <a:endParaRPr lang="de-CH"/>
            </a:p>
          </p:txBody>
        </p:sp>
        <p:sp>
          <p:nvSpPr>
            <p:cNvPr id="25" name="Freihandform: Form 24">
              <a:extLst>
                <a:ext uri="{FF2B5EF4-FFF2-40B4-BE49-F238E27FC236}">
                  <a16:creationId xmlns:a16="http://schemas.microsoft.com/office/drawing/2014/main" id="{4894F897-8087-FA89-0F09-FB4DA8348F0E}"/>
                </a:ext>
              </a:extLst>
            </p:cNvPr>
            <p:cNvSpPr/>
            <p:nvPr/>
          </p:nvSpPr>
          <p:spPr>
            <a:xfrm>
              <a:off x="7454818" y="2363580"/>
              <a:ext cx="773581" cy="1126390"/>
            </a:xfrm>
            <a:custGeom>
              <a:avLst/>
              <a:gdLst>
                <a:gd name="connsiteX0" fmla="*/ 253162 w 773581"/>
                <a:gd name="connsiteY0" fmla="*/ 0 h 1126390"/>
                <a:gd name="connsiteX1" fmla="*/ 260063 w 773581"/>
                <a:gd name="connsiteY1" fmla="*/ 3139 h 1126390"/>
                <a:gd name="connsiteX2" fmla="*/ 347624 w 773581"/>
                <a:gd name="connsiteY2" fmla="*/ 92022 h 1126390"/>
                <a:gd name="connsiteX3" fmla="*/ 383772 w 773581"/>
                <a:gd name="connsiteY3" fmla="*/ 126136 h 1126390"/>
                <a:gd name="connsiteX4" fmla="*/ 420441 w 773581"/>
                <a:gd name="connsiteY4" fmla="*/ 125094 h 1126390"/>
                <a:gd name="connsiteX5" fmla="*/ 446942 w 773581"/>
                <a:gd name="connsiteY5" fmla="*/ 115549 h 1126390"/>
                <a:gd name="connsiteX6" fmla="*/ 463389 w 773581"/>
                <a:gd name="connsiteY6" fmla="*/ 129136 h 1126390"/>
                <a:gd name="connsiteX7" fmla="*/ 490398 w 773581"/>
                <a:gd name="connsiteY7" fmla="*/ 132923 h 1126390"/>
                <a:gd name="connsiteX8" fmla="*/ 524588 w 773581"/>
                <a:gd name="connsiteY8" fmla="*/ 132669 h 1126390"/>
                <a:gd name="connsiteX9" fmla="*/ 537501 w 773581"/>
                <a:gd name="connsiteY9" fmla="*/ 139990 h 1126390"/>
                <a:gd name="connsiteX10" fmla="*/ 563863 w 773581"/>
                <a:gd name="connsiteY10" fmla="*/ 143396 h 1126390"/>
                <a:gd name="connsiteX11" fmla="*/ 584873 w 773581"/>
                <a:gd name="connsiteY11" fmla="*/ 151874 h 1126390"/>
                <a:gd name="connsiteX12" fmla="*/ 630032 w 773581"/>
                <a:gd name="connsiteY12" fmla="*/ 161293 h 1126390"/>
                <a:gd name="connsiteX13" fmla="*/ 637468 w 773581"/>
                <a:gd name="connsiteY13" fmla="*/ 255920 h 1126390"/>
                <a:gd name="connsiteX14" fmla="*/ 641649 w 773581"/>
                <a:gd name="connsiteY14" fmla="*/ 308464 h 1126390"/>
                <a:gd name="connsiteX15" fmla="*/ 617894 w 773581"/>
                <a:gd name="connsiteY15" fmla="*/ 325458 h 1126390"/>
                <a:gd name="connsiteX16" fmla="*/ 532558 w 773581"/>
                <a:gd name="connsiteY16" fmla="*/ 393953 h 1126390"/>
                <a:gd name="connsiteX17" fmla="*/ 570129 w 773581"/>
                <a:gd name="connsiteY17" fmla="*/ 419945 h 1126390"/>
                <a:gd name="connsiteX18" fmla="*/ 619724 w 773581"/>
                <a:gd name="connsiteY18" fmla="*/ 431448 h 1126390"/>
                <a:gd name="connsiteX19" fmla="*/ 653914 w 773581"/>
                <a:gd name="connsiteY19" fmla="*/ 396685 h 1126390"/>
                <a:gd name="connsiteX20" fmla="*/ 699455 w 773581"/>
                <a:gd name="connsiteY20" fmla="*/ 408328 h 1126390"/>
                <a:gd name="connsiteX21" fmla="*/ 729998 w 773581"/>
                <a:gd name="connsiteY21" fmla="*/ 418000 h 1126390"/>
                <a:gd name="connsiteX22" fmla="*/ 765485 w 773581"/>
                <a:gd name="connsiteY22" fmla="*/ 510264 h 1126390"/>
                <a:gd name="connsiteX23" fmla="*/ 757922 w 773581"/>
                <a:gd name="connsiteY23" fmla="*/ 589347 h 1126390"/>
                <a:gd name="connsiteX24" fmla="*/ 736773 w 773581"/>
                <a:gd name="connsiteY24" fmla="*/ 657829 h 1126390"/>
                <a:gd name="connsiteX25" fmla="*/ 773581 w 773581"/>
                <a:gd name="connsiteY25" fmla="*/ 723058 h 1126390"/>
                <a:gd name="connsiteX26" fmla="*/ 766400 w 773581"/>
                <a:gd name="connsiteY26" fmla="*/ 755342 h 1126390"/>
                <a:gd name="connsiteX27" fmla="*/ 723719 w 773581"/>
                <a:gd name="connsiteY27" fmla="*/ 782923 h 1126390"/>
                <a:gd name="connsiteX28" fmla="*/ 694625 w 773581"/>
                <a:gd name="connsiteY28" fmla="*/ 829442 h 1126390"/>
                <a:gd name="connsiteX29" fmla="*/ 660969 w 773581"/>
                <a:gd name="connsiteY29" fmla="*/ 861472 h 1126390"/>
                <a:gd name="connsiteX30" fmla="*/ 579789 w 773581"/>
                <a:gd name="connsiteY30" fmla="*/ 861726 h 1126390"/>
                <a:gd name="connsiteX31" fmla="*/ 565299 w 773581"/>
                <a:gd name="connsiteY31" fmla="*/ 879241 h 1126390"/>
                <a:gd name="connsiteX32" fmla="*/ 545204 w 773581"/>
                <a:gd name="connsiteY32" fmla="*/ 914537 h 1126390"/>
                <a:gd name="connsiteX33" fmla="*/ 536066 w 773581"/>
                <a:gd name="connsiteY33" fmla="*/ 927197 h 1126390"/>
                <a:gd name="connsiteX34" fmla="*/ 489864 w 773581"/>
                <a:gd name="connsiteY34" fmla="*/ 957930 h 1126390"/>
                <a:gd name="connsiteX35" fmla="*/ 455025 w 773581"/>
                <a:gd name="connsiteY35" fmla="*/ 897798 h 1126390"/>
                <a:gd name="connsiteX36" fmla="*/ 394881 w 773581"/>
                <a:gd name="connsiteY36" fmla="*/ 887083 h 1126390"/>
                <a:gd name="connsiteX37" fmla="*/ 369816 w 773581"/>
                <a:gd name="connsiteY37" fmla="*/ 896756 h 1126390"/>
                <a:gd name="connsiteX38" fmla="*/ 354145 w 773581"/>
                <a:gd name="connsiteY38" fmla="*/ 916762 h 1126390"/>
                <a:gd name="connsiteX39" fmla="*/ 334062 w 773581"/>
                <a:gd name="connsiteY39" fmla="*/ 1006940 h 1126390"/>
                <a:gd name="connsiteX40" fmla="*/ 283158 w 773581"/>
                <a:gd name="connsiteY40" fmla="*/ 1079350 h 1126390"/>
                <a:gd name="connsiteX41" fmla="*/ 176672 w 773581"/>
                <a:gd name="connsiteY41" fmla="*/ 1096865 h 1126390"/>
                <a:gd name="connsiteX42" fmla="*/ 119120 w 773581"/>
                <a:gd name="connsiteY42" fmla="*/ 1126391 h 1126390"/>
                <a:gd name="connsiteX43" fmla="*/ 90941 w 773581"/>
                <a:gd name="connsiteY43" fmla="*/ 1082998 h 1126390"/>
                <a:gd name="connsiteX44" fmla="*/ 56878 w 773581"/>
                <a:gd name="connsiteY44" fmla="*/ 1074381 h 1126390"/>
                <a:gd name="connsiteX45" fmla="*/ 14591 w 773581"/>
                <a:gd name="connsiteY45" fmla="*/ 1074788 h 1126390"/>
                <a:gd name="connsiteX46" fmla="*/ 21505 w 773581"/>
                <a:gd name="connsiteY46" fmla="*/ 1030213 h 1126390"/>
                <a:gd name="connsiteX47" fmla="*/ 0 w 773581"/>
                <a:gd name="connsiteY47" fmla="*/ 992553 h 1126390"/>
                <a:gd name="connsiteX48" fmla="*/ 171308 w 773581"/>
                <a:gd name="connsiteY48" fmla="*/ 889956 h 1126390"/>
                <a:gd name="connsiteX49" fmla="*/ 165055 w 773581"/>
                <a:gd name="connsiteY49" fmla="*/ 820037 h 1126390"/>
                <a:gd name="connsiteX50" fmla="*/ 164661 w 773581"/>
                <a:gd name="connsiteY50" fmla="*/ 814419 h 1126390"/>
                <a:gd name="connsiteX51" fmla="*/ 151862 w 773581"/>
                <a:gd name="connsiteY51" fmla="*/ 795595 h 1126390"/>
                <a:gd name="connsiteX52" fmla="*/ 126682 w 773581"/>
                <a:gd name="connsiteY52" fmla="*/ 758075 h 1126390"/>
                <a:gd name="connsiteX53" fmla="*/ 183192 w 773581"/>
                <a:gd name="connsiteY53" fmla="*/ 731943 h 1126390"/>
                <a:gd name="connsiteX54" fmla="*/ 166110 w 773581"/>
                <a:gd name="connsiteY54" fmla="*/ 700434 h 1126390"/>
                <a:gd name="connsiteX55" fmla="*/ 198330 w 773581"/>
                <a:gd name="connsiteY55" fmla="*/ 637302 h 1126390"/>
                <a:gd name="connsiteX56" fmla="*/ 153183 w 773581"/>
                <a:gd name="connsiteY56" fmla="*/ 609734 h 1126390"/>
                <a:gd name="connsiteX57" fmla="*/ 104249 w 773581"/>
                <a:gd name="connsiteY57" fmla="*/ 521639 h 1126390"/>
                <a:gd name="connsiteX58" fmla="*/ 70453 w 773581"/>
                <a:gd name="connsiteY58" fmla="*/ 469362 h 1126390"/>
                <a:gd name="connsiteX59" fmla="*/ 38474 w 773581"/>
                <a:gd name="connsiteY59" fmla="*/ 458381 h 1126390"/>
                <a:gd name="connsiteX60" fmla="*/ 49824 w 773581"/>
                <a:gd name="connsiteY60" fmla="*/ 419678 h 1126390"/>
                <a:gd name="connsiteX61" fmla="*/ 97983 w 773581"/>
                <a:gd name="connsiteY61" fmla="*/ 402049 h 1126390"/>
                <a:gd name="connsiteX62" fmla="*/ 145214 w 773581"/>
                <a:gd name="connsiteY62" fmla="*/ 371583 h 1126390"/>
                <a:gd name="connsiteX63" fmla="*/ 169503 w 773581"/>
                <a:gd name="connsiteY63" fmla="*/ 290949 h 1126390"/>
                <a:gd name="connsiteX64" fmla="*/ 154352 w 773581"/>
                <a:gd name="connsiteY64" fmla="*/ 245866 h 1126390"/>
                <a:gd name="connsiteX65" fmla="*/ 187895 w 773581"/>
                <a:gd name="connsiteY65" fmla="*/ 208333 h 1126390"/>
                <a:gd name="connsiteX66" fmla="*/ 190107 w 773581"/>
                <a:gd name="connsiteY66" fmla="*/ 174752 h 1126390"/>
                <a:gd name="connsiteX67" fmla="*/ 189840 w 773581"/>
                <a:gd name="connsiteY67" fmla="*/ 165728 h 1126390"/>
                <a:gd name="connsiteX68" fmla="*/ 183586 w 773581"/>
                <a:gd name="connsiteY68" fmla="*/ 116985 h 1126390"/>
                <a:gd name="connsiteX69" fmla="*/ 179277 w 773581"/>
                <a:gd name="connsiteY69" fmla="*/ 110579 h 1126390"/>
                <a:gd name="connsiteX70" fmla="*/ 184628 w 773581"/>
                <a:gd name="connsiteY70" fmla="*/ 102470 h 1126390"/>
                <a:gd name="connsiteX71" fmla="*/ 253162 w 773581"/>
                <a:gd name="connsiteY71" fmla="*/ 0 h 1126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773581" h="1126390">
                  <a:moveTo>
                    <a:pt x="253162" y="0"/>
                  </a:moveTo>
                  <a:lnTo>
                    <a:pt x="260063" y="3139"/>
                  </a:lnTo>
                  <a:lnTo>
                    <a:pt x="347624" y="92022"/>
                  </a:lnTo>
                  <a:lnTo>
                    <a:pt x="383772" y="126136"/>
                  </a:lnTo>
                  <a:lnTo>
                    <a:pt x="420441" y="125094"/>
                  </a:lnTo>
                  <a:lnTo>
                    <a:pt x="446942" y="115549"/>
                  </a:lnTo>
                  <a:lnTo>
                    <a:pt x="463389" y="129136"/>
                  </a:lnTo>
                  <a:lnTo>
                    <a:pt x="490398" y="132923"/>
                  </a:lnTo>
                  <a:lnTo>
                    <a:pt x="524588" y="132669"/>
                  </a:lnTo>
                  <a:lnTo>
                    <a:pt x="537501" y="139990"/>
                  </a:lnTo>
                  <a:lnTo>
                    <a:pt x="563863" y="143396"/>
                  </a:lnTo>
                  <a:lnTo>
                    <a:pt x="584873" y="151874"/>
                  </a:lnTo>
                  <a:lnTo>
                    <a:pt x="630032" y="161293"/>
                  </a:lnTo>
                  <a:lnTo>
                    <a:pt x="637468" y="255920"/>
                  </a:lnTo>
                  <a:lnTo>
                    <a:pt x="641649" y="308464"/>
                  </a:lnTo>
                  <a:lnTo>
                    <a:pt x="617894" y="325458"/>
                  </a:lnTo>
                  <a:lnTo>
                    <a:pt x="532558" y="393953"/>
                  </a:lnTo>
                  <a:lnTo>
                    <a:pt x="570129" y="419945"/>
                  </a:lnTo>
                  <a:lnTo>
                    <a:pt x="619724" y="431448"/>
                  </a:lnTo>
                  <a:lnTo>
                    <a:pt x="653914" y="396685"/>
                  </a:lnTo>
                  <a:lnTo>
                    <a:pt x="699455" y="408328"/>
                  </a:lnTo>
                  <a:lnTo>
                    <a:pt x="729998" y="418000"/>
                  </a:lnTo>
                  <a:lnTo>
                    <a:pt x="765485" y="510264"/>
                  </a:lnTo>
                  <a:lnTo>
                    <a:pt x="757922" y="589347"/>
                  </a:lnTo>
                  <a:lnTo>
                    <a:pt x="736773" y="657829"/>
                  </a:lnTo>
                  <a:lnTo>
                    <a:pt x="773581" y="723058"/>
                  </a:lnTo>
                  <a:lnTo>
                    <a:pt x="766400" y="755342"/>
                  </a:lnTo>
                  <a:lnTo>
                    <a:pt x="723719" y="782923"/>
                  </a:lnTo>
                  <a:lnTo>
                    <a:pt x="694625" y="829442"/>
                  </a:lnTo>
                  <a:lnTo>
                    <a:pt x="660969" y="861472"/>
                  </a:lnTo>
                  <a:lnTo>
                    <a:pt x="579789" y="861726"/>
                  </a:lnTo>
                  <a:lnTo>
                    <a:pt x="565299" y="879241"/>
                  </a:lnTo>
                  <a:lnTo>
                    <a:pt x="545204" y="914537"/>
                  </a:lnTo>
                  <a:lnTo>
                    <a:pt x="536066" y="927197"/>
                  </a:lnTo>
                  <a:lnTo>
                    <a:pt x="489864" y="957930"/>
                  </a:lnTo>
                  <a:lnTo>
                    <a:pt x="455025" y="897798"/>
                  </a:lnTo>
                  <a:lnTo>
                    <a:pt x="394881" y="887083"/>
                  </a:lnTo>
                  <a:lnTo>
                    <a:pt x="369816" y="896756"/>
                  </a:lnTo>
                  <a:lnTo>
                    <a:pt x="354145" y="916762"/>
                  </a:lnTo>
                  <a:lnTo>
                    <a:pt x="334062" y="1006940"/>
                  </a:lnTo>
                  <a:lnTo>
                    <a:pt x="283158" y="1079350"/>
                  </a:lnTo>
                  <a:lnTo>
                    <a:pt x="176672" y="1096865"/>
                  </a:lnTo>
                  <a:lnTo>
                    <a:pt x="119120" y="1126391"/>
                  </a:lnTo>
                  <a:lnTo>
                    <a:pt x="90941" y="1082998"/>
                  </a:lnTo>
                  <a:lnTo>
                    <a:pt x="56878" y="1074381"/>
                  </a:lnTo>
                  <a:lnTo>
                    <a:pt x="14591" y="1074788"/>
                  </a:lnTo>
                  <a:lnTo>
                    <a:pt x="21505" y="1030213"/>
                  </a:lnTo>
                  <a:lnTo>
                    <a:pt x="0" y="992553"/>
                  </a:lnTo>
                  <a:lnTo>
                    <a:pt x="171308" y="889956"/>
                  </a:lnTo>
                  <a:lnTo>
                    <a:pt x="165055" y="820037"/>
                  </a:lnTo>
                  <a:lnTo>
                    <a:pt x="164661" y="814419"/>
                  </a:lnTo>
                  <a:lnTo>
                    <a:pt x="151862" y="795595"/>
                  </a:lnTo>
                  <a:lnTo>
                    <a:pt x="126682" y="758075"/>
                  </a:lnTo>
                  <a:lnTo>
                    <a:pt x="183192" y="731943"/>
                  </a:lnTo>
                  <a:lnTo>
                    <a:pt x="166110" y="700434"/>
                  </a:lnTo>
                  <a:lnTo>
                    <a:pt x="198330" y="637302"/>
                  </a:lnTo>
                  <a:lnTo>
                    <a:pt x="153183" y="609734"/>
                  </a:lnTo>
                  <a:lnTo>
                    <a:pt x="104249" y="521639"/>
                  </a:lnTo>
                  <a:lnTo>
                    <a:pt x="70453" y="469362"/>
                  </a:lnTo>
                  <a:lnTo>
                    <a:pt x="38474" y="458381"/>
                  </a:lnTo>
                  <a:lnTo>
                    <a:pt x="49824" y="419678"/>
                  </a:lnTo>
                  <a:lnTo>
                    <a:pt x="97983" y="402049"/>
                  </a:lnTo>
                  <a:lnTo>
                    <a:pt x="145214" y="371583"/>
                  </a:lnTo>
                  <a:lnTo>
                    <a:pt x="169503" y="290949"/>
                  </a:lnTo>
                  <a:lnTo>
                    <a:pt x="154352" y="245866"/>
                  </a:lnTo>
                  <a:lnTo>
                    <a:pt x="187895" y="208333"/>
                  </a:lnTo>
                  <a:lnTo>
                    <a:pt x="190107" y="174752"/>
                  </a:lnTo>
                  <a:lnTo>
                    <a:pt x="189840" y="165728"/>
                  </a:lnTo>
                  <a:lnTo>
                    <a:pt x="183586" y="116985"/>
                  </a:lnTo>
                  <a:lnTo>
                    <a:pt x="179277" y="110579"/>
                  </a:lnTo>
                  <a:lnTo>
                    <a:pt x="184628" y="102470"/>
                  </a:lnTo>
                  <a:lnTo>
                    <a:pt x="253162" y="0"/>
                  </a:lnTo>
                  <a:close/>
                </a:path>
              </a:pathLst>
            </a:custGeom>
            <a:solidFill>
              <a:srgbClr val="FFFFFF"/>
            </a:solidFill>
            <a:ln w="12700" cap="flat">
              <a:noFill/>
              <a:prstDash val="solid"/>
              <a:miter/>
            </a:ln>
          </p:spPr>
          <p:txBody>
            <a:bodyPr rtlCol="0" anchor="ctr"/>
            <a:lstStyle/>
            <a:p>
              <a:endParaRPr lang="de-CH"/>
            </a:p>
          </p:txBody>
        </p:sp>
        <p:sp>
          <p:nvSpPr>
            <p:cNvPr id="26" name="Freihandform: Form 25">
              <a:extLst>
                <a:ext uri="{FF2B5EF4-FFF2-40B4-BE49-F238E27FC236}">
                  <a16:creationId xmlns:a16="http://schemas.microsoft.com/office/drawing/2014/main" id="{0E7EAC42-3F23-CDD7-12BF-46CCB0B6BAF6}"/>
                </a:ext>
              </a:extLst>
            </p:cNvPr>
            <p:cNvSpPr/>
            <p:nvPr/>
          </p:nvSpPr>
          <p:spPr>
            <a:xfrm>
              <a:off x="7454818" y="2363580"/>
              <a:ext cx="773581" cy="1126390"/>
            </a:xfrm>
            <a:custGeom>
              <a:avLst/>
              <a:gdLst>
                <a:gd name="connsiteX0" fmla="*/ 253162 w 773581"/>
                <a:gd name="connsiteY0" fmla="*/ 0 h 1126390"/>
                <a:gd name="connsiteX1" fmla="*/ 260063 w 773581"/>
                <a:gd name="connsiteY1" fmla="*/ 3139 h 1126390"/>
                <a:gd name="connsiteX2" fmla="*/ 347624 w 773581"/>
                <a:gd name="connsiteY2" fmla="*/ 92022 h 1126390"/>
                <a:gd name="connsiteX3" fmla="*/ 383772 w 773581"/>
                <a:gd name="connsiteY3" fmla="*/ 126136 h 1126390"/>
                <a:gd name="connsiteX4" fmla="*/ 420441 w 773581"/>
                <a:gd name="connsiteY4" fmla="*/ 125094 h 1126390"/>
                <a:gd name="connsiteX5" fmla="*/ 446942 w 773581"/>
                <a:gd name="connsiteY5" fmla="*/ 115549 h 1126390"/>
                <a:gd name="connsiteX6" fmla="*/ 463389 w 773581"/>
                <a:gd name="connsiteY6" fmla="*/ 129136 h 1126390"/>
                <a:gd name="connsiteX7" fmla="*/ 490398 w 773581"/>
                <a:gd name="connsiteY7" fmla="*/ 132923 h 1126390"/>
                <a:gd name="connsiteX8" fmla="*/ 524588 w 773581"/>
                <a:gd name="connsiteY8" fmla="*/ 132669 h 1126390"/>
                <a:gd name="connsiteX9" fmla="*/ 537501 w 773581"/>
                <a:gd name="connsiteY9" fmla="*/ 139990 h 1126390"/>
                <a:gd name="connsiteX10" fmla="*/ 563863 w 773581"/>
                <a:gd name="connsiteY10" fmla="*/ 143396 h 1126390"/>
                <a:gd name="connsiteX11" fmla="*/ 584873 w 773581"/>
                <a:gd name="connsiteY11" fmla="*/ 151874 h 1126390"/>
                <a:gd name="connsiteX12" fmla="*/ 630032 w 773581"/>
                <a:gd name="connsiteY12" fmla="*/ 161293 h 1126390"/>
                <a:gd name="connsiteX13" fmla="*/ 637468 w 773581"/>
                <a:gd name="connsiteY13" fmla="*/ 255920 h 1126390"/>
                <a:gd name="connsiteX14" fmla="*/ 641649 w 773581"/>
                <a:gd name="connsiteY14" fmla="*/ 308464 h 1126390"/>
                <a:gd name="connsiteX15" fmla="*/ 617894 w 773581"/>
                <a:gd name="connsiteY15" fmla="*/ 325458 h 1126390"/>
                <a:gd name="connsiteX16" fmla="*/ 532558 w 773581"/>
                <a:gd name="connsiteY16" fmla="*/ 393953 h 1126390"/>
                <a:gd name="connsiteX17" fmla="*/ 570129 w 773581"/>
                <a:gd name="connsiteY17" fmla="*/ 419945 h 1126390"/>
                <a:gd name="connsiteX18" fmla="*/ 619724 w 773581"/>
                <a:gd name="connsiteY18" fmla="*/ 431448 h 1126390"/>
                <a:gd name="connsiteX19" fmla="*/ 653914 w 773581"/>
                <a:gd name="connsiteY19" fmla="*/ 396685 h 1126390"/>
                <a:gd name="connsiteX20" fmla="*/ 699455 w 773581"/>
                <a:gd name="connsiteY20" fmla="*/ 408328 h 1126390"/>
                <a:gd name="connsiteX21" fmla="*/ 729998 w 773581"/>
                <a:gd name="connsiteY21" fmla="*/ 418000 h 1126390"/>
                <a:gd name="connsiteX22" fmla="*/ 765485 w 773581"/>
                <a:gd name="connsiteY22" fmla="*/ 510264 h 1126390"/>
                <a:gd name="connsiteX23" fmla="*/ 757922 w 773581"/>
                <a:gd name="connsiteY23" fmla="*/ 589347 h 1126390"/>
                <a:gd name="connsiteX24" fmla="*/ 736773 w 773581"/>
                <a:gd name="connsiteY24" fmla="*/ 657829 h 1126390"/>
                <a:gd name="connsiteX25" fmla="*/ 773581 w 773581"/>
                <a:gd name="connsiteY25" fmla="*/ 723058 h 1126390"/>
                <a:gd name="connsiteX26" fmla="*/ 766400 w 773581"/>
                <a:gd name="connsiteY26" fmla="*/ 755342 h 1126390"/>
                <a:gd name="connsiteX27" fmla="*/ 723719 w 773581"/>
                <a:gd name="connsiteY27" fmla="*/ 782923 h 1126390"/>
                <a:gd name="connsiteX28" fmla="*/ 694625 w 773581"/>
                <a:gd name="connsiteY28" fmla="*/ 829442 h 1126390"/>
                <a:gd name="connsiteX29" fmla="*/ 660969 w 773581"/>
                <a:gd name="connsiteY29" fmla="*/ 861472 h 1126390"/>
                <a:gd name="connsiteX30" fmla="*/ 579789 w 773581"/>
                <a:gd name="connsiteY30" fmla="*/ 861726 h 1126390"/>
                <a:gd name="connsiteX31" fmla="*/ 565299 w 773581"/>
                <a:gd name="connsiteY31" fmla="*/ 879241 h 1126390"/>
                <a:gd name="connsiteX32" fmla="*/ 545204 w 773581"/>
                <a:gd name="connsiteY32" fmla="*/ 914537 h 1126390"/>
                <a:gd name="connsiteX33" fmla="*/ 536066 w 773581"/>
                <a:gd name="connsiteY33" fmla="*/ 927197 h 1126390"/>
                <a:gd name="connsiteX34" fmla="*/ 489864 w 773581"/>
                <a:gd name="connsiteY34" fmla="*/ 957930 h 1126390"/>
                <a:gd name="connsiteX35" fmla="*/ 455025 w 773581"/>
                <a:gd name="connsiteY35" fmla="*/ 897798 h 1126390"/>
                <a:gd name="connsiteX36" fmla="*/ 394881 w 773581"/>
                <a:gd name="connsiteY36" fmla="*/ 887083 h 1126390"/>
                <a:gd name="connsiteX37" fmla="*/ 369816 w 773581"/>
                <a:gd name="connsiteY37" fmla="*/ 896756 h 1126390"/>
                <a:gd name="connsiteX38" fmla="*/ 354145 w 773581"/>
                <a:gd name="connsiteY38" fmla="*/ 916762 h 1126390"/>
                <a:gd name="connsiteX39" fmla="*/ 334062 w 773581"/>
                <a:gd name="connsiteY39" fmla="*/ 1006940 h 1126390"/>
                <a:gd name="connsiteX40" fmla="*/ 283158 w 773581"/>
                <a:gd name="connsiteY40" fmla="*/ 1079350 h 1126390"/>
                <a:gd name="connsiteX41" fmla="*/ 176672 w 773581"/>
                <a:gd name="connsiteY41" fmla="*/ 1096865 h 1126390"/>
                <a:gd name="connsiteX42" fmla="*/ 119120 w 773581"/>
                <a:gd name="connsiteY42" fmla="*/ 1126391 h 1126390"/>
                <a:gd name="connsiteX43" fmla="*/ 90941 w 773581"/>
                <a:gd name="connsiteY43" fmla="*/ 1082998 h 1126390"/>
                <a:gd name="connsiteX44" fmla="*/ 56878 w 773581"/>
                <a:gd name="connsiteY44" fmla="*/ 1074381 h 1126390"/>
                <a:gd name="connsiteX45" fmla="*/ 14591 w 773581"/>
                <a:gd name="connsiteY45" fmla="*/ 1074788 h 1126390"/>
                <a:gd name="connsiteX46" fmla="*/ 21505 w 773581"/>
                <a:gd name="connsiteY46" fmla="*/ 1030213 h 1126390"/>
                <a:gd name="connsiteX47" fmla="*/ 0 w 773581"/>
                <a:gd name="connsiteY47" fmla="*/ 992553 h 1126390"/>
                <a:gd name="connsiteX48" fmla="*/ 171308 w 773581"/>
                <a:gd name="connsiteY48" fmla="*/ 889956 h 1126390"/>
                <a:gd name="connsiteX49" fmla="*/ 165055 w 773581"/>
                <a:gd name="connsiteY49" fmla="*/ 820037 h 1126390"/>
                <a:gd name="connsiteX50" fmla="*/ 164661 w 773581"/>
                <a:gd name="connsiteY50" fmla="*/ 814419 h 1126390"/>
                <a:gd name="connsiteX51" fmla="*/ 151862 w 773581"/>
                <a:gd name="connsiteY51" fmla="*/ 795595 h 1126390"/>
                <a:gd name="connsiteX52" fmla="*/ 126682 w 773581"/>
                <a:gd name="connsiteY52" fmla="*/ 758075 h 1126390"/>
                <a:gd name="connsiteX53" fmla="*/ 183192 w 773581"/>
                <a:gd name="connsiteY53" fmla="*/ 731943 h 1126390"/>
                <a:gd name="connsiteX54" fmla="*/ 166110 w 773581"/>
                <a:gd name="connsiteY54" fmla="*/ 700434 h 1126390"/>
                <a:gd name="connsiteX55" fmla="*/ 198330 w 773581"/>
                <a:gd name="connsiteY55" fmla="*/ 637302 h 1126390"/>
                <a:gd name="connsiteX56" fmla="*/ 153183 w 773581"/>
                <a:gd name="connsiteY56" fmla="*/ 609734 h 1126390"/>
                <a:gd name="connsiteX57" fmla="*/ 104249 w 773581"/>
                <a:gd name="connsiteY57" fmla="*/ 521639 h 1126390"/>
                <a:gd name="connsiteX58" fmla="*/ 70453 w 773581"/>
                <a:gd name="connsiteY58" fmla="*/ 469362 h 1126390"/>
                <a:gd name="connsiteX59" fmla="*/ 38474 w 773581"/>
                <a:gd name="connsiteY59" fmla="*/ 458381 h 1126390"/>
                <a:gd name="connsiteX60" fmla="*/ 49824 w 773581"/>
                <a:gd name="connsiteY60" fmla="*/ 419678 h 1126390"/>
                <a:gd name="connsiteX61" fmla="*/ 97983 w 773581"/>
                <a:gd name="connsiteY61" fmla="*/ 402049 h 1126390"/>
                <a:gd name="connsiteX62" fmla="*/ 145214 w 773581"/>
                <a:gd name="connsiteY62" fmla="*/ 371583 h 1126390"/>
                <a:gd name="connsiteX63" fmla="*/ 169503 w 773581"/>
                <a:gd name="connsiteY63" fmla="*/ 290949 h 1126390"/>
                <a:gd name="connsiteX64" fmla="*/ 154352 w 773581"/>
                <a:gd name="connsiteY64" fmla="*/ 245866 h 1126390"/>
                <a:gd name="connsiteX65" fmla="*/ 187895 w 773581"/>
                <a:gd name="connsiteY65" fmla="*/ 208333 h 1126390"/>
                <a:gd name="connsiteX66" fmla="*/ 190107 w 773581"/>
                <a:gd name="connsiteY66" fmla="*/ 174752 h 1126390"/>
                <a:gd name="connsiteX67" fmla="*/ 189840 w 773581"/>
                <a:gd name="connsiteY67" fmla="*/ 165728 h 1126390"/>
                <a:gd name="connsiteX68" fmla="*/ 183586 w 773581"/>
                <a:gd name="connsiteY68" fmla="*/ 116985 h 1126390"/>
                <a:gd name="connsiteX69" fmla="*/ 179277 w 773581"/>
                <a:gd name="connsiteY69" fmla="*/ 110579 h 1126390"/>
                <a:gd name="connsiteX70" fmla="*/ 184628 w 773581"/>
                <a:gd name="connsiteY70" fmla="*/ 102470 h 1126390"/>
                <a:gd name="connsiteX71" fmla="*/ 253162 w 773581"/>
                <a:gd name="connsiteY71" fmla="*/ 0 h 1126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773581" h="1126390">
                  <a:moveTo>
                    <a:pt x="253162" y="0"/>
                  </a:moveTo>
                  <a:lnTo>
                    <a:pt x="260063" y="3139"/>
                  </a:lnTo>
                  <a:lnTo>
                    <a:pt x="347624" y="92022"/>
                  </a:lnTo>
                  <a:lnTo>
                    <a:pt x="383772" y="126136"/>
                  </a:lnTo>
                  <a:lnTo>
                    <a:pt x="420441" y="125094"/>
                  </a:lnTo>
                  <a:lnTo>
                    <a:pt x="446942" y="115549"/>
                  </a:lnTo>
                  <a:lnTo>
                    <a:pt x="463389" y="129136"/>
                  </a:lnTo>
                  <a:lnTo>
                    <a:pt x="490398" y="132923"/>
                  </a:lnTo>
                  <a:lnTo>
                    <a:pt x="524588" y="132669"/>
                  </a:lnTo>
                  <a:lnTo>
                    <a:pt x="537501" y="139990"/>
                  </a:lnTo>
                  <a:lnTo>
                    <a:pt x="563863" y="143396"/>
                  </a:lnTo>
                  <a:lnTo>
                    <a:pt x="584873" y="151874"/>
                  </a:lnTo>
                  <a:lnTo>
                    <a:pt x="630032" y="161293"/>
                  </a:lnTo>
                  <a:lnTo>
                    <a:pt x="637468" y="255920"/>
                  </a:lnTo>
                  <a:lnTo>
                    <a:pt x="641649" y="308464"/>
                  </a:lnTo>
                  <a:lnTo>
                    <a:pt x="617894" y="325458"/>
                  </a:lnTo>
                  <a:lnTo>
                    <a:pt x="532558" y="393953"/>
                  </a:lnTo>
                  <a:lnTo>
                    <a:pt x="570129" y="419945"/>
                  </a:lnTo>
                  <a:lnTo>
                    <a:pt x="619724" y="431448"/>
                  </a:lnTo>
                  <a:lnTo>
                    <a:pt x="653914" y="396685"/>
                  </a:lnTo>
                  <a:lnTo>
                    <a:pt x="699455" y="408328"/>
                  </a:lnTo>
                  <a:lnTo>
                    <a:pt x="729998" y="418000"/>
                  </a:lnTo>
                  <a:lnTo>
                    <a:pt x="765485" y="510264"/>
                  </a:lnTo>
                  <a:lnTo>
                    <a:pt x="757922" y="589347"/>
                  </a:lnTo>
                  <a:lnTo>
                    <a:pt x="736773" y="657829"/>
                  </a:lnTo>
                  <a:lnTo>
                    <a:pt x="773581" y="723058"/>
                  </a:lnTo>
                  <a:lnTo>
                    <a:pt x="766400" y="755342"/>
                  </a:lnTo>
                  <a:lnTo>
                    <a:pt x="723719" y="782923"/>
                  </a:lnTo>
                  <a:lnTo>
                    <a:pt x="694625" y="829442"/>
                  </a:lnTo>
                  <a:lnTo>
                    <a:pt x="660969" y="861472"/>
                  </a:lnTo>
                  <a:lnTo>
                    <a:pt x="579789" y="861726"/>
                  </a:lnTo>
                  <a:lnTo>
                    <a:pt x="565299" y="879241"/>
                  </a:lnTo>
                  <a:lnTo>
                    <a:pt x="545204" y="914537"/>
                  </a:lnTo>
                  <a:lnTo>
                    <a:pt x="536066" y="927197"/>
                  </a:lnTo>
                  <a:lnTo>
                    <a:pt x="489864" y="957930"/>
                  </a:lnTo>
                  <a:lnTo>
                    <a:pt x="455025" y="897798"/>
                  </a:lnTo>
                  <a:lnTo>
                    <a:pt x="394881" y="887083"/>
                  </a:lnTo>
                  <a:lnTo>
                    <a:pt x="369816" y="896756"/>
                  </a:lnTo>
                  <a:lnTo>
                    <a:pt x="354145" y="916762"/>
                  </a:lnTo>
                  <a:lnTo>
                    <a:pt x="334062" y="1006940"/>
                  </a:lnTo>
                  <a:lnTo>
                    <a:pt x="283158" y="1079350"/>
                  </a:lnTo>
                  <a:lnTo>
                    <a:pt x="176672" y="1096865"/>
                  </a:lnTo>
                  <a:lnTo>
                    <a:pt x="119120" y="1126391"/>
                  </a:lnTo>
                  <a:lnTo>
                    <a:pt x="90941" y="1082998"/>
                  </a:lnTo>
                  <a:lnTo>
                    <a:pt x="56878" y="1074381"/>
                  </a:lnTo>
                  <a:lnTo>
                    <a:pt x="14591" y="1074788"/>
                  </a:lnTo>
                  <a:lnTo>
                    <a:pt x="21505" y="1030213"/>
                  </a:lnTo>
                  <a:lnTo>
                    <a:pt x="0" y="992553"/>
                  </a:lnTo>
                  <a:lnTo>
                    <a:pt x="171308" y="889956"/>
                  </a:lnTo>
                  <a:lnTo>
                    <a:pt x="165055" y="820037"/>
                  </a:lnTo>
                  <a:lnTo>
                    <a:pt x="164661" y="814419"/>
                  </a:lnTo>
                  <a:lnTo>
                    <a:pt x="151862" y="795595"/>
                  </a:lnTo>
                  <a:lnTo>
                    <a:pt x="126682" y="758075"/>
                  </a:lnTo>
                  <a:lnTo>
                    <a:pt x="183192" y="731943"/>
                  </a:lnTo>
                  <a:lnTo>
                    <a:pt x="166110" y="700434"/>
                  </a:lnTo>
                  <a:lnTo>
                    <a:pt x="198330" y="637302"/>
                  </a:lnTo>
                  <a:lnTo>
                    <a:pt x="153183" y="609734"/>
                  </a:lnTo>
                  <a:lnTo>
                    <a:pt x="104249" y="521639"/>
                  </a:lnTo>
                  <a:lnTo>
                    <a:pt x="70453" y="469362"/>
                  </a:lnTo>
                  <a:lnTo>
                    <a:pt x="38474" y="458381"/>
                  </a:lnTo>
                  <a:lnTo>
                    <a:pt x="49824" y="419678"/>
                  </a:lnTo>
                  <a:lnTo>
                    <a:pt x="97983" y="402049"/>
                  </a:lnTo>
                  <a:lnTo>
                    <a:pt x="145214" y="371583"/>
                  </a:lnTo>
                  <a:lnTo>
                    <a:pt x="169503" y="290949"/>
                  </a:lnTo>
                  <a:lnTo>
                    <a:pt x="154352" y="245866"/>
                  </a:lnTo>
                  <a:lnTo>
                    <a:pt x="187895" y="208333"/>
                  </a:lnTo>
                  <a:lnTo>
                    <a:pt x="190107" y="174752"/>
                  </a:lnTo>
                  <a:lnTo>
                    <a:pt x="189840" y="165728"/>
                  </a:lnTo>
                  <a:lnTo>
                    <a:pt x="183586" y="116985"/>
                  </a:lnTo>
                  <a:lnTo>
                    <a:pt x="179277" y="110579"/>
                  </a:lnTo>
                  <a:lnTo>
                    <a:pt x="184628" y="102470"/>
                  </a:lnTo>
                  <a:lnTo>
                    <a:pt x="253162" y="0"/>
                  </a:lnTo>
                  <a:close/>
                </a:path>
              </a:pathLst>
            </a:custGeom>
            <a:noFill/>
            <a:ln w="3810" cap="flat">
              <a:solidFill>
                <a:srgbClr val="E6E4E2"/>
              </a:solidFill>
              <a:prstDash val="solid"/>
              <a:miter/>
            </a:ln>
          </p:spPr>
          <p:txBody>
            <a:bodyPr rtlCol="0" anchor="ctr"/>
            <a:lstStyle/>
            <a:p>
              <a:endParaRPr lang="de-CH"/>
            </a:p>
          </p:txBody>
        </p:sp>
        <p:sp>
          <p:nvSpPr>
            <p:cNvPr id="27" name="Freihandform: Form 26">
              <a:extLst>
                <a:ext uri="{FF2B5EF4-FFF2-40B4-BE49-F238E27FC236}">
                  <a16:creationId xmlns:a16="http://schemas.microsoft.com/office/drawing/2014/main" id="{7F3D95B7-90BD-6D81-7C03-837A7B767F01}"/>
                </a:ext>
              </a:extLst>
            </p:cNvPr>
            <p:cNvSpPr/>
            <p:nvPr/>
          </p:nvSpPr>
          <p:spPr>
            <a:xfrm>
              <a:off x="6468506" y="2161742"/>
              <a:ext cx="624058" cy="483737"/>
            </a:xfrm>
            <a:custGeom>
              <a:avLst/>
              <a:gdLst>
                <a:gd name="connsiteX0" fmla="*/ 463757 w 624058"/>
                <a:gd name="connsiteY0" fmla="*/ 389530 h 483737"/>
                <a:gd name="connsiteX1" fmla="*/ 471472 w 624058"/>
                <a:gd name="connsiteY1" fmla="*/ 392783 h 483737"/>
                <a:gd name="connsiteX2" fmla="*/ 471994 w 624058"/>
                <a:gd name="connsiteY2" fmla="*/ 410972 h 483737"/>
                <a:gd name="connsiteX3" fmla="*/ 482950 w 624058"/>
                <a:gd name="connsiteY3" fmla="*/ 424559 h 483737"/>
                <a:gd name="connsiteX4" fmla="*/ 490398 w 624058"/>
                <a:gd name="connsiteY4" fmla="*/ 427177 h 483737"/>
                <a:gd name="connsiteX5" fmla="*/ 501087 w 624058"/>
                <a:gd name="connsiteY5" fmla="*/ 421292 h 483737"/>
                <a:gd name="connsiteX6" fmla="*/ 506565 w 624058"/>
                <a:gd name="connsiteY6" fmla="*/ 406777 h 483737"/>
                <a:gd name="connsiteX7" fmla="*/ 506438 w 624058"/>
                <a:gd name="connsiteY7" fmla="*/ 389530 h 483737"/>
                <a:gd name="connsiteX8" fmla="*/ 494554 w 624058"/>
                <a:gd name="connsiteY8" fmla="*/ 374366 h 483737"/>
                <a:gd name="connsiteX9" fmla="*/ 488034 w 624058"/>
                <a:gd name="connsiteY9" fmla="*/ 356470 h 483737"/>
                <a:gd name="connsiteX10" fmla="*/ 478895 w 624058"/>
                <a:gd name="connsiteY10" fmla="*/ 344968 h 483737"/>
                <a:gd name="connsiteX11" fmla="*/ 458165 w 624058"/>
                <a:gd name="connsiteY11" fmla="*/ 335816 h 483737"/>
                <a:gd name="connsiteX12" fmla="*/ 448899 w 624058"/>
                <a:gd name="connsiteY12" fmla="*/ 339871 h 483737"/>
                <a:gd name="connsiteX13" fmla="*/ 435858 w 624058"/>
                <a:gd name="connsiteY13" fmla="*/ 333338 h 483737"/>
                <a:gd name="connsiteX14" fmla="*/ 428804 w 624058"/>
                <a:gd name="connsiteY14" fmla="*/ 323526 h 483737"/>
                <a:gd name="connsiteX15" fmla="*/ 416094 w 624058"/>
                <a:gd name="connsiteY15" fmla="*/ 325877 h 483737"/>
                <a:gd name="connsiteX16" fmla="*/ 400842 w 624058"/>
                <a:gd name="connsiteY16" fmla="*/ 320793 h 483737"/>
                <a:gd name="connsiteX17" fmla="*/ 394588 w 624058"/>
                <a:gd name="connsiteY17" fmla="*/ 323424 h 483737"/>
                <a:gd name="connsiteX18" fmla="*/ 399406 w 624058"/>
                <a:gd name="connsiteY18" fmla="*/ 330351 h 483737"/>
                <a:gd name="connsiteX19" fmla="*/ 409053 w 624058"/>
                <a:gd name="connsiteY19" fmla="*/ 336083 h 483737"/>
                <a:gd name="connsiteX20" fmla="*/ 415077 w 624058"/>
                <a:gd name="connsiteY20" fmla="*/ 354793 h 483737"/>
                <a:gd name="connsiteX21" fmla="*/ 403968 w 624058"/>
                <a:gd name="connsiteY21" fmla="*/ 361593 h 483737"/>
                <a:gd name="connsiteX22" fmla="*/ 403727 w 624058"/>
                <a:gd name="connsiteY22" fmla="*/ 366295 h 483737"/>
                <a:gd name="connsiteX23" fmla="*/ 423415 w 624058"/>
                <a:gd name="connsiteY23" fmla="*/ 369562 h 483737"/>
                <a:gd name="connsiteX24" fmla="*/ 443751 w 624058"/>
                <a:gd name="connsiteY24" fmla="*/ 377925 h 483737"/>
                <a:gd name="connsiteX25" fmla="*/ 300774 w 624058"/>
                <a:gd name="connsiteY25" fmla="*/ 72181 h 483737"/>
                <a:gd name="connsiteX26" fmla="*/ 363792 w 624058"/>
                <a:gd name="connsiteY26" fmla="*/ 86824 h 483737"/>
                <a:gd name="connsiteX27" fmla="*/ 373197 w 624058"/>
                <a:gd name="connsiteY27" fmla="*/ 83951 h 483737"/>
                <a:gd name="connsiteX28" fmla="*/ 383238 w 624058"/>
                <a:gd name="connsiteY28" fmla="*/ 88514 h 483737"/>
                <a:gd name="connsiteX29" fmla="*/ 379730 w 624058"/>
                <a:gd name="connsiteY29" fmla="*/ 100411 h 483737"/>
                <a:gd name="connsiteX30" fmla="*/ 384967 w 624058"/>
                <a:gd name="connsiteY30" fmla="*/ 107605 h 483737"/>
                <a:gd name="connsiteX31" fmla="*/ 406218 w 624058"/>
                <a:gd name="connsiteY31" fmla="*/ 102241 h 483737"/>
                <a:gd name="connsiteX32" fmla="*/ 412738 w 624058"/>
                <a:gd name="connsiteY32" fmla="*/ 122895 h 483737"/>
                <a:gd name="connsiteX33" fmla="*/ 423059 w 624058"/>
                <a:gd name="connsiteY33" fmla="*/ 126937 h 483737"/>
                <a:gd name="connsiteX34" fmla="*/ 431689 w 624058"/>
                <a:gd name="connsiteY34" fmla="*/ 121192 h 483737"/>
                <a:gd name="connsiteX35" fmla="*/ 447717 w 624058"/>
                <a:gd name="connsiteY35" fmla="*/ 137918 h 483737"/>
                <a:gd name="connsiteX36" fmla="*/ 455343 w 624058"/>
                <a:gd name="connsiteY36" fmla="*/ 153616 h 483737"/>
                <a:gd name="connsiteX37" fmla="*/ 453500 w 624058"/>
                <a:gd name="connsiteY37" fmla="*/ 160784 h 483737"/>
                <a:gd name="connsiteX38" fmla="*/ 460033 w 624058"/>
                <a:gd name="connsiteY38" fmla="*/ 164851 h 483737"/>
                <a:gd name="connsiteX39" fmla="*/ 461063 w 624058"/>
                <a:gd name="connsiteY39" fmla="*/ 173100 h 483737"/>
                <a:gd name="connsiteX40" fmla="*/ 475947 w 624058"/>
                <a:gd name="connsiteY40" fmla="*/ 196868 h 483737"/>
                <a:gd name="connsiteX41" fmla="*/ 468231 w 624058"/>
                <a:gd name="connsiteY41" fmla="*/ 206287 h 483737"/>
                <a:gd name="connsiteX42" fmla="*/ 466808 w 624058"/>
                <a:gd name="connsiteY42" fmla="*/ 215438 h 483737"/>
                <a:gd name="connsiteX43" fmla="*/ 481818 w 624058"/>
                <a:gd name="connsiteY43" fmla="*/ 223064 h 483737"/>
                <a:gd name="connsiteX44" fmla="*/ 495520 w 624058"/>
                <a:gd name="connsiteY44" fmla="*/ 221793 h 483737"/>
                <a:gd name="connsiteX45" fmla="*/ 497999 w 624058"/>
                <a:gd name="connsiteY45" fmla="*/ 230817 h 483737"/>
                <a:gd name="connsiteX46" fmla="*/ 507252 w 624058"/>
                <a:gd name="connsiteY46" fmla="*/ 231211 h 483737"/>
                <a:gd name="connsiteX47" fmla="*/ 523838 w 624058"/>
                <a:gd name="connsiteY47" fmla="*/ 223496 h 483737"/>
                <a:gd name="connsiteX48" fmla="*/ 541328 w 624058"/>
                <a:gd name="connsiteY48" fmla="*/ 223102 h 483737"/>
                <a:gd name="connsiteX49" fmla="*/ 551890 w 624058"/>
                <a:gd name="connsiteY49" fmla="*/ 254471 h 483737"/>
                <a:gd name="connsiteX50" fmla="*/ 605527 w 624058"/>
                <a:gd name="connsiteY50" fmla="*/ 242574 h 483737"/>
                <a:gd name="connsiteX51" fmla="*/ 624058 w 624058"/>
                <a:gd name="connsiteY51" fmla="*/ 278658 h 483737"/>
                <a:gd name="connsiteX52" fmla="*/ 598091 w 624058"/>
                <a:gd name="connsiteY52" fmla="*/ 294597 h 483737"/>
                <a:gd name="connsiteX53" fmla="*/ 596147 w 624058"/>
                <a:gd name="connsiteY53" fmla="*/ 322699 h 483737"/>
                <a:gd name="connsiteX54" fmla="*/ 566252 w 624058"/>
                <a:gd name="connsiteY54" fmla="*/ 385043 h 483737"/>
                <a:gd name="connsiteX55" fmla="*/ 521220 w 624058"/>
                <a:gd name="connsiteY55" fmla="*/ 422945 h 483737"/>
                <a:gd name="connsiteX56" fmla="*/ 497210 w 624058"/>
                <a:gd name="connsiteY56" fmla="*/ 453449 h 483737"/>
                <a:gd name="connsiteX57" fmla="*/ 436672 w 624058"/>
                <a:gd name="connsiteY57" fmla="*/ 457517 h 483737"/>
                <a:gd name="connsiteX58" fmla="*/ 396202 w 624058"/>
                <a:gd name="connsiteY58" fmla="*/ 477383 h 483737"/>
                <a:gd name="connsiteX59" fmla="*/ 366207 w 624058"/>
                <a:gd name="connsiteY59" fmla="*/ 483738 h 483737"/>
                <a:gd name="connsiteX60" fmla="*/ 352746 w 624058"/>
                <a:gd name="connsiteY60" fmla="*/ 447793 h 483737"/>
                <a:gd name="connsiteX61" fmla="*/ 263228 w 624058"/>
                <a:gd name="connsiteY61" fmla="*/ 466604 h 483737"/>
                <a:gd name="connsiteX62" fmla="*/ 255119 w 624058"/>
                <a:gd name="connsiteY62" fmla="*/ 453526 h 483737"/>
                <a:gd name="connsiteX63" fmla="*/ 241964 w 624058"/>
                <a:gd name="connsiteY63" fmla="*/ 440714 h 483737"/>
                <a:gd name="connsiteX64" fmla="*/ 233207 w 624058"/>
                <a:gd name="connsiteY64" fmla="*/ 424000 h 483737"/>
                <a:gd name="connsiteX65" fmla="*/ 223039 w 624058"/>
                <a:gd name="connsiteY65" fmla="*/ 415102 h 483737"/>
                <a:gd name="connsiteX66" fmla="*/ 214281 w 624058"/>
                <a:gd name="connsiteY66" fmla="*/ 389339 h 483737"/>
                <a:gd name="connsiteX67" fmla="*/ 206185 w 624058"/>
                <a:gd name="connsiteY67" fmla="*/ 377315 h 483737"/>
                <a:gd name="connsiteX68" fmla="*/ 204914 w 624058"/>
                <a:gd name="connsiteY68" fmla="*/ 365418 h 483737"/>
                <a:gd name="connsiteX69" fmla="*/ 210926 w 624058"/>
                <a:gd name="connsiteY69" fmla="*/ 357716 h 483737"/>
                <a:gd name="connsiteX70" fmla="*/ 210926 w 624058"/>
                <a:gd name="connsiteY70" fmla="*/ 350649 h 483737"/>
                <a:gd name="connsiteX71" fmla="*/ 214968 w 624058"/>
                <a:gd name="connsiteY71" fmla="*/ 345311 h 483737"/>
                <a:gd name="connsiteX72" fmla="*/ 222149 w 624058"/>
                <a:gd name="connsiteY72" fmla="*/ 338231 h 483737"/>
                <a:gd name="connsiteX73" fmla="*/ 225784 w 624058"/>
                <a:gd name="connsiteY73" fmla="*/ 328559 h 483737"/>
                <a:gd name="connsiteX74" fmla="*/ 224119 w 624058"/>
                <a:gd name="connsiteY74" fmla="*/ 296554 h 483737"/>
                <a:gd name="connsiteX75" fmla="*/ 234541 w 624058"/>
                <a:gd name="connsiteY75" fmla="*/ 276816 h 483737"/>
                <a:gd name="connsiteX76" fmla="*/ 234033 w 624058"/>
                <a:gd name="connsiteY76" fmla="*/ 270282 h 483737"/>
                <a:gd name="connsiteX77" fmla="*/ 243146 w 624058"/>
                <a:gd name="connsiteY77" fmla="*/ 235762 h 483737"/>
                <a:gd name="connsiteX78" fmla="*/ 238838 w 624058"/>
                <a:gd name="connsiteY78" fmla="*/ 227131 h 483737"/>
                <a:gd name="connsiteX79" fmla="*/ 229724 w 624058"/>
                <a:gd name="connsiteY79" fmla="*/ 225860 h 483737"/>
                <a:gd name="connsiteX80" fmla="*/ 219683 w 624058"/>
                <a:gd name="connsiteY80" fmla="*/ 217624 h 483737"/>
                <a:gd name="connsiteX81" fmla="*/ 212616 w 624058"/>
                <a:gd name="connsiteY81" fmla="*/ 215273 h 483737"/>
                <a:gd name="connsiteX82" fmla="*/ 205181 w 624058"/>
                <a:gd name="connsiteY82" fmla="*/ 207558 h 483737"/>
                <a:gd name="connsiteX83" fmla="*/ 187819 w 624058"/>
                <a:gd name="connsiteY83" fmla="*/ 206388 h 483737"/>
                <a:gd name="connsiteX84" fmla="*/ 178921 w 624058"/>
                <a:gd name="connsiteY84" fmla="*/ 211091 h 483737"/>
                <a:gd name="connsiteX85" fmla="*/ 177384 w 624058"/>
                <a:gd name="connsiteY85" fmla="*/ 204164 h 483737"/>
                <a:gd name="connsiteX86" fmla="*/ 165105 w 624058"/>
                <a:gd name="connsiteY86" fmla="*/ 195153 h 483737"/>
                <a:gd name="connsiteX87" fmla="*/ 139151 w 624058"/>
                <a:gd name="connsiteY87" fmla="*/ 203109 h 483737"/>
                <a:gd name="connsiteX88" fmla="*/ 121637 w 624058"/>
                <a:gd name="connsiteY88" fmla="*/ 218946 h 483737"/>
                <a:gd name="connsiteX89" fmla="*/ 119959 w 624058"/>
                <a:gd name="connsiteY89" fmla="*/ 228873 h 483737"/>
                <a:gd name="connsiteX90" fmla="*/ 125679 w 624058"/>
                <a:gd name="connsiteY90" fmla="*/ 237770 h 483737"/>
                <a:gd name="connsiteX91" fmla="*/ 131703 w 624058"/>
                <a:gd name="connsiteY91" fmla="*/ 244303 h 483737"/>
                <a:gd name="connsiteX92" fmla="*/ 137563 w 624058"/>
                <a:gd name="connsiteY92" fmla="*/ 259847 h 483737"/>
                <a:gd name="connsiteX93" fmla="*/ 135211 w 624058"/>
                <a:gd name="connsiteY93" fmla="*/ 266787 h 483737"/>
                <a:gd name="connsiteX94" fmla="*/ 141732 w 624058"/>
                <a:gd name="connsiteY94" fmla="*/ 270829 h 483737"/>
                <a:gd name="connsiteX95" fmla="*/ 138351 w 624058"/>
                <a:gd name="connsiteY95" fmla="*/ 285344 h 483737"/>
                <a:gd name="connsiteX96" fmla="*/ 130114 w 624058"/>
                <a:gd name="connsiteY96" fmla="*/ 297635 h 483737"/>
                <a:gd name="connsiteX97" fmla="*/ 131157 w 624058"/>
                <a:gd name="connsiteY97" fmla="*/ 315010 h 483737"/>
                <a:gd name="connsiteX98" fmla="*/ 146714 w 624058"/>
                <a:gd name="connsiteY98" fmla="*/ 323640 h 483737"/>
                <a:gd name="connsiteX99" fmla="*/ 156501 w 624058"/>
                <a:gd name="connsiteY99" fmla="*/ 316446 h 483737"/>
                <a:gd name="connsiteX100" fmla="*/ 163021 w 624058"/>
                <a:gd name="connsiteY100" fmla="*/ 319979 h 483737"/>
                <a:gd name="connsiteX101" fmla="*/ 160682 w 624058"/>
                <a:gd name="connsiteY101" fmla="*/ 327694 h 483737"/>
                <a:gd name="connsiteX102" fmla="*/ 144744 w 624058"/>
                <a:gd name="connsiteY102" fmla="*/ 347421 h 483737"/>
                <a:gd name="connsiteX103" fmla="*/ 144744 w 624058"/>
                <a:gd name="connsiteY103" fmla="*/ 373960 h 483737"/>
                <a:gd name="connsiteX104" fmla="*/ 150616 w 624058"/>
                <a:gd name="connsiteY104" fmla="*/ 382196 h 483737"/>
                <a:gd name="connsiteX105" fmla="*/ 125437 w 624058"/>
                <a:gd name="connsiteY105" fmla="*/ 384738 h 483737"/>
                <a:gd name="connsiteX106" fmla="*/ 113553 w 624058"/>
                <a:gd name="connsiteY106" fmla="*/ 346607 h 483737"/>
                <a:gd name="connsiteX107" fmla="*/ 54832 w 624058"/>
                <a:gd name="connsiteY107" fmla="*/ 372028 h 483737"/>
                <a:gd name="connsiteX108" fmla="*/ 44778 w 624058"/>
                <a:gd name="connsiteY108" fmla="*/ 366791 h 483737"/>
                <a:gd name="connsiteX109" fmla="*/ 48045 w 624058"/>
                <a:gd name="connsiteY109" fmla="*/ 346455 h 483737"/>
                <a:gd name="connsiteX110" fmla="*/ 37877 w 624058"/>
                <a:gd name="connsiteY110" fmla="*/ 319001 h 483737"/>
                <a:gd name="connsiteX111" fmla="*/ 44931 w 624058"/>
                <a:gd name="connsiteY111" fmla="*/ 309328 h 483737"/>
                <a:gd name="connsiteX112" fmla="*/ 43748 w 624058"/>
                <a:gd name="connsiteY112" fmla="*/ 295728 h 483737"/>
                <a:gd name="connsiteX113" fmla="*/ 38410 w 624058"/>
                <a:gd name="connsiteY113" fmla="*/ 279790 h 483737"/>
                <a:gd name="connsiteX114" fmla="*/ 41423 w 624058"/>
                <a:gd name="connsiteY114" fmla="*/ 271427 h 483737"/>
                <a:gd name="connsiteX115" fmla="*/ 41664 w 624058"/>
                <a:gd name="connsiteY115" fmla="*/ 268884 h 483737"/>
                <a:gd name="connsiteX116" fmla="*/ 44931 w 624058"/>
                <a:gd name="connsiteY116" fmla="*/ 257255 h 483737"/>
                <a:gd name="connsiteX117" fmla="*/ 42579 w 624058"/>
                <a:gd name="connsiteY117" fmla="*/ 242002 h 483737"/>
                <a:gd name="connsiteX118" fmla="*/ 34889 w 624058"/>
                <a:gd name="connsiteY118" fmla="*/ 217688 h 483737"/>
                <a:gd name="connsiteX119" fmla="*/ 22472 w 624058"/>
                <a:gd name="connsiteY119" fmla="*/ 215336 h 483737"/>
                <a:gd name="connsiteX120" fmla="*/ 15443 w 624058"/>
                <a:gd name="connsiteY120" fmla="*/ 208791 h 483737"/>
                <a:gd name="connsiteX121" fmla="*/ 12049 w 624058"/>
                <a:gd name="connsiteY121" fmla="*/ 191149 h 483737"/>
                <a:gd name="connsiteX122" fmla="*/ 14261 w 624058"/>
                <a:gd name="connsiteY122" fmla="*/ 174562 h 483737"/>
                <a:gd name="connsiteX123" fmla="*/ 23666 w 624058"/>
                <a:gd name="connsiteY123" fmla="*/ 158611 h 483737"/>
                <a:gd name="connsiteX124" fmla="*/ 10956 w 624058"/>
                <a:gd name="connsiteY124" fmla="*/ 114824 h 483737"/>
                <a:gd name="connsiteX125" fmla="*/ 10689 w 624058"/>
                <a:gd name="connsiteY125" fmla="*/ 95225 h 483737"/>
                <a:gd name="connsiteX126" fmla="*/ 2847 w 624058"/>
                <a:gd name="connsiteY126" fmla="*/ 82400 h 483737"/>
                <a:gd name="connsiteX127" fmla="*/ 0 w 624058"/>
                <a:gd name="connsiteY127" fmla="*/ 66335 h 483737"/>
                <a:gd name="connsiteX128" fmla="*/ 4169 w 624058"/>
                <a:gd name="connsiteY128" fmla="*/ 54438 h 483737"/>
                <a:gd name="connsiteX129" fmla="*/ 24264 w 624058"/>
                <a:gd name="connsiteY129" fmla="*/ 29017 h 483737"/>
                <a:gd name="connsiteX130" fmla="*/ 25433 w 624058"/>
                <a:gd name="connsiteY130" fmla="*/ 15939 h 483737"/>
                <a:gd name="connsiteX131" fmla="*/ 32462 w 624058"/>
                <a:gd name="connsiteY131" fmla="*/ 7041 h 483737"/>
                <a:gd name="connsiteX132" fmla="*/ 31305 w 624058"/>
                <a:gd name="connsiteY132" fmla="*/ 0 h 483737"/>
                <a:gd name="connsiteX133" fmla="*/ 37558 w 624058"/>
                <a:gd name="connsiteY133" fmla="*/ 4449 h 483737"/>
                <a:gd name="connsiteX134" fmla="*/ 37699 w 624058"/>
                <a:gd name="connsiteY134" fmla="*/ 11109 h 483737"/>
                <a:gd name="connsiteX135" fmla="*/ 43698 w 624058"/>
                <a:gd name="connsiteY135" fmla="*/ 18938 h 483737"/>
                <a:gd name="connsiteX136" fmla="*/ 40190 w 624058"/>
                <a:gd name="connsiteY136" fmla="*/ 27174 h 483737"/>
                <a:gd name="connsiteX137" fmla="*/ 44346 w 624058"/>
                <a:gd name="connsiteY137" fmla="*/ 33059 h 483737"/>
                <a:gd name="connsiteX138" fmla="*/ 43952 w 624058"/>
                <a:gd name="connsiteY138" fmla="*/ 41435 h 483737"/>
                <a:gd name="connsiteX139" fmla="*/ 54120 w 624058"/>
                <a:gd name="connsiteY139" fmla="*/ 71940 h 483737"/>
                <a:gd name="connsiteX140" fmla="*/ 104109 w 624058"/>
                <a:gd name="connsiteY140" fmla="*/ 71012 h 483737"/>
                <a:gd name="connsiteX141" fmla="*/ 172630 w 624058"/>
                <a:gd name="connsiteY141" fmla="*/ 114227 h 483737"/>
                <a:gd name="connsiteX142" fmla="*/ 191543 w 624058"/>
                <a:gd name="connsiteY142" fmla="*/ 107566 h 483737"/>
                <a:gd name="connsiteX143" fmla="*/ 210087 w 624058"/>
                <a:gd name="connsiteY143" fmla="*/ 103512 h 483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624058" h="483737">
                  <a:moveTo>
                    <a:pt x="463757" y="389530"/>
                  </a:moveTo>
                  <a:lnTo>
                    <a:pt x="471472" y="392783"/>
                  </a:lnTo>
                  <a:lnTo>
                    <a:pt x="471994" y="410972"/>
                  </a:lnTo>
                  <a:lnTo>
                    <a:pt x="482950" y="424559"/>
                  </a:lnTo>
                  <a:lnTo>
                    <a:pt x="490398" y="427177"/>
                  </a:lnTo>
                  <a:lnTo>
                    <a:pt x="501087" y="421292"/>
                  </a:lnTo>
                  <a:lnTo>
                    <a:pt x="506565" y="406777"/>
                  </a:lnTo>
                  <a:lnTo>
                    <a:pt x="506438" y="389530"/>
                  </a:lnTo>
                  <a:lnTo>
                    <a:pt x="494554" y="374366"/>
                  </a:lnTo>
                  <a:lnTo>
                    <a:pt x="488034" y="356470"/>
                  </a:lnTo>
                  <a:lnTo>
                    <a:pt x="478895" y="344968"/>
                  </a:lnTo>
                  <a:lnTo>
                    <a:pt x="458165" y="335816"/>
                  </a:lnTo>
                  <a:lnTo>
                    <a:pt x="448899" y="339871"/>
                  </a:lnTo>
                  <a:lnTo>
                    <a:pt x="435858" y="333338"/>
                  </a:lnTo>
                  <a:lnTo>
                    <a:pt x="428804" y="323526"/>
                  </a:lnTo>
                  <a:lnTo>
                    <a:pt x="416094" y="325877"/>
                  </a:lnTo>
                  <a:lnTo>
                    <a:pt x="400842" y="320793"/>
                  </a:lnTo>
                  <a:lnTo>
                    <a:pt x="394588" y="323424"/>
                  </a:lnTo>
                  <a:lnTo>
                    <a:pt x="399406" y="330351"/>
                  </a:lnTo>
                  <a:lnTo>
                    <a:pt x="409053" y="336083"/>
                  </a:lnTo>
                  <a:lnTo>
                    <a:pt x="415077" y="354793"/>
                  </a:lnTo>
                  <a:lnTo>
                    <a:pt x="403968" y="361593"/>
                  </a:lnTo>
                  <a:lnTo>
                    <a:pt x="403727" y="366295"/>
                  </a:lnTo>
                  <a:lnTo>
                    <a:pt x="423415" y="369562"/>
                  </a:lnTo>
                  <a:lnTo>
                    <a:pt x="443751" y="377925"/>
                  </a:lnTo>
                  <a:close/>
                  <a:moveTo>
                    <a:pt x="300774" y="72181"/>
                  </a:moveTo>
                  <a:lnTo>
                    <a:pt x="363792" y="86824"/>
                  </a:lnTo>
                  <a:lnTo>
                    <a:pt x="373197" y="83951"/>
                  </a:lnTo>
                  <a:lnTo>
                    <a:pt x="383238" y="88514"/>
                  </a:lnTo>
                  <a:lnTo>
                    <a:pt x="379730" y="100411"/>
                  </a:lnTo>
                  <a:lnTo>
                    <a:pt x="384967" y="107605"/>
                  </a:lnTo>
                  <a:lnTo>
                    <a:pt x="406218" y="102241"/>
                  </a:lnTo>
                  <a:lnTo>
                    <a:pt x="412738" y="122895"/>
                  </a:lnTo>
                  <a:lnTo>
                    <a:pt x="423059" y="126937"/>
                  </a:lnTo>
                  <a:lnTo>
                    <a:pt x="431689" y="121192"/>
                  </a:lnTo>
                  <a:lnTo>
                    <a:pt x="447717" y="137918"/>
                  </a:lnTo>
                  <a:lnTo>
                    <a:pt x="455343" y="153616"/>
                  </a:lnTo>
                  <a:lnTo>
                    <a:pt x="453500" y="160784"/>
                  </a:lnTo>
                  <a:lnTo>
                    <a:pt x="460033" y="164851"/>
                  </a:lnTo>
                  <a:lnTo>
                    <a:pt x="461063" y="173100"/>
                  </a:lnTo>
                  <a:lnTo>
                    <a:pt x="475947" y="196868"/>
                  </a:lnTo>
                  <a:lnTo>
                    <a:pt x="468231" y="206287"/>
                  </a:lnTo>
                  <a:lnTo>
                    <a:pt x="466808" y="215438"/>
                  </a:lnTo>
                  <a:lnTo>
                    <a:pt x="481818" y="223064"/>
                  </a:lnTo>
                  <a:lnTo>
                    <a:pt x="495520" y="221793"/>
                  </a:lnTo>
                  <a:lnTo>
                    <a:pt x="497999" y="230817"/>
                  </a:lnTo>
                  <a:lnTo>
                    <a:pt x="507252" y="231211"/>
                  </a:lnTo>
                  <a:lnTo>
                    <a:pt x="523838" y="223496"/>
                  </a:lnTo>
                  <a:lnTo>
                    <a:pt x="541328" y="223102"/>
                  </a:lnTo>
                  <a:lnTo>
                    <a:pt x="551890" y="254471"/>
                  </a:lnTo>
                  <a:lnTo>
                    <a:pt x="605527" y="242574"/>
                  </a:lnTo>
                  <a:lnTo>
                    <a:pt x="624058" y="278658"/>
                  </a:lnTo>
                  <a:lnTo>
                    <a:pt x="598091" y="294597"/>
                  </a:lnTo>
                  <a:lnTo>
                    <a:pt x="596147" y="322699"/>
                  </a:lnTo>
                  <a:lnTo>
                    <a:pt x="566252" y="385043"/>
                  </a:lnTo>
                  <a:lnTo>
                    <a:pt x="521220" y="422945"/>
                  </a:lnTo>
                  <a:lnTo>
                    <a:pt x="497210" y="453449"/>
                  </a:lnTo>
                  <a:lnTo>
                    <a:pt x="436672" y="457517"/>
                  </a:lnTo>
                  <a:lnTo>
                    <a:pt x="396202" y="477383"/>
                  </a:lnTo>
                  <a:lnTo>
                    <a:pt x="366207" y="483738"/>
                  </a:lnTo>
                  <a:lnTo>
                    <a:pt x="352746" y="447793"/>
                  </a:lnTo>
                  <a:lnTo>
                    <a:pt x="263228" y="466604"/>
                  </a:lnTo>
                  <a:lnTo>
                    <a:pt x="255119" y="453526"/>
                  </a:lnTo>
                  <a:lnTo>
                    <a:pt x="241964" y="440714"/>
                  </a:lnTo>
                  <a:lnTo>
                    <a:pt x="233207" y="424000"/>
                  </a:lnTo>
                  <a:lnTo>
                    <a:pt x="223039" y="415102"/>
                  </a:lnTo>
                  <a:lnTo>
                    <a:pt x="214281" y="389339"/>
                  </a:lnTo>
                  <a:lnTo>
                    <a:pt x="206185" y="377315"/>
                  </a:lnTo>
                  <a:lnTo>
                    <a:pt x="204914" y="365418"/>
                  </a:lnTo>
                  <a:lnTo>
                    <a:pt x="210926" y="357716"/>
                  </a:lnTo>
                  <a:lnTo>
                    <a:pt x="210926" y="350649"/>
                  </a:lnTo>
                  <a:lnTo>
                    <a:pt x="214968" y="345311"/>
                  </a:lnTo>
                  <a:lnTo>
                    <a:pt x="222149" y="338231"/>
                  </a:lnTo>
                  <a:lnTo>
                    <a:pt x="225784" y="328559"/>
                  </a:lnTo>
                  <a:lnTo>
                    <a:pt x="224119" y="296554"/>
                  </a:lnTo>
                  <a:lnTo>
                    <a:pt x="234541" y="276816"/>
                  </a:lnTo>
                  <a:lnTo>
                    <a:pt x="234033" y="270282"/>
                  </a:lnTo>
                  <a:lnTo>
                    <a:pt x="243146" y="235762"/>
                  </a:lnTo>
                  <a:lnTo>
                    <a:pt x="238838" y="227131"/>
                  </a:lnTo>
                  <a:lnTo>
                    <a:pt x="229724" y="225860"/>
                  </a:lnTo>
                  <a:lnTo>
                    <a:pt x="219683" y="217624"/>
                  </a:lnTo>
                  <a:lnTo>
                    <a:pt x="212616" y="215273"/>
                  </a:lnTo>
                  <a:lnTo>
                    <a:pt x="205181" y="207558"/>
                  </a:lnTo>
                  <a:lnTo>
                    <a:pt x="187819" y="206388"/>
                  </a:lnTo>
                  <a:lnTo>
                    <a:pt x="178921" y="211091"/>
                  </a:lnTo>
                  <a:lnTo>
                    <a:pt x="177384" y="204164"/>
                  </a:lnTo>
                  <a:lnTo>
                    <a:pt x="165105" y="195153"/>
                  </a:lnTo>
                  <a:lnTo>
                    <a:pt x="139151" y="203109"/>
                  </a:lnTo>
                  <a:lnTo>
                    <a:pt x="121637" y="218946"/>
                  </a:lnTo>
                  <a:lnTo>
                    <a:pt x="119959" y="228873"/>
                  </a:lnTo>
                  <a:lnTo>
                    <a:pt x="125679" y="237770"/>
                  </a:lnTo>
                  <a:lnTo>
                    <a:pt x="131703" y="244303"/>
                  </a:lnTo>
                  <a:lnTo>
                    <a:pt x="137563" y="259847"/>
                  </a:lnTo>
                  <a:lnTo>
                    <a:pt x="135211" y="266787"/>
                  </a:lnTo>
                  <a:lnTo>
                    <a:pt x="141732" y="270829"/>
                  </a:lnTo>
                  <a:lnTo>
                    <a:pt x="138351" y="285344"/>
                  </a:lnTo>
                  <a:lnTo>
                    <a:pt x="130114" y="297635"/>
                  </a:lnTo>
                  <a:lnTo>
                    <a:pt x="131157" y="315010"/>
                  </a:lnTo>
                  <a:lnTo>
                    <a:pt x="146714" y="323640"/>
                  </a:lnTo>
                  <a:lnTo>
                    <a:pt x="156501" y="316446"/>
                  </a:lnTo>
                  <a:lnTo>
                    <a:pt x="163021" y="319979"/>
                  </a:lnTo>
                  <a:lnTo>
                    <a:pt x="160682" y="327694"/>
                  </a:lnTo>
                  <a:lnTo>
                    <a:pt x="144744" y="347421"/>
                  </a:lnTo>
                  <a:lnTo>
                    <a:pt x="144744" y="373960"/>
                  </a:lnTo>
                  <a:lnTo>
                    <a:pt x="150616" y="382196"/>
                  </a:lnTo>
                  <a:lnTo>
                    <a:pt x="125437" y="384738"/>
                  </a:lnTo>
                  <a:lnTo>
                    <a:pt x="113553" y="346607"/>
                  </a:lnTo>
                  <a:lnTo>
                    <a:pt x="54832" y="372028"/>
                  </a:lnTo>
                  <a:lnTo>
                    <a:pt x="44778" y="366791"/>
                  </a:lnTo>
                  <a:lnTo>
                    <a:pt x="48045" y="346455"/>
                  </a:lnTo>
                  <a:lnTo>
                    <a:pt x="37877" y="319001"/>
                  </a:lnTo>
                  <a:lnTo>
                    <a:pt x="44931" y="309328"/>
                  </a:lnTo>
                  <a:lnTo>
                    <a:pt x="43748" y="295728"/>
                  </a:lnTo>
                  <a:lnTo>
                    <a:pt x="38410" y="279790"/>
                  </a:lnTo>
                  <a:lnTo>
                    <a:pt x="41423" y="271427"/>
                  </a:lnTo>
                  <a:lnTo>
                    <a:pt x="41664" y="268884"/>
                  </a:lnTo>
                  <a:lnTo>
                    <a:pt x="44931" y="257255"/>
                  </a:lnTo>
                  <a:lnTo>
                    <a:pt x="42579" y="242002"/>
                  </a:lnTo>
                  <a:lnTo>
                    <a:pt x="34889" y="217688"/>
                  </a:lnTo>
                  <a:lnTo>
                    <a:pt x="22472" y="215336"/>
                  </a:lnTo>
                  <a:lnTo>
                    <a:pt x="15443" y="208791"/>
                  </a:lnTo>
                  <a:lnTo>
                    <a:pt x="12049" y="191149"/>
                  </a:lnTo>
                  <a:lnTo>
                    <a:pt x="14261" y="174562"/>
                  </a:lnTo>
                  <a:lnTo>
                    <a:pt x="23666" y="158611"/>
                  </a:lnTo>
                  <a:lnTo>
                    <a:pt x="10956" y="114824"/>
                  </a:lnTo>
                  <a:lnTo>
                    <a:pt x="10689" y="95225"/>
                  </a:lnTo>
                  <a:lnTo>
                    <a:pt x="2847" y="82400"/>
                  </a:lnTo>
                  <a:lnTo>
                    <a:pt x="0" y="66335"/>
                  </a:lnTo>
                  <a:lnTo>
                    <a:pt x="4169" y="54438"/>
                  </a:lnTo>
                  <a:lnTo>
                    <a:pt x="24264" y="29017"/>
                  </a:lnTo>
                  <a:lnTo>
                    <a:pt x="25433" y="15939"/>
                  </a:lnTo>
                  <a:lnTo>
                    <a:pt x="32462" y="7041"/>
                  </a:lnTo>
                  <a:lnTo>
                    <a:pt x="31305" y="0"/>
                  </a:lnTo>
                  <a:lnTo>
                    <a:pt x="37558" y="4449"/>
                  </a:lnTo>
                  <a:lnTo>
                    <a:pt x="37699" y="11109"/>
                  </a:lnTo>
                  <a:lnTo>
                    <a:pt x="43698" y="18938"/>
                  </a:lnTo>
                  <a:lnTo>
                    <a:pt x="40190" y="27174"/>
                  </a:lnTo>
                  <a:lnTo>
                    <a:pt x="44346" y="33059"/>
                  </a:lnTo>
                  <a:lnTo>
                    <a:pt x="43952" y="41435"/>
                  </a:lnTo>
                  <a:lnTo>
                    <a:pt x="54120" y="71940"/>
                  </a:lnTo>
                  <a:lnTo>
                    <a:pt x="104109" y="71012"/>
                  </a:lnTo>
                  <a:lnTo>
                    <a:pt x="172630" y="114227"/>
                  </a:lnTo>
                  <a:lnTo>
                    <a:pt x="191543" y="107566"/>
                  </a:lnTo>
                  <a:lnTo>
                    <a:pt x="210087" y="103512"/>
                  </a:lnTo>
                  <a:close/>
                </a:path>
              </a:pathLst>
            </a:custGeom>
            <a:solidFill>
              <a:srgbClr val="FFFFFF"/>
            </a:solidFill>
            <a:ln w="12700" cap="flat">
              <a:noFill/>
              <a:prstDash val="solid"/>
              <a:miter/>
            </a:ln>
          </p:spPr>
          <p:txBody>
            <a:bodyPr rtlCol="0" anchor="ctr"/>
            <a:lstStyle/>
            <a:p>
              <a:endParaRPr lang="de-CH"/>
            </a:p>
          </p:txBody>
        </p:sp>
        <p:sp>
          <p:nvSpPr>
            <p:cNvPr id="28" name="Freihandform: Form 27">
              <a:extLst>
                <a:ext uri="{FF2B5EF4-FFF2-40B4-BE49-F238E27FC236}">
                  <a16:creationId xmlns:a16="http://schemas.microsoft.com/office/drawing/2014/main" id="{B86AE0F5-A4BE-D362-7CF9-317893CDBDA0}"/>
                </a:ext>
              </a:extLst>
            </p:cNvPr>
            <p:cNvSpPr/>
            <p:nvPr/>
          </p:nvSpPr>
          <p:spPr>
            <a:xfrm>
              <a:off x="6468506" y="2161742"/>
              <a:ext cx="624058" cy="483737"/>
            </a:xfrm>
            <a:custGeom>
              <a:avLst/>
              <a:gdLst>
                <a:gd name="connsiteX0" fmla="*/ 463757 w 624058"/>
                <a:gd name="connsiteY0" fmla="*/ 389530 h 483737"/>
                <a:gd name="connsiteX1" fmla="*/ 471472 w 624058"/>
                <a:gd name="connsiteY1" fmla="*/ 392783 h 483737"/>
                <a:gd name="connsiteX2" fmla="*/ 471994 w 624058"/>
                <a:gd name="connsiteY2" fmla="*/ 410972 h 483737"/>
                <a:gd name="connsiteX3" fmla="*/ 482950 w 624058"/>
                <a:gd name="connsiteY3" fmla="*/ 424559 h 483737"/>
                <a:gd name="connsiteX4" fmla="*/ 490398 w 624058"/>
                <a:gd name="connsiteY4" fmla="*/ 427177 h 483737"/>
                <a:gd name="connsiteX5" fmla="*/ 501087 w 624058"/>
                <a:gd name="connsiteY5" fmla="*/ 421292 h 483737"/>
                <a:gd name="connsiteX6" fmla="*/ 506565 w 624058"/>
                <a:gd name="connsiteY6" fmla="*/ 406777 h 483737"/>
                <a:gd name="connsiteX7" fmla="*/ 506438 w 624058"/>
                <a:gd name="connsiteY7" fmla="*/ 389530 h 483737"/>
                <a:gd name="connsiteX8" fmla="*/ 494554 w 624058"/>
                <a:gd name="connsiteY8" fmla="*/ 374366 h 483737"/>
                <a:gd name="connsiteX9" fmla="*/ 488034 w 624058"/>
                <a:gd name="connsiteY9" fmla="*/ 356470 h 483737"/>
                <a:gd name="connsiteX10" fmla="*/ 478895 w 624058"/>
                <a:gd name="connsiteY10" fmla="*/ 344968 h 483737"/>
                <a:gd name="connsiteX11" fmla="*/ 458165 w 624058"/>
                <a:gd name="connsiteY11" fmla="*/ 335816 h 483737"/>
                <a:gd name="connsiteX12" fmla="*/ 448899 w 624058"/>
                <a:gd name="connsiteY12" fmla="*/ 339871 h 483737"/>
                <a:gd name="connsiteX13" fmla="*/ 435858 w 624058"/>
                <a:gd name="connsiteY13" fmla="*/ 333338 h 483737"/>
                <a:gd name="connsiteX14" fmla="*/ 428804 w 624058"/>
                <a:gd name="connsiteY14" fmla="*/ 323526 h 483737"/>
                <a:gd name="connsiteX15" fmla="*/ 416094 w 624058"/>
                <a:gd name="connsiteY15" fmla="*/ 325877 h 483737"/>
                <a:gd name="connsiteX16" fmla="*/ 400842 w 624058"/>
                <a:gd name="connsiteY16" fmla="*/ 320793 h 483737"/>
                <a:gd name="connsiteX17" fmla="*/ 394588 w 624058"/>
                <a:gd name="connsiteY17" fmla="*/ 323424 h 483737"/>
                <a:gd name="connsiteX18" fmla="*/ 399406 w 624058"/>
                <a:gd name="connsiteY18" fmla="*/ 330351 h 483737"/>
                <a:gd name="connsiteX19" fmla="*/ 409053 w 624058"/>
                <a:gd name="connsiteY19" fmla="*/ 336083 h 483737"/>
                <a:gd name="connsiteX20" fmla="*/ 415077 w 624058"/>
                <a:gd name="connsiteY20" fmla="*/ 354793 h 483737"/>
                <a:gd name="connsiteX21" fmla="*/ 403968 w 624058"/>
                <a:gd name="connsiteY21" fmla="*/ 361593 h 483737"/>
                <a:gd name="connsiteX22" fmla="*/ 403727 w 624058"/>
                <a:gd name="connsiteY22" fmla="*/ 366295 h 483737"/>
                <a:gd name="connsiteX23" fmla="*/ 423415 w 624058"/>
                <a:gd name="connsiteY23" fmla="*/ 369562 h 483737"/>
                <a:gd name="connsiteX24" fmla="*/ 443751 w 624058"/>
                <a:gd name="connsiteY24" fmla="*/ 377925 h 483737"/>
                <a:gd name="connsiteX25" fmla="*/ 300774 w 624058"/>
                <a:gd name="connsiteY25" fmla="*/ 72181 h 483737"/>
                <a:gd name="connsiteX26" fmla="*/ 363792 w 624058"/>
                <a:gd name="connsiteY26" fmla="*/ 86824 h 483737"/>
                <a:gd name="connsiteX27" fmla="*/ 373197 w 624058"/>
                <a:gd name="connsiteY27" fmla="*/ 83951 h 483737"/>
                <a:gd name="connsiteX28" fmla="*/ 383238 w 624058"/>
                <a:gd name="connsiteY28" fmla="*/ 88514 h 483737"/>
                <a:gd name="connsiteX29" fmla="*/ 379730 w 624058"/>
                <a:gd name="connsiteY29" fmla="*/ 100411 h 483737"/>
                <a:gd name="connsiteX30" fmla="*/ 384967 w 624058"/>
                <a:gd name="connsiteY30" fmla="*/ 107605 h 483737"/>
                <a:gd name="connsiteX31" fmla="*/ 406218 w 624058"/>
                <a:gd name="connsiteY31" fmla="*/ 102241 h 483737"/>
                <a:gd name="connsiteX32" fmla="*/ 412738 w 624058"/>
                <a:gd name="connsiteY32" fmla="*/ 122895 h 483737"/>
                <a:gd name="connsiteX33" fmla="*/ 423059 w 624058"/>
                <a:gd name="connsiteY33" fmla="*/ 126937 h 483737"/>
                <a:gd name="connsiteX34" fmla="*/ 431689 w 624058"/>
                <a:gd name="connsiteY34" fmla="*/ 121192 h 483737"/>
                <a:gd name="connsiteX35" fmla="*/ 447717 w 624058"/>
                <a:gd name="connsiteY35" fmla="*/ 137918 h 483737"/>
                <a:gd name="connsiteX36" fmla="*/ 455343 w 624058"/>
                <a:gd name="connsiteY36" fmla="*/ 153616 h 483737"/>
                <a:gd name="connsiteX37" fmla="*/ 453500 w 624058"/>
                <a:gd name="connsiteY37" fmla="*/ 160784 h 483737"/>
                <a:gd name="connsiteX38" fmla="*/ 460033 w 624058"/>
                <a:gd name="connsiteY38" fmla="*/ 164851 h 483737"/>
                <a:gd name="connsiteX39" fmla="*/ 461063 w 624058"/>
                <a:gd name="connsiteY39" fmla="*/ 173100 h 483737"/>
                <a:gd name="connsiteX40" fmla="*/ 475947 w 624058"/>
                <a:gd name="connsiteY40" fmla="*/ 196868 h 483737"/>
                <a:gd name="connsiteX41" fmla="*/ 468231 w 624058"/>
                <a:gd name="connsiteY41" fmla="*/ 206287 h 483737"/>
                <a:gd name="connsiteX42" fmla="*/ 466808 w 624058"/>
                <a:gd name="connsiteY42" fmla="*/ 215438 h 483737"/>
                <a:gd name="connsiteX43" fmla="*/ 481818 w 624058"/>
                <a:gd name="connsiteY43" fmla="*/ 223064 h 483737"/>
                <a:gd name="connsiteX44" fmla="*/ 495520 w 624058"/>
                <a:gd name="connsiteY44" fmla="*/ 221793 h 483737"/>
                <a:gd name="connsiteX45" fmla="*/ 497999 w 624058"/>
                <a:gd name="connsiteY45" fmla="*/ 230817 h 483737"/>
                <a:gd name="connsiteX46" fmla="*/ 507252 w 624058"/>
                <a:gd name="connsiteY46" fmla="*/ 231211 h 483737"/>
                <a:gd name="connsiteX47" fmla="*/ 523838 w 624058"/>
                <a:gd name="connsiteY47" fmla="*/ 223496 h 483737"/>
                <a:gd name="connsiteX48" fmla="*/ 541328 w 624058"/>
                <a:gd name="connsiteY48" fmla="*/ 223102 h 483737"/>
                <a:gd name="connsiteX49" fmla="*/ 551890 w 624058"/>
                <a:gd name="connsiteY49" fmla="*/ 254471 h 483737"/>
                <a:gd name="connsiteX50" fmla="*/ 605527 w 624058"/>
                <a:gd name="connsiteY50" fmla="*/ 242574 h 483737"/>
                <a:gd name="connsiteX51" fmla="*/ 624058 w 624058"/>
                <a:gd name="connsiteY51" fmla="*/ 278658 h 483737"/>
                <a:gd name="connsiteX52" fmla="*/ 598091 w 624058"/>
                <a:gd name="connsiteY52" fmla="*/ 294597 h 483737"/>
                <a:gd name="connsiteX53" fmla="*/ 596147 w 624058"/>
                <a:gd name="connsiteY53" fmla="*/ 322699 h 483737"/>
                <a:gd name="connsiteX54" fmla="*/ 566252 w 624058"/>
                <a:gd name="connsiteY54" fmla="*/ 385043 h 483737"/>
                <a:gd name="connsiteX55" fmla="*/ 521220 w 624058"/>
                <a:gd name="connsiteY55" fmla="*/ 422945 h 483737"/>
                <a:gd name="connsiteX56" fmla="*/ 497210 w 624058"/>
                <a:gd name="connsiteY56" fmla="*/ 453449 h 483737"/>
                <a:gd name="connsiteX57" fmla="*/ 436672 w 624058"/>
                <a:gd name="connsiteY57" fmla="*/ 457517 h 483737"/>
                <a:gd name="connsiteX58" fmla="*/ 396202 w 624058"/>
                <a:gd name="connsiteY58" fmla="*/ 477383 h 483737"/>
                <a:gd name="connsiteX59" fmla="*/ 366207 w 624058"/>
                <a:gd name="connsiteY59" fmla="*/ 483738 h 483737"/>
                <a:gd name="connsiteX60" fmla="*/ 352746 w 624058"/>
                <a:gd name="connsiteY60" fmla="*/ 447793 h 483737"/>
                <a:gd name="connsiteX61" fmla="*/ 263228 w 624058"/>
                <a:gd name="connsiteY61" fmla="*/ 466604 h 483737"/>
                <a:gd name="connsiteX62" fmla="*/ 255119 w 624058"/>
                <a:gd name="connsiteY62" fmla="*/ 453526 h 483737"/>
                <a:gd name="connsiteX63" fmla="*/ 241964 w 624058"/>
                <a:gd name="connsiteY63" fmla="*/ 440714 h 483737"/>
                <a:gd name="connsiteX64" fmla="*/ 233207 w 624058"/>
                <a:gd name="connsiteY64" fmla="*/ 424000 h 483737"/>
                <a:gd name="connsiteX65" fmla="*/ 223039 w 624058"/>
                <a:gd name="connsiteY65" fmla="*/ 415102 h 483737"/>
                <a:gd name="connsiteX66" fmla="*/ 214281 w 624058"/>
                <a:gd name="connsiteY66" fmla="*/ 389339 h 483737"/>
                <a:gd name="connsiteX67" fmla="*/ 206185 w 624058"/>
                <a:gd name="connsiteY67" fmla="*/ 377315 h 483737"/>
                <a:gd name="connsiteX68" fmla="*/ 204914 w 624058"/>
                <a:gd name="connsiteY68" fmla="*/ 365418 h 483737"/>
                <a:gd name="connsiteX69" fmla="*/ 210926 w 624058"/>
                <a:gd name="connsiteY69" fmla="*/ 357716 h 483737"/>
                <a:gd name="connsiteX70" fmla="*/ 210926 w 624058"/>
                <a:gd name="connsiteY70" fmla="*/ 350649 h 483737"/>
                <a:gd name="connsiteX71" fmla="*/ 214968 w 624058"/>
                <a:gd name="connsiteY71" fmla="*/ 345311 h 483737"/>
                <a:gd name="connsiteX72" fmla="*/ 222149 w 624058"/>
                <a:gd name="connsiteY72" fmla="*/ 338231 h 483737"/>
                <a:gd name="connsiteX73" fmla="*/ 225784 w 624058"/>
                <a:gd name="connsiteY73" fmla="*/ 328559 h 483737"/>
                <a:gd name="connsiteX74" fmla="*/ 224119 w 624058"/>
                <a:gd name="connsiteY74" fmla="*/ 296554 h 483737"/>
                <a:gd name="connsiteX75" fmla="*/ 234541 w 624058"/>
                <a:gd name="connsiteY75" fmla="*/ 276816 h 483737"/>
                <a:gd name="connsiteX76" fmla="*/ 234033 w 624058"/>
                <a:gd name="connsiteY76" fmla="*/ 270282 h 483737"/>
                <a:gd name="connsiteX77" fmla="*/ 243146 w 624058"/>
                <a:gd name="connsiteY77" fmla="*/ 235762 h 483737"/>
                <a:gd name="connsiteX78" fmla="*/ 238838 w 624058"/>
                <a:gd name="connsiteY78" fmla="*/ 227131 h 483737"/>
                <a:gd name="connsiteX79" fmla="*/ 229724 w 624058"/>
                <a:gd name="connsiteY79" fmla="*/ 225860 h 483737"/>
                <a:gd name="connsiteX80" fmla="*/ 219683 w 624058"/>
                <a:gd name="connsiteY80" fmla="*/ 217624 h 483737"/>
                <a:gd name="connsiteX81" fmla="*/ 212616 w 624058"/>
                <a:gd name="connsiteY81" fmla="*/ 215273 h 483737"/>
                <a:gd name="connsiteX82" fmla="*/ 205181 w 624058"/>
                <a:gd name="connsiteY82" fmla="*/ 207558 h 483737"/>
                <a:gd name="connsiteX83" fmla="*/ 187819 w 624058"/>
                <a:gd name="connsiteY83" fmla="*/ 206388 h 483737"/>
                <a:gd name="connsiteX84" fmla="*/ 178921 w 624058"/>
                <a:gd name="connsiteY84" fmla="*/ 211091 h 483737"/>
                <a:gd name="connsiteX85" fmla="*/ 177384 w 624058"/>
                <a:gd name="connsiteY85" fmla="*/ 204164 h 483737"/>
                <a:gd name="connsiteX86" fmla="*/ 165105 w 624058"/>
                <a:gd name="connsiteY86" fmla="*/ 195153 h 483737"/>
                <a:gd name="connsiteX87" fmla="*/ 139151 w 624058"/>
                <a:gd name="connsiteY87" fmla="*/ 203109 h 483737"/>
                <a:gd name="connsiteX88" fmla="*/ 121637 w 624058"/>
                <a:gd name="connsiteY88" fmla="*/ 218946 h 483737"/>
                <a:gd name="connsiteX89" fmla="*/ 119959 w 624058"/>
                <a:gd name="connsiteY89" fmla="*/ 228873 h 483737"/>
                <a:gd name="connsiteX90" fmla="*/ 125679 w 624058"/>
                <a:gd name="connsiteY90" fmla="*/ 237770 h 483737"/>
                <a:gd name="connsiteX91" fmla="*/ 131703 w 624058"/>
                <a:gd name="connsiteY91" fmla="*/ 244303 h 483737"/>
                <a:gd name="connsiteX92" fmla="*/ 137563 w 624058"/>
                <a:gd name="connsiteY92" fmla="*/ 259847 h 483737"/>
                <a:gd name="connsiteX93" fmla="*/ 135211 w 624058"/>
                <a:gd name="connsiteY93" fmla="*/ 266787 h 483737"/>
                <a:gd name="connsiteX94" fmla="*/ 141732 w 624058"/>
                <a:gd name="connsiteY94" fmla="*/ 270829 h 483737"/>
                <a:gd name="connsiteX95" fmla="*/ 138351 w 624058"/>
                <a:gd name="connsiteY95" fmla="*/ 285344 h 483737"/>
                <a:gd name="connsiteX96" fmla="*/ 130114 w 624058"/>
                <a:gd name="connsiteY96" fmla="*/ 297635 h 483737"/>
                <a:gd name="connsiteX97" fmla="*/ 131157 w 624058"/>
                <a:gd name="connsiteY97" fmla="*/ 315010 h 483737"/>
                <a:gd name="connsiteX98" fmla="*/ 146714 w 624058"/>
                <a:gd name="connsiteY98" fmla="*/ 323640 h 483737"/>
                <a:gd name="connsiteX99" fmla="*/ 156501 w 624058"/>
                <a:gd name="connsiteY99" fmla="*/ 316446 h 483737"/>
                <a:gd name="connsiteX100" fmla="*/ 163021 w 624058"/>
                <a:gd name="connsiteY100" fmla="*/ 319979 h 483737"/>
                <a:gd name="connsiteX101" fmla="*/ 160682 w 624058"/>
                <a:gd name="connsiteY101" fmla="*/ 327694 h 483737"/>
                <a:gd name="connsiteX102" fmla="*/ 144744 w 624058"/>
                <a:gd name="connsiteY102" fmla="*/ 347421 h 483737"/>
                <a:gd name="connsiteX103" fmla="*/ 144744 w 624058"/>
                <a:gd name="connsiteY103" fmla="*/ 373960 h 483737"/>
                <a:gd name="connsiteX104" fmla="*/ 150616 w 624058"/>
                <a:gd name="connsiteY104" fmla="*/ 382196 h 483737"/>
                <a:gd name="connsiteX105" fmla="*/ 125437 w 624058"/>
                <a:gd name="connsiteY105" fmla="*/ 384738 h 483737"/>
                <a:gd name="connsiteX106" fmla="*/ 113553 w 624058"/>
                <a:gd name="connsiteY106" fmla="*/ 346607 h 483737"/>
                <a:gd name="connsiteX107" fmla="*/ 54832 w 624058"/>
                <a:gd name="connsiteY107" fmla="*/ 372028 h 483737"/>
                <a:gd name="connsiteX108" fmla="*/ 44778 w 624058"/>
                <a:gd name="connsiteY108" fmla="*/ 366791 h 483737"/>
                <a:gd name="connsiteX109" fmla="*/ 48045 w 624058"/>
                <a:gd name="connsiteY109" fmla="*/ 346455 h 483737"/>
                <a:gd name="connsiteX110" fmla="*/ 37877 w 624058"/>
                <a:gd name="connsiteY110" fmla="*/ 319001 h 483737"/>
                <a:gd name="connsiteX111" fmla="*/ 44931 w 624058"/>
                <a:gd name="connsiteY111" fmla="*/ 309328 h 483737"/>
                <a:gd name="connsiteX112" fmla="*/ 43748 w 624058"/>
                <a:gd name="connsiteY112" fmla="*/ 295728 h 483737"/>
                <a:gd name="connsiteX113" fmla="*/ 38410 w 624058"/>
                <a:gd name="connsiteY113" fmla="*/ 279790 h 483737"/>
                <a:gd name="connsiteX114" fmla="*/ 41423 w 624058"/>
                <a:gd name="connsiteY114" fmla="*/ 271427 h 483737"/>
                <a:gd name="connsiteX115" fmla="*/ 41664 w 624058"/>
                <a:gd name="connsiteY115" fmla="*/ 268884 h 483737"/>
                <a:gd name="connsiteX116" fmla="*/ 44931 w 624058"/>
                <a:gd name="connsiteY116" fmla="*/ 257255 h 483737"/>
                <a:gd name="connsiteX117" fmla="*/ 42579 w 624058"/>
                <a:gd name="connsiteY117" fmla="*/ 242002 h 483737"/>
                <a:gd name="connsiteX118" fmla="*/ 34889 w 624058"/>
                <a:gd name="connsiteY118" fmla="*/ 217688 h 483737"/>
                <a:gd name="connsiteX119" fmla="*/ 22472 w 624058"/>
                <a:gd name="connsiteY119" fmla="*/ 215336 h 483737"/>
                <a:gd name="connsiteX120" fmla="*/ 15443 w 624058"/>
                <a:gd name="connsiteY120" fmla="*/ 208791 h 483737"/>
                <a:gd name="connsiteX121" fmla="*/ 12049 w 624058"/>
                <a:gd name="connsiteY121" fmla="*/ 191149 h 483737"/>
                <a:gd name="connsiteX122" fmla="*/ 14261 w 624058"/>
                <a:gd name="connsiteY122" fmla="*/ 174562 h 483737"/>
                <a:gd name="connsiteX123" fmla="*/ 23666 w 624058"/>
                <a:gd name="connsiteY123" fmla="*/ 158611 h 483737"/>
                <a:gd name="connsiteX124" fmla="*/ 10956 w 624058"/>
                <a:gd name="connsiteY124" fmla="*/ 114824 h 483737"/>
                <a:gd name="connsiteX125" fmla="*/ 10689 w 624058"/>
                <a:gd name="connsiteY125" fmla="*/ 95225 h 483737"/>
                <a:gd name="connsiteX126" fmla="*/ 2847 w 624058"/>
                <a:gd name="connsiteY126" fmla="*/ 82400 h 483737"/>
                <a:gd name="connsiteX127" fmla="*/ 0 w 624058"/>
                <a:gd name="connsiteY127" fmla="*/ 66335 h 483737"/>
                <a:gd name="connsiteX128" fmla="*/ 4169 w 624058"/>
                <a:gd name="connsiteY128" fmla="*/ 54438 h 483737"/>
                <a:gd name="connsiteX129" fmla="*/ 24264 w 624058"/>
                <a:gd name="connsiteY129" fmla="*/ 29017 h 483737"/>
                <a:gd name="connsiteX130" fmla="*/ 25433 w 624058"/>
                <a:gd name="connsiteY130" fmla="*/ 15939 h 483737"/>
                <a:gd name="connsiteX131" fmla="*/ 32462 w 624058"/>
                <a:gd name="connsiteY131" fmla="*/ 7041 h 483737"/>
                <a:gd name="connsiteX132" fmla="*/ 31305 w 624058"/>
                <a:gd name="connsiteY132" fmla="*/ 0 h 483737"/>
                <a:gd name="connsiteX133" fmla="*/ 37558 w 624058"/>
                <a:gd name="connsiteY133" fmla="*/ 4449 h 483737"/>
                <a:gd name="connsiteX134" fmla="*/ 37699 w 624058"/>
                <a:gd name="connsiteY134" fmla="*/ 11109 h 483737"/>
                <a:gd name="connsiteX135" fmla="*/ 43698 w 624058"/>
                <a:gd name="connsiteY135" fmla="*/ 18938 h 483737"/>
                <a:gd name="connsiteX136" fmla="*/ 40190 w 624058"/>
                <a:gd name="connsiteY136" fmla="*/ 27174 h 483737"/>
                <a:gd name="connsiteX137" fmla="*/ 44346 w 624058"/>
                <a:gd name="connsiteY137" fmla="*/ 33059 h 483737"/>
                <a:gd name="connsiteX138" fmla="*/ 43952 w 624058"/>
                <a:gd name="connsiteY138" fmla="*/ 41435 h 483737"/>
                <a:gd name="connsiteX139" fmla="*/ 54120 w 624058"/>
                <a:gd name="connsiteY139" fmla="*/ 71940 h 483737"/>
                <a:gd name="connsiteX140" fmla="*/ 104109 w 624058"/>
                <a:gd name="connsiteY140" fmla="*/ 71012 h 483737"/>
                <a:gd name="connsiteX141" fmla="*/ 172630 w 624058"/>
                <a:gd name="connsiteY141" fmla="*/ 114227 h 483737"/>
                <a:gd name="connsiteX142" fmla="*/ 191543 w 624058"/>
                <a:gd name="connsiteY142" fmla="*/ 107566 h 483737"/>
                <a:gd name="connsiteX143" fmla="*/ 210087 w 624058"/>
                <a:gd name="connsiteY143" fmla="*/ 103512 h 483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624058" h="483737">
                  <a:moveTo>
                    <a:pt x="463757" y="389530"/>
                  </a:moveTo>
                  <a:lnTo>
                    <a:pt x="471472" y="392783"/>
                  </a:lnTo>
                  <a:lnTo>
                    <a:pt x="471994" y="410972"/>
                  </a:lnTo>
                  <a:lnTo>
                    <a:pt x="482950" y="424559"/>
                  </a:lnTo>
                  <a:lnTo>
                    <a:pt x="490398" y="427177"/>
                  </a:lnTo>
                  <a:lnTo>
                    <a:pt x="501087" y="421292"/>
                  </a:lnTo>
                  <a:lnTo>
                    <a:pt x="506565" y="406777"/>
                  </a:lnTo>
                  <a:lnTo>
                    <a:pt x="506438" y="389530"/>
                  </a:lnTo>
                  <a:lnTo>
                    <a:pt x="494554" y="374366"/>
                  </a:lnTo>
                  <a:lnTo>
                    <a:pt x="488034" y="356470"/>
                  </a:lnTo>
                  <a:lnTo>
                    <a:pt x="478895" y="344968"/>
                  </a:lnTo>
                  <a:lnTo>
                    <a:pt x="458165" y="335816"/>
                  </a:lnTo>
                  <a:lnTo>
                    <a:pt x="448899" y="339871"/>
                  </a:lnTo>
                  <a:lnTo>
                    <a:pt x="435858" y="333338"/>
                  </a:lnTo>
                  <a:lnTo>
                    <a:pt x="428804" y="323526"/>
                  </a:lnTo>
                  <a:lnTo>
                    <a:pt x="416094" y="325877"/>
                  </a:lnTo>
                  <a:lnTo>
                    <a:pt x="400842" y="320793"/>
                  </a:lnTo>
                  <a:lnTo>
                    <a:pt x="394588" y="323424"/>
                  </a:lnTo>
                  <a:lnTo>
                    <a:pt x="399406" y="330351"/>
                  </a:lnTo>
                  <a:lnTo>
                    <a:pt x="409053" y="336083"/>
                  </a:lnTo>
                  <a:lnTo>
                    <a:pt x="415077" y="354793"/>
                  </a:lnTo>
                  <a:lnTo>
                    <a:pt x="403968" y="361593"/>
                  </a:lnTo>
                  <a:lnTo>
                    <a:pt x="403727" y="366295"/>
                  </a:lnTo>
                  <a:lnTo>
                    <a:pt x="423415" y="369562"/>
                  </a:lnTo>
                  <a:lnTo>
                    <a:pt x="443751" y="377925"/>
                  </a:lnTo>
                  <a:close/>
                  <a:moveTo>
                    <a:pt x="300774" y="72181"/>
                  </a:moveTo>
                  <a:lnTo>
                    <a:pt x="363792" y="86824"/>
                  </a:lnTo>
                  <a:lnTo>
                    <a:pt x="373197" y="83951"/>
                  </a:lnTo>
                  <a:lnTo>
                    <a:pt x="383238" y="88514"/>
                  </a:lnTo>
                  <a:lnTo>
                    <a:pt x="379730" y="100411"/>
                  </a:lnTo>
                  <a:lnTo>
                    <a:pt x="384967" y="107605"/>
                  </a:lnTo>
                  <a:lnTo>
                    <a:pt x="406218" y="102241"/>
                  </a:lnTo>
                  <a:lnTo>
                    <a:pt x="412738" y="122895"/>
                  </a:lnTo>
                  <a:lnTo>
                    <a:pt x="423059" y="126937"/>
                  </a:lnTo>
                  <a:lnTo>
                    <a:pt x="431689" y="121192"/>
                  </a:lnTo>
                  <a:lnTo>
                    <a:pt x="447717" y="137918"/>
                  </a:lnTo>
                  <a:lnTo>
                    <a:pt x="455343" y="153616"/>
                  </a:lnTo>
                  <a:lnTo>
                    <a:pt x="453500" y="160784"/>
                  </a:lnTo>
                  <a:lnTo>
                    <a:pt x="460033" y="164851"/>
                  </a:lnTo>
                  <a:lnTo>
                    <a:pt x="461063" y="173100"/>
                  </a:lnTo>
                  <a:lnTo>
                    <a:pt x="475947" y="196868"/>
                  </a:lnTo>
                  <a:lnTo>
                    <a:pt x="468231" y="206287"/>
                  </a:lnTo>
                  <a:lnTo>
                    <a:pt x="466808" y="215438"/>
                  </a:lnTo>
                  <a:lnTo>
                    <a:pt x="481818" y="223064"/>
                  </a:lnTo>
                  <a:lnTo>
                    <a:pt x="495520" y="221793"/>
                  </a:lnTo>
                  <a:lnTo>
                    <a:pt x="497999" y="230817"/>
                  </a:lnTo>
                  <a:lnTo>
                    <a:pt x="507252" y="231211"/>
                  </a:lnTo>
                  <a:lnTo>
                    <a:pt x="523838" y="223496"/>
                  </a:lnTo>
                  <a:lnTo>
                    <a:pt x="541328" y="223102"/>
                  </a:lnTo>
                  <a:lnTo>
                    <a:pt x="551890" y="254471"/>
                  </a:lnTo>
                  <a:lnTo>
                    <a:pt x="605527" y="242574"/>
                  </a:lnTo>
                  <a:lnTo>
                    <a:pt x="624058" y="278658"/>
                  </a:lnTo>
                  <a:lnTo>
                    <a:pt x="598091" y="294597"/>
                  </a:lnTo>
                  <a:lnTo>
                    <a:pt x="596147" y="322699"/>
                  </a:lnTo>
                  <a:lnTo>
                    <a:pt x="566252" y="385043"/>
                  </a:lnTo>
                  <a:lnTo>
                    <a:pt x="521220" y="422945"/>
                  </a:lnTo>
                  <a:lnTo>
                    <a:pt x="497210" y="453449"/>
                  </a:lnTo>
                  <a:lnTo>
                    <a:pt x="436672" y="457517"/>
                  </a:lnTo>
                  <a:lnTo>
                    <a:pt x="396202" y="477383"/>
                  </a:lnTo>
                  <a:lnTo>
                    <a:pt x="366207" y="483738"/>
                  </a:lnTo>
                  <a:lnTo>
                    <a:pt x="352746" y="447793"/>
                  </a:lnTo>
                  <a:lnTo>
                    <a:pt x="263228" y="466604"/>
                  </a:lnTo>
                  <a:lnTo>
                    <a:pt x="255119" y="453526"/>
                  </a:lnTo>
                  <a:lnTo>
                    <a:pt x="241964" y="440714"/>
                  </a:lnTo>
                  <a:lnTo>
                    <a:pt x="233207" y="424000"/>
                  </a:lnTo>
                  <a:lnTo>
                    <a:pt x="223039" y="415102"/>
                  </a:lnTo>
                  <a:lnTo>
                    <a:pt x="214281" y="389339"/>
                  </a:lnTo>
                  <a:lnTo>
                    <a:pt x="206185" y="377315"/>
                  </a:lnTo>
                  <a:lnTo>
                    <a:pt x="204914" y="365418"/>
                  </a:lnTo>
                  <a:lnTo>
                    <a:pt x="210926" y="357716"/>
                  </a:lnTo>
                  <a:lnTo>
                    <a:pt x="210926" y="350649"/>
                  </a:lnTo>
                  <a:lnTo>
                    <a:pt x="214968" y="345311"/>
                  </a:lnTo>
                  <a:lnTo>
                    <a:pt x="222149" y="338231"/>
                  </a:lnTo>
                  <a:lnTo>
                    <a:pt x="225784" y="328559"/>
                  </a:lnTo>
                  <a:lnTo>
                    <a:pt x="224119" y="296554"/>
                  </a:lnTo>
                  <a:lnTo>
                    <a:pt x="234541" y="276816"/>
                  </a:lnTo>
                  <a:lnTo>
                    <a:pt x="234033" y="270282"/>
                  </a:lnTo>
                  <a:lnTo>
                    <a:pt x="243146" y="235762"/>
                  </a:lnTo>
                  <a:lnTo>
                    <a:pt x="238838" y="227131"/>
                  </a:lnTo>
                  <a:lnTo>
                    <a:pt x="229724" y="225860"/>
                  </a:lnTo>
                  <a:lnTo>
                    <a:pt x="219683" y="217624"/>
                  </a:lnTo>
                  <a:lnTo>
                    <a:pt x="212616" y="215273"/>
                  </a:lnTo>
                  <a:lnTo>
                    <a:pt x="205181" y="207558"/>
                  </a:lnTo>
                  <a:lnTo>
                    <a:pt x="187819" y="206388"/>
                  </a:lnTo>
                  <a:lnTo>
                    <a:pt x="178921" y="211091"/>
                  </a:lnTo>
                  <a:lnTo>
                    <a:pt x="177384" y="204164"/>
                  </a:lnTo>
                  <a:lnTo>
                    <a:pt x="165105" y="195153"/>
                  </a:lnTo>
                  <a:lnTo>
                    <a:pt x="139151" y="203109"/>
                  </a:lnTo>
                  <a:lnTo>
                    <a:pt x="121637" y="218946"/>
                  </a:lnTo>
                  <a:lnTo>
                    <a:pt x="119959" y="228873"/>
                  </a:lnTo>
                  <a:lnTo>
                    <a:pt x="125679" y="237770"/>
                  </a:lnTo>
                  <a:lnTo>
                    <a:pt x="131703" y="244303"/>
                  </a:lnTo>
                  <a:lnTo>
                    <a:pt x="137563" y="259847"/>
                  </a:lnTo>
                  <a:lnTo>
                    <a:pt x="135211" y="266787"/>
                  </a:lnTo>
                  <a:lnTo>
                    <a:pt x="141732" y="270829"/>
                  </a:lnTo>
                  <a:lnTo>
                    <a:pt x="138351" y="285344"/>
                  </a:lnTo>
                  <a:lnTo>
                    <a:pt x="130114" y="297635"/>
                  </a:lnTo>
                  <a:lnTo>
                    <a:pt x="131157" y="315010"/>
                  </a:lnTo>
                  <a:lnTo>
                    <a:pt x="146714" y="323640"/>
                  </a:lnTo>
                  <a:lnTo>
                    <a:pt x="156501" y="316446"/>
                  </a:lnTo>
                  <a:lnTo>
                    <a:pt x="163021" y="319979"/>
                  </a:lnTo>
                  <a:lnTo>
                    <a:pt x="160682" y="327694"/>
                  </a:lnTo>
                  <a:lnTo>
                    <a:pt x="144744" y="347421"/>
                  </a:lnTo>
                  <a:lnTo>
                    <a:pt x="144744" y="373960"/>
                  </a:lnTo>
                  <a:lnTo>
                    <a:pt x="150616" y="382196"/>
                  </a:lnTo>
                  <a:lnTo>
                    <a:pt x="125437" y="384738"/>
                  </a:lnTo>
                  <a:lnTo>
                    <a:pt x="113553" y="346607"/>
                  </a:lnTo>
                  <a:lnTo>
                    <a:pt x="54832" y="372028"/>
                  </a:lnTo>
                  <a:lnTo>
                    <a:pt x="44778" y="366791"/>
                  </a:lnTo>
                  <a:lnTo>
                    <a:pt x="48045" y="346455"/>
                  </a:lnTo>
                  <a:lnTo>
                    <a:pt x="37877" y="319001"/>
                  </a:lnTo>
                  <a:lnTo>
                    <a:pt x="44931" y="309328"/>
                  </a:lnTo>
                  <a:lnTo>
                    <a:pt x="43748" y="295728"/>
                  </a:lnTo>
                  <a:lnTo>
                    <a:pt x="38410" y="279790"/>
                  </a:lnTo>
                  <a:lnTo>
                    <a:pt x="41423" y="271427"/>
                  </a:lnTo>
                  <a:lnTo>
                    <a:pt x="41664" y="268884"/>
                  </a:lnTo>
                  <a:lnTo>
                    <a:pt x="44931" y="257255"/>
                  </a:lnTo>
                  <a:lnTo>
                    <a:pt x="42579" y="242002"/>
                  </a:lnTo>
                  <a:lnTo>
                    <a:pt x="34889" y="217688"/>
                  </a:lnTo>
                  <a:lnTo>
                    <a:pt x="22472" y="215336"/>
                  </a:lnTo>
                  <a:lnTo>
                    <a:pt x="15443" y="208791"/>
                  </a:lnTo>
                  <a:lnTo>
                    <a:pt x="12049" y="191149"/>
                  </a:lnTo>
                  <a:lnTo>
                    <a:pt x="14261" y="174562"/>
                  </a:lnTo>
                  <a:lnTo>
                    <a:pt x="23666" y="158611"/>
                  </a:lnTo>
                  <a:lnTo>
                    <a:pt x="10956" y="114824"/>
                  </a:lnTo>
                  <a:lnTo>
                    <a:pt x="10689" y="95225"/>
                  </a:lnTo>
                  <a:lnTo>
                    <a:pt x="2847" y="82400"/>
                  </a:lnTo>
                  <a:lnTo>
                    <a:pt x="0" y="66335"/>
                  </a:lnTo>
                  <a:lnTo>
                    <a:pt x="4169" y="54438"/>
                  </a:lnTo>
                  <a:lnTo>
                    <a:pt x="24264" y="29017"/>
                  </a:lnTo>
                  <a:lnTo>
                    <a:pt x="25433" y="15939"/>
                  </a:lnTo>
                  <a:lnTo>
                    <a:pt x="32462" y="7041"/>
                  </a:lnTo>
                  <a:lnTo>
                    <a:pt x="31305" y="0"/>
                  </a:lnTo>
                  <a:lnTo>
                    <a:pt x="37558" y="4449"/>
                  </a:lnTo>
                  <a:lnTo>
                    <a:pt x="37699" y="11109"/>
                  </a:lnTo>
                  <a:lnTo>
                    <a:pt x="43698" y="18938"/>
                  </a:lnTo>
                  <a:lnTo>
                    <a:pt x="40190" y="27174"/>
                  </a:lnTo>
                  <a:lnTo>
                    <a:pt x="44346" y="33059"/>
                  </a:lnTo>
                  <a:lnTo>
                    <a:pt x="43952" y="41435"/>
                  </a:lnTo>
                  <a:lnTo>
                    <a:pt x="54120" y="71940"/>
                  </a:lnTo>
                  <a:lnTo>
                    <a:pt x="104109" y="71012"/>
                  </a:lnTo>
                  <a:lnTo>
                    <a:pt x="172630" y="114227"/>
                  </a:lnTo>
                  <a:lnTo>
                    <a:pt x="191543" y="107566"/>
                  </a:lnTo>
                  <a:lnTo>
                    <a:pt x="210087" y="103512"/>
                  </a:lnTo>
                  <a:close/>
                </a:path>
              </a:pathLst>
            </a:custGeom>
            <a:noFill/>
            <a:ln w="3810" cap="flat">
              <a:solidFill>
                <a:srgbClr val="E6E4E2"/>
              </a:solidFill>
              <a:prstDash val="solid"/>
              <a:miter/>
            </a:ln>
          </p:spPr>
          <p:txBody>
            <a:bodyPr rtlCol="0" anchor="ctr"/>
            <a:lstStyle/>
            <a:p>
              <a:endParaRPr lang="de-CH"/>
            </a:p>
          </p:txBody>
        </p:sp>
        <p:sp>
          <p:nvSpPr>
            <p:cNvPr id="29" name="Freihandform: Form 28">
              <a:extLst>
                <a:ext uri="{FF2B5EF4-FFF2-40B4-BE49-F238E27FC236}">
                  <a16:creationId xmlns:a16="http://schemas.microsoft.com/office/drawing/2014/main" id="{8A07E19E-B25F-5879-7A03-E70B5F70F011}"/>
                </a:ext>
              </a:extLst>
            </p:cNvPr>
            <p:cNvSpPr/>
            <p:nvPr/>
          </p:nvSpPr>
          <p:spPr>
            <a:xfrm>
              <a:off x="3116304" y="2897994"/>
              <a:ext cx="1292919" cy="1686974"/>
            </a:xfrm>
            <a:custGeom>
              <a:avLst/>
              <a:gdLst>
                <a:gd name="connsiteX0" fmla="*/ 995603 w 1292919"/>
                <a:gd name="connsiteY0" fmla="*/ 217014 h 1686974"/>
                <a:gd name="connsiteX1" fmla="*/ 995476 w 1292919"/>
                <a:gd name="connsiteY1" fmla="*/ 223801 h 1686974"/>
                <a:gd name="connsiteX2" fmla="*/ 963624 w 1292919"/>
                <a:gd name="connsiteY2" fmla="*/ 238710 h 1686974"/>
                <a:gd name="connsiteX3" fmla="*/ 959442 w 1292919"/>
                <a:gd name="connsiteY3" fmla="*/ 228911 h 1686974"/>
                <a:gd name="connsiteX4" fmla="*/ 961400 w 1292919"/>
                <a:gd name="connsiteY4" fmla="*/ 214790 h 1686974"/>
                <a:gd name="connsiteX5" fmla="*/ 987240 w 1292919"/>
                <a:gd name="connsiteY5" fmla="*/ 192572 h 1686974"/>
                <a:gd name="connsiteX6" fmla="*/ 997154 w 1292919"/>
                <a:gd name="connsiteY6" fmla="*/ 198444 h 1686974"/>
                <a:gd name="connsiteX7" fmla="*/ 751427 w 1292919"/>
                <a:gd name="connsiteY7" fmla="*/ 269126 h 1686974"/>
                <a:gd name="connsiteX8" fmla="*/ 759269 w 1292919"/>
                <a:gd name="connsiteY8" fmla="*/ 303354 h 1686974"/>
                <a:gd name="connsiteX9" fmla="*/ 769832 w 1292919"/>
                <a:gd name="connsiteY9" fmla="*/ 306901 h 1686974"/>
                <a:gd name="connsiteX10" fmla="*/ 799586 w 1292919"/>
                <a:gd name="connsiteY10" fmla="*/ 285852 h 1686974"/>
                <a:gd name="connsiteX11" fmla="*/ 795011 w 1292919"/>
                <a:gd name="connsiteY11" fmla="*/ 260101 h 1686974"/>
                <a:gd name="connsiteX12" fmla="*/ 702239 w 1292919"/>
                <a:gd name="connsiteY12" fmla="*/ 924858 h 1686974"/>
                <a:gd name="connsiteX13" fmla="*/ 713449 w 1292919"/>
                <a:gd name="connsiteY13" fmla="*/ 926561 h 1686974"/>
                <a:gd name="connsiteX14" fmla="*/ 718165 w 1292919"/>
                <a:gd name="connsiteY14" fmla="*/ 934276 h 1686974"/>
                <a:gd name="connsiteX15" fmla="*/ 726376 w 1292919"/>
                <a:gd name="connsiteY15" fmla="*/ 926561 h 1686974"/>
                <a:gd name="connsiteX16" fmla="*/ 730557 w 1292919"/>
                <a:gd name="connsiteY16" fmla="*/ 928391 h 1686974"/>
                <a:gd name="connsiteX17" fmla="*/ 725473 w 1292919"/>
                <a:gd name="connsiteY17" fmla="*/ 933996 h 1686974"/>
                <a:gd name="connsiteX18" fmla="*/ 725219 w 1292919"/>
                <a:gd name="connsiteY18" fmla="*/ 943173 h 1686974"/>
                <a:gd name="connsiteX19" fmla="*/ 719347 w 1292919"/>
                <a:gd name="connsiteY19" fmla="*/ 945245 h 1686974"/>
                <a:gd name="connsiteX20" fmla="*/ 715165 w 1292919"/>
                <a:gd name="connsiteY20" fmla="*/ 952566 h 1686974"/>
                <a:gd name="connsiteX21" fmla="*/ 707539 w 1292919"/>
                <a:gd name="connsiteY21" fmla="*/ 955972 h 1686974"/>
                <a:gd name="connsiteX22" fmla="*/ 691105 w 1292919"/>
                <a:gd name="connsiteY22" fmla="*/ 975699 h 1686974"/>
                <a:gd name="connsiteX23" fmla="*/ 689910 w 1292919"/>
                <a:gd name="connsiteY23" fmla="*/ 989820 h 1686974"/>
                <a:gd name="connsiteX24" fmla="*/ 684572 w 1292919"/>
                <a:gd name="connsiteY24" fmla="*/ 999352 h 1686974"/>
                <a:gd name="connsiteX25" fmla="*/ 675675 w 1292919"/>
                <a:gd name="connsiteY25" fmla="*/ 1005250 h 1686974"/>
                <a:gd name="connsiteX26" fmla="*/ 681025 w 1292919"/>
                <a:gd name="connsiteY26" fmla="*/ 1011783 h 1686974"/>
                <a:gd name="connsiteX27" fmla="*/ 691092 w 1292919"/>
                <a:gd name="connsiteY27" fmla="*/ 1010512 h 1686974"/>
                <a:gd name="connsiteX28" fmla="*/ 695248 w 1292919"/>
                <a:gd name="connsiteY28" fmla="*/ 1000344 h 1686974"/>
                <a:gd name="connsiteX29" fmla="*/ 705823 w 1292919"/>
                <a:gd name="connsiteY29" fmla="*/ 1004157 h 1686974"/>
                <a:gd name="connsiteX30" fmla="*/ 707781 w 1292919"/>
                <a:gd name="connsiteY30" fmla="*/ 1009241 h 1686974"/>
                <a:gd name="connsiteX31" fmla="*/ 698121 w 1292919"/>
                <a:gd name="connsiteY31" fmla="*/ 1027811 h 1686974"/>
                <a:gd name="connsiteX32" fmla="*/ 703726 w 1292919"/>
                <a:gd name="connsiteY32" fmla="*/ 1045452 h 1686974"/>
                <a:gd name="connsiteX33" fmla="*/ 699277 w 1292919"/>
                <a:gd name="connsiteY33" fmla="*/ 1078651 h 1686974"/>
                <a:gd name="connsiteX34" fmla="*/ 701641 w 1292919"/>
                <a:gd name="connsiteY34" fmla="*/ 1102801 h 1686974"/>
                <a:gd name="connsiteX35" fmla="*/ 698769 w 1292919"/>
                <a:gd name="connsiteY35" fmla="*/ 1120061 h 1686974"/>
                <a:gd name="connsiteX36" fmla="*/ 703980 w 1292919"/>
                <a:gd name="connsiteY36" fmla="*/ 1122413 h 1686974"/>
                <a:gd name="connsiteX37" fmla="*/ 701120 w 1292919"/>
                <a:gd name="connsiteY37" fmla="*/ 1129480 h 1686974"/>
                <a:gd name="connsiteX38" fmla="*/ 708162 w 1292919"/>
                <a:gd name="connsiteY38" fmla="*/ 1148951 h 1686974"/>
                <a:gd name="connsiteX39" fmla="*/ 709979 w 1292919"/>
                <a:gd name="connsiteY39" fmla="*/ 1163060 h 1686974"/>
                <a:gd name="connsiteX40" fmla="*/ 717682 w 1292919"/>
                <a:gd name="connsiteY40" fmla="*/ 1160187 h 1686974"/>
                <a:gd name="connsiteX41" fmla="*/ 724736 w 1292919"/>
                <a:gd name="connsiteY41" fmla="*/ 1167902 h 1686974"/>
                <a:gd name="connsiteX42" fmla="*/ 729947 w 1292919"/>
                <a:gd name="connsiteY42" fmla="*/ 1165551 h 1686974"/>
                <a:gd name="connsiteX43" fmla="*/ 728257 w 1292919"/>
                <a:gd name="connsiteY43" fmla="*/ 1137055 h 1686974"/>
                <a:gd name="connsiteX44" fmla="*/ 727087 w 1292919"/>
                <a:gd name="connsiteY44" fmla="*/ 1106995 h 1686974"/>
                <a:gd name="connsiteX45" fmla="*/ 721736 w 1292919"/>
                <a:gd name="connsiteY45" fmla="*/ 1098098 h 1686974"/>
                <a:gd name="connsiteX46" fmla="*/ 720567 w 1292919"/>
                <a:gd name="connsiteY46" fmla="*/ 1075093 h 1686974"/>
                <a:gd name="connsiteX47" fmla="*/ 714034 w 1292919"/>
                <a:gd name="connsiteY47" fmla="*/ 1067390 h 1686974"/>
                <a:gd name="connsiteX48" fmla="*/ 712598 w 1292919"/>
                <a:gd name="connsiteY48" fmla="*/ 1039428 h 1686974"/>
                <a:gd name="connsiteX49" fmla="*/ 716411 w 1292919"/>
                <a:gd name="connsiteY49" fmla="*/ 1031319 h 1686974"/>
                <a:gd name="connsiteX50" fmla="*/ 714708 w 1292919"/>
                <a:gd name="connsiteY50" fmla="*/ 1023095 h 1686974"/>
                <a:gd name="connsiteX51" fmla="*/ 722677 w 1292919"/>
                <a:gd name="connsiteY51" fmla="*/ 1014859 h 1686974"/>
                <a:gd name="connsiteX52" fmla="*/ 714059 w 1292919"/>
                <a:gd name="connsiteY52" fmla="*/ 991713 h 1686974"/>
                <a:gd name="connsiteX53" fmla="*/ 724761 w 1292919"/>
                <a:gd name="connsiteY53" fmla="*/ 977478 h 1686974"/>
                <a:gd name="connsiteX54" fmla="*/ 731803 w 1292919"/>
                <a:gd name="connsiteY54" fmla="*/ 978647 h 1686974"/>
                <a:gd name="connsiteX55" fmla="*/ 737675 w 1292919"/>
                <a:gd name="connsiteY55" fmla="*/ 966878 h 1686974"/>
                <a:gd name="connsiteX56" fmla="*/ 735984 w 1292919"/>
                <a:gd name="connsiteY56" fmla="*/ 956824 h 1686974"/>
                <a:gd name="connsiteX57" fmla="*/ 747195 w 1292919"/>
                <a:gd name="connsiteY57" fmla="*/ 958527 h 1686974"/>
                <a:gd name="connsiteX58" fmla="*/ 755431 w 1292919"/>
                <a:gd name="connsiteY58" fmla="*/ 953303 h 1686974"/>
                <a:gd name="connsiteX59" fmla="*/ 761684 w 1292919"/>
                <a:gd name="connsiteY59" fmla="*/ 945588 h 1686974"/>
                <a:gd name="connsiteX60" fmla="*/ 763655 w 1292919"/>
                <a:gd name="connsiteY60" fmla="*/ 939703 h 1686974"/>
                <a:gd name="connsiteX61" fmla="*/ 760248 w 1292919"/>
                <a:gd name="connsiteY61" fmla="*/ 935522 h 1686974"/>
                <a:gd name="connsiteX62" fmla="*/ 754262 w 1292919"/>
                <a:gd name="connsiteY62" fmla="*/ 943249 h 1686974"/>
                <a:gd name="connsiteX63" fmla="*/ 747729 w 1292919"/>
                <a:gd name="connsiteY63" fmla="*/ 946097 h 1686974"/>
                <a:gd name="connsiteX64" fmla="*/ 741844 w 1292919"/>
                <a:gd name="connsiteY64" fmla="*/ 941407 h 1686974"/>
                <a:gd name="connsiteX65" fmla="*/ 740039 w 1292919"/>
                <a:gd name="connsiteY65" fmla="*/ 924019 h 1686974"/>
                <a:gd name="connsiteX66" fmla="*/ 728790 w 1292919"/>
                <a:gd name="connsiteY66" fmla="*/ 918935 h 1686974"/>
                <a:gd name="connsiteX67" fmla="*/ 728663 w 1292919"/>
                <a:gd name="connsiteY67" fmla="*/ 912669 h 1686974"/>
                <a:gd name="connsiteX68" fmla="*/ 719766 w 1292919"/>
                <a:gd name="connsiteY68" fmla="*/ 903772 h 1686974"/>
                <a:gd name="connsiteX69" fmla="*/ 714682 w 1292919"/>
                <a:gd name="connsiteY69" fmla="*/ 888735 h 1686974"/>
                <a:gd name="connsiteX70" fmla="*/ 717682 w 1292919"/>
                <a:gd name="connsiteY70" fmla="*/ 883779 h 1686974"/>
                <a:gd name="connsiteX71" fmla="*/ 735705 w 1292919"/>
                <a:gd name="connsiteY71" fmla="*/ 877906 h 1686974"/>
                <a:gd name="connsiteX72" fmla="*/ 738247 w 1292919"/>
                <a:gd name="connsiteY72" fmla="*/ 864560 h 1686974"/>
                <a:gd name="connsiteX73" fmla="*/ 746483 w 1292919"/>
                <a:gd name="connsiteY73" fmla="*/ 856845 h 1686974"/>
                <a:gd name="connsiteX74" fmla="*/ 739696 w 1292919"/>
                <a:gd name="connsiteY74" fmla="*/ 853452 h 1686974"/>
                <a:gd name="connsiteX75" fmla="*/ 730163 w 1292919"/>
                <a:gd name="connsiteY75" fmla="*/ 858943 h 1686974"/>
                <a:gd name="connsiteX76" fmla="*/ 727036 w 1292919"/>
                <a:gd name="connsiteY76" fmla="*/ 869276 h 1686974"/>
                <a:gd name="connsiteX77" fmla="*/ 722855 w 1292919"/>
                <a:gd name="connsiteY77" fmla="*/ 872797 h 1686974"/>
                <a:gd name="connsiteX78" fmla="*/ 716334 w 1292919"/>
                <a:gd name="connsiteY78" fmla="*/ 871627 h 1686974"/>
                <a:gd name="connsiteX79" fmla="*/ 712280 w 1292919"/>
                <a:gd name="connsiteY79" fmla="*/ 879330 h 1686974"/>
                <a:gd name="connsiteX80" fmla="*/ 698057 w 1292919"/>
                <a:gd name="connsiteY80" fmla="*/ 885075 h 1686974"/>
                <a:gd name="connsiteX81" fmla="*/ 698057 w 1292919"/>
                <a:gd name="connsiteY81" fmla="*/ 890566 h 1686974"/>
                <a:gd name="connsiteX82" fmla="*/ 704578 w 1292919"/>
                <a:gd name="connsiteY82" fmla="*/ 888735 h 1686974"/>
                <a:gd name="connsiteX83" fmla="*/ 708111 w 1292919"/>
                <a:gd name="connsiteY83" fmla="*/ 893578 h 1686974"/>
                <a:gd name="connsiteX84" fmla="*/ 708238 w 1292919"/>
                <a:gd name="connsiteY84" fmla="*/ 900899 h 1686974"/>
                <a:gd name="connsiteX85" fmla="*/ 701591 w 1292919"/>
                <a:gd name="connsiteY85" fmla="*/ 904814 h 1686974"/>
                <a:gd name="connsiteX86" fmla="*/ 699887 w 1292919"/>
                <a:gd name="connsiteY86" fmla="*/ 918922 h 1686974"/>
                <a:gd name="connsiteX87" fmla="*/ 50383 w 1292919"/>
                <a:gd name="connsiteY87" fmla="*/ 749330 h 1686974"/>
                <a:gd name="connsiteX88" fmla="*/ 77265 w 1292919"/>
                <a:gd name="connsiteY88" fmla="*/ 760693 h 1686974"/>
                <a:gd name="connsiteX89" fmla="*/ 73224 w 1292919"/>
                <a:gd name="connsiteY89" fmla="*/ 797031 h 1686974"/>
                <a:gd name="connsiteX90" fmla="*/ 44778 w 1292919"/>
                <a:gd name="connsiteY90" fmla="*/ 840945 h 1686974"/>
                <a:gd name="connsiteX91" fmla="*/ 20120 w 1292919"/>
                <a:gd name="connsiteY91" fmla="*/ 836764 h 1686974"/>
                <a:gd name="connsiteX92" fmla="*/ 0 w 1292919"/>
                <a:gd name="connsiteY92" fmla="*/ 807225 h 1686974"/>
                <a:gd name="connsiteX93" fmla="*/ 416056 w 1292919"/>
                <a:gd name="connsiteY93" fmla="*/ 247938 h 1686974"/>
                <a:gd name="connsiteX94" fmla="*/ 424661 w 1292919"/>
                <a:gd name="connsiteY94" fmla="*/ 236499 h 1686974"/>
                <a:gd name="connsiteX95" fmla="*/ 439544 w 1292919"/>
                <a:gd name="connsiteY95" fmla="*/ 227207 h 1686974"/>
                <a:gd name="connsiteX96" fmla="*/ 491859 w 1292919"/>
                <a:gd name="connsiteY96" fmla="*/ 255055 h 1686974"/>
                <a:gd name="connsiteX97" fmla="*/ 484945 w 1292919"/>
                <a:gd name="connsiteY97" fmla="*/ 286018 h 1686974"/>
                <a:gd name="connsiteX98" fmla="*/ 536371 w 1292919"/>
                <a:gd name="connsiteY98" fmla="*/ 342362 h 1686974"/>
                <a:gd name="connsiteX99" fmla="*/ 504392 w 1292919"/>
                <a:gd name="connsiteY99" fmla="*/ 372155 h 1686974"/>
                <a:gd name="connsiteX100" fmla="*/ 531159 w 1292919"/>
                <a:gd name="connsiteY100" fmla="*/ 389758 h 1686974"/>
                <a:gd name="connsiteX101" fmla="*/ 549945 w 1292919"/>
                <a:gd name="connsiteY101" fmla="*/ 367274 h 1686974"/>
                <a:gd name="connsiteX102" fmla="*/ 582572 w 1292919"/>
                <a:gd name="connsiteY102" fmla="*/ 381916 h 1686974"/>
                <a:gd name="connsiteX103" fmla="*/ 596414 w 1292919"/>
                <a:gd name="connsiteY103" fmla="*/ 431193 h 1686974"/>
                <a:gd name="connsiteX104" fmla="*/ 577081 w 1292919"/>
                <a:gd name="connsiteY104" fmla="*/ 451060 h 1686974"/>
                <a:gd name="connsiteX105" fmla="*/ 588050 w 1292919"/>
                <a:gd name="connsiteY105" fmla="*/ 468574 h 1686974"/>
                <a:gd name="connsiteX106" fmla="*/ 618974 w 1292919"/>
                <a:gd name="connsiteY106" fmla="*/ 445454 h 1686974"/>
                <a:gd name="connsiteX107" fmla="*/ 633337 w 1292919"/>
                <a:gd name="connsiteY107" fmla="*/ 426389 h 1686974"/>
                <a:gd name="connsiteX108" fmla="*/ 635815 w 1292919"/>
                <a:gd name="connsiteY108" fmla="*/ 422207 h 1686974"/>
                <a:gd name="connsiteX109" fmla="*/ 639628 w 1292919"/>
                <a:gd name="connsiteY109" fmla="*/ 418814 h 1686974"/>
                <a:gd name="connsiteX110" fmla="*/ 653063 w 1292919"/>
                <a:gd name="connsiteY110" fmla="*/ 403790 h 1686974"/>
                <a:gd name="connsiteX111" fmla="*/ 643149 w 1292919"/>
                <a:gd name="connsiteY111" fmla="*/ 370845 h 1686974"/>
                <a:gd name="connsiteX112" fmla="*/ 668989 w 1292919"/>
                <a:gd name="connsiteY112" fmla="*/ 324580 h 1686974"/>
                <a:gd name="connsiteX113" fmla="*/ 687114 w 1292919"/>
                <a:gd name="connsiteY113" fmla="*/ 322038 h 1686974"/>
                <a:gd name="connsiteX114" fmla="*/ 700561 w 1292919"/>
                <a:gd name="connsiteY114" fmla="*/ 333134 h 1686974"/>
                <a:gd name="connsiteX115" fmla="*/ 723528 w 1292919"/>
                <a:gd name="connsiteY115" fmla="*/ 310256 h 1686974"/>
                <a:gd name="connsiteX116" fmla="*/ 703688 w 1292919"/>
                <a:gd name="connsiteY116" fmla="*/ 299274 h 1686974"/>
                <a:gd name="connsiteX117" fmla="*/ 701209 w 1292919"/>
                <a:gd name="connsiteY117" fmla="*/ 287378 h 1686974"/>
                <a:gd name="connsiteX118" fmla="*/ 689770 w 1292919"/>
                <a:gd name="connsiteY118" fmla="*/ 271960 h 1686974"/>
                <a:gd name="connsiteX119" fmla="*/ 700726 w 1292919"/>
                <a:gd name="connsiteY119" fmla="*/ 257839 h 1686974"/>
                <a:gd name="connsiteX120" fmla="*/ 698184 w 1292919"/>
                <a:gd name="connsiteY120" fmla="*/ 246997 h 1686974"/>
                <a:gd name="connsiteX121" fmla="*/ 701311 w 1292919"/>
                <a:gd name="connsiteY121" fmla="*/ 243591 h 1686974"/>
                <a:gd name="connsiteX122" fmla="*/ 709280 w 1292919"/>
                <a:gd name="connsiteY122" fmla="*/ 248815 h 1686974"/>
                <a:gd name="connsiteX123" fmla="*/ 722982 w 1292919"/>
                <a:gd name="connsiteY123" fmla="*/ 246209 h 1686974"/>
                <a:gd name="connsiteX124" fmla="*/ 742301 w 1292919"/>
                <a:gd name="connsiteY124" fmla="*/ 228707 h 1686974"/>
                <a:gd name="connsiteX125" fmla="*/ 763299 w 1292919"/>
                <a:gd name="connsiteY125" fmla="*/ 206998 h 1686974"/>
                <a:gd name="connsiteX126" fmla="*/ 787448 w 1292919"/>
                <a:gd name="connsiteY126" fmla="*/ 183739 h 1686974"/>
                <a:gd name="connsiteX127" fmla="*/ 787982 w 1292919"/>
                <a:gd name="connsiteY127" fmla="*/ 171842 h 1686974"/>
                <a:gd name="connsiteX128" fmla="*/ 766832 w 1292919"/>
                <a:gd name="connsiteY128" fmla="*/ 142608 h 1686974"/>
                <a:gd name="connsiteX129" fmla="*/ 747767 w 1292919"/>
                <a:gd name="connsiteY129" fmla="*/ 138935 h 1686974"/>
                <a:gd name="connsiteX130" fmla="*/ 709789 w 1292919"/>
                <a:gd name="connsiteY130" fmla="*/ 158280 h 1686974"/>
                <a:gd name="connsiteX131" fmla="*/ 647407 w 1292919"/>
                <a:gd name="connsiteY131" fmla="*/ 187437 h 1686974"/>
                <a:gd name="connsiteX132" fmla="*/ 639781 w 1292919"/>
                <a:gd name="connsiteY132" fmla="*/ 155929 h 1686974"/>
                <a:gd name="connsiteX133" fmla="*/ 642386 w 1292919"/>
                <a:gd name="connsiteY133" fmla="*/ 103906 h 1686974"/>
                <a:gd name="connsiteX134" fmla="*/ 597901 w 1292919"/>
                <a:gd name="connsiteY134" fmla="*/ 84434 h 1686974"/>
                <a:gd name="connsiteX135" fmla="*/ 597774 w 1292919"/>
                <a:gd name="connsiteY135" fmla="*/ 73846 h 1686974"/>
                <a:gd name="connsiteX136" fmla="*/ 618390 w 1292919"/>
                <a:gd name="connsiteY136" fmla="*/ 75549 h 1686974"/>
                <a:gd name="connsiteX137" fmla="*/ 685194 w 1292919"/>
                <a:gd name="connsiteY137" fmla="*/ 86264 h 1686974"/>
                <a:gd name="connsiteX138" fmla="*/ 699290 w 1292919"/>
                <a:gd name="connsiteY138" fmla="*/ 81434 h 1686974"/>
                <a:gd name="connsiteX139" fmla="*/ 709344 w 1292919"/>
                <a:gd name="connsiteY139" fmla="*/ 83252 h 1686974"/>
                <a:gd name="connsiteX140" fmla="*/ 799586 w 1292919"/>
                <a:gd name="connsiteY140" fmla="*/ 61949 h 1686974"/>
                <a:gd name="connsiteX141" fmla="*/ 817215 w 1292919"/>
                <a:gd name="connsiteY141" fmla="*/ 57653 h 1686974"/>
                <a:gd name="connsiteX142" fmla="*/ 831819 w 1292919"/>
                <a:gd name="connsiteY142" fmla="*/ 53980 h 1686974"/>
                <a:gd name="connsiteX143" fmla="*/ 844529 w 1292919"/>
                <a:gd name="connsiteY143" fmla="*/ 50587 h 1686974"/>
                <a:gd name="connsiteX144" fmla="*/ 867243 w 1292919"/>
                <a:gd name="connsiteY144" fmla="*/ 38550 h 1686974"/>
                <a:gd name="connsiteX145" fmla="*/ 882635 w 1292919"/>
                <a:gd name="connsiteY145" fmla="*/ 30720 h 1686974"/>
                <a:gd name="connsiteX146" fmla="*/ 900251 w 1292919"/>
                <a:gd name="connsiteY146" fmla="*/ 21302 h 1686974"/>
                <a:gd name="connsiteX147" fmla="*/ 925824 w 1292919"/>
                <a:gd name="connsiteY147" fmla="*/ 8096 h 1686974"/>
                <a:gd name="connsiteX148" fmla="*/ 957600 w 1292919"/>
                <a:gd name="connsiteY148" fmla="*/ 0 h 1686974"/>
                <a:gd name="connsiteX149" fmla="*/ 972610 w 1292919"/>
                <a:gd name="connsiteY149" fmla="*/ 31508 h 1686974"/>
                <a:gd name="connsiteX150" fmla="*/ 985651 w 1292919"/>
                <a:gd name="connsiteY150" fmla="*/ 41168 h 1686974"/>
                <a:gd name="connsiteX151" fmla="*/ 988523 w 1292919"/>
                <a:gd name="connsiteY151" fmla="*/ 71355 h 1686974"/>
                <a:gd name="connsiteX152" fmla="*/ 972076 w 1292919"/>
                <a:gd name="connsiteY152" fmla="*/ 89149 h 1686974"/>
                <a:gd name="connsiteX153" fmla="*/ 914016 w 1292919"/>
                <a:gd name="connsiteY153" fmla="*/ 120925 h 1686974"/>
                <a:gd name="connsiteX154" fmla="*/ 913228 w 1292919"/>
                <a:gd name="connsiteY154" fmla="*/ 128894 h 1686974"/>
                <a:gd name="connsiteX155" fmla="*/ 930336 w 1292919"/>
                <a:gd name="connsiteY155" fmla="*/ 128360 h 1686974"/>
                <a:gd name="connsiteX156" fmla="*/ 941775 w 1292919"/>
                <a:gd name="connsiteY156" fmla="*/ 165220 h 1686974"/>
                <a:gd name="connsiteX157" fmla="*/ 933692 w 1292919"/>
                <a:gd name="connsiteY157" fmla="*/ 196856 h 1686974"/>
                <a:gd name="connsiteX158" fmla="*/ 948296 w 1292919"/>
                <a:gd name="connsiteY158" fmla="*/ 230703 h 1686974"/>
                <a:gd name="connsiteX159" fmla="*/ 936043 w 1292919"/>
                <a:gd name="connsiteY159" fmla="*/ 246769 h 1686974"/>
                <a:gd name="connsiteX160" fmla="*/ 932116 w 1292919"/>
                <a:gd name="connsiteY160" fmla="*/ 273701 h 1686974"/>
                <a:gd name="connsiteX161" fmla="*/ 900340 w 1292919"/>
                <a:gd name="connsiteY161" fmla="*/ 310180 h 1686974"/>
                <a:gd name="connsiteX162" fmla="*/ 916126 w 1292919"/>
                <a:gd name="connsiteY162" fmla="*/ 314349 h 1686974"/>
                <a:gd name="connsiteX163" fmla="*/ 961285 w 1292919"/>
                <a:gd name="connsiteY163" fmla="*/ 319331 h 1686974"/>
                <a:gd name="connsiteX164" fmla="*/ 973996 w 1292919"/>
                <a:gd name="connsiteY164" fmla="*/ 303901 h 1686974"/>
                <a:gd name="connsiteX165" fmla="*/ 987557 w 1292919"/>
                <a:gd name="connsiteY165" fmla="*/ 299973 h 1686974"/>
                <a:gd name="connsiteX166" fmla="*/ 1006470 w 1292919"/>
                <a:gd name="connsiteY166" fmla="*/ 317361 h 1686974"/>
                <a:gd name="connsiteX167" fmla="*/ 1041589 w 1292919"/>
                <a:gd name="connsiteY167" fmla="*/ 316713 h 1686974"/>
                <a:gd name="connsiteX168" fmla="*/ 1091031 w 1292919"/>
                <a:gd name="connsiteY168" fmla="*/ 342845 h 1686974"/>
                <a:gd name="connsiteX169" fmla="*/ 1200784 w 1292919"/>
                <a:gd name="connsiteY169" fmla="*/ 327593 h 1686974"/>
                <a:gd name="connsiteX170" fmla="*/ 1214879 w 1292919"/>
                <a:gd name="connsiteY170" fmla="*/ 348234 h 1686974"/>
                <a:gd name="connsiteX171" fmla="*/ 1238508 w 1292919"/>
                <a:gd name="connsiteY171" fmla="*/ 344421 h 1686974"/>
                <a:gd name="connsiteX172" fmla="*/ 1241113 w 1292919"/>
                <a:gd name="connsiteY172" fmla="*/ 361135 h 1686974"/>
                <a:gd name="connsiteX173" fmla="*/ 1250392 w 1292919"/>
                <a:gd name="connsiteY173" fmla="*/ 421915 h 1686974"/>
                <a:gd name="connsiteX174" fmla="*/ 1207177 w 1292919"/>
                <a:gd name="connsiteY174" fmla="*/ 462435 h 1686974"/>
                <a:gd name="connsiteX175" fmla="*/ 1162793 w 1292919"/>
                <a:gd name="connsiteY175" fmla="*/ 423491 h 1686974"/>
                <a:gd name="connsiteX176" fmla="*/ 1133699 w 1292919"/>
                <a:gd name="connsiteY176" fmla="*/ 454720 h 1686974"/>
                <a:gd name="connsiteX177" fmla="*/ 1189942 w 1292919"/>
                <a:gd name="connsiteY177" fmla="*/ 505561 h 1686974"/>
                <a:gd name="connsiteX178" fmla="*/ 1169860 w 1292919"/>
                <a:gd name="connsiteY178" fmla="*/ 535099 h 1686974"/>
                <a:gd name="connsiteX179" fmla="*/ 1169593 w 1292919"/>
                <a:gd name="connsiteY179" fmla="*/ 565159 h 1686974"/>
                <a:gd name="connsiteX180" fmla="*/ 1133839 w 1292919"/>
                <a:gd name="connsiteY180" fmla="*/ 628812 h 1686974"/>
                <a:gd name="connsiteX181" fmla="*/ 1136064 w 1292919"/>
                <a:gd name="connsiteY181" fmla="*/ 643314 h 1686974"/>
                <a:gd name="connsiteX182" fmla="*/ 1109690 w 1292919"/>
                <a:gd name="connsiteY182" fmla="*/ 693647 h 1686974"/>
                <a:gd name="connsiteX183" fmla="*/ 1120125 w 1292919"/>
                <a:gd name="connsiteY183" fmla="*/ 712852 h 1686974"/>
                <a:gd name="connsiteX184" fmla="*/ 1137360 w 1292919"/>
                <a:gd name="connsiteY184" fmla="*/ 761862 h 1686974"/>
                <a:gd name="connsiteX185" fmla="*/ 1128615 w 1292919"/>
                <a:gd name="connsiteY185" fmla="*/ 841212 h 1686974"/>
                <a:gd name="connsiteX186" fmla="*/ 1230132 w 1292919"/>
                <a:gd name="connsiteY186" fmla="*/ 872047 h 1686974"/>
                <a:gd name="connsiteX187" fmla="*/ 1222709 w 1292919"/>
                <a:gd name="connsiteY187" fmla="*/ 911449 h 1686974"/>
                <a:gd name="connsiteX188" fmla="*/ 1230271 w 1292919"/>
                <a:gd name="connsiteY188" fmla="*/ 914321 h 1686974"/>
                <a:gd name="connsiteX189" fmla="*/ 1292920 w 1292919"/>
                <a:gd name="connsiteY189" fmla="*/ 937721 h 1686974"/>
                <a:gd name="connsiteX190" fmla="*/ 1285091 w 1292919"/>
                <a:gd name="connsiteY190" fmla="*/ 982931 h 1686974"/>
                <a:gd name="connsiteX191" fmla="*/ 1286908 w 1292919"/>
                <a:gd name="connsiteY191" fmla="*/ 1039275 h 1686974"/>
                <a:gd name="connsiteX192" fmla="*/ 1236665 w 1292919"/>
                <a:gd name="connsiteY192" fmla="*/ 1066844 h 1686974"/>
                <a:gd name="connsiteX193" fmla="*/ 1221527 w 1292919"/>
                <a:gd name="connsiteY193" fmla="*/ 1041626 h 1686974"/>
                <a:gd name="connsiteX194" fmla="*/ 1190209 w 1292919"/>
                <a:gd name="connsiteY194" fmla="*/ 1041754 h 1686974"/>
                <a:gd name="connsiteX195" fmla="*/ 1189167 w 1292919"/>
                <a:gd name="connsiteY195" fmla="*/ 1082147 h 1686974"/>
                <a:gd name="connsiteX196" fmla="*/ 1155370 w 1292919"/>
                <a:gd name="connsiteY196" fmla="*/ 1097183 h 1686974"/>
                <a:gd name="connsiteX197" fmla="*/ 1170508 w 1292919"/>
                <a:gd name="connsiteY197" fmla="*/ 1230767 h 1686974"/>
                <a:gd name="connsiteX198" fmla="*/ 1126404 w 1292919"/>
                <a:gd name="connsiteY198" fmla="*/ 1267741 h 1686974"/>
                <a:gd name="connsiteX199" fmla="*/ 1089544 w 1292919"/>
                <a:gd name="connsiteY199" fmla="*/ 1253633 h 1686974"/>
                <a:gd name="connsiteX200" fmla="*/ 1047524 w 1292919"/>
                <a:gd name="connsiteY200" fmla="*/ 1319497 h 1686974"/>
                <a:gd name="connsiteX201" fmla="*/ 997954 w 1292919"/>
                <a:gd name="connsiteY201" fmla="*/ 1347853 h 1686974"/>
                <a:gd name="connsiteX202" fmla="*/ 964539 w 1292919"/>
                <a:gd name="connsiteY202" fmla="*/ 1369715 h 1686974"/>
                <a:gd name="connsiteX203" fmla="*/ 946402 w 1292919"/>
                <a:gd name="connsiteY203" fmla="*/ 1400436 h 1686974"/>
                <a:gd name="connsiteX204" fmla="*/ 912733 w 1292919"/>
                <a:gd name="connsiteY204" fmla="*/ 1413235 h 1686974"/>
                <a:gd name="connsiteX205" fmla="*/ 900454 w 1292919"/>
                <a:gd name="connsiteY205" fmla="*/ 1380048 h 1686974"/>
                <a:gd name="connsiteX206" fmla="*/ 862616 w 1292919"/>
                <a:gd name="connsiteY206" fmla="*/ 1406193 h 1686974"/>
                <a:gd name="connsiteX207" fmla="*/ 808064 w 1292919"/>
                <a:gd name="connsiteY207" fmla="*/ 1442138 h 1686974"/>
                <a:gd name="connsiteX208" fmla="*/ 793714 w 1292919"/>
                <a:gd name="connsiteY208" fmla="*/ 1487094 h 1686974"/>
                <a:gd name="connsiteX209" fmla="*/ 737332 w 1292919"/>
                <a:gd name="connsiteY209" fmla="*/ 1518869 h 1686974"/>
                <a:gd name="connsiteX210" fmla="*/ 724278 w 1292919"/>
                <a:gd name="connsiteY210" fmla="*/ 1543845 h 1686974"/>
                <a:gd name="connsiteX211" fmla="*/ 639209 w 1292919"/>
                <a:gd name="connsiteY211" fmla="*/ 1543845 h 1686974"/>
                <a:gd name="connsiteX212" fmla="*/ 591177 w 1292919"/>
                <a:gd name="connsiteY212" fmla="*/ 1577819 h 1686974"/>
                <a:gd name="connsiteX213" fmla="*/ 573573 w 1292919"/>
                <a:gd name="connsiteY213" fmla="*/ 1609595 h 1686974"/>
                <a:gd name="connsiteX214" fmla="*/ 556593 w 1292919"/>
                <a:gd name="connsiteY214" fmla="*/ 1640315 h 1686974"/>
                <a:gd name="connsiteX215" fmla="*/ 546018 w 1292919"/>
                <a:gd name="connsiteY215" fmla="*/ 1659520 h 1686974"/>
                <a:gd name="connsiteX216" fmla="*/ 476467 w 1292919"/>
                <a:gd name="connsiteY216" fmla="*/ 1686974 h 1686974"/>
                <a:gd name="connsiteX217" fmla="*/ 468511 w 1292919"/>
                <a:gd name="connsiteY217" fmla="*/ 1609200 h 1686974"/>
                <a:gd name="connsiteX218" fmla="*/ 479086 w 1292919"/>
                <a:gd name="connsiteY218" fmla="*/ 1577959 h 1686974"/>
                <a:gd name="connsiteX219" fmla="*/ 444883 w 1292919"/>
                <a:gd name="connsiteY219" fmla="*/ 1535354 h 1686974"/>
                <a:gd name="connsiteX220" fmla="*/ 439938 w 1292919"/>
                <a:gd name="connsiteY220" fmla="*/ 1524907 h 1686974"/>
                <a:gd name="connsiteX221" fmla="*/ 431829 w 1292919"/>
                <a:gd name="connsiteY221" fmla="*/ 1513925 h 1686974"/>
                <a:gd name="connsiteX222" fmla="*/ 437968 w 1292919"/>
                <a:gd name="connsiteY222" fmla="*/ 1501774 h 1686974"/>
                <a:gd name="connsiteX223" fmla="*/ 426758 w 1292919"/>
                <a:gd name="connsiteY223" fmla="*/ 1497580 h 1686974"/>
                <a:gd name="connsiteX224" fmla="*/ 413565 w 1292919"/>
                <a:gd name="connsiteY224" fmla="*/ 1492877 h 1686974"/>
                <a:gd name="connsiteX225" fmla="*/ 375434 w 1292919"/>
                <a:gd name="connsiteY225" fmla="*/ 1474307 h 1686974"/>
                <a:gd name="connsiteX226" fmla="*/ 328978 w 1292919"/>
                <a:gd name="connsiteY226" fmla="*/ 1461902 h 1686974"/>
                <a:gd name="connsiteX227" fmla="*/ 313179 w 1292919"/>
                <a:gd name="connsiteY227" fmla="*/ 1482556 h 1686974"/>
                <a:gd name="connsiteX228" fmla="*/ 296224 w 1292919"/>
                <a:gd name="connsiteY228" fmla="*/ 1477981 h 1686974"/>
                <a:gd name="connsiteX229" fmla="*/ 300800 w 1292919"/>
                <a:gd name="connsiteY229" fmla="*/ 1441769 h 1686974"/>
                <a:gd name="connsiteX230" fmla="*/ 281734 w 1292919"/>
                <a:gd name="connsiteY230" fmla="*/ 1433419 h 1686974"/>
                <a:gd name="connsiteX231" fmla="*/ 267512 w 1292919"/>
                <a:gd name="connsiteY231" fmla="*/ 1463211 h 1686974"/>
                <a:gd name="connsiteX232" fmla="*/ 218844 w 1292919"/>
                <a:gd name="connsiteY232" fmla="*/ 1520598 h 1686974"/>
                <a:gd name="connsiteX233" fmla="*/ 198228 w 1292919"/>
                <a:gd name="connsiteY233" fmla="*/ 1519136 h 1686974"/>
                <a:gd name="connsiteX234" fmla="*/ 181387 w 1292919"/>
                <a:gd name="connsiteY234" fmla="*/ 1482556 h 1686974"/>
                <a:gd name="connsiteX235" fmla="*/ 166783 w 1292919"/>
                <a:gd name="connsiteY235" fmla="*/ 1484907 h 1686974"/>
                <a:gd name="connsiteX236" fmla="*/ 161699 w 1292919"/>
                <a:gd name="connsiteY236" fmla="*/ 1462830 h 1686974"/>
                <a:gd name="connsiteX237" fmla="*/ 149955 w 1292919"/>
                <a:gd name="connsiteY237" fmla="*/ 1463732 h 1686974"/>
                <a:gd name="connsiteX238" fmla="*/ 125564 w 1292919"/>
                <a:gd name="connsiteY238" fmla="*/ 1422297 h 1686974"/>
                <a:gd name="connsiteX239" fmla="*/ 149447 w 1292919"/>
                <a:gd name="connsiteY239" fmla="*/ 1377201 h 1686974"/>
                <a:gd name="connsiteX240" fmla="*/ 166389 w 1292919"/>
                <a:gd name="connsiteY240" fmla="*/ 1387675 h 1686974"/>
                <a:gd name="connsiteX241" fmla="*/ 204901 w 1292919"/>
                <a:gd name="connsiteY241" fmla="*/ 1377507 h 1686974"/>
                <a:gd name="connsiteX242" fmla="*/ 214548 w 1292919"/>
                <a:gd name="connsiteY242" fmla="*/ 1378561 h 1686974"/>
                <a:gd name="connsiteX243" fmla="*/ 216251 w 1292919"/>
                <a:gd name="connsiteY243" fmla="*/ 1392161 h 1686974"/>
                <a:gd name="connsiteX244" fmla="*/ 222772 w 1292919"/>
                <a:gd name="connsiteY244" fmla="*/ 1393992 h 1686974"/>
                <a:gd name="connsiteX245" fmla="*/ 219759 w 1292919"/>
                <a:gd name="connsiteY245" fmla="*/ 1406409 h 1686974"/>
                <a:gd name="connsiteX246" fmla="*/ 225110 w 1292919"/>
                <a:gd name="connsiteY246" fmla="*/ 1409930 h 1686974"/>
                <a:gd name="connsiteX247" fmla="*/ 229826 w 1292919"/>
                <a:gd name="connsiteY247" fmla="*/ 1412282 h 1686974"/>
                <a:gd name="connsiteX248" fmla="*/ 235825 w 1292919"/>
                <a:gd name="connsiteY248" fmla="*/ 1398033 h 1686974"/>
                <a:gd name="connsiteX249" fmla="*/ 233474 w 1292919"/>
                <a:gd name="connsiteY249" fmla="*/ 1392161 h 1686974"/>
                <a:gd name="connsiteX250" fmla="*/ 237910 w 1292919"/>
                <a:gd name="connsiteY250" fmla="*/ 1379603 h 1686974"/>
                <a:gd name="connsiteX251" fmla="*/ 240795 w 1292919"/>
                <a:gd name="connsiteY251" fmla="*/ 1376464 h 1686974"/>
                <a:gd name="connsiteX252" fmla="*/ 280069 w 1292919"/>
                <a:gd name="connsiteY252" fmla="*/ 1331254 h 1686974"/>
                <a:gd name="connsiteX253" fmla="*/ 289462 w 1292919"/>
                <a:gd name="connsiteY253" fmla="*/ 1329157 h 1686974"/>
                <a:gd name="connsiteX254" fmla="*/ 294165 w 1292919"/>
                <a:gd name="connsiteY254" fmla="*/ 1326017 h 1686974"/>
                <a:gd name="connsiteX255" fmla="*/ 310981 w 1292919"/>
                <a:gd name="connsiteY255" fmla="*/ 1318175 h 1686974"/>
                <a:gd name="connsiteX256" fmla="*/ 302249 w 1292919"/>
                <a:gd name="connsiteY256" fmla="*/ 1290467 h 1686974"/>
                <a:gd name="connsiteX257" fmla="*/ 278099 w 1292919"/>
                <a:gd name="connsiteY257" fmla="*/ 1313472 h 1686974"/>
                <a:gd name="connsiteX258" fmla="*/ 248345 w 1292919"/>
                <a:gd name="connsiteY258" fmla="*/ 1293136 h 1686974"/>
                <a:gd name="connsiteX259" fmla="*/ 234770 w 1292919"/>
                <a:gd name="connsiteY259" fmla="*/ 1273270 h 1686974"/>
                <a:gd name="connsiteX260" fmla="*/ 232228 w 1292919"/>
                <a:gd name="connsiteY260" fmla="*/ 1267385 h 1686974"/>
                <a:gd name="connsiteX261" fmla="*/ 209350 w 1292919"/>
                <a:gd name="connsiteY261" fmla="*/ 1255883 h 1686974"/>
                <a:gd name="connsiteX262" fmla="*/ 188073 w 1292919"/>
                <a:gd name="connsiteY262" fmla="*/ 1255488 h 1686974"/>
                <a:gd name="connsiteX263" fmla="*/ 184679 w 1292919"/>
                <a:gd name="connsiteY263" fmla="*/ 1261373 h 1686974"/>
                <a:gd name="connsiteX264" fmla="*/ 172427 w 1292919"/>
                <a:gd name="connsiteY264" fmla="*/ 1275494 h 1686974"/>
                <a:gd name="connsiteX265" fmla="*/ 163288 w 1292919"/>
                <a:gd name="connsiteY265" fmla="*/ 1272749 h 1686974"/>
                <a:gd name="connsiteX266" fmla="*/ 153488 w 1292919"/>
                <a:gd name="connsiteY266" fmla="*/ 1269737 h 1686974"/>
                <a:gd name="connsiteX267" fmla="*/ 144108 w 1292919"/>
                <a:gd name="connsiteY267" fmla="*/ 1249870 h 1686974"/>
                <a:gd name="connsiteX268" fmla="*/ 130267 w 1292919"/>
                <a:gd name="connsiteY268" fmla="*/ 1244507 h 1686974"/>
                <a:gd name="connsiteX269" fmla="*/ 126454 w 1292919"/>
                <a:gd name="connsiteY269" fmla="*/ 1257979 h 1686974"/>
                <a:gd name="connsiteX270" fmla="*/ 128131 w 1292919"/>
                <a:gd name="connsiteY270" fmla="*/ 1266457 h 1686974"/>
                <a:gd name="connsiteX271" fmla="*/ 99686 w 1292919"/>
                <a:gd name="connsiteY271" fmla="*/ 1278761 h 1686974"/>
                <a:gd name="connsiteX272" fmla="*/ 90420 w 1292919"/>
                <a:gd name="connsiteY272" fmla="*/ 1275088 h 1686974"/>
                <a:gd name="connsiteX273" fmla="*/ 99559 w 1292919"/>
                <a:gd name="connsiteY273" fmla="*/ 1250786 h 1686974"/>
                <a:gd name="connsiteX274" fmla="*/ 103613 w 1292919"/>
                <a:gd name="connsiteY274" fmla="*/ 1223204 h 1686974"/>
                <a:gd name="connsiteX275" fmla="*/ 98263 w 1292919"/>
                <a:gd name="connsiteY275" fmla="*/ 1202156 h 1686974"/>
                <a:gd name="connsiteX276" fmla="*/ 108685 w 1292919"/>
                <a:gd name="connsiteY276" fmla="*/ 1178515 h 1686974"/>
                <a:gd name="connsiteX277" fmla="*/ 97093 w 1292919"/>
                <a:gd name="connsiteY277" fmla="*/ 1087282 h 1686974"/>
                <a:gd name="connsiteX278" fmla="*/ 109867 w 1292919"/>
                <a:gd name="connsiteY278" fmla="*/ 1068458 h 1686974"/>
                <a:gd name="connsiteX279" fmla="*/ 112485 w 1292919"/>
                <a:gd name="connsiteY279" fmla="*/ 1058379 h 1686974"/>
                <a:gd name="connsiteX280" fmla="*/ 140549 w 1292919"/>
                <a:gd name="connsiteY280" fmla="*/ 1057476 h 1686974"/>
                <a:gd name="connsiteX281" fmla="*/ 160377 w 1292919"/>
                <a:gd name="connsiteY281" fmla="*/ 1022193 h 1686974"/>
                <a:gd name="connsiteX282" fmla="*/ 193424 w 1292919"/>
                <a:gd name="connsiteY282" fmla="*/ 1020756 h 1686974"/>
                <a:gd name="connsiteX283" fmla="*/ 205422 w 1292919"/>
                <a:gd name="connsiteY283" fmla="*/ 1032780 h 1686974"/>
                <a:gd name="connsiteX284" fmla="*/ 212871 w 1292919"/>
                <a:gd name="connsiteY284" fmla="*/ 1036822 h 1686974"/>
                <a:gd name="connsiteX285" fmla="*/ 242752 w 1292919"/>
                <a:gd name="connsiteY285" fmla="*/ 1021265 h 1686974"/>
                <a:gd name="connsiteX286" fmla="*/ 250721 w 1292919"/>
                <a:gd name="connsiteY286" fmla="*/ 983769 h 1686974"/>
                <a:gd name="connsiteX287" fmla="*/ 235965 w 1292919"/>
                <a:gd name="connsiteY287" fmla="*/ 974097 h 1686974"/>
                <a:gd name="connsiteX288" fmla="*/ 261932 w 1292919"/>
                <a:gd name="connsiteY288" fmla="*/ 943390 h 1686974"/>
                <a:gd name="connsiteX289" fmla="*/ 277349 w 1292919"/>
                <a:gd name="connsiteY289" fmla="*/ 931086 h 1686974"/>
                <a:gd name="connsiteX290" fmla="*/ 295601 w 1292919"/>
                <a:gd name="connsiteY290" fmla="*/ 905081 h 1686974"/>
                <a:gd name="connsiteX291" fmla="*/ 293263 w 1292919"/>
                <a:gd name="connsiteY291" fmla="*/ 897226 h 1686974"/>
                <a:gd name="connsiteX292" fmla="*/ 305007 w 1292919"/>
                <a:gd name="connsiteY292" fmla="*/ 880118 h 1686974"/>
                <a:gd name="connsiteX293" fmla="*/ 349124 w 1292919"/>
                <a:gd name="connsiteY293" fmla="*/ 833967 h 1686974"/>
                <a:gd name="connsiteX294" fmla="*/ 357589 w 1292919"/>
                <a:gd name="connsiteY294" fmla="*/ 839992 h 1686974"/>
                <a:gd name="connsiteX295" fmla="*/ 382018 w 1292919"/>
                <a:gd name="connsiteY295" fmla="*/ 813059 h 1686974"/>
                <a:gd name="connsiteX296" fmla="*/ 383963 w 1292919"/>
                <a:gd name="connsiteY296" fmla="*/ 802471 h 1686974"/>
                <a:gd name="connsiteX297" fmla="*/ 394398 w 1292919"/>
                <a:gd name="connsiteY297" fmla="*/ 770454 h 1686974"/>
                <a:gd name="connsiteX298" fmla="*/ 372790 w 1292919"/>
                <a:gd name="connsiteY298" fmla="*/ 744564 h 1686974"/>
                <a:gd name="connsiteX299" fmla="*/ 354386 w 1292919"/>
                <a:gd name="connsiteY299" fmla="*/ 751109 h 1686974"/>
                <a:gd name="connsiteX300" fmla="*/ 331508 w 1292919"/>
                <a:gd name="connsiteY300" fmla="*/ 746140 h 1686974"/>
                <a:gd name="connsiteX301" fmla="*/ 339604 w 1292919"/>
                <a:gd name="connsiteY301" fmla="*/ 717783 h 1686974"/>
                <a:gd name="connsiteX302" fmla="*/ 369486 w 1292919"/>
                <a:gd name="connsiteY302" fmla="*/ 704056 h 1686974"/>
                <a:gd name="connsiteX303" fmla="*/ 390102 w 1292919"/>
                <a:gd name="connsiteY303" fmla="*/ 662227 h 1686974"/>
                <a:gd name="connsiteX304" fmla="*/ 430177 w 1292919"/>
                <a:gd name="connsiteY304" fmla="*/ 636616 h 1686974"/>
                <a:gd name="connsiteX305" fmla="*/ 443345 w 1292919"/>
                <a:gd name="connsiteY305" fmla="*/ 591253 h 1686974"/>
                <a:gd name="connsiteX306" fmla="*/ 430304 w 1292919"/>
                <a:gd name="connsiteY306" fmla="*/ 549818 h 1686974"/>
                <a:gd name="connsiteX307" fmla="*/ 444654 w 1292919"/>
                <a:gd name="connsiteY307" fmla="*/ 523292 h 1686974"/>
                <a:gd name="connsiteX308" fmla="*/ 472972 w 1292919"/>
                <a:gd name="connsiteY308" fmla="*/ 539230 h 1686974"/>
                <a:gd name="connsiteX309" fmla="*/ 500235 w 1292919"/>
                <a:gd name="connsiteY309" fmla="*/ 516886 h 1686974"/>
                <a:gd name="connsiteX310" fmla="*/ 485746 w 1292919"/>
                <a:gd name="connsiteY310" fmla="*/ 486356 h 1686974"/>
                <a:gd name="connsiteX311" fmla="*/ 460567 w 1292919"/>
                <a:gd name="connsiteY311" fmla="*/ 452381 h 1686974"/>
                <a:gd name="connsiteX312" fmla="*/ 478971 w 1292919"/>
                <a:gd name="connsiteY312" fmla="*/ 407031 h 1686974"/>
                <a:gd name="connsiteX313" fmla="*/ 494224 w 1292919"/>
                <a:gd name="connsiteY313" fmla="*/ 388602 h 1686974"/>
                <a:gd name="connsiteX314" fmla="*/ 490690 w 1292919"/>
                <a:gd name="connsiteY314" fmla="*/ 383886 h 1686974"/>
                <a:gd name="connsiteX315" fmla="*/ 463414 w 1292919"/>
                <a:gd name="connsiteY315" fmla="*/ 347293 h 1686974"/>
                <a:gd name="connsiteX316" fmla="*/ 439671 w 1292919"/>
                <a:gd name="connsiteY316" fmla="*/ 356318 h 1686974"/>
                <a:gd name="connsiteX317" fmla="*/ 452852 w 1292919"/>
                <a:gd name="connsiteY317" fmla="*/ 404540 h 1686974"/>
                <a:gd name="connsiteX318" fmla="*/ 433138 w 1292919"/>
                <a:gd name="connsiteY318" fmla="*/ 410158 h 1686974"/>
                <a:gd name="connsiteX319" fmla="*/ 391767 w 1292919"/>
                <a:gd name="connsiteY319" fmla="*/ 339858 h 1686974"/>
                <a:gd name="connsiteX320" fmla="*/ 365940 w 1292919"/>
                <a:gd name="connsiteY320" fmla="*/ 330681 h 1686974"/>
                <a:gd name="connsiteX321" fmla="*/ 359927 w 1292919"/>
                <a:gd name="connsiteY321" fmla="*/ 291216 h 1686974"/>
                <a:gd name="connsiteX322" fmla="*/ 366194 w 1292919"/>
                <a:gd name="connsiteY322" fmla="*/ 292004 h 1686974"/>
                <a:gd name="connsiteX323" fmla="*/ 370375 w 1292919"/>
                <a:gd name="connsiteY323" fmla="*/ 284937 h 1686974"/>
                <a:gd name="connsiteX324" fmla="*/ 371545 w 1292919"/>
                <a:gd name="connsiteY324" fmla="*/ 277235 h 1686974"/>
                <a:gd name="connsiteX325" fmla="*/ 385246 w 1292919"/>
                <a:gd name="connsiteY325" fmla="*/ 271617 h 1686974"/>
                <a:gd name="connsiteX326" fmla="*/ 200592 w 1292919"/>
                <a:gd name="connsiteY326" fmla="*/ 691422 h 1686974"/>
                <a:gd name="connsiteX327" fmla="*/ 212604 w 1292919"/>
                <a:gd name="connsiteY327" fmla="*/ 681890 h 1686974"/>
                <a:gd name="connsiteX328" fmla="*/ 234656 w 1292919"/>
                <a:gd name="connsiteY328" fmla="*/ 715610 h 1686974"/>
                <a:gd name="connsiteX329" fmla="*/ 244430 w 1292919"/>
                <a:gd name="connsiteY329" fmla="*/ 724621 h 1686974"/>
                <a:gd name="connsiteX330" fmla="*/ 253975 w 1292919"/>
                <a:gd name="connsiteY330" fmla="*/ 732463 h 1686974"/>
                <a:gd name="connsiteX331" fmla="*/ 273422 w 1292919"/>
                <a:gd name="connsiteY331" fmla="*/ 755990 h 1686974"/>
                <a:gd name="connsiteX332" fmla="*/ 241303 w 1292919"/>
                <a:gd name="connsiteY332" fmla="*/ 806183 h 1686974"/>
                <a:gd name="connsiteX333" fmla="*/ 235825 w 1292919"/>
                <a:gd name="connsiteY333" fmla="*/ 814152 h 1686974"/>
                <a:gd name="connsiteX334" fmla="*/ 240134 w 1292919"/>
                <a:gd name="connsiteY334" fmla="*/ 820431 h 1686974"/>
                <a:gd name="connsiteX335" fmla="*/ 232177 w 1292919"/>
                <a:gd name="connsiteY335" fmla="*/ 831145 h 1686974"/>
                <a:gd name="connsiteX336" fmla="*/ 210888 w 1292919"/>
                <a:gd name="connsiteY336" fmla="*/ 824994 h 1686974"/>
                <a:gd name="connsiteX337" fmla="*/ 184539 w 1292919"/>
                <a:gd name="connsiteY337" fmla="*/ 806831 h 1686974"/>
                <a:gd name="connsiteX338" fmla="*/ 162932 w 1292919"/>
                <a:gd name="connsiteY338" fmla="*/ 797807 h 1686974"/>
                <a:gd name="connsiteX339" fmla="*/ 140613 w 1292919"/>
                <a:gd name="connsiteY339" fmla="*/ 804085 h 1686974"/>
                <a:gd name="connsiteX340" fmla="*/ 128208 w 1292919"/>
                <a:gd name="connsiteY340" fmla="*/ 820024 h 1686974"/>
                <a:gd name="connsiteX341" fmla="*/ 117646 w 1292919"/>
                <a:gd name="connsiteY341" fmla="*/ 822655 h 1686974"/>
                <a:gd name="connsiteX342" fmla="*/ 90763 w 1292919"/>
                <a:gd name="connsiteY342" fmla="*/ 826570 h 1686974"/>
                <a:gd name="connsiteX343" fmla="*/ 80062 w 1292919"/>
                <a:gd name="connsiteY343" fmla="*/ 815321 h 1686974"/>
                <a:gd name="connsiteX344" fmla="*/ 92073 w 1292919"/>
                <a:gd name="connsiteY344" fmla="*/ 796256 h 1686974"/>
                <a:gd name="connsiteX345" fmla="*/ 137346 w 1292919"/>
                <a:gd name="connsiteY345" fmla="*/ 789901 h 1686974"/>
                <a:gd name="connsiteX346" fmla="*/ 165144 w 1292919"/>
                <a:gd name="connsiteY346" fmla="*/ 745212 h 1686974"/>
                <a:gd name="connsiteX347" fmla="*/ 181845 w 1292919"/>
                <a:gd name="connsiteY347" fmla="*/ 721062 h 1686974"/>
                <a:gd name="connsiteX348" fmla="*/ 237122 w 1292919"/>
                <a:gd name="connsiteY348" fmla="*/ 652478 h 1686974"/>
                <a:gd name="connsiteX349" fmla="*/ 215069 w 1292919"/>
                <a:gd name="connsiteY349" fmla="*/ 648665 h 1686974"/>
                <a:gd name="connsiteX350" fmla="*/ 194326 w 1292919"/>
                <a:gd name="connsiteY350" fmla="*/ 669192 h 1686974"/>
                <a:gd name="connsiteX351" fmla="*/ 157912 w 1292919"/>
                <a:gd name="connsiteY351" fmla="*/ 685398 h 1686974"/>
                <a:gd name="connsiteX352" fmla="*/ 141871 w 1292919"/>
                <a:gd name="connsiteY352" fmla="*/ 673501 h 1686974"/>
                <a:gd name="connsiteX353" fmla="*/ 135605 w 1292919"/>
                <a:gd name="connsiteY353" fmla="*/ 668010 h 1686974"/>
                <a:gd name="connsiteX354" fmla="*/ 102317 w 1292919"/>
                <a:gd name="connsiteY354" fmla="*/ 656113 h 1686974"/>
                <a:gd name="connsiteX355" fmla="*/ 72702 w 1292919"/>
                <a:gd name="connsiteY355" fmla="*/ 629206 h 1686974"/>
                <a:gd name="connsiteX356" fmla="*/ 61861 w 1292919"/>
                <a:gd name="connsiteY356" fmla="*/ 639527 h 1686974"/>
                <a:gd name="connsiteX357" fmla="*/ 53116 w 1292919"/>
                <a:gd name="connsiteY357" fmla="*/ 629727 h 1686974"/>
                <a:gd name="connsiteX358" fmla="*/ 74266 w 1292919"/>
                <a:gd name="connsiteY358" fmla="*/ 602794 h 1686974"/>
                <a:gd name="connsiteX359" fmla="*/ 59395 w 1292919"/>
                <a:gd name="connsiteY359" fmla="*/ 596922 h 1686974"/>
                <a:gd name="connsiteX360" fmla="*/ 39821 w 1292919"/>
                <a:gd name="connsiteY360" fmla="*/ 577691 h 1686974"/>
                <a:gd name="connsiteX361" fmla="*/ 92530 w 1292919"/>
                <a:gd name="connsiteY361" fmla="*/ 523711 h 1686974"/>
                <a:gd name="connsiteX362" fmla="*/ 123200 w 1292919"/>
                <a:gd name="connsiteY362" fmla="*/ 494046 h 1686974"/>
                <a:gd name="connsiteX363" fmla="*/ 132987 w 1292919"/>
                <a:gd name="connsiteY363" fmla="*/ 485949 h 1686974"/>
                <a:gd name="connsiteX364" fmla="*/ 144731 w 1292919"/>
                <a:gd name="connsiteY364" fmla="*/ 484106 h 1686974"/>
                <a:gd name="connsiteX365" fmla="*/ 171613 w 1292919"/>
                <a:gd name="connsiteY365" fmla="*/ 471955 h 1686974"/>
                <a:gd name="connsiteX366" fmla="*/ 201774 w 1292919"/>
                <a:gd name="connsiteY366" fmla="*/ 439150 h 1686974"/>
                <a:gd name="connsiteX367" fmla="*/ 216251 w 1292919"/>
                <a:gd name="connsiteY367" fmla="*/ 426872 h 1686974"/>
                <a:gd name="connsiteX368" fmla="*/ 226953 w 1292919"/>
                <a:gd name="connsiteY368" fmla="*/ 423860 h 1686974"/>
                <a:gd name="connsiteX369" fmla="*/ 229826 w 1292919"/>
                <a:gd name="connsiteY369" fmla="*/ 416806 h 1686974"/>
                <a:gd name="connsiteX370" fmla="*/ 239219 w 1292919"/>
                <a:gd name="connsiteY370" fmla="*/ 411048 h 1686974"/>
                <a:gd name="connsiteX371" fmla="*/ 248751 w 1292919"/>
                <a:gd name="connsiteY371" fmla="*/ 405036 h 1686974"/>
                <a:gd name="connsiteX372" fmla="*/ 257229 w 1292919"/>
                <a:gd name="connsiteY372" fmla="*/ 391182 h 1686974"/>
                <a:gd name="connsiteX373" fmla="*/ 294673 w 1292919"/>
                <a:gd name="connsiteY373" fmla="*/ 345946 h 1686974"/>
                <a:gd name="connsiteX374" fmla="*/ 334749 w 1292919"/>
                <a:gd name="connsiteY374" fmla="*/ 366600 h 1686974"/>
                <a:gd name="connsiteX375" fmla="*/ 355365 w 1292919"/>
                <a:gd name="connsiteY375" fmla="*/ 394054 h 1686974"/>
                <a:gd name="connsiteX376" fmla="*/ 347535 w 1292919"/>
                <a:gd name="connsiteY376" fmla="*/ 421369 h 1686974"/>
                <a:gd name="connsiteX377" fmla="*/ 373629 w 1292919"/>
                <a:gd name="connsiteY377" fmla="*/ 446077 h 1686974"/>
                <a:gd name="connsiteX378" fmla="*/ 351577 w 1292919"/>
                <a:gd name="connsiteY378" fmla="*/ 466096 h 1686974"/>
                <a:gd name="connsiteX379" fmla="*/ 327428 w 1292919"/>
                <a:gd name="connsiteY379" fmla="*/ 503210 h 1686974"/>
                <a:gd name="connsiteX380" fmla="*/ 322610 w 1292919"/>
                <a:gd name="connsiteY380" fmla="*/ 535214 h 1686974"/>
                <a:gd name="connsiteX381" fmla="*/ 326665 w 1292919"/>
                <a:gd name="connsiteY381" fmla="*/ 576395 h 1686974"/>
                <a:gd name="connsiteX382" fmla="*/ 375599 w 1292919"/>
                <a:gd name="connsiteY382" fmla="*/ 589461 h 1686974"/>
                <a:gd name="connsiteX383" fmla="*/ 364160 w 1292919"/>
                <a:gd name="connsiteY383" fmla="*/ 611818 h 1686974"/>
                <a:gd name="connsiteX384" fmla="*/ 354500 w 1292919"/>
                <a:gd name="connsiteY384" fmla="*/ 618478 h 1686974"/>
                <a:gd name="connsiteX385" fmla="*/ 345501 w 1292919"/>
                <a:gd name="connsiteY385" fmla="*/ 648030 h 1686974"/>
                <a:gd name="connsiteX386" fmla="*/ 333236 w 1292919"/>
                <a:gd name="connsiteY386" fmla="*/ 667095 h 1686974"/>
                <a:gd name="connsiteX387" fmla="*/ 322000 w 1292919"/>
                <a:gd name="connsiteY387" fmla="*/ 655656 h 1686974"/>
                <a:gd name="connsiteX388" fmla="*/ 263686 w 1292919"/>
                <a:gd name="connsiteY388" fmla="*/ 677606 h 168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Lst>
              <a:rect l="l" t="t" r="r" b="b"/>
              <a:pathLst>
                <a:path w="1292919" h="1686974">
                  <a:moveTo>
                    <a:pt x="995603" y="217014"/>
                  </a:moveTo>
                  <a:lnTo>
                    <a:pt x="995476" y="223801"/>
                  </a:lnTo>
                  <a:lnTo>
                    <a:pt x="963624" y="238710"/>
                  </a:lnTo>
                  <a:lnTo>
                    <a:pt x="959442" y="228911"/>
                  </a:lnTo>
                  <a:lnTo>
                    <a:pt x="961400" y="214790"/>
                  </a:lnTo>
                  <a:lnTo>
                    <a:pt x="987240" y="192572"/>
                  </a:lnTo>
                  <a:lnTo>
                    <a:pt x="997154" y="198444"/>
                  </a:lnTo>
                  <a:close/>
                  <a:moveTo>
                    <a:pt x="751427" y="269126"/>
                  </a:moveTo>
                  <a:lnTo>
                    <a:pt x="759269" y="303354"/>
                  </a:lnTo>
                  <a:lnTo>
                    <a:pt x="769832" y="306901"/>
                  </a:lnTo>
                  <a:lnTo>
                    <a:pt x="799586" y="285852"/>
                  </a:lnTo>
                  <a:lnTo>
                    <a:pt x="795011" y="260101"/>
                  </a:lnTo>
                  <a:close/>
                  <a:moveTo>
                    <a:pt x="702239" y="924858"/>
                  </a:moveTo>
                  <a:lnTo>
                    <a:pt x="713449" y="926561"/>
                  </a:lnTo>
                  <a:lnTo>
                    <a:pt x="718165" y="934276"/>
                  </a:lnTo>
                  <a:lnTo>
                    <a:pt x="726376" y="926561"/>
                  </a:lnTo>
                  <a:lnTo>
                    <a:pt x="730557" y="928391"/>
                  </a:lnTo>
                  <a:lnTo>
                    <a:pt x="725473" y="933996"/>
                  </a:lnTo>
                  <a:lnTo>
                    <a:pt x="725219" y="943173"/>
                  </a:lnTo>
                  <a:lnTo>
                    <a:pt x="719347" y="945245"/>
                  </a:lnTo>
                  <a:lnTo>
                    <a:pt x="715165" y="952566"/>
                  </a:lnTo>
                  <a:lnTo>
                    <a:pt x="707539" y="955972"/>
                  </a:lnTo>
                  <a:lnTo>
                    <a:pt x="691105" y="975699"/>
                  </a:lnTo>
                  <a:lnTo>
                    <a:pt x="689910" y="989820"/>
                  </a:lnTo>
                  <a:lnTo>
                    <a:pt x="684572" y="999352"/>
                  </a:lnTo>
                  <a:lnTo>
                    <a:pt x="675675" y="1005250"/>
                  </a:lnTo>
                  <a:lnTo>
                    <a:pt x="681025" y="1011783"/>
                  </a:lnTo>
                  <a:lnTo>
                    <a:pt x="691092" y="1010512"/>
                  </a:lnTo>
                  <a:lnTo>
                    <a:pt x="695248" y="1000344"/>
                  </a:lnTo>
                  <a:lnTo>
                    <a:pt x="705823" y="1004157"/>
                  </a:lnTo>
                  <a:lnTo>
                    <a:pt x="707781" y="1009241"/>
                  </a:lnTo>
                  <a:lnTo>
                    <a:pt x="698121" y="1027811"/>
                  </a:lnTo>
                  <a:lnTo>
                    <a:pt x="703726" y="1045452"/>
                  </a:lnTo>
                  <a:lnTo>
                    <a:pt x="699277" y="1078651"/>
                  </a:lnTo>
                  <a:lnTo>
                    <a:pt x="701641" y="1102801"/>
                  </a:lnTo>
                  <a:lnTo>
                    <a:pt x="698769" y="1120061"/>
                  </a:lnTo>
                  <a:lnTo>
                    <a:pt x="703980" y="1122413"/>
                  </a:lnTo>
                  <a:lnTo>
                    <a:pt x="701120" y="1129480"/>
                  </a:lnTo>
                  <a:lnTo>
                    <a:pt x="708162" y="1148951"/>
                  </a:lnTo>
                  <a:lnTo>
                    <a:pt x="709979" y="1163060"/>
                  </a:lnTo>
                  <a:lnTo>
                    <a:pt x="717682" y="1160187"/>
                  </a:lnTo>
                  <a:lnTo>
                    <a:pt x="724736" y="1167902"/>
                  </a:lnTo>
                  <a:lnTo>
                    <a:pt x="729947" y="1165551"/>
                  </a:lnTo>
                  <a:lnTo>
                    <a:pt x="728257" y="1137055"/>
                  </a:lnTo>
                  <a:lnTo>
                    <a:pt x="727087" y="1106995"/>
                  </a:lnTo>
                  <a:lnTo>
                    <a:pt x="721736" y="1098098"/>
                  </a:lnTo>
                  <a:lnTo>
                    <a:pt x="720567" y="1075093"/>
                  </a:lnTo>
                  <a:lnTo>
                    <a:pt x="714034" y="1067390"/>
                  </a:lnTo>
                  <a:lnTo>
                    <a:pt x="712598" y="1039428"/>
                  </a:lnTo>
                  <a:lnTo>
                    <a:pt x="716411" y="1031319"/>
                  </a:lnTo>
                  <a:lnTo>
                    <a:pt x="714708" y="1023095"/>
                  </a:lnTo>
                  <a:lnTo>
                    <a:pt x="722677" y="1014859"/>
                  </a:lnTo>
                  <a:lnTo>
                    <a:pt x="714059" y="991713"/>
                  </a:lnTo>
                  <a:lnTo>
                    <a:pt x="724761" y="977478"/>
                  </a:lnTo>
                  <a:lnTo>
                    <a:pt x="731803" y="978647"/>
                  </a:lnTo>
                  <a:lnTo>
                    <a:pt x="737675" y="966878"/>
                  </a:lnTo>
                  <a:lnTo>
                    <a:pt x="735984" y="956824"/>
                  </a:lnTo>
                  <a:lnTo>
                    <a:pt x="747195" y="958527"/>
                  </a:lnTo>
                  <a:lnTo>
                    <a:pt x="755431" y="953303"/>
                  </a:lnTo>
                  <a:lnTo>
                    <a:pt x="761684" y="945588"/>
                  </a:lnTo>
                  <a:lnTo>
                    <a:pt x="763655" y="939703"/>
                  </a:lnTo>
                  <a:lnTo>
                    <a:pt x="760248" y="935522"/>
                  </a:lnTo>
                  <a:lnTo>
                    <a:pt x="754262" y="943249"/>
                  </a:lnTo>
                  <a:lnTo>
                    <a:pt x="747729" y="946097"/>
                  </a:lnTo>
                  <a:lnTo>
                    <a:pt x="741844" y="941407"/>
                  </a:lnTo>
                  <a:lnTo>
                    <a:pt x="740039" y="924019"/>
                  </a:lnTo>
                  <a:lnTo>
                    <a:pt x="728790" y="918935"/>
                  </a:lnTo>
                  <a:lnTo>
                    <a:pt x="728663" y="912669"/>
                  </a:lnTo>
                  <a:lnTo>
                    <a:pt x="719766" y="903772"/>
                  </a:lnTo>
                  <a:lnTo>
                    <a:pt x="714682" y="888735"/>
                  </a:lnTo>
                  <a:lnTo>
                    <a:pt x="717682" y="883779"/>
                  </a:lnTo>
                  <a:lnTo>
                    <a:pt x="735705" y="877906"/>
                  </a:lnTo>
                  <a:lnTo>
                    <a:pt x="738247" y="864560"/>
                  </a:lnTo>
                  <a:lnTo>
                    <a:pt x="746483" y="856845"/>
                  </a:lnTo>
                  <a:lnTo>
                    <a:pt x="739696" y="853452"/>
                  </a:lnTo>
                  <a:lnTo>
                    <a:pt x="730163" y="858943"/>
                  </a:lnTo>
                  <a:lnTo>
                    <a:pt x="727036" y="869276"/>
                  </a:lnTo>
                  <a:lnTo>
                    <a:pt x="722855" y="872797"/>
                  </a:lnTo>
                  <a:lnTo>
                    <a:pt x="716334" y="871627"/>
                  </a:lnTo>
                  <a:lnTo>
                    <a:pt x="712280" y="879330"/>
                  </a:lnTo>
                  <a:lnTo>
                    <a:pt x="698057" y="885075"/>
                  </a:lnTo>
                  <a:lnTo>
                    <a:pt x="698057" y="890566"/>
                  </a:lnTo>
                  <a:lnTo>
                    <a:pt x="704578" y="888735"/>
                  </a:lnTo>
                  <a:lnTo>
                    <a:pt x="708111" y="893578"/>
                  </a:lnTo>
                  <a:lnTo>
                    <a:pt x="708238" y="900899"/>
                  </a:lnTo>
                  <a:lnTo>
                    <a:pt x="701591" y="904814"/>
                  </a:lnTo>
                  <a:lnTo>
                    <a:pt x="699887" y="918922"/>
                  </a:lnTo>
                  <a:close/>
                  <a:moveTo>
                    <a:pt x="50383" y="749330"/>
                  </a:moveTo>
                  <a:lnTo>
                    <a:pt x="77265" y="760693"/>
                  </a:lnTo>
                  <a:lnTo>
                    <a:pt x="73224" y="797031"/>
                  </a:lnTo>
                  <a:lnTo>
                    <a:pt x="44778" y="840945"/>
                  </a:lnTo>
                  <a:lnTo>
                    <a:pt x="20120" y="836764"/>
                  </a:lnTo>
                  <a:lnTo>
                    <a:pt x="0" y="807225"/>
                  </a:lnTo>
                  <a:close/>
                  <a:moveTo>
                    <a:pt x="416056" y="247938"/>
                  </a:moveTo>
                  <a:lnTo>
                    <a:pt x="424661" y="236499"/>
                  </a:lnTo>
                  <a:lnTo>
                    <a:pt x="439544" y="227207"/>
                  </a:lnTo>
                  <a:lnTo>
                    <a:pt x="491859" y="255055"/>
                  </a:lnTo>
                  <a:lnTo>
                    <a:pt x="484945" y="286018"/>
                  </a:lnTo>
                  <a:lnTo>
                    <a:pt x="536371" y="342362"/>
                  </a:lnTo>
                  <a:lnTo>
                    <a:pt x="504392" y="372155"/>
                  </a:lnTo>
                  <a:lnTo>
                    <a:pt x="531159" y="389758"/>
                  </a:lnTo>
                  <a:lnTo>
                    <a:pt x="549945" y="367274"/>
                  </a:lnTo>
                  <a:lnTo>
                    <a:pt x="582572" y="381916"/>
                  </a:lnTo>
                  <a:lnTo>
                    <a:pt x="596414" y="431193"/>
                  </a:lnTo>
                  <a:lnTo>
                    <a:pt x="577081" y="451060"/>
                  </a:lnTo>
                  <a:lnTo>
                    <a:pt x="588050" y="468574"/>
                  </a:lnTo>
                  <a:lnTo>
                    <a:pt x="618974" y="445454"/>
                  </a:lnTo>
                  <a:lnTo>
                    <a:pt x="633337" y="426389"/>
                  </a:lnTo>
                  <a:lnTo>
                    <a:pt x="635815" y="422207"/>
                  </a:lnTo>
                  <a:lnTo>
                    <a:pt x="639628" y="418814"/>
                  </a:lnTo>
                  <a:lnTo>
                    <a:pt x="653063" y="403790"/>
                  </a:lnTo>
                  <a:lnTo>
                    <a:pt x="643149" y="370845"/>
                  </a:lnTo>
                  <a:lnTo>
                    <a:pt x="668989" y="324580"/>
                  </a:lnTo>
                  <a:lnTo>
                    <a:pt x="687114" y="322038"/>
                  </a:lnTo>
                  <a:lnTo>
                    <a:pt x="700561" y="333134"/>
                  </a:lnTo>
                  <a:lnTo>
                    <a:pt x="723528" y="310256"/>
                  </a:lnTo>
                  <a:lnTo>
                    <a:pt x="703688" y="299274"/>
                  </a:lnTo>
                  <a:lnTo>
                    <a:pt x="701209" y="287378"/>
                  </a:lnTo>
                  <a:lnTo>
                    <a:pt x="689770" y="271960"/>
                  </a:lnTo>
                  <a:lnTo>
                    <a:pt x="700726" y="257839"/>
                  </a:lnTo>
                  <a:lnTo>
                    <a:pt x="698184" y="246997"/>
                  </a:lnTo>
                  <a:lnTo>
                    <a:pt x="701311" y="243591"/>
                  </a:lnTo>
                  <a:lnTo>
                    <a:pt x="709280" y="248815"/>
                  </a:lnTo>
                  <a:lnTo>
                    <a:pt x="722982" y="246209"/>
                  </a:lnTo>
                  <a:lnTo>
                    <a:pt x="742301" y="228707"/>
                  </a:lnTo>
                  <a:lnTo>
                    <a:pt x="763299" y="206998"/>
                  </a:lnTo>
                  <a:lnTo>
                    <a:pt x="787448" y="183739"/>
                  </a:lnTo>
                  <a:lnTo>
                    <a:pt x="787982" y="171842"/>
                  </a:lnTo>
                  <a:lnTo>
                    <a:pt x="766832" y="142608"/>
                  </a:lnTo>
                  <a:lnTo>
                    <a:pt x="747767" y="138935"/>
                  </a:lnTo>
                  <a:lnTo>
                    <a:pt x="709789" y="158280"/>
                  </a:lnTo>
                  <a:lnTo>
                    <a:pt x="647407" y="187437"/>
                  </a:lnTo>
                  <a:lnTo>
                    <a:pt x="639781" y="155929"/>
                  </a:lnTo>
                  <a:lnTo>
                    <a:pt x="642386" y="103906"/>
                  </a:lnTo>
                  <a:lnTo>
                    <a:pt x="597901" y="84434"/>
                  </a:lnTo>
                  <a:lnTo>
                    <a:pt x="597774" y="73846"/>
                  </a:lnTo>
                  <a:lnTo>
                    <a:pt x="618390" y="75549"/>
                  </a:lnTo>
                  <a:lnTo>
                    <a:pt x="685194" y="86264"/>
                  </a:lnTo>
                  <a:lnTo>
                    <a:pt x="699290" y="81434"/>
                  </a:lnTo>
                  <a:lnTo>
                    <a:pt x="709344" y="83252"/>
                  </a:lnTo>
                  <a:lnTo>
                    <a:pt x="799586" y="61949"/>
                  </a:lnTo>
                  <a:lnTo>
                    <a:pt x="817215" y="57653"/>
                  </a:lnTo>
                  <a:lnTo>
                    <a:pt x="831819" y="53980"/>
                  </a:lnTo>
                  <a:lnTo>
                    <a:pt x="844529" y="50587"/>
                  </a:lnTo>
                  <a:lnTo>
                    <a:pt x="867243" y="38550"/>
                  </a:lnTo>
                  <a:lnTo>
                    <a:pt x="882635" y="30720"/>
                  </a:lnTo>
                  <a:lnTo>
                    <a:pt x="900251" y="21302"/>
                  </a:lnTo>
                  <a:lnTo>
                    <a:pt x="925824" y="8096"/>
                  </a:lnTo>
                  <a:lnTo>
                    <a:pt x="957600" y="0"/>
                  </a:lnTo>
                  <a:lnTo>
                    <a:pt x="972610" y="31508"/>
                  </a:lnTo>
                  <a:lnTo>
                    <a:pt x="985651" y="41168"/>
                  </a:lnTo>
                  <a:lnTo>
                    <a:pt x="988523" y="71355"/>
                  </a:lnTo>
                  <a:lnTo>
                    <a:pt x="972076" y="89149"/>
                  </a:lnTo>
                  <a:lnTo>
                    <a:pt x="914016" y="120925"/>
                  </a:lnTo>
                  <a:lnTo>
                    <a:pt x="913228" y="128894"/>
                  </a:lnTo>
                  <a:lnTo>
                    <a:pt x="930336" y="128360"/>
                  </a:lnTo>
                  <a:lnTo>
                    <a:pt x="941775" y="165220"/>
                  </a:lnTo>
                  <a:lnTo>
                    <a:pt x="933692" y="196856"/>
                  </a:lnTo>
                  <a:lnTo>
                    <a:pt x="948296" y="230703"/>
                  </a:lnTo>
                  <a:lnTo>
                    <a:pt x="936043" y="246769"/>
                  </a:lnTo>
                  <a:lnTo>
                    <a:pt x="932116" y="273701"/>
                  </a:lnTo>
                  <a:lnTo>
                    <a:pt x="900340" y="310180"/>
                  </a:lnTo>
                  <a:lnTo>
                    <a:pt x="916126" y="314349"/>
                  </a:lnTo>
                  <a:lnTo>
                    <a:pt x="961285" y="319331"/>
                  </a:lnTo>
                  <a:lnTo>
                    <a:pt x="973996" y="303901"/>
                  </a:lnTo>
                  <a:lnTo>
                    <a:pt x="987557" y="299973"/>
                  </a:lnTo>
                  <a:lnTo>
                    <a:pt x="1006470" y="317361"/>
                  </a:lnTo>
                  <a:lnTo>
                    <a:pt x="1041589" y="316713"/>
                  </a:lnTo>
                  <a:lnTo>
                    <a:pt x="1091031" y="342845"/>
                  </a:lnTo>
                  <a:lnTo>
                    <a:pt x="1200784" y="327593"/>
                  </a:lnTo>
                  <a:lnTo>
                    <a:pt x="1214879" y="348234"/>
                  </a:lnTo>
                  <a:lnTo>
                    <a:pt x="1238508" y="344421"/>
                  </a:lnTo>
                  <a:lnTo>
                    <a:pt x="1241113" y="361135"/>
                  </a:lnTo>
                  <a:lnTo>
                    <a:pt x="1250392" y="421915"/>
                  </a:lnTo>
                  <a:lnTo>
                    <a:pt x="1207177" y="462435"/>
                  </a:lnTo>
                  <a:lnTo>
                    <a:pt x="1162793" y="423491"/>
                  </a:lnTo>
                  <a:lnTo>
                    <a:pt x="1133699" y="454720"/>
                  </a:lnTo>
                  <a:lnTo>
                    <a:pt x="1189942" y="505561"/>
                  </a:lnTo>
                  <a:lnTo>
                    <a:pt x="1169860" y="535099"/>
                  </a:lnTo>
                  <a:lnTo>
                    <a:pt x="1169593" y="565159"/>
                  </a:lnTo>
                  <a:lnTo>
                    <a:pt x="1133839" y="628812"/>
                  </a:lnTo>
                  <a:lnTo>
                    <a:pt x="1136064" y="643314"/>
                  </a:lnTo>
                  <a:lnTo>
                    <a:pt x="1109690" y="693647"/>
                  </a:lnTo>
                  <a:lnTo>
                    <a:pt x="1120125" y="712852"/>
                  </a:lnTo>
                  <a:lnTo>
                    <a:pt x="1137360" y="761862"/>
                  </a:lnTo>
                  <a:lnTo>
                    <a:pt x="1128615" y="841212"/>
                  </a:lnTo>
                  <a:lnTo>
                    <a:pt x="1230132" y="872047"/>
                  </a:lnTo>
                  <a:lnTo>
                    <a:pt x="1222709" y="911449"/>
                  </a:lnTo>
                  <a:lnTo>
                    <a:pt x="1230271" y="914321"/>
                  </a:lnTo>
                  <a:lnTo>
                    <a:pt x="1292920" y="937721"/>
                  </a:lnTo>
                  <a:lnTo>
                    <a:pt x="1285091" y="982931"/>
                  </a:lnTo>
                  <a:lnTo>
                    <a:pt x="1286908" y="1039275"/>
                  </a:lnTo>
                  <a:lnTo>
                    <a:pt x="1236665" y="1066844"/>
                  </a:lnTo>
                  <a:lnTo>
                    <a:pt x="1221527" y="1041626"/>
                  </a:lnTo>
                  <a:lnTo>
                    <a:pt x="1190209" y="1041754"/>
                  </a:lnTo>
                  <a:lnTo>
                    <a:pt x="1189167" y="1082147"/>
                  </a:lnTo>
                  <a:lnTo>
                    <a:pt x="1155370" y="1097183"/>
                  </a:lnTo>
                  <a:lnTo>
                    <a:pt x="1170508" y="1230767"/>
                  </a:lnTo>
                  <a:lnTo>
                    <a:pt x="1126404" y="1267741"/>
                  </a:lnTo>
                  <a:lnTo>
                    <a:pt x="1089544" y="1253633"/>
                  </a:lnTo>
                  <a:lnTo>
                    <a:pt x="1047524" y="1319497"/>
                  </a:lnTo>
                  <a:lnTo>
                    <a:pt x="997954" y="1347853"/>
                  </a:lnTo>
                  <a:lnTo>
                    <a:pt x="964539" y="1369715"/>
                  </a:lnTo>
                  <a:lnTo>
                    <a:pt x="946402" y="1400436"/>
                  </a:lnTo>
                  <a:lnTo>
                    <a:pt x="912733" y="1413235"/>
                  </a:lnTo>
                  <a:lnTo>
                    <a:pt x="900454" y="1380048"/>
                  </a:lnTo>
                  <a:lnTo>
                    <a:pt x="862616" y="1406193"/>
                  </a:lnTo>
                  <a:lnTo>
                    <a:pt x="808064" y="1442138"/>
                  </a:lnTo>
                  <a:lnTo>
                    <a:pt x="793714" y="1487094"/>
                  </a:lnTo>
                  <a:lnTo>
                    <a:pt x="737332" y="1518869"/>
                  </a:lnTo>
                  <a:lnTo>
                    <a:pt x="724278" y="1543845"/>
                  </a:lnTo>
                  <a:lnTo>
                    <a:pt x="639209" y="1543845"/>
                  </a:lnTo>
                  <a:lnTo>
                    <a:pt x="591177" y="1577819"/>
                  </a:lnTo>
                  <a:lnTo>
                    <a:pt x="573573" y="1609595"/>
                  </a:lnTo>
                  <a:lnTo>
                    <a:pt x="556593" y="1640315"/>
                  </a:lnTo>
                  <a:lnTo>
                    <a:pt x="546018" y="1659520"/>
                  </a:lnTo>
                  <a:lnTo>
                    <a:pt x="476467" y="1686974"/>
                  </a:lnTo>
                  <a:lnTo>
                    <a:pt x="468511" y="1609200"/>
                  </a:lnTo>
                  <a:lnTo>
                    <a:pt x="479086" y="1577959"/>
                  </a:lnTo>
                  <a:lnTo>
                    <a:pt x="444883" y="1535354"/>
                  </a:lnTo>
                  <a:lnTo>
                    <a:pt x="439938" y="1524907"/>
                  </a:lnTo>
                  <a:lnTo>
                    <a:pt x="431829" y="1513925"/>
                  </a:lnTo>
                  <a:lnTo>
                    <a:pt x="437968" y="1501774"/>
                  </a:lnTo>
                  <a:lnTo>
                    <a:pt x="426758" y="1497580"/>
                  </a:lnTo>
                  <a:lnTo>
                    <a:pt x="413565" y="1492877"/>
                  </a:lnTo>
                  <a:lnTo>
                    <a:pt x="375434" y="1474307"/>
                  </a:lnTo>
                  <a:lnTo>
                    <a:pt x="328978" y="1461902"/>
                  </a:lnTo>
                  <a:lnTo>
                    <a:pt x="313179" y="1482556"/>
                  </a:lnTo>
                  <a:lnTo>
                    <a:pt x="296224" y="1477981"/>
                  </a:lnTo>
                  <a:lnTo>
                    <a:pt x="300800" y="1441769"/>
                  </a:lnTo>
                  <a:lnTo>
                    <a:pt x="281734" y="1433419"/>
                  </a:lnTo>
                  <a:lnTo>
                    <a:pt x="267512" y="1463211"/>
                  </a:lnTo>
                  <a:lnTo>
                    <a:pt x="218844" y="1520598"/>
                  </a:lnTo>
                  <a:lnTo>
                    <a:pt x="198228" y="1519136"/>
                  </a:lnTo>
                  <a:lnTo>
                    <a:pt x="181387" y="1482556"/>
                  </a:lnTo>
                  <a:lnTo>
                    <a:pt x="166783" y="1484907"/>
                  </a:lnTo>
                  <a:lnTo>
                    <a:pt x="161699" y="1462830"/>
                  </a:lnTo>
                  <a:lnTo>
                    <a:pt x="149955" y="1463732"/>
                  </a:lnTo>
                  <a:lnTo>
                    <a:pt x="125564" y="1422297"/>
                  </a:lnTo>
                  <a:lnTo>
                    <a:pt x="149447" y="1377201"/>
                  </a:lnTo>
                  <a:lnTo>
                    <a:pt x="166389" y="1387675"/>
                  </a:lnTo>
                  <a:lnTo>
                    <a:pt x="204901" y="1377507"/>
                  </a:lnTo>
                  <a:lnTo>
                    <a:pt x="214548" y="1378561"/>
                  </a:lnTo>
                  <a:lnTo>
                    <a:pt x="216251" y="1392161"/>
                  </a:lnTo>
                  <a:lnTo>
                    <a:pt x="222772" y="1393992"/>
                  </a:lnTo>
                  <a:lnTo>
                    <a:pt x="219759" y="1406409"/>
                  </a:lnTo>
                  <a:lnTo>
                    <a:pt x="225110" y="1409930"/>
                  </a:lnTo>
                  <a:lnTo>
                    <a:pt x="229826" y="1412282"/>
                  </a:lnTo>
                  <a:lnTo>
                    <a:pt x="235825" y="1398033"/>
                  </a:lnTo>
                  <a:lnTo>
                    <a:pt x="233474" y="1392161"/>
                  </a:lnTo>
                  <a:lnTo>
                    <a:pt x="237910" y="1379603"/>
                  </a:lnTo>
                  <a:lnTo>
                    <a:pt x="240795" y="1376464"/>
                  </a:lnTo>
                  <a:lnTo>
                    <a:pt x="280069" y="1331254"/>
                  </a:lnTo>
                  <a:lnTo>
                    <a:pt x="289462" y="1329157"/>
                  </a:lnTo>
                  <a:lnTo>
                    <a:pt x="294165" y="1326017"/>
                  </a:lnTo>
                  <a:lnTo>
                    <a:pt x="310981" y="1318175"/>
                  </a:lnTo>
                  <a:lnTo>
                    <a:pt x="302249" y="1290467"/>
                  </a:lnTo>
                  <a:lnTo>
                    <a:pt x="278099" y="1313472"/>
                  </a:lnTo>
                  <a:lnTo>
                    <a:pt x="248345" y="1293136"/>
                  </a:lnTo>
                  <a:lnTo>
                    <a:pt x="234770" y="1273270"/>
                  </a:lnTo>
                  <a:lnTo>
                    <a:pt x="232228" y="1267385"/>
                  </a:lnTo>
                  <a:lnTo>
                    <a:pt x="209350" y="1255883"/>
                  </a:lnTo>
                  <a:lnTo>
                    <a:pt x="188073" y="1255488"/>
                  </a:lnTo>
                  <a:lnTo>
                    <a:pt x="184679" y="1261373"/>
                  </a:lnTo>
                  <a:lnTo>
                    <a:pt x="172427" y="1275494"/>
                  </a:lnTo>
                  <a:lnTo>
                    <a:pt x="163288" y="1272749"/>
                  </a:lnTo>
                  <a:lnTo>
                    <a:pt x="153488" y="1269737"/>
                  </a:lnTo>
                  <a:lnTo>
                    <a:pt x="144108" y="1249870"/>
                  </a:lnTo>
                  <a:lnTo>
                    <a:pt x="130267" y="1244507"/>
                  </a:lnTo>
                  <a:lnTo>
                    <a:pt x="126454" y="1257979"/>
                  </a:lnTo>
                  <a:lnTo>
                    <a:pt x="128131" y="1266457"/>
                  </a:lnTo>
                  <a:lnTo>
                    <a:pt x="99686" y="1278761"/>
                  </a:lnTo>
                  <a:lnTo>
                    <a:pt x="90420" y="1275088"/>
                  </a:lnTo>
                  <a:lnTo>
                    <a:pt x="99559" y="1250786"/>
                  </a:lnTo>
                  <a:lnTo>
                    <a:pt x="103613" y="1223204"/>
                  </a:lnTo>
                  <a:lnTo>
                    <a:pt x="98263" y="1202156"/>
                  </a:lnTo>
                  <a:lnTo>
                    <a:pt x="108685" y="1178515"/>
                  </a:lnTo>
                  <a:lnTo>
                    <a:pt x="97093" y="1087282"/>
                  </a:lnTo>
                  <a:lnTo>
                    <a:pt x="109867" y="1068458"/>
                  </a:lnTo>
                  <a:lnTo>
                    <a:pt x="112485" y="1058379"/>
                  </a:lnTo>
                  <a:lnTo>
                    <a:pt x="140549" y="1057476"/>
                  </a:lnTo>
                  <a:lnTo>
                    <a:pt x="160377" y="1022193"/>
                  </a:lnTo>
                  <a:lnTo>
                    <a:pt x="193424" y="1020756"/>
                  </a:lnTo>
                  <a:lnTo>
                    <a:pt x="205422" y="1032780"/>
                  </a:lnTo>
                  <a:lnTo>
                    <a:pt x="212871" y="1036822"/>
                  </a:lnTo>
                  <a:lnTo>
                    <a:pt x="242752" y="1021265"/>
                  </a:lnTo>
                  <a:lnTo>
                    <a:pt x="250721" y="983769"/>
                  </a:lnTo>
                  <a:lnTo>
                    <a:pt x="235965" y="974097"/>
                  </a:lnTo>
                  <a:lnTo>
                    <a:pt x="261932" y="943390"/>
                  </a:lnTo>
                  <a:lnTo>
                    <a:pt x="277349" y="931086"/>
                  </a:lnTo>
                  <a:lnTo>
                    <a:pt x="295601" y="905081"/>
                  </a:lnTo>
                  <a:lnTo>
                    <a:pt x="293263" y="897226"/>
                  </a:lnTo>
                  <a:lnTo>
                    <a:pt x="305007" y="880118"/>
                  </a:lnTo>
                  <a:lnTo>
                    <a:pt x="349124" y="833967"/>
                  </a:lnTo>
                  <a:lnTo>
                    <a:pt x="357589" y="839992"/>
                  </a:lnTo>
                  <a:lnTo>
                    <a:pt x="382018" y="813059"/>
                  </a:lnTo>
                  <a:lnTo>
                    <a:pt x="383963" y="802471"/>
                  </a:lnTo>
                  <a:lnTo>
                    <a:pt x="394398" y="770454"/>
                  </a:lnTo>
                  <a:lnTo>
                    <a:pt x="372790" y="744564"/>
                  </a:lnTo>
                  <a:lnTo>
                    <a:pt x="354386" y="751109"/>
                  </a:lnTo>
                  <a:lnTo>
                    <a:pt x="331508" y="746140"/>
                  </a:lnTo>
                  <a:lnTo>
                    <a:pt x="339604" y="717783"/>
                  </a:lnTo>
                  <a:lnTo>
                    <a:pt x="369486" y="704056"/>
                  </a:lnTo>
                  <a:lnTo>
                    <a:pt x="390102" y="662227"/>
                  </a:lnTo>
                  <a:lnTo>
                    <a:pt x="430177" y="636616"/>
                  </a:lnTo>
                  <a:lnTo>
                    <a:pt x="443345" y="591253"/>
                  </a:lnTo>
                  <a:lnTo>
                    <a:pt x="430304" y="549818"/>
                  </a:lnTo>
                  <a:lnTo>
                    <a:pt x="444654" y="523292"/>
                  </a:lnTo>
                  <a:lnTo>
                    <a:pt x="472972" y="539230"/>
                  </a:lnTo>
                  <a:lnTo>
                    <a:pt x="500235" y="516886"/>
                  </a:lnTo>
                  <a:lnTo>
                    <a:pt x="485746" y="486356"/>
                  </a:lnTo>
                  <a:lnTo>
                    <a:pt x="460567" y="452381"/>
                  </a:lnTo>
                  <a:lnTo>
                    <a:pt x="478971" y="407031"/>
                  </a:lnTo>
                  <a:lnTo>
                    <a:pt x="494224" y="388602"/>
                  </a:lnTo>
                  <a:lnTo>
                    <a:pt x="490690" y="383886"/>
                  </a:lnTo>
                  <a:lnTo>
                    <a:pt x="463414" y="347293"/>
                  </a:lnTo>
                  <a:lnTo>
                    <a:pt x="439671" y="356318"/>
                  </a:lnTo>
                  <a:lnTo>
                    <a:pt x="452852" y="404540"/>
                  </a:lnTo>
                  <a:lnTo>
                    <a:pt x="433138" y="410158"/>
                  </a:lnTo>
                  <a:lnTo>
                    <a:pt x="391767" y="339858"/>
                  </a:lnTo>
                  <a:lnTo>
                    <a:pt x="365940" y="330681"/>
                  </a:lnTo>
                  <a:lnTo>
                    <a:pt x="359927" y="291216"/>
                  </a:lnTo>
                  <a:lnTo>
                    <a:pt x="366194" y="292004"/>
                  </a:lnTo>
                  <a:lnTo>
                    <a:pt x="370375" y="284937"/>
                  </a:lnTo>
                  <a:lnTo>
                    <a:pt x="371545" y="277235"/>
                  </a:lnTo>
                  <a:lnTo>
                    <a:pt x="385246" y="271617"/>
                  </a:lnTo>
                  <a:close/>
                  <a:moveTo>
                    <a:pt x="200592" y="691422"/>
                  </a:moveTo>
                  <a:lnTo>
                    <a:pt x="212604" y="681890"/>
                  </a:lnTo>
                  <a:lnTo>
                    <a:pt x="234656" y="715610"/>
                  </a:lnTo>
                  <a:lnTo>
                    <a:pt x="244430" y="724621"/>
                  </a:lnTo>
                  <a:lnTo>
                    <a:pt x="253975" y="732463"/>
                  </a:lnTo>
                  <a:lnTo>
                    <a:pt x="273422" y="755990"/>
                  </a:lnTo>
                  <a:lnTo>
                    <a:pt x="241303" y="806183"/>
                  </a:lnTo>
                  <a:lnTo>
                    <a:pt x="235825" y="814152"/>
                  </a:lnTo>
                  <a:lnTo>
                    <a:pt x="240134" y="820431"/>
                  </a:lnTo>
                  <a:lnTo>
                    <a:pt x="232177" y="831145"/>
                  </a:lnTo>
                  <a:lnTo>
                    <a:pt x="210888" y="824994"/>
                  </a:lnTo>
                  <a:lnTo>
                    <a:pt x="184539" y="806831"/>
                  </a:lnTo>
                  <a:lnTo>
                    <a:pt x="162932" y="797807"/>
                  </a:lnTo>
                  <a:lnTo>
                    <a:pt x="140613" y="804085"/>
                  </a:lnTo>
                  <a:lnTo>
                    <a:pt x="128208" y="820024"/>
                  </a:lnTo>
                  <a:lnTo>
                    <a:pt x="117646" y="822655"/>
                  </a:lnTo>
                  <a:lnTo>
                    <a:pt x="90763" y="826570"/>
                  </a:lnTo>
                  <a:lnTo>
                    <a:pt x="80062" y="815321"/>
                  </a:lnTo>
                  <a:lnTo>
                    <a:pt x="92073" y="796256"/>
                  </a:lnTo>
                  <a:lnTo>
                    <a:pt x="137346" y="789901"/>
                  </a:lnTo>
                  <a:lnTo>
                    <a:pt x="165144" y="745212"/>
                  </a:lnTo>
                  <a:lnTo>
                    <a:pt x="181845" y="721062"/>
                  </a:lnTo>
                  <a:close/>
                  <a:moveTo>
                    <a:pt x="237122" y="652478"/>
                  </a:moveTo>
                  <a:lnTo>
                    <a:pt x="215069" y="648665"/>
                  </a:lnTo>
                  <a:lnTo>
                    <a:pt x="194326" y="669192"/>
                  </a:lnTo>
                  <a:lnTo>
                    <a:pt x="157912" y="685398"/>
                  </a:lnTo>
                  <a:lnTo>
                    <a:pt x="141871" y="673501"/>
                  </a:lnTo>
                  <a:lnTo>
                    <a:pt x="135605" y="668010"/>
                  </a:lnTo>
                  <a:lnTo>
                    <a:pt x="102317" y="656113"/>
                  </a:lnTo>
                  <a:lnTo>
                    <a:pt x="72702" y="629206"/>
                  </a:lnTo>
                  <a:lnTo>
                    <a:pt x="61861" y="639527"/>
                  </a:lnTo>
                  <a:lnTo>
                    <a:pt x="53116" y="629727"/>
                  </a:lnTo>
                  <a:lnTo>
                    <a:pt x="74266" y="602794"/>
                  </a:lnTo>
                  <a:lnTo>
                    <a:pt x="59395" y="596922"/>
                  </a:lnTo>
                  <a:lnTo>
                    <a:pt x="39821" y="577691"/>
                  </a:lnTo>
                  <a:lnTo>
                    <a:pt x="92530" y="523711"/>
                  </a:lnTo>
                  <a:lnTo>
                    <a:pt x="123200" y="494046"/>
                  </a:lnTo>
                  <a:lnTo>
                    <a:pt x="132987" y="485949"/>
                  </a:lnTo>
                  <a:lnTo>
                    <a:pt x="144731" y="484106"/>
                  </a:lnTo>
                  <a:lnTo>
                    <a:pt x="171613" y="471955"/>
                  </a:lnTo>
                  <a:lnTo>
                    <a:pt x="201774" y="439150"/>
                  </a:lnTo>
                  <a:lnTo>
                    <a:pt x="216251" y="426872"/>
                  </a:lnTo>
                  <a:lnTo>
                    <a:pt x="226953" y="423860"/>
                  </a:lnTo>
                  <a:lnTo>
                    <a:pt x="229826" y="416806"/>
                  </a:lnTo>
                  <a:lnTo>
                    <a:pt x="239219" y="411048"/>
                  </a:lnTo>
                  <a:lnTo>
                    <a:pt x="248751" y="405036"/>
                  </a:lnTo>
                  <a:lnTo>
                    <a:pt x="257229" y="391182"/>
                  </a:lnTo>
                  <a:lnTo>
                    <a:pt x="294673" y="345946"/>
                  </a:lnTo>
                  <a:lnTo>
                    <a:pt x="334749" y="366600"/>
                  </a:lnTo>
                  <a:lnTo>
                    <a:pt x="355365" y="394054"/>
                  </a:lnTo>
                  <a:lnTo>
                    <a:pt x="347535" y="421369"/>
                  </a:lnTo>
                  <a:lnTo>
                    <a:pt x="373629" y="446077"/>
                  </a:lnTo>
                  <a:lnTo>
                    <a:pt x="351577" y="466096"/>
                  </a:lnTo>
                  <a:lnTo>
                    <a:pt x="327428" y="503210"/>
                  </a:lnTo>
                  <a:lnTo>
                    <a:pt x="322610" y="535214"/>
                  </a:lnTo>
                  <a:lnTo>
                    <a:pt x="326665" y="576395"/>
                  </a:lnTo>
                  <a:lnTo>
                    <a:pt x="375599" y="589461"/>
                  </a:lnTo>
                  <a:lnTo>
                    <a:pt x="364160" y="611818"/>
                  </a:lnTo>
                  <a:lnTo>
                    <a:pt x="354500" y="618478"/>
                  </a:lnTo>
                  <a:lnTo>
                    <a:pt x="345501" y="648030"/>
                  </a:lnTo>
                  <a:lnTo>
                    <a:pt x="333236" y="667095"/>
                  </a:lnTo>
                  <a:lnTo>
                    <a:pt x="322000" y="655656"/>
                  </a:lnTo>
                  <a:lnTo>
                    <a:pt x="263686" y="677606"/>
                  </a:lnTo>
                  <a:close/>
                </a:path>
              </a:pathLst>
            </a:custGeom>
            <a:solidFill>
              <a:srgbClr val="FFFFFF"/>
            </a:solidFill>
            <a:ln w="12700" cap="flat">
              <a:noFill/>
              <a:prstDash val="solid"/>
              <a:miter/>
            </a:ln>
          </p:spPr>
          <p:txBody>
            <a:bodyPr rtlCol="0" anchor="ctr"/>
            <a:lstStyle/>
            <a:p>
              <a:endParaRPr lang="de-CH"/>
            </a:p>
          </p:txBody>
        </p:sp>
        <p:sp>
          <p:nvSpPr>
            <p:cNvPr id="30" name="Freihandform: Form 29">
              <a:extLst>
                <a:ext uri="{FF2B5EF4-FFF2-40B4-BE49-F238E27FC236}">
                  <a16:creationId xmlns:a16="http://schemas.microsoft.com/office/drawing/2014/main" id="{48B1E124-CA4F-4676-D0D4-FDAD3FCA22F8}"/>
                </a:ext>
              </a:extLst>
            </p:cNvPr>
            <p:cNvSpPr/>
            <p:nvPr/>
          </p:nvSpPr>
          <p:spPr>
            <a:xfrm>
              <a:off x="3116304" y="2897994"/>
              <a:ext cx="1292919" cy="1686974"/>
            </a:xfrm>
            <a:custGeom>
              <a:avLst/>
              <a:gdLst>
                <a:gd name="connsiteX0" fmla="*/ 995603 w 1292919"/>
                <a:gd name="connsiteY0" fmla="*/ 217014 h 1686974"/>
                <a:gd name="connsiteX1" fmla="*/ 995476 w 1292919"/>
                <a:gd name="connsiteY1" fmla="*/ 223801 h 1686974"/>
                <a:gd name="connsiteX2" fmla="*/ 963624 w 1292919"/>
                <a:gd name="connsiteY2" fmla="*/ 238710 h 1686974"/>
                <a:gd name="connsiteX3" fmla="*/ 959442 w 1292919"/>
                <a:gd name="connsiteY3" fmla="*/ 228911 h 1686974"/>
                <a:gd name="connsiteX4" fmla="*/ 961400 w 1292919"/>
                <a:gd name="connsiteY4" fmla="*/ 214790 h 1686974"/>
                <a:gd name="connsiteX5" fmla="*/ 987240 w 1292919"/>
                <a:gd name="connsiteY5" fmla="*/ 192572 h 1686974"/>
                <a:gd name="connsiteX6" fmla="*/ 997154 w 1292919"/>
                <a:gd name="connsiteY6" fmla="*/ 198444 h 1686974"/>
                <a:gd name="connsiteX7" fmla="*/ 751427 w 1292919"/>
                <a:gd name="connsiteY7" fmla="*/ 269126 h 1686974"/>
                <a:gd name="connsiteX8" fmla="*/ 759269 w 1292919"/>
                <a:gd name="connsiteY8" fmla="*/ 303354 h 1686974"/>
                <a:gd name="connsiteX9" fmla="*/ 769832 w 1292919"/>
                <a:gd name="connsiteY9" fmla="*/ 306901 h 1686974"/>
                <a:gd name="connsiteX10" fmla="*/ 799586 w 1292919"/>
                <a:gd name="connsiteY10" fmla="*/ 285852 h 1686974"/>
                <a:gd name="connsiteX11" fmla="*/ 795011 w 1292919"/>
                <a:gd name="connsiteY11" fmla="*/ 260101 h 1686974"/>
                <a:gd name="connsiteX12" fmla="*/ 702239 w 1292919"/>
                <a:gd name="connsiteY12" fmla="*/ 924858 h 1686974"/>
                <a:gd name="connsiteX13" fmla="*/ 713449 w 1292919"/>
                <a:gd name="connsiteY13" fmla="*/ 926561 h 1686974"/>
                <a:gd name="connsiteX14" fmla="*/ 718165 w 1292919"/>
                <a:gd name="connsiteY14" fmla="*/ 934276 h 1686974"/>
                <a:gd name="connsiteX15" fmla="*/ 726376 w 1292919"/>
                <a:gd name="connsiteY15" fmla="*/ 926561 h 1686974"/>
                <a:gd name="connsiteX16" fmla="*/ 730557 w 1292919"/>
                <a:gd name="connsiteY16" fmla="*/ 928391 h 1686974"/>
                <a:gd name="connsiteX17" fmla="*/ 725473 w 1292919"/>
                <a:gd name="connsiteY17" fmla="*/ 933996 h 1686974"/>
                <a:gd name="connsiteX18" fmla="*/ 725219 w 1292919"/>
                <a:gd name="connsiteY18" fmla="*/ 943173 h 1686974"/>
                <a:gd name="connsiteX19" fmla="*/ 719347 w 1292919"/>
                <a:gd name="connsiteY19" fmla="*/ 945245 h 1686974"/>
                <a:gd name="connsiteX20" fmla="*/ 715165 w 1292919"/>
                <a:gd name="connsiteY20" fmla="*/ 952566 h 1686974"/>
                <a:gd name="connsiteX21" fmla="*/ 707539 w 1292919"/>
                <a:gd name="connsiteY21" fmla="*/ 955972 h 1686974"/>
                <a:gd name="connsiteX22" fmla="*/ 691105 w 1292919"/>
                <a:gd name="connsiteY22" fmla="*/ 975699 h 1686974"/>
                <a:gd name="connsiteX23" fmla="*/ 689910 w 1292919"/>
                <a:gd name="connsiteY23" fmla="*/ 989820 h 1686974"/>
                <a:gd name="connsiteX24" fmla="*/ 684572 w 1292919"/>
                <a:gd name="connsiteY24" fmla="*/ 999352 h 1686974"/>
                <a:gd name="connsiteX25" fmla="*/ 675675 w 1292919"/>
                <a:gd name="connsiteY25" fmla="*/ 1005250 h 1686974"/>
                <a:gd name="connsiteX26" fmla="*/ 681025 w 1292919"/>
                <a:gd name="connsiteY26" fmla="*/ 1011783 h 1686974"/>
                <a:gd name="connsiteX27" fmla="*/ 691092 w 1292919"/>
                <a:gd name="connsiteY27" fmla="*/ 1010512 h 1686974"/>
                <a:gd name="connsiteX28" fmla="*/ 695248 w 1292919"/>
                <a:gd name="connsiteY28" fmla="*/ 1000344 h 1686974"/>
                <a:gd name="connsiteX29" fmla="*/ 705823 w 1292919"/>
                <a:gd name="connsiteY29" fmla="*/ 1004157 h 1686974"/>
                <a:gd name="connsiteX30" fmla="*/ 707781 w 1292919"/>
                <a:gd name="connsiteY30" fmla="*/ 1009241 h 1686974"/>
                <a:gd name="connsiteX31" fmla="*/ 698121 w 1292919"/>
                <a:gd name="connsiteY31" fmla="*/ 1027811 h 1686974"/>
                <a:gd name="connsiteX32" fmla="*/ 703726 w 1292919"/>
                <a:gd name="connsiteY32" fmla="*/ 1045452 h 1686974"/>
                <a:gd name="connsiteX33" fmla="*/ 699277 w 1292919"/>
                <a:gd name="connsiteY33" fmla="*/ 1078651 h 1686974"/>
                <a:gd name="connsiteX34" fmla="*/ 701641 w 1292919"/>
                <a:gd name="connsiteY34" fmla="*/ 1102801 h 1686974"/>
                <a:gd name="connsiteX35" fmla="*/ 698769 w 1292919"/>
                <a:gd name="connsiteY35" fmla="*/ 1120061 h 1686974"/>
                <a:gd name="connsiteX36" fmla="*/ 703980 w 1292919"/>
                <a:gd name="connsiteY36" fmla="*/ 1122413 h 1686974"/>
                <a:gd name="connsiteX37" fmla="*/ 701120 w 1292919"/>
                <a:gd name="connsiteY37" fmla="*/ 1129480 h 1686974"/>
                <a:gd name="connsiteX38" fmla="*/ 708162 w 1292919"/>
                <a:gd name="connsiteY38" fmla="*/ 1148951 h 1686974"/>
                <a:gd name="connsiteX39" fmla="*/ 709979 w 1292919"/>
                <a:gd name="connsiteY39" fmla="*/ 1163060 h 1686974"/>
                <a:gd name="connsiteX40" fmla="*/ 717682 w 1292919"/>
                <a:gd name="connsiteY40" fmla="*/ 1160187 h 1686974"/>
                <a:gd name="connsiteX41" fmla="*/ 724736 w 1292919"/>
                <a:gd name="connsiteY41" fmla="*/ 1167902 h 1686974"/>
                <a:gd name="connsiteX42" fmla="*/ 729947 w 1292919"/>
                <a:gd name="connsiteY42" fmla="*/ 1165551 h 1686974"/>
                <a:gd name="connsiteX43" fmla="*/ 728257 w 1292919"/>
                <a:gd name="connsiteY43" fmla="*/ 1137055 h 1686974"/>
                <a:gd name="connsiteX44" fmla="*/ 727087 w 1292919"/>
                <a:gd name="connsiteY44" fmla="*/ 1106995 h 1686974"/>
                <a:gd name="connsiteX45" fmla="*/ 721736 w 1292919"/>
                <a:gd name="connsiteY45" fmla="*/ 1098098 h 1686974"/>
                <a:gd name="connsiteX46" fmla="*/ 720567 w 1292919"/>
                <a:gd name="connsiteY46" fmla="*/ 1075093 h 1686974"/>
                <a:gd name="connsiteX47" fmla="*/ 714034 w 1292919"/>
                <a:gd name="connsiteY47" fmla="*/ 1067390 h 1686974"/>
                <a:gd name="connsiteX48" fmla="*/ 712598 w 1292919"/>
                <a:gd name="connsiteY48" fmla="*/ 1039428 h 1686974"/>
                <a:gd name="connsiteX49" fmla="*/ 716411 w 1292919"/>
                <a:gd name="connsiteY49" fmla="*/ 1031319 h 1686974"/>
                <a:gd name="connsiteX50" fmla="*/ 714708 w 1292919"/>
                <a:gd name="connsiteY50" fmla="*/ 1023095 h 1686974"/>
                <a:gd name="connsiteX51" fmla="*/ 722677 w 1292919"/>
                <a:gd name="connsiteY51" fmla="*/ 1014859 h 1686974"/>
                <a:gd name="connsiteX52" fmla="*/ 714059 w 1292919"/>
                <a:gd name="connsiteY52" fmla="*/ 991713 h 1686974"/>
                <a:gd name="connsiteX53" fmla="*/ 724761 w 1292919"/>
                <a:gd name="connsiteY53" fmla="*/ 977478 h 1686974"/>
                <a:gd name="connsiteX54" fmla="*/ 731803 w 1292919"/>
                <a:gd name="connsiteY54" fmla="*/ 978647 h 1686974"/>
                <a:gd name="connsiteX55" fmla="*/ 737675 w 1292919"/>
                <a:gd name="connsiteY55" fmla="*/ 966878 h 1686974"/>
                <a:gd name="connsiteX56" fmla="*/ 735984 w 1292919"/>
                <a:gd name="connsiteY56" fmla="*/ 956824 h 1686974"/>
                <a:gd name="connsiteX57" fmla="*/ 747195 w 1292919"/>
                <a:gd name="connsiteY57" fmla="*/ 958527 h 1686974"/>
                <a:gd name="connsiteX58" fmla="*/ 755431 w 1292919"/>
                <a:gd name="connsiteY58" fmla="*/ 953303 h 1686974"/>
                <a:gd name="connsiteX59" fmla="*/ 761684 w 1292919"/>
                <a:gd name="connsiteY59" fmla="*/ 945588 h 1686974"/>
                <a:gd name="connsiteX60" fmla="*/ 763655 w 1292919"/>
                <a:gd name="connsiteY60" fmla="*/ 939703 h 1686974"/>
                <a:gd name="connsiteX61" fmla="*/ 760248 w 1292919"/>
                <a:gd name="connsiteY61" fmla="*/ 935522 h 1686974"/>
                <a:gd name="connsiteX62" fmla="*/ 754262 w 1292919"/>
                <a:gd name="connsiteY62" fmla="*/ 943249 h 1686974"/>
                <a:gd name="connsiteX63" fmla="*/ 747729 w 1292919"/>
                <a:gd name="connsiteY63" fmla="*/ 946097 h 1686974"/>
                <a:gd name="connsiteX64" fmla="*/ 741844 w 1292919"/>
                <a:gd name="connsiteY64" fmla="*/ 941407 h 1686974"/>
                <a:gd name="connsiteX65" fmla="*/ 740039 w 1292919"/>
                <a:gd name="connsiteY65" fmla="*/ 924019 h 1686974"/>
                <a:gd name="connsiteX66" fmla="*/ 728790 w 1292919"/>
                <a:gd name="connsiteY66" fmla="*/ 918935 h 1686974"/>
                <a:gd name="connsiteX67" fmla="*/ 728663 w 1292919"/>
                <a:gd name="connsiteY67" fmla="*/ 912669 h 1686974"/>
                <a:gd name="connsiteX68" fmla="*/ 719766 w 1292919"/>
                <a:gd name="connsiteY68" fmla="*/ 903772 h 1686974"/>
                <a:gd name="connsiteX69" fmla="*/ 714682 w 1292919"/>
                <a:gd name="connsiteY69" fmla="*/ 888735 h 1686974"/>
                <a:gd name="connsiteX70" fmla="*/ 717682 w 1292919"/>
                <a:gd name="connsiteY70" fmla="*/ 883779 h 1686974"/>
                <a:gd name="connsiteX71" fmla="*/ 735705 w 1292919"/>
                <a:gd name="connsiteY71" fmla="*/ 877906 h 1686974"/>
                <a:gd name="connsiteX72" fmla="*/ 738247 w 1292919"/>
                <a:gd name="connsiteY72" fmla="*/ 864560 h 1686974"/>
                <a:gd name="connsiteX73" fmla="*/ 746483 w 1292919"/>
                <a:gd name="connsiteY73" fmla="*/ 856845 h 1686974"/>
                <a:gd name="connsiteX74" fmla="*/ 739696 w 1292919"/>
                <a:gd name="connsiteY74" fmla="*/ 853452 h 1686974"/>
                <a:gd name="connsiteX75" fmla="*/ 730163 w 1292919"/>
                <a:gd name="connsiteY75" fmla="*/ 858943 h 1686974"/>
                <a:gd name="connsiteX76" fmla="*/ 727036 w 1292919"/>
                <a:gd name="connsiteY76" fmla="*/ 869276 h 1686974"/>
                <a:gd name="connsiteX77" fmla="*/ 722855 w 1292919"/>
                <a:gd name="connsiteY77" fmla="*/ 872797 h 1686974"/>
                <a:gd name="connsiteX78" fmla="*/ 716334 w 1292919"/>
                <a:gd name="connsiteY78" fmla="*/ 871627 h 1686974"/>
                <a:gd name="connsiteX79" fmla="*/ 712280 w 1292919"/>
                <a:gd name="connsiteY79" fmla="*/ 879330 h 1686974"/>
                <a:gd name="connsiteX80" fmla="*/ 698057 w 1292919"/>
                <a:gd name="connsiteY80" fmla="*/ 885075 h 1686974"/>
                <a:gd name="connsiteX81" fmla="*/ 698057 w 1292919"/>
                <a:gd name="connsiteY81" fmla="*/ 890566 h 1686974"/>
                <a:gd name="connsiteX82" fmla="*/ 704578 w 1292919"/>
                <a:gd name="connsiteY82" fmla="*/ 888735 h 1686974"/>
                <a:gd name="connsiteX83" fmla="*/ 708111 w 1292919"/>
                <a:gd name="connsiteY83" fmla="*/ 893578 h 1686974"/>
                <a:gd name="connsiteX84" fmla="*/ 708238 w 1292919"/>
                <a:gd name="connsiteY84" fmla="*/ 900899 h 1686974"/>
                <a:gd name="connsiteX85" fmla="*/ 701591 w 1292919"/>
                <a:gd name="connsiteY85" fmla="*/ 904814 h 1686974"/>
                <a:gd name="connsiteX86" fmla="*/ 699887 w 1292919"/>
                <a:gd name="connsiteY86" fmla="*/ 918922 h 1686974"/>
                <a:gd name="connsiteX87" fmla="*/ 50383 w 1292919"/>
                <a:gd name="connsiteY87" fmla="*/ 749330 h 1686974"/>
                <a:gd name="connsiteX88" fmla="*/ 77265 w 1292919"/>
                <a:gd name="connsiteY88" fmla="*/ 760693 h 1686974"/>
                <a:gd name="connsiteX89" fmla="*/ 73224 w 1292919"/>
                <a:gd name="connsiteY89" fmla="*/ 797031 h 1686974"/>
                <a:gd name="connsiteX90" fmla="*/ 44778 w 1292919"/>
                <a:gd name="connsiteY90" fmla="*/ 840945 h 1686974"/>
                <a:gd name="connsiteX91" fmla="*/ 20120 w 1292919"/>
                <a:gd name="connsiteY91" fmla="*/ 836764 h 1686974"/>
                <a:gd name="connsiteX92" fmla="*/ 0 w 1292919"/>
                <a:gd name="connsiteY92" fmla="*/ 807225 h 1686974"/>
                <a:gd name="connsiteX93" fmla="*/ 416056 w 1292919"/>
                <a:gd name="connsiteY93" fmla="*/ 247938 h 1686974"/>
                <a:gd name="connsiteX94" fmla="*/ 424661 w 1292919"/>
                <a:gd name="connsiteY94" fmla="*/ 236499 h 1686974"/>
                <a:gd name="connsiteX95" fmla="*/ 439544 w 1292919"/>
                <a:gd name="connsiteY95" fmla="*/ 227207 h 1686974"/>
                <a:gd name="connsiteX96" fmla="*/ 491859 w 1292919"/>
                <a:gd name="connsiteY96" fmla="*/ 255055 h 1686974"/>
                <a:gd name="connsiteX97" fmla="*/ 484945 w 1292919"/>
                <a:gd name="connsiteY97" fmla="*/ 286018 h 1686974"/>
                <a:gd name="connsiteX98" fmla="*/ 536371 w 1292919"/>
                <a:gd name="connsiteY98" fmla="*/ 342362 h 1686974"/>
                <a:gd name="connsiteX99" fmla="*/ 504392 w 1292919"/>
                <a:gd name="connsiteY99" fmla="*/ 372155 h 1686974"/>
                <a:gd name="connsiteX100" fmla="*/ 531159 w 1292919"/>
                <a:gd name="connsiteY100" fmla="*/ 389758 h 1686974"/>
                <a:gd name="connsiteX101" fmla="*/ 549945 w 1292919"/>
                <a:gd name="connsiteY101" fmla="*/ 367274 h 1686974"/>
                <a:gd name="connsiteX102" fmla="*/ 582572 w 1292919"/>
                <a:gd name="connsiteY102" fmla="*/ 381916 h 1686974"/>
                <a:gd name="connsiteX103" fmla="*/ 596414 w 1292919"/>
                <a:gd name="connsiteY103" fmla="*/ 431193 h 1686974"/>
                <a:gd name="connsiteX104" fmla="*/ 577081 w 1292919"/>
                <a:gd name="connsiteY104" fmla="*/ 451060 h 1686974"/>
                <a:gd name="connsiteX105" fmla="*/ 588050 w 1292919"/>
                <a:gd name="connsiteY105" fmla="*/ 468574 h 1686974"/>
                <a:gd name="connsiteX106" fmla="*/ 618974 w 1292919"/>
                <a:gd name="connsiteY106" fmla="*/ 445454 h 1686974"/>
                <a:gd name="connsiteX107" fmla="*/ 633337 w 1292919"/>
                <a:gd name="connsiteY107" fmla="*/ 426389 h 1686974"/>
                <a:gd name="connsiteX108" fmla="*/ 635815 w 1292919"/>
                <a:gd name="connsiteY108" fmla="*/ 422207 h 1686974"/>
                <a:gd name="connsiteX109" fmla="*/ 639628 w 1292919"/>
                <a:gd name="connsiteY109" fmla="*/ 418814 h 1686974"/>
                <a:gd name="connsiteX110" fmla="*/ 653063 w 1292919"/>
                <a:gd name="connsiteY110" fmla="*/ 403790 h 1686974"/>
                <a:gd name="connsiteX111" fmla="*/ 643149 w 1292919"/>
                <a:gd name="connsiteY111" fmla="*/ 370845 h 1686974"/>
                <a:gd name="connsiteX112" fmla="*/ 668989 w 1292919"/>
                <a:gd name="connsiteY112" fmla="*/ 324580 h 1686974"/>
                <a:gd name="connsiteX113" fmla="*/ 687114 w 1292919"/>
                <a:gd name="connsiteY113" fmla="*/ 322038 h 1686974"/>
                <a:gd name="connsiteX114" fmla="*/ 700561 w 1292919"/>
                <a:gd name="connsiteY114" fmla="*/ 333134 h 1686974"/>
                <a:gd name="connsiteX115" fmla="*/ 723528 w 1292919"/>
                <a:gd name="connsiteY115" fmla="*/ 310256 h 1686974"/>
                <a:gd name="connsiteX116" fmla="*/ 703688 w 1292919"/>
                <a:gd name="connsiteY116" fmla="*/ 299274 h 1686974"/>
                <a:gd name="connsiteX117" fmla="*/ 701209 w 1292919"/>
                <a:gd name="connsiteY117" fmla="*/ 287378 h 1686974"/>
                <a:gd name="connsiteX118" fmla="*/ 689770 w 1292919"/>
                <a:gd name="connsiteY118" fmla="*/ 271960 h 1686974"/>
                <a:gd name="connsiteX119" fmla="*/ 700726 w 1292919"/>
                <a:gd name="connsiteY119" fmla="*/ 257839 h 1686974"/>
                <a:gd name="connsiteX120" fmla="*/ 698184 w 1292919"/>
                <a:gd name="connsiteY120" fmla="*/ 246997 h 1686974"/>
                <a:gd name="connsiteX121" fmla="*/ 701311 w 1292919"/>
                <a:gd name="connsiteY121" fmla="*/ 243591 h 1686974"/>
                <a:gd name="connsiteX122" fmla="*/ 709280 w 1292919"/>
                <a:gd name="connsiteY122" fmla="*/ 248815 h 1686974"/>
                <a:gd name="connsiteX123" fmla="*/ 722982 w 1292919"/>
                <a:gd name="connsiteY123" fmla="*/ 246209 h 1686974"/>
                <a:gd name="connsiteX124" fmla="*/ 742301 w 1292919"/>
                <a:gd name="connsiteY124" fmla="*/ 228707 h 1686974"/>
                <a:gd name="connsiteX125" fmla="*/ 763299 w 1292919"/>
                <a:gd name="connsiteY125" fmla="*/ 206998 h 1686974"/>
                <a:gd name="connsiteX126" fmla="*/ 787448 w 1292919"/>
                <a:gd name="connsiteY126" fmla="*/ 183739 h 1686974"/>
                <a:gd name="connsiteX127" fmla="*/ 787982 w 1292919"/>
                <a:gd name="connsiteY127" fmla="*/ 171842 h 1686974"/>
                <a:gd name="connsiteX128" fmla="*/ 766832 w 1292919"/>
                <a:gd name="connsiteY128" fmla="*/ 142608 h 1686974"/>
                <a:gd name="connsiteX129" fmla="*/ 747767 w 1292919"/>
                <a:gd name="connsiteY129" fmla="*/ 138935 h 1686974"/>
                <a:gd name="connsiteX130" fmla="*/ 709789 w 1292919"/>
                <a:gd name="connsiteY130" fmla="*/ 158280 h 1686974"/>
                <a:gd name="connsiteX131" fmla="*/ 647407 w 1292919"/>
                <a:gd name="connsiteY131" fmla="*/ 187437 h 1686974"/>
                <a:gd name="connsiteX132" fmla="*/ 639781 w 1292919"/>
                <a:gd name="connsiteY132" fmla="*/ 155929 h 1686974"/>
                <a:gd name="connsiteX133" fmla="*/ 642386 w 1292919"/>
                <a:gd name="connsiteY133" fmla="*/ 103906 h 1686974"/>
                <a:gd name="connsiteX134" fmla="*/ 597901 w 1292919"/>
                <a:gd name="connsiteY134" fmla="*/ 84434 h 1686974"/>
                <a:gd name="connsiteX135" fmla="*/ 597774 w 1292919"/>
                <a:gd name="connsiteY135" fmla="*/ 73846 h 1686974"/>
                <a:gd name="connsiteX136" fmla="*/ 618390 w 1292919"/>
                <a:gd name="connsiteY136" fmla="*/ 75549 h 1686974"/>
                <a:gd name="connsiteX137" fmla="*/ 685194 w 1292919"/>
                <a:gd name="connsiteY137" fmla="*/ 86264 h 1686974"/>
                <a:gd name="connsiteX138" fmla="*/ 699290 w 1292919"/>
                <a:gd name="connsiteY138" fmla="*/ 81434 h 1686974"/>
                <a:gd name="connsiteX139" fmla="*/ 709344 w 1292919"/>
                <a:gd name="connsiteY139" fmla="*/ 83252 h 1686974"/>
                <a:gd name="connsiteX140" fmla="*/ 799586 w 1292919"/>
                <a:gd name="connsiteY140" fmla="*/ 61949 h 1686974"/>
                <a:gd name="connsiteX141" fmla="*/ 817215 w 1292919"/>
                <a:gd name="connsiteY141" fmla="*/ 57653 h 1686974"/>
                <a:gd name="connsiteX142" fmla="*/ 831819 w 1292919"/>
                <a:gd name="connsiteY142" fmla="*/ 53980 h 1686974"/>
                <a:gd name="connsiteX143" fmla="*/ 844529 w 1292919"/>
                <a:gd name="connsiteY143" fmla="*/ 50587 h 1686974"/>
                <a:gd name="connsiteX144" fmla="*/ 867243 w 1292919"/>
                <a:gd name="connsiteY144" fmla="*/ 38550 h 1686974"/>
                <a:gd name="connsiteX145" fmla="*/ 882635 w 1292919"/>
                <a:gd name="connsiteY145" fmla="*/ 30720 h 1686974"/>
                <a:gd name="connsiteX146" fmla="*/ 900251 w 1292919"/>
                <a:gd name="connsiteY146" fmla="*/ 21302 h 1686974"/>
                <a:gd name="connsiteX147" fmla="*/ 925824 w 1292919"/>
                <a:gd name="connsiteY147" fmla="*/ 8096 h 1686974"/>
                <a:gd name="connsiteX148" fmla="*/ 957600 w 1292919"/>
                <a:gd name="connsiteY148" fmla="*/ 0 h 1686974"/>
                <a:gd name="connsiteX149" fmla="*/ 972610 w 1292919"/>
                <a:gd name="connsiteY149" fmla="*/ 31508 h 1686974"/>
                <a:gd name="connsiteX150" fmla="*/ 985651 w 1292919"/>
                <a:gd name="connsiteY150" fmla="*/ 41168 h 1686974"/>
                <a:gd name="connsiteX151" fmla="*/ 988523 w 1292919"/>
                <a:gd name="connsiteY151" fmla="*/ 71355 h 1686974"/>
                <a:gd name="connsiteX152" fmla="*/ 972076 w 1292919"/>
                <a:gd name="connsiteY152" fmla="*/ 89149 h 1686974"/>
                <a:gd name="connsiteX153" fmla="*/ 914016 w 1292919"/>
                <a:gd name="connsiteY153" fmla="*/ 120925 h 1686974"/>
                <a:gd name="connsiteX154" fmla="*/ 913228 w 1292919"/>
                <a:gd name="connsiteY154" fmla="*/ 128894 h 1686974"/>
                <a:gd name="connsiteX155" fmla="*/ 930336 w 1292919"/>
                <a:gd name="connsiteY155" fmla="*/ 128360 h 1686974"/>
                <a:gd name="connsiteX156" fmla="*/ 941775 w 1292919"/>
                <a:gd name="connsiteY156" fmla="*/ 165220 h 1686974"/>
                <a:gd name="connsiteX157" fmla="*/ 933692 w 1292919"/>
                <a:gd name="connsiteY157" fmla="*/ 196856 h 1686974"/>
                <a:gd name="connsiteX158" fmla="*/ 948296 w 1292919"/>
                <a:gd name="connsiteY158" fmla="*/ 230703 h 1686974"/>
                <a:gd name="connsiteX159" fmla="*/ 936043 w 1292919"/>
                <a:gd name="connsiteY159" fmla="*/ 246769 h 1686974"/>
                <a:gd name="connsiteX160" fmla="*/ 932116 w 1292919"/>
                <a:gd name="connsiteY160" fmla="*/ 273701 h 1686974"/>
                <a:gd name="connsiteX161" fmla="*/ 900340 w 1292919"/>
                <a:gd name="connsiteY161" fmla="*/ 310180 h 1686974"/>
                <a:gd name="connsiteX162" fmla="*/ 916126 w 1292919"/>
                <a:gd name="connsiteY162" fmla="*/ 314349 h 1686974"/>
                <a:gd name="connsiteX163" fmla="*/ 961285 w 1292919"/>
                <a:gd name="connsiteY163" fmla="*/ 319331 h 1686974"/>
                <a:gd name="connsiteX164" fmla="*/ 973996 w 1292919"/>
                <a:gd name="connsiteY164" fmla="*/ 303901 h 1686974"/>
                <a:gd name="connsiteX165" fmla="*/ 987557 w 1292919"/>
                <a:gd name="connsiteY165" fmla="*/ 299973 h 1686974"/>
                <a:gd name="connsiteX166" fmla="*/ 1006470 w 1292919"/>
                <a:gd name="connsiteY166" fmla="*/ 317361 h 1686974"/>
                <a:gd name="connsiteX167" fmla="*/ 1041589 w 1292919"/>
                <a:gd name="connsiteY167" fmla="*/ 316713 h 1686974"/>
                <a:gd name="connsiteX168" fmla="*/ 1091031 w 1292919"/>
                <a:gd name="connsiteY168" fmla="*/ 342845 h 1686974"/>
                <a:gd name="connsiteX169" fmla="*/ 1200784 w 1292919"/>
                <a:gd name="connsiteY169" fmla="*/ 327593 h 1686974"/>
                <a:gd name="connsiteX170" fmla="*/ 1214879 w 1292919"/>
                <a:gd name="connsiteY170" fmla="*/ 348234 h 1686974"/>
                <a:gd name="connsiteX171" fmla="*/ 1238508 w 1292919"/>
                <a:gd name="connsiteY171" fmla="*/ 344421 h 1686974"/>
                <a:gd name="connsiteX172" fmla="*/ 1241113 w 1292919"/>
                <a:gd name="connsiteY172" fmla="*/ 361135 h 1686974"/>
                <a:gd name="connsiteX173" fmla="*/ 1250392 w 1292919"/>
                <a:gd name="connsiteY173" fmla="*/ 421915 h 1686974"/>
                <a:gd name="connsiteX174" fmla="*/ 1207177 w 1292919"/>
                <a:gd name="connsiteY174" fmla="*/ 462435 h 1686974"/>
                <a:gd name="connsiteX175" fmla="*/ 1162793 w 1292919"/>
                <a:gd name="connsiteY175" fmla="*/ 423491 h 1686974"/>
                <a:gd name="connsiteX176" fmla="*/ 1133699 w 1292919"/>
                <a:gd name="connsiteY176" fmla="*/ 454720 h 1686974"/>
                <a:gd name="connsiteX177" fmla="*/ 1189942 w 1292919"/>
                <a:gd name="connsiteY177" fmla="*/ 505561 h 1686974"/>
                <a:gd name="connsiteX178" fmla="*/ 1169860 w 1292919"/>
                <a:gd name="connsiteY178" fmla="*/ 535099 h 1686974"/>
                <a:gd name="connsiteX179" fmla="*/ 1169593 w 1292919"/>
                <a:gd name="connsiteY179" fmla="*/ 565159 h 1686974"/>
                <a:gd name="connsiteX180" fmla="*/ 1133839 w 1292919"/>
                <a:gd name="connsiteY180" fmla="*/ 628812 h 1686974"/>
                <a:gd name="connsiteX181" fmla="*/ 1136064 w 1292919"/>
                <a:gd name="connsiteY181" fmla="*/ 643314 h 1686974"/>
                <a:gd name="connsiteX182" fmla="*/ 1109690 w 1292919"/>
                <a:gd name="connsiteY182" fmla="*/ 693647 h 1686974"/>
                <a:gd name="connsiteX183" fmla="*/ 1120125 w 1292919"/>
                <a:gd name="connsiteY183" fmla="*/ 712852 h 1686974"/>
                <a:gd name="connsiteX184" fmla="*/ 1137360 w 1292919"/>
                <a:gd name="connsiteY184" fmla="*/ 761862 h 1686974"/>
                <a:gd name="connsiteX185" fmla="*/ 1128615 w 1292919"/>
                <a:gd name="connsiteY185" fmla="*/ 841212 h 1686974"/>
                <a:gd name="connsiteX186" fmla="*/ 1230132 w 1292919"/>
                <a:gd name="connsiteY186" fmla="*/ 872047 h 1686974"/>
                <a:gd name="connsiteX187" fmla="*/ 1222709 w 1292919"/>
                <a:gd name="connsiteY187" fmla="*/ 911449 h 1686974"/>
                <a:gd name="connsiteX188" fmla="*/ 1230271 w 1292919"/>
                <a:gd name="connsiteY188" fmla="*/ 914321 h 1686974"/>
                <a:gd name="connsiteX189" fmla="*/ 1292920 w 1292919"/>
                <a:gd name="connsiteY189" fmla="*/ 937721 h 1686974"/>
                <a:gd name="connsiteX190" fmla="*/ 1285091 w 1292919"/>
                <a:gd name="connsiteY190" fmla="*/ 982931 h 1686974"/>
                <a:gd name="connsiteX191" fmla="*/ 1286908 w 1292919"/>
                <a:gd name="connsiteY191" fmla="*/ 1039275 h 1686974"/>
                <a:gd name="connsiteX192" fmla="*/ 1236665 w 1292919"/>
                <a:gd name="connsiteY192" fmla="*/ 1066844 h 1686974"/>
                <a:gd name="connsiteX193" fmla="*/ 1221527 w 1292919"/>
                <a:gd name="connsiteY193" fmla="*/ 1041626 h 1686974"/>
                <a:gd name="connsiteX194" fmla="*/ 1190209 w 1292919"/>
                <a:gd name="connsiteY194" fmla="*/ 1041754 h 1686974"/>
                <a:gd name="connsiteX195" fmla="*/ 1189167 w 1292919"/>
                <a:gd name="connsiteY195" fmla="*/ 1082147 h 1686974"/>
                <a:gd name="connsiteX196" fmla="*/ 1155370 w 1292919"/>
                <a:gd name="connsiteY196" fmla="*/ 1097183 h 1686974"/>
                <a:gd name="connsiteX197" fmla="*/ 1170508 w 1292919"/>
                <a:gd name="connsiteY197" fmla="*/ 1230767 h 1686974"/>
                <a:gd name="connsiteX198" fmla="*/ 1126404 w 1292919"/>
                <a:gd name="connsiteY198" fmla="*/ 1267741 h 1686974"/>
                <a:gd name="connsiteX199" fmla="*/ 1089544 w 1292919"/>
                <a:gd name="connsiteY199" fmla="*/ 1253633 h 1686974"/>
                <a:gd name="connsiteX200" fmla="*/ 1047524 w 1292919"/>
                <a:gd name="connsiteY200" fmla="*/ 1319497 h 1686974"/>
                <a:gd name="connsiteX201" fmla="*/ 997954 w 1292919"/>
                <a:gd name="connsiteY201" fmla="*/ 1347853 h 1686974"/>
                <a:gd name="connsiteX202" fmla="*/ 964539 w 1292919"/>
                <a:gd name="connsiteY202" fmla="*/ 1369715 h 1686974"/>
                <a:gd name="connsiteX203" fmla="*/ 946402 w 1292919"/>
                <a:gd name="connsiteY203" fmla="*/ 1400436 h 1686974"/>
                <a:gd name="connsiteX204" fmla="*/ 912733 w 1292919"/>
                <a:gd name="connsiteY204" fmla="*/ 1413235 h 1686974"/>
                <a:gd name="connsiteX205" fmla="*/ 900454 w 1292919"/>
                <a:gd name="connsiteY205" fmla="*/ 1380048 h 1686974"/>
                <a:gd name="connsiteX206" fmla="*/ 862616 w 1292919"/>
                <a:gd name="connsiteY206" fmla="*/ 1406193 h 1686974"/>
                <a:gd name="connsiteX207" fmla="*/ 808064 w 1292919"/>
                <a:gd name="connsiteY207" fmla="*/ 1442138 h 1686974"/>
                <a:gd name="connsiteX208" fmla="*/ 793714 w 1292919"/>
                <a:gd name="connsiteY208" fmla="*/ 1487094 h 1686974"/>
                <a:gd name="connsiteX209" fmla="*/ 737332 w 1292919"/>
                <a:gd name="connsiteY209" fmla="*/ 1518869 h 1686974"/>
                <a:gd name="connsiteX210" fmla="*/ 724278 w 1292919"/>
                <a:gd name="connsiteY210" fmla="*/ 1543845 h 1686974"/>
                <a:gd name="connsiteX211" fmla="*/ 639209 w 1292919"/>
                <a:gd name="connsiteY211" fmla="*/ 1543845 h 1686974"/>
                <a:gd name="connsiteX212" fmla="*/ 591177 w 1292919"/>
                <a:gd name="connsiteY212" fmla="*/ 1577819 h 1686974"/>
                <a:gd name="connsiteX213" fmla="*/ 573573 w 1292919"/>
                <a:gd name="connsiteY213" fmla="*/ 1609595 h 1686974"/>
                <a:gd name="connsiteX214" fmla="*/ 556593 w 1292919"/>
                <a:gd name="connsiteY214" fmla="*/ 1640315 h 1686974"/>
                <a:gd name="connsiteX215" fmla="*/ 546018 w 1292919"/>
                <a:gd name="connsiteY215" fmla="*/ 1659520 h 1686974"/>
                <a:gd name="connsiteX216" fmla="*/ 476467 w 1292919"/>
                <a:gd name="connsiteY216" fmla="*/ 1686974 h 1686974"/>
                <a:gd name="connsiteX217" fmla="*/ 468511 w 1292919"/>
                <a:gd name="connsiteY217" fmla="*/ 1609200 h 1686974"/>
                <a:gd name="connsiteX218" fmla="*/ 479086 w 1292919"/>
                <a:gd name="connsiteY218" fmla="*/ 1577959 h 1686974"/>
                <a:gd name="connsiteX219" fmla="*/ 444883 w 1292919"/>
                <a:gd name="connsiteY219" fmla="*/ 1535354 h 1686974"/>
                <a:gd name="connsiteX220" fmla="*/ 439938 w 1292919"/>
                <a:gd name="connsiteY220" fmla="*/ 1524907 h 1686974"/>
                <a:gd name="connsiteX221" fmla="*/ 431829 w 1292919"/>
                <a:gd name="connsiteY221" fmla="*/ 1513925 h 1686974"/>
                <a:gd name="connsiteX222" fmla="*/ 437968 w 1292919"/>
                <a:gd name="connsiteY222" fmla="*/ 1501774 h 1686974"/>
                <a:gd name="connsiteX223" fmla="*/ 426758 w 1292919"/>
                <a:gd name="connsiteY223" fmla="*/ 1497580 h 1686974"/>
                <a:gd name="connsiteX224" fmla="*/ 413565 w 1292919"/>
                <a:gd name="connsiteY224" fmla="*/ 1492877 h 1686974"/>
                <a:gd name="connsiteX225" fmla="*/ 375434 w 1292919"/>
                <a:gd name="connsiteY225" fmla="*/ 1474307 h 1686974"/>
                <a:gd name="connsiteX226" fmla="*/ 328978 w 1292919"/>
                <a:gd name="connsiteY226" fmla="*/ 1461902 h 1686974"/>
                <a:gd name="connsiteX227" fmla="*/ 313179 w 1292919"/>
                <a:gd name="connsiteY227" fmla="*/ 1482556 h 1686974"/>
                <a:gd name="connsiteX228" fmla="*/ 296224 w 1292919"/>
                <a:gd name="connsiteY228" fmla="*/ 1477981 h 1686974"/>
                <a:gd name="connsiteX229" fmla="*/ 300800 w 1292919"/>
                <a:gd name="connsiteY229" fmla="*/ 1441769 h 1686974"/>
                <a:gd name="connsiteX230" fmla="*/ 281734 w 1292919"/>
                <a:gd name="connsiteY230" fmla="*/ 1433419 h 1686974"/>
                <a:gd name="connsiteX231" fmla="*/ 267512 w 1292919"/>
                <a:gd name="connsiteY231" fmla="*/ 1463211 h 1686974"/>
                <a:gd name="connsiteX232" fmla="*/ 218844 w 1292919"/>
                <a:gd name="connsiteY232" fmla="*/ 1520598 h 1686974"/>
                <a:gd name="connsiteX233" fmla="*/ 198228 w 1292919"/>
                <a:gd name="connsiteY233" fmla="*/ 1519136 h 1686974"/>
                <a:gd name="connsiteX234" fmla="*/ 181387 w 1292919"/>
                <a:gd name="connsiteY234" fmla="*/ 1482556 h 1686974"/>
                <a:gd name="connsiteX235" fmla="*/ 166783 w 1292919"/>
                <a:gd name="connsiteY235" fmla="*/ 1484907 h 1686974"/>
                <a:gd name="connsiteX236" fmla="*/ 161699 w 1292919"/>
                <a:gd name="connsiteY236" fmla="*/ 1462830 h 1686974"/>
                <a:gd name="connsiteX237" fmla="*/ 149955 w 1292919"/>
                <a:gd name="connsiteY237" fmla="*/ 1463732 h 1686974"/>
                <a:gd name="connsiteX238" fmla="*/ 125564 w 1292919"/>
                <a:gd name="connsiteY238" fmla="*/ 1422297 h 1686974"/>
                <a:gd name="connsiteX239" fmla="*/ 149447 w 1292919"/>
                <a:gd name="connsiteY239" fmla="*/ 1377201 h 1686974"/>
                <a:gd name="connsiteX240" fmla="*/ 166389 w 1292919"/>
                <a:gd name="connsiteY240" fmla="*/ 1387675 h 1686974"/>
                <a:gd name="connsiteX241" fmla="*/ 204901 w 1292919"/>
                <a:gd name="connsiteY241" fmla="*/ 1377507 h 1686974"/>
                <a:gd name="connsiteX242" fmla="*/ 214548 w 1292919"/>
                <a:gd name="connsiteY242" fmla="*/ 1378561 h 1686974"/>
                <a:gd name="connsiteX243" fmla="*/ 216251 w 1292919"/>
                <a:gd name="connsiteY243" fmla="*/ 1392161 h 1686974"/>
                <a:gd name="connsiteX244" fmla="*/ 222772 w 1292919"/>
                <a:gd name="connsiteY244" fmla="*/ 1393992 h 1686974"/>
                <a:gd name="connsiteX245" fmla="*/ 219759 w 1292919"/>
                <a:gd name="connsiteY245" fmla="*/ 1406409 h 1686974"/>
                <a:gd name="connsiteX246" fmla="*/ 225110 w 1292919"/>
                <a:gd name="connsiteY246" fmla="*/ 1409930 h 1686974"/>
                <a:gd name="connsiteX247" fmla="*/ 229826 w 1292919"/>
                <a:gd name="connsiteY247" fmla="*/ 1412282 h 1686974"/>
                <a:gd name="connsiteX248" fmla="*/ 235825 w 1292919"/>
                <a:gd name="connsiteY248" fmla="*/ 1398033 h 1686974"/>
                <a:gd name="connsiteX249" fmla="*/ 233474 w 1292919"/>
                <a:gd name="connsiteY249" fmla="*/ 1392161 h 1686974"/>
                <a:gd name="connsiteX250" fmla="*/ 237910 w 1292919"/>
                <a:gd name="connsiteY250" fmla="*/ 1379603 h 1686974"/>
                <a:gd name="connsiteX251" fmla="*/ 240795 w 1292919"/>
                <a:gd name="connsiteY251" fmla="*/ 1376464 h 1686974"/>
                <a:gd name="connsiteX252" fmla="*/ 280069 w 1292919"/>
                <a:gd name="connsiteY252" fmla="*/ 1331254 h 1686974"/>
                <a:gd name="connsiteX253" fmla="*/ 289462 w 1292919"/>
                <a:gd name="connsiteY253" fmla="*/ 1329157 h 1686974"/>
                <a:gd name="connsiteX254" fmla="*/ 294165 w 1292919"/>
                <a:gd name="connsiteY254" fmla="*/ 1326017 h 1686974"/>
                <a:gd name="connsiteX255" fmla="*/ 310981 w 1292919"/>
                <a:gd name="connsiteY255" fmla="*/ 1318175 h 1686974"/>
                <a:gd name="connsiteX256" fmla="*/ 302249 w 1292919"/>
                <a:gd name="connsiteY256" fmla="*/ 1290467 h 1686974"/>
                <a:gd name="connsiteX257" fmla="*/ 278099 w 1292919"/>
                <a:gd name="connsiteY257" fmla="*/ 1313472 h 1686974"/>
                <a:gd name="connsiteX258" fmla="*/ 248345 w 1292919"/>
                <a:gd name="connsiteY258" fmla="*/ 1293136 h 1686974"/>
                <a:gd name="connsiteX259" fmla="*/ 234770 w 1292919"/>
                <a:gd name="connsiteY259" fmla="*/ 1273270 h 1686974"/>
                <a:gd name="connsiteX260" fmla="*/ 232228 w 1292919"/>
                <a:gd name="connsiteY260" fmla="*/ 1267385 h 1686974"/>
                <a:gd name="connsiteX261" fmla="*/ 209350 w 1292919"/>
                <a:gd name="connsiteY261" fmla="*/ 1255883 h 1686974"/>
                <a:gd name="connsiteX262" fmla="*/ 188073 w 1292919"/>
                <a:gd name="connsiteY262" fmla="*/ 1255488 h 1686974"/>
                <a:gd name="connsiteX263" fmla="*/ 184679 w 1292919"/>
                <a:gd name="connsiteY263" fmla="*/ 1261373 h 1686974"/>
                <a:gd name="connsiteX264" fmla="*/ 172427 w 1292919"/>
                <a:gd name="connsiteY264" fmla="*/ 1275494 h 1686974"/>
                <a:gd name="connsiteX265" fmla="*/ 163288 w 1292919"/>
                <a:gd name="connsiteY265" fmla="*/ 1272749 h 1686974"/>
                <a:gd name="connsiteX266" fmla="*/ 153488 w 1292919"/>
                <a:gd name="connsiteY266" fmla="*/ 1269737 h 1686974"/>
                <a:gd name="connsiteX267" fmla="*/ 144108 w 1292919"/>
                <a:gd name="connsiteY267" fmla="*/ 1249870 h 1686974"/>
                <a:gd name="connsiteX268" fmla="*/ 130267 w 1292919"/>
                <a:gd name="connsiteY268" fmla="*/ 1244507 h 1686974"/>
                <a:gd name="connsiteX269" fmla="*/ 126454 w 1292919"/>
                <a:gd name="connsiteY269" fmla="*/ 1257979 h 1686974"/>
                <a:gd name="connsiteX270" fmla="*/ 128131 w 1292919"/>
                <a:gd name="connsiteY270" fmla="*/ 1266457 h 1686974"/>
                <a:gd name="connsiteX271" fmla="*/ 99686 w 1292919"/>
                <a:gd name="connsiteY271" fmla="*/ 1278761 h 1686974"/>
                <a:gd name="connsiteX272" fmla="*/ 90420 w 1292919"/>
                <a:gd name="connsiteY272" fmla="*/ 1275088 h 1686974"/>
                <a:gd name="connsiteX273" fmla="*/ 99559 w 1292919"/>
                <a:gd name="connsiteY273" fmla="*/ 1250786 h 1686974"/>
                <a:gd name="connsiteX274" fmla="*/ 103613 w 1292919"/>
                <a:gd name="connsiteY274" fmla="*/ 1223204 h 1686974"/>
                <a:gd name="connsiteX275" fmla="*/ 98263 w 1292919"/>
                <a:gd name="connsiteY275" fmla="*/ 1202156 h 1686974"/>
                <a:gd name="connsiteX276" fmla="*/ 108685 w 1292919"/>
                <a:gd name="connsiteY276" fmla="*/ 1178515 h 1686974"/>
                <a:gd name="connsiteX277" fmla="*/ 97093 w 1292919"/>
                <a:gd name="connsiteY277" fmla="*/ 1087282 h 1686974"/>
                <a:gd name="connsiteX278" fmla="*/ 109867 w 1292919"/>
                <a:gd name="connsiteY278" fmla="*/ 1068458 h 1686974"/>
                <a:gd name="connsiteX279" fmla="*/ 112485 w 1292919"/>
                <a:gd name="connsiteY279" fmla="*/ 1058379 h 1686974"/>
                <a:gd name="connsiteX280" fmla="*/ 140549 w 1292919"/>
                <a:gd name="connsiteY280" fmla="*/ 1057476 h 1686974"/>
                <a:gd name="connsiteX281" fmla="*/ 160377 w 1292919"/>
                <a:gd name="connsiteY281" fmla="*/ 1022193 h 1686974"/>
                <a:gd name="connsiteX282" fmla="*/ 193424 w 1292919"/>
                <a:gd name="connsiteY282" fmla="*/ 1020756 h 1686974"/>
                <a:gd name="connsiteX283" fmla="*/ 205422 w 1292919"/>
                <a:gd name="connsiteY283" fmla="*/ 1032780 h 1686974"/>
                <a:gd name="connsiteX284" fmla="*/ 212871 w 1292919"/>
                <a:gd name="connsiteY284" fmla="*/ 1036822 h 1686974"/>
                <a:gd name="connsiteX285" fmla="*/ 242752 w 1292919"/>
                <a:gd name="connsiteY285" fmla="*/ 1021265 h 1686974"/>
                <a:gd name="connsiteX286" fmla="*/ 250721 w 1292919"/>
                <a:gd name="connsiteY286" fmla="*/ 983769 h 1686974"/>
                <a:gd name="connsiteX287" fmla="*/ 235965 w 1292919"/>
                <a:gd name="connsiteY287" fmla="*/ 974097 h 1686974"/>
                <a:gd name="connsiteX288" fmla="*/ 261932 w 1292919"/>
                <a:gd name="connsiteY288" fmla="*/ 943390 h 1686974"/>
                <a:gd name="connsiteX289" fmla="*/ 277349 w 1292919"/>
                <a:gd name="connsiteY289" fmla="*/ 931086 h 1686974"/>
                <a:gd name="connsiteX290" fmla="*/ 295601 w 1292919"/>
                <a:gd name="connsiteY290" fmla="*/ 905081 h 1686974"/>
                <a:gd name="connsiteX291" fmla="*/ 293263 w 1292919"/>
                <a:gd name="connsiteY291" fmla="*/ 897226 h 1686974"/>
                <a:gd name="connsiteX292" fmla="*/ 305007 w 1292919"/>
                <a:gd name="connsiteY292" fmla="*/ 880118 h 1686974"/>
                <a:gd name="connsiteX293" fmla="*/ 349124 w 1292919"/>
                <a:gd name="connsiteY293" fmla="*/ 833967 h 1686974"/>
                <a:gd name="connsiteX294" fmla="*/ 357589 w 1292919"/>
                <a:gd name="connsiteY294" fmla="*/ 839992 h 1686974"/>
                <a:gd name="connsiteX295" fmla="*/ 382018 w 1292919"/>
                <a:gd name="connsiteY295" fmla="*/ 813059 h 1686974"/>
                <a:gd name="connsiteX296" fmla="*/ 383963 w 1292919"/>
                <a:gd name="connsiteY296" fmla="*/ 802471 h 1686974"/>
                <a:gd name="connsiteX297" fmla="*/ 394398 w 1292919"/>
                <a:gd name="connsiteY297" fmla="*/ 770454 h 1686974"/>
                <a:gd name="connsiteX298" fmla="*/ 372790 w 1292919"/>
                <a:gd name="connsiteY298" fmla="*/ 744564 h 1686974"/>
                <a:gd name="connsiteX299" fmla="*/ 354386 w 1292919"/>
                <a:gd name="connsiteY299" fmla="*/ 751109 h 1686974"/>
                <a:gd name="connsiteX300" fmla="*/ 331508 w 1292919"/>
                <a:gd name="connsiteY300" fmla="*/ 746140 h 1686974"/>
                <a:gd name="connsiteX301" fmla="*/ 339604 w 1292919"/>
                <a:gd name="connsiteY301" fmla="*/ 717783 h 1686974"/>
                <a:gd name="connsiteX302" fmla="*/ 369486 w 1292919"/>
                <a:gd name="connsiteY302" fmla="*/ 704056 h 1686974"/>
                <a:gd name="connsiteX303" fmla="*/ 390102 w 1292919"/>
                <a:gd name="connsiteY303" fmla="*/ 662227 h 1686974"/>
                <a:gd name="connsiteX304" fmla="*/ 430177 w 1292919"/>
                <a:gd name="connsiteY304" fmla="*/ 636616 h 1686974"/>
                <a:gd name="connsiteX305" fmla="*/ 443345 w 1292919"/>
                <a:gd name="connsiteY305" fmla="*/ 591253 h 1686974"/>
                <a:gd name="connsiteX306" fmla="*/ 430304 w 1292919"/>
                <a:gd name="connsiteY306" fmla="*/ 549818 h 1686974"/>
                <a:gd name="connsiteX307" fmla="*/ 444654 w 1292919"/>
                <a:gd name="connsiteY307" fmla="*/ 523292 h 1686974"/>
                <a:gd name="connsiteX308" fmla="*/ 472972 w 1292919"/>
                <a:gd name="connsiteY308" fmla="*/ 539230 h 1686974"/>
                <a:gd name="connsiteX309" fmla="*/ 500235 w 1292919"/>
                <a:gd name="connsiteY309" fmla="*/ 516886 h 1686974"/>
                <a:gd name="connsiteX310" fmla="*/ 485746 w 1292919"/>
                <a:gd name="connsiteY310" fmla="*/ 486356 h 1686974"/>
                <a:gd name="connsiteX311" fmla="*/ 460567 w 1292919"/>
                <a:gd name="connsiteY311" fmla="*/ 452381 h 1686974"/>
                <a:gd name="connsiteX312" fmla="*/ 478971 w 1292919"/>
                <a:gd name="connsiteY312" fmla="*/ 407031 h 1686974"/>
                <a:gd name="connsiteX313" fmla="*/ 494224 w 1292919"/>
                <a:gd name="connsiteY313" fmla="*/ 388602 h 1686974"/>
                <a:gd name="connsiteX314" fmla="*/ 490690 w 1292919"/>
                <a:gd name="connsiteY314" fmla="*/ 383886 h 1686974"/>
                <a:gd name="connsiteX315" fmla="*/ 463414 w 1292919"/>
                <a:gd name="connsiteY315" fmla="*/ 347293 h 1686974"/>
                <a:gd name="connsiteX316" fmla="*/ 439671 w 1292919"/>
                <a:gd name="connsiteY316" fmla="*/ 356318 h 1686974"/>
                <a:gd name="connsiteX317" fmla="*/ 452852 w 1292919"/>
                <a:gd name="connsiteY317" fmla="*/ 404540 h 1686974"/>
                <a:gd name="connsiteX318" fmla="*/ 433138 w 1292919"/>
                <a:gd name="connsiteY318" fmla="*/ 410158 h 1686974"/>
                <a:gd name="connsiteX319" fmla="*/ 391767 w 1292919"/>
                <a:gd name="connsiteY319" fmla="*/ 339858 h 1686974"/>
                <a:gd name="connsiteX320" fmla="*/ 365940 w 1292919"/>
                <a:gd name="connsiteY320" fmla="*/ 330681 h 1686974"/>
                <a:gd name="connsiteX321" fmla="*/ 359927 w 1292919"/>
                <a:gd name="connsiteY321" fmla="*/ 291216 h 1686974"/>
                <a:gd name="connsiteX322" fmla="*/ 366194 w 1292919"/>
                <a:gd name="connsiteY322" fmla="*/ 292004 h 1686974"/>
                <a:gd name="connsiteX323" fmla="*/ 370375 w 1292919"/>
                <a:gd name="connsiteY323" fmla="*/ 284937 h 1686974"/>
                <a:gd name="connsiteX324" fmla="*/ 371545 w 1292919"/>
                <a:gd name="connsiteY324" fmla="*/ 277235 h 1686974"/>
                <a:gd name="connsiteX325" fmla="*/ 385246 w 1292919"/>
                <a:gd name="connsiteY325" fmla="*/ 271617 h 1686974"/>
                <a:gd name="connsiteX326" fmla="*/ 200592 w 1292919"/>
                <a:gd name="connsiteY326" fmla="*/ 691422 h 1686974"/>
                <a:gd name="connsiteX327" fmla="*/ 212604 w 1292919"/>
                <a:gd name="connsiteY327" fmla="*/ 681890 h 1686974"/>
                <a:gd name="connsiteX328" fmla="*/ 234656 w 1292919"/>
                <a:gd name="connsiteY328" fmla="*/ 715610 h 1686974"/>
                <a:gd name="connsiteX329" fmla="*/ 244430 w 1292919"/>
                <a:gd name="connsiteY329" fmla="*/ 724621 h 1686974"/>
                <a:gd name="connsiteX330" fmla="*/ 253975 w 1292919"/>
                <a:gd name="connsiteY330" fmla="*/ 732463 h 1686974"/>
                <a:gd name="connsiteX331" fmla="*/ 273422 w 1292919"/>
                <a:gd name="connsiteY331" fmla="*/ 755990 h 1686974"/>
                <a:gd name="connsiteX332" fmla="*/ 241303 w 1292919"/>
                <a:gd name="connsiteY332" fmla="*/ 806183 h 1686974"/>
                <a:gd name="connsiteX333" fmla="*/ 235825 w 1292919"/>
                <a:gd name="connsiteY333" fmla="*/ 814152 h 1686974"/>
                <a:gd name="connsiteX334" fmla="*/ 240134 w 1292919"/>
                <a:gd name="connsiteY334" fmla="*/ 820431 h 1686974"/>
                <a:gd name="connsiteX335" fmla="*/ 232177 w 1292919"/>
                <a:gd name="connsiteY335" fmla="*/ 831145 h 1686974"/>
                <a:gd name="connsiteX336" fmla="*/ 210888 w 1292919"/>
                <a:gd name="connsiteY336" fmla="*/ 824994 h 1686974"/>
                <a:gd name="connsiteX337" fmla="*/ 184539 w 1292919"/>
                <a:gd name="connsiteY337" fmla="*/ 806831 h 1686974"/>
                <a:gd name="connsiteX338" fmla="*/ 162932 w 1292919"/>
                <a:gd name="connsiteY338" fmla="*/ 797807 h 1686974"/>
                <a:gd name="connsiteX339" fmla="*/ 140613 w 1292919"/>
                <a:gd name="connsiteY339" fmla="*/ 804085 h 1686974"/>
                <a:gd name="connsiteX340" fmla="*/ 128208 w 1292919"/>
                <a:gd name="connsiteY340" fmla="*/ 820024 h 1686974"/>
                <a:gd name="connsiteX341" fmla="*/ 117646 w 1292919"/>
                <a:gd name="connsiteY341" fmla="*/ 822655 h 1686974"/>
                <a:gd name="connsiteX342" fmla="*/ 90763 w 1292919"/>
                <a:gd name="connsiteY342" fmla="*/ 826570 h 1686974"/>
                <a:gd name="connsiteX343" fmla="*/ 80062 w 1292919"/>
                <a:gd name="connsiteY343" fmla="*/ 815321 h 1686974"/>
                <a:gd name="connsiteX344" fmla="*/ 92073 w 1292919"/>
                <a:gd name="connsiteY344" fmla="*/ 796256 h 1686974"/>
                <a:gd name="connsiteX345" fmla="*/ 137346 w 1292919"/>
                <a:gd name="connsiteY345" fmla="*/ 789901 h 1686974"/>
                <a:gd name="connsiteX346" fmla="*/ 165144 w 1292919"/>
                <a:gd name="connsiteY346" fmla="*/ 745212 h 1686974"/>
                <a:gd name="connsiteX347" fmla="*/ 181845 w 1292919"/>
                <a:gd name="connsiteY347" fmla="*/ 721062 h 1686974"/>
                <a:gd name="connsiteX348" fmla="*/ 237122 w 1292919"/>
                <a:gd name="connsiteY348" fmla="*/ 652478 h 1686974"/>
                <a:gd name="connsiteX349" fmla="*/ 215069 w 1292919"/>
                <a:gd name="connsiteY349" fmla="*/ 648665 h 1686974"/>
                <a:gd name="connsiteX350" fmla="*/ 194326 w 1292919"/>
                <a:gd name="connsiteY350" fmla="*/ 669192 h 1686974"/>
                <a:gd name="connsiteX351" fmla="*/ 157912 w 1292919"/>
                <a:gd name="connsiteY351" fmla="*/ 685398 h 1686974"/>
                <a:gd name="connsiteX352" fmla="*/ 141871 w 1292919"/>
                <a:gd name="connsiteY352" fmla="*/ 673501 h 1686974"/>
                <a:gd name="connsiteX353" fmla="*/ 135605 w 1292919"/>
                <a:gd name="connsiteY353" fmla="*/ 668010 h 1686974"/>
                <a:gd name="connsiteX354" fmla="*/ 102317 w 1292919"/>
                <a:gd name="connsiteY354" fmla="*/ 656113 h 1686974"/>
                <a:gd name="connsiteX355" fmla="*/ 72702 w 1292919"/>
                <a:gd name="connsiteY355" fmla="*/ 629206 h 1686974"/>
                <a:gd name="connsiteX356" fmla="*/ 61861 w 1292919"/>
                <a:gd name="connsiteY356" fmla="*/ 639527 h 1686974"/>
                <a:gd name="connsiteX357" fmla="*/ 53116 w 1292919"/>
                <a:gd name="connsiteY357" fmla="*/ 629727 h 1686974"/>
                <a:gd name="connsiteX358" fmla="*/ 74266 w 1292919"/>
                <a:gd name="connsiteY358" fmla="*/ 602794 h 1686974"/>
                <a:gd name="connsiteX359" fmla="*/ 59395 w 1292919"/>
                <a:gd name="connsiteY359" fmla="*/ 596922 h 1686974"/>
                <a:gd name="connsiteX360" fmla="*/ 39821 w 1292919"/>
                <a:gd name="connsiteY360" fmla="*/ 577691 h 1686974"/>
                <a:gd name="connsiteX361" fmla="*/ 92530 w 1292919"/>
                <a:gd name="connsiteY361" fmla="*/ 523711 h 1686974"/>
                <a:gd name="connsiteX362" fmla="*/ 123200 w 1292919"/>
                <a:gd name="connsiteY362" fmla="*/ 494046 h 1686974"/>
                <a:gd name="connsiteX363" fmla="*/ 132987 w 1292919"/>
                <a:gd name="connsiteY363" fmla="*/ 485949 h 1686974"/>
                <a:gd name="connsiteX364" fmla="*/ 144731 w 1292919"/>
                <a:gd name="connsiteY364" fmla="*/ 484106 h 1686974"/>
                <a:gd name="connsiteX365" fmla="*/ 171613 w 1292919"/>
                <a:gd name="connsiteY365" fmla="*/ 471955 h 1686974"/>
                <a:gd name="connsiteX366" fmla="*/ 201774 w 1292919"/>
                <a:gd name="connsiteY366" fmla="*/ 439150 h 1686974"/>
                <a:gd name="connsiteX367" fmla="*/ 216251 w 1292919"/>
                <a:gd name="connsiteY367" fmla="*/ 426872 h 1686974"/>
                <a:gd name="connsiteX368" fmla="*/ 226953 w 1292919"/>
                <a:gd name="connsiteY368" fmla="*/ 423860 h 1686974"/>
                <a:gd name="connsiteX369" fmla="*/ 229826 w 1292919"/>
                <a:gd name="connsiteY369" fmla="*/ 416806 h 1686974"/>
                <a:gd name="connsiteX370" fmla="*/ 239219 w 1292919"/>
                <a:gd name="connsiteY370" fmla="*/ 411048 h 1686974"/>
                <a:gd name="connsiteX371" fmla="*/ 248751 w 1292919"/>
                <a:gd name="connsiteY371" fmla="*/ 405036 h 1686974"/>
                <a:gd name="connsiteX372" fmla="*/ 257229 w 1292919"/>
                <a:gd name="connsiteY372" fmla="*/ 391182 h 1686974"/>
                <a:gd name="connsiteX373" fmla="*/ 294673 w 1292919"/>
                <a:gd name="connsiteY373" fmla="*/ 345946 h 1686974"/>
                <a:gd name="connsiteX374" fmla="*/ 334749 w 1292919"/>
                <a:gd name="connsiteY374" fmla="*/ 366600 h 1686974"/>
                <a:gd name="connsiteX375" fmla="*/ 355365 w 1292919"/>
                <a:gd name="connsiteY375" fmla="*/ 394054 h 1686974"/>
                <a:gd name="connsiteX376" fmla="*/ 347535 w 1292919"/>
                <a:gd name="connsiteY376" fmla="*/ 421369 h 1686974"/>
                <a:gd name="connsiteX377" fmla="*/ 373629 w 1292919"/>
                <a:gd name="connsiteY377" fmla="*/ 446077 h 1686974"/>
                <a:gd name="connsiteX378" fmla="*/ 351577 w 1292919"/>
                <a:gd name="connsiteY378" fmla="*/ 466096 h 1686974"/>
                <a:gd name="connsiteX379" fmla="*/ 327428 w 1292919"/>
                <a:gd name="connsiteY379" fmla="*/ 503210 h 1686974"/>
                <a:gd name="connsiteX380" fmla="*/ 322610 w 1292919"/>
                <a:gd name="connsiteY380" fmla="*/ 535214 h 1686974"/>
                <a:gd name="connsiteX381" fmla="*/ 326665 w 1292919"/>
                <a:gd name="connsiteY381" fmla="*/ 576395 h 1686974"/>
                <a:gd name="connsiteX382" fmla="*/ 375599 w 1292919"/>
                <a:gd name="connsiteY382" fmla="*/ 589461 h 1686974"/>
                <a:gd name="connsiteX383" fmla="*/ 364160 w 1292919"/>
                <a:gd name="connsiteY383" fmla="*/ 611818 h 1686974"/>
                <a:gd name="connsiteX384" fmla="*/ 354500 w 1292919"/>
                <a:gd name="connsiteY384" fmla="*/ 618478 h 1686974"/>
                <a:gd name="connsiteX385" fmla="*/ 345501 w 1292919"/>
                <a:gd name="connsiteY385" fmla="*/ 648030 h 1686974"/>
                <a:gd name="connsiteX386" fmla="*/ 333236 w 1292919"/>
                <a:gd name="connsiteY386" fmla="*/ 667095 h 1686974"/>
                <a:gd name="connsiteX387" fmla="*/ 322000 w 1292919"/>
                <a:gd name="connsiteY387" fmla="*/ 655656 h 1686974"/>
                <a:gd name="connsiteX388" fmla="*/ 263686 w 1292919"/>
                <a:gd name="connsiteY388" fmla="*/ 677606 h 168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Lst>
              <a:rect l="l" t="t" r="r" b="b"/>
              <a:pathLst>
                <a:path w="1292919" h="1686974">
                  <a:moveTo>
                    <a:pt x="995603" y="217014"/>
                  </a:moveTo>
                  <a:lnTo>
                    <a:pt x="995476" y="223801"/>
                  </a:lnTo>
                  <a:lnTo>
                    <a:pt x="963624" y="238710"/>
                  </a:lnTo>
                  <a:lnTo>
                    <a:pt x="959442" y="228911"/>
                  </a:lnTo>
                  <a:lnTo>
                    <a:pt x="961400" y="214790"/>
                  </a:lnTo>
                  <a:lnTo>
                    <a:pt x="987240" y="192572"/>
                  </a:lnTo>
                  <a:lnTo>
                    <a:pt x="997154" y="198444"/>
                  </a:lnTo>
                  <a:close/>
                  <a:moveTo>
                    <a:pt x="751427" y="269126"/>
                  </a:moveTo>
                  <a:lnTo>
                    <a:pt x="759269" y="303354"/>
                  </a:lnTo>
                  <a:lnTo>
                    <a:pt x="769832" y="306901"/>
                  </a:lnTo>
                  <a:lnTo>
                    <a:pt x="799586" y="285852"/>
                  </a:lnTo>
                  <a:lnTo>
                    <a:pt x="795011" y="260101"/>
                  </a:lnTo>
                  <a:close/>
                  <a:moveTo>
                    <a:pt x="702239" y="924858"/>
                  </a:moveTo>
                  <a:lnTo>
                    <a:pt x="713449" y="926561"/>
                  </a:lnTo>
                  <a:lnTo>
                    <a:pt x="718165" y="934276"/>
                  </a:lnTo>
                  <a:lnTo>
                    <a:pt x="726376" y="926561"/>
                  </a:lnTo>
                  <a:lnTo>
                    <a:pt x="730557" y="928391"/>
                  </a:lnTo>
                  <a:lnTo>
                    <a:pt x="725473" y="933996"/>
                  </a:lnTo>
                  <a:lnTo>
                    <a:pt x="725219" y="943173"/>
                  </a:lnTo>
                  <a:lnTo>
                    <a:pt x="719347" y="945245"/>
                  </a:lnTo>
                  <a:lnTo>
                    <a:pt x="715165" y="952566"/>
                  </a:lnTo>
                  <a:lnTo>
                    <a:pt x="707539" y="955972"/>
                  </a:lnTo>
                  <a:lnTo>
                    <a:pt x="691105" y="975699"/>
                  </a:lnTo>
                  <a:lnTo>
                    <a:pt x="689910" y="989820"/>
                  </a:lnTo>
                  <a:lnTo>
                    <a:pt x="684572" y="999352"/>
                  </a:lnTo>
                  <a:lnTo>
                    <a:pt x="675675" y="1005250"/>
                  </a:lnTo>
                  <a:lnTo>
                    <a:pt x="681025" y="1011783"/>
                  </a:lnTo>
                  <a:lnTo>
                    <a:pt x="691092" y="1010512"/>
                  </a:lnTo>
                  <a:lnTo>
                    <a:pt x="695248" y="1000344"/>
                  </a:lnTo>
                  <a:lnTo>
                    <a:pt x="705823" y="1004157"/>
                  </a:lnTo>
                  <a:lnTo>
                    <a:pt x="707781" y="1009241"/>
                  </a:lnTo>
                  <a:lnTo>
                    <a:pt x="698121" y="1027811"/>
                  </a:lnTo>
                  <a:lnTo>
                    <a:pt x="703726" y="1045452"/>
                  </a:lnTo>
                  <a:lnTo>
                    <a:pt x="699277" y="1078651"/>
                  </a:lnTo>
                  <a:lnTo>
                    <a:pt x="701641" y="1102801"/>
                  </a:lnTo>
                  <a:lnTo>
                    <a:pt x="698769" y="1120061"/>
                  </a:lnTo>
                  <a:lnTo>
                    <a:pt x="703980" y="1122413"/>
                  </a:lnTo>
                  <a:lnTo>
                    <a:pt x="701120" y="1129480"/>
                  </a:lnTo>
                  <a:lnTo>
                    <a:pt x="708162" y="1148951"/>
                  </a:lnTo>
                  <a:lnTo>
                    <a:pt x="709979" y="1163060"/>
                  </a:lnTo>
                  <a:lnTo>
                    <a:pt x="717682" y="1160187"/>
                  </a:lnTo>
                  <a:lnTo>
                    <a:pt x="724736" y="1167902"/>
                  </a:lnTo>
                  <a:lnTo>
                    <a:pt x="729947" y="1165551"/>
                  </a:lnTo>
                  <a:lnTo>
                    <a:pt x="728257" y="1137055"/>
                  </a:lnTo>
                  <a:lnTo>
                    <a:pt x="727087" y="1106995"/>
                  </a:lnTo>
                  <a:lnTo>
                    <a:pt x="721736" y="1098098"/>
                  </a:lnTo>
                  <a:lnTo>
                    <a:pt x="720567" y="1075093"/>
                  </a:lnTo>
                  <a:lnTo>
                    <a:pt x="714034" y="1067390"/>
                  </a:lnTo>
                  <a:lnTo>
                    <a:pt x="712598" y="1039428"/>
                  </a:lnTo>
                  <a:lnTo>
                    <a:pt x="716411" y="1031319"/>
                  </a:lnTo>
                  <a:lnTo>
                    <a:pt x="714708" y="1023095"/>
                  </a:lnTo>
                  <a:lnTo>
                    <a:pt x="722677" y="1014859"/>
                  </a:lnTo>
                  <a:lnTo>
                    <a:pt x="714059" y="991713"/>
                  </a:lnTo>
                  <a:lnTo>
                    <a:pt x="724761" y="977478"/>
                  </a:lnTo>
                  <a:lnTo>
                    <a:pt x="731803" y="978647"/>
                  </a:lnTo>
                  <a:lnTo>
                    <a:pt x="737675" y="966878"/>
                  </a:lnTo>
                  <a:lnTo>
                    <a:pt x="735984" y="956824"/>
                  </a:lnTo>
                  <a:lnTo>
                    <a:pt x="747195" y="958527"/>
                  </a:lnTo>
                  <a:lnTo>
                    <a:pt x="755431" y="953303"/>
                  </a:lnTo>
                  <a:lnTo>
                    <a:pt x="761684" y="945588"/>
                  </a:lnTo>
                  <a:lnTo>
                    <a:pt x="763655" y="939703"/>
                  </a:lnTo>
                  <a:lnTo>
                    <a:pt x="760248" y="935522"/>
                  </a:lnTo>
                  <a:lnTo>
                    <a:pt x="754262" y="943249"/>
                  </a:lnTo>
                  <a:lnTo>
                    <a:pt x="747729" y="946097"/>
                  </a:lnTo>
                  <a:lnTo>
                    <a:pt x="741844" y="941407"/>
                  </a:lnTo>
                  <a:lnTo>
                    <a:pt x="740039" y="924019"/>
                  </a:lnTo>
                  <a:lnTo>
                    <a:pt x="728790" y="918935"/>
                  </a:lnTo>
                  <a:lnTo>
                    <a:pt x="728663" y="912669"/>
                  </a:lnTo>
                  <a:lnTo>
                    <a:pt x="719766" y="903772"/>
                  </a:lnTo>
                  <a:lnTo>
                    <a:pt x="714682" y="888735"/>
                  </a:lnTo>
                  <a:lnTo>
                    <a:pt x="717682" y="883779"/>
                  </a:lnTo>
                  <a:lnTo>
                    <a:pt x="735705" y="877906"/>
                  </a:lnTo>
                  <a:lnTo>
                    <a:pt x="738247" y="864560"/>
                  </a:lnTo>
                  <a:lnTo>
                    <a:pt x="746483" y="856845"/>
                  </a:lnTo>
                  <a:lnTo>
                    <a:pt x="739696" y="853452"/>
                  </a:lnTo>
                  <a:lnTo>
                    <a:pt x="730163" y="858943"/>
                  </a:lnTo>
                  <a:lnTo>
                    <a:pt x="727036" y="869276"/>
                  </a:lnTo>
                  <a:lnTo>
                    <a:pt x="722855" y="872797"/>
                  </a:lnTo>
                  <a:lnTo>
                    <a:pt x="716334" y="871627"/>
                  </a:lnTo>
                  <a:lnTo>
                    <a:pt x="712280" y="879330"/>
                  </a:lnTo>
                  <a:lnTo>
                    <a:pt x="698057" y="885075"/>
                  </a:lnTo>
                  <a:lnTo>
                    <a:pt x="698057" y="890566"/>
                  </a:lnTo>
                  <a:lnTo>
                    <a:pt x="704578" y="888735"/>
                  </a:lnTo>
                  <a:lnTo>
                    <a:pt x="708111" y="893578"/>
                  </a:lnTo>
                  <a:lnTo>
                    <a:pt x="708238" y="900899"/>
                  </a:lnTo>
                  <a:lnTo>
                    <a:pt x="701591" y="904814"/>
                  </a:lnTo>
                  <a:lnTo>
                    <a:pt x="699887" y="918922"/>
                  </a:lnTo>
                  <a:close/>
                  <a:moveTo>
                    <a:pt x="50383" y="749330"/>
                  </a:moveTo>
                  <a:lnTo>
                    <a:pt x="77265" y="760693"/>
                  </a:lnTo>
                  <a:lnTo>
                    <a:pt x="73224" y="797031"/>
                  </a:lnTo>
                  <a:lnTo>
                    <a:pt x="44778" y="840945"/>
                  </a:lnTo>
                  <a:lnTo>
                    <a:pt x="20120" y="836764"/>
                  </a:lnTo>
                  <a:lnTo>
                    <a:pt x="0" y="807225"/>
                  </a:lnTo>
                  <a:close/>
                  <a:moveTo>
                    <a:pt x="416056" y="247938"/>
                  </a:moveTo>
                  <a:lnTo>
                    <a:pt x="424661" y="236499"/>
                  </a:lnTo>
                  <a:lnTo>
                    <a:pt x="439544" y="227207"/>
                  </a:lnTo>
                  <a:lnTo>
                    <a:pt x="491859" y="255055"/>
                  </a:lnTo>
                  <a:lnTo>
                    <a:pt x="484945" y="286018"/>
                  </a:lnTo>
                  <a:lnTo>
                    <a:pt x="536371" y="342362"/>
                  </a:lnTo>
                  <a:lnTo>
                    <a:pt x="504392" y="372155"/>
                  </a:lnTo>
                  <a:lnTo>
                    <a:pt x="531159" y="389758"/>
                  </a:lnTo>
                  <a:lnTo>
                    <a:pt x="549945" y="367274"/>
                  </a:lnTo>
                  <a:lnTo>
                    <a:pt x="582572" y="381916"/>
                  </a:lnTo>
                  <a:lnTo>
                    <a:pt x="596414" y="431193"/>
                  </a:lnTo>
                  <a:lnTo>
                    <a:pt x="577081" y="451060"/>
                  </a:lnTo>
                  <a:lnTo>
                    <a:pt x="588050" y="468574"/>
                  </a:lnTo>
                  <a:lnTo>
                    <a:pt x="618974" y="445454"/>
                  </a:lnTo>
                  <a:lnTo>
                    <a:pt x="633337" y="426389"/>
                  </a:lnTo>
                  <a:lnTo>
                    <a:pt x="635815" y="422207"/>
                  </a:lnTo>
                  <a:lnTo>
                    <a:pt x="639628" y="418814"/>
                  </a:lnTo>
                  <a:lnTo>
                    <a:pt x="653063" y="403790"/>
                  </a:lnTo>
                  <a:lnTo>
                    <a:pt x="643149" y="370845"/>
                  </a:lnTo>
                  <a:lnTo>
                    <a:pt x="668989" y="324580"/>
                  </a:lnTo>
                  <a:lnTo>
                    <a:pt x="687114" y="322038"/>
                  </a:lnTo>
                  <a:lnTo>
                    <a:pt x="700561" y="333134"/>
                  </a:lnTo>
                  <a:lnTo>
                    <a:pt x="723528" y="310256"/>
                  </a:lnTo>
                  <a:lnTo>
                    <a:pt x="703688" y="299274"/>
                  </a:lnTo>
                  <a:lnTo>
                    <a:pt x="701209" y="287378"/>
                  </a:lnTo>
                  <a:lnTo>
                    <a:pt x="689770" y="271960"/>
                  </a:lnTo>
                  <a:lnTo>
                    <a:pt x="700726" y="257839"/>
                  </a:lnTo>
                  <a:lnTo>
                    <a:pt x="698184" y="246997"/>
                  </a:lnTo>
                  <a:lnTo>
                    <a:pt x="701311" y="243591"/>
                  </a:lnTo>
                  <a:lnTo>
                    <a:pt x="709280" y="248815"/>
                  </a:lnTo>
                  <a:lnTo>
                    <a:pt x="722982" y="246209"/>
                  </a:lnTo>
                  <a:lnTo>
                    <a:pt x="742301" y="228707"/>
                  </a:lnTo>
                  <a:lnTo>
                    <a:pt x="763299" y="206998"/>
                  </a:lnTo>
                  <a:lnTo>
                    <a:pt x="787448" y="183739"/>
                  </a:lnTo>
                  <a:lnTo>
                    <a:pt x="787982" y="171842"/>
                  </a:lnTo>
                  <a:lnTo>
                    <a:pt x="766832" y="142608"/>
                  </a:lnTo>
                  <a:lnTo>
                    <a:pt x="747767" y="138935"/>
                  </a:lnTo>
                  <a:lnTo>
                    <a:pt x="709789" y="158280"/>
                  </a:lnTo>
                  <a:lnTo>
                    <a:pt x="647407" y="187437"/>
                  </a:lnTo>
                  <a:lnTo>
                    <a:pt x="639781" y="155929"/>
                  </a:lnTo>
                  <a:lnTo>
                    <a:pt x="642386" y="103906"/>
                  </a:lnTo>
                  <a:lnTo>
                    <a:pt x="597901" y="84434"/>
                  </a:lnTo>
                  <a:lnTo>
                    <a:pt x="597774" y="73846"/>
                  </a:lnTo>
                  <a:lnTo>
                    <a:pt x="618390" y="75549"/>
                  </a:lnTo>
                  <a:lnTo>
                    <a:pt x="685194" y="86264"/>
                  </a:lnTo>
                  <a:lnTo>
                    <a:pt x="699290" y="81434"/>
                  </a:lnTo>
                  <a:lnTo>
                    <a:pt x="709344" y="83252"/>
                  </a:lnTo>
                  <a:lnTo>
                    <a:pt x="799586" y="61949"/>
                  </a:lnTo>
                  <a:lnTo>
                    <a:pt x="817215" y="57653"/>
                  </a:lnTo>
                  <a:lnTo>
                    <a:pt x="831819" y="53980"/>
                  </a:lnTo>
                  <a:lnTo>
                    <a:pt x="844529" y="50587"/>
                  </a:lnTo>
                  <a:lnTo>
                    <a:pt x="867243" y="38550"/>
                  </a:lnTo>
                  <a:lnTo>
                    <a:pt x="882635" y="30720"/>
                  </a:lnTo>
                  <a:lnTo>
                    <a:pt x="900251" y="21302"/>
                  </a:lnTo>
                  <a:lnTo>
                    <a:pt x="925824" y="8096"/>
                  </a:lnTo>
                  <a:lnTo>
                    <a:pt x="957600" y="0"/>
                  </a:lnTo>
                  <a:lnTo>
                    <a:pt x="972610" y="31508"/>
                  </a:lnTo>
                  <a:lnTo>
                    <a:pt x="985651" y="41168"/>
                  </a:lnTo>
                  <a:lnTo>
                    <a:pt x="988523" y="71355"/>
                  </a:lnTo>
                  <a:lnTo>
                    <a:pt x="972076" y="89149"/>
                  </a:lnTo>
                  <a:lnTo>
                    <a:pt x="914016" y="120925"/>
                  </a:lnTo>
                  <a:lnTo>
                    <a:pt x="913228" y="128894"/>
                  </a:lnTo>
                  <a:lnTo>
                    <a:pt x="930336" y="128360"/>
                  </a:lnTo>
                  <a:lnTo>
                    <a:pt x="941775" y="165220"/>
                  </a:lnTo>
                  <a:lnTo>
                    <a:pt x="933692" y="196856"/>
                  </a:lnTo>
                  <a:lnTo>
                    <a:pt x="948296" y="230703"/>
                  </a:lnTo>
                  <a:lnTo>
                    <a:pt x="936043" y="246769"/>
                  </a:lnTo>
                  <a:lnTo>
                    <a:pt x="932116" y="273701"/>
                  </a:lnTo>
                  <a:lnTo>
                    <a:pt x="900340" y="310180"/>
                  </a:lnTo>
                  <a:lnTo>
                    <a:pt x="916126" y="314349"/>
                  </a:lnTo>
                  <a:lnTo>
                    <a:pt x="961285" y="319331"/>
                  </a:lnTo>
                  <a:lnTo>
                    <a:pt x="973996" y="303901"/>
                  </a:lnTo>
                  <a:lnTo>
                    <a:pt x="987557" y="299973"/>
                  </a:lnTo>
                  <a:lnTo>
                    <a:pt x="1006470" y="317361"/>
                  </a:lnTo>
                  <a:lnTo>
                    <a:pt x="1041589" y="316713"/>
                  </a:lnTo>
                  <a:lnTo>
                    <a:pt x="1091031" y="342845"/>
                  </a:lnTo>
                  <a:lnTo>
                    <a:pt x="1200784" y="327593"/>
                  </a:lnTo>
                  <a:lnTo>
                    <a:pt x="1214879" y="348234"/>
                  </a:lnTo>
                  <a:lnTo>
                    <a:pt x="1238508" y="344421"/>
                  </a:lnTo>
                  <a:lnTo>
                    <a:pt x="1241113" y="361135"/>
                  </a:lnTo>
                  <a:lnTo>
                    <a:pt x="1250392" y="421915"/>
                  </a:lnTo>
                  <a:lnTo>
                    <a:pt x="1207177" y="462435"/>
                  </a:lnTo>
                  <a:lnTo>
                    <a:pt x="1162793" y="423491"/>
                  </a:lnTo>
                  <a:lnTo>
                    <a:pt x="1133699" y="454720"/>
                  </a:lnTo>
                  <a:lnTo>
                    <a:pt x="1189942" y="505561"/>
                  </a:lnTo>
                  <a:lnTo>
                    <a:pt x="1169860" y="535099"/>
                  </a:lnTo>
                  <a:lnTo>
                    <a:pt x="1169593" y="565159"/>
                  </a:lnTo>
                  <a:lnTo>
                    <a:pt x="1133839" y="628812"/>
                  </a:lnTo>
                  <a:lnTo>
                    <a:pt x="1136064" y="643314"/>
                  </a:lnTo>
                  <a:lnTo>
                    <a:pt x="1109690" y="693647"/>
                  </a:lnTo>
                  <a:lnTo>
                    <a:pt x="1120125" y="712852"/>
                  </a:lnTo>
                  <a:lnTo>
                    <a:pt x="1137360" y="761862"/>
                  </a:lnTo>
                  <a:lnTo>
                    <a:pt x="1128615" y="841212"/>
                  </a:lnTo>
                  <a:lnTo>
                    <a:pt x="1230132" y="872047"/>
                  </a:lnTo>
                  <a:lnTo>
                    <a:pt x="1222709" y="911449"/>
                  </a:lnTo>
                  <a:lnTo>
                    <a:pt x="1230271" y="914321"/>
                  </a:lnTo>
                  <a:lnTo>
                    <a:pt x="1292920" y="937721"/>
                  </a:lnTo>
                  <a:lnTo>
                    <a:pt x="1285091" y="982931"/>
                  </a:lnTo>
                  <a:lnTo>
                    <a:pt x="1286908" y="1039275"/>
                  </a:lnTo>
                  <a:lnTo>
                    <a:pt x="1236665" y="1066844"/>
                  </a:lnTo>
                  <a:lnTo>
                    <a:pt x="1221527" y="1041626"/>
                  </a:lnTo>
                  <a:lnTo>
                    <a:pt x="1190209" y="1041754"/>
                  </a:lnTo>
                  <a:lnTo>
                    <a:pt x="1189167" y="1082147"/>
                  </a:lnTo>
                  <a:lnTo>
                    <a:pt x="1155370" y="1097183"/>
                  </a:lnTo>
                  <a:lnTo>
                    <a:pt x="1170508" y="1230767"/>
                  </a:lnTo>
                  <a:lnTo>
                    <a:pt x="1126404" y="1267741"/>
                  </a:lnTo>
                  <a:lnTo>
                    <a:pt x="1089544" y="1253633"/>
                  </a:lnTo>
                  <a:lnTo>
                    <a:pt x="1047524" y="1319497"/>
                  </a:lnTo>
                  <a:lnTo>
                    <a:pt x="997954" y="1347853"/>
                  </a:lnTo>
                  <a:lnTo>
                    <a:pt x="964539" y="1369715"/>
                  </a:lnTo>
                  <a:lnTo>
                    <a:pt x="946402" y="1400436"/>
                  </a:lnTo>
                  <a:lnTo>
                    <a:pt x="912733" y="1413235"/>
                  </a:lnTo>
                  <a:lnTo>
                    <a:pt x="900454" y="1380048"/>
                  </a:lnTo>
                  <a:lnTo>
                    <a:pt x="862616" y="1406193"/>
                  </a:lnTo>
                  <a:lnTo>
                    <a:pt x="808064" y="1442138"/>
                  </a:lnTo>
                  <a:lnTo>
                    <a:pt x="793714" y="1487094"/>
                  </a:lnTo>
                  <a:lnTo>
                    <a:pt x="737332" y="1518869"/>
                  </a:lnTo>
                  <a:lnTo>
                    <a:pt x="724278" y="1543845"/>
                  </a:lnTo>
                  <a:lnTo>
                    <a:pt x="639209" y="1543845"/>
                  </a:lnTo>
                  <a:lnTo>
                    <a:pt x="591177" y="1577819"/>
                  </a:lnTo>
                  <a:lnTo>
                    <a:pt x="573573" y="1609595"/>
                  </a:lnTo>
                  <a:lnTo>
                    <a:pt x="556593" y="1640315"/>
                  </a:lnTo>
                  <a:lnTo>
                    <a:pt x="546018" y="1659520"/>
                  </a:lnTo>
                  <a:lnTo>
                    <a:pt x="476467" y="1686974"/>
                  </a:lnTo>
                  <a:lnTo>
                    <a:pt x="468511" y="1609200"/>
                  </a:lnTo>
                  <a:lnTo>
                    <a:pt x="479086" y="1577959"/>
                  </a:lnTo>
                  <a:lnTo>
                    <a:pt x="444883" y="1535354"/>
                  </a:lnTo>
                  <a:lnTo>
                    <a:pt x="439938" y="1524907"/>
                  </a:lnTo>
                  <a:lnTo>
                    <a:pt x="431829" y="1513925"/>
                  </a:lnTo>
                  <a:lnTo>
                    <a:pt x="437968" y="1501774"/>
                  </a:lnTo>
                  <a:lnTo>
                    <a:pt x="426758" y="1497580"/>
                  </a:lnTo>
                  <a:lnTo>
                    <a:pt x="413565" y="1492877"/>
                  </a:lnTo>
                  <a:lnTo>
                    <a:pt x="375434" y="1474307"/>
                  </a:lnTo>
                  <a:lnTo>
                    <a:pt x="328978" y="1461902"/>
                  </a:lnTo>
                  <a:lnTo>
                    <a:pt x="313179" y="1482556"/>
                  </a:lnTo>
                  <a:lnTo>
                    <a:pt x="296224" y="1477981"/>
                  </a:lnTo>
                  <a:lnTo>
                    <a:pt x="300800" y="1441769"/>
                  </a:lnTo>
                  <a:lnTo>
                    <a:pt x="281734" y="1433419"/>
                  </a:lnTo>
                  <a:lnTo>
                    <a:pt x="267512" y="1463211"/>
                  </a:lnTo>
                  <a:lnTo>
                    <a:pt x="218844" y="1520598"/>
                  </a:lnTo>
                  <a:lnTo>
                    <a:pt x="198228" y="1519136"/>
                  </a:lnTo>
                  <a:lnTo>
                    <a:pt x="181387" y="1482556"/>
                  </a:lnTo>
                  <a:lnTo>
                    <a:pt x="166783" y="1484907"/>
                  </a:lnTo>
                  <a:lnTo>
                    <a:pt x="161699" y="1462830"/>
                  </a:lnTo>
                  <a:lnTo>
                    <a:pt x="149955" y="1463732"/>
                  </a:lnTo>
                  <a:lnTo>
                    <a:pt x="125564" y="1422297"/>
                  </a:lnTo>
                  <a:lnTo>
                    <a:pt x="149447" y="1377201"/>
                  </a:lnTo>
                  <a:lnTo>
                    <a:pt x="166389" y="1387675"/>
                  </a:lnTo>
                  <a:lnTo>
                    <a:pt x="204901" y="1377507"/>
                  </a:lnTo>
                  <a:lnTo>
                    <a:pt x="214548" y="1378561"/>
                  </a:lnTo>
                  <a:lnTo>
                    <a:pt x="216251" y="1392161"/>
                  </a:lnTo>
                  <a:lnTo>
                    <a:pt x="222772" y="1393992"/>
                  </a:lnTo>
                  <a:lnTo>
                    <a:pt x="219759" y="1406409"/>
                  </a:lnTo>
                  <a:lnTo>
                    <a:pt x="225110" y="1409930"/>
                  </a:lnTo>
                  <a:lnTo>
                    <a:pt x="229826" y="1412282"/>
                  </a:lnTo>
                  <a:lnTo>
                    <a:pt x="235825" y="1398033"/>
                  </a:lnTo>
                  <a:lnTo>
                    <a:pt x="233474" y="1392161"/>
                  </a:lnTo>
                  <a:lnTo>
                    <a:pt x="237910" y="1379603"/>
                  </a:lnTo>
                  <a:lnTo>
                    <a:pt x="240795" y="1376464"/>
                  </a:lnTo>
                  <a:lnTo>
                    <a:pt x="280069" y="1331254"/>
                  </a:lnTo>
                  <a:lnTo>
                    <a:pt x="289462" y="1329157"/>
                  </a:lnTo>
                  <a:lnTo>
                    <a:pt x="294165" y="1326017"/>
                  </a:lnTo>
                  <a:lnTo>
                    <a:pt x="310981" y="1318175"/>
                  </a:lnTo>
                  <a:lnTo>
                    <a:pt x="302249" y="1290467"/>
                  </a:lnTo>
                  <a:lnTo>
                    <a:pt x="278099" y="1313472"/>
                  </a:lnTo>
                  <a:lnTo>
                    <a:pt x="248345" y="1293136"/>
                  </a:lnTo>
                  <a:lnTo>
                    <a:pt x="234770" y="1273270"/>
                  </a:lnTo>
                  <a:lnTo>
                    <a:pt x="232228" y="1267385"/>
                  </a:lnTo>
                  <a:lnTo>
                    <a:pt x="209350" y="1255883"/>
                  </a:lnTo>
                  <a:lnTo>
                    <a:pt x="188073" y="1255488"/>
                  </a:lnTo>
                  <a:lnTo>
                    <a:pt x="184679" y="1261373"/>
                  </a:lnTo>
                  <a:lnTo>
                    <a:pt x="172427" y="1275494"/>
                  </a:lnTo>
                  <a:lnTo>
                    <a:pt x="163288" y="1272749"/>
                  </a:lnTo>
                  <a:lnTo>
                    <a:pt x="153488" y="1269737"/>
                  </a:lnTo>
                  <a:lnTo>
                    <a:pt x="144108" y="1249870"/>
                  </a:lnTo>
                  <a:lnTo>
                    <a:pt x="130267" y="1244507"/>
                  </a:lnTo>
                  <a:lnTo>
                    <a:pt x="126454" y="1257979"/>
                  </a:lnTo>
                  <a:lnTo>
                    <a:pt x="128131" y="1266457"/>
                  </a:lnTo>
                  <a:lnTo>
                    <a:pt x="99686" y="1278761"/>
                  </a:lnTo>
                  <a:lnTo>
                    <a:pt x="90420" y="1275088"/>
                  </a:lnTo>
                  <a:lnTo>
                    <a:pt x="99559" y="1250786"/>
                  </a:lnTo>
                  <a:lnTo>
                    <a:pt x="103613" y="1223204"/>
                  </a:lnTo>
                  <a:lnTo>
                    <a:pt x="98263" y="1202156"/>
                  </a:lnTo>
                  <a:lnTo>
                    <a:pt x="108685" y="1178515"/>
                  </a:lnTo>
                  <a:lnTo>
                    <a:pt x="97093" y="1087282"/>
                  </a:lnTo>
                  <a:lnTo>
                    <a:pt x="109867" y="1068458"/>
                  </a:lnTo>
                  <a:lnTo>
                    <a:pt x="112485" y="1058379"/>
                  </a:lnTo>
                  <a:lnTo>
                    <a:pt x="140549" y="1057476"/>
                  </a:lnTo>
                  <a:lnTo>
                    <a:pt x="160377" y="1022193"/>
                  </a:lnTo>
                  <a:lnTo>
                    <a:pt x="193424" y="1020756"/>
                  </a:lnTo>
                  <a:lnTo>
                    <a:pt x="205422" y="1032780"/>
                  </a:lnTo>
                  <a:lnTo>
                    <a:pt x="212871" y="1036822"/>
                  </a:lnTo>
                  <a:lnTo>
                    <a:pt x="242752" y="1021265"/>
                  </a:lnTo>
                  <a:lnTo>
                    <a:pt x="250721" y="983769"/>
                  </a:lnTo>
                  <a:lnTo>
                    <a:pt x="235965" y="974097"/>
                  </a:lnTo>
                  <a:lnTo>
                    <a:pt x="261932" y="943390"/>
                  </a:lnTo>
                  <a:lnTo>
                    <a:pt x="277349" y="931086"/>
                  </a:lnTo>
                  <a:lnTo>
                    <a:pt x="295601" y="905081"/>
                  </a:lnTo>
                  <a:lnTo>
                    <a:pt x="293263" y="897226"/>
                  </a:lnTo>
                  <a:lnTo>
                    <a:pt x="305007" y="880118"/>
                  </a:lnTo>
                  <a:lnTo>
                    <a:pt x="349124" y="833967"/>
                  </a:lnTo>
                  <a:lnTo>
                    <a:pt x="357589" y="839992"/>
                  </a:lnTo>
                  <a:lnTo>
                    <a:pt x="382018" y="813059"/>
                  </a:lnTo>
                  <a:lnTo>
                    <a:pt x="383963" y="802471"/>
                  </a:lnTo>
                  <a:lnTo>
                    <a:pt x="394398" y="770454"/>
                  </a:lnTo>
                  <a:lnTo>
                    <a:pt x="372790" y="744564"/>
                  </a:lnTo>
                  <a:lnTo>
                    <a:pt x="354386" y="751109"/>
                  </a:lnTo>
                  <a:lnTo>
                    <a:pt x="331508" y="746140"/>
                  </a:lnTo>
                  <a:lnTo>
                    <a:pt x="339604" y="717783"/>
                  </a:lnTo>
                  <a:lnTo>
                    <a:pt x="369486" y="704056"/>
                  </a:lnTo>
                  <a:lnTo>
                    <a:pt x="390102" y="662227"/>
                  </a:lnTo>
                  <a:lnTo>
                    <a:pt x="430177" y="636616"/>
                  </a:lnTo>
                  <a:lnTo>
                    <a:pt x="443345" y="591253"/>
                  </a:lnTo>
                  <a:lnTo>
                    <a:pt x="430304" y="549818"/>
                  </a:lnTo>
                  <a:lnTo>
                    <a:pt x="444654" y="523292"/>
                  </a:lnTo>
                  <a:lnTo>
                    <a:pt x="472972" y="539230"/>
                  </a:lnTo>
                  <a:lnTo>
                    <a:pt x="500235" y="516886"/>
                  </a:lnTo>
                  <a:lnTo>
                    <a:pt x="485746" y="486356"/>
                  </a:lnTo>
                  <a:lnTo>
                    <a:pt x="460567" y="452381"/>
                  </a:lnTo>
                  <a:lnTo>
                    <a:pt x="478971" y="407031"/>
                  </a:lnTo>
                  <a:lnTo>
                    <a:pt x="494224" y="388602"/>
                  </a:lnTo>
                  <a:lnTo>
                    <a:pt x="490690" y="383886"/>
                  </a:lnTo>
                  <a:lnTo>
                    <a:pt x="463414" y="347293"/>
                  </a:lnTo>
                  <a:lnTo>
                    <a:pt x="439671" y="356318"/>
                  </a:lnTo>
                  <a:lnTo>
                    <a:pt x="452852" y="404540"/>
                  </a:lnTo>
                  <a:lnTo>
                    <a:pt x="433138" y="410158"/>
                  </a:lnTo>
                  <a:lnTo>
                    <a:pt x="391767" y="339858"/>
                  </a:lnTo>
                  <a:lnTo>
                    <a:pt x="365940" y="330681"/>
                  </a:lnTo>
                  <a:lnTo>
                    <a:pt x="359927" y="291216"/>
                  </a:lnTo>
                  <a:lnTo>
                    <a:pt x="366194" y="292004"/>
                  </a:lnTo>
                  <a:lnTo>
                    <a:pt x="370375" y="284937"/>
                  </a:lnTo>
                  <a:lnTo>
                    <a:pt x="371545" y="277235"/>
                  </a:lnTo>
                  <a:lnTo>
                    <a:pt x="385246" y="271617"/>
                  </a:lnTo>
                  <a:close/>
                  <a:moveTo>
                    <a:pt x="200592" y="691422"/>
                  </a:moveTo>
                  <a:lnTo>
                    <a:pt x="212604" y="681890"/>
                  </a:lnTo>
                  <a:lnTo>
                    <a:pt x="234656" y="715610"/>
                  </a:lnTo>
                  <a:lnTo>
                    <a:pt x="244430" y="724621"/>
                  </a:lnTo>
                  <a:lnTo>
                    <a:pt x="253975" y="732463"/>
                  </a:lnTo>
                  <a:lnTo>
                    <a:pt x="273422" y="755990"/>
                  </a:lnTo>
                  <a:lnTo>
                    <a:pt x="241303" y="806183"/>
                  </a:lnTo>
                  <a:lnTo>
                    <a:pt x="235825" y="814152"/>
                  </a:lnTo>
                  <a:lnTo>
                    <a:pt x="240134" y="820431"/>
                  </a:lnTo>
                  <a:lnTo>
                    <a:pt x="232177" y="831145"/>
                  </a:lnTo>
                  <a:lnTo>
                    <a:pt x="210888" y="824994"/>
                  </a:lnTo>
                  <a:lnTo>
                    <a:pt x="184539" y="806831"/>
                  </a:lnTo>
                  <a:lnTo>
                    <a:pt x="162932" y="797807"/>
                  </a:lnTo>
                  <a:lnTo>
                    <a:pt x="140613" y="804085"/>
                  </a:lnTo>
                  <a:lnTo>
                    <a:pt x="128208" y="820024"/>
                  </a:lnTo>
                  <a:lnTo>
                    <a:pt x="117646" y="822655"/>
                  </a:lnTo>
                  <a:lnTo>
                    <a:pt x="90763" y="826570"/>
                  </a:lnTo>
                  <a:lnTo>
                    <a:pt x="80062" y="815321"/>
                  </a:lnTo>
                  <a:lnTo>
                    <a:pt x="92073" y="796256"/>
                  </a:lnTo>
                  <a:lnTo>
                    <a:pt x="137346" y="789901"/>
                  </a:lnTo>
                  <a:lnTo>
                    <a:pt x="165144" y="745212"/>
                  </a:lnTo>
                  <a:lnTo>
                    <a:pt x="181845" y="721062"/>
                  </a:lnTo>
                  <a:close/>
                  <a:moveTo>
                    <a:pt x="237122" y="652478"/>
                  </a:moveTo>
                  <a:lnTo>
                    <a:pt x="215069" y="648665"/>
                  </a:lnTo>
                  <a:lnTo>
                    <a:pt x="194326" y="669192"/>
                  </a:lnTo>
                  <a:lnTo>
                    <a:pt x="157912" y="685398"/>
                  </a:lnTo>
                  <a:lnTo>
                    <a:pt x="141871" y="673501"/>
                  </a:lnTo>
                  <a:lnTo>
                    <a:pt x="135605" y="668010"/>
                  </a:lnTo>
                  <a:lnTo>
                    <a:pt x="102317" y="656113"/>
                  </a:lnTo>
                  <a:lnTo>
                    <a:pt x="72702" y="629206"/>
                  </a:lnTo>
                  <a:lnTo>
                    <a:pt x="61861" y="639527"/>
                  </a:lnTo>
                  <a:lnTo>
                    <a:pt x="53116" y="629727"/>
                  </a:lnTo>
                  <a:lnTo>
                    <a:pt x="74266" y="602794"/>
                  </a:lnTo>
                  <a:lnTo>
                    <a:pt x="59395" y="596922"/>
                  </a:lnTo>
                  <a:lnTo>
                    <a:pt x="39821" y="577691"/>
                  </a:lnTo>
                  <a:lnTo>
                    <a:pt x="92530" y="523711"/>
                  </a:lnTo>
                  <a:lnTo>
                    <a:pt x="123200" y="494046"/>
                  </a:lnTo>
                  <a:lnTo>
                    <a:pt x="132987" y="485949"/>
                  </a:lnTo>
                  <a:lnTo>
                    <a:pt x="144731" y="484106"/>
                  </a:lnTo>
                  <a:lnTo>
                    <a:pt x="171613" y="471955"/>
                  </a:lnTo>
                  <a:lnTo>
                    <a:pt x="201774" y="439150"/>
                  </a:lnTo>
                  <a:lnTo>
                    <a:pt x="216251" y="426872"/>
                  </a:lnTo>
                  <a:lnTo>
                    <a:pt x="226953" y="423860"/>
                  </a:lnTo>
                  <a:lnTo>
                    <a:pt x="229826" y="416806"/>
                  </a:lnTo>
                  <a:lnTo>
                    <a:pt x="239219" y="411048"/>
                  </a:lnTo>
                  <a:lnTo>
                    <a:pt x="248751" y="405036"/>
                  </a:lnTo>
                  <a:lnTo>
                    <a:pt x="257229" y="391182"/>
                  </a:lnTo>
                  <a:lnTo>
                    <a:pt x="294673" y="345946"/>
                  </a:lnTo>
                  <a:lnTo>
                    <a:pt x="334749" y="366600"/>
                  </a:lnTo>
                  <a:lnTo>
                    <a:pt x="355365" y="394054"/>
                  </a:lnTo>
                  <a:lnTo>
                    <a:pt x="347535" y="421369"/>
                  </a:lnTo>
                  <a:lnTo>
                    <a:pt x="373629" y="446077"/>
                  </a:lnTo>
                  <a:lnTo>
                    <a:pt x="351577" y="466096"/>
                  </a:lnTo>
                  <a:lnTo>
                    <a:pt x="327428" y="503210"/>
                  </a:lnTo>
                  <a:lnTo>
                    <a:pt x="322610" y="535214"/>
                  </a:lnTo>
                  <a:lnTo>
                    <a:pt x="326665" y="576395"/>
                  </a:lnTo>
                  <a:lnTo>
                    <a:pt x="375599" y="589461"/>
                  </a:lnTo>
                  <a:lnTo>
                    <a:pt x="364160" y="611818"/>
                  </a:lnTo>
                  <a:lnTo>
                    <a:pt x="354500" y="618478"/>
                  </a:lnTo>
                  <a:lnTo>
                    <a:pt x="345501" y="648030"/>
                  </a:lnTo>
                  <a:lnTo>
                    <a:pt x="333236" y="667095"/>
                  </a:lnTo>
                  <a:lnTo>
                    <a:pt x="322000" y="655656"/>
                  </a:lnTo>
                  <a:lnTo>
                    <a:pt x="263686" y="677606"/>
                  </a:lnTo>
                  <a:close/>
                </a:path>
              </a:pathLst>
            </a:custGeom>
            <a:noFill/>
            <a:ln w="3810" cap="flat">
              <a:solidFill>
                <a:srgbClr val="E6E4E2"/>
              </a:solidFill>
              <a:prstDash val="solid"/>
              <a:miter/>
            </a:ln>
          </p:spPr>
          <p:txBody>
            <a:bodyPr rtlCol="0" anchor="ctr"/>
            <a:lstStyle/>
            <a:p>
              <a:endParaRPr lang="de-CH"/>
            </a:p>
          </p:txBody>
        </p:sp>
        <p:sp>
          <p:nvSpPr>
            <p:cNvPr id="31" name="Freihandform: Form 30">
              <a:extLst>
                <a:ext uri="{FF2B5EF4-FFF2-40B4-BE49-F238E27FC236}">
                  <a16:creationId xmlns:a16="http://schemas.microsoft.com/office/drawing/2014/main" id="{EA1B4879-BEBC-0D37-CEC9-972BA87DD772}"/>
                </a:ext>
              </a:extLst>
            </p:cNvPr>
            <p:cNvSpPr/>
            <p:nvPr/>
          </p:nvSpPr>
          <p:spPr>
            <a:xfrm>
              <a:off x="4329379" y="1413378"/>
              <a:ext cx="1397410" cy="1276409"/>
            </a:xfrm>
            <a:custGeom>
              <a:avLst/>
              <a:gdLst>
                <a:gd name="connsiteX0" fmla="*/ 163453 w 1397410"/>
                <a:gd name="connsiteY0" fmla="*/ 168728 h 1276409"/>
                <a:gd name="connsiteX1" fmla="*/ 197657 w 1397410"/>
                <a:gd name="connsiteY1" fmla="*/ 167292 h 1276409"/>
                <a:gd name="connsiteX2" fmla="*/ 233537 w 1397410"/>
                <a:gd name="connsiteY2" fmla="*/ 222327 h 1276409"/>
                <a:gd name="connsiteX3" fmla="*/ 216696 w 1397410"/>
                <a:gd name="connsiteY3" fmla="*/ 262440 h 1276409"/>
                <a:gd name="connsiteX4" fmla="*/ 81968 w 1397410"/>
                <a:gd name="connsiteY4" fmla="*/ 255907 h 1276409"/>
                <a:gd name="connsiteX5" fmla="*/ 83137 w 1397410"/>
                <a:gd name="connsiteY5" fmla="*/ 210036 h 1276409"/>
                <a:gd name="connsiteX6" fmla="*/ 688385 w 1397410"/>
                <a:gd name="connsiteY6" fmla="*/ 1011503 h 1276409"/>
                <a:gd name="connsiteX7" fmla="*/ 713310 w 1397410"/>
                <a:gd name="connsiteY7" fmla="*/ 1003534 h 1276409"/>
                <a:gd name="connsiteX8" fmla="*/ 731307 w 1397410"/>
                <a:gd name="connsiteY8" fmla="*/ 1015304 h 1276409"/>
                <a:gd name="connsiteX9" fmla="*/ 710310 w 1397410"/>
                <a:gd name="connsiteY9" fmla="*/ 1042097 h 1276409"/>
                <a:gd name="connsiteX10" fmla="*/ 678191 w 1397410"/>
                <a:gd name="connsiteY10" fmla="*/ 1038563 h 1276409"/>
                <a:gd name="connsiteX11" fmla="*/ 344065 w 1397410"/>
                <a:gd name="connsiteY11" fmla="*/ 0 h 1276409"/>
                <a:gd name="connsiteX12" fmla="*/ 361949 w 1397410"/>
                <a:gd name="connsiteY12" fmla="*/ 16727 h 1276409"/>
                <a:gd name="connsiteX13" fmla="*/ 387267 w 1397410"/>
                <a:gd name="connsiteY13" fmla="*/ 15151 h 1276409"/>
                <a:gd name="connsiteX14" fmla="*/ 397054 w 1397410"/>
                <a:gd name="connsiteY14" fmla="*/ 52150 h 1276409"/>
                <a:gd name="connsiteX15" fmla="*/ 381916 w 1397410"/>
                <a:gd name="connsiteY15" fmla="*/ 73185 h 1276409"/>
                <a:gd name="connsiteX16" fmla="*/ 385056 w 1397410"/>
                <a:gd name="connsiteY16" fmla="*/ 123124 h 1276409"/>
                <a:gd name="connsiteX17" fmla="*/ 313141 w 1397410"/>
                <a:gd name="connsiteY17" fmla="*/ 128869 h 1276409"/>
                <a:gd name="connsiteX18" fmla="*/ 291737 w 1397410"/>
                <a:gd name="connsiteY18" fmla="*/ 135148 h 1276409"/>
                <a:gd name="connsiteX19" fmla="*/ 247633 w 1397410"/>
                <a:gd name="connsiteY19" fmla="*/ 152268 h 1276409"/>
                <a:gd name="connsiteX20" fmla="*/ 231720 w 1397410"/>
                <a:gd name="connsiteY20" fmla="*/ 158801 h 1276409"/>
                <a:gd name="connsiteX21" fmla="*/ 213684 w 1397410"/>
                <a:gd name="connsiteY21" fmla="*/ 120899 h 1276409"/>
                <a:gd name="connsiteX22" fmla="*/ 233664 w 1397410"/>
                <a:gd name="connsiteY22" fmla="*/ 95021 h 1276409"/>
                <a:gd name="connsiteX23" fmla="*/ 184717 w 1397410"/>
                <a:gd name="connsiteY23" fmla="*/ 68254 h 1276409"/>
                <a:gd name="connsiteX24" fmla="*/ 163110 w 1397410"/>
                <a:gd name="connsiteY24" fmla="*/ 66157 h 1276409"/>
                <a:gd name="connsiteX25" fmla="*/ 188289 w 1397410"/>
                <a:gd name="connsiteY25" fmla="*/ 16117 h 1276409"/>
                <a:gd name="connsiteX26" fmla="*/ 247938 w 1397410"/>
                <a:gd name="connsiteY26" fmla="*/ 45795 h 1276409"/>
                <a:gd name="connsiteX27" fmla="*/ 263978 w 1397410"/>
                <a:gd name="connsiteY27" fmla="*/ 64987 h 1276409"/>
                <a:gd name="connsiteX28" fmla="*/ 297381 w 1397410"/>
                <a:gd name="connsiteY28" fmla="*/ 60806 h 1276409"/>
                <a:gd name="connsiteX29" fmla="*/ 316446 w 1397410"/>
                <a:gd name="connsiteY29" fmla="*/ 36898 h 1276409"/>
                <a:gd name="connsiteX30" fmla="*/ 325343 w 1397410"/>
                <a:gd name="connsiteY30" fmla="*/ 20946 h 1276409"/>
                <a:gd name="connsiteX31" fmla="*/ 905856 w 1397410"/>
                <a:gd name="connsiteY31" fmla="*/ 488174 h 1276409"/>
                <a:gd name="connsiteX32" fmla="*/ 917295 w 1397410"/>
                <a:gd name="connsiteY32" fmla="*/ 484119 h 1276409"/>
                <a:gd name="connsiteX33" fmla="*/ 942894 w 1397410"/>
                <a:gd name="connsiteY33" fmla="*/ 416158 h 1276409"/>
                <a:gd name="connsiteX34" fmla="*/ 998221 w 1397410"/>
                <a:gd name="connsiteY34" fmla="*/ 400727 h 1276409"/>
                <a:gd name="connsiteX35" fmla="*/ 1010093 w 1397410"/>
                <a:gd name="connsiteY35" fmla="*/ 380721 h 1276409"/>
                <a:gd name="connsiteX36" fmla="*/ 1089430 w 1397410"/>
                <a:gd name="connsiteY36" fmla="*/ 352238 h 1276409"/>
                <a:gd name="connsiteX37" fmla="*/ 1069589 w 1397410"/>
                <a:gd name="connsiteY37" fmla="*/ 316815 h 1276409"/>
                <a:gd name="connsiteX38" fmla="*/ 1090752 w 1397410"/>
                <a:gd name="connsiteY38" fmla="*/ 298258 h 1276409"/>
                <a:gd name="connsiteX39" fmla="*/ 1108546 w 1397410"/>
                <a:gd name="connsiteY39" fmla="*/ 281518 h 1276409"/>
                <a:gd name="connsiteX40" fmla="*/ 1151608 w 1397410"/>
                <a:gd name="connsiteY40" fmla="*/ 307536 h 1276409"/>
                <a:gd name="connsiteX41" fmla="*/ 1206033 w 1397410"/>
                <a:gd name="connsiteY41" fmla="*/ 278659 h 1276409"/>
                <a:gd name="connsiteX42" fmla="*/ 1213736 w 1397410"/>
                <a:gd name="connsiteY42" fmla="*/ 260496 h 1276409"/>
                <a:gd name="connsiteX43" fmla="*/ 1246223 w 1397410"/>
                <a:gd name="connsiteY43" fmla="*/ 245981 h 1276409"/>
                <a:gd name="connsiteX44" fmla="*/ 1256531 w 1397410"/>
                <a:gd name="connsiteY44" fmla="*/ 237083 h 1276409"/>
                <a:gd name="connsiteX45" fmla="*/ 1225607 w 1397410"/>
                <a:gd name="connsiteY45" fmla="*/ 173532 h 1276409"/>
                <a:gd name="connsiteX46" fmla="*/ 1245689 w 1397410"/>
                <a:gd name="connsiteY46" fmla="*/ 137461 h 1276409"/>
                <a:gd name="connsiteX47" fmla="*/ 1281710 w 1397410"/>
                <a:gd name="connsiteY47" fmla="*/ 125818 h 1276409"/>
                <a:gd name="connsiteX48" fmla="*/ 1296466 w 1397410"/>
                <a:gd name="connsiteY48" fmla="*/ 163860 h 1276409"/>
                <a:gd name="connsiteX49" fmla="*/ 1307804 w 1397410"/>
                <a:gd name="connsiteY49" fmla="*/ 216391 h 1276409"/>
                <a:gd name="connsiteX50" fmla="*/ 1298551 w 1397410"/>
                <a:gd name="connsiteY50" fmla="*/ 217306 h 1276409"/>
                <a:gd name="connsiteX51" fmla="*/ 1273372 w 1397410"/>
                <a:gd name="connsiteY51" fmla="*/ 236664 h 1276409"/>
                <a:gd name="connsiteX52" fmla="*/ 1347879 w 1397410"/>
                <a:gd name="connsiteY52" fmla="*/ 277337 h 1276409"/>
                <a:gd name="connsiteX53" fmla="*/ 1351934 w 1397410"/>
                <a:gd name="connsiteY53" fmla="*/ 294343 h 1276409"/>
                <a:gd name="connsiteX54" fmla="*/ 1355569 w 1397410"/>
                <a:gd name="connsiteY54" fmla="*/ 316421 h 1276409"/>
                <a:gd name="connsiteX55" fmla="*/ 1387942 w 1397410"/>
                <a:gd name="connsiteY55" fmla="*/ 314463 h 1276409"/>
                <a:gd name="connsiteX56" fmla="*/ 1389785 w 1397410"/>
                <a:gd name="connsiteY56" fmla="*/ 321657 h 1276409"/>
                <a:gd name="connsiteX57" fmla="*/ 1397411 w 1397410"/>
                <a:gd name="connsiteY57" fmla="*/ 352632 h 1276409"/>
                <a:gd name="connsiteX58" fmla="*/ 1390484 w 1397410"/>
                <a:gd name="connsiteY58" fmla="*/ 387534 h 1276409"/>
                <a:gd name="connsiteX59" fmla="*/ 1385667 w 1397410"/>
                <a:gd name="connsiteY59" fmla="*/ 397601 h 1276409"/>
                <a:gd name="connsiteX60" fmla="*/ 1381612 w 1397410"/>
                <a:gd name="connsiteY60" fmla="*/ 406358 h 1276409"/>
                <a:gd name="connsiteX61" fmla="*/ 1373783 w 1397410"/>
                <a:gd name="connsiteY61" fmla="*/ 410260 h 1276409"/>
                <a:gd name="connsiteX62" fmla="*/ 1359293 w 1397410"/>
                <a:gd name="connsiteY62" fmla="*/ 451187 h 1276409"/>
                <a:gd name="connsiteX63" fmla="*/ 1337686 w 1397410"/>
                <a:gd name="connsiteY63" fmla="*/ 496270 h 1276409"/>
                <a:gd name="connsiteX64" fmla="*/ 1319154 w 1397410"/>
                <a:gd name="connsiteY64" fmla="*/ 502803 h 1276409"/>
                <a:gd name="connsiteX65" fmla="*/ 1262505 w 1397410"/>
                <a:gd name="connsiteY65" fmla="*/ 537438 h 1276409"/>
                <a:gd name="connsiteX66" fmla="*/ 1231822 w 1397410"/>
                <a:gd name="connsiteY66" fmla="*/ 549208 h 1276409"/>
                <a:gd name="connsiteX67" fmla="*/ 1230145 w 1397410"/>
                <a:gd name="connsiteY67" fmla="*/ 503337 h 1276409"/>
                <a:gd name="connsiteX68" fmla="*/ 1199640 w 1397410"/>
                <a:gd name="connsiteY68" fmla="*/ 501506 h 1276409"/>
                <a:gd name="connsiteX69" fmla="*/ 1170000 w 1397410"/>
                <a:gd name="connsiteY69" fmla="*/ 495495 h 1276409"/>
                <a:gd name="connsiteX70" fmla="*/ 1165310 w 1397410"/>
                <a:gd name="connsiteY70" fmla="*/ 491821 h 1276409"/>
                <a:gd name="connsiteX71" fmla="*/ 1146778 w 1397410"/>
                <a:gd name="connsiteY71" fmla="*/ 483458 h 1276409"/>
                <a:gd name="connsiteX72" fmla="*/ 1131895 w 1397410"/>
                <a:gd name="connsiteY72" fmla="*/ 508167 h 1276409"/>
                <a:gd name="connsiteX73" fmla="*/ 1125374 w 1397410"/>
                <a:gd name="connsiteY73" fmla="*/ 526596 h 1276409"/>
                <a:gd name="connsiteX74" fmla="*/ 1128120 w 1397410"/>
                <a:gd name="connsiteY74" fmla="*/ 536917 h 1276409"/>
                <a:gd name="connsiteX75" fmla="*/ 1128641 w 1397410"/>
                <a:gd name="connsiteY75" fmla="*/ 542929 h 1276409"/>
                <a:gd name="connsiteX76" fmla="*/ 1117278 w 1397410"/>
                <a:gd name="connsiteY76" fmla="*/ 552741 h 1276409"/>
                <a:gd name="connsiteX77" fmla="*/ 1117278 w 1397410"/>
                <a:gd name="connsiteY77" fmla="*/ 560571 h 1276409"/>
                <a:gd name="connsiteX78" fmla="*/ 1108012 w 1397410"/>
                <a:gd name="connsiteY78" fmla="*/ 568566 h 1276409"/>
                <a:gd name="connsiteX79" fmla="*/ 1095302 w 1397410"/>
                <a:gd name="connsiteY79" fmla="*/ 570370 h 1276409"/>
                <a:gd name="connsiteX80" fmla="*/ 1078067 w 1397410"/>
                <a:gd name="connsiteY80" fmla="*/ 570243 h 1276409"/>
                <a:gd name="connsiteX81" fmla="*/ 1053536 w 1397410"/>
                <a:gd name="connsiteY81" fmla="*/ 585152 h 1276409"/>
                <a:gd name="connsiteX82" fmla="*/ 1035742 w 1397410"/>
                <a:gd name="connsiteY82" fmla="*/ 631824 h 1276409"/>
                <a:gd name="connsiteX83" fmla="*/ 1031827 w 1397410"/>
                <a:gd name="connsiteY83" fmla="*/ 636133 h 1276409"/>
                <a:gd name="connsiteX84" fmla="*/ 1022040 w 1397410"/>
                <a:gd name="connsiteY84" fmla="*/ 651385 h 1276409"/>
                <a:gd name="connsiteX85" fmla="*/ 1020998 w 1397410"/>
                <a:gd name="connsiteY85" fmla="*/ 670336 h 1276409"/>
                <a:gd name="connsiteX86" fmla="*/ 1015393 w 1397410"/>
                <a:gd name="connsiteY86" fmla="*/ 679348 h 1276409"/>
                <a:gd name="connsiteX87" fmla="*/ 1000382 w 1397410"/>
                <a:gd name="connsiteY87" fmla="*/ 695960 h 1276409"/>
                <a:gd name="connsiteX88" fmla="*/ 989019 w 1397410"/>
                <a:gd name="connsiteY88" fmla="*/ 701832 h 1276409"/>
                <a:gd name="connsiteX89" fmla="*/ 982499 w 1397410"/>
                <a:gd name="connsiteY89" fmla="*/ 704717 h 1276409"/>
                <a:gd name="connsiteX90" fmla="*/ 961375 w 1397410"/>
                <a:gd name="connsiteY90" fmla="*/ 717516 h 1276409"/>
                <a:gd name="connsiteX91" fmla="*/ 943224 w 1397410"/>
                <a:gd name="connsiteY91" fmla="*/ 707844 h 1276409"/>
                <a:gd name="connsiteX92" fmla="*/ 942703 w 1397410"/>
                <a:gd name="connsiteY92" fmla="*/ 700790 h 1276409"/>
                <a:gd name="connsiteX93" fmla="*/ 938890 w 1397410"/>
                <a:gd name="connsiteY93" fmla="*/ 695960 h 1276409"/>
                <a:gd name="connsiteX94" fmla="*/ 930667 w 1397410"/>
                <a:gd name="connsiteY94" fmla="*/ 699773 h 1276409"/>
                <a:gd name="connsiteX95" fmla="*/ 901827 w 1397410"/>
                <a:gd name="connsiteY95" fmla="*/ 731943 h 1276409"/>
                <a:gd name="connsiteX96" fmla="*/ 866328 w 1397410"/>
                <a:gd name="connsiteY96" fmla="*/ 691816 h 1276409"/>
                <a:gd name="connsiteX97" fmla="*/ 844403 w 1397410"/>
                <a:gd name="connsiteY97" fmla="*/ 727634 h 1276409"/>
                <a:gd name="connsiteX98" fmla="*/ 806564 w 1397410"/>
                <a:gd name="connsiteY98" fmla="*/ 722270 h 1276409"/>
                <a:gd name="connsiteX99" fmla="*/ 697981 w 1397410"/>
                <a:gd name="connsiteY99" fmla="*/ 621224 h 1276409"/>
                <a:gd name="connsiteX100" fmla="*/ 677645 w 1397410"/>
                <a:gd name="connsiteY100" fmla="*/ 630121 h 1276409"/>
                <a:gd name="connsiteX101" fmla="*/ 649326 w 1397410"/>
                <a:gd name="connsiteY101" fmla="*/ 642831 h 1276409"/>
                <a:gd name="connsiteX102" fmla="*/ 629753 w 1397410"/>
                <a:gd name="connsiteY102" fmla="*/ 654461 h 1276409"/>
                <a:gd name="connsiteX103" fmla="*/ 626486 w 1397410"/>
                <a:gd name="connsiteY103" fmla="*/ 655910 h 1276409"/>
                <a:gd name="connsiteX104" fmla="*/ 552373 w 1397410"/>
                <a:gd name="connsiteY104" fmla="*/ 660092 h 1276409"/>
                <a:gd name="connsiteX105" fmla="*/ 540502 w 1397410"/>
                <a:gd name="connsiteY105" fmla="*/ 662570 h 1276409"/>
                <a:gd name="connsiteX106" fmla="*/ 485847 w 1397410"/>
                <a:gd name="connsiteY106" fmla="*/ 674340 h 1276409"/>
                <a:gd name="connsiteX107" fmla="*/ 494592 w 1397410"/>
                <a:gd name="connsiteY107" fmla="*/ 686872 h 1276409"/>
                <a:gd name="connsiteX108" fmla="*/ 515983 w 1397410"/>
                <a:gd name="connsiteY108" fmla="*/ 711708 h 1276409"/>
                <a:gd name="connsiteX109" fmla="*/ 520292 w 1397410"/>
                <a:gd name="connsiteY109" fmla="*/ 750538 h 1276409"/>
                <a:gd name="connsiteX110" fmla="*/ 520813 w 1397410"/>
                <a:gd name="connsiteY110" fmla="*/ 767658 h 1276409"/>
                <a:gd name="connsiteX111" fmla="*/ 561410 w 1397410"/>
                <a:gd name="connsiteY111" fmla="*/ 800603 h 1276409"/>
                <a:gd name="connsiteX112" fmla="*/ 568451 w 1397410"/>
                <a:gd name="connsiteY112" fmla="*/ 815232 h 1276409"/>
                <a:gd name="connsiteX113" fmla="*/ 608781 w 1397410"/>
                <a:gd name="connsiteY113" fmla="*/ 813135 h 1276409"/>
                <a:gd name="connsiteX114" fmla="*/ 608260 w 1397410"/>
                <a:gd name="connsiteY114" fmla="*/ 836408 h 1276409"/>
                <a:gd name="connsiteX115" fmla="*/ 625482 w 1397410"/>
                <a:gd name="connsiteY115" fmla="*/ 868959 h 1276409"/>
                <a:gd name="connsiteX116" fmla="*/ 626906 w 1397410"/>
                <a:gd name="connsiteY116" fmla="*/ 871704 h 1276409"/>
                <a:gd name="connsiteX117" fmla="*/ 623003 w 1397410"/>
                <a:gd name="connsiteY117" fmla="*/ 896400 h 1276409"/>
                <a:gd name="connsiteX118" fmla="*/ 653279 w 1397410"/>
                <a:gd name="connsiteY118" fmla="*/ 898484 h 1276409"/>
                <a:gd name="connsiteX119" fmla="*/ 677937 w 1397410"/>
                <a:gd name="connsiteY119" fmla="*/ 928544 h 1276409"/>
                <a:gd name="connsiteX120" fmla="*/ 671035 w 1397410"/>
                <a:gd name="connsiteY120" fmla="*/ 947380 h 1276409"/>
                <a:gd name="connsiteX121" fmla="*/ 676119 w 1397410"/>
                <a:gd name="connsiteY121" fmla="*/ 984494 h 1276409"/>
                <a:gd name="connsiteX122" fmla="*/ 674416 w 1397410"/>
                <a:gd name="connsiteY122" fmla="*/ 995730 h 1276409"/>
                <a:gd name="connsiteX123" fmla="*/ 634354 w 1397410"/>
                <a:gd name="connsiteY123" fmla="*/ 1013524 h 1276409"/>
                <a:gd name="connsiteX124" fmla="*/ 633972 w 1397410"/>
                <a:gd name="connsiteY124" fmla="*/ 1046075 h 1276409"/>
                <a:gd name="connsiteX125" fmla="*/ 618174 w 1397410"/>
                <a:gd name="connsiteY125" fmla="*/ 1053536 h 1276409"/>
                <a:gd name="connsiteX126" fmla="*/ 571718 w 1397410"/>
                <a:gd name="connsiteY126" fmla="*/ 1041512 h 1276409"/>
                <a:gd name="connsiteX127" fmla="*/ 566367 w 1397410"/>
                <a:gd name="connsiteY127" fmla="*/ 1037445 h 1276409"/>
                <a:gd name="connsiteX128" fmla="*/ 536866 w 1397410"/>
                <a:gd name="connsiteY128" fmla="*/ 1042809 h 1276409"/>
                <a:gd name="connsiteX129" fmla="*/ 506858 w 1397410"/>
                <a:gd name="connsiteY129" fmla="*/ 1046202 h 1276409"/>
                <a:gd name="connsiteX130" fmla="*/ 498901 w 1397410"/>
                <a:gd name="connsiteY130" fmla="*/ 1058353 h 1276409"/>
                <a:gd name="connsiteX131" fmla="*/ 475921 w 1397410"/>
                <a:gd name="connsiteY131" fmla="*/ 1008034 h 1276409"/>
                <a:gd name="connsiteX132" fmla="*/ 443561 w 1397410"/>
                <a:gd name="connsiteY132" fmla="*/ 997192 h 1276409"/>
                <a:gd name="connsiteX133" fmla="*/ 402888 w 1397410"/>
                <a:gd name="connsiteY133" fmla="*/ 1011834 h 1276409"/>
                <a:gd name="connsiteX134" fmla="*/ 370668 w 1397410"/>
                <a:gd name="connsiteY134" fmla="*/ 1019015 h 1276409"/>
                <a:gd name="connsiteX135" fmla="*/ 368304 w 1397410"/>
                <a:gd name="connsiteY135" fmla="*/ 1025675 h 1276409"/>
                <a:gd name="connsiteX136" fmla="*/ 384103 w 1397410"/>
                <a:gd name="connsiteY136" fmla="*/ 1048821 h 1276409"/>
                <a:gd name="connsiteX137" fmla="*/ 354208 w 1397410"/>
                <a:gd name="connsiteY137" fmla="*/ 1095086 h 1276409"/>
                <a:gd name="connsiteX138" fmla="*/ 333338 w 1397410"/>
                <a:gd name="connsiteY138" fmla="*/ 1132466 h 1276409"/>
                <a:gd name="connsiteX139" fmla="*/ 307917 w 1397410"/>
                <a:gd name="connsiteY139" fmla="*/ 1149600 h 1276409"/>
                <a:gd name="connsiteX140" fmla="*/ 282866 w 1397410"/>
                <a:gd name="connsiteY140" fmla="*/ 1160187 h 1276409"/>
                <a:gd name="connsiteX141" fmla="*/ 272939 w 1397410"/>
                <a:gd name="connsiteY141" fmla="*/ 1164089 h 1276409"/>
                <a:gd name="connsiteX142" fmla="*/ 244977 w 1397410"/>
                <a:gd name="connsiteY142" fmla="*/ 1175986 h 1276409"/>
                <a:gd name="connsiteX143" fmla="*/ 257903 w 1397410"/>
                <a:gd name="connsiteY143" fmla="*/ 1215197 h 1276409"/>
                <a:gd name="connsiteX144" fmla="*/ 270041 w 1397410"/>
                <a:gd name="connsiteY144" fmla="*/ 1231809 h 1276409"/>
                <a:gd name="connsiteX145" fmla="*/ 264067 w 1397410"/>
                <a:gd name="connsiteY145" fmla="*/ 1251574 h 1276409"/>
                <a:gd name="connsiteX146" fmla="*/ 255590 w 1397410"/>
                <a:gd name="connsiteY146" fmla="*/ 1264106 h 1276409"/>
                <a:gd name="connsiteX147" fmla="*/ 231313 w 1397410"/>
                <a:gd name="connsiteY147" fmla="*/ 1271567 h 1276409"/>
                <a:gd name="connsiteX148" fmla="*/ 208435 w 1397410"/>
                <a:gd name="connsiteY148" fmla="*/ 1276409 h 1276409"/>
                <a:gd name="connsiteX149" fmla="*/ 191848 w 1397410"/>
                <a:gd name="connsiteY149" fmla="*/ 1255628 h 1276409"/>
                <a:gd name="connsiteX150" fmla="*/ 189382 w 1397410"/>
                <a:gd name="connsiteY150" fmla="*/ 1198763 h 1276409"/>
                <a:gd name="connsiteX151" fmla="*/ 151531 w 1397410"/>
                <a:gd name="connsiteY151" fmla="*/ 1211193 h 1276409"/>
                <a:gd name="connsiteX152" fmla="*/ 145252 w 1397410"/>
                <a:gd name="connsiteY152" fmla="*/ 1213418 h 1276409"/>
                <a:gd name="connsiteX153" fmla="*/ 84065 w 1397410"/>
                <a:gd name="connsiteY153" fmla="*/ 1213011 h 1276409"/>
                <a:gd name="connsiteX154" fmla="*/ 62522 w 1397410"/>
                <a:gd name="connsiteY154" fmla="*/ 1133026 h 1276409"/>
                <a:gd name="connsiteX155" fmla="*/ 93585 w 1397410"/>
                <a:gd name="connsiteY155" fmla="*/ 1122972 h 1276409"/>
                <a:gd name="connsiteX156" fmla="*/ 131957 w 1397410"/>
                <a:gd name="connsiteY156" fmla="*/ 1145571 h 1276409"/>
                <a:gd name="connsiteX157" fmla="*/ 176710 w 1397410"/>
                <a:gd name="connsiteY157" fmla="*/ 1130547 h 1276409"/>
                <a:gd name="connsiteX158" fmla="*/ 202296 w 1397410"/>
                <a:gd name="connsiteY158" fmla="*/ 1129505 h 1276409"/>
                <a:gd name="connsiteX159" fmla="*/ 193399 w 1397410"/>
                <a:gd name="connsiteY159" fmla="*/ 1114342 h 1276409"/>
                <a:gd name="connsiteX160" fmla="*/ 164928 w 1397410"/>
                <a:gd name="connsiteY160" fmla="*/ 1093332 h 1276409"/>
                <a:gd name="connsiteX161" fmla="*/ 174867 w 1397410"/>
                <a:gd name="connsiteY161" fmla="*/ 1077774 h 1276409"/>
                <a:gd name="connsiteX162" fmla="*/ 204355 w 1397410"/>
                <a:gd name="connsiteY162" fmla="*/ 1063272 h 1276409"/>
                <a:gd name="connsiteX163" fmla="*/ 201813 w 1397410"/>
                <a:gd name="connsiteY163" fmla="*/ 1049939 h 1276409"/>
                <a:gd name="connsiteX164" fmla="*/ 231720 w 1397410"/>
                <a:gd name="connsiteY164" fmla="*/ 1032424 h 1276409"/>
                <a:gd name="connsiteX165" fmla="*/ 266165 w 1397410"/>
                <a:gd name="connsiteY165" fmla="*/ 1044321 h 1276409"/>
                <a:gd name="connsiteX166" fmla="*/ 282866 w 1397410"/>
                <a:gd name="connsiteY166" fmla="*/ 1035424 h 1276409"/>
                <a:gd name="connsiteX167" fmla="*/ 314832 w 1397410"/>
                <a:gd name="connsiteY167" fmla="*/ 986947 h 1276409"/>
                <a:gd name="connsiteX168" fmla="*/ 282078 w 1397410"/>
                <a:gd name="connsiteY168" fmla="*/ 980796 h 1276409"/>
                <a:gd name="connsiteX169" fmla="*/ 274375 w 1397410"/>
                <a:gd name="connsiteY169" fmla="*/ 929828 h 1276409"/>
                <a:gd name="connsiteX170" fmla="*/ 235901 w 1397410"/>
                <a:gd name="connsiteY170" fmla="*/ 935052 h 1276409"/>
                <a:gd name="connsiteX171" fmla="*/ 224793 w 1397410"/>
                <a:gd name="connsiteY171" fmla="*/ 932827 h 1276409"/>
                <a:gd name="connsiteX172" fmla="*/ 220484 w 1397410"/>
                <a:gd name="connsiteY172" fmla="*/ 937276 h 1276409"/>
                <a:gd name="connsiteX173" fmla="*/ 221653 w 1397410"/>
                <a:gd name="connsiteY173" fmla="*/ 946427 h 1276409"/>
                <a:gd name="connsiteX174" fmla="*/ 219442 w 1397410"/>
                <a:gd name="connsiteY174" fmla="*/ 955184 h 1276409"/>
                <a:gd name="connsiteX175" fmla="*/ 212921 w 1397410"/>
                <a:gd name="connsiteY175" fmla="*/ 962366 h 1276409"/>
                <a:gd name="connsiteX176" fmla="*/ 205295 w 1397410"/>
                <a:gd name="connsiteY176" fmla="*/ 962912 h 1276409"/>
                <a:gd name="connsiteX177" fmla="*/ 199957 w 1397410"/>
                <a:gd name="connsiteY177" fmla="*/ 954409 h 1276409"/>
                <a:gd name="connsiteX178" fmla="*/ 196030 w 1397410"/>
                <a:gd name="connsiteY178" fmla="*/ 947088 h 1276409"/>
                <a:gd name="connsiteX179" fmla="*/ 186764 w 1397410"/>
                <a:gd name="connsiteY179" fmla="*/ 948791 h 1276409"/>
                <a:gd name="connsiteX180" fmla="*/ 183510 w 1397410"/>
                <a:gd name="connsiteY180" fmla="*/ 958451 h 1276409"/>
                <a:gd name="connsiteX181" fmla="*/ 184158 w 1397410"/>
                <a:gd name="connsiteY181" fmla="*/ 971530 h 1276409"/>
                <a:gd name="connsiteX182" fmla="*/ 178146 w 1397410"/>
                <a:gd name="connsiteY182" fmla="*/ 981329 h 1276409"/>
                <a:gd name="connsiteX183" fmla="*/ 162894 w 1397410"/>
                <a:gd name="connsiteY183" fmla="*/ 984596 h 1276409"/>
                <a:gd name="connsiteX184" fmla="*/ 155725 w 1397410"/>
                <a:gd name="connsiteY184" fmla="*/ 993366 h 1276409"/>
                <a:gd name="connsiteX185" fmla="*/ 152980 w 1397410"/>
                <a:gd name="connsiteY185" fmla="*/ 1005771 h 1276409"/>
                <a:gd name="connsiteX186" fmla="*/ 141541 w 1397410"/>
                <a:gd name="connsiteY186" fmla="*/ 1015050 h 1276409"/>
                <a:gd name="connsiteX187" fmla="*/ 123264 w 1397410"/>
                <a:gd name="connsiteY187" fmla="*/ 1012965 h 1276409"/>
                <a:gd name="connsiteX188" fmla="*/ 106740 w 1397410"/>
                <a:gd name="connsiteY188" fmla="*/ 1020413 h 1276409"/>
                <a:gd name="connsiteX189" fmla="*/ 85336 w 1397410"/>
                <a:gd name="connsiteY189" fmla="*/ 1017147 h 1276409"/>
                <a:gd name="connsiteX190" fmla="*/ 101135 w 1397410"/>
                <a:gd name="connsiteY190" fmla="*/ 995705 h 1276409"/>
                <a:gd name="connsiteX191" fmla="*/ 81689 w 1397410"/>
                <a:gd name="connsiteY191" fmla="*/ 951016 h 1276409"/>
                <a:gd name="connsiteX192" fmla="*/ 50892 w 1397410"/>
                <a:gd name="connsiteY192" fmla="*/ 918719 h 1276409"/>
                <a:gd name="connsiteX193" fmla="*/ 28318 w 1397410"/>
                <a:gd name="connsiteY193" fmla="*/ 927349 h 1276409"/>
                <a:gd name="connsiteX194" fmla="*/ 8745 w 1397410"/>
                <a:gd name="connsiteY194" fmla="*/ 880423 h 1276409"/>
                <a:gd name="connsiteX195" fmla="*/ 0 w 1397410"/>
                <a:gd name="connsiteY195" fmla="*/ 849842 h 1276409"/>
                <a:gd name="connsiteX196" fmla="*/ 144718 w 1397410"/>
                <a:gd name="connsiteY196" fmla="*/ 781207 h 1276409"/>
                <a:gd name="connsiteX197" fmla="*/ 163250 w 1397410"/>
                <a:gd name="connsiteY197" fmla="*/ 774280 h 1276409"/>
                <a:gd name="connsiteX198" fmla="*/ 154111 w 1397410"/>
                <a:gd name="connsiteY198" fmla="*/ 746699 h 1276409"/>
                <a:gd name="connsiteX199" fmla="*/ 180612 w 1397410"/>
                <a:gd name="connsiteY199" fmla="*/ 731027 h 1276409"/>
                <a:gd name="connsiteX200" fmla="*/ 213659 w 1397410"/>
                <a:gd name="connsiteY200" fmla="*/ 714021 h 1276409"/>
                <a:gd name="connsiteX201" fmla="*/ 254636 w 1397410"/>
                <a:gd name="connsiteY201" fmla="*/ 709191 h 1276409"/>
                <a:gd name="connsiteX202" fmla="*/ 279307 w 1397410"/>
                <a:gd name="connsiteY202" fmla="*/ 668150 h 1276409"/>
                <a:gd name="connsiteX203" fmla="*/ 288560 w 1397410"/>
                <a:gd name="connsiteY203" fmla="*/ 648665 h 1276409"/>
                <a:gd name="connsiteX204" fmla="*/ 312836 w 1397410"/>
                <a:gd name="connsiteY204" fmla="*/ 639260 h 1276409"/>
                <a:gd name="connsiteX205" fmla="*/ 353166 w 1397410"/>
                <a:gd name="connsiteY205" fmla="*/ 626067 h 1276409"/>
                <a:gd name="connsiteX206" fmla="*/ 402875 w 1397410"/>
                <a:gd name="connsiteY206" fmla="*/ 610128 h 1276409"/>
                <a:gd name="connsiteX207" fmla="*/ 451301 w 1397410"/>
                <a:gd name="connsiteY207" fmla="*/ 549119 h 1276409"/>
                <a:gd name="connsiteX208" fmla="*/ 452483 w 1397410"/>
                <a:gd name="connsiteY208" fmla="*/ 534617 h 1276409"/>
                <a:gd name="connsiteX209" fmla="*/ 468002 w 1397410"/>
                <a:gd name="connsiteY209" fmla="*/ 515005 h 1276409"/>
                <a:gd name="connsiteX210" fmla="*/ 429109 w 1397410"/>
                <a:gd name="connsiteY210" fmla="*/ 468740 h 1276409"/>
                <a:gd name="connsiteX211" fmla="*/ 398058 w 1397410"/>
                <a:gd name="connsiteY211" fmla="*/ 454237 h 1276409"/>
                <a:gd name="connsiteX212" fmla="*/ 403549 w 1397410"/>
                <a:gd name="connsiteY212" fmla="*/ 424559 h 1276409"/>
                <a:gd name="connsiteX213" fmla="*/ 361516 w 1397410"/>
                <a:gd name="connsiteY213" fmla="*/ 388881 h 1276409"/>
                <a:gd name="connsiteX214" fmla="*/ 311947 w 1397410"/>
                <a:gd name="connsiteY214" fmla="*/ 393190 h 1276409"/>
                <a:gd name="connsiteX215" fmla="*/ 298372 w 1397410"/>
                <a:gd name="connsiteY215" fmla="*/ 396177 h 1276409"/>
                <a:gd name="connsiteX216" fmla="*/ 239524 w 1397410"/>
                <a:gd name="connsiteY216" fmla="*/ 391741 h 1276409"/>
                <a:gd name="connsiteX217" fmla="*/ 229610 w 1397410"/>
                <a:gd name="connsiteY217" fmla="*/ 385081 h 1276409"/>
                <a:gd name="connsiteX218" fmla="*/ 194225 w 1397410"/>
                <a:gd name="connsiteY218" fmla="*/ 370960 h 1276409"/>
                <a:gd name="connsiteX219" fmla="*/ 196767 w 1397410"/>
                <a:gd name="connsiteY219" fmla="*/ 362749 h 1276409"/>
                <a:gd name="connsiteX220" fmla="*/ 208384 w 1397410"/>
                <a:gd name="connsiteY220" fmla="*/ 299338 h 1276409"/>
                <a:gd name="connsiteX221" fmla="*/ 215031 w 1397410"/>
                <a:gd name="connsiteY221" fmla="*/ 303011 h 1276409"/>
                <a:gd name="connsiteX222" fmla="*/ 222594 w 1397410"/>
                <a:gd name="connsiteY222" fmla="*/ 303520 h 1276409"/>
                <a:gd name="connsiteX223" fmla="*/ 222085 w 1397410"/>
                <a:gd name="connsiteY223" fmla="*/ 296478 h 1276409"/>
                <a:gd name="connsiteX224" fmla="*/ 230983 w 1397410"/>
                <a:gd name="connsiteY224" fmla="*/ 295296 h 1276409"/>
                <a:gd name="connsiteX225" fmla="*/ 242612 w 1397410"/>
                <a:gd name="connsiteY225" fmla="*/ 302744 h 1276409"/>
                <a:gd name="connsiteX226" fmla="*/ 252781 w 1397410"/>
                <a:gd name="connsiteY226" fmla="*/ 298296 h 1276409"/>
                <a:gd name="connsiteX227" fmla="*/ 258653 w 1397410"/>
                <a:gd name="connsiteY227" fmla="*/ 301168 h 1276409"/>
                <a:gd name="connsiteX228" fmla="*/ 269342 w 1397410"/>
                <a:gd name="connsiteY228" fmla="*/ 304689 h 1276409"/>
                <a:gd name="connsiteX229" fmla="*/ 278239 w 1397410"/>
                <a:gd name="connsiteY229" fmla="*/ 301562 h 1276409"/>
                <a:gd name="connsiteX230" fmla="*/ 280591 w 1397410"/>
                <a:gd name="connsiteY230" fmla="*/ 335422 h 1276409"/>
                <a:gd name="connsiteX231" fmla="*/ 304994 w 1397410"/>
                <a:gd name="connsiteY231" fmla="*/ 348628 h 1276409"/>
                <a:gd name="connsiteX232" fmla="*/ 308121 w 1397410"/>
                <a:gd name="connsiteY232" fmla="*/ 349670 h 1276409"/>
                <a:gd name="connsiteX233" fmla="*/ 358364 w 1397410"/>
                <a:gd name="connsiteY233" fmla="*/ 339731 h 1276409"/>
                <a:gd name="connsiteX234" fmla="*/ 381992 w 1397410"/>
                <a:gd name="connsiteY234" fmla="*/ 302744 h 1276409"/>
                <a:gd name="connsiteX235" fmla="*/ 376642 w 1397410"/>
                <a:gd name="connsiteY235" fmla="*/ 270066 h 1276409"/>
                <a:gd name="connsiteX236" fmla="*/ 486394 w 1397410"/>
                <a:gd name="connsiteY236" fmla="*/ 261576 h 1276409"/>
                <a:gd name="connsiteX237" fmla="*/ 461469 w 1397410"/>
                <a:gd name="connsiteY237" fmla="*/ 239333 h 1276409"/>
                <a:gd name="connsiteX238" fmla="*/ 462118 w 1397410"/>
                <a:gd name="connsiteY238" fmla="*/ 193462 h 1276409"/>
                <a:gd name="connsiteX239" fmla="*/ 499321 w 1397410"/>
                <a:gd name="connsiteY239" fmla="*/ 217128 h 1276409"/>
                <a:gd name="connsiteX240" fmla="*/ 525275 w 1397410"/>
                <a:gd name="connsiteY240" fmla="*/ 221196 h 1276409"/>
                <a:gd name="connsiteX241" fmla="*/ 535710 w 1397410"/>
                <a:gd name="connsiteY241" fmla="*/ 206032 h 1276409"/>
                <a:gd name="connsiteX242" fmla="*/ 557381 w 1397410"/>
                <a:gd name="connsiteY242" fmla="*/ 207850 h 1276409"/>
                <a:gd name="connsiteX243" fmla="*/ 557775 w 1397410"/>
                <a:gd name="connsiteY243" fmla="*/ 190996 h 1276409"/>
                <a:gd name="connsiteX244" fmla="*/ 577996 w 1397410"/>
                <a:gd name="connsiteY244" fmla="*/ 117925 h 1276409"/>
                <a:gd name="connsiteX245" fmla="*/ 528541 w 1397410"/>
                <a:gd name="connsiteY245" fmla="*/ 93623 h 1276409"/>
                <a:gd name="connsiteX246" fmla="*/ 538061 w 1397410"/>
                <a:gd name="connsiteY246" fmla="*/ 79490 h 1276409"/>
                <a:gd name="connsiteX247" fmla="*/ 540145 w 1397410"/>
                <a:gd name="connsiteY247" fmla="*/ 42516 h 1276409"/>
                <a:gd name="connsiteX248" fmla="*/ 539891 w 1397410"/>
                <a:gd name="connsiteY248" fmla="*/ 38703 h 1276409"/>
                <a:gd name="connsiteX249" fmla="*/ 607878 w 1397410"/>
                <a:gd name="connsiteY249" fmla="*/ 58848 h 1276409"/>
                <a:gd name="connsiteX250" fmla="*/ 638027 w 1397410"/>
                <a:gd name="connsiteY250" fmla="*/ 44727 h 1276409"/>
                <a:gd name="connsiteX251" fmla="*/ 627338 w 1397410"/>
                <a:gd name="connsiteY251" fmla="*/ 23120 h 1276409"/>
                <a:gd name="connsiteX252" fmla="*/ 658261 w 1397410"/>
                <a:gd name="connsiteY252" fmla="*/ 16333 h 1276409"/>
                <a:gd name="connsiteX253" fmla="*/ 662952 w 1397410"/>
                <a:gd name="connsiteY253" fmla="*/ 47816 h 1276409"/>
                <a:gd name="connsiteX254" fmla="*/ 666218 w 1397410"/>
                <a:gd name="connsiteY254" fmla="*/ 50358 h 1276409"/>
                <a:gd name="connsiteX255" fmla="*/ 726503 w 1397410"/>
                <a:gd name="connsiteY255" fmla="*/ 64606 h 1276409"/>
                <a:gd name="connsiteX256" fmla="*/ 747131 w 1397410"/>
                <a:gd name="connsiteY256" fmla="*/ 97805 h 1276409"/>
                <a:gd name="connsiteX257" fmla="*/ 724253 w 1397410"/>
                <a:gd name="connsiteY257" fmla="*/ 139088 h 1276409"/>
                <a:gd name="connsiteX258" fmla="*/ 709128 w 1397410"/>
                <a:gd name="connsiteY258" fmla="*/ 147337 h 1276409"/>
                <a:gd name="connsiteX259" fmla="*/ 695248 w 1397410"/>
                <a:gd name="connsiteY259" fmla="*/ 163580 h 1276409"/>
                <a:gd name="connsiteX260" fmla="*/ 691067 w 1397410"/>
                <a:gd name="connsiteY260" fmla="*/ 188810 h 1276409"/>
                <a:gd name="connsiteX261" fmla="*/ 696290 w 1397410"/>
                <a:gd name="connsiteY261" fmla="*/ 219391 h 1276409"/>
                <a:gd name="connsiteX262" fmla="*/ 674505 w 1397410"/>
                <a:gd name="connsiteY262" fmla="*/ 260063 h 1276409"/>
                <a:gd name="connsiteX263" fmla="*/ 652707 w 1397410"/>
                <a:gd name="connsiteY263" fmla="*/ 275316 h 1276409"/>
                <a:gd name="connsiteX264" fmla="*/ 591508 w 1397410"/>
                <a:gd name="connsiteY264" fmla="*/ 275163 h 1276409"/>
                <a:gd name="connsiteX265" fmla="*/ 609899 w 1397410"/>
                <a:gd name="connsiteY265" fmla="*/ 363143 h 1276409"/>
                <a:gd name="connsiteX266" fmla="*/ 608628 w 1397410"/>
                <a:gd name="connsiteY266" fmla="*/ 369803 h 1276409"/>
                <a:gd name="connsiteX267" fmla="*/ 614983 w 1397410"/>
                <a:gd name="connsiteY267" fmla="*/ 402748 h 1276409"/>
                <a:gd name="connsiteX268" fmla="*/ 702684 w 1397410"/>
                <a:gd name="connsiteY268" fmla="*/ 390585 h 1276409"/>
                <a:gd name="connsiteX269" fmla="*/ 728536 w 1397410"/>
                <a:gd name="connsiteY269" fmla="*/ 387318 h 1276409"/>
                <a:gd name="connsiteX270" fmla="*/ 786469 w 1397410"/>
                <a:gd name="connsiteY270" fmla="*/ 403269 h 1276409"/>
                <a:gd name="connsiteX271" fmla="*/ 832226 w 1397410"/>
                <a:gd name="connsiteY271" fmla="*/ 470316 h 1276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Lst>
              <a:rect l="l" t="t" r="r" b="b"/>
              <a:pathLst>
                <a:path w="1397410" h="1276409">
                  <a:moveTo>
                    <a:pt x="163453" y="168728"/>
                  </a:moveTo>
                  <a:lnTo>
                    <a:pt x="197657" y="167292"/>
                  </a:lnTo>
                  <a:lnTo>
                    <a:pt x="233537" y="222327"/>
                  </a:lnTo>
                  <a:lnTo>
                    <a:pt x="216696" y="262440"/>
                  </a:lnTo>
                  <a:lnTo>
                    <a:pt x="81968" y="255907"/>
                  </a:lnTo>
                  <a:lnTo>
                    <a:pt x="83137" y="210036"/>
                  </a:lnTo>
                  <a:close/>
                  <a:moveTo>
                    <a:pt x="688385" y="1011503"/>
                  </a:moveTo>
                  <a:lnTo>
                    <a:pt x="713310" y="1003534"/>
                  </a:lnTo>
                  <a:lnTo>
                    <a:pt x="731307" y="1015304"/>
                  </a:lnTo>
                  <a:lnTo>
                    <a:pt x="710310" y="1042097"/>
                  </a:lnTo>
                  <a:lnTo>
                    <a:pt x="678191" y="1038563"/>
                  </a:lnTo>
                  <a:close/>
                  <a:moveTo>
                    <a:pt x="344065" y="0"/>
                  </a:moveTo>
                  <a:lnTo>
                    <a:pt x="361949" y="16727"/>
                  </a:lnTo>
                  <a:lnTo>
                    <a:pt x="387267" y="15151"/>
                  </a:lnTo>
                  <a:lnTo>
                    <a:pt x="397054" y="52150"/>
                  </a:lnTo>
                  <a:lnTo>
                    <a:pt x="381916" y="73185"/>
                  </a:lnTo>
                  <a:lnTo>
                    <a:pt x="385056" y="123124"/>
                  </a:lnTo>
                  <a:lnTo>
                    <a:pt x="313141" y="128869"/>
                  </a:lnTo>
                  <a:lnTo>
                    <a:pt x="291737" y="135148"/>
                  </a:lnTo>
                  <a:lnTo>
                    <a:pt x="247633" y="152268"/>
                  </a:lnTo>
                  <a:lnTo>
                    <a:pt x="231720" y="158801"/>
                  </a:lnTo>
                  <a:lnTo>
                    <a:pt x="213684" y="120899"/>
                  </a:lnTo>
                  <a:lnTo>
                    <a:pt x="233664" y="95021"/>
                  </a:lnTo>
                  <a:lnTo>
                    <a:pt x="184717" y="68254"/>
                  </a:lnTo>
                  <a:lnTo>
                    <a:pt x="163110" y="66157"/>
                  </a:lnTo>
                  <a:lnTo>
                    <a:pt x="188289" y="16117"/>
                  </a:lnTo>
                  <a:lnTo>
                    <a:pt x="247938" y="45795"/>
                  </a:lnTo>
                  <a:lnTo>
                    <a:pt x="263978" y="64987"/>
                  </a:lnTo>
                  <a:lnTo>
                    <a:pt x="297381" y="60806"/>
                  </a:lnTo>
                  <a:lnTo>
                    <a:pt x="316446" y="36898"/>
                  </a:lnTo>
                  <a:lnTo>
                    <a:pt x="325343" y="20946"/>
                  </a:lnTo>
                  <a:close/>
                  <a:moveTo>
                    <a:pt x="905856" y="488174"/>
                  </a:moveTo>
                  <a:lnTo>
                    <a:pt x="917295" y="484119"/>
                  </a:lnTo>
                  <a:lnTo>
                    <a:pt x="942894" y="416158"/>
                  </a:lnTo>
                  <a:lnTo>
                    <a:pt x="998221" y="400727"/>
                  </a:lnTo>
                  <a:lnTo>
                    <a:pt x="1010093" y="380721"/>
                  </a:lnTo>
                  <a:lnTo>
                    <a:pt x="1089430" y="352238"/>
                  </a:lnTo>
                  <a:lnTo>
                    <a:pt x="1069589" y="316815"/>
                  </a:lnTo>
                  <a:lnTo>
                    <a:pt x="1090752" y="298258"/>
                  </a:lnTo>
                  <a:lnTo>
                    <a:pt x="1108546" y="281518"/>
                  </a:lnTo>
                  <a:lnTo>
                    <a:pt x="1151608" y="307536"/>
                  </a:lnTo>
                  <a:lnTo>
                    <a:pt x="1206033" y="278659"/>
                  </a:lnTo>
                  <a:lnTo>
                    <a:pt x="1213736" y="260496"/>
                  </a:lnTo>
                  <a:lnTo>
                    <a:pt x="1246223" y="245981"/>
                  </a:lnTo>
                  <a:lnTo>
                    <a:pt x="1256531" y="237083"/>
                  </a:lnTo>
                  <a:lnTo>
                    <a:pt x="1225607" y="173532"/>
                  </a:lnTo>
                  <a:lnTo>
                    <a:pt x="1245689" y="137461"/>
                  </a:lnTo>
                  <a:lnTo>
                    <a:pt x="1281710" y="125818"/>
                  </a:lnTo>
                  <a:lnTo>
                    <a:pt x="1296466" y="163860"/>
                  </a:lnTo>
                  <a:lnTo>
                    <a:pt x="1307804" y="216391"/>
                  </a:lnTo>
                  <a:lnTo>
                    <a:pt x="1298551" y="217306"/>
                  </a:lnTo>
                  <a:lnTo>
                    <a:pt x="1273372" y="236664"/>
                  </a:lnTo>
                  <a:lnTo>
                    <a:pt x="1347879" y="277337"/>
                  </a:lnTo>
                  <a:lnTo>
                    <a:pt x="1351934" y="294343"/>
                  </a:lnTo>
                  <a:lnTo>
                    <a:pt x="1355569" y="316421"/>
                  </a:lnTo>
                  <a:lnTo>
                    <a:pt x="1387942" y="314463"/>
                  </a:lnTo>
                  <a:lnTo>
                    <a:pt x="1389785" y="321657"/>
                  </a:lnTo>
                  <a:lnTo>
                    <a:pt x="1397411" y="352632"/>
                  </a:lnTo>
                  <a:lnTo>
                    <a:pt x="1390484" y="387534"/>
                  </a:lnTo>
                  <a:lnTo>
                    <a:pt x="1385667" y="397601"/>
                  </a:lnTo>
                  <a:lnTo>
                    <a:pt x="1381612" y="406358"/>
                  </a:lnTo>
                  <a:lnTo>
                    <a:pt x="1373783" y="410260"/>
                  </a:lnTo>
                  <a:lnTo>
                    <a:pt x="1359293" y="451187"/>
                  </a:lnTo>
                  <a:lnTo>
                    <a:pt x="1337686" y="496270"/>
                  </a:lnTo>
                  <a:lnTo>
                    <a:pt x="1319154" y="502803"/>
                  </a:lnTo>
                  <a:lnTo>
                    <a:pt x="1262505" y="537438"/>
                  </a:lnTo>
                  <a:lnTo>
                    <a:pt x="1231822" y="549208"/>
                  </a:lnTo>
                  <a:lnTo>
                    <a:pt x="1230145" y="503337"/>
                  </a:lnTo>
                  <a:lnTo>
                    <a:pt x="1199640" y="501506"/>
                  </a:lnTo>
                  <a:lnTo>
                    <a:pt x="1170000" y="495495"/>
                  </a:lnTo>
                  <a:lnTo>
                    <a:pt x="1165310" y="491821"/>
                  </a:lnTo>
                  <a:lnTo>
                    <a:pt x="1146778" y="483458"/>
                  </a:lnTo>
                  <a:lnTo>
                    <a:pt x="1131895" y="508167"/>
                  </a:lnTo>
                  <a:lnTo>
                    <a:pt x="1125374" y="526596"/>
                  </a:lnTo>
                  <a:lnTo>
                    <a:pt x="1128120" y="536917"/>
                  </a:lnTo>
                  <a:lnTo>
                    <a:pt x="1128641" y="542929"/>
                  </a:lnTo>
                  <a:lnTo>
                    <a:pt x="1117278" y="552741"/>
                  </a:lnTo>
                  <a:lnTo>
                    <a:pt x="1117278" y="560571"/>
                  </a:lnTo>
                  <a:lnTo>
                    <a:pt x="1108012" y="568566"/>
                  </a:lnTo>
                  <a:lnTo>
                    <a:pt x="1095302" y="570370"/>
                  </a:lnTo>
                  <a:lnTo>
                    <a:pt x="1078067" y="570243"/>
                  </a:lnTo>
                  <a:lnTo>
                    <a:pt x="1053536" y="585152"/>
                  </a:lnTo>
                  <a:lnTo>
                    <a:pt x="1035742" y="631824"/>
                  </a:lnTo>
                  <a:lnTo>
                    <a:pt x="1031827" y="636133"/>
                  </a:lnTo>
                  <a:lnTo>
                    <a:pt x="1022040" y="651385"/>
                  </a:lnTo>
                  <a:lnTo>
                    <a:pt x="1020998" y="670336"/>
                  </a:lnTo>
                  <a:lnTo>
                    <a:pt x="1015393" y="679348"/>
                  </a:lnTo>
                  <a:lnTo>
                    <a:pt x="1000382" y="695960"/>
                  </a:lnTo>
                  <a:lnTo>
                    <a:pt x="989019" y="701832"/>
                  </a:lnTo>
                  <a:lnTo>
                    <a:pt x="982499" y="704717"/>
                  </a:lnTo>
                  <a:lnTo>
                    <a:pt x="961375" y="717516"/>
                  </a:lnTo>
                  <a:lnTo>
                    <a:pt x="943224" y="707844"/>
                  </a:lnTo>
                  <a:lnTo>
                    <a:pt x="942703" y="700790"/>
                  </a:lnTo>
                  <a:lnTo>
                    <a:pt x="938890" y="695960"/>
                  </a:lnTo>
                  <a:lnTo>
                    <a:pt x="930667" y="699773"/>
                  </a:lnTo>
                  <a:lnTo>
                    <a:pt x="901827" y="731943"/>
                  </a:lnTo>
                  <a:lnTo>
                    <a:pt x="866328" y="691816"/>
                  </a:lnTo>
                  <a:lnTo>
                    <a:pt x="844403" y="727634"/>
                  </a:lnTo>
                  <a:lnTo>
                    <a:pt x="806564" y="722270"/>
                  </a:lnTo>
                  <a:lnTo>
                    <a:pt x="697981" y="621224"/>
                  </a:lnTo>
                  <a:lnTo>
                    <a:pt x="677645" y="630121"/>
                  </a:lnTo>
                  <a:lnTo>
                    <a:pt x="649326" y="642831"/>
                  </a:lnTo>
                  <a:lnTo>
                    <a:pt x="629753" y="654461"/>
                  </a:lnTo>
                  <a:lnTo>
                    <a:pt x="626486" y="655910"/>
                  </a:lnTo>
                  <a:lnTo>
                    <a:pt x="552373" y="660092"/>
                  </a:lnTo>
                  <a:lnTo>
                    <a:pt x="540502" y="662570"/>
                  </a:lnTo>
                  <a:lnTo>
                    <a:pt x="485847" y="674340"/>
                  </a:lnTo>
                  <a:lnTo>
                    <a:pt x="494592" y="686872"/>
                  </a:lnTo>
                  <a:lnTo>
                    <a:pt x="515983" y="711708"/>
                  </a:lnTo>
                  <a:lnTo>
                    <a:pt x="520292" y="750538"/>
                  </a:lnTo>
                  <a:lnTo>
                    <a:pt x="520813" y="767658"/>
                  </a:lnTo>
                  <a:lnTo>
                    <a:pt x="561410" y="800603"/>
                  </a:lnTo>
                  <a:lnTo>
                    <a:pt x="568451" y="815232"/>
                  </a:lnTo>
                  <a:lnTo>
                    <a:pt x="608781" y="813135"/>
                  </a:lnTo>
                  <a:lnTo>
                    <a:pt x="608260" y="836408"/>
                  </a:lnTo>
                  <a:lnTo>
                    <a:pt x="625482" y="868959"/>
                  </a:lnTo>
                  <a:lnTo>
                    <a:pt x="626906" y="871704"/>
                  </a:lnTo>
                  <a:lnTo>
                    <a:pt x="623003" y="896400"/>
                  </a:lnTo>
                  <a:lnTo>
                    <a:pt x="653279" y="898484"/>
                  </a:lnTo>
                  <a:lnTo>
                    <a:pt x="677937" y="928544"/>
                  </a:lnTo>
                  <a:lnTo>
                    <a:pt x="671035" y="947380"/>
                  </a:lnTo>
                  <a:lnTo>
                    <a:pt x="676119" y="984494"/>
                  </a:lnTo>
                  <a:lnTo>
                    <a:pt x="674416" y="995730"/>
                  </a:lnTo>
                  <a:lnTo>
                    <a:pt x="634354" y="1013524"/>
                  </a:lnTo>
                  <a:lnTo>
                    <a:pt x="633972" y="1046075"/>
                  </a:lnTo>
                  <a:lnTo>
                    <a:pt x="618174" y="1053536"/>
                  </a:lnTo>
                  <a:lnTo>
                    <a:pt x="571718" y="1041512"/>
                  </a:lnTo>
                  <a:lnTo>
                    <a:pt x="566367" y="1037445"/>
                  </a:lnTo>
                  <a:lnTo>
                    <a:pt x="536866" y="1042809"/>
                  </a:lnTo>
                  <a:lnTo>
                    <a:pt x="506858" y="1046202"/>
                  </a:lnTo>
                  <a:lnTo>
                    <a:pt x="498901" y="1058353"/>
                  </a:lnTo>
                  <a:lnTo>
                    <a:pt x="475921" y="1008034"/>
                  </a:lnTo>
                  <a:lnTo>
                    <a:pt x="443561" y="997192"/>
                  </a:lnTo>
                  <a:lnTo>
                    <a:pt x="402888" y="1011834"/>
                  </a:lnTo>
                  <a:lnTo>
                    <a:pt x="370668" y="1019015"/>
                  </a:lnTo>
                  <a:lnTo>
                    <a:pt x="368304" y="1025675"/>
                  </a:lnTo>
                  <a:lnTo>
                    <a:pt x="384103" y="1048821"/>
                  </a:lnTo>
                  <a:lnTo>
                    <a:pt x="354208" y="1095086"/>
                  </a:lnTo>
                  <a:lnTo>
                    <a:pt x="333338" y="1132466"/>
                  </a:lnTo>
                  <a:lnTo>
                    <a:pt x="307917" y="1149600"/>
                  </a:lnTo>
                  <a:lnTo>
                    <a:pt x="282866" y="1160187"/>
                  </a:lnTo>
                  <a:lnTo>
                    <a:pt x="272939" y="1164089"/>
                  </a:lnTo>
                  <a:lnTo>
                    <a:pt x="244977" y="1175986"/>
                  </a:lnTo>
                  <a:lnTo>
                    <a:pt x="257903" y="1215197"/>
                  </a:lnTo>
                  <a:lnTo>
                    <a:pt x="270041" y="1231809"/>
                  </a:lnTo>
                  <a:lnTo>
                    <a:pt x="264067" y="1251574"/>
                  </a:lnTo>
                  <a:lnTo>
                    <a:pt x="255590" y="1264106"/>
                  </a:lnTo>
                  <a:lnTo>
                    <a:pt x="231313" y="1271567"/>
                  </a:lnTo>
                  <a:lnTo>
                    <a:pt x="208435" y="1276409"/>
                  </a:lnTo>
                  <a:lnTo>
                    <a:pt x="191848" y="1255628"/>
                  </a:lnTo>
                  <a:lnTo>
                    <a:pt x="189382" y="1198763"/>
                  </a:lnTo>
                  <a:lnTo>
                    <a:pt x="151531" y="1211193"/>
                  </a:lnTo>
                  <a:lnTo>
                    <a:pt x="145252" y="1213418"/>
                  </a:lnTo>
                  <a:lnTo>
                    <a:pt x="84065" y="1213011"/>
                  </a:lnTo>
                  <a:lnTo>
                    <a:pt x="62522" y="1133026"/>
                  </a:lnTo>
                  <a:lnTo>
                    <a:pt x="93585" y="1122972"/>
                  </a:lnTo>
                  <a:lnTo>
                    <a:pt x="131957" y="1145571"/>
                  </a:lnTo>
                  <a:lnTo>
                    <a:pt x="176710" y="1130547"/>
                  </a:lnTo>
                  <a:lnTo>
                    <a:pt x="202296" y="1129505"/>
                  </a:lnTo>
                  <a:lnTo>
                    <a:pt x="193399" y="1114342"/>
                  </a:lnTo>
                  <a:lnTo>
                    <a:pt x="164928" y="1093332"/>
                  </a:lnTo>
                  <a:lnTo>
                    <a:pt x="174867" y="1077774"/>
                  </a:lnTo>
                  <a:lnTo>
                    <a:pt x="204355" y="1063272"/>
                  </a:lnTo>
                  <a:lnTo>
                    <a:pt x="201813" y="1049939"/>
                  </a:lnTo>
                  <a:lnTo>
                    <a:pt x="231720" y="1032424"/>
                  </a:lnTo>
                  <a:lnTo>
                    <a:pt x="266165" y="1044321"/>
                  </a:lnTo>
                  <a:lnTo>
                    <a:pt x="282866" y="1035424"/>
                  </a:lnTo>
                  <a:lnTo>
                    <a:pt x="314832" y="986947"/>
                  </a:lnTo>
                  <a:lnTo>
                    <a:pt x="282078" y="980796"/>
                  </a:lnTo>
                  <a:lnTo>
                    <a:pt x="274375" y="929828"/>
                  </a:lnTo>
                  <a:lnTo>
                    <a:pt x="235901" y="935052"/>
                  </a:lnTo>
                  <a:lnTo>
                    <a:pt x="224793" y="932827"/>
                  </a:lnTo>
                  <a:lnTo>
                    <a:pt x="220484" y="937276"/>
                  </a:lnTo>
                  <a:lnTo>
                    <a:pt x="221653" y="946427"/>
                  </a:lnTo>
                  <a:lnTo>
                    <a:pt x="219442" y="955184"/>
                  </a:lnTo>
                  <a:lnTo>
                    <a:pt x="212921" y="962366"/>
                  </a:lnTo>
                  <a:lnTo>
                    <a:pt x="205295" y="962912"/>
                  </a:lnTo>
                  <a:lnTo>
                    <a:pt x="199957" y="954409"/>
                  </a:lnTo>
                  <a:lnTo>
                    <a:pt x="196030" y="947088"/>
                  </a:lnTo>
                  <a:lnTo>
                    <a:pt x="186764" y="948791"/>
                  </a:lnTo>
                  <a:lnTo>
                    <a:pt x="183510" y="958451"/>
                  </a:lnTo>
                  <a:lnTo>
                    <a:pt x="184158" y="971530"/>
                  </a:lnTo>
                  <a:lnTo>
                    <a:pt x="178146" y="981329"/>
                  </a:lnTo>
                  <a:lnTo>
                    <a:pt x="162894" y="984596"/>
                  </a:lnTo>
                  <a:lnTo>
                    <a:pt x="155725" y="993366"/>
                  </a:lnTo>
                  <a:lnTo>
                    <a:pt x="152980" y="1005771"/>
                  </a:lnTo>
                  <a:lnTo>
                    <a:pt x="141541" y="1015050"/>
                  </a:lnTo>
                  <a:lnTo>
                    <a:pt x="123264" y="1012965"/>
                  </a:lnTo>
                  <a:lnTo>
                    <a:pt x="106740" y="1020413"/>
                  </a:lnTo>
                  <a:lnTo>
                    <a:pt x="85336" y="1017147"/>
                  </a:lnTo>
                  <a:lnTo>
                    <a:pt x="101135" y="995705"/>
                  </a:lnTo>
                  <a:lnTo>
                    <a:pt x="81689" y="951016"/>
                  </a:lnTo>
                  <a:lnTo>
                    <a:pt x="50892" y="918719"/>
                  </a:lnTo>
                  <a:lnTo>
                    <a:pt x="28318" y="927349"/>
                  </a:lnTo>
                  <a:lnTo>
                    <a:pt x="8745" y="880423"/>
                  </a:lnTo>
                  <a:lnTo>
                    <a:pt x="0" y="849842"/>
                  </a:lnTo>
                  <a:lnTo>
                    <a:pt x="144718" y="781207"/>
                  </a:lnTo>
                  <a:lnTo>
                    <a:pt x="163250" y="774280"/>
                  </a:lnTo>
                  <a:lnTo>
                    <a:pt x="154111" y="746699"/>
                  </a:lnTo>
                  <a:lnTo>
                    <a:pt x="180612" y="731027"/>
                  </a:lnTo>
                  <a:lnTo>
                    <a:pt x="213659" y="714021"/>
                  </a:lnTo>
                  <a:lnTo>
                    <a:pt x="254636" y="709191"/>
                  </a:lnTo>
                  <a:lnTo>
                    <a:pt x="279307" y="668150"/>
                  </a:lnTo>
                  <a:lnTo>
                    <a:pt x="288560" y="648665"/>
                  </a:lnTo>
                  <a:lnTo>
                    <a:pt x="312836" y="639260"/>
                  </a:lnTo>
                  <a:lnTo>
                    <a:pt x="353166" y="626067"/>
                  </a:lnTo>
                  <a:lnTo>
                    <a:pt x="402875" y="610128"/>
                  </a:lnTo>
                  <a:lnTo>
                    <a:pt x="451301" y="549119"/>
                  </a:lnTo>
                  <a:lnTo>
                    <a:pt x="452483" y="534617"/>
                  </a:lnTo>
                  <a:lnTo>
                    <a:pt x="468002" y="515005"/>
                  </a:lnTo>
                  <a:lnTo>
                    <a:pt x="429109" y="468740"/>
                  </a:lnTo>
                  <a:lnTo>
                    <a:pt x="398058" y="454237"/>
                  </a:lnTo>
                  <a:lnTo>
                    <a:pt x="403549" y="424559"/>
                  </a:lnTo>
                  <a:lnTo>
                    <a:pt x="361516" y="388881"/>
                  </a:lnTo>
                  <a:lnTo>
                    <a:pt x="311947" y="393190"/>
                  </a:lnTo>
                  <a:lnTo>
                    <a:pt x="298372" y="396177"/>
                  </a:lnTo>
                  <a:lnTo>
                    <a:pt x="239524" y="391741"/>
                  </a:lnTo>
                  <a:lnTo>
                    <a:pt x="229610" y="385081"/>
                  </a:lnTo>
                  <a:lnTo>
                    <a:pt x="194225" y="370960"/>
                  </a:lnTo>
                  <a:lnTo>
                    <a:pt x="196767" y="362749"/>
                  </a:lnTo>
                  <a:lnTo>
                    <a:pt x="208384" y="299338"/>
                  </a:lnTo>
                  <a:lnTo>
                    <a:pt x="215031" y="303011"/>
                  </a:lnTo>
                  <a:lnTo>
                    <a:pt x="222594" y="303520"/>
                  </a:lnTo>
                  <a:lnTo>
                    <a:pt x="222085" y="296478"/>
                  </a:lnTo>
                  <a:lnTo>
                    <a:pt x="230983" y="295296"/>
                  </a:lnTo>
                  <a:lnTo>
                    <a:pt x="242612" y="302744"/>
                  </a:lnTo>
                  <a:lnTo>
                    <a:pt x="252781" y="298296"/>
                  </a:lnTo>
                  <a:lnTo>
                    <a:pt x="258653" y="301168"/>
                  </a:lnTo>
                  <a:lnTo>
                    <a:pt x="269342" y="304689"/>
                  </a:lnTo>
                  <a:lnTo>
                    <a:pt x="278239" y="301562"/>
                  </a:lnTo>
                  <a:lnTo>
                    <a:pt x="280591" y="335422"/>
                  </a:lnTo>
                  <a:lnTo>
                    <a:pt x="304994" y="348628"/>
                  </a:lnTo>
                  <a:lnTo>
                    <a:pt x="308121" y="349670"/>
                  </a:lnTo>
                  <a:lnTo>
                    <a:pt x="358364" y="339731"/>
                  </a:lnTo>
                  <a:lnTo>
                    <a:pt x="381992" y="302744"/>
                  </a:lnTo>
                  <a:lnTo>
                    <a:pt x="376642" y="270066"/>
                  </a:lnTo>
                  <a:lnTo>
                    <a:pt x="486394" y="261576"/>
                  </a:lnTo>
                  <a:lnTo>
                    <a:pt x="461469" y="239333"/>
                  </a:lnTo>
                  <a:lnTo>
                    <a:pt x="462118" y="193462"/>
                  </a:lnTo>
                  <a:lnTo>
                    <a:pt x="499321" y="217128"/>
                  </a:lnTo>
                  <a:lnTo>
                    <a:pt x="525275" y="221196"/>
                  </a:lnTo>
                  <a:lnTo>
                    <a:pt x="535710" y="206032"/>
                  </a:lnTo>
                  <a:lnTo>
                    <a:pt x="557381" y="207850"/>
                  </a:lnTo>
                  <a:lnTo>
                    <a:pt x="557775" y="190996"/>
                  </a:lnTo>
                  <a:lnTo>
                    <a:pt x="577996" y="117925"/>
                  </a:lnTo>
                  <a:lnTo>
                    <a:pt x="528541" y="93623"/>
                  </a:lnTo>
                  <a:lnTo>
                    <a:pt x="538061" y="79490"/>
                  </a:lnTo>
                  <a:lnTo>
                    <a:pt x="540145" y="42516"/>
                  </a:lnTo>
                  <a:lnTo>
                    <a:pt x="539891" y="38703"/>
                  </a:lnTo>
                  <a:lnTo>
                    <a:pt x="607878" y="58848"/>
                  </a:lnTo>
                  <a:lnTo>
                    <a:pt x="638027" y="44727"/>
                  </a:lnTo>
                  <a:lnTo>
                    <a:pt x="627338" y="23120"/>
                  </a:lnTo>
                  <a:lnTo>
                    <a:pt x="658261" y="16333"/>
                  </a:lnTo>
                  <a:lnTo>
                    <a:pt x="662952" y="47816"/>
                  </a:lnTo>
                  <a:lnTo>
                    <a:pt x="666218" y="50358"/>
                  </a:lnTo>
                  <a:lnTo>
                    <a:pt x="726503" y="64606"/>
                  </a:lnTo>
                  <a:lnTo>
                    <a:pt x="747131" y="97805"/>
                  </a:lnTo>
                  <a:lnTo>
                    <a:pt x="724253" y="139088"/>
                  </a:lnTo>
                  <a:lnTo>
                    <a:pt x="709128" y="147337"/>
                  </a:lnTo>
                  <a:lnTo>
                    <a:pt x="695248" y="163580"/>
                  </a:lnTo>
                  <a:lnTo>
                    <a:pt x="691067" y="188810"/>
                  </a:lnTo>
                  <a:lnTo>
                    <a:pt x="696290" y="219391"/>
                  </a:lnTo>
                  <a:lnTo>
                    <a:pt x="674505" y="260063"/>
                  </a:lnTo>
                  <a:lnTo>
                    <a:pt x="652707" y="275316"/>
                  </a:lnTo>
                  <a:lnTo>
                    <a:pt x="591508" y="275163"/>
                  </a:lnTo>
                  <a:lnTo>
                    <a:pt x="609899" y="363143"/>
                  </a:lnTo>
                  <a:lnTo>
                    <a:pt x="608628" y="369803"/>
                  </a:lnTo>
                  <a:lnTo>
                    <a:pt x="614983" y="402748"/>
                  </a:lnTo>
                  <a:lnTo>
                    <a:pt x="702684" y="390585"/>
                  </a:lnTo>
                  <a:lnTo>
                    <a:pt x="728536" y="387318"/>
                  </a:lnTo>
                  <a:lnTo>
                    <a:pt x="786469" y="403269"/>
                  </a:lnTo>
                  <a:lnTo>
                    <a:pt x="832226" y="470316"/>
                  </a:lnTo>
                  <a:close/>
                </a:path>
              </a:pathLst>
            </a:custGeom>
            <a:solidFill>
              <a:srgbClr val="FFFFFF"/>
            </a:solidFill>
            <a:ln w="12700" cap="flat">
              <a:noFill/>
              <a:prstDash val="solid"/>
              <a:miter/>
            </a:ln>
          </p:spPr>
          <p:txBody>
            <a:bodyPr rtlCol="0" anchor="ctr"/>
            <a:lstStyle/>
            <a:p>
              <a:endParaRPr lang="de-CH"/>
            </a:p>
          </p:txBody>
        </p:sp>
        <p:sp>
          <p:nvSpPr>
            <p:cNvPr id="32" name="Freihandform: Form 31">
              <a:extLst>
                <a:ext uri="{FF2B5EF4-FFF2-40B4-BE49-F238E27FC236}">
                  <a16:creationId xmlns:a16="http://schemas.microsoft.com/office/drawing/2014/main" id="{D8A26DE2-C361-5AC3-CAA0-CF58A3593D10}"/>
                </a:ext>
              </a:extLst>
            </p:cNvPr>
            <p:cNvSpPr/>
            <p:nvPr/>
          </p:nvSpPr>
          <p:spPr>
            <a:xfrm>
              <a:off x="4329379" y="1413378"/>
              <a:ext cx="1397410" cy="1276409"/>
            </a:xfrm>
            <a:custGeom>
              <a:avLst/>
              <a:gdLst>
                <a:gd name="connsiteX0" fmla="*/ 163453 w 1397410"/>
                <a:gd name="connsiteY0" fmla="*/ 168728 h 1276409"/>
                <a:gd name="connsiteX1" fmla="*/ 197657 w 1397410"/>
                <a:gd name="connsiteY1" fmla="*/ 167292 h 1276409"/>
                <a:gd name="connsiteX2" fmla="*/ 233537 w 1397410"/>
                <a:gd name="connsiteY2" fmla="*/ 222327 h 1276409"/>
                <a:gd name="connsiteX3" fmla="*/ 216696 w 1397410"/>
                <a:gd name="connsiteY3" fmla="*/ 262440 h 1276409"/>
                <a:gd name="connsiteX4" fmla="*/ 81968 w 1397410"/>
                <a:gd name="connsiteY4" fmla="*/ 255907 h 1276409"/>
                <a:gd name="connsiteX5" fmla="*/ 83137 w 1397410"/>
                <a:gd name="connsiteY5" fmla="*/ 210036 h 1276409"/>
                <a:gd name="connsiteX6" fmla="*/ 688385 w 1397410"/>
                <a:gd name="connsiteY6" fmla="*/ 1011503 h 1276409"/>
                <a:gd name="connsiteX7" fmla="*/ 713310 w 1397410"/>
                <a:gd name="connsiteY7" fmla="*/ 1003534 h 1276409"/>
                <a:gd name="connsiteX8" fmla="*/ 731307 w 1397410"/>
                <a:gd name="connsiteY8" fmla="*/ 1015304 h 1276409"/>
                <a:gd name="connsiteX9" fmla="*/ 710310 w 1397410"/>
                <a:gd name="connsiteY9" fmla="*/ 1042097 h 1276409"/>
                <a:gd name="connsiteX10" fmla="*/ 678191 w 1397410"/>
                <a:gd name="connsiteY10" fmla="*/ 1038563 h 1276409"/>
                <a:gd name="connsiteX11" fmla="*/ 344065 w 1397410"/>
                <a:gd name="connsiteY11" fmla="*/ 0 h 1276409"/>
                <a:gd name="connsiteX12" fmla="*/ 361949 w 1397410"/>
                <a:gd name="connsiteY12" fmla="*/ 16727 h 1276409"/>
                <a:gd name="connsiteX13" fmla="*/ 387267 w 1397410"/>
                <a:gd name="connsiteY13" fmla="*/ 15151 h 1276409"/>
                <a:gd name="connsiteX14" fmla="*/ 397054 w 1397410"/>
                <a:gd name="connsiteY14" fmla="*/ 52150 h 1276409"/>
                <a:gd name="connsiteX15" fmla="*/ 381916 w 1397410"/>
                <a:gd name="connsiteY15" fmla="*/ 73185 h 1276409"/>
                <a:gd name="connsiteX16" fmla="*/ 385056 w 1397410"/>
                <a:gd name="connsiteY16" fmla="*/ 123124 h 1276409"/>
                <a:gd name="connsiteX17" fmla="*/ 313141 w 1397410"/>
                <a:gd name="connsiteY17" fmla="*/ 128869 h 1276409"/>
                <a:gd name="connsiteX18" fmla="*/ 291737 w 1397410"/>
                <a:gd name="connsiteY18" fmla="*/ 135148 h 1276409"/>
                <a:gd name="connsiteX19" fmla="*/ 247633 w 1397410"/>
                <a:gd name="connsiteY19" fmla="*/ 152268 h 1276409"/>
                <a:gd name="connsiteX20" fmla="*/ 231720 w 1397410"/>
                <a:gd name="connsiteY20" fmla="*/ 158801 h 1276409"/>
                <a:gd name="connsiteX21" fmla="*/ 213684 w 1397410"/>
                <a:gd name="connsiteY21" fmla="*/ 120899 h 1276409"/>
                <a:gd name="connsiteX22" fmla="*/ 233664 w 1397410"/>
                <a:gd name="connsiteY22" fmla="*/ 95021 h 1276409"/>
                <a:gd name="connsiteX23" fmla="*/ 184717 w 1397410"/>
                <a:gd name="connsiteY23" fmla="*/ 68254 h 1276409"/>
                <a:gd name="connsiteX24" fmla="*/ 163110 w 1397410"/>
                <a:gd name="connsiteY24" fmla="*/ 66157 h 1276409"/>
                <a:gd name="connsiteX25" fmla="*/ 188289 w 1397410"/>
                <a:gd name="connsiteY25" fmla="*/ 16117 h 1276409"/>
                <a:gd name="connsiteX26" fmla="*/ 247938 w 1397410"/>
                <a:gd name="connsiteY26" fmla="*/ 45795 h 1276409"/>
                <a:gd name="connsiteX27" fmla="*/ 263978 w 1397410"/>
                <a:gd name="connsiteY27" fmla="*/ 64987 h 1276409"/>
                <a:gd name="connsiteX28" fmla="*/ 297381 w 1397410"/>
                <a:gd name="connsiteY28" fmla="*/ 60806 h 1276409"/>
                <a:gd name="connsiteX29" fmla="*/ 316446 w 1397410"/>
                <a:gd name="connsiteY29" fmla="*/ 36898 h 1276409"/>
                <a:gd name="connsiteX30" fmla="*/ 325343 w 1397410"/>
                <a:gd name="connsiteY30" fmla="*/ 20946 h 1276409"/>
                <a:gd name="connsiteX31" fmla="*/ 905856 w 1397410"/>
                <a:gd name="connsiteY31" fmla="*/ 488174 h 1276409"/>
                <a:gd name="connsiteX32" fmla="*/ 917295 w 1397410"/>
                <a:gd name="connsiteY32" fmla="*/ 484119 h 1276409"/>
                <a:gd name="connsiteX33" fmla="*/ 942894 w 1397410"/>
                <a:gd name="connsiteY33" fmla="*/ 416158 h 1276409"/>
                <a:gd name="connsiteX34" fmla="*/ 998221 w 1397410"/>
                <a:gd name="connsiteY34" fmla="*/ 400727 h 1276409"/>
                <a:gd name="connsiteX35" fmla="*/ 1010093 w 1397410"/>
                <a:gd name="connsiteY35" fmla="*/ 380721 h 1276409"/>
                <a:gd name="connsiteX36" fmla="*/ 1089430 w 1397410"/>
                <a:gd name="connsiteY36" fmla="*/ 352238 h 1276409"/>
                <a:gd name="connsiteX37" fmla="*/ 1069589 w 1397410"/>
                <a:gd name="connsiteY37" fmla="*/ 316815 h 1276409"/>
                <a:gd name="connsiteX38" fmla="*/ 1090752 w 1397410"/>
                <a:gd name="connsiteY38" fmla="*/ 298258 h 1276409"/>
                <a:gd name="connsiteX39" fmla="*/ 1108546 w 1397410"/>
                <a:gd name="connsiteY39" fmla="*/ 281518 h 1276409"/>
                <a:gd name="connsiteX40" fmla="*/ 1151608 w 1397410"/>
                <a:gd name="connsiteY40" fmla="*/ 307536 h 1276409"/>
                <a:gd name="connsiteX41" fmla="*/ 1206033 w 1397410"/>
                <a:gd name="connsiteY41" fmla="*/ 278659 h 1276409"/>
                <a:gd name="connsiteX42" fmla="*/ 1213736 w 1397410"/>
                <a:gd name="connsiteY42" fmla="*/ 260496 h 1276409"/>
                <a:gd name="connsiteX43" fmla="*/ 1246223 w 1397410"/>
                <a:gd name="connsiteY43" fmla="*/ 245981 h 1276409"/>
                <a:gd name="connsiteX44" fmla="*/ 1256531 w 1397410"/>
                <a:gd name="connsiteY44" fmla="*/ 237083 h 1276409"/>
                <a:gd name="connsiteX45" fmla="*/ 1225607 w 1397410"/>
                <a:gd name="connsiteY45" fmla="*/ 173532 h 1276409"/>
                <a:gd name="connsiteX46" fmla="*/ 1245689 w 1397410"/>
                <a:gd name="connsiteY46" fmla="*/ 137461 h 1276409"/>
                <a:gd name="connsiteX47" fmla="*/ 1281710 w 1397410"/>
                <a:gd name="connsiteY47" fmla="*/ 125818 h 1276409"/>
                <a:gd name="connsiteX48" fmla="*/ 1296466 w 1397410"/>
                <a:gd name="connsiteY48" fmla="*/ 163860 h 1276409"/>
                <a:gd name="connsiteX49" fmla="*/ 1307804 w 1397410"/>
                <a:gd name="connsiteY49" fmla="*/ 216391 h 1276409"/>
                <a:gd name="connsiteX50" fmla="*/ 1298551 w 1397410"/>
                <a:gd name="connsiteY50" fmla="*/ 217306 h 1276409"/>
                <a:gd name="connsiteX51" fmla="*/ 1273372 w 1397410"/>
                <a:gd name="connsiteY51" fmla="*/ 236664 h 1276409"/>
                <a:gd name="connsiteX52" fmla="*/ 1347879 w 1397410"/>
                <a:gd name="connsiteY52" fmla="*/ 277337 h 1276409"/>
                <a:gd name="connsiteX53" fmla="*/ 1351934 w 1397410"/>
                <a:gd name="connsiteY53" fmla="*/ 294343 h 1276409"/>
                <a:gd name="connsiteX54" fmla="*/ 1355569 w 1397410"/>
                <a:gd name="connsiteY54" fmla="*/ 316421 h 1276409"/>
                <a:gd name="connsiteX55" fmla="*/ 1387942 w 1397410"/>
                <a:gd name="connsiteY55" fmla="*/ 314463 h 1276409"/>
                <a:gd name="connsiteX56" fmla="*/ 1389785 w 1397410"/>
                <a:gd name="connsiteY56" fmla="*/ 321657 h 1276409"/>
                <a:gd name="connsiteX57" fmla="*/ 1397411 w 1397410"/>
                <a:gd name="connsiteY57" fmla="*/ 352632 h 1276409"/>
                <a:gd name="connsiteX58" fmla="*/ 1390484 w 1397410"/>
                <a:gd name="connsiteY58" fmla="*/ 387534 h 1276409"/>
                <a:gd name="connsiteX59" fmla="*/ 1385667 w 1397410"/>
                <a:gd name="connsiteY59" fmla="*/ 397601 h 1276409"/>
                <a:gd name="connsiteX60" fmla="*/ 1381612 w 1397410"/>
                <a:gd name="connsiteY60" fmla="*/ 406358 h 1276409"/>
                <a:gd name="connsiteX61" fmla="*/ 1373783 w 1397410"/>
                <a:gd name="connsiteY61" fmla="*/ 410260 h 1276409"/>
                <a:gd name="connsiteX62" fmla="*/ 1359293 w 1397410"/>
                <a:gd name="connsiteY62" fmla="*/ 451187 h 1276409"/>
                <a:gd name="connsiteX63" fmla="*/ 1337686 w 1397410"/>
                <a:gd name="connsiteY63" fmla="*/ 496270 h 1276409"/>
                <a:gd name="connsiteX64" fmla="*/ 1319154 w 1397410"/>
                <a:gd name="connsiteY64" fmla="*/ 502803 h 1276409"/>
                <a:gd name="connsiteX65" fmla="*/ 1262505 w 1397410"/>
                <a:gd name="connsiteY65" fmla="*/ 537438 h 1276409"/>
                <a:gd name="connsiteX66" fmla="*/ 1231822 w 1397410"/>
                <a:gd name="connsiteY66" fmla="*/ 549208 h 1276409"/>
                <a:gd name="connsiteX67" fmla="*/ 1230145 w 1397410"/>
                <a:gd name="connsiteY67" fmla="*/ 503337 h 1276409"/>
                <a:gd name="connsiteX68" fmla="*/ 1199640 w 1397410"/>
                <a:gd name="connsiteY68" fmla="*/ 501506 h 1276409"/>
                <a:gd name="connsiteX69" fmla="*/ 1170000 w 1397410"/>
                <a:gd name="connsiteY69" fmla="*/ 495495 h 1276409"/>
                <a:gd name="connsiteX70" fmla="*/ 1165310 w 1397410"/>
                <a:gd name="connsiteY70" fmla="*/ 491821 h 1276409"/>
                <a:gd name="connsiteX71" fmla="*/ 1146778 w 1397410"/>
                <a:gd name="connsiteY71" fmla="*/ 483458 h 1276409"/>
                <a:gd name="connsiteX72" fmla="*/ 1131895 w 1397410"/>
                <a:gd name="connsiteY72" fmla="*/ 508167 h 1276409"/>
                <a:gd name="connsiteX73" fmla="*/ 1125374 w 1397410"/>
                <a:gd name="connsiteY73" fmla="*/ 526596 h 1276409"/>
                <a:gd name="connsiteX74" fmla="*/ 1128120 w 1397410"/>
                <a:gd name="connsiteY74" fmla="*/ 536917 h 1276409"/>
                <a:gd name="connsiteX75" fmla="*/ 1128641 w 1397410"/>
                <a:gd name="connsiteY75" fmla="*/ 542929 h 1276409"/>
                <a:gd name="connsiteX76" fmla="*/ 1117278 w 1397410"/>
                <a:gd name="connsiteY76" fmla="*/ 552741 h 1276409"/>
                <a:gd name="connsiteX77" fmla="*/ 1117278 w 1397410"/>
                <a:gd name="connsiteY77" fmla="*/ 560571 h 1276409"/>
                <a:gd name="connsiteX78" fmla="*/ 1108012 w 1397410"/>
                <a:gd name="connsiteY78" fmla="*/ 568566 h 1276409"/>
                <a:gd name="connsiteX79" fmla="*/ 1095302 w 1397410"/>
                <a:gd name="connsiteY79" fmla="*/ 570370 h 1276409"/>
                <a:gd name="connsiteX80" fmla="*/ 1078067 w 1397410"/>
                <a:gd name="connsiteY80" fmla="*/ 570243 h 1276409"/>
                <a:gd name="connsiteX81" fmla="*/ 1053536 w 1397410"/>
                <a:gd name="connsiteY81" fmla="*/ 585152 h 1276409"/>
                <a:gd name="connsiteX82" fmla="*/ 1035742 w 1397410"/>
                <a:gd name="connsiteY82" fmla="*/ 631824 h 1276409"/>
                <a:gd name="connsiteX83" fmla="*/ 1031827 w 1397410"/>
                <a:gd name="connsiteY83" fmla="*/ 636133 h 1276409"/>
                <a:gd name="connsiteX84" fmla="*/ 1022040 w 1397410"/>
                <a:gd name="connsiteY84" fmla="*/ 651385 h 1276409"/>
                <a:gd name="connsiteX85" fmla="*/ 1020998 w 1397410"/>
                <a:gd name="connsiteY85" fmla="*/ 670336 h 1276409"/>
                <a:gd name="connsiteX86" fmla="*/ 1015393 w 1397410"/>
                <a:gd name="connsiteY86" fmla="*/ 679348 h 1276409"/>
                <a:gd name="connsiteX87" fmla="*/ 1000382 w 1397410"/>
                <a:gd name="connsiteY87" fmla="*/ 695960 h 1276409"/>
                <a:gd name="connsiteX88" fmla="*/ 989019 w 1397410"/>
                <a:gd name="connsiteY88" fmla="*/ 701832 h 1276409"/>
                <a:gd name="connsiteX89" fmla="*/ 982499 w 1397410"/>
                <a:gd name="connsiteY89" fmla="*/ 704717 h 1276409"/>
                <a:gd name="connsiteX90" fmla="*/ 961375 w 1397410"/>
                <a:gd name="connsiteY90" fmla="*/ 717516 h 1276409"/>
                <a:gd name="connsiteX91" fmla="*/ 943224 w 1397410"/>
                <a:gd name="connsiteY91" fmla="*/ 707844 h 1276409"/>
                <a:gd name="connsiteX92" fmla="*/ 942703 w 1397410"/>
                <a:gd name="connsiteY92" fmla="*/ 700790 h 1276409"/>
                <a:gd name="connsiteX93" fmla="*/ 938890 w 1397410"/>
                <a:gd name="connsiteY93" fmla="*/ 695960 h 1276409"/>
                <a:gd name="connsiteX94" fmla="*/ 930667 w 1397410"/>
                <a:gd name="connsiteY94" fmla="*/ 699773 h 1276409"/>
                <a:gd name="connsiteX95" fmla="*/ 901827 w 1397410"/>
                <a:gd name="connsiteY95" fmla="*/ 731943 h 1276409"/>
                <a:gd name="connsiteX96" fmla="*/ 866328 w 1397410"/>
                <a:gd name="connsiteY96" fmla="*/ 691816 h 1276409"/>
                <a:gd name="connsiteX97" fmla="*/ 844403 w 1397410"/>
                <a:gd name="connsiteY97" fmla="*/ 727634 h 1276409"/>
                <a:gd name="connsiteX98" fmla="*/ 806564 w 1397410"/>
                <a:gd name="connsiteY98" fmla="*/ 722270 h 1276409"/>
                <a:gd name="connsiteX99" fmla="*/ 697981 w 1397410"/>
                <a:gd name="connsiteY99" fmla="*/ 621224 h 1276409"/>
                <a:gd name="connsiteX100" fmla="*/ 677645 w 1397410"/>
                <a:gd name="connsiteY100" fmla="*/ 630121 h 1276409"/>
                <a:gd name="connsiteX101" fmla="*/ 649326 w 1397410"/>
                <a:gd name="connsiteY101" fmla="*/ 642831 h 1276409"/>
                <a:gd name="connsiteX102" fmla="*/ 629753 w 1397410"/>
                <a:gd name="connsiteY102" fmla="*/ 654461 h 1276409"/>
                <a:gd name="connsiteX103" fmla="*/ 626486 w 1397410"/>
                <a:gd name="connsiteY103" fmla="*/ 655910 h 1276409"/>
                <a:gd name="connsiteX104" fmla="*/ 552373 w 1397410"/>
                <a:gd name="connsiteY104" fmla="*/ 660092 h 1276409"/>
                <a:gd name="connsiteX105" fmla="*/ 540502 w 1397410"/>
                <a:gd name="connsiteY105" fmla="*/ 662570 h 1276409"/>
                <a:gd name="connsiteX106" fmla="*/ 485847 w 1397410"/>
                <a:gd name="connsiteY106" fmla="*/ 674340 h 1276409"/>
                <a:gd name="connsiteX107" fmla="*/ 494592 w 1397410"/>
                <a:gd name="connsiteY107" fmla="*/ 686872 h 1276409"/>
                <a:gd name="connsiteX108" fmla="*/ 515983 w 1397410"/>
                <a:gd name="connsiteY108" fmla="*/ 711708 h 1276409"/>
                <a:gd name="connsiteX109" fmla="*/ 520292 w 1397410"/>
                <a:gd name="connsiteY109" fmla="*/ 750538 h 1276409"/>
                <a:gd name="connsiteX110" fmla="*/ 520813 w 1397410"/>
                <a:gd name="connsiteY110" fmla="*/ 767658 h 1276409"/>
                <a:gd name="connsiteX111" fmla="*/ 561410 w 1397410"/>
                <a:gd name="connsiteY111" fmla="*/ 800603 h 1276409"/>
                <a:gd name="connsiteX112" fmla="*/ 568451 w 1397410"/>
                <a:gd name="connsiteY112" fmla="*/ 815232 h 1276409"/>
                <a:gd name="connsiteX113" fmla="*/ 608781 w 1397410"/>
                <a:gd name="connsiteY113" fmla="*/ 813135 h 1276409"/>
                <a:gd name="connsiteX114" fmla="*/ 608260 w 1397410"/>
                <a:gd name="connsiteY114" fmla="*/ 836408 h 1276409"/>
                <a:gd name="connsiteX115" fmla="*/ 625482 w 1397410"/>
                <a:gd name="connsiteY115" fmla="*/ 868959 h 1276409"/>
                <a:gd name="connsiteX116" fmla="*/ 626906 w 1397410"/>
                <a:gd name="connsiteY116" fmla="*/ 871704 h 1276409"/>
                <a:gd name="connsiteX117" fmla="*/ 623003 w 1397410"/>
                <a:gd name="connsiteY117" fmla="*/ 896400 h 1276409"/>
                <a:gd name="connsiteX118" fmla="*/ 653279 w 1397410"/>
                <a:gd name="connsiteY118" fmla="*/ 898484 h 1276409"/>
                <a:gd name="connsiteX119" fmla="*/ 677937 w 1397410"/>
                <a:gd name="connsiteY119" fmla="*/ 928544 h 1276409"/>
                <a:gd name="connsiteX120" fmla="*/ 671035 w 1397410"/>
                <a:gd name="connsiteY120" fmla="*/ 947380 h 1276409"/>
                <a:gd name="connsiteX121" fmla="*/ 676119 w 1397410"/>
                <a:gd name="connsiteY121" fmla="*/ 984494 h 1276409"/>
                <a:gd name="connsiteX122" fmla="*/ 674416 w 1397410"/>
                <a:gd name="connsiteY122" fmla="*/ 995730 h 1276409"/>
                <a:gd name="connsiteX123" fmla="*/ 634354 w 1397410"/>
                <a:gd name="connsiteY123" fmla="*/ 1013524 h 1276409"/>
                <a:gd name="connsiteX124" fmla="*/ 633972 w 1397410"/>
                <a:gd name="connsiteY124" fmla="*/ 1046075 h 1276409"/>
                <a:gd name="connsiteX125" fmla="*/ 618174 w 1397410"/>
                <a:gd name="connsiteY125" fmla="*/ 1053536 h 1276409"/>
                <a:gd name="connsiteX126" fmla="*/ 571718 w 1397410"/>
                <a:gd name="connsiteY126" fmla="*/ 1041512 h 1276409"/>
                <a:gd name="connsiteX127" fmla="*/ 566367 w 1397410"/>
                <a:gd name="connsiteY127" fmla="*/ 1037445 h 1276409"/>
                <a:gd name="connsiteX128" fmla="*/ 536866 w 1397410"/>
                <a:gd name="connsiteY128" fmla="*/ 1042809 h 1276409"/>
                <a:gd name="connsiteX129" fmla="*/ 506858 w 1397410"/>
                <a:gd name="connsiteY129" fmla="*/ 1046202 h 1276409"/>
                <a:gd name="connsiteX130" fmla="*/ 498901 w 1397410"/>
                <a:gd name="connsiteY130" fmla="*/ 1058353 h 1276409"/>
                <a:gd name="connsiteX131" fmla="*/ 475921 w 1397410"/>
                <a:gd name="connsiteY131" fmla="*/ 1008034 h 1276409"/>
                <a:gd name="connsiteX132" fmla="*/ 443561 w 1397410"/>
                <a:gd name="connsiteY132" fmla="*/ 997192 h 1276409"/>
                <a:gd name="connsiteX133" fmla="*/ 402888 w 1397410"/>
                <a:gd name="connsiteY133" fmla="*/ 1011834 h 1276409"/>
                <a:gd name="connsiteX134" fmla="*/ 370668 w 1397410"/>
                <a:gd name="connsiteY134" fmla="*/ 1019015 h 1276409"/>
                <a:gd name="connsiteX135" fmla="*/ 368304 w 1397410"/>
                <a:gd name="connsiteY135" fmla="*/ 1025675 h 1276409"/>
                <a:gd name="connsiteX136" fmla="*/ 384103 w 1397410"/>
                <a:gd name="connsiteY136" fmla="*/ 1048821 h 1276409"/>
                <a:gd name="connsiteX137" fmla="*/ 354208 w 1397410"/>
                <a:gd name="connsiteY137" fmla="*/ 1095086 h 1276409"/>
                <a:gd name="connsiteX138" fmla="*/ 333338 w 1397410"/>
                <a:gd name="connsiteY138" fmla="*/ 1132466 h 1276409"/>
                <a:gd name="connsiteX139" fmla="*/ 307917 w 1397410"/>
                <a:gd name="connsiteY139" fmla="*/ 1149600 h 1276409"/>
                <a:gd name="connsiteX140" fmla="*/ 282866 w 1397410"/>
                <a:gd name="connsiteY140" fmla="*/ 1160187 h 1276409"/>
                <a:gd name="connsiteX141" fmla="*/ 272939 w 1397410"/>
                <a:gd name="connsiteY141" fmla="*/ 1164089 h 1276409"/>
                <a:gd name="connsiteX142" fmla="*/ 244977 w 1397410"/>
                <a:gd name="connsiteY142" fmla="*/ 1175986 h 1276409"/>
                <a:gd name="connsiteX143" fmla="*/ 257903 w 1397410"/>
                <a:gd name="connsiteY143" fmla="*/ 1215197 h 1276409"/>
                <a:gd name="connsiteX144" fmla="*/ 270041 w 1397410"/>
                <a:gd name="connsiteY144" fmla="*/ 1231809 h 1276409"/>
                <a:gd name="connsiteX145" fmla="*/ 264067 w 1397410"/>
                <a:gd name="connsiteY145" fmla="*/ 1251574 h 1276409"/>
                <a:gd name="connsiteX146" fmla="*/ 255590 w 1397410"/>
                <a:gd name="connsiteY146" fmla="*/ 1264106 h 1276409"/>
                <a:gd name="connsiteX147" fmla="*/ 231313 w 1397410"/>
                <a:gd name="connsiteY147" fmla="*/ 1271567 h 1276409"/>
                <a:gd name="connsiteX148" fmla="*/ 208435 w 1397410"/>
                <a:gd name="connsiteY148" fmla="*/ 1276409 h 1276409"/>
                <a:gd name="connsiteX149" fmla="*/ 191848 w 1397410"/>
                <a:gd name="connsiteY149" fmla="*/ 1255628 h 1276409"/>
                <a:gd name="connsiteX150" fmla="*/ 189382 w 1397410"/>
                <a:gd name="connsiteY150" fmla="*/ 1198763 h 1276409"/>
                <a:gd name="connsiteX151" fmla="*/ 151531 w 1397410"/>
                <a:gd name="connsiteY151" fmla="*/ 1211193 h 1276409"/>
                <a:gd name="connsiteX152" fmla="*/ 145252 w 1397410"/>
                <a:gd name="connsiteY152" fmla="*/ 1213418 h 1276409"/>
                <a:gd name="connsiteX153" fmla="*/ 84065 w 1397410"/>
                <a:gd name="connsiteY153" fmla="*/ 1213011 h 1276409"/>
                <a:gd name="connsiteX154" fmla="*/ 62522 w 1397410"/>
                <a:gd name="connsiteY154" fmla="*/ 1133026 h 1276409"/>
                <a:gd name="connsiteX155" fmla="*/ 93585 w 1397410"/>
                <a:gd name="connsiteY155" fmla="*/ 1122972 h 1276409"/>
                <a:gd name="connsiteX156" fmla="*/ 131957 w 1397410"/>
                <a:gd name="connsiteY156" fmla="*/ 1145571 h 1276409"/>
                <a:gd name="connsiteX157" fmla="*/ 176710 w 1397410"/>
                <a:gd name="connsiteY157" fmla="*/ 1130547 h 1276409"/>
                <a:gd name="connsiteX158" fmla="*/ 202296 w 1397410"/>
                <a:gd name="connsiteY158" fmla="*/ 1129505 h 1276409"/>
                <a:gd name="connsiteX159" fmla="*/ 193399 w 1397410"/>
                <a:gd name="connsiteY159" fmla="*/ 1114342 h 1276409"/>
                <a:gd name="connsiteX160" fmla="*/ 164928 w 1397410"/>
                <a:gd name="connsiteY160" fmla="*/ 1093332 h 1276409"/>
                <a:gd name="connsiteX161" fmla="*/ 174867 w 1397410"/>
                <a:gd name="connsiteY161" fmla="*/ 1077774 h 1276409"/>
                <a:gd name="connsiteX162" fmla="*/ 204355 w 1397410"/>
                <a:gd name="connsiteY162" fmla="*/ 1063272 h 1276409"/>
                <a:gd name="connsiteX163" fmla="*/ 201813 w 1397410"/>
                <a:gd name="connsiteY163" fmla="*/ 1049939 h 1276409"/>
                <a:gd name="connsiteX164" fmla="*/ 231720 w 1397410"/>
                <a:gd name="connsiteY164" fmla="*/ 1032424 h 1276409"/>
                <a:gd name="connsiteX165" fmla="*/ 266165 w 1397410"/>
                <a:gd name="connsiteY165" fmla="*/ 1044321 h 1276409"/>
                <a:gd name="connsiteX166" fmla="*/ 282866 w 1397410"/>
                <a:gd name="connsiteY166" fmla="*/ 1035424 h 1276409"/>
                <a:gd name="connsiteX167" fmla="*/ 314832 w 1397410"/>
                <a:gd name="connsiteY167" fmla="*/ 986947 h 1276409"/>
                <a:gd name="connsiteX168" fmla="*/ 282078 w 1397410"/>
                <a:gd name="connsiteY168" fmla="*/ 980796 h 1276409"/>
                <a:gd name="connsiteX169" fmla="*/ 274375 w 1397410"/>
                <a:gd name="connsiteY169" fmla="*/ 929828 h 1276409"/>
                <a:gd name="connsiteX170" fmla="*/ 235901 w 1397410"/>
                <a:gd name="connsiteY170" fmla="*/ 935052 h 1276409"/>
                <a:gd name="connsiteX171" fmla="*/ 224793 w 1397410"/>
                <a:gd name="connsiteY171" fmla="*/ 932827 h 1276409"/>
                <a:gd name="connsiteX172" fmla="*/ 220484 w 1397410"/>
                <a:gd name="connsiteY172" fmla="*/ 937276 h 1276409"/>
                <a:gd name="connsiteX173" fmla="*/ 221653 w 1397410"/>
                <a:gd name="connsiteY173" fmla="*/ 946427 h 1276409"/>
                <a:gd name="connsiteX174" fmla="*/ 219442 w 1397410"/>
                <a:gd name="connsiteY174" fmla="*/ 955184 h 1276409"/>
                <a:gd name="connsiteX175" fmla="*/ 212921 w 1397410"/>
                <a:gd name="connsiteY175" fmla="*/ 962366 h 1276409"/>
                <a:gd name="connsiteX176" fmla="*/ 205295 w 1397410"/>
                <a:gd name="connsiteY176" fmla="*/ 962912 h 1276409"/>
                <a:gd name="connsiteX177" fmla="*/ 199957 w 1397410"/>
                <a:gd name="connsiteY177" fmla="*/ 954409 h 1276409"/>
                <a:gd name="connsiteX178" fmla="*/ 196030 w 1397410"/>
                <a:gd name="connsiteY178" fmla="*/ 947088 h 1276409"/>
                <a:gd name="connsiteX179" fmla="*/ 186764 w 1397410"/>
                <a:gd name="connsiteY179" fmla="*/ 948791 h 1276409"/>
                <a:gd name="connsiteX180" fmla="*/ 183510 w 1397410"/>
                <a:gd name="connsiteY180" fmla="*/ 958451 h 1276409"/>
                <a:gd name="connsiteX181" fmla="*/ 184158 w 1397410"/>
                <a:gd name="connsiteY181" fmla="*/ 971530 h 1276409"/>
                <a:gd name="connsiteX182" fmla="*/ 178146 w 1397410"/>
                <a:gd name="connsiteY182" fmla="*/ 981329 h 1276409"/>
                <a:gd name="connsiteX183" fmla="*/ 162894 w 1397410"/>
                <a:gd name="connsiteY183" fmla="*/ 984596 h 1276409"/>
                <a:gd name="connsiteX184" fmla="*/ 155725 w 1397410"/>
                <a:gd name="connsiteY184" fmla="*/ 993366 h 1276409"/>
                <a:gd name="connsiteX185" fmla="*/ 152980 w 1397410"/>
                <a:gd name="connsiteY185" fmla="*/ 1005771 h 1276409"/>
                <a:gd name="connsiteX186" fmla="*/ 141541 w 1397410"/>
                <a:gd name="connsiteY186" fmla="*/ 1015050 h 1276409"/>
                <a:gd name="connsiteX187" fmla="*/ 123264 w 1397410"/>
                <a:gd name="connsiteY187" fmla="*/ 1012965 h 1276409"/>
                <a:gd name="connsiteX188" fmla="*/ 106740 w 1397410"/>
                <a:gd name="connsiteY188" fmla="*/ 1020413 h 1276409"/>
                <a:gd name="connsiteX189" fmla="*/ 85336 w 1397410"/>
                <a:gd name="connsiteY189" fmla="*/ 1017147 h 1276409"/>
                <a:gd name="connsiteX190" fmla="*/ 101135 w 1397410"/>
                <a:gd name="connsiteY190" fmla="*/ 995705 h 1276409"/>
                <a:gd name="connsiteX191" fmla="*/ 81689 w 1397410"/>
                <a:gd name="connsiteY191" fmla="*/ 951016 h 1276409"/>
                <a:gd name="connsiteX192" fmla="*/ 50892 w 1397410"/>
                <a:gd name="connsiteY192" fmla="*/ 918719 h 1276409"/>
                <a:gd name="connsiteX193" fmla="*/ 28318 w 1397410"/>
                <a:gd name="connsiteY193" fmla="*/ 927349 h 1276409"/>
                <a:gd name="connsiteX194" fmla="*/ 8745 w 1397410"/>
                <a:gd name="connsiteY194" fmla="*/ 880423 h 1276409"/>
                <a:gd name="connsiteX195" fmla="*/ 0 w 1397410"/>
                <a:gd name="connsiteY195" fmla="*/ 849842 h 1276409"/>
                <a:gd name="connsiteX196" fmla="*/ 144718 w 1397410"/>
                <a:gd name="connsiteY196" fmla="*/ 781207 h 1276409"/>
                <a:gd name="connsiteX197" fmla="*/ 163250 w 1397410"/>
                <a:gd name="connsiteY197" fmla="*/ 774280 h 1276409"/>
                <a:gd name="connsiteX198" fmla="*/ 154111 w 1397410"/>
                <a:gd name="connsiteY198" fmla="*/ 746699 h 1276409"/>
                <a:gd name="connsiteX199" fmla="*/ 180612 w 1397410"/>
                <a:gd name="connsiteY199" fmla="*/ 731027 h 1276409"/>
                <a:gd name="connsiteX200" fmla="*/ 213659 w 1397410"/>
                <a:gd name="connsiteY200" fmla="*/ 714021 h 1276409"/>
                <a:gd name="connsiteX201" fmla="*/ 254636 w 1397410"/>
                <a:gd name="connsiteY201" fmla="*/ 709191 h 1276409"/>
                <a:gd name="connsiteX202" fmla="*/ 279307 w 1397410"/>
                <a:gd name="connsiteY202" fmla="*/ 668150 h 1276409"/>
                <a:gd name="connsiteX203" fmla="*/ 288560 w 1397410"/>
                <a:gd name="connsiteY203" fmla="*/ 648665 h 1276409"/>
                <a:gd name="connsiteX204" fmla="*/ 312836 w 1397410"/>
                <a:gd name="connsiteY204" fmla="*/ 639260 h 1276409"/>
                <a:gd name="connsiteX205" fmla="*/ 353166 w 1397410"/>
                <a:gd name="connsiteY205" fmla="*/ 626067 h 1276409"/>
                <a:gd name="connsiteX206" fmla="*/ 402875 w 1397410"/>
                <a:gd name="connsiteY206" fmla="*/ 610128 h 1276409"/>
                <a:gd name="connsiteX207" fmla="*/ 451301 w 1397410"/>
                <a:gd name="connsiteY207" fmla="*/ 549119 h 1276409"/>
                <a:gd name="connsiteX208" fmla="*/ 452483 w 1397410"/>
                <a:gd name="connsiteY208" fmla="*/ 534617 h 1276409"/>
                <a:gd name="connsiteX209" fmla="*/ 468002 w 1397410"/>
                <a:gd name="connsiteY209" fmla="*/ 515005 h 1276409"/>
                <a:gd name="connsiteX210" fmla="*/ 429109 w 1397410"/>
                <a:gd name="connsiteY210" fmla="*/ 468740 h 1276409"/>
                <a:gd name="connsiteX211" fmla="*/ 398058 w 1397410"/>
                <a:gd name="connsiteY211" fmla="*/ 454237 h 1276409"/>
                <a:gd name="connsiteX212" fmla="*/ 403549 w 1397410"/>
                <a:gd name="connsiteY212" fmla="*/ 424559 h 1276409"/>
                <a:gd name="connsiteX213" fmla="*/ 361516 w 1397410"/>
                <a:gd name="connsiteY213" fmla="*/ 388881 h 1276409"/>
                <a:gd name="connsiteX214" fmla="*/ 311947 w 1397410"/>
                <a:gd name="connsiteY214" fmla="*/ 393190 h 1276409"/>
                <a:gd name="connsiteX215" fmla="*/ 298372 w 1397410"/>
                <a:gd name="connsiteY215" fmla="*/ 396177 h 1276409"/>
                <a:gd name="connsiteX216" fmla="*/ 239524 w 1397410"/>
                <a:gd name="connsiteY216" fmla="*/ 391741 h 1276409"/>
                <a:gd name="connsiteX217" fmla="*/ 229610 w 1397410"/>
                <a:gd name="connsiteY217" fmla="*/ 385081 h 1276409"/>
                <a:gd name="connsiteX218" fmla="*/ 194225 w 1397410"/>
                <a:gd name="connsiteY218" fmla="*/ 370960 h 1276409"/>
                <a:gd name="connsiteX219" fmla="*/ 196767 w 1397410"/>
                <a:gd name="connsiteY219" fmla="*/ 362749 h 1276409"/>
                <a:gd name="connsiteX220" fmla="*/ 208384 w 1397410"/>
                <a:gd name="connsiteY220" fmla="*/ 299338 h 1276409"/>
                <a:gd name="connsiteX221" fmla="*/ 215031 w 1397410"/>
                <a:gd name="connsiteY221" fmla="*/ 303011 h 1276409"/>
                <a:gd name="connsiteX222" fmla="*/ 222594 w 1397410"/>
                <a:gd name="connsiteY222" fmla="*/ 303520 h 1276409"/>
                <a:gd name="connsiteX223" fmla="*/ 222085 w 1397410"/>
                <a:gd name="connsiteY223" fmla="*/ 296478 h 1276409"/>
                <a:gd name="connsiteX224" fmla="*/ 230983 w 1397410"/>
                <a:gd name="connsiteY224" fmla="*/ 295296 h 1276409"/>
                <a:gd name="connsiteX225" fmla="*/ 242612 w 1397410"/>
                <a:gd name="connsiteY225" fmla="*/ 302744 h 1276409"/>
                <a:gd name="connsiteX226" fmla="*/ 252781 w 1397410"/>
                <a:gd name="connsiteY226" fmla="*/ 298296 h 1276409"/>
                <a:gd name="connsiteX227" fmla="*/ 258653 w 1397410"/>
                <a:gd name="connsiteY227" fmla="*/ 301168 h 1276409"/>
                <a:gd name="connsiteX228" fmla="*/ 269342 w 1397410"/>
                <a:gd name="connsiteY228" fmla="*/ 304689 h 1276409"/>
                <a:gd name="connsiteX229" fmla="*/ 278239 w 1397410"/>
                <a:gd name="connsiteY229" fmla="*/ 301562 h 1276409"/>
                <a:gd name="connsiteX230" fmla="*/ 280591 w 1397410"/>
                <a:gd name="connsiteY230" fmla="*/ 335422 h 1276409"/>
                <a:gd name="connsiteX231" fmla="*/ 304994 w 1397410"/>
                <a:gd name="connsiteY231" fmla="*/ 348628 h 1276409"/>
                <a:gd name="connsiteX232" fmla="*/ 308121 w 1397410"/>
                <a:gd name="connsiteY232" fmla="*/ 349670 h 1276409"/>
                <a:gd name="connsiteX233" fmla="*/ 358364 w 1397410"/>
                <a:gd name="connsiteY233" fmla="*/ 339731 h 1276409"/>
                <a:gd name="connsiteX234" fmla="*/ 381992 w 1397410"/>
                <a:gd name="connsiteY234" fmla="*/ 302744 h 1276409"/>
                <a:gd name="connsiteX235" fmla="*/ 376642 w 1397410"/>
                <a:gd name="connsiteY235" fmla="*/ 270066 h 1276409"/>
                <a:gd name="connsiteX236" fmla="*/ 486394 w 1397410"/>
                <a:gd name="connsiteY236" fmla="*/ 261576 h 1276409"/>
                <a:gd name="connsiteX237" fmla="*/ 461469 w 1397410"/>
                <a:gd name="connsiteY237" fmla="*/ 239333 h 1276409"/>
                <a:gd name="connsiteX238" fmla="*/ 462118 w 1397410"/>
                <a:gd name="connsiteY238" fmla="*/ 193462 h 1276409"/>
                <a:gd name="connsiteX239" fmla="*/ 499321 w 1397410"/>
                <a:gd name="connsiteY239" fmla="*/ 217128 h 1276409"/>
                <a:gd name="connsiteX240" fmla="*/ 525275 w 1397410"/>
                <a:gd name="connsiteY240" fmla="*/ 221196 h 1276409"/>
                <a:gd name="connsiteX241" fmla="*/ 535710 w 1397410"/>
                <a:gd name="connsiteY241" fmla="*/ 206032 h 1276409"/>
                <a:gd name="connsiteX242" fmla="*/ 557381 w 1397410"/>
                <a:gd name="connsiteY242" fmla="*/ 207850 h 1276409"/>
                <a:gd name="connsiteX243" fmla="*/ 557775 w 1397410"/>
                <a:gd name="connsiteY243" fmla="*/ 190996 h 1276409"/>
                <a:gd name="connsiteX244" fmla="*/ 577996 w 1397410"/>
                <a:gd name="connsiteY244" fmla="*/ 117925 h 1276409"/>
                <a:gd name="connsiteX245" fmla="*/ 528541 w 1397410"/>
                <a:gd name="connsiteY245" fmla="*/ 93623 h 1276409"/>
                <a:gd name="connsiteX246" fmla="*/ 538061 w 1397410"/>
                <a:gd name="connsiteY246" fmla="*/ 79490 h 1276409"/>
                <a:gd name="connsiteX247" fmla="*/ 540145 w 1397410"/>
                <a:gd name="connsiteY247" fmla="*/ 42516 h 1276409"/>
                <a:gd name="connsiteX248" fmla="*/ 539891 w 1397410"/>
                <a:gd name="connsiteY248" fmla="*/ 38703 h 1276409"/>
                <a:gd name="connsiteX249" fmla="*/ 607878 w 1397410"/>
                <a:gd name="connsiteY249" fmla="*/ 58848 h 1276409"/>
                <a:gd name="connsiteX250" fmla="*/ 638027 w 1397410"/>
                <a:gd name="connsiteY250" fmla="*/ 44727 h 1276409"/>
                <a:gd name="connsiteX251" fmla="*/ 627338 w 1397410"/>
                <a:gd name="connsiteY251" fmla="*/ 23120 h 1276409"/>
                <a:gd name="connsiteX252" fmla="*/ 658261 w 1397410"/>
                <a:gd name="connsiteY252" fmla="*/ 16333 h 1276409"/>
                <a:gd name="connsiteX253" fmla="*/ 662952 w 1397410"/>
                <a:gd name="connsiteY253" fmla="*/ 47816 h 1276409"/>
                <a:gd name="connsiteX254" fmla="*/ 666218 w 1397410"/>
                <a:gd name="connsiteY254" fmla="*/ 50358 h 1276409"/>
                <a:gd name="connsiteX255" fmla="*/ 726503 w 1397410"/>
                <a:gd name="connsiteY255" fmla="*/ 64606 h 1276409"/>
                <a:gd name="connsiteX256" fmla="*/ 747131 w 1397410"/>
                <a:gd name="connsiteY256" fmla="*/ 97805 h 1276409"/>
                <a:gd name="connsiteX257" fmla="*/ 724253 w 1397410"/>
                <a:gd name="connsiteY257" fmla="*/ 139088 h 1276409"/>
                <a:gd name="connsiteX258" fmla="*/ 709128 w 1397410"/>
                <a:gd name="connsiteY258" fmla="*/ 147337 h 1276409"/>
                <a:gd name="connsiteX259" fmla="*/ 695248 w 1397410"/>
                <a:gd name="connsiteY259" fmla="*/ 163580 h 1276409"/>
                <a:gd name="connsiteX260" fmla="*/ 691067 w 1397410"/>
                <a:gd name="connsiteY260" fmla="*/ 188810 h 1276409"/>
                <a:gd name="connsiteX261" fmla="*/ 696290 w 1397410"/>
                <a:gd name="connsiteY261" fmla="*/ 219391 h 1276409"/>
                <a:gd name="connsiteX262" fmla="*/ 674505 w 1397410"/>
                <a:gd name="connsiteY262" fmla="*/ 260063 h 1276409"/>
                <a:gd name="connsiteX263" fmla="*/ 652707 w 1397410"/>
                <a:gd name="connsiteY263" fmla="*/ 275316 h 1276409"/>
                <a:gd name="connsiteX264" fmla="*/ 591508 w 1397410"/>
                <a:gd name="connsiteY264" fmla="*/ 275163 h 1276409"/>
                <a:gd name="connsiteX265" fmla="*/ 609899 w 1397410"/>
                <a:gd name="connsiteY265" fmla="*/ 363143 h 1276409"/>
                <a:gd name="connsiteX266" fmla="*/ 608628 w 1397410"/>
                <a:gd name="connsiteY266" fmla="*/ 369803 h 1276409"/>
                <a:gd name="connsiteX267" fmla="*/ 614983 w 1397410"/>
                <a:gd name="connsiteY267" fmla="*/ 402748 h 1276409"/>
                <a:gd name="connsiteX268" fmla="*/ 702684 w 1397410"/>
                <a:gd name="connsiteY268" fmla="*/ 390585 h 1276409"/>
                <a:gd name="connsiteX269" fmla="*/ 728536 w 1397410"/>
                <a:gd name="connsiteY269" fmla="*/ 387318 h 1276409"/>
                <a:gd name="connsiteX270" fmla="*/ 786469 w 1397410"/>
                <a:gd name="connsiteY270" fmla="*/ 403269 h 1276409"/>
                <a:gd name="connsiteX271" fmla="*/ 832226 w 1397410"/>
                <a:gd name="connsiteY271" fmla="*/ 470316 h 1276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Lst>
              <a:rect l="l" t="t" r="r" b="b"/>
              <a:pathLst>
                <a:path w="1397410" h="1276409">
                  <a:moveTo>
                    <a:pt x="163453" y="168728"/>
                  </a:moveTo>
                  <a:lnTo>
                    <a:pt x="197657" y="167292"/>
                  </a:lnTo>
                  <a:lnTo>
                    <a:pt x="233537" y="222327"/>
                  </a:lnTo>
                  <a:lnTo>
                    <a:pt x="216696" y="262440"/>
                  </a:lnTo>
                  <a:lnTo>
                    <a:pt x="81968" y="255907"/>
                  </a:lnTo>
                  <a:lnTo>
                    <a:pt x="83137" y="210036"/>
                  </a:lnTo>
                  <a:close/>
                  <a:moveTo>
                    <a:pt x="688385" y="1011503"/>
                  </a:moveTo>
                  <a:lnTo>
                    <a:pt x="713310" y="1003534"/>
                  </a:lnTo>
                  <a:lnTo>
                    <a:pt x="731307" y="1015304"/>
                  </a:lnTo>
                  <a:lnTo>
                    <a:pt x="710310" y="1042097"/>
                  </a:lnTo>
                  <a:lnTo>
                    <a:pt x="678191" y="1038563"/>
                  </a:lnTo>
                  <a:close/>
                  <a:moveTo>
                    <a:pt x="344065" y="0"/>
                  </a:moveTo>
                  <a:lnTo>
                    <a:pt x="361949" y="16727"/>
                  </a:lnTo>
                  <a:lnTo>
                    <a:pt x="387267" y="15151"/>
                  </a:lnTo>
                  <a:lnTo>
                    <a:pt x="397054" y="52150"/>
                  </a:lnTo>
                  <a:lnTo>
                    <a:pt x="381916" y="73185"/>
                  </a:lnTo>
                  <a:lnTo>
                    <a:pt x="385056" y="123124"/>
                  </a:lnTo>
                  <a:lnTo>
                    <a:pt x="313141" y="128869"/>
                  </a:lnTo>
                  <a:lnTo>
                    <a:pt x="291737" y="135148"/>
                  </a:lnTo>
                  <a:lnTo>
                    <a:pt x="247633" y="152268"/>
                  </a:lnTo>
                  <a:lnTo>
                    <a:pt x="231720" y="158801"/>
                  </a:lnTo>
                  <a:lnTo>
                    <a:pt x="213684" y="120899"/>
                  </a:lnTo>
                  <a:lnTo>
                    <a:pt x="233664" y="95021"/>
                  </a:lnTo>
                  <a:lnTo>
                    <a:pt x="184717" y="68254"/>
                  </a:lnTo>
                  <a:lnTo>
                    <a:pt x="163110" y="66157"/>
                  </a:lnTo>
                  <a:lnTo>
                    <a:pt x="188289" y="16117"/>
                  </a:lnTo>
                  <a:lnTo>
                    <a:pt x="247938" y="45795"/>
                  </a:lnTo>
                  <a:lnTo>
                    <a:pt x="263978" y="64987"/>
                  </a:lnTo>
                  <a:lnTo>
                    <a:pt x="297381" y="60806"/>
                  </a:lnTo>
                  <a:lnTo>
                    <a:pt x="316446" y="36898"/>
                  </a:lnTo>
                  <a:lnTo>
                    <a:pt x="325343" y="20946"/>
                  </a:lnTo>
                  <a:close/>
                  <a:moveTo>
                    <a:pt x="905856" y="488174"/>
                  </a:moveTo>
                  <a:lnTo>
                    <a:pt x="917295" y="484119"/>
                  </a:lnTo>
                  <a:lnTo>
                    <a:pt x="942894" y="416158"/>
                  </a:lnTo>
                  <a:lnTo>
                    <a:pt x="998221" y="400727"/>
                  </a:lnTo>
                  <a:lnTo>
                    <a:pt x="1010093" y="380721"/>
                  </a:lnTo>
                  <a:lnTo>
                    <a:pt x="1089430" y="352238"/>
                  </a:lnTo>
                  <a:lnTo>
                    <a:pt x="1069589" y="316815"/>
                  </a:lnTo>
                  <a:lnTo>
                    <a:pt x="1090752" y="298258"/>
                  </a:lnTo>
                  <a:lnTo>
                    <a:pt x="1108546" y="281518"/>
                  </a:lnTo>
                  <a:lnTo>
                    <a:pt x="1151608" y="307536"/>
                  </a:lnTo>
                  <a:lnTo>
                    <a:pt x="1206033" y="278659"/>
                  </a:lnTo>
                  <a:lnTo>
                    <a:pt x="1213736" y="260496"/>
                  </a:lnTo>
                  <a:lnTo>
                    <a:pt x="1246223" y="245981"/>
                  </a:lnTo>
                  <a:lnTo>
                    <a:pt x="1256531" y="237083"/>
                  </a:lnTo>
                  <a:lnTo>
                    <a:pt x="1225607" y="173532"/>
                  </a:lnTo>
                  <a:lnTo>
                    <a:pt x="1245689" y="137461"/>
                  </a:lnTo>
                  <a:lnTo>
                    <a:pt x="1281710" y="125818"/>
                  </a:lnTo>
                  <a:lnTo>
                    <a:pt x="1296466" y="163860"/>
                  </a:lnTo>
                  <a:lnTo>
                    <a:pt x="1307804" y="216391"/>
                  </a:lnTo>
                  <a:lnTo>
                    <a:pt x="1298551" y="217306"/>
                  </a:lnTo>
                  <a:lnTo>
                    <a:pt x="1273372" y="236664"/>
                  </a:lnTo>
                  <a:lnTo>
                    <a:pt x="1347879" y="277337"/>
                  </a:lnTo>
                  <a:lnTo>
                    <a:pt x="1351934" y="294343"/>
                  </a:lnTo>
                  <a:lnTo>
                    <a:pt x="1355569" y="316421"/>
                  </a:lnTo>
                  <a:lnTo>
                    <a:pt x="1387942" y="314463"/>
                  </a:lnTo>
                  <a:lnTo>
                    <a:pt x="1389785" y="321657"/>
                  </a:lnTo>
                  <a:lnTo>
                    <a:pt x="1397411" y="352632"/>
                  </a:lnTo>
                  <a:lnTo>
                    <a:pt x="1390484" y="387534"/>
                  </a:lnTo>
                  <a:lnTo>
                    <a:pt x="1385667" y="397601"/>
                  </a:lnTo>
                  <a:lnTo>
                    <a:pt x="1381612" y="406358"/>
                  </a:lnTo>
                  <a:lnTo>
                    <a:pt x="1373783" y="410260"/>
                  </a:lnTo>
                  <a:lnTo>
                    <a:pt x="1359293" y="451187"/>
                  </a:lnTo>
                  <a:lnTo>
                    <a:pt x="1337686" y="496270"/>
                  </a:lnTo>
                  <a:lnTo>
                    <a:pt x="1319154" y="502803"/>
                  </a:lnTo>
                  <a:lnTo>
                    <a:pt x="1262505" y="537438"/>
                  </a:lnTo>
                  <a:lnTo>
                    <a:pt x="1231822" y="549208"/>
                  </a:lnTo>
                  <a:lnTo>
                    <a:pt x="1230145" y="503337"/>
                  </a:lnTo>
                  <a:lnTo>
                    <a:pt x="1199640" y="501506"/>
                  </a:lnTo>
                  <a:lnTo>
                    <a:pt x="1170000" y="495495"/>
                  </a:lnTo>
                  <a:lnTo>
                    <a:pt x="1165310" y="491821"/>
                  </a:lnTo>
                  <a:lnTo>
                    <a:pt x="1146778" y="483458"/>
                  </a:lnTo>
                  <a:lnTo>
                    <a:pt x="1131895" y="508167"/>
                  </a:lnTo>
                  <a:lnTo>
                    <a:pt x="1125374" y="526596"/>
                  </a:lnTo>
                  <a:lnTo>
                    <a:pt x="1128120" y="536917"/>
                  </a:lnTo>
                  <a:lnTo>
                    <a:pt x="1128641" y="542929"/>
                  </a:lnTo>
                  <a:lnTo>
                    <a:pt x="1117278" y="552741"/>
                  </a:lnTo>
                  <a:lnTo>
                    <a:pt x="1117278" y="560571"/>
                  </a:lnTo>
                  <a:lnTo>
                    <a:pt x="1108012" y="568566"/>
                  </a:lnTo>
                  <a:lnTo>
                    <a:pt x="1095302" y="570370"/>
                  </a:lnTo>
                  <a:lnTo>
                    <a:pt x="1078067" y="570243"/>
                  </a:lnTo>
                  <a:lnTo>
                    <a:pt x="1053536" y="585152"/>
                  </a:lnTo>
                  <a:lnTo>
                    <a:pt x="1035742" y="631824"/>
                  </a:lnTo>
                  <a:lnTo>
                    <a:pt x="1031827" y="636133"/>
                  </a:lnTo>
                  <a:lnTo>
                    <a:pt x="1022040" y="651385"/>
                  </a:lnTo>
                  <a:lnTo>
                    <a:pt x="1020998" y="670336"/>
                  </a:lnTo>
                  <a:lnTo>
                    <a:pt x="1015393" y="679348"/>
                  </a:lnTo>
                  <a:lnTo>
                    <a:pt x="1000382" y="695960"/>
                  </a:lnTo>
                  <a:lnTo>
                    <a:pt x="989019" y="701832"/>
                  </a:lnTo>
                  <a:lnTo>
                    <a:pt x="982499" y="704717"/>
                  </a:lnTo>
                  <a:lnTo>
                    <a:pt x="961375" y="717516"/>
                  </a:lnTo>
                  <a:lnTo>
                    <a:pt x="943224" y="707844"/>
                  </a:lnTo>
                  <a:lnTo>
                    <a:pt x="942703" y="700790"/>
                  </a:lnTo>
                  <a:lnTo>
                    <a:pt x="938890" y="695960"/>
                  </a:lnTo>
                  <a:lnTo>
                    <a:pt x="930667" y="699773"/>
                  </a:lnTo>
                  <a:lnTo>
                    <a:pt x="901827" y="731943"/>
                  </a:lnTo>
                  <a:lnTo>
                    <a:pt x="866328" y="691816"/>
                  </a:lnTo>
                  <a:lnTo>
                    <a:pt x="844403" y="727634"/>
                  </a:lnTo>
                  <a:lnTo>
                    <a:pt x="806564" y="722270"/>
                  </a:lnTo>
                  <a:lnTo>
                    <a:pt x="697981" y="621224"/>
                  </a:lnTo>
                  <a:lnTo>
                    <a:pt x="677645" y="630121"/>
                  </a:lnTo>
                  <a:lnTo>
                    <a:pt x="649326" y="642831"/>
                  </a:lnTo>
                  <a:lnTo>
                    <a:pt x="629753" y="654461"/>
                  </a:lnTo>
                  <a:lnTo>
                    <a:pt x="626486" y="655910"/>
                  </a:lnTo>
                  <a:lnTo>
                    <a:pt x="552373" y="660092"/>
                  </a:lnTo>
                  <a:lnTo>
                    <a:pt x="540502" y="662570"/>
                  </a:lnTo>
                  <a:lnTo>
                    <a:pt x="485847" y="674340"/>
                  </a:lnTo>
                  <a:lnTo>
                    <a:pt x="494592" y="686872"/>
                  </a:lnTo>
                  <a:lnTo>
                    <a:pt x="515983" y="711708"/>
                  </a:lnTo>
                  <a:lnTo>
                    <a:pt x="520292" y="750538"/>
                  </a:lnTo>
                  <a:lnTo>
                    <a:pt x="520813" y="767658"/>
                  </a:lnTo>
                  <a:lnTo>
                    <a:pt x="561410" y="800603"/>
                  </a:lnTo>
                  <a:lnTo>
                    <a:pt x="568451" y="815232"/>
                  </a:lnTo>
                  <a:lnTo>
                    <a:pt x="608781" y="813135"/>
                  </a:lnTo>
                  <a:lnTo>
                    <a:pt x="608260" y="836408"/>
                  </a:lnTo>
                  <a:lnTo>
                    <a:pt x="625482" y="868959"/>
                  </a:lnTo>
                  <a:lnTo>
                    <a:pt x="626906" y="871704"/>
                  </a:lnTo>
                  <a:lnTo>
                    <a:pt x="623003" y="896400"/>
                  </a:lnTo>
                  <a:lnTo>
                    <a:pt x="653279" y="898484"/>
                  </a:lnTo>
                  <a:lnTo>
                    <a:pt x="677937" y="928544"/>
                  </a:lnTo>
                  <a:lnTo>
                    <a:pt x="671035" y="947380"/>
                  </a:lnTo>
                  <a:lnTo>
                    <a:pt x="676119" y="984494"/>
                  </a:lnTo>
                  <a:lnTo>
                    <a:pt x="674416" y="995730"/>
                  </a:lnTo>
                  <a:lnTo>
                    <a:pt x="634354" y="1013524"/>
                  </a:lnTo>
                  <a:lnTo>
                    <a:pt x="633972" y="1046075"/>
                  </a:lnTo>
                  <a:lnTo>
                    <a:pt x="618174" y="1053536"/>
                  </a:lnTo>
                  <a:lnTo>
                    <a:pt x="571718" y="1041512"/>
                  </a:lnTo>
                  <a:lnTo>
                    <a:pt x="566367" y="1037445"/>
                  </a:lnTo>
                  <a:lnTo>
                    <a:pt x="536866" y="1042809"/>
                  </a:lnTo>
                  <a:lnTo>
                    <a:pt x="506858" y="1046202"/>
                  </a:lnTo>
                  <a:lnTo>
                    <a:pt x="498901" y="1058353"/>
                  </a:lnTo>
                  <a:lnTo>
                    <a:pt x="475921" y="1008034"/>
                  </a:lnTo>
                  <a:lnTo>
                    <a:pt x="443561" y="997192"/>
                  </a:lnTo>
                  <a:lnTo>
                    <a:pt x="402888" y="1011834"/>
                  </a:lnTo>
                  <a:lnTo>
                    <a:pt x="370668" y="1019015"/>
                  </a:lnTo>
                  <a:lnTo>
                    <a:pt x="368304" y="1025675"/>
                  </a:lnTo>
                  <a:lnTo>
                    <a:pt x="384103" y="1048821"/>
                  </a:lnTo>
                  <a:lnTo>
                    <a:pt x="354208" y="1095086"/>
                  </a:lnTo>
                  <a:lnTo>
                    <a:pt x="333338" y="1132466"/>
                  </a:lnTo>
                  <a:lnTo>
                    <a:pt x="307917" y="1149600"/>
                  </a:lnTo>
                  <a:lnTo>
                    <a:pt x="282866" y="1160187"/>
                  </a:lnTo>
                  <a:lnTo>
                    <a:pt x="272939" y="1164089"/>
                  </a:lnTo>
                  <a:lnTo>
                    <a:pt x="244977" y="1175986"/>
                  </a:lnTo>
                  <a:lnTo>
                    <a:pt x="257903" y="1215197"/>
                  </a:lnTo>
                  <a:lnTo>
                    <a:pt x="270041" y="1231809"/>
                  </a:lnTo>
                  <a:lnTo>
                    <a:pt x="264067" y="1251574"/>
                  </a:lnTo>
                  <a:lnTo>
                    <a:pt x="255590" y="1264106"/>
                  </a:lnTo>
                  <a:lnTo>
                    <a:pt x="231313" y="1271567"/>
                  </a:lnTo>
                  <a:lnTo>
                    <a:pt x="208435" y="1276409"/>
                  </a:lnTo>
                  <a:lnTo>
                    <a:pt x="191848" y="1255628"/>
                  </a:lnTo>
                  <a:lnTo>
                    <a:pt x="189382" y="1198763"/>
                  </a:lnTo>
                  <a:lnTo>
                    <a:pt x="151531" y="1211193"/>
                  </a:lnTo>
                  <a:lnTo>
                    <a:pt x="145252" y="1213418"/>
                  </a:lnTo>
                  <a:lnTo>
                    <a:pt x="84065" y="1213011"/>
                  </a:lnTo>
                  <a:lnTo>
                    <a:pt x="62522" y="1133026"/>
                  </a:lnTo>
                  <a:lnTo>
                    <a:pt x="93585" y="1122972"/>
                  </a:lnTo>
                  <a:lnTo>
                    <a:pt x="131957" y="1145571"/>
                  </a:lnTo>
                  <a:lnTo>
                    <a:pt x="176710" y="1130547"/>
                  </a:lnTo>
                  <a:lnTo>
                    <a:pt x="202296" y="1129505"/>
                  </a:lnTo>
                  <a:lnTo>
                    <a:pt x="193399" y="1114342"/>
                  </a:lnTo>
                  <a:lnTo>
                    <a:pt x="164928" y="1093332"/>
                  </a:lnTo>
                  <a:lnTo>
                    <a:pt x="174867" y="1077774"/>
                  </a:lnTo>
                  <a:lnTo>
                    <a:pt x="204355" y="1063272"/>
                  </a:lnTo>
                  <a:lnTo>
                    <a:pt x="201813" y="1049939"/>
                  </a:lnTo>
                  <a:lnTo>
                    <a:pt x="231720" y="1032424"/>
                  </a:lnTo>
                  <a:lnTo>
                    <a:pt x="266165" y="1044321"/>
                  </a:lnTo>
                  <a:lnTo>
                    <a:pt x="282866" y="1035424"/>
                  </a:lnTo>
                  <a:lnTo>
                    <a:pt x="314832" y="986947"/>
                  </a:lnTo>
                  <a:lnTo>
                    <a:pt x="282078" y="980796"/>
                  </a:lnTo>
                  <a:lnTo>
                    <a:pt x="274375" y="929828"/>
                  </a:lnTo>
                  <a:lnTo>
                    <a:pt x="235901" y="935052"/>
                  </a:lnTo>
                  <a:lnTo>
                    <a:pt x="224793" y="932827"/>
                  </a:lnTo>
                  <a:lnTo>
                    <a:pt x="220484" y="937276"/>
                  </a:lnTo>
                  <a:lnTo>
                    <a:pt x="221653" y="946427"/>
                  </a:lnTo>
                  <a:lnTo>
                    <a:pt x="219442" y="955184"/>
                  </a:lnTo>
                  <a:lnTo>
                    <a:pt x="212921" y="962366"/>
                  </a:lnTo>
                  <a:lnTo>
                    <a:pt x="205295" y="962912"/>
                  </a:lnTo>
                  <a:lnTo>
                    <a:pt x="199957" y="954409"/>
                  </a:lnTo>
                  <a:lnTo>
                    <a:pt x="196030" y="947088"/>
                  </a:lnTo>
                  <a:lnTo>
                    <a:pt x="186764" y="948791"/>
                  </a:lnTo>
                  <a:lnTo>
                    <a:pt x="183510" y="958451"/>
                  </a:lnTo>
                  <a:lnTo>
                    <a:pt x="184158" y="971530"/>
                  </a:lnTo>
                  <a:lnTo>
                    <a:pt x="178146" y="981329"/>
                  </a:lnTo>
                  <a:lnTo>
                    <a:pt x="162894" y="984596"/>
                  </a:lnTo>
                  <a:lnTo>
                    <a:pt x="155725" y="993366"/>
                  </a:lnTo>
                  <a:lnTo>
                    <a:pt x="152980" y="1005771"/>
                  </a:lnTo>
                  <a:lnTo>
                    <a:pt x="141541" y="1015050"/>
                  </a:lnTo>
                  <a:lnTo>
                    <a:pt x="123264" y="1012965"/>
                  </a:lnTo>
                  <a:lnTo>
                    <a:pt x="106740" y="1020413"/>
                  </a:lnTo>
                  <a:lnTo>
                    <a:pt x="85336" y="1017147"/>
                  </a:lnTo>
                  <a:lnTo>
                    <a:pt x="101135" y="995705"/>
                  </a:lnTo>
                  <a:lnTo>
                    <a:pt x="81689" y="951016"/>
                  </a:lnTo>
                  <a:lnTo>
                    <a:pt x="50892" y="918719"/>
                  </a:lnTo>
                  <a:lnTo>
                    <a:pt x="28318" y="927349"/>
                  </a:lnTo>
                  <a:lnTo>
                    <a:pt x="8745" y="880423"/>
                  </a:lnTo>
                  <a:lnTo>
                    <a:pt x="0" y="849842"/>
                  </a:lnTo>
                  <a:lnTo>
                    <a:pt x="144718" y="781207"/>
                  </a:lnTo>
                  <a:lnTo>
                    <a:pt x="163250" y="774280"/>
                  </a:lnTo>
                  <a:lnTo>
                    <a:pt x="154111" y="746699"/>
                  </a:lnTo>
                  <a:lnTo>
                    <a:pt x="180612" y="731027"/>
                  </a:lnTo>
                  <a:lnTo>
                    <a:pt x="213659" y="714021"/>
                  </a:lnTo>
                  <a:lnTo>
                    <a:pt x="254636" y="709191"/>
                  </a:lnTo>
                  <a:lnTo>
                    <a:pt x="279307" y="668150"/>
                  </a:lnTo>
                  <a:lnTo>
                    <a:pt x="288560" y="648665"/>
                  </a:lnTo>
                  <a:lnTo>
                    <a:pt x="312836" y="639260"/>
                  </a:lnTo>
                  <a:lnTo>
                    <a:pt x="353166" y="626067"/>
                  </a:lnTo>
                  <a:lnTo>
                    <a:pt x="402875" y="610128"/>
                  </a:lnTo>
                  <a:lnTo>
                    <a:pt x="451301" y="549119"/>
                  </a:lnTo>
                  <a:lnTo>
                    <a:pt x="452483" y="534617"/>
                  </a:lnTo>
                  <a:lnTo>
                    <a:pt x="468002" y="515005"/>
                  </a:lnTo>
                  <a:lnTo>
                    <a:pt x="429109" y="468740"/>
                  </a:lnTo>
                  <a:lnTo>
                    <a:pt x="398058" y="454237"/>
                  </a:lnTo>
                  <a:lnTo>
                    <a:pt x="403549" y="424559"/>
                  </a:lnTo>
                  <a:lnTo>
                    <a:pt x="361516" y="388881"/>
                  </a:lnTo>
                  <a:lnTo>
                    <a:pt x="311947" y="393190"/>
                  </a:lnTo>
                  <a:lnTo>
                    <a:pt x="298372" y="396177"/>
                  </a:lnTo>
                  <a:lnTo>
                    <a:pt x="239524" y="391741"/>
                  </a:lnTo>
                  <a:lnTo>
                    <a:pt x="229610" y="385081"/>
                  </a:lnTo>
                  <a:lnTo>
                    <a:pt x="194225" y="370960"/>
                  </a:lnTo>
                  <a:lnTo>
                    <a:pt x="196767" y="362749"/>
                  </a:lnTo>
                  <a:lnTo>
                    <a:pt x="208384" y="299338"/>
                  </a:lnTo>
                  <a:lnTo>
                    <a:pt x="215031" y="303011"/>
                  </a:lnTo>
                  <a:lnTo>
                    <a:pt x="222594" y="303520"/>
                  </a:lnTo>
                  <a:lnTo>
                    <a:pt x="222085" y="296478"/>
                  </a:lnTo>
                  <a:lnTo>
                    <a:pt x="230983" y="295296"/>
                  </a:lnTo>
                  <a:lnTo>
                    <a:pt x="242612" y="302744"/>
                  </a:lnTo>
                  <a:lnTo>
                    <a:pt x="252781" y="298296"/>
                  </a:lnTo>
                  <a:lnTo>
                    <a:pt x="258653" y="301168"/>
                  </a:lnTo>
                  <a:lnTo>
                    <a:pt x="269342" y="304689"/>
                  </a:lnTo>
                  <a:lnTo>
                    <a:pt x="278239" y="301562"/>
                  </a:lnTo>
                  <a:lnTo>
                    <a:pt x="280591" y="335422"/>
                  </a:lnTo>
                  <a:lnTo>
                    <a:pt x="304994" y="348628"/>
                  </a:lnTo>
                  <a:lnTo>
                    <a:pt x="308121" y="349670"/>
                  </a:lnTo>
                  <a:lnTo>
                    <a:pt x="358364" y="339731"/>
                  </a:lnTo>
                  <a:lnTo>
                    <a:pt x="381992" y="302744"/>
                  </a:lnTo>
                  <a:lnTo>
                    <a:pt x="376642" y="270066"/>
                  </a:lnTo>
                  <a:lnTo>
                    <a:pt x="486394" y="261576"/>
                  </a:lnTo>
                  <a:lnTo>
                    <a:pt x="461469" y="239333"/>
                  </a:lnTo>
                  <a:lnTo>
                    <a:pt x="462118" y="193462"/>
                  </a:lnTo>
                  <a:lnTo>
                    <a:pt x="499321" y="217128"/>
                  </a:lnTo>
                  <a:lnTo>
                    <a:pt x="525275" y="221196"/>
                  </a:lnTo>
                  <a:lnTo>
                    <a:pt x="535710" y="206032"/>
                  </a:lnTo>
                  <a:lnTo>
                    <a:pt x="557381" y="207850"/>
                  </a:lnTo>
                  <a:lnTo>
                    <a:pt x="557775" y="190996"/>
                  </a:lnTo>
                  <a:lnTo>
                    <a:pt x="577996" y="117925"/>
                  </a:lnTo>
                  <a:lnTo>
                    <a:pt x="528541" y="93623"/>
                  </a:lnTo>
                  <a:lnTo>
                    <a:pt x="538061" y="79490"/>
                  </a:lnTo>
                  <a:lnTo>
                    <a:pt x="540145" y="42516"/>
                  </a:lnTo>
                  <a:lnTo>
                    <a:pt x="539891" y="38703"/>
                  </a:lnTo>
                  <a:lnTo>
                    <a:pt x="607878" y="58848"/>
                  </a:lnTo>
                  <a:lnTo>
                    <a:pt x="638027" y="44727"/>
                  </a:lnTo>
                  <a:lnTo>
                    <a:pt x="627338" y="23120"/>
                  </a:lnTo>
                  <a:lnTo>
                    <a:pt x="658261" y="16333"/>
                  </a:lnTo>
                  <a:lnTo>
                    <a:pt x="662952" y="47816"/>
                  </a:lnTo>
                  <a:lnTo>
                    <a:pt x="666218" y="50358"/>
                  </a:lnTo>
                  <a:lnTo>
                    <a:pt x="726503" y="64606"/>
                  </a:lnTo>
                  <a:lnTo>
                    <a:pt x="747131" y="97805"/>
                  </a:lnTo>
                  <a:lnTo>
                    <a:pt x="724253" y="139088"/>
                  </a:lnTo>
                  <a:lnTo>
                    <a:pt x="709128" y="147337"/>
                  </a:lnTo>
                  <a:lnTo>
                    <a:pt x="695248" y="163580"/>
                  </a:lnTo>
                  <a:lnTo>
                    <a:pt x="691067" y="188810"/>
                  </a:lnTo>
                  <a:lnTo>
                    <a:pt x="696290" y="219391"/>
                  </a:lnTo>
                  <a:lnTo>
                    <a:pt x="674505" y="260063"/>
                  </a:lnTo>
                  <a:lnTo>
                    <a:pt x="652707" y="275316"/>
                  </a:lnTo>
                  <a:lnTo>
                    <a:pt x="591508" y="275163"/>
                  </a:lnTo>
                  <a:lnTo>
                    <a:pt x="609899" y="363143"/>
                  </a:lnTo>
                  <a:lnTo>
                    <a:pt x="608628" y="369803"/>
                  </a:lnTo>
                  <a:lnTo>
                    <a:pt x="614983" y="402748"/>
                  </a:lnTo>
                  <a:lnTo>
                    <a:pt x="702684" y="390585"/>
                  </a:lnTo>
                  <a:lnTo>
                    <a:pt x="728536" y="387318"/>
                  </a:lnTo>
                  <a:lnTo>
                    <a:pt x="786469" y="403269"/>
                  </a:lnTo>
                  <a:lnTo>
                    <a:pt x="832226" y="470316"/>
                  </a:lnTo>
                  <a:close/>
                </a:path>
              </a:pathLst>
            </a:custGeom>
            <a:noFill/>
            <a:ln w="3810" cap="flat">
              <a:solidFill>
                <a:srgbClr val="E6E4E2"/>
              </a:solidFill>
              <a:prstDash val="solid"/>
              <a:miter/>
            </a:ln>
          </p:spPr>
          <p:txBody>
            <a:bodyPr rtlCol="0" anchor="ctr"/>
            <a:lstStyle/>
            <a:p>
              <a:endParaRPr lang="de-CH"/>
            </a:p>
          </p:txBody>
        </p:sp>
        <p:sp>
          <p:nvSpPr>
            <p:cNvPr id="33" name="Freihandform: Form 32">
              <a:extLst>
                <a:ext uri="{FF2B5EF4-FFF2-40B4-BE49-F238E27FC236}">
                  <a16:creationId xmlns:a16="http://schemas.microsoft.com/office/drawing/2014/main" id="{E517D968-D5EF-8912-ADCF-25BD4EFC8560}"/>
                </a:ext>
              </a:extLst>
            </p:cNvPr>
            <p:cNvSpPr/>
            <p:nvPr/>
          </p:nvSpPr>
          <p:spPr>
            <a:xfrm>
              <a:off x="4762326" y="1116951"/>
              <a:ext cx="274959" cy="245967"/>
            </a:xfrm>
            <a:custGeom>
              <a:avLst/>
              <a:gdLst>
                <a:gd name="connsiteX0" fmla="*/ 64847 w 274959"/>
                <a:gd name="connsiteY0" fmla="*/ 58810 h 245967"/>
                <a:gd name="connsiteX1" fmla="*/ 69550 w 274959"/>
                <a:gd name="connsiteY1" fmla="*/ 35538 h 245967"/>
                <a:gd name="connsiteX2" fmla="*/ 93687 w 274959"/>
                <a:gd name="connsiteY2" fmla="*/ 41156 h 245967"/>
                <a:gd name="connsiteX3" fmla="*/ 100589 w 274959"/>
                <a:gd name="connsiteY3" fmla="*/ 50955 h 245967"/>
                <a:gd name="connsiteX4" fmla="*/ 101389 w 274959"/>
                <a:gd name="connsiteY4" fmla="*/ 71228 h 245967"/>
                <a:gd name="connsiteX5" fmla="*/ 125526 w 274959"/>
                <a:gd name="connsiteY5" fmla="*/ 73058 h 245967"/>
                <a:gd name="connsiteX6" fmla="*/ 141198 w 274959"/>
                <a:gd name="connsiteY6" fmla="*/ 66525 h 245967"/>
                <a:gd name="connsiteX7" fmla="*/ 165080 w 274959"/>
                <a:gd name="connsiteY7" fmla="*/ 41156 h 245967"/>
                <a:gd name="connsiteX8" fmla="*/ 182951 w 274959"/>
                <a:gd name="connsiteY8" fmla="*/ 14235 h 245967"/>
                <a:gd name="connsiteX9" fmla="*/ 222759 w 274959"/>
                <a:gd name="connsiteY9" fmla="*/ 27314 h 245967"/>
                <a:gd name="connsiteX10" fmla="*/ 252247 w 274959"/>
                <a:gd name="connsiteY10" fmla="*/ 0 h 245967"/>
                <a:gd name="connsiteX11" fmla="*/ 271553 w 274959"/>
                <a:gd name="connsiteY11" fmla="*/ 16854 h 245967"/>
                <a:gd name="connsiteX12" fmla="*/ 238939 w 274959"/>
                <a:gd name="connsiteY12" fmla="*/ 48362 h 245967"/>
                <a:gd name="connsiteX13" fmla="*/ 255246 w 274959"/>
                <a:gd name="connsiteY13" fmla="*/ 61683 h 245967"/>
                <a:gd name="connsiteX14" fmla="*/ 274960 w 274959"/>
                <a:gd name="connsiteY14" fmla="*/ 87306 h 245967"/>
                <a:gd name="connsiteX15" fmla="*/ 268948 w 274959"/>
                <a:gd name="connsiteY15" fmla="*/ 111494 h 245967"/>
                <a:gd name="connsiteX16" fmla="*/ 255386 w 274959"/>
                <a:gd name="connsiteY16" fmla="*/ 104414 h 245967"/>
                <a:gd name="connsiteX17" fmla="*/ 248332 w 274959"/>
                <a:gd name="connsiteY17" fmla="*/ 106257 h 245967"/>
                <a:gd name="connsiteX18" fmla="*/ 242968 w 274959"/>
                <a:gd name="connsiteY18" fmla="*/ 117366 h 245967"/>
                <a:gd name="connsiteX19" fmla="*/ 227068 w 274959"/>
                <a:gd name="connsiteY19" fmla="*/ 113311 h 245967"/>
                <a:gd name="connsiteX20" fmla="*/ 199919 w 274959"/>
                <a:gd name="connsiteY20" fmla="*/ 122717 h 245967"/>
                <a:gd name="connsiteX21" fmla="*/ 183993 w 274959"/>
                <a:gd name="connsiteY21" fmla="*/ 122717 h 245967"/>
                <a:gd name="connsiteX22" fmla="*/ 157378 w 274959"/>
                <a:gd name="connsiteY22" fmla="*/ 120111 h 245967"/>
                <a:gd name="connsiteX23" fmla="*/ 127102 w 274959"/>
                <a:gd name="connsiteY23" fmla="*/ 128335 h 245967"/>
                <a:gd name="connsiteX24" fmla="*/ 132453 w 274959"/>
                <a:gd name="connsiteY24" fmla="*/ 155522 h 245967"/>
                <a:gd name="connsiteX25" fmla="*/ 136889 w 274959"/>
                <a:gd name="connsiteY25" fmla="*/ 177498 h 245967"/>
                <a:gd name="connsiteX26" fmla="*/ 136749 w 274959"/>
                <a:gd name="connsiteY26" fmla="*/ 183764 h 245967"/>
                <a:gd name="connsiteX27" fmla="*/ 121484 w 274959"/>
                <a:gd name="connsiteY27" fmla="*/ 182074 h 245967"/>
                <a:gd name="connsiteX28" fmla="*/ 102686 w 274959"/>
                <a:gd name="connsiteY28" fmla="*/ 211993 h 245967"/>
                <a:gd name="connsiteX29" fmla="*/ 81282 w 274959"/>
                <a:gd name="connsiteY29" fmla="*/ 245968 h 245967"/>
                <a:gd name="connsiteX30" fmla="*/ 71368 w 274959"/>
                <a:gd name="connsiteY30" fmla="*/ 242447 h 245967"/>
                <a:gd name="connsiteX31" fmla="*/ 58848 w 274959"/>
                <a:gd name="connsiteY31" fmla="*/ 211612 h 245967"/>
                <a:gd name="connsiteX32" fmla="*/ 65750 w 274959"/>
                <a:gd name="connsiteY32" fmla="*/ 178807 h 245967"/>
                <a:gd name="connsiteX33" fmla="*/ 48146 w 274959"/>
                <a:gd name="connsiteY33" fmla="*/ 176710 h 245967"/>
                <a:gd name="connsiteX34" fmla="*/ 2593 w 274959"/>
                <a:gd name="connsiteY34" fmla="*/ 171600 h 245967"/>
                <a:gd name="connsiteX35" fmla="*/ 12647 w 274959"/>
                <a:gd name="connsiteY35" fmla="*/ 149396 h 245967"/>
                <a:gd name="connsiteX36" fmla="*/ 20082 w 274959"/>
                <a:gd name="connsiteY36" fmla="*/ 132923 h 245967"/>
                <a:gd name="connsiteX37" fmla="*/ 0 w 274959"/>
                <a:gd name="connsiteY37" fmla="*/ 111875 h 245967"/>
                <a:gd name="connsiteX38" fmla="*/ 9774 w 274959"/>
                <a:gd name="connsiteY38" fmla="*/ 95403 h 245967"/>
                <a:gd name="connsiteX39" fmla="*/ 5071 w 274959"/>
                <a:gd name="connsiteY39" fmla="*/ 84294 h 245967"/>
                <a:gd name="connsiteX40" fmla="*/ 23870 w 274959"/>
                <a:gd name="connsiteY40" fmla="*/ 72003 h 245967"/>
                <a:gd name="connsiteX41" fmla="*/ 61060 w 274959"/>
                <a:gd name="connsiteY41" fmla="*/ 78155 h 245967"/>
                <a:gd name="connsiteX42" fmla="*/ 64847 w 274959"/>
                <a:gd name="connsiteY42" fmla="*/ 58810 h 245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74959" h="245967">
                  <a:moveTo>
                    <a:pt x="64847" y="58810"/>
                  </a:moveTo>
                  <a:lnTo>
                    <a:pt x="69550" y="35538"/>
                  </a:lnTo>
                  <a:lnTo>
                    <a:pt x="93687" y="41156"/>
                  </a:lnTo>
                  <a:lnTo>
                    <a:pt x="100589" y="50955"/>
                  </a:lnTo>
                  <a:lnTo>
                    <a:pt x="101389" y="71228"/>
                  </a:lnTo>
                  <a:lnTo>
                    <a:pt x="125526" y="73058"/>
                  </a:lnTo>
                  <a:lnTo>
                    <a:pt x="141198" y="66525"/>
                  </a:lnTo>
                  <a:lnTo>
                    <a:pt x="165080" y="41156"/>
                  </a:lnTo>
                  <a:lnTo>
                    <a:pt x="182951" y="14235"/>
                  </a:lnTo>
                  <a:lnTo>
                    <a:pt x="222759" y="27314"/>
                  </a:lnTo>
                  <a:lnTo>
                    <a:pt x="252247" y="0"/>
                  </a:lnTo>
                  <a:lnTo>
                    <a:pt x="271553" y="16854"/>
                  </a:lnTo>
                  <a:lnTo>
                    <a:pt x="238939" y="48362"/>
                  </a:lnTo>
                  <a:lnTo>
                    <a:pt x="255246" y="61683"/>
                  </a:lnTo>
                  <a:lnTo>
                    <a:pt x="274960" y="87306"/>
                  </a:lnTo>
                  <a:lnTo>
                    <a:pt x="268948" y="111494"/>
                  </a:lnTo>
                  <a:lnTo>
                    <a:pt x="255386" y="104414"/>
                  </a:lnTo>
                  <a:lnTo>
                    <a:pt x="248332" y="106257"/>
                  </a:lnTo>
                  <a:lnTo>
                    <a:pt x="242968" y="117366"/>
                  </a:lnTo>
                  <a:lnTo>
                    <a:pt x="227068" y="113311"/>
                  </a:lnTo>
                  <a:lnTo>
                    <a:pt x="199919" y="122717"/>
                  </a:lnTo>
                  <a:lnTo>
                    <a:pt x="183993" y="122717"/>
                  </a:lnTo>
                  <a:lnTo>
                    <a:pt x="157378" y="120111"/>
                  </a:lnTo>
                  <a:lnTo>
                    <a:pt x="127102" y="128335"/>
                  </a:lnTo>
                  <a:lnTo>
                    <a:pt x="132453" y="155522"/>
                  </a:lnTo>
                  <a:lnTo>
                    <a:pt x="136889" y="177498"/>
                  </a:lnTo>
                  <a:lnTo>
                    <a:pt x="136749" y="183764"/>
                  </a:lnTo>
                  <a:lnTo>
                    <a:pt x="121484" y="182074"/>
                  </a:lnTo>
                  <a:lnTo>
                    <a:pt x="102686" y="211993"/>
                  </a:lnTo>
                  <a:lnTo>
                    <a:pt x="81282" y="245968"/>
                  </a:lnTo>
                  <a:lnTo>
                    <a:pt x="71368" y="242447"/>
                  </a:lnTo>
                  <a:lnTo>
                    <a:pt x="58848" y="211612"/>
                  </a:lnTo>
                  <a:lnTo>
                    <a:pt x="65750" y="178807"/>
                  </a:lnTo>
                  <a:lnTo>
                    <a:pt x="48146" y="176710"/>
                  </a:lnTo>
                  <a:lnTo>
                    <a:pt x="2593" y="171600"/>
                  </a:lnTo>
                  <a:lnTo>
                    <a:pt x="12647" y="149396"/>
                  </a:lnTo>
                  <a:lnTo>
                    <a:pt x="20082" y="132923"/>
                  </a:lnTo>
                  <a:lnTo>
                    <a:pt x="0" y="111875"/>
                  </a:lnTo>
                  <a:lnTo>
                    <a:pt x="9774" y="95403"/>
                  </a:lnTo>
                  <a:lnTo>
                    <a:pt x="5071" y="84294"/>
                  </a:lnTo>
                  <a:lnTo>
                    <a:pt x="23870" y="72003"/>
                  </a:lnTo>
                  <a:lnTo>
                    <a:pt x="61060" y="78155"/>
                  </a:lnTo>
                  <a:lnTo>
                    <a:pt x="64847" y="58810"/>
                  </a:lnTo>
                  <a:close/>
                </a:path>
              </a:pathLst>
            </a:custGeom>
            <a:solidFill>
              <a:srgbClr val="FFFFFF"/>
            </a:solidFill>
            <a:ln w="12700" cap="flat">
              <a:noFill/>
              <a:prstDash val="solid"/>
              <a:miter/>
            </a:ln>
          </p:spPr>
          <p:txBody>
            <a:bodyPr rtlCol="0" anchor="ctr"/>
            <a:lstStyle/>
            <a:p>
              <a:endParaRPr lang="de-CH"/>
            </a:p>
          </p:txBody>
        </p:sp>
        <p:sp>
          <p:nvSpPr>
            <p:cNvPr id="34" name="Freihandform: Form 33">
              <a:extLst>
                <a:ext uri="{FF2B5EF4-FFF2-40B4-BE49-F238E27FC236}">
                  <a16:creationId xmlns:a16="http://schemas.microsoft.com/office/drawing/2014/main" id="{A63BDF95-3F78-BAFA-C3DC-8C407B7E44C6}"/>
                </a:ext>
              </a:extLst>
            </p:cNvPr>
            <p:cNvSpPr/>
            <p:nvPr/>
          </p:nvSpPr>
          <p:spPr>
            <a:xfrm>
              <a:off x="4762326" y="1116951"/>
              <a:ext cx="274959" cy="245967"/>
            </a:xfrm>
            <a:custGeom>
              <a:avLst/>
              <a:gdLst>
                <a:gd name="connsiteX0" fmla="*/ 64847 w 274959"/>
                <a:gd name="connsiteY0" fmla="*/ 58810 h 245967"/>
                <a:gd name="connsiteX1" fmla="*/ 69550 w 274959"/>
                <a:gd name="connsiteY1" fmla="*/ 35538 h 245967"/>
                <a:gd name="connsiteX2" fmla="*/ 93687 w 274959"/>
                <a:gd name="connsiteY2" fmla="*/ 41156 h 245967"/>
                <a:gd name="connsiteX3" fmla="*/ 100589 w 274959"/>
                <a:gd name="connsiteY3" fmla="*/ 50955 h 245967"/>
                <a:gd name="connsiteX4" fmla="*/ 101389 w 274959"/>
                <a:gd name="connsiteY4" fmla="*/ 71228 h 245967"/>
                <a:gd name="connsiteX5" fmla="*/ 125526 w 274959"/>
                <a:gd name="connsiteY5" fmla="*/ 73058 h 245967"/>
                <a:gd name="connsiteX6" fmla="*/ 141198 w 274959"/>
                <a:gd name="connsiteY6" fmla="*/ 66525 h 245967"/>
                <a:gd name="connsiteX7" fmla="*/ 165080 w 274959"/>
                <a:gd name="connsiteY7" fmla="*/ 41156 h 245967"/>
                <a:gd name="connsiteX8" fmla="*/ 182951 w 274959"/>
                <a:gd name="connsiteY8" fmla="*/ 14235 h 245967"/>
                <a:gd name="connsiteX9" fmla="*/ 222759 w 274959"/>
                <a:gd name="connsiteY9" fmla="*/ 27314 h 245967"/>
                <a:gd name="connsiteX10" fmla="*/ 252247 w 274959"/>
                <a:gd name="connsiteY10" fmla="*/ 0 h 245967"/>
                <a:gd name="connsiteX11" fmla="*/ 271553 w 274959"/>
                <a:gd name="connsiteY11" fmla="*/ 16854 h 245967"/>
                <a:gd name="connsiteX12" fmla="*/ 238939 w 274959"/>
                <a:gd name="connsiteY12" fmla="*/ 48362 h 245967"/>
                <a:gd name="connsiteX13" fmla="*/ 255246 w 274959"/>
                <a:gd name="connsiteY13" fmla="*/ 61683 h 245967"/>
                <a:gd name="connsiteX14" fmla="*/ 274960 w 274959"/>
                <a:gd name="connsiteY14" fmla="*/ 87306 h 245967"/>
                <a:gd name="connsiteX15" fmla="*/ 268948 w 274959"/>
                <a:gd name="connsiteY15" fmla="*/ 111494 h 245967"/>
                <a:gd name="connsiteX16" fmla="*/ 255386 w 274959"/>
                <a:gd name="connsiteY16" fmla="*/ 104414 h 245967"/>
                <a:gd name="connsiteX17" fmla="*/ 248332 w 274959"/>
                <a:gd name="connsiteY17" fmla="*/ 106257 h 245967"/>
                <a:gd name="connsiteX18" fmla="*/ 242968 w 274959"/>
                <a:gd name="connsiteY18" fmla="*/ 117366 h 245967"/>
                <a:gd name="connsiteX19" fmla="*/ 227068 w 274959"/>
                <a:gd name="connsiteY19" fmla="*/ 113311 h 245967"/>
                <a:gd name="connsiteX20" fmla="*/ 199919 w 274959"/>
                <a:gd name="connsiteY20" fmla="*/ 122717 h 245967"/>
                <a:gd name="connsiteX21" fmla="*/ 183993 w 274959"/>
                <a:gd name="connsiteY21" fmla="*/ 122717 h 245967"/>
                <a:gd name="connsiteX22" fmla="*/ 157378 w 274959"/>
                <a:gd name="connsiteY22" fmla="*/ 120111 h 245967"/>
                <a:gd name="connsiteX23" fmla="*/ 127102 w 274959"/>
                <a:gd name="connsiteY23" fmla="*/ 128335 h 245967"/>
                <a:gd name="connsiteX24" fmla="*/ 132453 w 274959"/>
                <a:gd name="connsiteY24" fmla="*/ 155522 h 245967"/>
                <a:gd name="connsiteX25" fmla="*/ 136889 w 274959"/>
                <a:gd name="connsiteY25" fmla="*/ 177498 h 245967"/>
                <a:gd name="connsiteX26" fmla="*/ 136749 w 274959"/>
                <a:gd name="connsiteY26" fmla="*/ 183764 h 245967"/>
                <a:gd name="connsiteX27" fmla="*/ 121484 w 274959"/>
                <a:gd name="connsiteY27" fmla="*/ 182074 h 245967"/>
                <a:gd name="connsiteX28" fmla="*/ 102686 w 274959"/>
                <a:gd name="connsiteY28" fmla="*/ 211993 h 245967"/>
                <a:gd name="connsiteX29" fmla="*/ 81282 w 274959"/>
                <a:gd name="connsiteY29" fmla="*/ 245968 h 245967"/>
                <a:gd name="connsiteX30" fmla="*/ 71368 w 274959"/>
                <a:gd name="connsiteY30" fmla="*/ 242447 h 245967"/>
                <a:gd name="connsiteX31" fmla="*/ 58848 w 274959"/>
                <a:gd name="connsiteY31" fmla="*/ 211612 h 245967"/>
                <a:gd name="connsiteX32" fmla="*/ 65750 w 274959"/>
                <a:gd name="connsiteY32" fmla="*/ 178807 h 245967"/>
                <a:gd name="connsiteX33" fmla="*/ 48146 w 274959"/>
                <a:gd name="connsiteY33" fmla="*/ 176710 h 245967"/>
                <a:gd name="connsiteX34" fmla="*/ 2593 w 274959"/>
                <a:gd name="connsiteY34" fmla="*/ 171600 h 245967"/>
                <a:gd name="connsiteX35" fmla="*/ 12647 w 274959"/>
                <a:gd name="connsiteY35" fmla="*/ 149396 h 245967"/>
                <a:gd name="connsiteX36" fmla="*/ 20082 w 274959"/>
                <a:gd name="connsiteY36" fmla="*/ 132923 h 245967"/>
                <a:gd name="connsiteX37" fmla="*/ 0 w 274959"/>
                <a:gd name="connsiteY37" fmla="*/ 111875 h 245967"/>
                <a:gd name="connsiteX38" fmla="*/ 9774 w 274959"/>
                <a:gd name="connsiteY38" fmla="*/ 95403 h 245967"/>
                <a:gd name="connsiteX39" fmla="*/ 5071 w 274959"/>
                <a:gd name="connsiteY39" fmla="*/ 84294 h 245967"/>
                <a:gd name="connsiteX40" fmla="*/ 23870 w 274959"/>
                <a:gd name="connsiteY40" fmla="*/ 72003 h 245967"/>
                <a:gd name="connsiteX41" fmla="*/ 61060 w 274959"/>
                <a:gd name="connsiteY41" fmla="*/ 78155 h 245967"/>
                <a:gd name="connsiteX42" fmla="*/ 64847 w 274959"/>
                <a:gd name="connsiteY42" fmla="*/ 58810 h 245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74959" h="245967">
                  <a:moveTo>
                    <a:pt x="64847" y="58810"/>
                  </a:moveTo>
                  <a:lnTo>
                    <a:pt x="69550" y="35538"/>
                  </a:lnTo>
                  <a:lnTo>
                    <a:pt x="93687" y="41156"/>
                  </a:lnTo>
                  <a:lnTo>
                    <a:pt x="100589" y="50955"/>
                  </a:lnTo>
                  <a:lnTo>
                    <a:pt x="101389" y="71228"/>
                  </a:lnTo>
                  <a:lnTo>
                    <a:pt x="125526" y="73058"/>
                  </a:lnTo>
                  <a:lnTo>
                    <a:pt x="141198" y="66525"/>
                  </a:lnTo>
                  <a:lnTo>
                    <a:pt x="165080" y="41156"/>
                  </a:lnTo>
                  <a:lnTo>
                    <a:pt x="182951" y="14235"/>
                  </a:lnTo>
                  <a:lnTo>
                    <a:pt x="222759" y="27314"/>
                  </a:lnTo>
                  <a:lnTo>
                    <a:pt x="252247" y="0"/>
                  </a:lnTo>
                  <a:lnTo>
                    <a:pt x="271553" y="16854"/>
                  </a:lnTo>
                  <a:lnTo>
                    <a:pt x="238939" y="48362"/>
                  </a:lnTo>
                  <a:lnTo>
                    <a:pt x="255246" y="61683"/>
                  </a:lnTo>
                  <a:lnTo>
                    <a:pt x="274960" y="87306"/>
                  </a:lnTo>
                  <a:lnTo>
                    <a:pt x="268948" y="111494"/>
                  </a:lnTo>
                  <a:lnTo>
                    <a:pt x="255386" y="104414"/>
                  </a:lnTo>
                  <a:lnTo>
                    <a:pt x="248332" y="106257"/>
                  </a:lnTo>
                  <a:lnTo>
                    <a:pt x="242968" y="117366"/>
                  </a:lnTo>
                  <a:lnTo>
                    <a:pt x="227068" y="113311"/>
                  </a:lnTo>
                  <a:lnTo>
                    <a:pt x="199919" y="122717"/>
                  </a:lnTo>
                  <a:lnTo>
                    <a:pt x="183993" y="122717"/>
                  </a:lnTo>
                  <a:lnTo>
                    <a:pt x="157378" y="120111"/>
                  </a:lnTo>
                  <a:lnTo>
                    <a:pt x="127102" y="128335"/>
                  </a:lnTo>
                  <a:lnTo>
                    <a:pt x="132453" y="155522"/>
                  </a:lnTo>
                  <a:lnTo>
                    <a:pt x="136889" y="177498"/>
                  </a:lnTo>
                  <a:lnTo>
                    <a:pt x="136749" y="183764"/>
                  </a:lnTo>
                  <a:lnTo>
                    <a:pt x="121484" y="182074"/>
                  </a:lnTo>
                  <a:lnTo>
                    <a:pt x="102686" y="211993"/>
                  </a:lnTo>
                  <a:lnTo>
                    <a:pt x="81282" y="245968"/>
                  </a:lnTo>
                  <a:lnTo>
                    <a:pt x="71368" y="242447"/>
                  </a:lnTo>
                  <a:lnTo>
                    <a:pt x="58848" y="211612"/>
                  </a:lnTo>
                  <a:lnTo>
                    <a:pt x="65750" y="178807"/>
                  </a:lnTo>
                  <a:lnTo>
                    <a:pt x="48146" y="176710"/>
                  </a:lnTo>
                  <a:lnTo>
                    <a:pt x="2593" y="171600"/>
                  </a:lnTo>
                  <a:lnTo>
                    <a:pt x="12647" y="149396"/>
                  </a:lnTo>
                  <a:lnTo>
                    <a:pt x="20082" y="132923"/>
                  </a:lnTo>
                  <a:lnTo>
                    <a:pt x="0" y="111875"/>
                  </a:lnTo>
                  <a:lnTo>
                    <a:pt x="9774" y="95403"/>
                  </a:lnTo>
                  <a:lnTo>
                    <a:pt x="5071" y="84294"/>
                  </a:lnTo>
                  <a:lnTo>
                    <a:pt x="23870" y="72003"/>
                  </a:lnTo>
                  <a:lnTo>
                    <a:pt x="61060" y="78155"/>
                  </a:lnTo>
                  <a:lnTo>
                    <a:pt x="64847" y="58810"/>
                  </a:lnTo>
                  <a:close/>
                </a:path>
              </a:pathLst>
            </a:custGeom>
            <a:noFill/>
            <a:ln w="3810" cap="flat">
              <a:solidFill>
                <a:srgbClr val="E6E4E2"/>
              </a:solidFill>
              <a:prstDash val="solid"/>
              <a:miter/>
            </a:ln>
          </p:spPr>
          <p:txBody>
            <a:bodyPr rtlCol="0" anchor="ctr"/>
            <a:lstStyle/>
            <a:p>
              <a:endParaRPr lang="de-CH"/>
            </a:p>
          </p:txBody>
        </p:sp>
        <p:sp>
          <p:nvSpPr>
            <p:cNvPr id="35" name="Freihandform: Form 34">
              <a:extLst>
                <a:ext uri="{FF2B5EF4-FFF2-40B4-BE49-F238E27FC236}">
                  <a16:creationId xmlns:a16="http://schemas.microsoft.com/office/drawing/2014/main" id="{019663AF-16D8-FA82-8F80-5A3ED8AC1291}"/>
                </a:ext>
              </a:extLst>
            </p:cNvPr>
            <p:cNvSpPr/>
            <p:nvPr/>
          </p:nvSpPr>
          <p:spPr>
            <a:xfrm>
              <a:off x="4301505" y="1228813"/>
              <a:ext cx="1284391" cy="672738"/>
            </a:xfrm>
            <a:custGeom>
              <a:avLst/>
              <a:gdLst>
                <a:gd name="connsiteX0" fmla="*/ 567803 w 1284391"/>
                <a:gd name="connsiteY0" fmla="*/ 227042 h 672738"/>
                <a:gd name="connsiteX1" fmla="*/ 565718 w 1284391"/>
                <a:gd name="connsiteY1" fmla="*/ 264016 h 672738"/>
                <a:gd name="connsiteX2" fmla="*/ 556198 w 1284391"/>
                <a:gd name="connsiteY2" fmla="*/ 278137 h 672738"/>
                <a:gd name="connsiteX3" fmla="*/ 605654 w 1284391"/>
                <a:gd name="connsiteY3" fmla="*/ 302452 h 672738"/>
                <a:gd name="connsiteX4" fmla="*/ 585432 w 1284391"/>
                <a:gd name="connsiteY4" fmla="*/ 375510 h 672738"/>
                <a:gd name="connsiteX5" fmla="*/ 585038 w 1284391"/>
                <a:gd name="connsiteY5" fmla="*/ 392377 h 672738"/>
                <a:gd name="connsiteX6" fmla="*/ 563367 w 1284391"/>
                <a:gd name="connsiteY6" fmla="*/ 390546 h 672738"/>
                <a:gd name="connsiteX7" fmla="*/ 552932 w 1284391"/>
                <a:gd name="connsiteY7" fmla="*/ 405710 h 672738"/>
                <a:gd name="connsiteX8" fmla="*/ 526978 w 1284391"/>
                <a:gd name="connsiteY8" fmla="*/ 401655 h 672738"/>
                <a:gd name="connsiteX9" fmla="*/ 489775 w 1284391"/>
                <a:gd name="connsiteY9" fmla="*/ 377989 h 672738"/>
                <a:gd name="connsiteX10" fmla="*/ 489127 w 1284391"/>
                <a:gd name="connsiteY10" fmla="*/ 423860 h 672738"/>
                <a:gd name="connsiteX11" fmla="*/ 514051 w 1284391"/>
                <a:gd name="connsiteY11" fmla="*/ 446103 h 672738"/>
                <a:gd name="connsiteX12" fmla="*/ 404299 w 1284391"/>
                <a:gd name="connsiteY12" fmla="*/ 454580 h 672738"/>
                <a:gd name="connsiteX13" fmla="*/ 409650 w 1284391"/>
                <a:gd name="connsiteY13" fmla="*/ 487258 h 672738"/>
                <a:gd name="connsiteX14" fmla="*/ 386022 w 1284391"/>
                <a:gd name="connsiteY14" fmla="*/ 524245 h 672738"/>
                <a:gd name="connsiteX15" fmla="*/ 335778 w 1284391"/>
                <a:gd name="connsiteY15" fmla="*/ 534197 h 672738"/>
                <a:gd name="connsiteX16" fmla="*/ 332651 w 1284391"/>
                <a:gd name="connsiteY16" fmla="*/ 533155 h 672738"/>
                <a:gd name="connsiteX17" fmla="*/ 308248 w 1284391"/>
                <a:gd name="connsiteY17" fmla="*/ 519936 h 672738"/>
                <a:gd name="connsiteX18" fmla="*/ 305897 w 1284391"/>
                <a:gd name="connsiteY18" fmla="*/ 486089 h 672738"/>
                <a:gd name="connsiteX19" fmla="*/ 297012 w 1284391"/>
                <a:gd name="connsiteY19" fmla="*/ 489216 h 672738"/>
                <a:gd name="connsiteX20" fmla="*/ 286323 w 1284391"/>
                <a:gd name="connsiteY20" fmla="*/ 485695 h 672738"/>
                <a:gd name="connsiteX21" fmla="*/ 280451 w 1284391"/>
                <a:gd name="connsiteY21" fmla="*/ 482823 h 672738"/>
                <a:gd name="connsiteX22" fmla="*/ 270282 w 1284391"/>
                <a:gd name="connsiteY22" fmla="*/ 487258 h 672738"/>
                <a:gd name="connsiteX23" fmla="*/ 258653 w 1284391"/>
                <a:gd name="connsiteY23" fmla="*/ 479823 h 672738"/>
                <a:gd name="connsiteX24" fmla="*/ 249781 w 1284391"/>
                <a:gd name="connsiteY24" fmla="*/ 480992 h 672738"/>
                <a:gd name="connsiteX25" fmla="*/ 250289 w 1284391"/>
                <a:gd name="connsiteY25" fmla="*/ 488046 h 672738"/>
                <a:gd name="connsiteX26" fmla="*/ 242727 w 1284391"/>
                <a:gd name="connsiteY26" fmla="*/ 487525 h 672738"/>
                <a:gd name="connsiteX27" fmla="*/ 236079 w 1284391"/>
                <a:gd name="connsiteY27" fmla="*/ 483865 h 672738"/>
                <a:gd name="connsiteX28" fmla="*/ 224462 w 1284391"/>
                <a:gd name="connsiteY28" fmla="*/ 547263 h 672738"/>
                <a:gd name="connsiteX29" fmla="*/ 172655 w 1284391"/>
                <a:gd name="connsiteY29" fmla="*/ 548166 h 672738"/>
                <a:gd name="connsiteX30" fmla="*/ 176570 w 1284391"/>
                <a:gd name="connsiteY30" fmla="*/ 521640 h 672738"/>
                <a:gd name="connsiteX31" fmla="*/ 175922 w 1284391"/>
                <a:gd name="connsiteY31" fmla="*/ 506336 h 672738"/>
                <a:gd name="connsiteX32" fmla="*/ 103753 w 1284391"/>
                <a:gd name="connsiteY32" fmla="*/ 462308 h 672738"/>
                <a:gd name="connsiteX33" fmla="*/ 100360 w 1284391"/>
                <a:gd name="connsiteY33" fmla="*/ 448047 h 672738"/>
                <a:gd name="connsiteX34" fmla="*/ 74533 w 1284391"/>
                <a:gd name="connsiteY34" fmla="*/ 446357 h 672738"/>
                <a:gd name="connsiteX35" fmla="*/ 62509 w 1284391"/>
                <a:gd name="connsiteY35" fmla="*/ 445556 h 672738"/>
                <a:gd name="connsiteX36" fmla="*/ 67211 w 1284391"/>
                <a:gd name="connsiteY36" fmla="*/ 429096 h 672738"/>
                <a:gd name="connsiteX37" fmla="*/ 0 w 1284391"/>
                <a:gd name="connsiteY37" fmla="*/ 394448 h 672738"/>
                <a:gd name="connsiteX38" fmla="*/ 3267 w 1284391"/>
                <a:gd name="connsiteY38" fmla="*/ 367541 h 672738"/>
                <a:gd name="connsiteX39" fmla="*/ 23628 w 1284391"/>
                <a:gd name="connsiteY39" fmla="*/ 368723 h 672738"/>
                <a:gd name="connsiteX40" fmla="*/ 41906 w 1284391"/>
                <a:gd name="connsiteY40" fmla="*/ 383480 h 672738"/>
                <a:gd name="connsiteX41" fmla="*/ 111049 w 1284391"/>
                <a:gd name="connsiteY41" fmla="*/ 394588 h 672738"/>
                <a:gd name="connsiteX42" fmla="*/ 109880 w 1284391"/>
                <a:gd name="connsiteY42" fmla="*/ 440472 h 672738"/>
                <a:gd name="connsiteX43" fmla="*/ 244557 w 1284391"/>
                <a:gd name="connsiteY43" fmla="*/ 447005 h 672738"/>
                <a:gd name="connsiteX44" fmla="*/ 261398 w 1284391"/>
                <a:gd name="connsiteY44" fmla="*/ 406892 h 672738"/>
                <a:gd name="connsiteX45" fmla="*/ 225505 w 1284391"/>
                <a:gd name="connsiteY45" fmla="*/ 351844 h 672738"/>
                <a:gd name="connsiteX46" fmla="*/ 191314 w 1284391"/>
                <a:gd name="connsiteY46" fmla="*/ 353293 h 672738"/>
                <a:gd name="connsiteX47" fmla="*/ 209973 w 1284391"/>
                <a:gd name="connsiteY47" fmla="*/ 312252 h 672738"/>
                <a:gd name="connsiteX48" fmla="*/ 241545 w 1284391"/>
                <a:gd name="connsiteY48" fmla="*/ 305464 h 672738"/>
                <a:gd name="connsiteX49" fmla="*/ 259568 w 1284391"/>
                <a:gd name="connsiteY49" fmla="*/ 343353 h 672738"/>
                <a:gd name="connsiteX50" fmla="*/ 275494 w 1284391"/>
                <a:gd name="connsiteY50" fmla="*/ 336820 h 672738"/>
                <a:gd name="connsiteX51" fmla="*/ 319598 w 1284391"/>
                <a:gd name="connsiteY51" fmla="*/ 319712 h 672738"/>
                <a:gd name="connsiteX52" fmla="*/ 341002 w 1284391"/>
                <a:gd name="connsiteY52" fmla="*/ 313421 h 672738"/>
                <a:gd name="connsiteX53" fmla="*/ 412916 w 1284391"/>
                <a:gd name="connsiteY53" fmla="*/ 307689 h 672738"/>
                <a:gd name="connsiteX54" fmla="*/ 409777 w 1284391"/>
                <a:gd name="connsiteY54" fmla="*/ 257750 h 672738"/>
                <a:gd name="connsiteX55" fmla="*/ 424915 w 1284391"/>
                <a:gd name="connsiteY55" fmla="*/ 236702 h 672738"/>
                <a:gd name="connsiteX56" fmla="*/ 415128 w 1284391"/>
                <a:gd name="connsiteY56" fmla="*/ 199715 h 672738"/>
                <a:gd name="connsiteX57" fmla="*/ 389809 w 1284391"/>
                <a:gd name="connsiteY57" fmla="*/ 201292 h 672738"/>
                <a:gd name="connsiteX58" fmla="*/ 371926 w 1284391"/>
                <a:gd name="connsiteY58" fmla="*/ 184565 h 672738"/>
                <a:gd name="connsiteX59" fmla="*/ 362533 w 1284391"/>
                <a:gd name="connsiteY59" fmla="*/ 164686 h 672738"/>
                <a:gd name="connsiteX60" fmla="*/ 344790 w 1284391"/>
                <a:gd name="connsiteY60" fmla="*/ 151099 h 672738"/>
                <a:gd name="connsiteX61" fmla="*/ 338384 w 1284391"/>
                <a:gd name="connsiteY61" fmla="*/ 135148 h 672738"/>
                <a:gd name="connsiteX62" fmla="*/ 351056 w 1284391"/>
                <a:gd name="connsiteY62" fmla="*/ 125869 h 672738"/>
                <a:gd name="connsiteX63" fmla="*/ 365024 w 1284391"/>
                <a:gd name="connsiteY63" fmla="*/ 145087 h 672738"/>
                <a:gd name="connsiteX64" fmla="*/ 381459 w 1284391"/>
                <a:gd name="connsiteY64" fmla="*/ 138033 h 672738"/>
                <a:gd name="connsiteX65" fmla="*/ 398554 w 1284391"/>
                <a:gd name="connsiteY65" fmla="*/ 146523 h 672738"/>
                <a:gd name="connsiteX66" fmla="*/ 401541 w 1284391"/>
                <a:gd name="connsiteY66" fmla="*/ 128602 h 672738"/>
                <a:gd name="connsiteX67" fmla="*/ 413171 w 1284391"/>
                <a:gd name="connsiteY67" fmla="*/ 111634 h 672738"/>
                <a:gd name="connsiteX68" fmla="*/ 382628 w 1284391"/>
                <a:gd name="connsiteY68" fmla="*/ 93839 h 672738"/>
                <a:gd name="connsiteX69" fmla="*/ 369575 w 1284391"/>
                <a:gd name="connsiteY69" fmla="*/ 103779 h 672738"/>
                <a:gd name="connsiteX70" fmla="*/ 353140 w 1284391"/>
                <a:gd name="connsiteY70" fmla="*/ 103131 h 672738"/>
                <a:gd name="connsiteX71" fmla="*/ 344650 w 1284391"/>
                <a:gd name="connsiteY71" fmla="*/ 76986 h 672738"/>
                <a:gd name="connsiteX72" fmla="*/ 359127 w 1284391"/>
                <a:gd name="connsiteY72" fmla="*/ 63005 h 672738"/>
                <a:gd name="connsiteX73" fmla="*/ 386810 w 1284391"/>
                <a:gd name="connsiteY73" fmla="*/ 50447 h 672738"/>
                <a:gd name="connsiteX74" fmla="*/ 408608 w 1284391"/>
                <a:gd name="connsiteY74" fmla="*/ 30327 h 672738"/>
                <a:gd name="connsiteX75" fmla="*/ 460808 w 1284391"/>
                <a:gd name="connsiteY75" fmla="*/ 0 h 672738"/>
                <a:gd name="connsiteX76" fmla="*/ 480891 w 1284391"/>
                <a:gd name="connsiteY76" fmla="*/ 21048 h 672738"/>
                <a:gd name="connsiteX77" fmla="*/ 473455 w 1284391"/>
                <a:gd name="connsiteY77" fmla="*/ 37521 h 672738"/>
                <a:gd name="connsiteX78" fmla="*/ 463401 w 1284391"/>
                <a:gd name="connsiteY78" fmla="*/ 59738 h 672738"/>
                <a:gd name="connsiteX79" fmla="*/ 508955 w 1284391"/>
                <a:gd name="connsiteY79" fmla="*/ 64835 h 672738"/>
                <a:gd name="connsiteX80" fmla="*/ 526558 w 1284391"/>
                <a:gd name="connsiteY80" fmla="*/ 66932 h 672738"/>
                <a:gd name="connsiteX81" fmla="*/ 519657 w 1284391"/>
                <a:gd name="connsiteY81" fmla="*/ 99737 h 672738"/>
                <a:gd name="connsiteX82" fmla="*/ 532189 w 1284391"/>
                <a:gd name="connsiteY82" fmla="*/ 130572 h 672738"/>
                <a:gd name="connsiteX83" fmla="*/ 542103 w 1284391"/>
                <a:gd name="connsiteY83" fmla="*/ 134093 h 672738"/>
                <a:gd name="connsiteX84" fmla="*/ 563494 w 1284391"/>
                <a:gd name="connsiteY84" fmla="*/ 100118 h 672738"/>
                <a:gd name="connsiteX85" fmla="*/ 582293 w 1284391"/>
                <a:gd name="connsiteY85" fmla="*/ 70198 h 672738"/>
                <a:gd name="connsiteX86" fmla="*/ 597557 w 1284391"/>
                <a:gd name="connsiteY86" fmla="*/ 71889 h 672738"/>
                <a:gd name="connsiteX87" fmla="*/ 597697 w 1284391"/>
                <a:gd name="connsiteY87" fmla="*/ 65623 h 672738"/>
                <a:gd name="connsiteX88" fmla="*/ 593262 w 1284391"/>
                <a:gd name="connsiteY88" fmla="*/ 43647 h 672738"/>
                <a:gd name="connsiteX89" fmla="*/ 587910 w 1284391"/>
                <a:gd name="connsiteY89" fmla="*/ 16460 h 672738"/>
                <a:gd name="connsiteX90" fmla="*/ 618186 w 1284391"/>
                <a:gd name="connsiteY90" fmla="*/ 8236 h 672738"/>
                <a:gd name="connsiteX91" fmla="*/ 643759 w 1284391"/>
                <a:gd name="connsiteY91" fmla="*/ 35817 h 672738"/>
                <a:gd name="connsiteX92" fmla="*/ 704704 w 1284391"/>
                <a:gd name="connsiteY92" fmla="*/ 91107 h 672738"/>
                <a:gd name="connsiteX93" fmla="*/ 725842 w 1284391"/>
                <a:gd name="connsiteY93" fmla="*/ 93979 h 672738"/>
                <a:gd name="connsiteX94" fmla="*/ 747118 w 1284391"/>
                <a:gd name="connsiteY94" fmla="*/ 86391 h 672738"/>
                <a:gd name="connsiteX95" fmla="*/ 781576 w 1284391"/>
                <a:gd name="connsiteY95" fmla="*/ 72931 h 672738"/>
                <a:gd name="connsiteX96" fmla="*/ 822553 w 1284391"/>
                <a:gd name="connsiteY96" fmla="*/ 97894 h 672738"/>
                <a:gd name="connsiteX97" fmla="*/ 853083 w 1284391"/>
                <a:gd name="connsiteY97" fmla="*/ 116324 h 672738"/>
                <a:gd name="connsiteX98" fmla="*/ 933869 w 1284391"/>
                <a:gd name="connsiteY98" fmla="*/ 135936 h 672738"/>
                <a:gd name="connsiteX99" fmla="*/ 939729 w 1284391"/>
                <a:gd name="connsiteY99" fmla="*/ 180243 h 672738"/>
                <a:gd name="connsiteX100" fmla="*/ 934378 w 1284391"/>
                <a:gd name="connsiteY100" fmla="*/ 192127 h 672738"/>
                <a:gd name="connsiteX101" fmla="*/ 937009 w 1284391"/>
                <a:gd name="connsiteY101" fmla="*/ 202461 h 672738"/>
                <a:gd name="connsiteX102" fmla="*/ 953570 w 1284391"/>
                <a:gd name="connsiteY102" fmla="*/ 193831 h 672738"/>
                <a:gd name="connsiteX103" fmla="*/ 971314 w 1284391"/>
                <a:gd name="connsiteY103" fmla="*/ 198813 h 672738"/>
                <a:gd name="connsiteX104" fmla="*/ 1020655 w 1284391"/>
                <a:gd name="connsiteY104" fmla="*/ 145989 h 672738"/>
                <a:gd name="connsiteX105" fmla="*/ 1023133 w 1284391"/>
                <a:gd name="connsiteY105" fmla="*/ 89264 h 672738"/>
                <a:gd name="connsiteX106" fmla="*/ 1061493 w 1284391"/>
                <a:gd name="connsiteY106" fmla="*/ 84701 h 672738"/>
                <a:gd name="connsiteX107" fmla="*/ 1083952 w 1284391"/>
                <a:gd name="connsiteY107" fmla="*/ 119476 h 672738"/>
                <a:gd name="connsiteX108" fmla="*/ 1110554 w 1284391"/>
                <a:gd name="connsiteY108" fmla="*/ 121942 h 672738"/>
                <a:gd name="connsiteX109" fmla="*/ 1108749 w 1284391"/>
                <a:gd name="connsiteY109" fmla="*/ 150311 h 672738"/>
                <a:gd name="connsiteX110" fmla="*/ 1146054 w 1284391"/>
                <a:gd name="connsiteY110" fmla="*/ 172401 h 672738"/>
                <a:gd name="connsiteX111" fmla="*/ 1148659 w 1284391"/>
                <a:gd name="connsiteY111" fmla="*/ 182722 h 672738"/>
                <a:gd name="connsiteX112" fmla="*/ 1167597 w 1284391"/>
                <a:gd name="connsiteY112" fmla="*/ 212654 h 672738"/>
                <a:gd name="connsiteX113" fmla="*/ 1167979 w 1284391"/>
                <a:gd name="connsiteY113" fmla="*/ 234338 h 672738"/>
                <a:gd name="connsiteX114" fmla="*/ 1250837 w 1284391"/>
                <a:gd name="connsiteY114" fmla="*/ 232126 h 672738"/>
                <a:gd name="connsiteX115" fmla="*/ 1239753 w 1284391"/>
                <a:gd name="connsiteY115" fmla="*/ 301931 h 672738"/>
                <a:gd name="connsiteX116" fmla="*/ 1261297 w 1284391"/>
                <a:gd name="connsiteY116" fmla="*/ 295258 h 672738"/>
                <a:gd name="connsiteX117" fmla="*/ 1273550 w 1284391"/>
                <a:gd name="connsiteY117" fmla="*/ 322051 h 672738"/>
                <a:gd name="connsiteX118" fmla="*/ 1253468 w 1284391"/>
                <a:gd name="connsiteY118" fmla="*/ 358123 h 672738"/>
                <a:gd name="connsiteX119" fmla="*/ 1284391 w 1284391"/>
                <a:gd name="connsiteY119" fmla="*/ 421636 h 672738"/>
                <a:gd name="connsiteX120" fmla="*/ 1274083 w 1284391"/>
                <a:gd name="connsiteY120" fmla="*/ 430545 h 672738"/>
                <a:gd name="connsiteX121" fmla="*/ 1241584 w 1284391"/>
                <a:gd name="connsiteY121" fmla="*/ 445048 h 672738"/>
                <a:gd name="connsiteX122" fmla="*/ 1233894 w 1284391"/>
                <a:gd name="connsiteY122" fmla="*/ 463211 h 672738"/>
                <a:gd name="connsiteX123" fmla="*/ 1179469 w 1284391"/>
                <a:gd name="connsiteY123" fmla="*/ 492101 h 672738"/>
                <a:gd name="connsiteX124" fmla="*/ 1136407 w 1284391"/>
                <a:gd name="connsiteY124" fmla="*/ 466083 h 672738"/>
                <a:gd name="connsiteX125" fmla="*/ 1118663 w 1284391"/>
                <a:gd name="connsiteY125" fmla="*/ 482823 h 672738"/>
                <a:gd name="connsiteX126" fmla="*/ 1097501 w 1284391"/>
                <a:gd name="connsiteY126" fmla="*/ 501379 h 672738"/>
                <a:gd name="connsiteX127" fmla="*/ 1117342 w 1284391"/>
                <a:gd name="connsiteY127" fmla="*/ 536803 h 672738"/>
                <a:gd name="connsiteX128" fmla="*/ 1038004 w 1284391"/>
                <a:gd name="connsiteY128" fmla="*/ 565286 h 672738"/>
                <a:gd name="connsiteX129" fmla="*/ 1026133 w 1284391"/>
                <a:gd name="connsiteY129" fmla="*/ 585292 h 672738"/>
                <a:gd name="connsiteX130" fmla="*/ 970805 w 1284391"/>
                <a:gd name="connsiteY130" fmla="*/ 600722 h 672738"/>
                <a:gd name="connsiteX131" fmla="*/ 945207 w 1284391"/>
                <a:gd name="connsiteY131" fmla="*/ 668671 h 672738"/>
                <a:gd name="connsiteX132" fmla="*/ 933743 w 1284391"/>
                <a:gd name="connsiteY132" fmla="*/ 672738 h 672738"/>
                <a:gd name="connsiteX133" fmla="*/ 860125 w 1284391"/>
                <a:gd name="connsiteY133" fmla="*/ 654957 h 672738"/>
                <a:gd name="connsiteX134" fmla="*/ 814330 w 1284391"/>
                <a:gd name="connsiteY134" fmla="*/ 587898 h 672738"/>
                <a:gd name="connsiteX135" fmla="*/ 756397 w 1284391"/>
                <a:gd name="connsiteY135" fmla="*/ 571947 h 672738"/>
                <a:gd name="connsiteX136" fmla="*/ 730544 w 1284391"/>
                <a:gd name="connsiteY136" fmla="*/ 575213 h 672738"/>
                <a:gd name="connsiteX137" fmla="*/ 642844 w 1284391"/>
                <a:gd name="connsiteY137" fmla="*/ 587377 h 672738"/>
                <a:gd name="connsiteX138" fmla="*/ 636438 w 1284391"/>
                <a:gd name="connsiteY138" fmla="*/ 554444 h 672738"/>
                <a:gd name="connsiteX139" fmla="*/ 637760 w 1284391"/>
                <a:gd name="connsiteY139" fmla="*/ 547772 h 672738"/>
                <a:gd name="connsiteX140" fmla="*/ 619368 w 1284391"/>
                <a:gd name="connsiteY140" fmla="*/ 459804 h 672738"/>
                <a:gd name="connsiteX141" fmla="*/ 680568 w 1284391"/>
                <a:gd name="connsiteY141" fmla="*/ 459944 h 672738"/>
                <a:gd name="connsiteX142" fmla="*/ 702353 w 1284391"/>
                <a:gd name="connsiteY142" fmla="*/ 444654 h 672738"/>
                <a:gd name="connsiteX143" fmla="*/ 724151 w 1284391"/>
                <a:gd name="connsiteY143" fmla="*/ 404007 h 672738"/>
                <a:gd name="connsiteX144" fmla="*/ 718927 w 1284391"/>
                <a:gd name="connsiteY144" fmla="*/ 373413 h 672738"/>
                <a:gd name="connsiteX145" fmla="*/ 723109 w 1284391"/>
                <a:gd name="connsiteY145" fmla="*/ 348196 h 672738"/>
                <a:gd name="connsiteX146" fmla="*/ 736823 w 1284391"/>
                <a:gd name="connsiteY146" fmla="*/ 331863 h 672738"/>
                <a:gd name="connsiteX147" fmla="*/ 751948 w 1284391"/>
                <a:gd name="connsiteY147" fmla="*/ 323615 h 672738"/>
                <a:gd name="connsiteX148" fmla="*/ 774789 w 1284391"/>
                <a:gd name="connsiteY148" fmla="*/ 282332 h 672738"/>
                <a:gd name="connsiteX149" fmla="*/ 754160 w 1284391"/>
                <a:gd name="connsiteY149" fmla="*/ 249133 h 672738"/>
                <a:gd name="connsiteX150" fmla="*/ 693863 w 1284391"/>
                <a:gd name="connsiteY150" fmla="*/ 234885 h 672738"/>
                <a:gd name="connsiteX151" fmla="*/ 690609 w 1284391"/>
                <a:gd name="connsiteY151" fmla="*/ 232393 h 672738"/>
                <a:gd name="connsiteX152" fmla="*/ 685919 w 1284391"/>
                <a:gd name="connsiteY152" fmla="*/ 200898 h 672738"/>
                <a:gd name="connsiteX153" fmla="*/ 654995 w 1284391"/>
                <a:gd name="connsiteY153" fmla="*/ 207697 h 672738"/>
                <a:gd name="connsiteX154" fmla="*/ 665684 w 1284391"/>
                <a:gd name="connsiteY154" fmla="*/ 229267 h 672738"/>
                <a:gd name="connsiteX155" fmla="*/ 635536 w 1284391"/>
                <a:gd name="connsiteY155" fmla="*/ 243375 h 672738"/>
                <a:gd name="connsiteX156" fmla="*/ 567549 w 1284391"/>
                <a:gd name="connsiteY156" fmla="*/ 223242 h 672738"/>
                <a:gd name="connsiteX157" fmla="*/ 567803 w 1284391"/>
                <a:gd name="connsiteY157" fmla="*/ 227042 h 67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1284391" h="672738">
                  <a:moveTo>
                    <a:pt x="567803" y="227042"/>
                  </a:moveTo>
                  <a:lnTo>
                    <a:pt x="565718" y="264016"/>
                  </a:lnTo>
                  <a:lnTo>
                    <a:pt x="556198" y="278137"/>
                  </a:lnTo>
                  <a:lnTo>
                    <a:pt x="605654" y="302452"/>
                  </a:lnTo>
                  <a:lnTo>
                    <a:pt x="585432" y="375510"/>
                  </a:lnTo>
                  <a:lnTo>
                    <a:pt x="585038" y="392377"/>
                  </a:lnTo>
                  <a:lnTo>
                    <a:pt x="563367" y="390546"/>
                  </a:lnTo>
                  <a:lnTo>
                    <a:pt x="552932" y="405710"/>
                  </a:lnTo>
                  <a:lnTo>
                    <a:pt x="526978" y="401655"/>
                  </a:lnTo>
                  <a:lnTo>
                    <a:pt x="489775" y="377989"/>
                  </a:lnTo>
                  <a:lnTo>
                    <a:pt x="489127" y="423860"/>
                  </a:lnTo>
                  <a:lnTo>
                    <a:pt x="514051" y="446103"/>
                  </a:lnTo>
                  <a:lnTo>
                    <a:pt x="404299" y="454580"/>
                  </a:lnTo>
                  <a:lnTo>
                    <a:pt x="409650" y="487258"/>
                  </a:lnTo>
                  <a:lnTo>
                    <a:pt x="386022" y="524245"/>
                  </a:lnTo>
                  <a:lnTo>
                    <a:pt x="335778" y="534197"/>
                  </a:lnTo>
                  <a:lnTo>
                    <a:pt x="332651" y="533155"/>
                  </a:lnTo>
                  <a:lnTo>
                    <a:pt x="308248" y="519936"/>
                  </a:lnTo>
                  <a:lnTo>
                    <a:pt x="305897" y="486089"/>
                  </a:lnTo>
                  <a:lnTo>
                    <a:pt x="297012" y="489216"/>
                  </a:lnTo>
                  <a:lnTo>
                    <a:pt x="286323" y="485695"/>
                  </a:lnTo>
                  <a:lnTo>
                    <a:pt x="280451" y="482823"/>
                  </a:lnTo>
                  <a:lnTo>
                    <a:pt x="270282" y="487258"/>
                  </a:lnTo>
                  <a:lnTo>
                    <a:pt x="258653" y="479823"/>
                  </a:lnTo>
                  <a:lnTo>
                    <a:pt x="249781" y="480992"/>
                  </a:lnTo>
                  <a:lnTo>
                    <a:pt x="250289" y="488046"/>
                  </a:lnTo>
                  <a:lnTo>
                    <a:pt x="242727" y="487525"/>
                  </a:lnTo>
                  <a:lnTo>
                    <a:pt x="236079" y="483865"/>
                  </a:lnTo>
                  <a:lnTo>
                    <a:pt x="224462" y="547263"/>
                  </a:lnTo>
                  <a:lnTo>
                    <a:pt x="172655" y="548166"/>
                  </a:lnTo>
                  <a:lnTo>
                    <a:pt x="176570" y="521640"/>
                  </a:lnTo>
                  <a:lnTo>
                    <a:pt x="175922" y="506336"/>
                  </a:lnTo>
                  <a:lnTo>
                    <a:pt x="103753" y="462308"/>
                  </a:lnTo>
                  <a:lnTo>
                    <a:pt x="100360" y="448047"/>
                  </a:lnTo>
                  <a:lnTo>
                    <a:pt x="74533" y="446357"/>
                  </a:lnTo>
                  <a:lnTo>
                    <a:pt x="62509" y="445556"/>
                  </a:lnTo>
                  <a:lnTo>
                    <a:pt x="67211" y="429096"/>
                  </a:lnTo>
                  <a:lnTo>
                    <a:pt x="0" y="394448"/>
                  </a:lnTo>
                  <a:lnTo>
                    <a:pt x="3267" y="367541"/>
                  </a:lnTo>
                  <a:lnTo>
                    <a:pt x="23628" y="368723"/>
                  </a:lnTo>
                  <a:lnTo>
                    <a:pt x="41906" y="383480"/>
                  </a:lnTo>
                  <a:lnTo>
                    <a:pt x="111049" y="394588"/>
                  </a:lnTo>
                  <a:lnTo>
                    <a:pt x="109880" y="440472"/>
                  </a:lnTo>
                  <a:lnTo>
                    <a:pt x="244557" y="447005"/>
                  </a:lnTo>
                  <a:lnTo>
                    <a:pt x="261398" y="406892"/>
                  </a:lnTo>
                  <a:lnTo>
                    <a:pt x="225505" y="351844"/>
                  </a:lnTo>
                  <a:lnTo>
                    <a:pt x="191314" y="353293"/>
                  </a:lnTo>
                  <a:lnTo>
                    <a:pt x="209973" y="312252"/>
                  </a:lnTo>
                  <a:lnTo>
                    <a:pt x="241545" y="305464"/>
                  </a:lnTo>
                  <a:lnTo>
                    <a:pt x="259568" y="343353"/>
                  </a:lnTo>
                  <a:lnTo>
                    <a:pt x="275494" y="336820"/>
                  </a:lnTo>
                  <a:lnTo>
                    <a:pt x="319598" y="319712"/>
                  </a:lnTo>
                  <a:lnTo>
                    <a:pt x="341002" y="313421"/>
                  </a:lnTo>
                  <a:lnTo>
                    <a:pt x="412916" y="307689"/>
                  </a:lnTo>
                  <a:lnTo>
                    <a:pt x="409777" y="257750"/>
                  </a:lnTo>
                  <a:lnTo>
                    <a:pt x="424915" y="236702"/>
                  </a:lnTo>
                  <a:lnTo>
                    <a:pt x="415128" y="199715"/>
                  </a:lnTo>
                  <a:lnTo>
                    <a:pt x="389809" y="201292"/>
                  </a:lnTo>
                  <a:lnTo>
                    <a:pt x="371926" y="184565"/>
                  </a:lnTo>
                  <a:lnTo>
                    <a:pt x="362533" y="164686"/>
                  </a:lnTo>
                  <a:lnTo>
                    <a:pt x="344790" y="151099"/>
                  </a:lnTo>
                  <a:lnTo>
                    <a:pt x="338384" y="135148"/>
                  </a:lnTo>
                  <a:lnTo>
                    <a:pt x="351056" y="125869"/>
                  </a:lnTo>
                  <a:lnTo>
                    <a:pt x="365024" y="145087"/>
                  </a:lnTo>
                  <a:lnTo>
                    <a:pt x="381459" y="138033"/>
                  </a:lnTo>
                  <a:lnTo>
                    <a:pt x="398554" y="146523"/>
                  </a:lnTo>
                  <a:lnTo>
                    <a:pt x="401541" y="128602"/>
                  </a:lnTo>
                  <a:lnTo>
                    <a:pt x="413171" y="111634"/>
                  </a:lnTo>
                  <a:lnTo>
                    <a:pt x="382628" y="93839"/>
                  </a:lnTo>
                  <a:lnTo>
                    <a:pt x="369575" y="103779"/>
                  </a:lnTo>
                  <a:lnTo>
                    <a:pt x="353140" y="103131"/>
                  </a:lnTo>
                  <a:lnTo>
                    <a:pt x="344650" y="76986"/>
                  </a:lnTo>
                  <a:lnTo>
                    <a:pt x="359127" y="63005"/>
                  </a:lnTo>
                  <a:lnTo>
                    <a:pt x="386810" y="50447"/>
                  </a:lnTo>
                  <a:lnTo>
                    <a:pt x="408608" y="30327"/>
                  </a:lnTo>
                  <a:lnTo>
                    <a:pt x="460808" y="0"/>
                  </a:lnTo>
                  <a:lnTo>
                    <a:pt x="480891" y="21048"/>
                  </a:lnTo>
                  <a:lnTo>
                    <a:pt x="473455" y="37521"/>
                  </a:lnTo>
                  <a:lnTo>
                    <a:pt x="463401" y="59738"/>
                  </a:lnTo>
                  <a:lnTo>
                    <a:pt x="508955" y="64835"/>
                  </a:lnTo>
                  <a:lnTo>
                    <a:pt x="526558" y="66932"/>
                  </a:lnTo>
                  <a:lnTo>
                    <a:pt x="519657" y="99737"/>
                  </a:lnTo>
                  <a:lnTo>
                    <a:pt x="532189" y="130572"/>
                  </a:lnTo>
                  <a:lnTo>
                    <a:pt x="542103" y="134093"/>
                  </a:lnTo>
                  <a:lnTo>
                    <a:pt x="563494" y="100118"/>
                  </a:lnTo>
                  <a:lnTo>
                    <a:pt x="582293" y="70198"/>
                  </a:lnTo>
                  <a:lnTo>
                    <a:pt x="597557" y="71889"/>
                  </a:lnTo>
                  <a:lnTo>
                    <a:pt x="597697" y="65623"/>
                  </a:lnTo>
                  <a:lnTo>
                    <a:pt x="593262" y="43647"/>
                  </a:lnTo>
                  <a:lnTo>
                    <a:pt x="587910" y="16460"/>
                  </a:lnTo>
                  <a:lnTo>
                    <a:pt x="618186" y="8236"/>
                  </a:lnTo>
                  <a:lnTo>
                    <a:pt x="643759" y="35817"/>
                  </a:lnTo>
                  <a:lnTo>
                    <a:pt x="704704" y="91107"/>
                  </a:lnTo>
                  <a:lnTo>
                    <a:pt x="725842" y="93979"/>
                  </a:lnTo>
                  <a:lnTo>
                    <a:pt x="747118" y="86391"/>
                  </a:lnTo>
                  <a:lnTo>
                    <a:pt x="781576" y="72931"/>
                  </a:lnTo>
                  <a:lnTo>
                    <a:pt x="822553" y="97894"/>
                  </a:lnTo>
                  <a:lnTo>
                    <a:pt x="853083" y="116324"/>
                  </a:lnTo>
                  <a:lnTo>
                    <a:pt x="933869" y="135936"/>
                  </a:lnTo>
                  <a:lnTo>
                    <a:pt x="939729" y="180243"/>
                  </a:lnTo>
                  <a:lnTo>
                    <a:pt x="934378" y="192127"/>
                  </a:lnTo>
                  <a:lnTo>
                    <a:pt x="937009" y="202461"/>
                  </a:lnTo>
                  <a:lnTo>
                    <a:pt x="953570" y="193831"/>
                  </a:lnTo>
                  <a:lnTo>
                    <a:pt x="971314" y="198813"/>
                  </a:lnTo>
                  <a:lnTo>
                    <a:pt x="1020655" y="145989"/>
                  </a:lnTo>
                  <a:lnTo>
                    <a:pt x="1023133" y="89264"/>
                  </a:lnTo>
                  <a:lnTo>
                    <a:pt x="1061493" y="84701"/>
                  </a:lnTo>
                  <a:lnTo>
                    <a:pt x="1083952" y="119476"/>
                  </a:lnTo>
                  <a:lnTo>
                    <a:pt x="1110554" y="121942"/>
                  </a:lnTo>
                  <a:lnTo>
                    <a:pt x="1108749" y="150311"/>
                  </a:lnTo>
                  <a:lnTo>
                    <a:pt x="1146054" y="172401"/>
                  </a:lnTo>
                  <a:lnTo>
                    <a:pt x="1148659" y="182722"/>
                  </a:lnTo>
                  <a:lnTo>
                    <a:pt x="1167597" y="212654"/>
                  </a:lnTo>
                  <a:lnTo>
                    <a:pt x="1167979" y="234338"/>
                  </a:lnTo>
                  <a:lnTo>
                    <a:pt x="1250837" y="232126"/>
                  </a:lnTo>
                  <a:lnTo>
                    <a:pt x="1239753" y="301931"/>
                  </a:lnTo>
                  <a:lnTo>
                    <a:pt x="1261297" y="295258"/>
                  </a:lnTo>
                  <a:lnTo>
                    <a:pt x="1273550" y="322051"/>
                  </a:lnTo>
                  <a:lnTo>
                    <a:pt x="1253468" y="358123"/>
                  </a:lnTo>
                  <a:lnTo>
                    <a:pt x="1284391" y="421636"/>
                  </a:lnTo>
                  <a:lnTo>
                    <a:pt x="1274083" y="430545"/>
                  </a:lnTo>
                  <a:lnTo>
                    <a:pt x="1241584" y="445048"/>
                  </a:lnTo>
                  <a:lnTo>
                    <a:pt x="1233894" y="463211"/>
                  </a:lnTo>
                  <a:lnTo>
                    <a:pt x="1179469" y="492101"/>
                  </a:lnTo>
                  <a:lnTo>
                    <a:pt x="1136407" y="466083"/>
                  </a:lnTo>
                  <a:lnTo>
                    <a:pt x="1118663" y="482823"/>
                  </a:lnTo>
                  <a:lnTo>
                    <a:pt x="1097501" y="501379"/>
                  </a:lnTo>
                  <a:lnTo>
                    <a:pt x="1117342" y="536803"/>
                  </a:lnTo>
                  <a:lnTo>
                    <a:pt x="1038004" y="565286"/>
                  </a:lnTo>
                  <a:lnTo>
                    <a:pt x="1026133" y="585292"/>
                  </a:lnTo>
                  <a:lnTo>
                    <a:pt x="970805" y="600722"/>
                  </a:lnTo>
                  <a:lnTo>
                    <a:pt x="945207" y="668671"/>
                  </a:lnTo>
                  <a:lnTo>
                    <a:pt x="933743" y="672738"/>
                  </a:lnTo>
                  <a:lnTo>
                    <a:pt x="860125" y="654957"/>
                  </a:lnTo>
                  <a:lnTo>
                    <a:pt x="814330" y="587898"/>
                  </a:lnTo>
                  <a:lnTo>
                    <a:pt x="756397" y="571947"/>
                  </a:lnTo>
                  <a:lnTo>
                    <a:pt x="730544" y="575213"/>
                  </a:lnTo>
                  <a:lnTo>
                    <a:pt x="642844" y="587377"/>
                  </a:lnTo>
                  <a:lnTo>
                    <a:pt x="636438" y="554444"/>
                  </a:lnTo>
                  <a:lnTo>
                    <a:pt x="637760" y="547772"/>
                  </a:lnTo>
                  <a:lnTo>
                    <a:pt x="619368" y="459804"/>
                  </a:lnTo>
                  <a:lnTo>
                    <a:pt x="680568" y="459944"/>
                  </a:lnTo>
                  <a:lnTo>
                    <a:pt x="702353" y="444654"/>
                  </a:lnTo>
                  <a:lnTo>
                    <a:pt x="724151" y="404007"/>
                  </a:lnTo>
                  <a:lnTo>
                    <a:pt x="718927" y="373413"/>
                  </a:lnTo>
                  <a:lnTo>
                    <a:pt x="723109" y="348196"/>
                  </a:lnTo>
                  <a:lnTo>
                    <a:pt x="736823" y="331863"/>
                  </a:lnTo>
                  <a:lnTo>
                    <a:pt x="751948" y="323615"/>
                  </a:lnTo>
                  <a:lnTo>
                    <a:pt x="774789" y="282332"/>
                  </a:lnTo>
                  <a:lnTo>
                    <a:pt x="754160" y="249133"/>
                  </a:lnTo>
                  <a:lnTo>
                    <a:pt x="693863" y="234885"/>
                  </a:lnTo>
                  <a:lnTo>
                    <a:pt x="690609" y="232393"/>
                  </a:lnTo>
                  <a:lnTo>
                    <a:pt x="685919" y="200898"/>
                  </a:lnTo>
                  <a:lnTo>
                    <a:pt x="654995" y="207697"/>
                  </a:lnTo>
                  <a:lnTo>
                    <a:pt x="665684" y="229267"/>
                  </a:lnTo>
                  <a:lnTo>
                    <a:pt x="635536" y="243375"/>
                  </a:lnTo>
                  <a:lnTo>
                    <a:pt x="567549" y="223242"/>
                  </a:lnTo>
                  <a:lnTo>
                    <a:pt x="567803" y="227042"/>
                  </a:lnTo>
                  <a:close/>
                </a:path>
              </a:pathLst>
            </a:custGeom>
            <a:solidFill>
              <a:srgbClr val="FFFFFF"/>
            </a:solidFill>
            <a:ln w="12700" cap="flat">
              <a:noFill/>
              <a:prstDash val="solid"/>
              <a:miter/>
            </a:ln>
          </p:spPr>
          <p:txBody>
            <a:bodyPr rtlCol="0" anchor="ctr"/>
            <a:lstStyle/>
            <a:p>
              <a:endParaRPr lang="de-CH"/>
            </a:p>
          </p:txBody>
        </p:sp>
        <p:sp>
          <p:nvSpPr>
            <p:cNvPr id="36" name="Freihandform: Form 35">
              <a:extLst>
                <a:ext uri="{FF2B5EF4-FFF2-40B4-BE49-F238E27FC236}">
                  <a16:creationId xmlns:a16="http://schemas.microsoft.com/office/drawing/2014/main" id="{92587CD1-2D6E-E1BA-9660-089E7074AB30}"/>
                </a:ext>
              </a:extLst>
            </p:cNvPr>
            <p:cNvSpPr/>
            <p:nvPr/>
          </p:nvSpPr>
          <p:spPr>
            <a:xfrm>
              <a:off x="4301505" y="1228813"/>
              <a:ext cx="1284391" cy="672738"/>
            </a:xfrm>
            <a:custGeom>
              <a:avLst/>
              <a:gdLst>
                <a:gd name="connsiteX0" fmla="*/ 567803 w 1284391"/>
                <a:gd name="connsiteY0" fmla="*/ 227042 h 672738"/>
                <a:gd name="connsiteX1" fmla="*/ 565718 w 1284391"/>
                <a:gd name="connsiteY1" fmla="*/ 264016 h 672738"/>
                <a:gd name="connsiteX2" fmla="*/ 556198 w 1284391"/>
                <a:gd name="connsiteY2" fmla="*/ 278137 h 672738"/>
                <a:gd name="connsiteX3" fmla="*/ 605654 w 1284391"/>
                <a:gd name="connsiteY3" fmla="*/ 302452 h 672738"/>
                <a:gd name="connsiteX4" fmla="*/ 585432 w 1284391"/>
                <a:gd name="connsiteY4" fmla="*/ 375510 h 672738"/>
                <a:gd name="connsiteX5" fmla="*/ 585038 w 1284391"/>
                <a:gd name="connsiteY5" fmla="*/ 392377 h 672738"/>
                <a:gd name="connsiteX6" fmla="*/ 563367 w 1284391"/>
                <a:gd name="connsiteY6" fmla="*/ 390546 h 672738"/>
                <a:gd name="connsiteX7" fmla="*/ 552932 w 1284391"/>
                <a:gd name="connsiteY7" fmla="*/ 405710 h 672738"/>
                <a:gd name="connsiteX8" fmla="*/ 526978 w 1284391"/>
                <a:gd name="connsiteY8" fmla="*/ 401655 h 672738"/>
                <a:gd name="connsiteX9" fmla="*/ 489775 w 1284391"/>
                <a:gd name="connsiteY9" fmla="*/ 377989 h 672738"/>
                <a:gd name="connsiteX10" fmla="*/ 489127 w 1284391"/>
                <a:gd name="connsiteY10" fmla="*/ 423860 h 672738"/>
                <a:gd name="connsiteX11" fmla="*/ 514051 w 1284391"/>
                <a:gd name="connsiteY11" fmla="*/ 446103 h 672738"/>
                <a:gd name="connsiteX12" fmla="*/ 404299 w 1284391"/>
                <a:gd name="connsiteY12" fmla="*/ 454580 h 672738"/>
                <a:gd name="connsiteX13" fmla="*/ 409650 w 1284391"/>
                <a:gd name="connsiteY13" fmla="*/ 487258 h 672738"/>
                <a:gd name="connsiteX14" fmla="*/ 386022 w 1284391"/>
                <a:gd name="connsiteY14" fmla="*/ 524245 h 672738"/>
                <a:gd name="connsiteX15" fmla="*/ 335778 w 1284391"/>
                <a:gd name="connsiteY15" fmla="*/ 534197 h 672738"/>
                <a:gd name="connsiteX16" fmla="*/ 332651 w 1284391"/>
                <a:gd name="connsiteY16" fmla="*/ 533155 h 672738"/>
                <a:gd name="connsiteX17" fmla="*/ 308248 w 1284391"/>
                <a:gd name="connsiteY17" fmla="*/ 519936 h 672738"/>
                <a:gd name="connsiteX18" fmla="*/ 305897 w 1284391"/>
                <a:gd name="connsiteY18" fmla="*/ 486089 h 672738"/>
                <a:gd name="connsiteX19" fmla="*/ 297012 w 1284391"/>
                <a:gd name="connsiteY19" fmla="*/ 489216 h 672738"/>
                <a:gd name="connsiteX20" fmla="*/ 286323 w 1284391"/>
                <a:gd name="connsiteY20" fmla="*/ 485695 h 672738"/>
                <a:gd name="connsiteX21" fmla="*/ 280451 w 1284391"/>
                <a:gd name="connsiteY21" fmla="*/ 482823 h 672738"/>
                <a:gd name="connsiteX22" fmla="*/ 270282 w 1284391"/>
                <a:gd name="connsiteY22" fmla="*/ 487258 h 672738"/>
                <a:gd name="connsiteX23" fmla="*/ 258653 w 1284391"/>
                <a:gd name="connsiteY23" fmla="*/ 479823 h 672738"/>
                <a:gd name="connsiteX24" fmla="*/ 249781 w 1284391"/>
                <a:gd name="connsiteY24" fmla="*/ 480992 h 672738"/>
                <a:gd name="connsiteX25" fmla="*/ 250289 w 1284391"/>
                <a:gd name="connsiteY25" fmla="*/ 488046 h 672738"/>
                <a:gd name="connsiteX26" fmla="*/ 242727 w 1284391"/>
                <a:gd name="connsiteY26" fmla="*/ 487525 h 672738"/>
                <a:gd name="connsiteX27" fmla="*/ 236079 w 1284391"/>
                <a:gd name="connsiteY27" fmla="*/ 483865 h 672738"/>
                <a:gd name="connsiteX28" fmla="*/ 224462 w 1284391"/>
                <a:gd name="connsiteY28" fmla="*/ 547263 h 672738"/>
                <a:gd name="connsiteX29" fmla="*/ 172655 w 1284391"/>
                <a:gd name="connsiteY29" fmla="*/ 548166 h 672738"/>
                <a:gd name="connsiteX30" fmla="*/ 176570 w 1284391"/>
                <a:gd name="connsiteY30" fmla="*/ 521640 h 672738"/>
                <a:gd name="connsiteX31" fmla="*/ 175922 w 1284391"/>
                <a:gd name="connsiteY31" fmla="*/ 506336 h 672738"/>
                <a:gd name="connsiteX32" fmla="*/ 103753 w 1284391"/>
                <a:gd name="connsiteY32" fmla="*/ 462308 h 672738"/>
                <a:gd name="connsiteX33" fmla="*/ 100360 w 1284391"/>
                <a:gd name="connsiteY33" fmla="*/ 448047 h 672738"/>
                <a:gd name="connsiteX34" fmla="*/ 74533 w 1284391"/>
                <a:gd name="connsiteY34" fmla="*/ 446357 h 672738"/>
                <a:gd name="connsiteX35" fmla="*/ 62509 w 1284391"/>
                <a:gd name="connsiteY35" fmla="*/ 445556 h 672738"/>
                <a:gd name="connsiteX36" fmla="*/ 67211 w 1284391"/>
                <a:gd name="connsiteY36" fmla="*/ 429096 h 672738"/>
                <a:gd name="connsiteX37" fmla="*/ 0 w 1284391"/>
                <a:gd name="connsiteY37" fmla="*/ 394448 h 672738"/>
                <a:gd name="connsiteX38" fmla="*/ 3267 w 1284391"/>
                <a:gd name="connsiteY38" fmla="*/ 367541 h 672738"/>
                <a:gd name="connsiteX39" fmla="*/ 23628 w 1284391"/>
                <a:gd name="connsiteY39" fmla="*/ 368723 h 672738"/>
                <a:gd name="connsiteX40" fmla="*/ 41906 w 1284391"/>
                <a:gd name="connsiteY40" fmla="*/ 383480 h 672738"/>
                <a:gd name="connsiteX41" fmla="*/ 111049 w 1284391"/>
                <a:gd name="connsiteY41" fmla="*/ 394588 h 672738"/>
                <a:gd name="connsiteX42" fmla="*/ 109880 w 1284391"/>
                <a:gd name="connsiteY42" fmla="*/ 440472 h 672738"/>
                <a:gd name="connsiteX43" fmla="*/ 244557 w 1284391"/>
                <a:gd name="connsiteY43" fmla="*/ 447005 h 672738"/>
                <a:gd name="connsiteX44" fmla="*/ 261398 w 1284391"/>
                <a:gd name="connsiteY44" fmla="*/ 406892 h 672738"/>
                <a:gd name="connsiteX45" fmla="*/ 225505 w 1284391"/>
                <a:gd name="connsiteY45" fmla="*/ 351844 h 672738"/>
                <a:gd name="connsiteX46" fmla="*/ 191314 w 1284391"/>
                <a:gd name="connsiteY46" fmla="*/ 353293 h 672738"/>
                <a:gd name="connsiteX47" fmla="*/ 209973 w 1284391"/>
                <a:gd name="connsiteY47" fmla="*/ 312252 h 672738"/>
                <a:gd name="connsiteX48" fmla="*/ 241545 w 1284391"/>
                <a:gd name="connsiteY48" fmla="*/ 305464 h 672738"/>
                <a:gd name="connsiteX49" fmla="*/ 259568 w 1284391"/>
                <a:gd name="connsiteY49" fmla="*/ 343353 h 672738"/>
                <a:gd name="connsiteX50" fmla="*/ 275494 w 1284391"/>
                <a:gd name="connsiteY50" fmla="*/ 336820 h 672738"/>
                <a:gd name="connsiteX51" fmla="*/ 319598 w 1284391"/>
                <a:gd name="connsiteY51" fmla="*/ 319712 h 672738"/>
                <a:gd name="connsiteX52" fmla="*/ 341002 w 1284391"/>
                <a:gd name="connsiteY52" fmla="*/ 313421 h 672738"/>
                <a:gd name="connsiteX53" fmla="*/ 412916 w 1284391"/>
                <a:gd name="connsiteY53" fmla="*/ 307689 h 672738"/>
                <a:gd name="connsiteX54" fmla="*/ 409777 w 1284391"/>
                <a:gd name="connsiteY54" fmla="*/ 257750 h 672738"/>
                <a:gd name="connsiteX55" fmla="*/ 424915 w 1284391"/>
                <a:gd name="connsiteY55" fmla="*/ 236702 h 672738"/>
                <a:gd name="connsiteX56" fmla="*/ 415128 w 1284391"/>
                <a:gd name="connsiteY56" fmla="*/ 199715 h 672738"/>
                <a:gd name="connsiteX57" fmla="*/ 389809 w 1284391"/>
                <a:gd name="connsiteY57" fmla="*/ 201292 h 672738"/>
                <a:gd name="connsiteX58" fmla="*/ 371926 w 1284391"/>
                <a:gd name="connsiteY58" fmla="*/ 184565 h 672738"/>
                <a:gd name="connsiteX59" fmla="*/ 362533 w 1284391"/>
                <a:gd name="connsiteY59" fmla="*/ 164686 h 672738"/>
                <a:gd name="connsiteX60" fmla="*/ 344790 w 1284391"/>
                <a:gd name="connsiteY60" fmla="*/ 151099 h 672738"/>
                <a:gd name="connsiteX61" fmla="*/ 338384 w 1284391"/>
                <a:gd name="connsiteY61" fmla="*/ 135148 h 672738"/>
                <a:gd name="connsiteX62" fmla="*/ 351056 w 1284391"/>
                <a:gd name="connsiteY62" fmla="*/ 125869 h 672738"/>
                <a:gd name="connsiteX63" fmla="*/ 365024 w 1284391"/>
                <a:gd name="connsiteY63" fmla="*/ 145087 h 672738"/>
                <a:gd name="connsiteX64" fmla="*/ 381459 w 1284391"/>
                <a:gd name="connsiteY64" fmla="*/ 138033 h 672738"/>
                <a:gd name="connsiteX65" fmla="*/ 398554 w 1284391"/>
                <a:gd name="connsiteY65" fmla="*/ 146523 h 672738"/>
                <a:gd name="connsiteX66" fmla="*/ 401541 w 1284391"/>
                <a:gd name="connsiteY66" fmla="*/ 128602 h 672738"/>
                <a:gd name="connsiteX67" fmla="*/ 413171 w 1284391"/>
                <a:gd name="connsiteY67" fmla="*/ 111634 h 672738"/>
                <a:gd name="connsiteX68" fmla="*/ 382628 w 1284391"/>
                <a:gd name="connsiteY68" fmla="*/ 93839 h 672738"/>
                <a:gd name="connsiteX69" fmla="*/ 369575 w 1284391"/>
                <a:gd name="connsiteY69" fmla="*/ 103779 h 672738"/>
                <a:gd name="connsiteX70" fmla="*/ 353140 w 1284391"/>
                <a:gd name="connsiteY70" fmla="*/ 103131 h 672738"/>
                <a:gd name="connsiteX71" fmla="*/ 344650 w 1284391"/>
                <a:gd name="connsiteY71" fmla="*/ 76986 h 672738"/>
                <a:gd name="connsiteX72" fmla="*/ 359127 w 1284391"/>
                <a:gd name="connsiteY72" fmla="*/ 63005 h 672738"/>
                <a:gd name="connsiteX73" fmla="*/ 386810 w 1284391"/>
                <a:gd name="connsiteY73" fmla="*/ 50447 h 672738"/>
                <a:gd name="connsiteX74" fmla="*/ 408608 w 1284391"/>
                <a:gd name="connsiteY74" fmla="*/ 30327 h 672738"/>
                <a:gd name="connsiteX75" fmla="*/ 460808 w 1284391"/>
                <a:gd name="connsiteY75" fmla="*/ 0 h 672738"/>
                <a:gd name="connsiteX76" fmla="*/ 480891 w 1284391"/>
                <a:gd name="connsiteY76" fmla="*/ 21048 h 672738"/>
                <a:gd name="connsiteX77" fmla="*/ 473455 w 1284391"/>
                <a:gd name="connsiteY77" fmla="*/ 37521 h 672738"/>
                <a:gd name="connsiteX78" fmla="*/ 463401 w 1284391"/>
                <a:gd name="connsiteY78" fmla="*/ 59738 h 672738"/>
                <a:gd name="connsiteX79" fmla="*/ 508955 w 1284391"/>
                <a:gd name="connsiteY79" fmla="*/ 64835 h 672738"/>
                <a:gd name="connsiteX80" fmla="*/ 526558 w 1284391"/>
                <a:gd name="connsiteY80" fmla="*/ 66932 h 672738"/>
                <a:gd name="connsiteX81" fmla="*/ 519657 w 1284391"/>
                <a:gd name="connsiteY81" fmla="*/ 99737 h 672738"/>
                <a:gd name="connsiteX82" fmla="*/ 532189 w 1284391"/>
                <a:gd name="connsiteY82" fmla="*/ 130572 h 672738"/>
                <a:gd name="connsiteX83" fmla="*/ 542103 w 1284391"/>
                <a:gd name="connsiteY83" fmla="*/ 134093 h 672738"/>
                <a:gd name="connsiteX84" fmla="*/ 563494 w 1284391"/>
                <a:gd name="connsiteY84" fmla="*/ 100118 h 672738"/>
                <a:gd name="connsiteX85" fmla="*/ 582293 w 1284391"/>
                <a:gd name="connsiteY85" fmla="*/ 70198 h 672738"/>
                <a:gd name="connsiteX86" fmla="*/ 597557 w 1284391"/>
                <a:gd name="connsiteY86" fmla="*/ 71889 h 672738"/>
                <a:gd name="connsiteX87" fmla="*/ 597697 w 1284391"/>
                <a:gd name="connsiteY87" fmla="*/ 65623 h 672738"/>
                <a:gd name="connsiteX88" fmla="*/ 593262 w 1284391"/>
                <a:gd name="connsiteY88" fmla="*/ 43647 h 672738"/>
                <a:gd name="connsiteX89" fmla="*/ 587910 w 1284391"/>
                <a:gd name="connsiteY89" fmla="*/ 16460 h 672738"/>
                <a:gd name="connsiteX90" fmla="*/ 618186 w 1284391"/>
                <a:gd name="connsiteY90" fmla="*/ 8236 h 672738"/>
                <a:gd name="connsiteX91" fmla="*/ 643759 w 1284391"/>
                <a:gd name="connsiteY91" fmla="*/ 35817 h 672738"/>
                <a:gd name="connsiteX92" fmla="*/ 704704 w 1284391"/>
                <a:gd name="connsiteY92" fmla="*/ 91107 h 672738"/>
                <a:gd name="connsiteX93" fmla="*/ 725842 w 1284391"/>
                <a:gd name="connsiteY93" fmla="*/ 93979 h 672738"/>
                <a:gd name="connsiteX94" fmla="*/ 747118 w 1284391"/>
                <a:gd name="connsiteY94" fmla="*/ 86391 h 672738"/>
                <a:gd name="connsiteX95" fmla="*/ 781576 w 1284391"/>
                <a:gd name="connsiteY95" fmla="*/ 72931 h 672738"/>
                <a:gd name="connsiteX96" fmla="*/ 822553 w 1284391"/>
                <a:gd name="connsiteY96" fmla="*/ 97894 h 672738"/>
                <a:gd name="connsiteX97" fmla="*/ 853083 w 1284391"/>
                <a:gd name="connsiteY97" fmla="*/ 116324 h 672738"/>
                <a:gd name="connsiteX98" fmla="*/ 933869 w 1284391"/>
                <a:gd name="connsiteY98" fmla="*/ 135936 h 672738"/>
                <a:gd name="connsiteX99" fmla="*/ 939729 w 1284391"/>
                <a:gd name="connsiteY99" fmla="*/ 180243 h 672738"/>
                <a:gd name="connsiteX100" fmla="*/ 934378 w 1284391"/>
                <a:gd name="connsiteY100" fmla="*/ 192127 h 672738"/>
                <a:gd name="connsiteX101" fmla="*/ 937009 w 1284391"/>
                <a:gd name="connsiteY101" fmla="*/ 202461 h 672738"/>
                <a:gd name="connsiteX102" fmla="*/ 953570 w 1284391"/>
                <a:gd name="connsiteY102" fmla="*/ 193831 h 672738"/>
                <a:gd name="connsiteX103" fmla="*/ 971314 w 1284391"/>
                <a:gd name="connsiteY103" fmla="*/ 198813 h 672738"/>
                <a:gd name="connsiteX104" fmla="*/ 1020655 w 1284391"/>
                <a:gd name="connsiteY104" fmla="*/ 145989 h 672738"/>
                <a:gd name="connsiteX105" fmla="*/ 1023133 w 1284391"/>
                <a:gd name="connsiteY105" fmla="*/ 89264 h 672738"/>
                <a:gd name="connsiteX106" fmla="*/ 1061493 w 1284391"/>
                <a:gd name="connsiteY106" fmla="*/ 84701 h 672738"/>
                <a:gd name="connsiteX107" fmla="*/ 1083952 w 1284391"/>
                <a:gd name="connsiteY107" fmla="*/ 119476 h 672738"/>
                <a:gd name="connsiteX108" fmla="*/ 1110554 w 1284391"/>
                <a:gd name="connsiteY108" fmla="*/ 121942 h 672738"/>
                <a:gd name="connsiteX109" fmla="*/ 1108749 w 1284391"/>
                <a:gd name="connsiteY109" fmla="*/ 150311 h 672738"/>
                <a:gd name="connsiteX110" fmla="*/ 1146054 w 1284391"/>
                <a:gd name="connsiteY110" fmla="*/ 172401 h 672738"/>
                <a:gd name="connsiteX111" fmla="*/ 1148659 w 1284391"/>
                <a:gd name="connsiteY111" fmla="*/ 182722 h 672738"/>
                <a:gd name="connsiteX112" fmla="*/ 1167597 w 1284391"/>
                <a:gd name="connsiteY112" fmla="*/ 212654 h 672738"/>
                <a:gd name="connsiteX113" fmla="*/ 1167979 w 1284391"/>
                <a:gd name="connsiteY113" fmla="*/ 234338 h 672738"/>
                <a:gd name="connsiteX114" fmla="*/ 1250837 w 1284391"/>
                <a:gd name="connsiteY114" fmla="*/ 232126 h 672738"/>
                <a:gd name="connsiteX115" fmla="*/ 1239753 w 1284391"/>
                <a:gd name="connsiteY115" fmla="*/ 301931 h 672738"/>
                <a:gd name="connsiteX116" fmla="*/ 1261297 w 1284391"/>
                <a:gd name="connsiteY116" fmla="*/ 295258 h 672738"/>
                <a:gd name="connsiteX117" fmla="*/ 1273550 w 1284391"/>
                <a:gd name="connsiteY117" fmla="*/ 322051 h 672738"/>
                <a:gd name="connsiteX118" fmla="*/ 1253468 w 1284391"/>
                <a:gd name="connsiteY118" fmla="*/ 358123 h 672738"/>
                <a:gd name="connsiteX119" fmla="*/ 1284391 w 1284391"/>
                <a:gd name="connsiteY119" fmla="*/ 421636 h 672738"/>
                <a:gd name="connsiteX120" fmla="*/ 1274083 w 1284391"/>
                <a:gd name="connsiteY120" fmla="*/ 430545 h 672738"/>
                <a:gd name="connsiteX121" fmla="*/ 1241584 w 1284391"/>
                <a:gd name="connsiteY121" fmla="*/ 445048 h 672738"/>
                <a:gd name="connsiteX122" fmla="*/ 1233894 w 1284391"/>
                <a:gd name="connsiteY122" fmla="*/ 463211 h 672738"/>
                <a:gd name="connsiteX123" fmla="*/ 1179469 w 1284391"/>
                <a:gd name="connsiteY123" fmla="*/ 492101 h 672738"/>
                <a:gd name="connsiteX124" fmla="*/ 1136407 w 1284391"/>
                <a:gd name="connsiteY124" fmla="*/ 466083 h 672738"/>
                <a:gd name="connsiteX125" fmla="*/ 1118663 w 1284391"/>
                <a:gd name="connsiteY125" fmla="*/ 482823 h 672738"/>
                <a:gd name="connsiteX126" fmla="*/ 1097501 w 1284391"/>
                <a:gd name="connsiteY126" fmla="*/ 501379 h 672738"/>
                <a:gd name="connsiteX127" fmla="*/ 1117342 w 1284391"/>
                <a:gd name="connsiteY127" fmla="*/ 536803 h 672738"/>
                <a:gd name="connsiteX128" fmla="*/ 1038004 w 1284391"/>
                <a:gd name="connsiteY128" fmla="*/ 565286 h 672738"/>
                <a:gd name="connsiteX129" fmla="*/ 1026133 w 1284391"/>
                <a:gd name="connsiteY129" fmla="*/ 585292 h 672738"/>
                <a:gd name="connsiteX130" fmla="*/ 970805 w 1284391"/>
                <a:gd name="connsiteY130" fmla="*/ 600722 h 672738"/>
                <a:gd name="connsiteX131" fmla="*/ 945207 w 1284391"/>
                <a:gd name="connsiteY131" fmla="*/ 668671 h 672738"/>
                <a:gd name="connsiteX132" fmla="*/ 933743 w 1284391"/>
                <a:gd name="connsiteY132" fmla="*/ 672738 h 672738"/>
                <a:gd name="connsiteX133" fmla="*/ 860125 w 1284391"/>
                <a:gd name="connsiteY133" fmla="*/ 654957 h 672738"/>
                <a:gd name="connsiteX134" fmla="*/ 814330 w 1284391"/>
                <a:gd name="connsiteY134" fmla="*/ 587898 h 672738"/>
                <a:gd name="connsiteX135" fmla="*/ 756397 w 1284391"/>
                <a:gd name="connsiteY135" fmla="*/ 571947 h 672738"/>
                <a:gd name="connsiteX136" fmla="*/ 730544 w 1284391"/>
                <a:gd name="connsiteY136" fmla="*/ 575213 h 672738"/>
                <a:gd name="connsiteX137" fmla="*/ 642844 w 1284391"/>
                <a:gd name="connsiteY137" fmla="*/ 587377 h 672738"/>
                <a:gd name="connsiteX138" fmla="*/ 636438 w 1284391"/>
                <a:gd name="connsiteY138" fmla="*/ 554444 h 672738"/>
                <a:gd name="connsiteX139" fmla="*/ 637760 w 1284391"/>
                <a:gd name="connsiteY139" fmla="*/ 547772 h 672738"/>
                <a:gd name="connsiteX140" fmla="*/ 619368 w 1284391"/>
                <a:gd name="connsiteY140" fmla="*/ 459804 h 672738"/>
                <a:gd name="connsiteX141" fmla="*/ 680568 w 1284391"/>
                <a:gd name="connsiteY141" fmla="*/ 459944 h 672738"/>
                <a:gd name="connsiteX142" fmla="*/ 702353 w 1284391"/>
                <a:gd name="connsiteY142" fmla="*/ 444654 h 672738"/>
                <a:gd name="connsiteX143" fmla="*/ 724151 w 1284391"/>
                <a:gd name="connsiteY143" fmla="*/ 404007 h 672738"/>
                <a:gd name="connsiteX144" fmla="*/ 718927 w 1284391"/>
                <a:gd name="connsiteY144" fmla="*/ 373413 h 672738"/>
                <a:gd name="connsiteX145" fmla="*/ 723109 w 1284391"/>
                <a:gd name="connsiteY145" fmla="*/ 348196 h 672738"/>
                <a:gd name="connsiteX146" fmla="*/ 736823 w 1284391"/>
                <a:gd name="connsiteY146" fmla="*/ 331863 h 672738"/>
                <a:gd name="connsiteX147" fmla="*/ 751948 w 1284391"/>
                <a:gd name="connsiteY147" fmla="*/ 323615 h 672738"/>
                <a:gd name="connsiteX148" fmla="*/ 774789 w 1284391"/>
                <a:gd name="connsiteY148" fmla="*/ 282332 h 672738"/>
                <a:gd name="connsiteX149" fmla="*/ 754160 w 1284391"/>
                <a:gd name="connsiteY149" fmla="*/ 249133 h 672738"/>
                <a:gd name="connsiteX150" fmla="*/ 693863 w 1284391"/>
                <a:gd name="connsiteY150" fmla="*/ 234885 h 672738"/>
                <a:gd name="connsiteX151" fmla="*/ 690609 w 1284391"/>
                <a:gd name="connsiteY151" fmla="*/ 232393 h 672738"/>
                <a:gd name="connsiteX152" fmla="*/ 685919 w 1284391"/>
                <a:gd name="connsiteY152" fmla="*/ 200898 h 672738"/>
                <a:gd name="connsiteX153" fmla="*/ 654995 w 1284391"/>
                <a:gd name="connsiteY153" fmla="*/ 207697 h 672738"/>
                <a:gd name="connsiteX154" fmla="*/ 665684 w 1284391"/>
                <a:gd name="connsiteY154" fmla="*/ 229267 h 672738"/>
                <a:gd name="connsiteX155" fmla="*/ 635536 w 1284391"/>
                <a:gd name="connsiteY155" fmla="*/ 243375 h 672738"/>
                <a:gd name="connsiteX156" fmla="*/ 567549 w 1284391"/>
                <a:gd name="connsiteY156" fmla="*/ 223242 h 672738"/>
                <a:gd name="connsiteX157" fmla="*/ 567803 w 1284391"/>
                <a:gd name="connsiteY157" fmla="*/ 227042 h 67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1284391" h="672738">
                  <a:moveTo>
                    <a:pt x="567803" y="227042"/>
                  </a:moveTo>
                  <a:lnTo>
                    <a:pt x="565718" y="264016"/>
                  </a:lnTo>
                  <a:lnTo>
                    <a:pt x="556198" y="278137"/>
                  </a:lnTo>
                  <a:lnTo>
                    <a:pt x="605654" y="302452"/>
                  </a:lnTo>
                  <a:lnTo>
                    <a:pt x="585432" y="375510"/>
                  </a:lnTo>
                  <a:lnTo>
                    <a:pt x="585038" y="392377"/>
                  </a:lnTo>
                  <a:lnTo>
                    <a:pt x="563367" y="390546"/>
                  </a:lnTo>
                  <a:lnTo>
                    <a:pt x="552932" y="405710"/>
                  </a:lnTo>
                  <a:lnTo>
                    <a:pt x="526978" y="401655"/>
                  </a:lnTo>
                  <a:lnTo>
                    <a:pt x="489775" y="377989"/>
                  </a:lnTo>
                  <a:lnTo>
                    <a:pt x="489127" y="423860"/>
                  </a:lnTo>
                  <a:lnTo>
                    <a:pt x="514051" y="446103"/>
                  </a:lnTo>
                  <a:lnTo>
                    <a:pt x="404299" y="454580"/>
                  </a:lnTo>
                  <a:lnTo>
                    <a:pt x="409650" y="487258"/>
                  </a:lnTo>
                  <a:lnTo>
                    <a:pt x="386022" y="524245"/>
                  </a:lnTo>
                  <a:lnTo>
                    <a:pt x="335778" y="534197"/>
                  </a:lnTo>
                  <a:lnTo>
                    <a:pt x="332651" y="533155"/>
                  </a:lnTo>
                  <a:lnTo>
                    <a:pt x="308248" y="519936"/>
                  </a:lnTo>
                  <a:lnTo>
                    <a:pt x="305897" y="486089"/>
                  </a:lnTo>
                  <a:lnTo>
                    <a:pt x="297012" y="489216"/>
                  </a:lnTo>
                  <a:lnTo>
                    <a:pt x="286323" y="485695"/>
                  </a:lnTo>
                  <a:lnTo>
                    <a:pt x="280451" y="482823"/>
                  </a:lnTo>
                  <a:lnTo>
                    <a:pt x="270282" y="487258"/>
                  </a:lnTo>
                  <a:lnTo>
                    <a:pt x="258653" y="479823"/>
                  </a:lnTo>
                  <a:lnTo>
                    <a:pt x="249781" y="480992"/>
                  </a:lnTo>
                  <a:lnTo>
                    <a:pt x="250289" y="488046"/>
                  </a:lnTo>
                  <a:lnTo>
                    <a:pt x="242727" y="487525"/>
                  </a:lnTo>
                  <a:lnTo>
                    <a:pt x="236079" y="483865"/>
                  </a:lnTo>
                  <a:lnTo>
                    <a:pt x="224462" y="547263"/>
                  </a:lnTo>
                  <a:lnTo>
                    <a:pt x="172655" y="548166"/>
                  </a:lnTo>
                  <a:lnTo>
                    <a:pt x="176570" y="521640"/>
                  </a:lnTo>
                  <a:lnTo>
                    <a:pt x="175922" y="506336"/>
                  </a:lnTo>
                  <a:lnTo>
                    <a:pt x="103753" y="462308"/>
                  </a:lnTo>
                  <a:lnTo>
                    <a:pt x="100360" y="448047"/>
                  </a:lnTo>
                  <a:lnTo>
                    <a:pt x="74533" y="446357"/>
                  </a:lnTo>
                  <a:lnTo>
                    <a:pt x="62509" y="445556"/>
                  </a:lnTo>
                  <a:lnTo>
                    <a:pt x="67211" y="429096"/>
                  </a:lnTo>
                  <a:lnTo>
                    <a:pt x="0" y="394448"/>
                  </a:lnTo>
                  <a:lnTo>
                    <a:pt x="3267" y="367541"/>
                  </a:lnTo>
                  <a:lnTo>
                    <a:pt x="23628" y="368723"/>
                  </a:lnTo>
                  <a:lnTo>
                    <a:pt x="41906" y="383480"/>
                  </a:lnTo>
                  <a:lnTo>
                    <a:pt x="111049" y="394588"/>
                  </a:lnTo>
                  <a:lnTo>
                    <a:pt x="109880" y="440472"/>
                  </a:lnTo>
                  <a:lnTo>
                    <a:pt x="244557" y="447005"/>
                  </a:lnTo>
                  <a:lnTo>
                    <a:pt x="261398" y="406892"/>
                  </a:lnTo>
                  <a:lnTo>
                    <a:pt x="225505" y="351844"/>
                  </a:lnTo>
                  <a:lnTo>
                    <a:pt x="191314" y="353293"/>
                  </a:lnTo>
                  <a:lnTo>
                    <a:pt x="209973" y="312252"/>
                  </a:lnTo>
                  <a:lnTo>
                    <a:pt x="241545" y="305464"/>
                  </a:lnTo>
                  <a:lnTo>
                    <a:pt x="259568" y="343353"/>
                  </a:lnTo>
                  <a:lnTo>
                    <a:pt x="275494" y="336820"/>
                  </a:lnTo>
                  <a:lnTo>
                    <a:pt x="319598" y="319712"/>
                  </a:lnTo>
                  <a:lnTo>
                    <a:pt x="341002" y="313421"/>
                  </a:lnTo>
                  <a:lnTo>
                    <a:pt x="412916" y="307689"/>
                  </a:lnTo>
                  <a:lnTo>
                    <a:pt x="409777" y="257750"/>
                  </a:lnTo>
                  <a:lnTo>
                    <a:pt x="424915" y="236702"/>
                  </a:lnTo>
                  <a:lnTo>
                    <a:pt x="415128" y="199715"/>
                  </a:lnTo>
                  <a:lnTo>
                    <a:pt x="389809" y="201292"/>
                  </a:lnTo>
                  <a:lnTo>
                    <a:pt x="371926" y="184565"/>
                  </a:lnTo>
                  <a:lnTo>
                    <a:pt x="362533" y="164686"/>
                  </a:lnTo>
                  <a:lnTo>
                    <a:pt x="344790" y="151099"/>
                  </a:lnTo>
                  <a:lnTo>
                    <a:pt x="338384" y="135148"/>
                  </a:lnTo>
                  <a:lnTo>
                    <a:pt x="351056" y="125869"/>
                  </a:lnTo>
                  <a:lnTo>
                    <a:pt x="365024" y="145087"/>
                  </a:lnTo>
                  <a:lnTo>
                    <a:pt x="381459" y="138033"/>
                  </a:lnTo>
                  <a:lnTo>
                    <a:pt x="398554" y="146523"/>
                  </a:lnTo>
                  <a:lnTo>
                    <a:pt x="401541" y="128602"/>
                  </a:lnTo>
                  <a:lnTo>
                    <a:pt x="413171" y="111634"/>
                  </a:lnTo>
                  <a:lnTo>
                    <a:pt x="382628" y="93839"/>
                  </a:lnTo>
                  <a:lnTo>
                    <a:pt x="369575" y="103779"/>
                  </a:lnTo>
                  <a:lnTo>
                    <a:pt x="353140" y="103131"/>
                  </a:lnTo>
                  <a:lnTo>
                    <a:pt x="344650" y="76986"/>
                  </a:lnTo>
                  <a:lnTo>
                    <a:pt x="359127" y="63005"/>
                  </a:lnTo>
                  <a:lnTo>
                    <a:pt x="386810" y="50447"/>
                  </a:lnTo>
                  <a:lnTo>
                    <a:pt x="408608" y="30327"/>
                  </a:lnTo>
                  <a:lnTo>
                    <a:pt x="460808" y="0"/>
                  </a:lnTo>
                  <a:lnTo>
                    <a:pt x="480891" y="21048"/>
                  </a:lnTo>
                  <a:lnTo>
                    <a:pt x="473455" y="37521"/>
                  </a:lnTo>
                  <a:lnTo>
                    <a:pt x="463401" y="59738"/>
                  </a:lnTo>
                  <a:lnTo>
                    <a:pt x="508955" y="64835"/>
                  </a:lnTo>
                  <a:lnTo>
                    <a:pt x="526558" y="66932"/>
                  </a:lnTo>
                  <a:lnTo>
                    <a:pt x="519657" y="99737"/>
                  </a:lnTo>
                  <a:lnTo>
                    <a:pt x="532189" y="130572"/>
                  </a:lnTo>
                  <a:lnTo>
                    <a:pt x="542103" y="134093"/>
                  </a:lnTo>
                  <a:lnTo>
                    <a:pt x="563494" y="100118"/>
                  </a:lnTo>
                  <a:lnTo>
                    <a:pt x="582293" y="70198"/>
                  </a:lnTo>
                  <a:lnTo>
                    <a:pt x="597557" y="71889"/>
                  </a:lnTo>
                  <a:lnTo>
                    <a:pt x="597697" y="65623"/>
                  </a:lnTo>
                  <a:lnTo>
                    <a:pt x="593262" y="43647"/>
                  </a:lnTo>
                  <a:lnTo>
                    <a:pt x="587910" y="16460"/>
                  </a:lnTo>
                  <a:lnTo>
                    <a:pt x="618186" y="8236"/>
                  </a:lnTo>
                  <a:lnTo>
                    <a:pt x="643759" y="35817"/>
                  </a:lnTo>
                  <a:lnTo>
                    <a:pt x="704704" y="91107"/>
                  </a:lnTo>
                  <a:lnTo>
                    <a:pt x="725842" y="93979"/>
                  </a:lnTo>
                  <a:lnTo>
                    <a:pt x="747118" y="86391"/>
                  </a:lnTo>
                  <a:lnTo>
                    <a:pt x="781576" y="72931"/>
                  </a:lnTo>
                  <a:lnTo>
                    <a:pt x="822553" y="97894"/>
                  </a:lnTo>
                  <a:lnTo>
                    <a:pt x="853083" y="116324"/>
                  </a:lnTo>
                  <a:lnTo>
                    <a:pt x="933869" y="135936"/>
                  </a:lnTo>
                  <a:lnTo>
                    <a:pt x="939729" y="180243"/>
                  </a:lnTo>
                  <a:lnTo>
                    <a:pt x="934378" y="192127"/>
                  </a:lnTo>
                  <a:lnTo>
                    <a:pt x="937009" y="202461"/>
                  </a:lnTo>
                  <a:lnTo>
                    <a:pt x="953570" y="193831"/>
                  </a:lnTo>
                  <a:lnTo>
                    <a:pt x="971314" y="198813"/>
                  </a:lnTo>
                  <a:lnTo>
                    <a:pt x="1020655" y="145989"/>
                  </a:lnTo>
                  <a:lnTo>
                    <a:pt x="1023133" y="89264"/>
                  </a:lnTo>
                  <a:lnTo>
                    <a:pt x="1061493" y="84701"/>
                  </a:lnTo>
                  <a:lnTo>
                    <a:pt x="1083952" y="119476"/>
                  </a:lnTo>
                  <a:lnTo>
                    <a:pt x="1110554" y="121942"/>
                  </a:lnTo>
                  <a:lnTo>
                    <a:pt x="1108749" y="150311"/>
                  </a:lnTo>
                  <a:lnTo>
                    <a:pt x="1146054" y="172401"/>
                  </a:lnTo>
                  <a:lnTo>
                    <a:pt x="1148659" y="182722"/>
                  </a:lnTo>
                  <a:lnTo>
                    <a:pt x="1167597" y="212654"/>
                  </a:lnTo>
                  <a:lnTo>
                    <a:pt x="1167979" y="234338"/>
                  </a:lnTo>
                  <a:lnTo>
                    <a:pt x="1250837" y="232126"/>
                  </a:lnTo>
                  <a:lnTo>
                    <a:pt x="1239753" y="301931"/>
                  </a:lnTo>
                  <a:lnTo>
                    <a:pt x="1261297" y="295258"/>
                  </a:lnTo>
                  <a:lnTo>
                    <a:pt x="1273550" y="322051"/>
                  </a:lnTo>
                  <a:lnTo>
                    <a:pt x="1253468" y="358123"/>
                  </a:lnTo>
                  <a:lnTo>
                    <a:pt x="1284391" y="421636"/>
                  </a:lnTo>
                  <a:lnTo>
                    <a:pt x="1274083" y="430545"/>
                  </a:lnTo>
                  <a:lnTo>
                    <a:pt x="1241584" y="445048"/>
                  </a:lnTo>
                  <a:lnTo>
                    <a:pt x="1233894" y="463211"/>
                  </a:lnTo>
                  <a:lnTo>
                    <a:pt x="1179469" y="492101"/>
                  </a:lnTo>
                  <a:lnTo>
                    <a:pt x="1136407" y="466083"/>
                  </a:lnTo>
                  <a:lnTo>
                    <a:pt x="1118663" y="482823"/>
                  </a:lnTo>
                  <a:lnTo>
                    <a:pt x="1097501" y="501379"/>
                  </a:lnTo>
                  <a:lnTo>
                    <a:pt x="1117342" y="536803"/>
                  </a:lnTo>
                  <a:lnTo>
                    <a:pt x="1038004" y="565286"/>
                  </a:lnTo>
                  <a:lnTo>
                    <a:pt x="1026133" y="585292"/>
                  </a:lnTo>
                  <a:lnTo>
                    <a:pt x="970805" y="600722"/>
                  </a:lnTo>
                  <a:lnTo>
                    <a:pt x="945207" y="668671"/>
                  </a:lnTo>
                  <a:lnTo>
                    <a:pt x="933743" y="672738"/>
                  </a:lnTo>
                  <a:lnTo>
                    <a:pt x="860125" y="654957"/>
                  </a:lnTo>
                  <a:lnTo>
                    <a:pt x="814330" y="587898"/>
                  </a:lnTo>
                  <a:lnTo>
                    <a:pt x="756397" y="571947"/>
                  </a:lnTo>
                  <a:lnTo>
                    <a:pt x="730544" y="575213"/>
                  </a:lnTo>
                  <a:lnTo>
                    <a:pt x="642844" y="587377"/>
                  </a:lnTo>
                  <a:lnTo>
                    <a:pt x="636438" y="554444"/>
                  </a:lnTo>
                  <a:lnTo>
                    <a:pt x="637760" y="547772"/>
                  </a:lnTo>
                  <a:lnTo>
                    <a:pt x="619368" y="459804"/>
                  </a:lnTo>
                  <a:lnTo>
                    <a:pt x="680568" y="459944"/>
                  </a:lnTo>
                  <a:lnTo>
                    <a:pt x="702353" y="444654"/>
                  </a:lnTo>
                  <a:lnTo>
                    <a:pt x="724151" y="404007"/>
                  </a:lnTo>
                  <a:lnTo>
                    <a:pt x="718927" y="373413"/>
                  </a:lnTo>
                  <a:lnTo>
                    <a:pt x="723109" y="348196"/>
                  </a:lnTo>
                  <a:lnTo>
                    <a:pt x="736823" y="331863"/>
                  </a:lnTo>
                  <a:lnTo>
                    <a:pt x="751948" y="323615"/>
                  </a:lnTo>
                  <a:lnTo>
                    <a:pt x="774789" y="282332"/>
                  </a:lnTo>
                  <a:lnTo>
                    <a:pt x="754160" y="249133"/>
                  </a:lnTo>
                  <a:lnTo>
                    <a:pt x="693863" y="234885"/>
                  </a:lnTo>
                  <a:lnTo>
                    <a:pt x="690609" y="232393"/>
                  </a:lnTo>
                  <a:lnTo>
                    <a:pt x="685919" y="200898"/>
                  </a:lnTo>
                  <a:lnTo>
                    <a:pt x="654995" y="207697"/>
                  </a:lnTo>
                  <a:lnTo>
                    <a:pt x="665684" y="229267"/>
                  </a:lnTo>
                  <a:lnTo>
                    <a:pt x="635536" y="243375"/>
                  </a:lnTo>
                  <a:lnTo>
                    <a:pt x="567549" y="223242"/>
                  </a:lnTo>
                  <a:lnTo>
                    <a:pt x="567803" y="227042"/>
                  </a:lnTo>
                  <a:close/>
                </a:path>
              </a:pathLst>
            </a:custGeom>
            <a:noFill/>
            <a:ln w="3810" cap="flat">
              <a:solidFill>
                <a:srgbClr val="E6E4E2"/>
              </a:solidFill>
              <a:prstDash val="solid"/>
              <a:miter/>
            </a:ln>
          </p:spPr>
          <p:txBody>
            <a:bodyPr rtlCol="0" anchor="ctr"/>
            <a:lstStyle/>
            <a:p>
              <a:endParaRPr lang="de-CH"/>
            </a:p>
          </p:txBody>
        </p:sp>
        <p:sp>
          <p:nvSpPr>
            <p:cNvPr id="37" name="Freihandform: Form 36">
              <a:extLst>
                <a:ext uri="{FF2B5EF4-FFF2-40B4-BE49-F238E27FC236}">
                  <a16:creationId xmlns:a16="http://schemas.microsoft.com/office/drawing/2014/main" id="{78638CE7-6277-5B56-80D7-106D8CDEDC91}"/>
                </a:ext>
              </a:extLst>
            </p:cNvPr>
            <p:cNvSpPr/>
            <p:nvPr/>
          </p:nvSpPr>
          <p:spPr>
            <a:xfrm>
              <a:off x="6465557" y="486499"/>
              <a:ext cx="953494" cy="760870"/>
            </a:xfrm>
            <a:custGeom>
              <a:avLst/>
              <a:gdLst>
                <a:gd name="connsiteX0" fmla="*/ 786050 w 953494"/>
                <a:gd name="connsiteY0" fmla="*/ 301982 h 760870"/>
                <a:gd name="connsiteX1" fmla="*/ 737497 w 953494"/>
                <a:gd name="connsiteY1" fmla="*/ 294648 h 760870"/>
                <a:gd name="connsiteX2" fmla="*/ 738666 w 953494"/>
                <a:gd name="connsiteY2" fmla="*/ 255844 h 760870"/>
                <a:gd name="connsiteX3" fmla="*/ 758126 w 953494"/>
                <a:gd name="connsiteY3" fmla="*/ 247607 h 760870"/>
                <a:gd name="connsiteX4" fmla="*/ 767658 w 953494"/>
                <a:gd name="connsiteY4" fmla="*/ 231008 h 760870"/>
                <a:gd name="connsiteX5" fmla="*/ 796497 w 953494"/>
                <a:gd name="connsiteY5" fmla="*/ 233232 h 760870"/>
                <a:gd name="connsiteX6" fmla="*/ 791019 w 953494"/>
                <a:gd name="connsiteY6" fmla="*/ 211269 h 760870"/>
                <a:gd name="connsiteX7" fmla="*/ 815423 w 953494"/>
                <a:gd name="connsiteY7" fmla="*/ 197796 h 760870"/>
                <a:gd name="connsiteX8" fmla="*/ 823494 w 953494"/>
                <a:gd name="connsiteY8" fmla="*/ 242498 h 760870"/>
                <a:gd name="connsiteX9" fmla="*/ 837856 w 953494"/>
                <a:gd name="connsiteY9" fmla="*/ 256365 h 760870"/>
                <a:gd name="connsiteX10" fmla="*/ 857964 w 953494"/>
                <a:gd name="connsiteY10" fmla="*/ 251128 h 760870"/>
                <a:gd name="connsiteX11" fmla="*/ 856782 w 953494"/>
                <a:gd name="connsiteY11" fmla="*/ 269952 h 760870"/>
                <a:gd name="connsiteX12" fmla="*/ 895142 w 953494"/>
                <a:gd name="connsiteY12" fmla="*/ 278849 h 760870"/>
                <a:gd name="connsiteX13" fmla="*/ 896590 w 953494"/>
                <a:gd name="connsiteY13" fmla="*/ 302363 h 760870"/>
                <a:gd name="connsiteX14" fmla="*/ 945652 w 953494"/>
                <a:gd name="connsiteY14" fmla="*/ 296008 h 760870"/>
                <a:gd name="connsiteX15" fmla="*/ 952452 w 953494"/>
                <a:gd name="connsiteY15" fmla="*/ 329461 h 760870"/>
                <a:gd name="connsiteX16" fmla="*/ 906504 w 953494"/>
                <a:gd name="connsiteY16" fmla="*/ 328546 h 760870"/>
                <a:gd name="connsiteX17" fmla="*/ 904280 w 953494"/>
                <a:gd name="connsiteY17" fmla="*/ 369066 h 760870"/>
                <a:gd name="connsiteX18" fmla="*/ 937428 w 953494"/>
                <a:gd name="connsiteY18" fmla="*/ 383835 h 760870"/>
                <a:gd name="connsiteX19" fmla="*/ 953494 w 953494"/>
                <a:gd name="connsiteY19" fmla="*/ 441870 h 760870"/>
                <a:gd name="connsiteX20" fmla="*/ 932751 w 953494"/>
                <a:gd name="connsiteY20" fmla="*/ 436112 h 760870"/>
                <a:gd name="connsiteX21" fmla="*/ 924515 w 953494"/>
                <a:gd name="connsiteY21" fmla="*/ 435858 h 760870"/>
                <a:gd name="connsiteX22" fmla="*/ 923460 w 953494"/>
                <a:gd name="connsiteY22" fmla="*/ 437422 h 760870"/>
                <a:gd name="connsiteX23" fmla="*/ 922036 w 953494"/>
                <a:gd name="connsiteY23" fmla="*/ 439786 h 760870"/>
                <a:gd name="connsiteX24" fmla="*/ 928303 w 953494"/>
                <a:gd name="connsiteY24" fmla="*/ 446141 h 760870"/>
                <a:gd name="connsiteX25" fmla="*/ 905983 w 953494"/>
                <a:gd name="connsiteY25" fmla="*/ 457771 h 760870"/>
                <a:gd name="connsiteX26" fmla="*/ 902844 w 953494"/>
                <a:gd name="connsiteY26" fmla="*/ 426669 h 760870"/>
                <a:gd name="connsiteX27" fmla="*/ 875059 w 953494"/>
                <a:gd name="connsiteY27" fmla="*/ 398567 h 760870"/>
                <a:gd name="connsiteX28" fmla="*/ 811369 w 953494"/>
                <a:gd name="connsiteY28" fmla="*/ 378828 h 760870"/>
                <a:gd name="connsiteX29" fmla="*/ 798061 w 953494"/>
                <a:gd name="connsiteY29" fmla="*/ 385361 h 760870"/>
                <a:gd name="connsiteX30" fmla="*/ 792977 w 953494"/>
                <a:gd name="connsiteY30" fmla="*/ 388106 h 760870"/>
                <a:gd name="connsiteX31" fmla="*/ 778881 w 953494"/>
                <a:gd name="connsiteY31" fmla="*/ 386543 h 760870"/>
                <a:gd name="connsiteX32" fmla="*/ 794133 w 953494"/>
                <a:gd name="connsiteY32" fmla="*/ 343328 h 760870"/>
                <a:gd name="connsiteX33" fmla="*/ 811369 w 953494"/>
                <a:gd name="connsiteY33" fmla="*/ 333910 h 760870"/>
                <a:gd name="connsiteX34" fmla="*/ 796625 w 953494"/>
                <a:gd name="connsiteY34" fmla="*/ 322687 h 760870"/>
                <a:gd name="connsiteX35" fmla="*/ 340011 w 953494"/>
                <a:gd name="connsiteY35" fmla="*/ 693456 h 760870"/>
                <a:gd name="connsiteX36" fmla="*/ 329957 w 953494"/>
                <a:gd name="connsiteY36" fmla="*/ 746394 h 760870"/>
                <a:gd name="connsiteX37" fmla="*/ 312773 w 953494"/>
                <a:gd name="connsiteY37" fmla="*/ 760871 h 760870"/>
                <a:gd name="connsiteX38" fmla="*/ 295550 w 953494"/>
                <a:gd name="connsiteY38" fmla="*/ 698006 h 760870"/>
                <a:gd name="connsiteX39" fmla="*/ 271681 w 953494"/>
                <a:gd name="connsiteY39" fmla="*/ 693837 h 760870"/>
                <a:gd name="connsiteX40" fmla="*/ 276116 w 953494"/>
                <a:gd name="connsiteY40" fmla="*/ 657626 h 760870"/>
                <a:gd name="connsiteX41" fmla="*/ 292551 w 953494"/>
                <a:gd name="connsiteY41" fmla="*/ 644407 h 760870"/>
                <a:gd name="connsiteX42" fmla="*/ 314870 w 953494"/>
                <a:gd name="connsiteY42" fmla="*/ 627693 h 760870"/>
                <a:gd name="connsiteX43" fmla="*/ 327656 w 953494"/>
                <a:gd name="connsiteY43" fmla="*/ 621681 h 760870"/>
                <a:gd name="connsiteX44" fmla="*/ 364071 w 953494"/>
                <a:gd name="connsiteY44" fmla="*/ 625990 h 760870"/>
                <a:gd name="connsiteX45" fmla="*/ 392987 w 953494"/>
                <a:gd name="connsiteY45" fmla="*/ 602387 h 760870"/>
                <a:gd name="connsiteX46" fmla="*/ 390508 w 953494"/>
                <a:gd name="connsiteY46" fmla="*/ 634404 h 760870"/>
                <a:gd name="connsiteX47" fmla="*/ 371443 w 953494"/>
                <a:gd name="connsiteY47" fmla="*/ 645005 h 760870"/>
                <a:gd name="connsiteX48" fmla="*/ 326029 w 953494"/>
                <a:gd name="connsiteY48" fmla="*/ 411137 h 760870"/>
                <a:gd name="connsiteX49" fmla="*/ 292106 w 953494"/>
                <a:gd name="connsiteY49" fmla="*/ 419119 h 760870"/>
                <a:gd name="connsiteX50" fmla="*/ 282052 w 953494"/>
                <a:gd name="connsiteY50" fmla="*/ 451136 h 760870"/>
                <a:gd name="connsiteX51" fmla="*/ 253085 w 953494"/>
                <a:gd name="connsiteY51" fmla="*/ 443434 h 760870"/>
                <a:gd name="connsiteX52" fmla="*/ 262999 w 953494"/>
                <a:gd name="connsiteY52" fmla="*/ 477281 h 760870"/>
                <a:gd name="connsiteX53" fmla="*/ 259733 w 953494"/>
                <a:gd name="connsiteY53" fmla="*/ 491656 h 760870"/>
                <a:gd name="connsiteX54" fmla="*/ 190170 w 953494"/>
                <a:gd name="connsiteY54" fmla="*/ 480547 h 760870"/>
                <a:gd name="connsiteX55" fmla="*/ 187170 w 953494"/>
                <a:gd name="connsiteY55" fmla="*/ 497668 h 760870"/>
                <a:gd name="connsiteX56" fmla="*/ 158852 w 953494"/>
                <a:gd name="connsiteY56" fmla="*/ 495317 h 760870"/>
                <a:gd name="connsiteX57" fmla="*/ 146968 w 953494"/>
                <a:gd name="connsiteY57" fmla="*/ 513746 h 760870"/>
                <a:gd name="connsiteX58" fmla="*/ 124535 w 953494"/>
                <a:gd name="connsiteY58" fmla="*/ 494796 h 760870"/>
                <a:gd name="connsiteX59" fmla="*/ 122831 w 953494"/>
                <a:gd name="connsiteY59" fmla="*/ 471269 h 760870"/>
                <a:gd name="connsiteX60" fmla="*/ 95695 w 953494"/>
                <a:gd name="connsiteY60" fmla="*/ 460147 h 760870"/>
                <a:gd name="connsiteX61" fmla="*/ 86429 w 953494"/>
                <a:gd name="connsiteY61" fmla="*/ 464863 h 760870"/>
                <a:gd name="connsiteX62" fmla="*/ 50841 w 953494"/>
                <a:gd name="connsiteY62" fmla="*/ 437409 h 760870"/>
                <a:gd name="connsiteX63" fmla="*/ 21607 w 953494"/>
                <a:gd name="connsiteY63" fmla="*/ 425970 h 760870"/>
                <a:gd name="connsiteX64" fmla="*/ 8999 w 953494"/>
                <a:gd name="connsiteY64" fmla="*/ 396863 h 760870"/>
                <a:gd name="connsiteX65" fmla="*/ 37851 w 953494"/>
                <a:gd name="connsiteY65" fmla="*/ 373744 h 760870"/>
                <a:gd name="connsiteX66" fmla="*/ 0 w 953494"/>
                <a:gd name="connsiteY66" fmla="*/ 332690 h 760870"/>
                <a:gd name="connsiteX67" fmla="*/ 25967 w 953494"/>
                <a:gd name="connsiteY67" fmla="*/ 294788 h 760870"/>
                <a:gd name="connsiteX68" fmla="*/ 44244 w 953494"/>
                <a:gd name="connsiteY68" fmla="*/ 291915 h 760870"/>
                <a:gd name="connsiteX69" fmla="*/ 82083 w 953494"/>
                <a:gd name="connsiteY69" fmla="*/ 256327 h 760870"/>
                <a:gd name="connsiteX70" fmla="*/ 105062 w 953494"/>
                <a:gd name="connsiteY70" fmla="*/ 257598 h 760870"/>
                <a:gd name="connsiteX71" fmla="*/ 108952 w 953494"/>
                <a:gd name="connsiteY71" fmla="*/ 237605 h 760870"/>
                <a:gd name="connsiteX72" fmla="*/ 99712 w 953494"/>
                <a:gd name="connsiteY72" fmla="*/ 230283 h 760870"/>
                <a:gd name="connsiteX73" fmla="*/ 91475 w 953494"/>
                <a:gd name="connsiteY73" fmla="*/ 210799 h 760870"/>
                <a:gd name="connsiteX74" fmla="*/ 105062 w 953494"/>
                <a:gd name="connsiteY74" fmla="*/ 196563 h 760870"/>
                <a:gd name="connsiteX75" fmla="*/ 105698 w 953494"/>
                <a:gd name="connsiteY75" fmla="*/ 177752 h 760870"/>
                <a:gd name="connsiteX76" fmla="*/ 129847 w 953494"/>
                <a:gd name="connsiteY76" fmla="*/ 164673 h 760870"/>
                <a:gd name="connsiteX77" fmla="*/ 131678 w 953494"/>
                <a:gd name="connsiteY77" fmla="*/ 138668 h 760870"/>
                <a:gd name="connsiteX78" fmla="*/ 166529 w 953494"/>
                <a:gd name="connsiteY78" fmla="*/ 102584 h 760870"/>
                <a:gd name="connsiteX79" fmla="*/ 187679 w 953494"/>
                <a:gd name="connsiteY79" fmla="*/ 106778 h 760870"/>
                <a:gd name="connsiteX80" fmla="*/ 214167 w 953494"/>
                <a:gd name="connsiteY80" fmla="*/ 96051 h 760870"/>
                <a:gd name="connsiteX81" fmla="*/ 236079 w 953494"/>
                <a:gd name="connsiteY81" fmla="*/ 104414 h 760870"/>
                <a:gd name="connsiteX82" fmla="*/ 249132 w 953494"/>
                <a:gd name="connsiteY82" fmla="*/ 88349 h 760870"/>
                <a:gd name="connsiteX83" fmla="*/ 299770 w 953494"/>
                <a:gd name="connsiteY83" fmla="*/ 70300 h 760870"/>
                <a:gd name="connsiteX84" fmla="*/ 326652 w 953494"/>
                <a:gd name="connsiteY84" fmla="*/ 89264 h 760870"/>
                <a:gd name="connsiteX85" fmla="*/ 348450 w 953494"/>
                <a:gd name="connsiteY85" fmla="*/ 77621 h 760870"/>
                <a:gd name="connsiteX86" fmla="*/ 340100 w 953494"/>
                <a:gd name="connsiteY86" fmla="*/ 60640 h 760870"/>
                <a:gd name="connsiteX87" fmla="*/ 314133 w 953494"/>
                <a:gd name="connsiteY87" fmla="*/ 48223 h 760870"/>
                <a:gd name="connsiteX88" fmla="*/ 318683 w 953494"/>
                <a:gd name="connsiteY88" fmla="*/ 0 h 760870"/>
                <a:gd name="connsiteX89" fmla="*/ 339439 w 953494"/>
                <a:gd name="connsiteY89" fmla="*/ 4563 h 760870"/>
                <a:gd name="connsiteX90" fmla="*/ 343366 w 953494"/>
                <a:gd name="connsiteY90" fmla="*/ 24429 h 760870"/>
                <a:gd name="connsiteX91" fmla="*/ 371405 w 953494"/>
                <a:gd name="connsiteY91" fmla="*/ 15672 h 760870"/>
                <a:gd name="connsiteX92" fmla="*/ 383810 w 953494"/>
                <a:gd name="connsiteY92" fmla="*/ 22726 h 760870"/>
                <a:gd name="connsiteX93" fmla="*/ 402596 w 953494"/>
                <a:gd name="connsiteY93" fmla="*/ 12672 h 760870"/>
                <a:gd name="connsiteX94" fmla="*/ 421000 w 953494"/>
                <a:gd name="connsiteY94" fmla="*/ 18290 h 760870"/>
                <a:gd name="connsiteX95" fmla="*/ 437701 w 953494"/>
                <a:gd name="connsiteY95" fmla="*/ 36987 h 760870"/>
                <a:gd name="connsiteX96" fmla="*/ 429274 w 953494"/>
                <a:gd name="connsiteY96" fmla="*/ 81269 h 760870"/>
                <a:gd name="connsiteX97" fmla="*/ 441146 w 953494"/>
                <a:gd name="connsiteY97" fmla="*/ 94475 h 760870"/>
                <a:gd name="connsiteX98" fmla="*/ 433710 w 953494"/>
                <a:gd name="connsiteY98" fmla="*/ 118383 h 760870"/>
                <a:gd name="connsiteX99" fmla="*/ 462804 w 953494"/>
                <a:gd name="connsiteY99" fmla="*/ 140079 h 760870"/>
                <a:gd name="connsiteX100" fmla="*/ 485682 w 953494"/>
                <a:gd name="connsiteY100" fmla="*/ 125577 h 760870"/>
                <a:gd name="connsiteX101" fmla="*/ 497706 w 953494"/>
                <a:gd name="connsiteY101" fmla="*/ 97614 h 760870"/>
                <a:gd name="connsiteX102" fmla="*/ 484119 w 953494"/>
                <a:gd name="connsiteY102" fmla="*/ 56840 h 760870"/>
                <a:gd name="connsiteX103" fmla="*/ 492864 w 953494"/>
                <a:gd name="connsiteY103" fmla="*/ 25598 h 760870"/>
                <a:gd name="connsiteX104" fmla="*/ 511522 w 953494"/>
                <a:gd name="connsiteY104" fmla="*/ 18544 h 760870"/>
                <a:gd name="connsiteX105" fmla="*/ 517877 w 953494"/>
                <a:gd name="connsiteY105" fmla="*/ 44549 h 760870"/>
                <a:gd name="connsiteX106" fmla="*/ 534464 w 953494"/>
                <a:gd name="connsiteY106" fmla="*/ 58530 h 760870"/>
                <a:gd name="connsiteX107" fmla="*/ 556783 w 953494"/>
                <a:gd name="connsiteY107" fmla="*/ 59967 h 760870"/>
                <a:gd name="connsiteX108" fmla="*/ 568527 w 953494"/>
                <a:gd name="connsiteY108" fmla="*/ 95555 h 760870"/>
                <a:gd name="connsiteX109" fmla="*/ 570612 w 953494"/>
                <a:gd name="connsiteY109" fmla="*/ 141439 h 760870"/>
                <a:gd name="connsiteX110" fmla="*/ 596452 w 953494"/>
                <a:gd name="connsiteY110" fmla="*/ 140397 h 760870"/>
                <a:gd name="connsiteX111" fmla="*/ 623855 w 953494"/>
                <a:gd name="connsiteY111" fmla="*/ 122234 h 760870"/>
                <a:gd name="connsiteX112" fmla="*/ 653088 w 953494"/>
                <a:gd name="connsiteY112" fmla="*/ 130864 h 760870"/>
                <a:gd name="connsiteX113" fmla="*/ 666396 w 953494"/>
                <a:gd name="connsiteY113" fmla="*/ 153590 h 760870"/>
                <a:gd name="connsiteX114" fmla="*/ 682589 w 953494"/>
                <a:gd name="connsiteY114" fmla="*/ 163669 h 760870"/>
                <a:gd name="connsiteX115" fmla="*/ 675522 w 953494"/>
                <a:gd name="connsiteY115" fmla="*/ 184222 h 760870"/>
                <a:gd name="connsiteX116" fmla="*/ 641840 w 953494"/>
                <a:gd name="connsiteY116" fmla="*/ 187870 h 760870"/>
                <a:gd name="connsiteX117" fmla="*/ 622902 w 953494"/>
                <a:gd name="connsiteY117" fmla="*/ 220293 h 760870"/>
                <a:gd name="connsiteX118" fmla="*/ 633604 w 953494"/>
                <a:gd name="connsiteY118" fmla="*/ 252717 h 760870"/>
                <a:gd name="connsiteX119" fmla="*/ 657207 w 953494"/>
                <a:gd name="connsiteY119" fmla="*/ 258195 h 760870"/>
                <a:gd name="connsiteX120" fmla="*/ 670654 w 953494"/>
                <a:gd name="connsiteY120" fmla="*/ 267601 h 760870"/>
                <a:gd name="connsiteX121" fmla="*/ 654982 w 953494"/>
                <a:gd name="connsiteY121" fmla="*/ 337786 h 760870"/>
                <a:gd name="connsiteX122" fmla="*/ 634900 w 953494"/>
                <a:gd name="connsiteY122" fmla="*/ 344459 h 760870"/>
                <a:gd name="connsiteX123" fmla="*/ 594316 w 953494"/>
                <a:gd name="connsiteY123" fmla="*/ 273752 h 760870"/>
                <a:gd name="connsiteX124" fmla="*/ 570701 w 953494"/>
                <a:gd name="connsiteY124" fmla="*/ 292563 h 760870"/>
                <a:gd name="connsiteX125" fmla="*/ 541366 w 953494"/>
                <a:gd name="connsiteY125" fmla="*/ 271922 h 760870"/>
                <a:gd name="connsiteX126" fmla="*/ 524270 w 953494"/>
                <a:gd name="connsiteY126" fmla="*/ 284734 h 760870"/>
                <a:gd name="connsiteX127" fmla="*/ 551025 w 953494"/>
                <a:gd name="connsiteY127" fmla="*/ 324339 h 760870"/>
                <a:gd name="connsiteX128" fmla="*/ 524131 w 953494"/>
                <a:gd name="connsiteY128" fmla="*/ 348387 h 760870"/>
                <a:gd name="connsiteX129" fmla="*/ 516695 w 953494"/>
                <a:gd name="connsiteY129" fmla="*/ 355187 h 760870"/>
                <a:gd name="connsiteX130" fmla="*/ 487335 w 953494"/>
                <a:gd name="connsiteY130" fmla="*/ 337024 h 760870"/>
                <a:gd name="connsiteX131" fmla="*/ 462944 w 953494"/>
                <a:gd name="connsiteY131" fmla="*/ 342629 h 760870"/>
                <a:gd name="connsiteX132" fmla="*/ 448454 w 953494"/>
                <a:gd name="connsiteY132" fmla="*/ 344472 h 760870"/>
                <a:gd name="connsiteX133" fmla="*/ 446484 w 953494"/>
                <a:gd name="connsiteY133" fmla="*/ 384725 h 760870"/>
                <a:gd name="connsiteX134" fmla="*/ 426389 w 953494"/>
                <a:gd name="connsiteY134" fmla="*/ 383556 h 760870"/>
                <a:gd name="connsiteX135" fmla="*/ 410743 w 953494"/>
                <a:gd name="connsiteY135" fmla="*/ 404108 h 760870"/>
                <a:gd name="connsiteX136" fmla="*/ 394550 w 953494"/>
                <a:gd name="connsiteY136" fmla="*/ 402024 h 760870"/>
                <a:gd name="connsiteX137" fmla="*/ 385539 w 953494"/>
                <a:gd name="connsiteY137" fmla="*/ 420314 h 760870"/>
                <a:gd name="connsiteX138" fmla="*/ 354487 w 953494"/>
                <a:gd name="connsiteY138" fmla="*/ 435998 h 760870"/>
                <a:gd name="connsiteX139" fmla="*/ 334253 w 953494"/>
                <a:gd name="connsiteY139" fmla="*/ 426199 h 760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953494" h="760870">
                  <a:moveTo>
                    <a:pt x="786050" y="301982"/>
                  </a:moveTo>
                  <a:lnTo>
                    <a:pt x="737497" y="294648"/>
                  </a:lnTo>
                  <a:lnTo>
                    <a:pt x="738666" y="255844"/>
                  </a:lnTo>
                  <a:lnTo>
                    <a:pt x="758126" y="247607"/>
                  </a:lnTo>
                  <a:lnTo>
                    <a:pt x="767658" y="231008"/>
                  </a:lnTo>
                  <a:lnTo>
                    <a:pt x="796497" y="233232"/>
                  </a:lnTo>
                  <a:lnTo>
                    <a:pt x="791019" y="211269"/>
                  </a:lnTo>
                  <a:lnTo>
                    <a:pt x="815423" y="197796"/>
                  </a:lnTo>
                  <a:lnTo>
                    <a:pt x="823494" y="242498"/>
                  </a:lnTo>
                  <a:lnTo>
                    <a:pt x="837856" y="256365"/>
                  </a:lnTo>
                  <a:lnTo>
                    <a:pt x="857964" y="251128"/>
                  </a:lnTo>
                  <a:lnTo>
                    <a:pt x="856782" y="269952"/>
                  </a:lnTo>
                  <a:lnTo>
                    <a:pt x="895142" y="278849"/>
                  </a:lnTo>
                  <a:lnTo>
                    <a:pt x="896590" y="302363"/>
                  </a:lnTo>
                  <a:lnTo>
                    <a:pt x="945652" y="296008"/>
                  </a:lnTo>
                  <a:lnTo>
                    <a:pt x="952452" y="329461"/>
                  </a:lnTo>
                  <a:lnTo>
                    <a:pt x="906504" y="328546"/>
                  </a:lnTo>
                  <a:lnTo>
                    <a:pt x="904280" y="369066"/>
                  </a:lnTo>
                  <a:lnTo>
                    <a:pt x="937428" y="383835"/>
                  </a:lnTo>
                  <a:lnTo>
                    <a:pt x="953494" y="441870"/>
                  </a:lnTo>
                  <a:lnTo>
                    <a:pt x="932751" y="436112"/>
                  </a:lnTo>
                  <a:lnTo>
                    <a:pt x="924515" y="435858"/>
                  </a:lnTo>
                  <a:lnTo>
                    <a:pt x="923460" y="437422"/>
                  </a:lnTo>
                  <a:lnTo>
                    <a:pt x="922036" y="439786"/>
                  </a:lnTo>
                  <a:lnTo>
                    <a:pt x="928303" y="446141"/>
                  </a:lnTo>
                  <a:lnTo>
                    <a:pt x="905983" y="457771"/>
                  </a:lnTo>
                  <a:lnTo>
                    <a:pt x="902844" y="426669"/>
                  </a:lnTo>
                  <a:lnTo>
                    <a:pt x="875059" y="398567"/>
                  </a:lnTo>
                  <a:lnTo>
                    <a:pt x="811369" y="378828"/>
                  </a:lnTo>
                  <a:lnTo>
                    <a:pt x="798061" y="385361"/>
                  </a:lnTo>
                  <a:lnTo>
                    <a:pt x="792977" y="388106"/>
                  </a:lnTo>
                  <a:lnTo>
                    <a:pt x="778881" y="386543"/>
                  </a:lnTo>
                  <a:lnTo>
                    <a:pt x="794133" y="343328"/>
                  </a:lnTo>
                  <a:lnTo>
                    <a:pt x="811369" y="333910"/>
                  </a:lnTo>
                  <a:lnTo>
                    <a:pt x="796625" y="322687"/>
                  </a:lnTo>
                  <a:close/>
                  <a:moveTo>
                    <a:pt x="340011" y="693456"/>
                  </a:moveTo>
                  <a:lnTo>
                    <a:pt x="329957" y="746394"/>
                  </a:lnTo>
                  <a:lnTo>
                    <a:pt x="312773" y="760871"/>
                  </a:lnTo>
                  <a:lnTo>
                    <a:pt x="295550" y="698006"/>
                  </a:lnTo>
                  <a:lnTo>
                    <a:pt x="271681" y="693837"/>
                  </a:lnTo>
                  <a:lnTo>
                    <a:pt x="276116" y="657626"/>
                  </a:lnTo>
                  <a:lnTo>
                    <a:pt x="292551" y="644407"/>
                  </a:lnTo>
                  <a:lnTo>
                    <a:pt x="314870" y="627693"/>
                  </a:lnTo>
                  <a:lnTo>
                    <a:pt x="327656" y="621681"/>
                  </a:lnTo>
                  <a:lnTo>
                    <a:pt x="364071" y="625990"/>
                  </a:lnTo>
                  <a:lnTo>
                    <a:pt x="392987" y="602387"/>
                  </a:lnTo>
                  <a:lnTo>
                    <a:pt x="390508" y="634404"/>
                  </a:lnTo>
                  <a:lnTo>
                    <a:pt x="371443" y="645005"/>
                  </a:lnTo>
                  <a:close/>
                  <a:moveTo>
                    <a:pt x="326029" y="411137"/>
                  </a:moveTo>
                  <a:lnTo>
                    <a:pt x="292106" y="419119"/>
                  </a:lnTo>
                  <a:lnTo>
                    <a:pt x="282052" y="451136"/>
                  </a:lnTo>
                  <a:lnTo>
                    <a:pt x="253085" y="443434"/>
                  </a:lnTo>
                  <a:lnTo>
                    <a:pt x="262999" y="477281"/>
                  </a:lnTo>
                  <a:lnTo>
                    <a:pt x="259733" y="491656"/>
                  </a:lnTo>
                  <a:lnTo>
                    <a:pt x="190170" y="480547"/>
                  </a:lnTo>
                  <a:lnTo>
                    <a:pt x="187170" y="497668"/>
                  </a:lnTo>
                  <a:lnTo>
                    <a:pt x="158852" y="495317"/>
                  </a:lnTo>
                  <a:lnTo>
                    <a:pt x="146968" y="513746"/>
                  </a:lnTo>
                  <a:lnTo>
                    <a:pt x="124535" y="494796"/>
                  </a:lnTo>
                  <a:lnTo>
                    <a:pt x="122831" y="471269"/>
                  </a:lnTo>
                  <a:lnTo>
                    <a:pt x="95695" y="460147"/>
                  </a:lnTo>
                  <a:lnTo>
                    <a:pt x="86429" y="464863"/>
                  </a:lnTo>
                  <a:lnTo>
                    <a:pt x="50841" y="437409"/>
                  </a:lnTo>
                  <a:lnTo>
                    <a:pt x="21607" y="425970"/>
                  </a:lnTo>
                  <a:lnTo>
                    <a:pt x="8999" y="396863"/>
                  </a:lnTo>
                  <a:lnTo>
                    <a:pt x="37851" y="373744"/>
                  </a:lnTo>
                  <a:lnTo>
                    <a:pt x="0" y="332690"/>
                  </a:lnTo>
                  <a:lnTo>
                    <a:pt x="25967" y="294788"/>
                  </a:lnTo>
                  <a:lnTo>
                    <a:pt x="44244" y="291915"/>
                  </a:lnTo>
                  <a:lnTo>
                    <a:pt x="82083" y="256327"/>
                  </a:lnTo>
                  <a:lnTo>
                    <a:pt x="105062" y="257598"/>
                  </a:lnTo>
                  <a:lnTo>
                    <a:pt x="108952" y="237605"/>
                  </a:lnTo>
                  <a:lnTo>
                    <a:pt x="99712" y="230283"/>
                  </a:lnTo>
                  <a:lnTo>
                    <a:pt x="91475" y="210799"/>
                  </a:lnTo>
                  <a:lnTo>
                    <a:pt x="105062" y="196563"/>
                  </a:lnTo>
                  <a:lnTo>
                    <a:pt x="105698" y="177752"/>
                  </a:lnTo>
                  <a:lnTo>
                    <a:pt x="129847" y="164673"/>
                  </a:lnTo>
                  <a:lnTo>
                    <a:pt x="131678" y="138668"/>
                  </a:lnTo>
                  <a:lnTo>
                    <a:pt x="166529" y="102584"/>
                  </a:lnTo>
                  <a:lnTo>
                    <a:pt x="187679" y="106778"/>
                  </a:lnTo>
                  <a:lnTo>
                    <a:pt x="214167" y="96051"/>
                  </a:lnTo>
                  <a:lnTo>
                    <a:pt x="236079" y="104414"/>
                  </a:lnTo>
                  <a:lnTo>
                    <a:pt x="249132" y="88349"/>
                  </a:lnTo>
                  <a:lnTo>
                    <a:pt x="299770" y="70300"/>
                  </a:lnTo>
                  <a:lnTo>
                    <a:pt x="326652" y="89264"/>
                  </a:lnTo>
                  <a:lnTo>
                    <a:pt x="348450" y="77621"/>
                  </a:lnTo>
                  <a:lnTo>
                    <a:pt x="340100" y="60640"/>
                  </a:lnTo>
                  <a:lnTo>
                    <a:pt x="314133" y="48223"/>
                  </a:lnTo>
                  <a:lnTo>
                    <a:pt x="318683" y="0"/>
                  </a:lnTo>
                  <a:lnTo>
                    <a:pt x="339439" y="4563"/>
                  </a:lnTo>
                  <a:lnTo>
                    <a:pt x="343366" y="24429"/>
                  </a:lnTo>
                  <a:lnTo>
                    <a:pt x="371405" y="15672"/>
                  </a:lnTo>
                  <a:lnTo>
                    <a:pt x="383810" y="22726"/>
                  </a:lnTo>
                  <a:lnTo>
                    <a:pt x="402596" y="12672"/>
                  </a:lnTo>
                  <a:lnTo>
                    <a:pt x="421000" y="18290"/>
                  </a:lnTo>
                  <a:lnTo>
                    <a:pt x="437701" y="36987"/>
                  </a:lnTo>
                  <a:lnTo>
                    <a:pt x="429274" y="81269"/>
                  </a:lnTo>
                  <a:lnTo>
                    <a:pt x="441146" y="94475"/>
                  </a:lnTo>
                  <a:lnTo>
                    <a:pt x="433710" y="118383"/>
                  </a:lnTo>
                  <a:lnTo>
                    <a:pt x="462804" y="140079"/>
                  </a:lnTo>
                  <a:lnTo>
                    <a:pt x="485682" y="125577"/>
                  </a:lnTo>
                  <a:lnTo>
                    <a:pt x="497706" y="97614"/>
                  </a:lnTo>
                  <a:lnTo>
                    <a:pt x="484119" y="56840"/>
                  </a:lnTo>
                  <a:lnTo>
                    <a:pt x="492864" y="25598"/>
                  </a:lnTo>
                  <a:lnTo>
                    <a:pt x="511522" y="18544"/>
                  </a:lnTo>
                  <a:lnTo>
                    <a:pt x="517877" y="44549"/>
                  </a:lnTo>
                  <a:lnTo>
                    <a:pt x="534464" y="58530"/>
                  </a:lnTo>
                  <a:lnTo>
                    <a:pt x="556783" y="59967"/>
                  </a:lnTo>
                  <a:lnTo>
                    <a:pt x="568527" y="95555"/>
                  </a:lnTo>
                  <a:lnTo>
                    <a:pt x="570612" y="141439"/>
                  </a:lnTo>
                  <a:lnTo>
                    <a:pt x="596452" y="140397"/>
                  </a:lnTo>
                  <a:lnTo>
                    <a:pt x="623855" y="122234"/>
                  </a:lnTo>
                  <a:lnTo>
                    <a:pt x="653088" y="130864"/>
                  </a:lnTo>
                  <a:lnTo>
                    <a:pt x="666396" y="153590"/>
                  </a:lnTo>
                  <a:lnTo>
                    <a:pt x="682589" y="163669"/>
                  </a:lnTo>
                  <a:lnTo>
                    <a:pt x="675522" y="184222"/>
                  </a:lnTo>
                  <a:lnTo>
                    <a:pt x="641840" y="187870"/>
                  </a:lnTo>
                  <a:lnTo>
                    <a:pt x="622902" y="220293"/>
                  </a:lnTo>
                  <a:lnTo>
                    <a:pt x="633604" y="252717"/>
                  </a:lnTo>
                  <a:lnTo>
                    <a:pt x="657207" y="258195"/>
                  </a:lnTo>
                  <a:lnTo>
                    <a:pt x="670654" y="267601"/>
                  </a:lnTo>
                  <a:lnTo>
                    <a:pt x="654982" y="337786"/>
                  </a:lnTo>
                  <a:lnTo>
                    <a:pt x="634900" y="344459"/>
                  </a:lnTo>
                  <a:lnTo>
                    <a:pt x="594316" y="273752"/>
                  </a:lnTo>
                  <a:lnTo>
                    <a:pt x="570701" y="292563"/>
                  </a:lnTo>
                  <a:lnTo>
                    <a:pt x="541366" y="271922"/>
                  </a:lnTo>
                  <a:lnTo>
                    <a:pt x="524270" y="284734"/>
                  </a:lnTo>
                  <a:lnTo>
                    <a:pt x="551025" y="324339"/>
                  </a:lnTo>
                  <a:lnTo>
                    <a:pt x="524131" y="348387"/>
                  </a:lnTo>
                  <a:lnTo>
                    <a:pt x="516695" y="355187"/>
                  </a:lnTo>
                  <a:lnTo>
                    <a:pt x="487335" y="337024"/>
                  </a:lnTo>
                  <a:lnTo>
                    <a:pt x="462944" y="342629"/>
                  </a:lnTo>
                  <a:lnTo>
                    <a:pt x="448454" y="344472"/>
                  </a:lnTo>
                  <a:lnTo>
                    <a:pt x="446484" y="384725"/>
                  </a:lnTo>
                  <a:lnTo>
                    <a:pt x="426389" y="383556"/>
                  </a:lnTo>
                  <a:lnTo>
                    <a:pt x="410743" y="404108"/>
                  </a:lnTo>
                  <a:lnTo>
                    <a:pt x="394550" y="402024"/>
                  </a:lnTo>
                  <a:lnTo>
                    <a:pt x="385539" y="420314"/>
                  </a:lnTo>
                  <a:lnTo>
                    <a:pt x="354487" y="435998"/>
                  </a:lnTo>
                  <a:lnTo>
                    <a:pt x="334253" y="426199"/>
                  </a:lnTo>
                  <a:close/>
                </a:path>
              </a:pathLst>
            </a:custGeom>
            <a:solidFill>
              <a:srgbClr val="FFFFFF"/>
            </a:solidFill>
            <a:ln w="12700" cap="flat">
              <a:noFill/>
              <a:prstDash val="solid"/>
              <a:miter/>
            </a:ln>
          </p:spPr>
          <p:txBody>
            <a:bodyPr rtlCol="0" anchor="ctr"/>
            <a:lstStyle/>
            <a:p>
              <a:endParaRPr lang="de-CH"/>
            </a:p>
          </p:txBody>
        </p:sp>
        <p:sp>
          <p:nvSpPr>
            <p:cNvPr id="38" name="Freihandform: Form 37">
              <a:extLst>
                <a:ext uri="{FF2B5EF4-FFF2-40B4-BE49-F238E27FC236}">
                  <a16:creationId xmlns:a16="http://schemas.microsoft.com/office/drawing/2014/main" id="{B6D69912-082D-B50E-7B98-CA8E0E5931CD}"/>
                </a:ext>
              </a:extLst>
            </p:cNvPr>
            <p:cNvSpPr/>
            <p:nvPr/>
          </p:nvSpPr>
          <p:spPr>
            <a:xfrm>
              <a:off x="6465557" y="486499"/>
              <a:ext cx="953494" cy="760870"/>
            </a:xfrm>
            <a:custGeom>
              <a:avLst/>
              <a:gdLst>
                <a:gd name="connsiteX0" fmla="*/ 786050 w 953494"/>
                <a:gd name="connsiteY0" fmla="*/ 301982 h 760870"/>
                <a:gd name="connsiteX1" fmla="*/ 737497 w 953494"/>
                <a:gd name="connsiteY1" fmla="*/ 294648 h 760870"/>
                <a:gd name="connsiteX2" fmla="*/ 738666 w 953494"/>
                <a:gd name="connsiteY2" fmla="*/ 255844 h 760870"/>
                <a:gd name="connsiteX3" fmla="*/ 758126 w 953494"/>
                <a:gd name="connsiteY3" fmla="*/ 247607 h 760870"/>
                <a:gd name="connsiteX4" fmla="*/ 767658 w 953494"/>
                <a:gd name="connsiteY4" fmla="*/ 231008 h 760870"/>
                <a:gd name="connsiteX5" fmla="*/ 796497 w 953494"/>
                <a:gd name="connsiteY5" fmla="*/ 233232 h 760870"/>
                <a:gd name="connsiteX6" fmla="*/ 791019 w 953494"/>
                <a:gd name="connsiteY6" fmla="*/ 211269 h 760870"/>
                <a:gd name="connsiteX7" fmla="*/ 815423 w 953494"/>
                <a:gd name="connsiteY7" fmla="*/ 197796 h 760870"/>
                <a:gd name="connsiteX8" fmla="*/ 823494 w 953494"/>
                <a:gd name="connsiteY8" fmla="*/ 242498 h 760870"/>
                <a:gd name="connsiteX9" fmla="*/ 837856 w 953494"/>
                <a:gd name="connsiteY9" fmla="*/ 256365 h 760870"/>
                <a:gd name="connsiteX10" fmla="*/ 857964 w 953494"/>
                <a:gd name="connsiteY10" fmla="*/ 251128 h 760870"/>
                <a:gd name="connsiteX11" fmla="*/ 856782 w 953494"/>
                <a:gd name="connsiteY11" fmla="*/ 269952 h 760870"/>
                <a:gd name="connsiteX12" fmla="*/ 895142 w 953494"/>
                <a:gd name="connsiteY12" fmla="*/ 278849 h 760870"/>
                <a:gd name="connsiteX13" fmla="*/ 896590 w 953494"/>
                <a:gd name="connsiteY13" fmla="*/ 302363 h 760870"/>
                <a:gd name="connsiteX14" fmla="*/ 945652 w 953494"/>
                <a:gd name="connsiteY14" fmla="*/ 296008 h 760870"/>
                <a:gd name="connsiteX15" fmla="*/ 952452 w 953494"/>
                <a:gd name="connsiteY15" fmla="*/ 329461 h 760870"/>
                <a:gd name="connsiteX16" fmla="*/ 906504 w 953494"/>
                <a:gd name="connsiteY16" fmla="*/ 328546 h 760870"/>
                <a:gd name="connsiteX17" fmla="*/ 904280 w 953494"/>
                <a:gd name="connsiteY17" fmla="*/ 369066 h 760870"/>
                <a:gd name="connsiteX18" fmla="*/ 937428 w 953494"/>
                <a:gd name="connsiteY18" fmla="*/ 383835 h 760870"/>
                <a:gd name="connsiteX19" fmla="*/ 953494 w 953494"/>
                <a:gd name="connsiteY19" fmla="*/ 441870 h 760870"/>
                <a:gd name="connsiteX20" fmla="*/ 932751 w 953494"/>
                <a:gd name="connsiteY20" fmla="*/ 436112 h 760870"/>
                <a:gd name="connsiteX21" fmla="*/ 924515 w 953494"/>
                <a:gd name="connsiteY21" fmla="*/ 435858 h 760870"/>
                <a:gd name="connsiteX22" fmla="*/ 923460 w 953494"/>
                <a:gd name="connsiteY22" fmla="*/ 437422 h 760870"/>
                <a:gd name="connsiteX23" fmla="*/ 922036 w 953494"/>
                <a:gd name="connsiteY23" fmla="*/ 439786 h 760870"/>
                <a:gd name="connsiteX24" fmla="*/ 928303 w 953494"/>
                <a:gd name="connsiteY24" fmla="*/ 446141 h 760870"/>
                <a:gd name="connsiteX25" fmla="*/ 905983 w 953494"/>
                <a:gd name="connsiteY25" fmla="*/ 457771 h 760870"/>
                <a:gd name="connsiteX26" fmla="*/ 902844 w 953494"/>
                <a:gd name="connsiteY26" fmla="*/ 426669 h 760870"/>
                <a:gd name="connsiteX27" fmla="*/ 875059 w 953494"/>
                <a:gd name="connsiteY27" fmla="*/ 398567 h 760870"/>
                <a:gd name="connsiteX28" fmla="*/ 811369 w 953494"/>
                <a:gd name="connsiteY28" fmla="*/ 378828 h 760870"/>
                <a:gd name="connsiteX29" fmla="*/ 798061 w 953494"/>
                <a:gd name="connsiteY29" fmla="*/ 385361 h 760870"/>
                <a:gd name="connsiteX30" fmla="*/ 792977 w 953494"/>
                <a:gd name="connsiteY30" fmla="*/ 388106 h 760870"/>
                <a:gd name="connsiteX31" fmla="*/ 778881 w 953494"/>
                <a:gd name="connsiteY31" fmla="*/ 386543 h 760870"/>
                <a:gd name="connsiteX32" fmla="*/ 794133 w 953494"/>
                <a:gd name="connsiteY32" fmla="*/ 343328 h 760870"/>
                <a:gd name="connsiteX33" fmla="*/ 811369 w 953494"/>
                <a:gd name="connsiteY33" fmla="*/ 333910 h 760870"/>
                <a:gd name="connsiteX34" fmla="*/ 796625 w 953494"/>
                <a:gd name="connsiteY34" fmla="*/ 322687 h 760870"/>
                <a:gd name="connsiteX35" fmla="*/ 340011 w 953494"/>
                <a:gd name="connsiteY35" fmla="*/ 693456 h 760870"/>
                <a:gd name="connsiteX36" fmla="*/ 329957 w 953494"/>
                <a:gd name="connsiteY36" fmla="*/ 746394 h 760870"/>
                <a:gd name="connsiteX37" fmla="*/ 312773 w 953494"/>
                <a:gd name="connsiteY37" fmla="*/ 760871 h 760870"/>
                <a:gd name="connsiteX38" fmla="*/ 295550 w 953494"/>
                <a:gd name="connsiteY38" fmla="*/ 698006 h 760870"/>
                <a:gd name="connsiteX39" fmla="*/ 271681 w 953494"/>
                <a:gd name="connsiteY39" fmla="*/ 693837 h 760870"/>
                <a:gd name="connsiteX40" fmla="*/ 276116 w 953494"/>
                <a:gd name="connsiteY40" fmla="*/ 657626 h 760870"/>
                <a:gd name="connsiteX41" fmla="*/ 292551 w 953494"/>
                <a:gd name="connsiteY41" fmla="*/ 644407 h 760870"/>
                <a:gd name="connsiteX42" fmla="*/ 314870 w 953494"/>
                <a:gd name="connsiteY42" fmla="*/ 627693 h 760870"/>
                <a:gd name="connsiteX43" fmla="*/ 327656 w 953494"/>
                <a:gd name="connsiteY43" fmla="*/ 621681 h 760870"/>
                <a:gd name="connsiteX44" fmla="*/ 364071 w 953494"/>
                <a:gd name="connsiteY44" fmla="*/ 625990 h 760870"/>
                <a:gd name="connsiteX45" fmla="*/ 392987 w 953494"/>
                <a:gd name="connsiteY45" fmla="*/ 602387 h 760870"/>
                <a:gd name="connsiteX46" fmla="*/ 390508 w 953494"/>
                <a:gd name="connsiteY46" fmla="*/ 634404 h 760870"/>
                <a:gd name="connsiteX47" fmla="*/ 371443 w 953494"/>
                <a:gd name="connsiteY47" fmla="*/ 645005 h 760870"/>
                <a:gd name="connsiteX48" fmla="*/ 326029 w 953494"/>
                <a:gd name="connsiteY48" fmla="*/ 411137 h 760870"/>
                <a:gd name="connsiteX49" fmla="*/ 292106 w 953494"/>
                <a:gd name="connsiteY49" fmla="*/ 419119 h 760870"/>
                <a:gd name="connsiteX50" fmla="*/ 282052 w 953494"/>
                <a:gd name="connsiteY50" fmla="*/ 451136 h 760870"/>
                <a:gd name="connsiteX51" fmla="*/ 253085 w 953494"/>
                <a:gd name="connsiteY51" fmla="*/ 443434 h 760870"/>
                <a:gd name="connsiteX52" fmla="*/ 262999 w 953494"/>
                <a:gd name="connsiteY52" fmla="*/ 477281 h 760870"/>
                <a:gd name="connsiteX53" fmla="*/ 259733 w 953494"/>
                <a:gd name="connsiteY53" fmla="*/ 491656 h 760870"/>
                <a:gd name="connsiteX54" fmla="*/ 190170 w 953494"/>
                <a:gd name="connsiteY54" fmla="*/ 480547 h 760870"/>
                <a:gd name="connsiteX55" fmla="*/ 187170 w 953494"/>
                <a:gd name="connsiteY55" fmla="*/ 497668 h 760870"/>
                <a:gd name="connsiteX56" fmla="*/ 158852 w 953494"/>
                <a:gd name="connsiteY56" fmla="*/ 495317 h 760870"/>
                <a:gd name="connsiteX57" fmla="*/ 146968 w 953494"/>
                <a:gd name="connsiteY57" fmla="*/ 513746 h 760870"/>
                <a:gd name="connsiteX58" fmla="*/ 124535 w 953494"/>
                <a:gd name="connsiteY58" fmla="*/ 494796 h 760870"/>
                <a:gd name="connsiteX59" fmla="*/ 122831 w 953494"/>
                <a:gd name="connsiteY59" fmla="*/ 471269 h 760870"/>
                <a:gd name="connsiteX60" fmla="*/ 95695 w 953494"/>
                <a:gd name="connsiteY60" fmla="*/ 460147 h 760870"/>
                <a:gd name="connsiteX61" fmla="*/ 86429 w 953494"/>
                <a:gd name="connsiteY61" fmla="*/ 464863 h 760870"/>
                <a:gd name="connsiteX62" fmla="*/ 50841 w 953494"/>
                <a:gd name="connsiteY62" fmla="*/ 437409 h 760870"/>
                <a:gd name="connsiteX63" fmla="*/ 21607 w 953494"/>
                <a:gd name="connsiteY63" fmla="*/ 425970 h 760870"/>
                <a:gd name="connsiteX64" fmla="*/ 8999 w 953494"/>
                <a:gd name="connsiteY64" fmla="*/ 396863 h 760870"/>
                <a:gd name="connsiteX65" fmla="*/ 37851 w 953494"/>
                <a:gd name="connsiteY65" fmla="*/ 373744 h 760870"/>
                <a:gd name="connsiteX66" fmla="*/ 0 w 953494"/>
                <a:gd name="connsiteY66" fmla="*/ 332690 h 760870"/>
                <a:gd name="connsiteX67" fmla="*/ 25967 w 953494"/>
                <a:gd name="connsiteY67" fmla="*/ 294788 h 760870"/>
                <a:gd name="connsiteX68" fmla="*/ 44244 w 953494"/>
                <a:gd name="connsiteY68" fmla="*/ 291915 h 760870"/>
                <a:gd name="connsiteX69" fmla="*/ 82083 w 953494"/>
                <a:gd name="connsiteY69" fmla="*/ 256327 h 760870"/>
                <a:gd name="connsiteX70" fmla="*/ 105062 w 953494"/>
                <a:gd name="connsiteY70" fmla="*/ 257598 h 760870"/>
                <a:gd name="connsiteX71" fmla="*/ 108952 w 953494"/>
                <a:gd name="connsiteY71" fmla="*/ 237605 h 760870"/>
                <a:gd name="connsiteX72" fmla="*/ 99712 w 953494"/>
                <a:gd name="connsiteY72" fmla="*/ 230283 h 760870"/>
                <a:gd name="connsiteX73" fmla="*/ 91475 w 953494"/>
                <a:gd name="connsiteY73" fmla="*/ 210799 h 760870"/>
                <a:gd name="connsiteX74" fmla="*/ 105062 w 953494"/>
                <a:gd name="connsiteY74" fmla="*/ 196563 h 760870"/>
                <a:gd name="connsiteX75" fmla="*/ 105698 w 953494"/>
                <a:gd name="connsiteY75" fmla="*/ 177752 h 760870"/>
                <a:gd name="connsiteX76" fmla="*/ 129847 w 953494"/>
                <a:gd name="connsiteY76" fmla="*/ 164673 h 760870"/>
                <a:gd name="connsiteX77" fmla="*/ 131678 w 953494"/>
                <a:gd name="connsiteY77" fmla="*/ 138668 h 760870"/>
                <a:gd name="connsiteX78" fmla="*/ 166529 w 953494"/>
                <a:gd name="connsiteY78" fmla="*/ 102584 h 760870"/>
                <a:gd name="connsiteX79" fmla="*/ 187679 w 953494"/>
                <a:gd name="connsiteY79" fmla="*/ 106778 h 760870"/>
                <a:gd name="connsiteX80" fmla="*/ 214167 w 953494"/>
                <a:gd name="connsiteY80" fmla="*/ 96051 h 760870"/>
                <a:gd name="connsiteX81" fmla="*/ 236079 w 953494"/>
                <a:gd name="connsiteY81" fmla="*/ 104414 h 760870"/>
                <a:gd name="connsiteX82" fmla="*/ 249132 w 953494"/>
                <a:gd name="connsiteY82" fmla="*/ 88349 h 760870"/>
                <a:gd name="connsiteX83" fmla="*/ 299770 w 953494"/>
                <a:gd name="connsiteY83" fmla="*/ 70300 h 760870"/>
                <a:gd name="connsiteX84" fmla="*/ 326652 w 953494"/>
                <a:gd name="connsiteY84" fmla="*/ 89264 h 760870"/>
                <a:gd name="connsiteX85" fmla="*/ 348450 w 953494"/>
                <a:gd name="connsiteY85" fmla="*/ 77621 h 760870"/>
                <a:gd name="connsiteX86" fmla="*/ 340100 w 953494"/>
                <a:gd name="connsiteY86" fmla="*/ 60640 h 760870"/>
                <a:gd name="connsiteX87" fmla="*/ 314133 w 953494"/>
                <a:gd name="connsiteY87" fmla="*/ 48223 h 760870"/>
                <a:gd name="connsiteX88" fmla="*/ 318683 w 953494"/>
                <a:gd name="connsiteY88" fmla="*/ 0 h 760870"/>
                <a:gd name="connsiteX89" fmla="*/ 339439 w 953494"/>
                <a:gd name="connsiteY89" fmla="*/ 4563 h 760870"/>
                <a:gd name="connsiteX90" fmla="*/ 343366 w 953494"/>
                <a:gd name="connsiteY90" fmla="*/ 24429 h 760870"/>
                <a:gd name="connsiteX91" fmla="*/ 371405 w 953494"/>
                <a:gd name="connsiteY91" fmla="*/ 15672 h 760870"/>
                <a:gd name="connsiteX92" fmla="*/ 383810 w 953494"/>
                <a:gd name="connsiteY92" fmla="*/ 22726 h 760870"/>
                <a:gd name="connsiteX93" fmla="*/ 402596 w 953494"/>
                <a:gd name="connsiteY93" fmla="*/ 12672 h 760870"/>
                <a:gd name="connsiteX94" fmla="*/ 421000 w 953494"/>
                <a:gd name="connsiteY94" fmla="*/ 18290 h 760870"/>
                <a:gd name="connsiteX95" fmla="*/ 437701 w 953494"/>
                <a:gd name="connsiteY95" fmla="*/ 36987 h 760870"/>
                <a:gd name="connsiteX96" fmla="*/ 429274 w 953494"/>
                <a:gd name="connsiteY96" fmla="*/ 81269 h 760870"/>
                <a:gd name="connsiteX97" fmla="*/ 441146 w 953494"/>
                <a:gd name="connsiteY97" fmla="*/ 94475 h 760870"/>
                <a:gd name="connsiteX98" fmla="*/ 433710 w 953494"/>
                <a:gd name="connsiteY98" fmla="*/ 118383 h 760870"/>
                <a:gd name="connsiteX99" fmla="*/ 462804 w 953494"/>
                <a:gd name="connsiteY99" fmla="*/ 140079 h 760870"/>
                <a:gd name="connsiteX100" fmla="*/ 485682 w 953494"/>
                <a:gd name="connsiteY100" fmla="*/ 125577 h 760870"/>
                <a:gd name="connsiteX101" fmla="*/ 497706 w 953494"/>
                <a:gd name="connsiteY101" fmla="*/ 97614 h 760870"/>
                <a:gd name="connsiteX102" fmla="*/ 484119 w 953494"/>
                <a:gd name="connsiteY102" fmla="*/ 56840 h 760870"/>
                <a:gd name="connsiteX103" fmla="*/ 492864 w 953494"/>
                <a:gd name="connsiteY103" fmla="*/ 25598 h 760870"/>
                <a:gd name="connsiteX104" fmla="*/ 511522 w 953494"/>
                <a:gd name="connsiteY104" fmla="*/ 18544 h 760870"/>
                <a:gd name="connsiteX105" fmla="*/ 517877 w 953494"/>
                <a:gd name="connsiteY105" fmla="*/ 44549 h 760870"/>
                <a:gd name="connsiteX106" fmla="*/ 534464 w 953494"/>
                <a:gd name="connsiteY106" fmla="*/ 58530 h 760870"/>
                <a:gd name="connsiteX107" fmla="*/ 556783 w 953494"/>
                <a:gd name="connsiteY107" fmla="*/ 59967 h 760870"/>
                <a:gd name="connsiteX108" fmla="*/ 568527 w 953494"/>
                <a:gd name="connsiteY108" fmla="*/ 95555 h 760870"/>
                <a:gd name="connsiteX109" fmla="*/ 570612 w 953494"/>
                <a:gd name="connsiteY109" fmla="*/ 141439 h 760870"/>
                <a:gd name="connsiteX110" fmla="*/ 596452 w 953494"/>
                <a:gd name="connsiteY110" fmla="*/ 140397 h 760870"/>
                <a:gd name="connsiteX111" fmla="*/ 623855 w 953494"/>
                <a:gd name="connsiteY111" fmla="*/ 122234 h 760870"/>
                <a:gd name="connsiteX112" fmla="*/ 653088 w 953494"/>
                <a:gd name="connsiteY112" fmla="*/ 130864 h 760870"/>
                <a:gd name="connsiteX113" fmla="*/ 666396 w 953494"/>
                <a:gd name="connsiteY113" fmla="*/ 153590 h 760870"/>
                <a:gd name="connsiteX114" fmla="*/ 682589 w 953494"/>
                <a:gd name="connsiteY114" fmla="*/ 163669 h 760870"/>
                <a:gd name="connsiteX115" fmla="*/ 675522 w 953494"/>
                <a:gd name="connsiteY115" fmla="*/ 184222 h 760870"/>
                <a:gd name="connsiteX116" fmla="*/ 641840 w 953494"/>
                <a:gd name="connsiteY116" fmla="*/ 187870 h 760870"/>
                <a:gd name="connsiteX117" fmla="*/ 622902 w 953494"/>
                <a:gd name="connsiteY117" fmla="*/ 220293 h 760870"/>
                <a:gd name="connsiteX118" fmla="*/ 633604 w 953494"/>
                <a:gd name="connsiteY118" fmla="*/ 252717 h 760870"/>
                <a:gd name="connsiteX119" fmla="*/ 657207 w 953494"/>
                <a:gd name="connsiteY119" fmla="*/ 258195 h 760870"/>
                <a:gd name="connsiteX120" fmla="*/ 670654 w 953494"/>
                <a:gd name="connsiteY120" fmla="*/ 267601 h 760870"/>
                <a:gd name="connsiteX121" fmla="*/ 654982 w 953494"/>
                <a:gd name="connsiteY121" fmla="*/ 337786 h 760870"/>
                <a:gd name="connsiteX122" fmla="*/ 634900 w 953494"/>
                <a:gd name="connsiteY122" fmla="*/ 344459 h 760870"/>
                <a:gd name="connsiteX123" fmla="*/ 594316 w 953494"/>
                <a:gd name="connsiteY123" fmla="*/ 273752 h 760870"/>
                <a:gd name="connsiteX124" fmla="*/ 570701 w 953494"/>
                <a:gd name="connsiteY124" fmla="*/ 292563 h 760870"/>
                <a:gd name="connsiteX125" fmla="*/ 541366 w 953494"/>
                <a:gd name="connsiteY125" fmla="*/ 271922 h 760870"/>
                <a:gd name="connsiteX126" fmla="*/ 524270 w 953494"/>
                <a:gd name="connsiteY126" fmla="*/ 284734 h 760870"/>
                <a:gd name="connsiteX127" fmla="*/ 551025 w 953494"/>
                <a:gd name="connsiteY127" fmla="*/ 324339 h 760870"/>
                <a:gd name="connsiteX128" fmla="*/ 524131 w 953494"/>
                <a:gd name="connsiteY128" fmla="*/ 348387 h 760870"/>
                <a:gd name="connsiteX129" fmla="*/ 516695 w 953494"/>
                <a:gd name="connsiteY129" fmla="*/ 355187 h 760870"/>
                <a:gd name="connsiteX130" fmla="*/ 487335 w 953494"/>
                <a:gd name="connsiteY130" fmla="*/ 337024 h 760870"/>
                <a:gd name="connsiteX131" fmla="*/ 462944 w 953494"/>
                <a:gd name="connsiteY131" fmla="*/ 342629 h 760870"/>
                <a:gd name="connsiteX132" fmla="*/ 448454 w 953494"/>
                <a:gd name="connsiteY132" fmla="*/ 344472 h 760870"/>
                <a:gd name="connsiteX133" fmla="*/ 446484 w 953494"/>
                <a:gd name="connsiteY133" fmla="*/ 384725 h 760870"/>
                <a:gd name="connsiteX134" fmla="*/ 426389 w 953494"/>
                <a:gd name="connsiteY134" fmla="*/ 383556 h 760870"/>
                <a:gd name="connsiteX135" fmla="*/ 410743 w 953494"/>
                <a:gd name="connsiteY135" fmla="*/ 404108 h 760870"/>
                <a:gd name="connsiteX136" fmla="*/ 394550 w 953494"/>
                <a:gd name="connsiteY136" fmla="*/ 402024 h 760870"/>
                <a:gd name="connsiteX137" fmla="*/ 385539 w 953494"/>
                <a:gd name="connsiteY137" fmla="*/ 420314 h 760870"/>
                <a:gd name="connsiteX138" fmla="*/ 354487 w 953494"/>
                <a:gd name="connsiteY138" fmla="*/ 435998 h 760870"/>
                <a:gd name="connsiteX139" fmla="*/ 334253 w 953494"/>
                <a:gd name="connsiteY139" fmla="*/ 426199 h 760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953494" h="760870">
                  <a:moveTo>
                    <a:pt x="786050" y="301982"/>
                  </a:moveTo>
                  <a:lnTo>
                    <a:pt x="737497" y="294648"/>
                  </a:lnTo>
                  <a:lnTo>
                    <a:pt x="738666" y="255844"/>
                  </a:lnTo>
                  <a:lnTo>
                    <a:pt x="758126" y="247607"/>
                  </a:lnTo>
                  <a:lnTo>
                    <a:pt x="767658" y="231008"/>
                  </a:lnTo>
                  <a:lnTo>
                    <a:pt x="796497" y="233232"/>
                  </a:lnTo>
                  <a:lnTo>
                    <a:pt x="791019" y="211269"/>
                  </a:lnTo>
                  <a:lnTo>
                    <a:pt x="815423" y="197796"/>
                  </a:lnTo>
                  <a:lnTo>
                    <a:pt x="823494" y="242498"/>
                  </a:lnTo>
                  <a:lnTo>
                    <a:pt x="837856" y="256365"/>
                  </a:lnTo>
                  <a:lnTo>
                    <a:pt x="857964" y="251128"/>
                  </a:lnTo>
                  <a:lnTo>
                    <a:pt x="856782" y="269952"/>
                  </a:lnTo>
                  <a:lnTo>
                    <a:pt x="895142" y="278849"/>
                  </a:lnTo>
                  <a:lnTo>
                    <a:pt x="896590" y="302363"/>
                  </a:lnTo>
                  <a:lnTo>
                    <a:pt x="945652" y="296008"/>
                  </a:lnTo>
                  <a:lnTo>
                    <a:pt x="952452" y="329461"/>
                  </a:lnTo>
                  <a:lnTo>
                    <a:pt x="906504" y="328546"/>
                  </a:lnTo>
                  <a:lnTo>
                    <a:pt x="904280" y="369066"/>
                  </a:lnTo>
                  <a:lnTo>
                    <a:pt x="937428" y="383835"/>
                  </a:lnTo>
                  <a:lnTo>
                    <a:pt x="953494" y="441870"/>
                  </a:lnTo>
                  <a:lnTo>
                    <a:pt x="932751" y="436112"/>
                  </a:lnTo>
                  <a:lnTo>
                    <a:pt x="924515" y="435858"/>
                  </a:lnTo>
                  <a:lnTo>
                    <a:pt x="923460" y="437422"/>
                  </a:lnTo>
                  <a:lnTo>
                    <a:pt x="922036" y="439786"/>
                  </a:lnTo>
                  <a:lnTo>
                    <a:pt x="928303" y="446141"/>
                  </a:lnTo>
                  <a:lnTo>
                    <a:pt x="905983" y="457771"/>
                  </a:lnTo>
                  <a:lnTo>
                    <a:pt x="902844" y="426669"/>
                  </a:lnTo>
                  <a:lnTo>
                    <a:pt x="875059" y="398567"/>
                  </a:lnTo>
                  <a:lnTo>
                    <a:pt x="811369" y="378828"/>
                  </a:lnTo>
                  <a:lnTo>
                    <a:pt x="798061" y="385361"/>
                  </a:lnTo>
                  <a:lnTo>
                    <a:pt x="792977" y="388106"/>
                  </a:lnTo>
                  <a:lnTo>
                    <a:pt x="778881" y="386543"/>
                  </a:lnTo>
                  <a:lnTo>
                    <a:pt x="794133" y="343328"/>
                  </a:lnTo>
                  <a:lnTo>
                    <a:pt x="811369" y="333910"/>
                  </a:lnTo>
                  <a:lnTo>
                    <a:pt x="796625" y="322687"/>
                  </a:lnTo>
                  <a:close/>
                  <a:moveTo>
                    <a:pt x="340011" y="693456"/>
                  </a:moveTo>
                  <a:lnTo>
                    <a:pt x="329957" y="746394"/>
                  </a:lnTo>
                  <a:lnTo>
                    <a:pt x="312773" y="760871"/>
                  </a:lnTo>
                  <a:lnTo>
                    <a:pt x="295550" y="698006"/>
                  </a:lnTo>
                  <a:lnTo>
                    <a:pt x="271681" y="693837"/>
                  </a:lnTo>
                  <a:lnTo>
                    <a:pt x="276116" y="657626"/>
                  </a:lnTo>
                  <a:lnTo>
                    <a:pt x="292551" y="644407"/>
                  </a:lnTo>
                  <a:lnTo>
                    <a:pt x="314870" y="627693"/>
                  </a:lnTo>
                  <a:lnTo>
                    <a:pt x="327656" y="621681"/>
                  </a:lnTo>
                  <a:lnTo>
                    <a:pt x="364071" y="625990"/>
                  </a:lnTo>
                  <a:lnTo>
                    <a:pt x="392987" y="602387"/>
                  </a:lnTo>
                  <a:lnTo>
                    <a:pt x="390508" y="634404"/>
                  </a:lnTo>
                  <a:lnTo>
                    <a:pt x="371443" y="645005"/>
                  </a:lnTo>
                  <a:close/>
                  <a:moveTo>
                    <a:pt x="326029" y="411137"/>
                  </a:moveTo>
                  <a:lnTo>
                    <a:pt x="292106" y="419119"/>
                  </a:lnTo>
                  <a:lnTo>
                    <a:pt x="282052" y="451136"/>
                  </a:lnTo>
                  <a:lnTo>
                    <a:pt x="253085" y="443434"/>
                  </a:lnTo>
                  <a:lnTo>
                    <a:pt x="262999" y="477281"/>
                  </a:lnTo>
                  <a:lnTo>
                    <a:pt x="259733" y="491656"/>
                  </a:lnTo>
                  <a:lnTo>
                    <a:pt x="190170" y="480547"/>
                  </a:lnTo>
                  <a:lnTo>
                    <a:pt x="187170" y="497668"/>
                  </a:lnTo>
                  <a:lnTo>
                    <a:pt x="158852" y="495317"/>
                  </a:lnTo>
                  <a:lnTo>
                    <a:pt x="146968" y="513746"/>
                  </a:lnTo>
                  <a:lnTo>
                    <a:pt x="124535" y="494796"/>
                  </a:lnTo>
                  <a:lnTo>
                    <a:pt x="122831" y="471269"/>
                  </a:lnTo>
                  <a:lnTo>
                    <a:pt x="95695" y="460147"/>
                  </a:lnTo>
                  <a:lnTo>
                    <a:pt x="86429" y="464863"/>
                  </a:lnTo>
                  <a:lnTo>
                    <a:pt x="50841" y="437409"/>
                  </a:lnTo>
                  <a:lnTo>
                    <a:pt x="21607" y="425970"/>
                  </a:lnTo>
                  <a:lnTo>
                    <a:pt x="8999" y="396863"/>
                  </a:lnTo>
                  <a:lnTo>
                    <a:pt x="37851" y="373744"/>
                  </a:lnTo>
                  <a:lnTo>
                    <a:pt x="0" y="332690"/>
                  </a:lnTo>
                  <a:lnTo>
                    <a:pt x="25967" y="294788"/>
                  </a:lnTo>
                  <a:lnTo>
                    <a:pt x="44244" y="291915"/>
                  </a:lnTo>
                  <a:lnTo>
                    <a:pt x="82083" y="256327"/>
                  </a:lnTo>
                  <a:lnTo>
                    <a:pt x="105062" y="257598"/>
                  </a:lnTo>
                  <a:lnTo>
                    <a:pt x="108952" y="237605"/>
                  </a:lnTo>
                  <a:lnTo>
                    <a:pt x="99712" y="230283"/>
                  </a:lnTo>
                  <a:lnTo>
                    <a:pt x="91475" y="210799"/>
                  </a:lnTo>
                  <a:lnTo>
                    <a:pt x="105062" y="196563"/>
                  </a:lnTo>
                  <a:lnTo>
                    <a:pt x="105698" y="177752"/>
                  </a:lnTo>
                  <a:lnTo>
                    <a:pt x="129847" y="164673"/>
                  </a:lnTo>
                  <a:lnTo>
                    <a:pt x="131678" y="138668"/>
                  </a:lnTo>
                  <a:lnTo>
                    <a:pt x="166529" y="102584"/>
                  </a:lnTo>
                  <a:lnTo>
                    <a:pt x="187679" y="106778"/>
                  </a:lnTo>
                  <a:lnTo>
                    <a:pt x="214167" y="96051"/>
                  </a:lnTo>
                  <a:lnTo>
                    <a:pt x="236079" y="104414"/>
                  </a:lnTo>
                  <a:lnTo>
                    <a:pt x="249132" y="88349"/>
                  </a:lnTo>
                  <a:lnTo>
                    <a:pt x="299770" y="70300"/>
                  </a:lnTo>
                  <a:lnTo>
                    <a:pt x="326652" y="89264"/>
                  </a:lnTo>
                  <a:lnTo>
                    <a:pt x="348450" y="77621"/>
                  </a:lnTo>
                  <a:lnTo>
                    <a:pt x="340100" y="60640"/>
                  </a:lnTo>
                  <a:lnTo>
                    <a:pt x="314133" y="48223"/>
                  </a:lnTo>
                  <a:lnTo>
                    <a:pt x="318683" y="0"/>
                  </a:lnTo>
                  <a:lnTo>
                    <a:pt x="339439" y="4563"/>
                  </a:lnTo>
                  <a:lnTo>
                    <a:pt x="343366" y="24429"/>
                  </a:lnTo>
                  <a:lnTo>
                    <a:pt x="371405" y="15672"/>
                  </a:lnTo>
                  <a:lnTo>
                    <a:pt x="383810" y="22726"/>
                  </a:lnTo>
                  <a:lnTo>
                    <a:pt x="402596" y="12672"/>
                  </a:lnTo>
                  <a:lnTo>
                    <a:pt x="421000" y="18290"/>
                  </a:lnTo>
                  <a:lnTo>
                    <a:pt x="437701" y="36987"/>
                  </a:lnTo>
                  <a:lnTo>
                    <a:pt x="429274" y="81269"/>
                  </a:lnTo>
                  <a:lnTo>
                    <a:pt x="441146" y="94475"/>
                  </a:lnTo>
                  <a:lnTo>
                    <a:pt x="433710" y="118383"/>
                  </a:lnTo>
                  <a:lnTo>
                    <a:pt x="462804" y="140079"/>
                  </a:lnTo>
                  <a:lnTo>
                    <a:pt x="485682" y="125577"/>
                  </a:lnTo>
                  <a:lnTo>
                    <a:pt x="497706" y="97614"/>
                  </a:lnTo>
                  <a:lnTo>
                    <a:pt x="484119" y="56840"/>
                  </a:lnTo>
                  <a:lnTo>
                    <a:pt x="492864" y="25598"/>
                  </a:lnTo>
                  <a:lnTo>
                    <a:pt x="511522" y="18544"/>
                  </a:lnTo>
                  <a:lnTo>
                    <a:pt x="517877" y="44549"/>
                  </a:lnTo>
                  <a:lnTo>
                    <a:pt x="534464" y="58530"/>
                  </a:lnTo>
                  <a:lnTo>
                    <a:pt x="556783" y="59967"/>
                  </a:lnTo>
                  <a:lnTo>
                    <a:pt x="568527" y="95555"/>
                  </a:lnTo>
                  <a:lnTo>
                    <a:pt x="570612" y="141439"/>
                  </a:lnTo>
                  <a:lnTo>
                    <a:pt x="596452" y="140397"/>
                  </a:lnTo>
                  <a:lnTo>
                    <a:pt x="623855" y="122234"/>
                  </a:lnTo>
                  <a:lnTo>
                    <a:pt x="653088" y="130864"/>
                  </a:lnTo>
                  <a:lnTo>
                    <a:pt x="666396" y="153590"/>
                  </a:lnTo>
                  <a:lnTo>
                    <a:pt x="682589" y="163669"/>
                  </a:lnTo>
                  <a:lnTo>
                    <a:pt x="675522" y="184222"/>
                  </a:lnTo>
                  <a:lnTo>
                    <a:pt x="641840" y="187870"/>
                  </a:lnTo>
                  <a:lnTo>
                    <a:pt x="622902" y="220293"/>
                  </a:lnTo>
                  <a:lnTo>
                    <a:pt x="633604" y="252717"/>
                  </a:lnTo>
                  <a:lnTo>
                    <a:pt x="657207" y="258195"/>
                  </a:lnTo>
                  <a:lnTo>
                    <a:pt x="670654" y="267601"/>
                  </a:lnTo>
                  <a:lnTo>
                    <a:pt x="654982" y="337786"/>
                  </a:lnTo>
                  <a:lnTo>
                    <a:pt x="634900" y="344459"/>
                  </a:lnTo>
                  <a:lnTo>
                    <a:pt x="594316" y="273752"/>
                  </a:lnTo>
                  <a:lnTo>
                    <a:pt x="570701" y="292563"/>
                  </a:lnTo>
                  <a:lnTo>
                    <a:pt x="541366" y="271922"/>
                  </a:lnTo>
                  <a:lnTo>
                    <a:pt x="524270" y="284734"/>
                  </a:lnTo>
                  <a:lnTo>
                    <a:pt x="551025" y="324339"/>
                  </a:lnTo>
                  <a:lnTo>
                    <a:pt x="524131" y="348387"/>
                  </a:lnTo>
                  <a:lnTo>
                    <a:pt x="516695" y="355187"/>
                  </a:lnTo>
                  <a:lnTo>
                    <a:pt x="487335" y="337024"/>
                  </a:lnTo>
                  <a:lnTo>
                    <a:pt x="462944" y="342629"/>
                  </a:lnTo>
                  <a:lnTo>
                    <a:pt x="448454" y="344472"/>
                  </a:lnTo>
                  <a:lnTo>
                    <a:pt x="446484" y="384725"/>
                  </a:lnTo>
                  <a:lnTo>
                    <a:pt x="426389" y="383556"/>
                  </a:lnTo>
                  <a:lnTo>
                    <a:pt x="410743" y="404108"/>
                  </a:lnTo>
                  <a:lnTo>
                    <a:pt x="394550" y="402024"/>
                  </a:lnTo>
                  <a:lnTo>
                    <a:pt x="385539" y="420314"/>
                  </a:lnTo>
                  <a:lnTo>
                    <a:pt x="354487" y="435998"/>
                  </a:lnTo>
                  <a:lnTo>
                    <a:pt x="334253" y="426199"/>
                  </a:lnTo>
                  <a:close/>
                </a:path>
              </a:pathLst>
            </a:custGeom>
            <a:noFill/>
            <a:ln w="3810" cap="flat">
              <a:solidFill>
                <a:srgbClr val="E6E4E2"/>
              </a:solidFill>
              <a:prstDash val="solid"/>
              <a:miter/>
            </a:ln>
          </p:spPr>
          <p:txBody>
            <a:bodyPr rtlCol="0" anchor="ctr"/>
            <a:lstStyle/>
            <a:p>
              <a:endParaRPr lang="de-CH"/>
            </a:p>
          </p:txBody>
        </p:sp>
        <p:sp>
          <p:nvSpPr>
            <p:cNvPr id="39" name="Freihandform: Form 38">
              <a:extLst>
                <a:ext uri="{FF2B5EF4-FFF2-40B4-BE49-F238E27FC236}">
                  <a16:creationId xmlns:a16="http://schemas.microsoft.com/office/drawing/2014/main" id="{C677A44E-8B64-D858-C745-D617C53FB834}"/>
                </a:ext>
              </a:extLst>
            </p:cNvPr>
            <p:cNvSpPr/>
            <p:nvPr/>
          </p:nvSpPr>
          <p:spPr>
            <a:xfrm>
              <a:off x="8073894" y="1455080"/>
              <a:ext cx="880486" cy="676907"/>
            </a:xfrm>
            <a:custGeom>
              <a:avLst/>
              <a:gdLst>
                <a:gd name="connsiteX0" fmla="*/ 205663 w 880486"/>
                <a:gd name="connsiteY0" fmla="*/ 228847 h 676907"/>
                <a:gd name="connsiteX1" fmla="*/ 268439 w 880486"/>
                <a:gd name="connsiteY1" fmla="*/ 216950 h 676907"/>
                <a:gd name="connsiteX2" fmla="*/ 297812 w 880486"/>
                <a:gd name="connsiteY2" fmla="*/ 218921 h 676907"/>
                <a:gd name="connsiteX3" fmla="*/ 344904 w 880486"/>
                <a:gd name="connsiteY3" fmla="*/ 199690 h 676907"/>
                <a:gd name="connsiteX4" fmla="*/ 361478 w 880486"/>
                <a:gd name="connsiteY4" fmla="*/ 193030 h 676907"/>
                <a:gd name="connsiteX5" fmla="*/ 414213 w 880486"/>
                <a:gd name="connsiteY5" fmla="*/ 212642 h 676907"/>
                <a:gd name="connsiteX6" fmla="*/ 470977 w 880486"/>
                <a:gd name="connsiteY6" fmla="*/ 191861 h 676907"/>
                <a:gd name="connsiteX7" fmla="*/ 487157 w 880486"/>
                <a:gd name="connsiteY7" fmla="*/ 109791 h 676907"/>
                <a:gd name="connsiteX8" fmla="*/ 522262 w 880486"/>
                <a:gd name="connsiteY8" fmla="*/ 118790 h 676907"/>
                <a:gd name="connsiteX9" fmla="*/ 553707 w 880486"/>
                <a:gd name="connsiteY9" fmla="*/ 97360 h 676907"/>
                <a:gd name="connsiteX10" fmla="*/ 600557 w 880486"/>
                <a:gd name="connsiteY10" fmla="*/ 86124 h 676907"/>
                <a:gd name="connsiteX11" fmla="*/ 634620 w 880486"/>
                <a:gd name="connsiteY11" fmla="*/ 60895 h 676907"/>
                <a:gd name="connsiteX12" fmla="*/ 666078 w 880486"/>
                <a:gd name="connsiteY12" fmla="*/ 54235 h 676907"/>
                <a:gd name="connsiteX13" fmla="*/ 669866 w 880486"/>
                <a:gd name="connsiteY13" fmla="*/ 29005 h 676907"/>
                <a:gd name="connsiteX14" fmla="*/ 670781 w 880486"/>
                <a:gd name="connsiteY14" fmla="*/ 17769 h 676907"/>
                <a:gd name="connsiteX15" fmla="*/ 681864 w 880486"/>
                <a:gd name="connsiteY15" fmla="*/ 5224 h 676907"/>
                <a:gd name="connsiteX16" fmla="*/ 706001 w 880486"/>
                <a:gd name="connsiteY16" fmla="*/ 0 h 676907"/>
                <a:gd name="connsiteX17" fmla="*/ 709014 w 880486"/>
                <a:gd name="connsiteY17" fmla="*/ 15939 h 676907"/>
                <a:gd name="connsiteX18" fmla="*/ 723096 w 880486"/>
                <a:gd name="connsiteY18" fmla="*/ 15023 h 676907"/>
                <a:gd name="connsiteX19" fmla="*/ 741513 w 880486"/>
                <a:gd name="connsiteY19" fmla="*/ 18163 h 676907"/>
                <a:gd name="connsiteX20" fmla="*/ 778042 w 880486"/>
                <a:gd name="connsiteY20" fmla="*/ 18163 h 676907"/>
                <a:gd name="connsiteX21" fmla="*/ 796841 w 880486"/>
                <a:gd name="connsiteY21" fmla="*/ 27823 h 676907"/>
                <a:gd name="connsiteX22" fmla="*/ 796574 w 880486"/>
                <a:gd name="connsiteY22" fmla="*/ 32004 h 676907"/>
                <a:gd name="connsiteX23" fmla="*/ 880487 w 880486"/>
                <a:gd name="connsiteY23" fmla="*/ 82985 h 676907"/>
                <a:gd name="connsiteX24" fmla="*/ 873051 w 880486"/>
                <a:gd name="connsiteY24" fmla="*/ 85870 h 676907"/>
                <a:gd name="connsiteX25" fmla="*/ 853083 w 880486"/>
                <a:gd name="connsiteY25" fmla="*/ 92276 h 676907"/>
                <a:gd name="connsiteX26" fmla="*/ 779211 w 880486"/>
                <a:gd name="connsiteY26" fmla="*/ 104427 h 676907"/>
                <a:gd name="connsiteX27" fmla="*/ 752596 w 880486"/>
                <a:gd name="connsiteY27" fmla="*/ 90039 h 676907"/>
                <a:gd name="connsiteX28" fmla="*/ 737459 w 880486"/>
                <a:gd name="connsiteY28" fmla="*/ 104935 h 676907"/>
                <a:gd name="connsiteX29" fmla="*/ 737204 w 880486"/>
                <a:gd name="connsiteY29" fmla="*/ 111608 h 676907"/>
                <a:gd name="connsiteX30" fmla="*/ 788224 w 880486"/>
                <a:gd name="connsiteY30" fmla="*/ 144934 h 676907"/>
                <a:gd name="connsiteX31" fmla="*/ 788477 w 880486"/>
                <a:gd name="connsiteY31" fmla="*/ 175782 h 676907"/>
                <a:gd name="connsiteX32" fmla="*/ 788351 w 880486"/>
                <a:gd name="connsiteY32" fmla="*/ 178133 h 676907"/>
                <a:gd name="connsiteX33" fmla="*/ 757159 w 880486"/>
                <a:gd name="connsiteY33" fmla="*/ 204139 h 676907"/>
                <a:gd name="connsiteX34" fmla="*/ 733811 w 880486"/>
                <a:gd name="connsiteY34" fmla="*/ 216696 h 676907"/>
                <a:gd name="connsiteX35" fmla="*/ 706522 w 880486"/>
                <a:gd name="connsiteY35" fmla="*/ 182582 h 676907"/>
                <a:gd name="connsiteX36" fmla="*/ 724406 w 880486"/>
                <a:gd name="connsiteY36" fmla="*/ 176697 h 676907"/>
                <a:gd name="connsiteX37" fmla="*/ 747640 w 880486"/>
                <a:gd name="connsiteY37" fmla="*/ 181527 h 676907"/>
                <a:gd name="connsiteX38" fmla="*/ 755202 w 880486"/>
                <a:gd name="connsiteY38" fmla="*/ 154086 h 676907"/>
                <a:gd name="connsiteX39" fmla="*/ 734980 w 880486"/>
                <a:gd name="connsiteY39" fmla="*/ 149383 h 676907"/>
                <a:gd name="connsiteX40" fmla="*/ 714237 w 880486"/>
                <a:gd name="connsiteY40" fmla="*/ 117747 h 676907"/>
                <a:gd name="connsiteX41" fmla="*/ 673247 w 880486"/>
                <a:gd name="connsiteY41" fmla="*/ 138656 h 676907"/>
                <a:gd name="connsiteX42" fmla="*/ 666726 w 880486"/>
                <a:gd name="connsiteY42" fmla="*/ 166389 h 676907"/>
                <a:gd name="connsiteX43" fmla="*/ 678865 w 880486"/>
                <a:gd name="connsiteY43" fmla="*/ 178655 h 676907"/>
                <a:gd name="connsiteX44" fmla="*/ 642971 w 880486"/>
                <a:gd name="connsiteY44" fmla="*/ 201533 h 676907"/>
                <a:gd name="connsiteX45" fmla="*/ 640239 w 880486"/>
                <a:gd name="connsiteY45" fmla="*/ 224933 h 676907"/>
                <a:gd name="connsiteX46" fmla="*/ 638014 w 880486"/>
                <a:gd name="connsiteY46" fmla="*/ 229902 h 676907"/>
                <a:gd name="connsiteX47" fmla="*/ 629918 w 880486"/>
                <a:gd name="connsiteY47" fmla="*/ 345184 h 676907"/>
                <a:gd name="connsiteX48" fmla="*/ 631634 w 880486"/>
                <a:gd name="connsiteY48" fmla="*/ 365825 h 676907"/>
                <a:gd name="connsiteX49" fmla="*/ 583602 w 880486"/>
                <a:gd name="connsiteY49" fmla="*/ 367783 h 676907"/>
                <a:gd name="connsiteX50" fmla="*/ 577590 w 880486"/>
                <a:gd name="connsiteY50" fmla="*/ 345184 h 676907"/>
                <a:gd name="connsiteX51" fmla="*/ 532837 w 880486"/>
                <a:gd name="connsiteY51" fmla="*/ 352225 h 676907"/>
                <a:gd name="connsiteX52" fmla="*/ 494465 w 880486"/>
                <a:gd name="connsiteY52" fmla="*/ 331190 h 676907"/>
                <a:gd name="connsiteX53" fmla="*/ 484424 w 880486"/>
                <a:gd name="connsiteY53" fmla="*/ 299948 h 676907"/>
                <a:gd name="connsiteX54" fmla="*/ 445925 w 880486"/>
                <a:gd name="connsiteY54" fmla="*/ 307015 h 676907"/>
                <a:gd name="connsiteX55" fmla="*/ 423606 w 880486"/>
                <a:gd name="connsiteY55" fmla="*/ 279561 h 676907"/>
                <a:gd name="connsiteX56" fmla="*/ 393203 w 880486"/>
                <a:gd name="connsiteY56" fmla="*/ 283743 h 676907"/>
                <a:gd name="connsiteX57" fmla="*/ 374023 w 880486"/>
                <a:gd name="connsiteY57" fmla="*/ 253937 h 676907"/>
                <a:gd name="connsiteX58" fmla="*/ 319979 w 880486"/>
                <a:gd name="connsiteY58" fmla="*/ 267270 h 676907"/>
                <a:gd name="connsiteX59" fmla="*/ 337862 w 880486"/>
                <a:gd name="connsiteY59" fmla="*/ 282561 h 676907"/>
                <a:gd name="connsiteX60" fmla="*/ 341523 w 880486"/>
                <a:gd name="connsiteY60" fmla="*/ 297088 h 676907"/>
                <a:gd name="connsiteX61" fmla="*/ 335511 w 880486"/>
                <a:gd name="connsiteY61" fmla="*/ 305579 h 676907"/>
                <a:gd name="connsiteX62" fmla="*/ 352352 w 880486"/>
                <a:gd name="connsiteY62" fmla="*/ 339947 h 676907"/>
                <a:gd name="connsiteX63" fmla="*/ 324555 w 880486"/>
                <a:gd name="connsiteY63" fmla="*/ 351056 h 676907"/>
                <a:gd name="connsiteX64" fmla="*/ 308896 w 880486"/>
                <a:gd name="connsiteY64" fmla="*/ 382043 h 676907"/>
                <a:gd name="connsiteX65" fmla="*/ 242727 w 880486"/>
                <a:gd name="connsiteY65" fmla="*/ 449204 h 676907"/>
                <a:gd name="connsiteX66" fmla="*/ 261004 w 880486"/>
                <a:gd name="connsiteY66" fmla="*/ 488288 h 676907"/>
                <a:gd name="connsiteX67" fmla="*/ 255513 w 880486"/>
                <a:gd name="connsiteY67" fmla="*/ 523978 h 676907"/>
                <a:gd name="connsiteX68" fmla="*/ 252641 w 880486"/>
                <a:gd name="connsiteY68" fmla="*/ 542662 h 676907"/>
                <a:gd name="connsiteX69" fmla="*/ 273397 w 880486"/>
                <a:gd name="connsiteY69" fmla="*/ 567244 h 676907"/>
                <a:gd name="connsiteX70" fmla="*/ 314247 w 880486"/>
                <a:gd name="connsiteY70" fmla="*/ 666053 h 676907"/>
                <a:gd name="connsiteX71" fmla="*/ 273397 w 880486"/>
                <a:gd name="connsiteY71" fmla="*/ 676907 h 676907"/>
                <a:gd name="connsiteX72" fmla="*/ 244811 w 880486"/>
                <a:gd name="connsiteY72" fmla="*/ 639768 h 676907"/>
                <a:gd name="connsiteX73" fmla="*/ 221730 w 880486"/>
                <a:gd name="connsiteY73" fmla="*/ 644623 h 676907"/>
                <a:gd name="connsiteX74" fmla="*/ 196665 w 880486"/>
                <a:gd name="connsiteY74" fmla="*/ 625406 h 676907"/>
                <a:gd name="connsiteX75" fmla="*/ 173557 w 880486"/>
                <a:gd name="connsiteY75" fmla="*/ 607637 h 676907"/>
                <a:gd name="connsiteX76" fmla="*/ 140155 w 880486"/>
                <a:gd name="connsiteY76" fmla="*/ 628926 h 676907"/>
                <a:gd name="connsiteX77" fmla="*/ 92772 w 880486"/>
                <a:gd name="connsiteY77" fmla="*/ 623575 h 676907"/>
                <a:gd name="connsiteX78" fmla="*/ 58327 w 880486"/>
                <a:gd name="connsiteY78" fmla="*/ 604624 h 676907"/>
                <a:gd name="connsiteX79" fmla="*/ 36135 w 880486"/>
                <a:gd name="connsiteY79" fmla="*/ 592219 h 676907"/>
                <a:gd name="connsiteX80" fmla="*/ 71648 w 880486"/>
                <a:gd name="connsiteY80" fmla="*/ 542281 h 676907"/>
                <a:gd name="connsiteX81" fmla="*/ 57285 w 880486"/>
                <a:gd name="connsiteY81" fmla="*/ 497833 h 676907"/>
                <a:gd name="connsiteX82" fmla="*/ 40317 w 880486"/>
                <a:gd name="connsiteY82" fmla="*/ 459271 h 676907"/>
                <a:gd name="connsiteX83" fmla="*/ 87433 w 880486"/>
                <a:gd name="connsiteY83" fmla="*/ 425156 h 676907"/>
                <a:gd name="connsiteX84" fmla="*/ 69436 w 880486"/>
                <a:gd name="connsiteY84" fmla="*/ 394321 h 676907"/>
                <a:gd name="connsiteX85" fmla="*/ 32754 w 880486"/>
                <a:gd name="connsiteY85" fmla="*/ 405163 h 676907"/>
                <a:gd name="connsiteX86" fmla="*/ 16561 w 880486"/>
                <a:gd name="connsiteY86" fmla="*/ 379031 h 676907"/>
                <a:gd name="connsiteX87" fmla="*/ 0 w 880486"/>
                <a:gd name="connsiteY87" fmla="*/ 336032 h 676907"/>
                <a:gd name="connsiteX88" fmla="*/ 38232 w 880486"/>
                <a:gd name="connsiteY88" fmla="*/ 333668 h 676907"/>
                <a:gd name="connsiteX89" fmla="*/ 59242 w 880486"/>
                <a:gd name="connsiteY89" fmla="*/ 303088 h 676907"/>
                <a:gd name="connsiteX90" fmla="*/ 54171 w 880486"/>
                <a:gd name="connsiteY90" fmla="*/ 269228 h 676907"/>
                <a:gd name="connsiteX91" fmla="*/ 80900 w 880486"/>
                <a:gd name="connsiteY91" fmla="*/ 258259 h 676907"/>
                <a:gd name="connsiteX92" fmla="*/ 81167 w 880486"/>
                <a:gd name="connsiteY92" fmla="*/ 228720 h 676907"/>
                <a:gd name="connsiteX93" fmla="*/ 205663 w 880486"/>
                <a:gd name="connsiteY93" fmla="*/ 228847 h 676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880486" h="676907">
                  <a:moveTo>
                    <a:pt x="205663" y="228847"/>
                  </a:moveTo>
                  <a:lnTo>
                    <a:pt x="268439" y="216950"/>
                  </a:lnTo>
                  <a:lnTo>
                    <a:pt x="297812" y="218921"/>
                  </a:lnTo>
                  <a:lnTo>
                    <a:pt x="344904" y="199690"/>
                  </a:lnTo>
                  <a:lnTo>
                    <a:pt x="361478" y="193030"/>
                  </a:lnTo>
                  <a:lnTo>
                    <a:pt x="414213" y="212642"/>
                  </a:lnTo>
                  <a:lnTo>
                    <a:pt x="470977" y="191861"/>
                  </a:lnTo>
                  <a:lnTo>
                    <a:pt x="487157" y="109791"/>
                  </a:lnTo>
                  <a:lnTo>
                    <a:pt x="522262" y="118790"/>
                  </a:lnTo>
                  <a:lnTo>
                    <a:pt x="553707" y="97360"/>
                  </a:lnTo>
                  <a:lnTo>
                    <a:pt x="600557" y="86124"/>
                  </a:lnTo>
                  <a:lnTo>
                    <a:pt x="634620" y="60895"/>
                  </a:lnTo>
                  <a:lnTo>
                    <a:pt x="666078" y="54235"/>
                  </a:lnTo>
                  <a:lnTo>
                    <a:pt x="669866" y="29005"/>
                  </a:lnTo>
                  <a:lnTo>
                    <a:pt x="670781" y="17769"/>
                  </a:lnTo>
                  <a:lnTo>
                    <a:pt x="681864" y="5224"/>
                  </a:lnTo>
                  <a:lnTo>
                    <a:pt x="706001" y="0"/>
                  </a:lnTo>
                  <a:lnTo>
                    <a:pt x="709014" y="15939"/>
                  </a:lnTo>
                  <a:lnTo>
                    <a:pt x="723096" y="15023"/>
                  </a:lnTo>
                  <a:lnTo>
                    <a:pt x="741513" y="18163"/>
                  </a:lnTo>
                  <a:lnTo>
                    <a:pt x="778042" y="18163"/>
                  </a:lnTo>
                  <a:lnTo>
                    <a:pt x="796841" y="27823"/>
                  </a:lnTo>
                  <a:lnTo>
                    <a:pt x="796574" y="32004"/>
                  </a:lnTo>
                  <a:lnTo>
                    <a:pt x="880487" y="82985"/>
                  </a:lnTo>
                  <a:lnTo>
                    <a:pt x="873051" y="85870"/>
                  </a:lnTo>
                  <a:lnTo>
                    <a:pt x="853083" y="92276"/>
                  </a:lnTo>
                  <a:lnTo>
                    <a:pt x="779211" y="104427"/>
                  </a:lnTo>
                  <a:lnTo>
                    <a:pt x="752596" y="90039"/>
                  </a:lnTo>
                  <a:lnTo>
                    <a:pt x="737459" y="104935"/>
                  </a:lnTo>
                  <a:lnTo>
                    <a:pt x="737204" y="111608"/>
                  </a:lnTo>
                  <a:lnTo>
                    <a:pt x="788224" y="144934"/>
                  </a:lnTo>
                  <a:lnTo>
                    <a:pt x="788477" y="175782"/>
                  </a:lnTo>
                  <a:lnTo>
                    <a:pt x="788351" y="178133"/>
                  </a:lnTo>
                  <a:lnTo>
                    <a:pt x="757159" y="204139"/>
                  </a:lnTo>
                  <a:lnTo>
                    <a:pt x="733811" y="216696"/>
                  </a:lnTo>
                  <a:lnTo>
                    <a:pt x="706522" y="182582"/>
                  </a:lnTo>
                  <a:lnTo>
                    <a:pt x="724406" y="176697"/>
                  </a:lnTo>
                  <a:lnTo>
                    <a:pt x="747640" y="181527"/>
                  </a:lnTo>
                  <a:lnTo>
                    <a:pt x="755202" y="154086"/>
                  </a:lnTo>
                  <a:lnTo>
                    <a:pt x="734980" y="149383"/>
                  </a:lnTo>
                  <a:lnTo>
                    <a:pt x="714237" y="117747"/>
                  </a:lnTo>
                  <a:lnTo>
                    <a:pt x="673247" y="138656"/>
                  </a:lnTo>
                  <a:lnTo>
                    <a:pt x="666726" y="166389"/>
                  </a:lnTo>
                  <a:lnTo>
                    <a:pt x="678865" y="178655"/>
                  </a:lnTo>
                  <a:lnTo>
                    <a:pt x="642971" y="201533"/>
                  </a:lnTo>
                  <a:lnTo>
                    <a:pt x="640239" y="224933"/>
                  </a:lnTo>
                  <a:lnTo>
                    <a:pt x="638014" y="229902"/>
                  </a:lnTo>
                  <a:lnTo>
                    <a:pt x="629918" y="345184"/>
                  </a:lnTo>
                  <a:lnTo>
                    <a:pt x="631634" y="365825"/>
                  </a:lnTo>
                  <a:lnTo>
                    <a:pt x="583602" y="367783"/>
                  </a:lnTo>
                  <a:lnTo>
                    <a:pt x="577590" y="345184"/>
                  </a:lnTo>
                  <a:lnTo>
                    <a:pt x="532837" y="352225"/>
                  </a:lnTo>
                  <a:lnTo>
                    <a:pt x="494465" y="331190"/>
                  </a:lnTo>
                  <a:lnTo>
                    <a:pt x="484424" y="299948"/>
                  </a:lnTo>
                  <a:lnTo>
                    <a:pt x="445925" y="307015"/>
                  </a:lnTo>
                  <a:lnTo>
                    <a:pt x="423606" y="279561"/>
                  </a:lnTo>
                  <a:lnTo>
                    <a:pt x="393203" y="283743"/>
                  </a:lnTo>
                  <a:lnTo>
                    <a:pt x="374023" y="253937"/>
                  </a:lnTo>
                  <a:lnTo>
                    <a:pt x="319979" y="267270"/>
                  </a:lnTo>
                  <a:lnTo>
                    <a:pt x="337862" y="282561"/>
                  </a:lnTo>
                  <a:lnTo>
                    <a:pt x="341523" y="297088"/>
                  </a:lnTo>
                  <a:lnTo>
                    <a:pt x="335511" y="305579"/>
                  </a:lnTo>
                  <a:lnTo>
                    <a:pt x="352352" y="339947"/>
                  </a:lnTo>
                  <a:lnTo>
                    <a:pt x="324555" y="351056"/>
                  </a:lnTo>
                  <a:lnTo>
                    <a:pt x="308896" y="382043"/>
                  </a:lnTo>
                  <a:lnTo>
                    <a:pt x="242727" y="449204"/>
                  </a:lnTo>
                  <a:lnTo>
                    <a:pt x="261004" y="488288"/>
                  </a:lnTo>
                  <a:lnTo>
                    <a:pt x="255513" y="523978"/>
                  </a:lnTo>
                  <a:lnTo>
                    <a:pt x="252641" y="542662"/>
                  </a:lnTo>
                  <a:lnTo>
                    <a:pt x="273397" y="567244"/>
                  </a:lnTo>
                  <a:lnTo>
                    <a:pt x="314247" y="666053"/>
                  </a:lnTo>
                  <a:lnTo>
                    <a:pt x="273397" y="676907"/>
                  </a:lnTo>
                  <a:lnTo>
                    <a:pt x="244811" y="639768"/>
                  </a:lnTo>
                  <a:lnTo>
                    <a:pt x="221730" y="644623"/>
                  </a:lnTo>
                  <a:lnTo>
                    <a:pt x="196665" y="625406"/>
                  </a:lnTo>
                  <a:lnTo>
                    <a:pt x="173557" y="607637"/>
                  </a:lnTo>
                  <a:lnTo>
                    <a:pt x="140155" y="628926"/>
                  </a:lnTo>
                  <a:lnTo>
                    <a:pt x="92772" y="623575"/>
                  </a:lnTo>
                  <a:lnTo>
                    <a:pt x="58327" y="604624"/>
                  </a:lnTo>
                  <a:lnTo>
                    <a:pt x="36135" y="592219"/>
                  </a:lnTo>
                  <a:lnTo>
                    <a:pt x="71648" y="542281"/>
                  </a:lnTo>
                  <a:lnTo>
                    <a:pt x="57285" y="497833"/>
                  </a:lnTo>
                  <a:lnTo>
                    <a:pt x="40317" y="459271"/>
                  </a:lnTo>
                  <a:lnTo>
                    <a:pt x="87433" y="425156"/>
                  </a:lnTo>
                  <a:lnTo>
                    <a:pt x="69436" y="394321"/>
                  </a:lnTo>
                  <a:lnTo>
                    <a:pt x="32754" y="405163"/>
                  </a:lnTo>
                  <a:lnTo>
                    <a:pt x="16561" y="379031"/>
                  </a:lnTo>
                  <a:lnTo>
                    <a:pt x="0" y="336032"/>
                  </a:lnTo>
                  <a:lnTo>
                    <a:pt x="38232" y="333668"/>
                  </a:lnTo>
                  <a:lnTo>
                    <a:pt x="59242" y="303088"/>
                  </a:lnTo>
                  <a:lnTo>
                    <a:pt x="54171" y="269228"/>
                  </a:lnTo>
                  <a:lnTo>
                    <a:pt x="80900" y="258259"/>
                  </a:lnTo>
                  <a:lnTo>
                    <a:pt x="81167" y="228720"/>
                  </a:lnTo>
                  <a:lnTo>
                    <a:pt x="205663" y="228847"/>
                  </a:lnTo>
                  <a:close/>
                </a:path>
              </a:pathLst>
            </a:custGeom>
            <a:solidFill>
              <a:srgbClr val="FFFFFF"/>
            </a:solidFill>
            <a:ln w="12700" cap="flat">
              <a:noFill/>
              <a:prstDash val="solid"/>
              <a:miter/>
            </a:ln>
          </p:spPr>
          <p:txBody>
            <a:bodyPr rtlCol="0" anchor="ctr"/>
            <a:lstStyle/>
            <a:p>
              <a:endParaRPr lang="de-CH"/>
            </a:p>
          </p:txBody>
        </p:sp>
        <p:sp>
          <p:nvSpPr>
            <p:cNvPr id="40" name="Freihandform: Form 39">
              <a:extLst>
                <a:ext uri="{FF2B5EF4-FFF2-40B4-BE49-F238E27FC236}">
                  <a16:creationId xmlns:a16="http://schemas.microsoft.com/office/drawing/2014/main" id="{9532AEF4-A183-35EC-CEA9-335CD1E592B8}"/>
                </a:ext>
              </a:extLst>
            </p:cNvPr>
            <p:cNvSpPr/>
            <p:nvPr/>
          </p:nvSpPr>
          <p:spPr>
            <a:xfrm>
              <a:off x="8073894" y="1455080"/>
              <a:ext cx="880486" cy="676907"/>
            </a:xfrm>
            <a:custGeom>
              <a:avLst/>
              <a:gdLst>
                <a:gd name="connsiteX0" fmla="*/ 205663 w 880486"/>
                <a:gd name="connsiteY0" fmla="*/ 228847 h 676907"/>
                <a:gd name="connsiteX1" fmla="*/ 268439 w 880486"/>
                <a:gd name="connsiteY1" fmla="*/ 216950 h 676907"/>
                <a:gd name="connsiteX2" fmla="*/ 297812 w 880486"/>
                <a:gd name="connsiteY2" fmla="*/ 218921 h 676907"/>
                <a:gd name="connsiteX3" fmla="*/ 344904 w 880486"/>
                <a:gd name="connsiteY3" fmla="*/ 199690 h 676907"/>
                <a:gd name="connsiteX4" fmla="*/ 361478 w 880486"/>
                <a:gd name="connsiteY4" fmla="*/ 193030 h 676907"/>
                <a:gd name="connsiteX5" fmla="*/ 414213 w 880486"/>
                <a:gd name="connsiteY5" fmla="*/ 212642 h 676907"/>
                <a:gd name="connsiteX6" fmla="*/ 470977 w 880486"/>
                <a:gd name="connsiteY6" fmla="*/ 191861 h 676907"/>
                <a:gd name="connsiteX7" fmla="*/ 487157 w 880486"/>
                <a:gd name="connsiteY7" fmla="*/ 109791 h 676907"/>
                <a:gd name="connsiteX8" fmla="*/ 522262 w 880486"/>
                <a:gd name="connsiteY8" fmla="*/ 118790 h 676907"/>
                <a:gd name="connsiteX9" fmla="*/ 553707 w 880486"/>
                <a:gd name="connsiteY9" fmla="*/ 97360 h 676907"/>
                <a:gd name="connsiteX10" fmla="*/ 600557 w 880486"/>
                <a:gd name="connsiteY10" fmla="*/ 86124 h 676907"/>
                <a:gd name="connsiteX11" fmla="*/ 634620 w 880486"/>
                <a:gd name="connsiteY11" fmla="*/ 60895 h 676907"/>
                <a:gd name="connsiteX12" fmla="*/ 666078 w 880486"/>
                <a:gd name="connsiteY12" fmla="*/ 54235 h 676907"/>
                <a:gd name="connsiteX13" fmla="*/ 669866 w 880486"/>
                <a:gd name="connsiteY13" fmla="*/ 29005 h 676907"/>
                <a:gd name="connsiteX14" fmla="*/ 670781 w 880486"/>
                <a:gd name="connsiteY14" fmla="*/ 17769 h 676907"/>
                <a:gd name="connsiteX15" fmla="*/ 681864 w 880486"/>
                <a:gd name="connsiteY15" fmla="*/ 5224 h 676907"/>
                <a:gd name="connsiteX16" fmla="*/ 706001 w 880486"/>
                <a:gd name="connsiteY16" fmla="*/ 0 h 676907"/>
                <a:gd name="connsiteX17" fmla="*/ 709014 w 880486"/>
                <a:gd name="connsiteY17" fmla="*/ 15939 h 676907"/>
                <a:gd name="connsiteX18" fmla="*/ 723096 w 880486"/>
                <a:gd name="connsiteY18" fmla="*/ 15023 h 676907"/>
                <a:gd name="connsiteX19" fmla="*/ 741513 w 880486"/>
                <a:gd name="connsiteY19" fmla="*/ 18163 h 676907"/>
                <a:gd name="connsiteX20" fmla="*/ 778042 w 880486"/>
                <a:gd name="connsiteY20" fmla="*/ 18163 h 676907"/>
                <a:gd name="connsiteX21" fmla="*/ 796841 w 880486"/>
                <a:gd name="connsiteY21" fmla="*/ 27823 h 676907"/>
                <a:gd name="connsiteX22" fmla="*/ 796574 w 880486"/>
                <a:gd name="connsiteY22" fmla="*/ 32004 h 676907"/>
                <a:gd name="connsiteX23" fmla="*/ 880487 w 880486"/>
                <a:gd name="connsiteY23" fmla="*/ 82985 h 676907"/>
                <a:gd name="connsiteX24" fmla="*/ 873051 w 880486"/>
                <a:gd name="connsiteY24" fmla="*/ 85870 h 676907"/>
                <a:gd name="connsiteX25" fmla="*/ 853083 w 880486"/>
                <a:gd name="connsiteY25" fmla="*/ 92276 h 676907"/>
                <a:gd name="connsiteX26" fmla="*/ 779211 w 880486"/>
                <a:gd name="connsiteY26" fmla="*/ 104427 h 676907"/>
                <a:gd name="connsiteX27" fmla="*/ 752596 w 880486"/>
                <a:gd name="connsiteY27" fmla="*/ 90039 h 676907"/>
                <a:gd name="connsiteX28" fmla="*/ 737459 w 880486"/>
                <a:gd name="connsiteY28" fmla="*/ 104935 h 676907"/>
                <a:gd name="connsiteX29" fmla="*/ 737204 w 880486"/>
                <a:gd name="connsiteY29" fmla="*/ 111608 h 676907"/>
                <a:gd name="connsiteX30" fmla="*/ 788224 w 880486"/>
                <a:gd name="connsiteY30" fmla="*/ 144934 h 676907"/>
                <a:gd name="connsiteX31" fmla="*/ 788477 w 880486"/>
                <a:gd name="connsiteY31" fmla="*/ 175782 h 676907"/>
                <a:gd name="connsiteX32" fmla="*/ 788351 w 880486"/>
                <a:gd name="connsiteY32" fmla="*/ 178133 h 676907"/>
                <a:gd name="connsiteX33" fmla="*/ 757159 w 880486"/>
                <a:gd name="connsiteY33" fmla="*/ 204139 h 676907"/>
                <a:gd name="connsiteX34" fmla="*/ 733811 w 880486"/>
                <a:gd name="connsiteY34" fmla="*/ 216696 h 676907"/>
                <a:gd name="connsiteX35" fmla="*/ 706522 w 880486"/>
                <a:gd name="connsiteY35" fmla="*/ 182582 h 676907"/>
                <a:gd name="connsiteX36" fmla="*/ 724406 w 880486"/>
                <a:gd name="connsiteY36" fmla="*/ 176697 h 676907"/>
                <a:gd name="connsiteX37" fmla="*/ 747640 w 880486"/>
                <a:gd name="connsiteY37" fmla="*/ 181527 h 676907"/>
                <a:gd name="connsiteX38" fmla="*/ 755202 w 880486"/>
                <a:gd name="connsiteY38" fmla="*/ 154086 h 676907"/>
                <a:gd name="connsiteX39" fmla="*/ 734980 w 880486"/>
                <a:gd name="connsiteY39" fmla="*/ 149383 h 676907"/>
                <a:gd name="connsiteX40" fmla="*/ 714237 w 880486"/>
                <a:gd name="connsiteY40" fmla="*/ 117747 h 676907"/>
                <a:gd name="connsiteX41" fmla="*/ 673247 w 880486"/>
                <a:gd name="connsiteY41" fmla="*/ 138656 h 676907"/>
                <a:gd name="connsiteX42" fmla="*/ 666726 w 880486"/>
                <a:gd name="connsiteY42" fmla="*/ 166389 h 676907"/>
                <a:gd name="connsiteX43" fmla="*/ 678865 w 880486"/>
                <a:gd name="connsiteY43" fmla="*/ 178655 h 676907"/>
                <a:gd name="connsiteX44" fmla="*/ 642971 w 880486"/>
                <a:gd name="connsiteY44" fmla="*/ 201533 h 676907"/>
                <a:gd name="connsiteX45" fmla="*/ 640239 w 880486"/>
                <a:gd name="connsiteY45" fmla="*/ 224933 h 676907"/>
                <a:gd name="connsiteX46" fmla="*/ 638014 w 880486"/>
                <a:gd name="connsiteY46" fmla="*/ 229902 h 676907"/>
                <a:gd name="connsiteX47" fmla="*/ 629918 w 880486"/>
                <a:gd name="connsiteY47" fmla="*/ 345184 h 676907"/>
                <a:gd name="connsiteX48" fmla="*/ 631634 w 880486"/>
                <a:gd name="connsiteY48" fmla="*/ 365825 h 676907"/>
                <a:gd name="connsiteX49" fmla="*/ 583602 w 880486"/>
                <a:gd name="connsiteY49" fmla="*/ 367783 h 676907"/>
                <a:gd name="connsiteX50" fmla="*/ 577590 w 880486"/>
                <a:gd name="connsiteY50" fmla="*/ 345184 h 676907"/>
                <a:gd name="connsiteX51" fmla="*/ 532837 w 880486"/>
                <a:gd name="connsiteY51" fmla="*/ 352225 h 676907"/>
                <a:gd name="connsiteX52" fmla="*/ 494465 w 880486"/>
                <a:gd name="connsiteY52" fmla="*/ 331190 h 676907"/>
                <a:gd name="connsiteX53" fmla="*/ 484424 w 880486"/>
                <a:gd name="connsiteY53" fmla="*/ 299948 h 676907"/>
                <a:gd name="connsiteX54" fmla="*/ 445925 w 880486"/>
                <a:gd name="connsiteY54" fmla="*/ 307015 h 676907"/>
                <a:gd name="connsiteX55" fmla="*/ 423606 w 880486"/>
                <a:gd name="connsiteY55" fmla="*/ 279561 h 676907"/>
                <a:gd name="connsiteX56" fmla="*/ 393203 w 880486"/>
                <a:gd name="connsiteY56" fmla="*/ 283743 h 676907"/>
                <a:gd name="connsiteX57" fmla="*/ 374023 w 880486"/>
                <a:gd name="connsiteY57" fmla="*/ 253937 h 676907"/>
                <a:gd name="connsiteX58" fmla="*/ 319979 w 880486"/>
                <a:gd name="connsiteY58" fmla="*/ 267270 h 676907"/>
                <a:gd name="connsiteX59" fmla="*/ 337862 w 880486"/>
                <a:gd name="connsiteY59" fmla="*/ 282561 h 676907"/>
                <a:gd name="connsiteX60" fmla="*/ 341523 w 880486"/>
                <a:gd name="connsiteY60" fmla="*/ 297088 h 676907"/>
                <a:gd name="connsiteX61" fmla="*/ 335511 w 880486"/>
                <a:gd name="connsiteY61" fmla="*/ 305579 h 676907"/>
                <a:gd name="connsiteX62" fmla="*/ 352352 w 880486"/>
                <a:gd name="connsiteY62" fmla="*/ 339947 h 676907"/>
                <a:gd name="connsiteX63" fmla="*/ 324555 w 880486"/>
                <a:gd name="connsiteY63" fmla="*/ 351056 h 676907"/>
                <a:gd name="connsiteX64" fmla="*/ 308896 w 880486"/>
                <a:gd name="connsiteY64" fmla="*/ 382043 h 676907"/>
                <a:gd name="connsiteX65" fmla="*/ 242727 w 880486"/>
                <a:gd name="connsiteY65" fmla="*/ 449204 h 676907"/>
                <a:gd name="connsiteX66" fmla="*/ 261004 w 880486"/>
                <a:gd name="connsiteY66" fmla="*/ 488288 h 676907"/>
                <a:gd name="connsiteX67" fmla="*/ 255513 w 880486"/>
                <a:gd name="connsiteY67" fmla="*/ 523978 h 676907"/>
                <a:gd name="connsiteX68" fmla="*/ 252641 w 880486"/>
                <a:gd name="connsiteY68" fmla="*/ 542662 h 676907"/>
                <a:gd name="connsiteX69" fmla="*/ 273397 w 880486"/>
                <a:gd name="connsiteY69" fmla="*/ 567244 h 676907"/>
                <a:gd name="connsiteX70" fmla="*/ 314247 w 880486"/>
                <a:gd name="connsiteY70" fmla="*/ 666053 h 676907"/>
                <a:gd name="connsiteX71" fmla="*/ 273397 w 880486"/>
                <a:gd name="connsiteY71" fmla="*/ 676907 h 676907"/>
                <a:gd name="connsiteX72" fmla="*/ 244811 w 880486"/>
                <a:gd name="connsiteY72" fmla="*/ 639768 h 676907"/>
                <a:gd name="connsiteX73" fmla="*/ 221730 w 880486"/>
                <a:gd name="connsiteY73" fmla="*/ 644623 h 676907"/>
                <a:gd name="connsiteX74" fmla="*/ 196665 w 880486"/>
                <a:gd name="connsiteY74" fmla="*/ 625406 h 676907"/>
                <a:gd name="connsiteX75" fmla="*/ 173557 w 880486"/>
                <a:gd name="connsiteY75" fmla="*/ 607637 h 676907"/>
                <a:gd name="connsiteX76" fmla="*/ 140155 w 880486"/>
                <a:gd name="connsiteY76" fmla="*/ 628926 h 676907"/>
                <a:gd name="connsiteX77" fmla="*/ 92772 w 880486"/>
                <a:gd name="connsiteY77" fmla="*/ 623575 h 676907"/>
                <a:gd name="connsiteX78" fmla="*/ 58327 w 880486"/>
                <a:gd name="connsiteY78" fmla="*/ 604624 h 676907"/>
                <a:gd name="connsiteX79" fmla="*/ 36135 w 880486"/>
                <a:gd name="connsiteY79" fmla="*/ 592219 h 676907"/>
                <a:gd name="connsiteX80" fmla="*/ 71648 w 880486"/>
                <a:gd name="connsiteY80" fmla="*/ 542281 h 676907"/>
                <a:gd name="connsiteX81" fmla="*/ 57285 w 880486"/>
                <a:gd name="connsiteY81" fmla="*/ 497833 h 676907"/>
                <a:gd name="connsiteX82" fmla="*/ 40317 w 880486"/>
                <a:gd name="connsiteY82" fmla="*/ 459271 h 676907"/>
                <a:gd name="connsiteX83" fmla="*/ 87433 w 880486"/>
                <a:gd name="connsiteY83" fmla="*/ 425156 h 676907"/>
                <a:gd name="connsiteX84" fmla="*/ 69436 w 880486"/>
                <a:gd name="connsiteY84" fmla="*/ 394321 h 676907"/>
                <a:gd name="connsiteX85" fmla="*/ 32754 w 880486"/>
                <a:gd name="connsiteY85" fmla="*/ 405163 h 676907"/>
                <a:gd name="connsiteX86" fmla="*/ 16561 w 880486"/>
                <a:gd name="connsiteY86" fmla="*/ 379031 h 676907"/>
                <a:gd name="connsiteX87" fmla="*/ 0 w 880486"/>
                <a:gd name="connsiteY87" fmla="*/ 336032 h 676907"/>
                <a:gd name="connsiteX88" fmla="*/ 38232 w 880486"/>
                <a:gd name="connsiteY88" fmla="*/ 333668 h 676907"/>
                <a:gd name="connsiteX89" fmla="*/ 59242 w 880486"/>
                <a:gd name="connsiteY89" fmla="*/ 303088 h 676907"/>
                <a:gd name="connsiteX90" fmla="*/ 54171 w 880486"/>
                <a:gd name="connsiteY90" fmla="*/ 269228 h 676907"/>
                <a:gd name="connsiteX91" fmla="*/ 80900 w 880486"/>
                <a:gd name="connsiteY91" fmla="*/ 258259 h 676907"/>
                <a:gd name="connsiteX92" fmla="*/ 81167 w 880486"/>
                <a:gd name="connsiteY92" fmla="*/ 228720 h 676907"/>
                <a:gd name="connsiteX93" fmla="*/ 205663 w 880486"/>
                <a:gd name="connsiteY93" fmla="*/ 228847 h 676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880486" h="676907">
                  <a:moveTo>
                    <a:pt x="205663" y="228847"/>
                  </a:moveTo>
                  <a:lnTo>
                    <a:pt x="268439" y="216950"/>
                  </a:lnTo>
                  <a:lnTo>
                    <a:pt x="297812" y="218921"/>
                  </a:lnTo>
                  <a:lnTo>
                    <a:pt x="344904" y="199690"/>
                  </a:lnTo>
                  <a:lnTo>
                    <a:pt x="361478" y="193030"/>
                  </a:lnTo>
                  <a:lnTo>
                    <a:pt x="414213" y="212642"/>
                  </a:lnTo>
                  <a:lnTo>
                    <a:pt x="470977" y="191861"/>
                  </a:lnTo>
                  <a:lnTo>
                    <a:pt x="487157" y="109791"/>
                  </a:lnTo>
                  <a:lnTo>
                    <a:pt x="522262" y="118790"/>
                  </a:lnTo>
                  <a:lnTo>
                    <a:pt x="553707" y="97360"/>
                  </a:lnTo>
                  <a:lnTo>
                    <a:pt x="600557" y="86124"/>
                  </a:lnTo>
                  <a:lnTo>
                    <a:pt x="634620" y="60895"/>
                  </a:lnTo>
                  <a:lnTo>
                    <a:pt x="666078" y="54235"/>
                  </a:lnTo>
                  <a:lnTo>
                    <a:pt x="669866" y="29005"/>
                  </a:lnTo>
                  <a:lnTo>
                    <a:pt x="670781" y="17769"/>
                  </a:lnTo>
                  <a:lnTo>
                    <a:pt x="681864" y="5224"/>
                  </a:lnTo>
                  <a:lnTo>
                    <a:pt x="706001" y="0"/>
                  </a:lnTo>
                  <a:lnTo>
                    <a:pt x="709014" y="15939"/>
                  </a:lnTo>
                  <a:lnTo>
                    <a:pt x="723096" y="15023"/>
                  </a:lnTo>
                  <a:lnTo>
                    <a:pt x="741513" y="18163"/>
                  </a:lnTo>
                  <a:lnTo>
                    <a:pt x="778042" y="18163"/>
                  </a:lnTo>
                  <a:lnTo>
                    <a:pt x="796841" y="27823"/>
                  </a:lnTo>
                  <a:lnTo>
                    <a:pt x="796574" y="32004"/>
                  </a:lnTo>
                  <a:lnTo>
                    <a:pt x="880487" y="82985"/>
                  </a:lnTo>
                  <a:lnTo>
                    <a:pt x="873051" y="85870"/>
                  </a:lnTo>
                  <a:lnTo>
                    <a:pt x="853083" y="92276"/>
                  </a:lnTo>
                  <a:lnTo>
                    <a:pt x="779211" y="104427"/>
                  </a:lnTo>
                  <a:lnTo>
                    <a:pt x="752596" y="90039"/>
                  </a:lnTo>
                  <a:lnTo>
                    <a:pt x="737459" y="104935"/>
                  </a:lnTo>
                  <a:lnTo>
                    <a:pt x="737204" y="111608"/>
                  </a:lnTo>
                  <a:lnTo>
                    <a:pt x="788224" y="144934"/>
                  </a:lnTo>
                  <a:lnTo>
                    <a:pt x="788477" y="175782"/>
                  </a:lnTo>
                  <a:lnTo>
                    <a:pt x="788351" y="178133"/>
                  </a:lnTo>
                  <a:lnTo>
                    <a:pt x="757159" y="204139"/>
                  </a:lnTo>
                  <a:lnTo>
                    <a:pt x="733811" y="216696"/>
                  </a:lnTo>
                  <a:lnTo>
                    <a:pt x="706522" y="182582"/>
                  </a:lnTo>
                  <a:lnTo>
                    <a:pt x="724406" y="176697"/>
                  </a:lnTo>
                  <a:lnTo>
                    <a:pt x="747640" y="181527"/>
                  </a:lnTo>
                  <a:lnTo>
                    <a:pt x="755202" y="154086"/>
                  </a:lnTo>
                  <a:lnTo>
                    <a:pt x="734980" y="149383"/>
                  </a:lnTo>
                  <a:lnTo>
                    <a:pt x="714237" y="117747"/>
                  </a:lnTo>
                  <a:lnTo>
                    <a:pt x="673247" y="138656"/>
                  </a:lnTo>
                  <a:lnTo>
                    <a:pt x="666726" y="166389"/>
                  </a:lnTo>
                  <a:lnTo>
                    <a:pt x="678865" y="178655"/>
                  </a:lnTo>
                  <a:lnTo>
                    <a:pt x="642971" y="201533"/>
                  </a:lnTo>
                  <a:lnTo>
                    <a:pt x="640239" y="224933"/>
                  </a:lnTo>
                  <a:lnTo>
                    <a:pt x="638014" y="229902"/>
                  </a:lnTo>
                  <a:lnTo>
                    <a:pt x="629918" y="345184"/>
                  </a:lnTo>
                  <a:lnTo>
                    <a:pt x="631634" y="365825"/>
                  </a:lnTo>
                  <a:lnTo>
                    <a:pt x="583602" y="367783"/>
                  </a:lnTo>
                  <a:lnTo>
                    <a:pt x="577590" y="345184"/>
                  </a:lnTo>
                  <a:lnTo>
                    <a:pt x="532837" y="352225"/>
                  </a:lnTo>
                  <a:lnTo>
                    <a:pt x="494465" y="331190"/>
                  </a:lnTo>
                  <a:lnTo>
                    <a:pt x="484424" y="299948"/>
                  </a:lnTo>
                  <a:lnTo>
                    <a:pt x="445925" y="307015"/>
                  </a:lnTo>
                  <a:lnTo>
                    <a:pt x="423606" y="279561"/>
                  </a:lnTo>
                  <a:lnTo>
                    <a:pt x="393203" y="283743"/>
                  </a:lnTo>
                  <a:lnTo>
                    <a:pt x="374023" y="253937"/>
                  </a:lnTo>
                  <a:lnTo>
                    <a:pt x="319979" y="267270"/>
                  </a:lnTo>
                  <a:lnTo>
                    <a:pt x="337862" y="282561"/>
                  </a:lnTo>
                  <a:lnTo>
                    <a:pt x="341523" y="297088"/>
                  </a:lnTo>
                  <a:lnTo>
                    <a:pt x="335511" y="305579"/>
                  </a:lnTo>
                  <a:lnTo>
                    <a:pt x="352352" y="339947"/>
                  </a:lnTo>
                  <a:lnTo>
                    <a:pt x="324555" y="351056"/>
                  </a:lnTo>
                  <a:lnTo>
                    <a:pt x="308896" y="382043"/>
                  </a:lnTo>
                  <a:lnTo>
                    <a:pt x="242727" y="449204"/>
                  </a:lnTo>
                  <a:lnTo>
                    <a:pt x="261004" y="488288"/>
                  </a:lnTo>
                  <a:lnTo>
                    <a:pt x="255513" y="523978"/>
                  </a:lnTo>
                  <a:lnTo>
                    <a:pt x="252641" y="542662"/>
                  </a:lnTo>
                  <a:lnTo>
                    <a:pt x="273397" y="567244"/>
                  </a:lnTo>
                  <a:lnTo>
                    <a:pt x="314247" y="666053"/>
                  </a:lnTo>
                  <a:lnTo>
                    <a:pt x="273397" y="676907"/>
                  </a:lnTo>
                  <a:lnTo>
                    <a:pt x="244811" y="639768"/>
                  </a:lnTo>
                  <a:lnTo>
                    <a:pt x="221730" y="644623"/>
                  </a:lnTo>
                  <a:lnTo>
                    <a:pt x="196665" y="625406"/>
                  </a:lnTo>
                  <a:lnTo>
                    <a:pt x="173557" y="607637"/>
                  </a:lnTo>
                  <a:lnTo>
                    <a:pt x="140155" y="628926"/>
                  </a:lnTo>
                  <a:lnTo>
                    <a:pt x="92772" y="623575"/>
                  </a:lnTo>
                  <a:lnTo>
                    <a:pt x="58327" y="604624"/>
                  </a:lnTo>
                  <a:lnTo>
                    <a:pt x="36135" y="592219"/>
                  </a:lnTo>
                  <a:lnTo>
                    <a:pt x="71648" y="542281"/>
                  </a:lnTo>
                  <a:lnTo>
                    <a:pt x="57285" y="497833"/>
                  </a:lnTo>
                  <a:lnTo>
                    <a:pt x="40317" y="459271"/>
                  </a:lnTo>
                  <a:lnTo>
                    <a:pt x="87433" y="425156"/>
                  </a:lnTo>
                  <a:lnTo>
                    <a:pt x="69436" y="394321"/>
                  </a:lnTo>
                  <a:lnTo>
                    <a:pt x="32754" y="405163"/>
                  </a:lnTo>
                  <a:lnTo>
                    <a:pt x="16561" y="379031"/>
                  </a:lnTo>
                  <a:lnTo>
                    <a:pt x="0" y="336032"/>
                  </a:lnTo>
                  <a:lnTo>
                    <a:pt x="38232" y="333668"/>
                  </a:lnTo>
                  <a:lnTo>
                    <a:pt x="59242" y="303088"/>
                  </a:lnTo>
                  <a:lnTo>
                    <a:pt x="54171" y="269228"/>
                  </a:lnTo>
                  <a:lnTo>
                    <a:pt x="80900" y="258259"/>
                  </a:lnTo>
                  <a:lnTo>
                    <a:pt x="81167" y="228720"/>
                  </a:lnTo>
                  <a:lnTo>
                    <a:pt x="205663" y="228847"/>
                  </a:lnTo>
                  <a:close/>
                </a:path>
              </a:pathLst>
            </a:custGeom>
            <a:noFill/>
            <a:ln w="3810" cap="flat">
              <a:solidFill>
                <a:srgbClr val="E6E4E2"/>
              </a:solidFill>
              <a:prstDash val="solid"/>
              <a:miter/>
            </a:ln>
          </p:spPr>
          <p:txBody>
            <a:bodyPr rtlCol="0" anchor="ctr"/>
            <a:lstStyle/>
            <a:p>
              <a:endParaRPr lang="de-CH"/>
            </a:p>
          </p:txBody>
        </p:sp>
        <p:sp>
          <p:nvSpPr>
            <p:cNvPr id="41" name="Freihandform: Form 40">
              <a:extLst>
                <a:ext uri="{FF2B5EF4-FFF2-40B4-BE49-F238E27FC236}">
                  <a16:creationId xmlns:a16="http://schemas.microsoft.com/office/drawing/2014/main" id="{99EF328C-6FAF-5A04-E285-959B86AC1E8A}"/>
                </a:ext>
              </a:extLst>
            </p:cNvPr>
            <p:cNvSpPr/>
            <p:nvPr/>
          </p:nvSpPr>
          <p:spPr>
            <a:xfrm>
              <a:off x="8316659" y="1545120"/>
              <a:ext cx="610318" cy="620359"/>
            </a:xfrm>
            <a:custGeom>
              <a:avLst/>
              <a:gdLst>
                <a:gd name="connsiteX0" fmla="*/ 430482 w 610318"/>
                <a:gd name="connsiteY0" fmla="*/ 48617 h 620359"/>
                <a:gd name="connsiteX1" fmla="*/ 471472 w 610318"/>
                <a:gd name="connsiteY1" fmla="*/ 27708 h 620359"/>
                <a:gd name="connsiteX2" fmla="*/ 492216 w 610318"/>
                <a:gd name="connsiteY2" fmla="*/ 59344 h 620359"/>
                <a:gd name="connsiteX3" fmla="*/ 512450 w 610318"/>
                <a:gd name="connsiteY3" fmla="*/ 64047 h 620359"/>
                <a:gd name="connsiteX4" fmla="*/ 504888 w 610318"/>
                <a:gd name="connsiteY4" fmla="*/ 91488 h 620359"/>
                <a:gd name="connsiteX5" fmla="*/ 481641 w 610318"/>
                <a:gd name="connsiteY5" fmla="*/ 86658 h 620359"/>
                <a:gd name="connsiteX6" fmla="*/ 463770 w 610318"/>
                <a:gd name="connsiteY6" fmla="*/ 92543 h 620359"/>
                <a:gd name="connsiteX7" fmla="*/ 491046 w 610318"/>
                <a:gd name="connsiteY7" fmla="*/ 126657 h 620359"/>
                <a:gd name="connsiteX8" fmla="*/ 397486 w 610318"/>
                <a:gd name="connsiteY8" fmla="*/ 134893 h 620359"/>
                <a:gd name="connsiteX9" fmla="*/ 400206 w 610318"/>
                <a:gd name="connsiteY9" fmla="*/ 111494 h 620359"/>
                <a:gd name="connsiteX10" fmla="*/ 436100 w 610318"/>
                <a:gd name="connsiteY10" fmla="*/ 88616 h 620359"/>
                <a:gd name="connsiteX11" fmla="*/ 423962 w 610318"/>
                <a:gd name="connsiteY11" fmla="*/ 76338 h 620359"/>
                <a:gd name="connsiteX12" fmla="*/ 509832 w 610318"/>
                <a:gd name="connsiteY12" fmla="*/ 0 h 620359"/>
                <a:gd name="connsiteX13" fmla="*/ 536460 w 610318"/>
                <a:gd name="connsiteY13" fmla="*/ 14388 h 620359"/>
                <a:gd name="connsiteX14" fmla="*/ 610319 w 610318"/>
                <a:gd name="connsiteY14" fmla="*/ 2237 h 620359"/>
                <a:gd name="connsiteX15" fmla="*/ 603964 w 610318"/>
                <a:gd name="connsiteY15" fmla="*/ 21836 h 620359"/>
                <a:gd name="connsiteX16" fmla="*/ 555030 w 610318"/>
                <a:gd name="connsiteY16" fmla="*/ 38563 h 620359"/>
                <a:gd name="connsiteX17" fmla="*/ 589347 w 610318"/>
                <a:gd name="connsiteY17" fmla="*/ 71241 h 620359"/>
                <a:gd name="connsiteX18" fmla="*/ 545764 w 610318"/>
                <a:gd name="connsiteY18" fmla="*/ 85730 h 620359"/>
                <a:gd name="connsiteX19" fmla="*/ 545509 w 610318"/>
                <a:gd name="connsiteY19" fmla="*/ 54895 h 620359"/>
                <a:gd name="connsiteX20" fmla="*/ 494478 w 610318"/>
                <a:gd name="connsiteY20" fmla="*/ 21569 h 620359"/>
                <a:gd name="connsiteX21" fmla="*/ 494732 w 610318"/>
                <a:gd name="connsiteY21" fmla="*/ 14896 h 620359"/>
                <a:gd name="connsiteX22" fmla="*/ 251701 w 610318"/>
                <a:gd name="connsiteY22" fmla="*/ 241151 h 620359"/>
                <a:gd name="connsiteX23" fmla="*/ 290073 w 610318"/>
                <a:gd name="connsiteY23" fmla="*/ 262186 h 620359"/>
                <a:gd name="connsiteX24" fmla="*/ 334825 w 610318"/>
                <a:gd name="connsiteY24" fmla="*/ 255145 h 620359"/>
                <a:gd name="connsiteX25" fmla="*/ 340837 w 610318"/>
                <a:gd name="connsiteY25" fmla="*/ 277743 h 620359"/>
                <a:gd name="connsiteX26" fmla="*/ 388869 w 610318"/>
                <a:gd name="connsiteY26" fmla="*/ 275786 h 620359"/>
                <a:gd name="connsiteX27" fmla="*/ 389377 w 610318"/>
                <a:gd name="connsiteY27" fmla="*/ 306125 h 620359"/>
                <a:gd name="connsiteX28" fmla="*/ 385069 w 610318"/>
                <a:gd name="connsiteY28" fmla="*/ 342324 h 620359"/>
                <a:gd name="connsiteX29" fmla="*/ 381166 w 610318"/>
                <a:gd name="connsiteY29" fmla="*/ 374328 h 620359"/>
                <a:gd name="connsiteX30" fmla="*/ 378167 w 610318"/>
                <a:gd name="connsiteY30" fmla="*/ 399825 h 620359"/>
                <a:gd name="connsiteX31" fmla="*/ 358975 w 610318"/>
                <a:gd name="connsiteY31" fmla="*/ 432363 h 620359"/>
                <a:gd name="connsiteX32" fmla="*/ 357703 w 610318"/>
                <a:gd name="connsiteY32" fmla="*/ 466617 h 620359"/>
                <a:gd name="connsiteX33" fmla="*/ 331228 w 610318"/>
                <a:gd name="connsiteY33" fmla="*/ 500464 h 620359"/>
                <a:gd name="connsiteX34" fmla="*/ 190526 w 610318"/>
                <a:gd name="connsiteY34" fmla="*/ 609772 h 620359"/>
                <a:gd name="connsiteX35" fmla="*/ 152560 w 610318"/>
                <a:gd name="connsiteY35" fmla="*/ 620360 h 620359"/>
                <a:gd name="connsiteX36" fmla="*/ 128539 w 610318"/>
                <a:gd name="connsiteY36" fmla="*/ 602565 h 620359"/>
                <a:gd name="connsiteX37" fmla="*/ 71521 w 610318"/>
                <a:gd name="connsiteY37" fmla="*/ 576026 h 620359"/>
                <a:gd name="connsiteX38" fmla="*/ 30670 w 610318"/>
                <a:gd name="connsiteY38" fmla="*/ 477217 h 620359"/>
                <a:gd name="connsiteX39" fmla="*/ 9914 w 610318"/>
                <a:gd name="connsiteY39" fmla="*/ 452636 h 620359"/>
                <a:gd name="connsiteX40" fmla="*/ 12799 w 610318"/>
                <a:gd name="connsiteY40" fmla="*/ 433952 h 620359"/>
                <a:gd name="connsiteX41" fmla="*/ 18277 w 610318"/>
                <a:gd name="connsiteY41" fmla="*/ 398262 h 620359"/>
                <a:gd name="connsiteX42" fmla="*/ 0 w 610318"/>
                <a:gd name="connsiteY42" fmla="*/ 359178 h 620359"/>
                <a:gd name="connsiteX43" fmla="*/ 66169 w 610318"/>
                <a:gd name="connsiteY43" fmla="*/ 292017 h 620359"/>
                <a:gd name="connsiteX44" fmla="*/ 81828 w 610318"/>
                <a:gd name="connsiteY44" fmla="*/ 261029 h 620359"/>
                <a:gd name="connsiteX45" fmla="*/ 109626 w 610318"/>
                <a:gd name="connsiteY45" fmla="*/ 249921 h 620359"/>
                <a:gd name="connsiteX46" fmla="*/ 92798 w 610318"/>
                <a:gd name="connsiteY46" fmla="*/ 215603 h 620359"/>
                <a:gd name="connsiteX47" fmla="*/ 98797 w 610318"/>
                <a:gd name="connsiteY47" fmla="*/ 207126 h 620359"/>
                <a:gd name="connsiteX48" fmla="*/ 95136 w 610318"/>
                <a:gd name="connsiteY48" fmla="*/ 192598 h 620359"/>
                <a:gd name="connsiteX49" fmla="*/ 77253 w 610318"/>
                <a:gd name="connsiteY49" fmla="*/ 177346 h 620359"/>
                <a:gd name="connsiteX50" fmla="*/ 131297 w 610318"/>
                <a:gd name="connsiteY50" fmla="*/ 164013 h 620359"/>
                <a:gd name="connsiteX51" fmla="*/ 150476 w 610318"/>
                <a:gd name="connsiteY51" fmla="*/ 193818 h 620359"/>
                <a:gd name="connsiteX52" fmla="*/ 180892 w 610318"/>
                <a:gd name="connsiteY52" fmla="*/ 189636 h 620359"/>
                <a:gd name="connsiteX53" fmla="*/ 203198 w 610318"/>
                <a:gd name="connsiteY53" fmla="*/ 217090 h 620359"/>
                <a:gd name="connsiteX54" fmla="*/ 241697 w 610318"/>
                <a:gd name="connsiteY54" fmla="*/ 210023 h 620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10318" h="620359">
                  <a:moveTo>
                    <a:pt x="430482" y="48617"/>
                  </a:moveTo>
                  <a:lnTo>
                    <a:pt x="471472" y="27708"/>
                  </a:lnTo>
                  <a:lnTo>
                    <a:pt x="492216" y="59344"/>
                  </a:lnTo>
                  <a:lnTo>
                    <a:pt x="512450" y="64047"/>
                  </a:lnTo>
                  <a:lnTo>
                    <a:pt x="504888" y="91488"/>
                  </a:lnTo>
                  <a:lnTo>
                    <a:pt x="481641" y="86658"/>
                  </a:lnTo>
                  <a:lnTo>
                    <a:pt x="463770" y="92543"/>
                  </a:lnTo>
                  <a:lnTo>
                    <a:pt x="491046" y="126657"/>
                  </a:lnTo>
                  <a:lnTo>
                    <a:pt x="397486" y="134893"/>
                  </a:lnTo>
                  <a:lnTo>
                    <a:pt x="400206" y="111494"/>
                  </a:lnTo>
                  <a:lnTo>
                    <a:pt x="436100" y="88616"/>
                  </a:lnTo>
                  <a:lnTo>
                    <a:pt x="423962" y="76338"/>
                  </a:lnTo>
                  <a:close/>
                  <a:moveTo>
                    <a:pt x="509832" y="0"/>
                  </a:moveTo>
                  <a:lnTo>
                    <a:pt x="536460" y="14388"/>
                  </a:lnTo>
                  <a:lnTo>
                    <a:pt x="610319" y="2237"/>
                  </a:lnTo>
                  <a:lnTo>
                    <a:pt x="603964" y="21836"/>
                  </a:lnTo>
                  <a:lnTo>
                    <a:pt x="555030" y="38563"/>
                  </a:lnTo>
                  <a:lnTo>
                    <a:pt x="589347" y="71241"/>
                  </a:lnTo>
                  <a:lnTo>
                    <a:pt x="545764" y="85730"/>
                  </a:lnTo>
                  <a:lnTo>
                    <a:pt x="545509" y="54895"/>
                  </a:lnTo>
                  <a:lnTo>
                    <a:pt x="494478" y="21569"/>
                  </a:lnTo>
                  <a:lnTo>
                    <a:pt x="494732" y="14896"/>
                  </a:lnTo>
                  <a:close/>
                  <a:moveTo>
                    <a:pt x="251701" y="241151"/>
                  </a:moveTo>
                  <a:lnTo>
                    <a:pt x="290073" y="262186"/>
                  </a:lnTo>
                  <a:lnTo>
                    <a:pt x="334825" y="255145"/>
                  </a:lnTo>
                  <a:lnTo>
                    <a:pt x="340837" y="277743"/>
                  </a:lnTo>
                  <a:lnTo>
                    <a:pt x="388869" y="275786"/>
                  </a:lnTo>
                  <a:lnTo>
                    <a:pt x="389377" y="306125"/>
                  </a:lnTo>
                  <a:lnTo>
                    <a:pt x="385069" y="342324"/>
                  </a:lnTo>
                  <a:lnTo>
                    <a:pt x="381166" y="374328"/>
                  </a:lnTo>
                  <a:lnTo>
                    <a:pt x="378167" y="399825"/>
                  </a:lnTo>
                  <a:lnTo>
                    <a:pt x="358975" y="432363"/>
                  </a:lnTo>
                  <a:lnTo>
                    <a:pt x="357703" y="466617"/>
                  </a:lnTo>
                  <a:lnTo>
                    <a:pt x="331228" y="500464"/>
                  </a:lnTo>
                  <a:lnTo>
                    <a:pt x="190526" y="609772"/>
                  </a:lnTo>
                  <a:lnTo>
                    <a:pt x="152560" y="620360"/>
                  </a:lnTo>
                  <a:lnTo>
                    <a:pt x="128539" y="602565"/>
                  </a:lnTo>
                  <a:lnTo>
                    <a:pt x="71521" y="576026"/>
                  </a:lnTo>
                  <a:lnTo>
                    <a:pt x="30670" y="477217"/>
                  </a:lnTo>
                  <a:lnTo>
                    <a:pt x="9914" y="452636"/>
                  </a:lnTo>
                  <a:lnTo>
                    <a:pt x="12799" y="433952"/>
                  </a:lnTo>
                  <a:lnTo>
                    <a:pt x="18277" y="398262"/>
                  </a:lnTo>
                  <a:lnTo>
                    <a:pt x="0" y="359178"/>
                  </a:lnTo>
                  <a:lnTo>
                    <a:pt x="66169" y="292017"/>
                  </a:lnTo>
                  <a:lnTo>
                    <a:pt x="81828" y="261029"/>
                  </a:lnTo>
                  <a:lnTo>
                    <a:pt x="109626" y="249921"/>
                  </a:lnTo>
                  <a:lnTo>
                    <a:pt x="92798" y="215603"/>
                  </a:lnTo>
                  <a:lnTo>
                    <a:pt x="98797" y="207126"/>
                  </a:lnTo>
                  <a:lnTo>
                    <a:pt x="95136" y="192598"/>
                  </a:lnTo>
                  <a:lnTo>
                    <a:pt x="77253" y="177346"/>
                  </a:lnTo>
                  <a:lnTo>
                    <a:pt x="131297" y="164013"/>
                  </a:lnTo>
                  <a:lnTo>
                    <a:pt x="150476" y="193818"/>
                  </a:lnTo>
                  <a:lnTo>
                    <a:pt x="180892" y="189636"/>
                  </a:lnTo>
                  <a:lnTo>
                    <a:pt x="203198" y="217090"/>
                  </a:lnTo>
                  <a:lnTo>
                    <a:pt x="241697" y="210023"/>
                  </a:lnTo>
                  <a:close/>
                </a:path>
              </a:pathLst>
            </a:custGeom>
            <a:solidFill>
              <a:srgbClr val="FFFFFF"/>
            </a:solidFill>
            <a:ln w="12700" cap="flat">
              <a:noFill/>
              <a:prstDash val="solid"/>
              <a:miter/>
            </a:ln>
          </p:spPr>
          <p:txBody>
            <a:bodyPr rtlCol="0" anchor="ctr"/>
            <a:lstStyle/>
            <a:p>
              <a:endParaRPr lang="de-CH"/>
            </a:p>
          </p:txBody>
        </p:sp>
        <p:sp>
          <p:nvSpPr>
            <p:cNvPr id="42" name="Freihandform: Form 41">
              <a:extLst>
                <a:ext uri="{FF2B5EF4-FFF2-40B4-BE49-F238E27FC236}">
                  <a16:creationId xmlns:a16="http://schemas.microsoft.com/office/drawing/2014/main" id="{065956B4-9ABA-05D8-5784-6EF0D687A53E}"/>
                </a:ext>
              </a:extLst>
            </p:cNvPr>
            <p:cNvSpPr/>
            <p:nvPr/>
          </p:nvSpPr>
          <p:spPr>
            <a:xfrm>
              <a:off x="8316659" y="1545120"/>
              <a:ext cx="610318" cy="620359"/>
            </a:xfrm>
            <a:custGeom>
              <a:avLst/>
              <a:gdLst>
                <a:gd name="connsiteX0" fmla="*/ 430482 w 610318"/>
                <a:gd name="connsiteY0" fmla="*/ 48617 h 620359"/>
                <a:gd name="connsiteX1" fmla="*/ 471472 w 610318"/>
                <a:gd name="connsiteY1" fmla="*/ 27708 h 620359"/>
                <a:gd name="connsiteX2" fmla="*/ 492216 w 610318"/>
                <a:gd name="connsiteY2" fmla="*/ 59344 h 620359"/>
                <a:gd name="connsiteX3" fmla="*/ 512450 w 610318"/>
                <a:gd name="connsiteY3" fmla="*/ 64047 h 620359"/>
                <a:gd name="connsiteX4" fmla="*/ 504888 w 610318"/>
                <a:gd name="connsiteY4" fmla="*/ 91488 h 620359"/>
                <a:gd name="connsiteX5" fmla="*/ 481641 w 610318"/>
                <a:gd name="connsiteY5" fmla="*/ 86658 h 620359"/>
                <a:gd name="connsiteX6" fmla="*/ 463770 w 610318"/>
                <a:gd name="connsiteY6" fmla="*/ 92543 h 620359"/>
                <a:gd name="connsiteX7" fmla="*/ 491046 w 610318"/>
                <a:gd name="connsiteY7" fmla="*/ 126657 h 620359"/>
                <a:gd name="connsiteX8" fmla="*/ 397486 w 610318"/>
                <a:gd name="connsiteY8" fmla="*/ 134893 h 620359"/>
                <a:gd name="connsiteX9" fmla="*/ 400206 w 610318"/>
                <a:gd name="connsiteY9" fmla="*/ 111494 h 620359"/>
                <a:gd name="connsiteX10" fmla="*/ 436100 w 610318"/>
                <a:gd name="connsiteY10" fmla="*/ 88616 h 620359"/>
                <a:gd name="connsiteX11" fmla="*/ 423962 w 610318"/>
                <a:gd name="connsiteY11" fmla="*/ 76338 h 620359"/>
                <a:gd name="connsiteX12" fmla="*/ 509832 w 610318"/>
                <a:gd name="connsiteY12" fmla="*/ 0 h 620359"/>
                <a:gd name="connsiteX13" fmla="*/ 536460 w 610318"/>
                <a:gd name="connsiteY13" fmla="*/ 14388 h 620359"/>
                <a:gd name="connsiteX14" fmla="*/ 610319 w 610318"/>
                <a:gd name="connsiteY14" fmla="*/ 2237 h 620359"/>
                <a:gd name="connsiteX15" fmla="*/ 603964 w 610318"/>
                <a:gd name="connsiteY15" fmla="*/ 21836 h 620359"/>
                <a:gd name="connsiteX16" fmla="*/ 555030 w 610318"/>
                <a:gd name="connsiteY16" fmla="*/ 38563 h 620359"/>
                <a:gd name="connsiteX17" fmla="*/ 589347 w 610318"/>
                <a:gd name="connsiteY17" fmla="*/ 71241 h 620359"/>
                <a:gd name="connsiteX18" fmla="*/ 545764 w 610318"/>
                <a:gd name="connsiteY18" fmla="*/ 85730 h 620359"/>
                <a:gd name="connsiteX19" fmla="*/ 545509 w 610318"/>
                <a:gd name="connsiteY19" fmla="*/ 54895 h 620359"/>
                <a:gd name="connsiteX20" fmla="*/ 494478 w 610318"/>
                <a:gd name="connsiteY20" fmla="*/ 21569 h 620359"/>
                <a:gd name="connsiteX21" fmla="*/ 494732 w 610318"/>
                <a:gd name="connsiteY21" fmla="*/ 14896 h 620359"/>
                <a:gd name="connsiteX22" fmla="*/ 251701 w 610318"/>
                <a:gd name="connsiteY22" fmla="*/ 241151 h 620359"/>
                <a:gd name="connsiteX23" fmla="*/ 290073 w 610318"/>
                <a:gd name="connsiteY23" fmla="*/ 262186 h 620359"/>
                <a:gd name="connsiteX24" fmla="*/ 334825 w 610318"/>
                <a:gd name="connsiteY24" fmla="*/ 255145 h 620359"/>
                <a:gd name="connsiteX25" fmla="*/ 340837 w 610318"/>
                <a:gd name="connsiteY25" fmla="*/ 277743 h 620359"/>
                <a:gd name="connsiteX26" fmla="*/ 388869 w 610318"/>
                <a:gd name="connsiteY26" fmla="*/ 275786 h 620359"/>
                <a:gd name="connsiteX27" fmla="*/ 389377 w 610318"/>
                <a:gd name="connsiteY27" fmla="*/ 306125 h 620359"/>
                <a:gd name="connsiteX28" fmla="*/ 385069 w 610318"/>
                <a:gd name="connsiteY28" fmla="*/ 342324 h 620359"/>
                <a:gd name="connsiteX29" fmla="*/ 381166 w 610318"/>
                <a:gd name="connsiteY29" fmla="*/ 374328 h 620359"/>
                <a:gd name="connsiteX30" fmla="*/ 378167 w 610318"/>
                <a:gd name="connsiteY30" fmla="*/ 399825 h 620359"/>
                <a:gd name="connsiteX31" fmla="*/ 358975 w 610318"/>
                <a:gd name="connsiteY31" fmla="*/ 432363 h 620359"/>
                <a:gd name="connsiteX32" fmla="*/ 357703 w 610318"/>
                <a:gd name="connsiteY32" fmla="*/ 466617 h 620359"/>
                <a:gd name="connsiteX33" fmla="*/ 331228 w 610318"/>
                <a:gd name="connsiteY33" fmla="*/ 500464 h 620359"/>
                <a:gd name="connsiteX34" fmla="*/ 190526 w 610318"/>
                <a:gd name="connsiteY34" fmla="*/ 609772 h 620359"/>
                <a:gd name="connsiteX35" fmla="*/ 152560 w 610318"/>
                <a:gd name="connsiteY35" fmla="*/ 620360 h 620359"/>
                <a:gd name="connsiteX36" fmla="*/ 128539 w 610318"/>
                <a:gd name="connsiteY36" fmla="*/ 602565 h 620359"/>
                <a:gd name="connsiteX37" fmla="*/ 71521 w 610318"/>
                <a:gd name="connsiteY37" fmla="*/ 576026 h 620359"/>
                <a:gd name="connsiteX38" fmla="*/ 30670 w 610318"/>
                <a:gd name="connsiteY38" fmla="*/ 477217 h 620359"/>
                <a:gd name="connsiteX39" fmla="*/ 9914 w 610318"/>
                <a:gd name="connsiteY39" fmla="*/ 452636 h 620359"/>
                <a:gd name="connsiteX40" fmla="*/ 12799 w 610318"/>
                <a:gd name="connsiteY40" fmla="*/ 433952 h 620359"/>
                <a:gd name="connsiteX41" fmla="*/ 18277 w 610318"/>
                <a:gd name="connsiteY41" fmla="*/ 398262 h 620359"/>
                <a:gd name="connsiteX42" fmla="*/ 0 w 610318"/>
                <a:gd name="connsiteY42" fmla="*/ 359178 h 620359"/>
                <a:gd name="connsiteX43" fmla="*/ 66169 w 610318"/>
                <a:gd name="connsiteY43" fmla="*/ 292017 h 620359"/>
                <a:gd name="connsiteX44" fmla="*/ 81828 w 610318"/>
                <a:gd name="connsiteY44" fmla="*/ 261029 h 620359"/>
                <a:gd name="connsiteX45" fmla="*/ 109626 w 610318"/>
                <a:gd name="connsiteY45" fmla="*/ 249921 h 620359"/>
                <a:gd name="connsiteX46" fmla="*/ 92798 w 610318"/>
                <a:gd name="connsiteY46" fmla="*/ 215603 h 620359"/>
                <a:gd name="connsiteX47" fmla="*/ 98797 w 610318"/>
                <a:gd name="connsiteY47" fmla="*/ 207126 h 620359"/>
                <a:gd name="connsiteX48" fmla="*/ 95136 w 610318"/>
                <a:gd name="connsiteY48" fmla="*/ 192598 h 620359"/>
                <a:gd name="connsiteX49" fmla="*/ 77253 w 610318"/>
                <a:gd name="connsiteY49" fmla="*/ 177346 h 620359"/>
                <a:gd name="connsiteX50" fmla="*/ 131297 w 610318"/>
                <a:gd name="connsiteY50" fmla="*/ 164013 h 620359"/>
                <a:gd name="connsiteX51" fmla="*/ 150476 w 610318"/>
                <a:gd name="connsiteY51" fmla="*/ 193818 h 620359"/>
                <a:gd name="connsiteX52" fmla="*/ 180892 w 610318"/>
                <a:gd name="connsiteY52" fmla="*/ 189636 h 620359"/>
                <a:gd name="connsiteX53" fmla="*/ 203198 w 610318"/>
                <a:gd name="connsiteY53" fmla="*/ 217090 h 620359"/>
                <a:gd name="connsiteX54" fmla="*/ 241697 w 610318"/>
                <a:gd name="connsiteY54" fmla="*/ 210023 h 620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10318" h="620359">
                  <a:moveTo>
                    <a:pt x="430482" y="48617"/>
                  </a:moveTo>
                  <a:lnTo>
                    <a:pt x="471472" y="27708"/>
                  </a:lnTo>
                  <a:lnTo>
                    <a:pt x="492216" y="59344"/>
                  </a:lnTo>
                  <a:lnTo>
                    <a:pt x="512450" y="64047"/>
                  </a:lnTo>
                  <a:lnTo>
                    <a:pt x="504888" y="91488"/>
                  </a:lnTo>
                  <a:lnTo>
                    <a:pt x="481641" y="86658"/>
                  </a:lnTo>
                  <a:lnTo>
                    <a:pt x="463770" y="92543"/>
                  </a:lnTo>
                  <a:lnTo>
                    <a:pt x="491046" y="126657"/>
                  </a:lnTo>
                  <a:lnTo>
                    <a:pt x="397486" y="134893"/>
                  </a:lnTo>
                  <a:lnTo>
                    <a:pt x="400206" y="111494"/>
                  </a:lnTo>
                  <a:lnTo>
                    <a:pt x="436100" y="88616"/>
                  </a:lnTo>
                  <a:lnTo>
                    <a:pt x="423962" y="76338"/>
                  </a:lnTo>
                  <a:close/>
                  <a:moveTo>
                    <a:pt x="509832" y="0"/>
                  </a:moveTo>
                  <a:lnTo>
                    <a:pt x="536460" y="14388"/>
                  </a:lnTo>
                  <a:lnTo>
                    <a:pt x="610319" y="2237"/>
                  </a:lnTo>
                  <a:lnTo>
                    <a:pt x="603964" y="21836"/>
                  </a:lnTo>
                  <a:lnTo>
                    <a:pt x="555030" y="38563"/>
                  </a:lnTo>
                  <a:lnTo>
                    <a:pt x="589347" y="71241"/>
                  </a:lnTo>
                  <a:lnTo>
                    <a:pt x="545764" y="85730"/>
                  </a:lnTo>
                  <a:lnTo>
                    <a:pt x="545509" y="54895"/>
                  </a:lnTo>
                  <a:lnTo>
                    <a:pt x="494478" y="21569"/>
                  </a:lnTo>
                  <a:lnTo>
                    <a:pt x="494732" y="14896"/>
                  </a:lnTo>
                  <a:close/>
                  <a:moveTo>
                    <a:pt x="251701" y="241151"/>
                  </a:moveTo>
                  <a:lnTo>
                    <a:pt x="290073" y="262186"/>
                  </a:lnTo>
                  <a:lnTo>
                    <a:pt x="334825" y="255145"/>
                  </a:lnTo>
                  <a:lnTo>
                    <a:pt x="340837" y="277743"/>
                  </a:lnTo>
                  <a:lnTo>
                    <a:pt x="388869" y="275786"/>
                  </a:lnTo>
                  <a:lnTo>
                    <a:pt x="389377" y="306125"/>
                  </a:lnTo>
                  <a:lnTo>
                    <a:pt x="385069" y="342324"/>
                  </a:lnTo>
                  <a:lnTo>
                    <a:pt x="381166" y="374328"/>
                  </a:lnTo>
                  <a:lnTo>
                    <a:pt x="378167" y="399825"/>
                  </a:lnTo>
                  <a:lnTo>
                    <a:pt x="358975" y="432363"/>
                  </a:lnTo>
                  <a:lnTo>
                    <a:pt x="357703" y="466617"/>
                  </a:lnTo>
                  <a:lnTo>
                    <a:pt x="331228" y="500464"/>
                  </a:lnTo>
                  <a:lnTo>
                    <a:pt x="190526" y="609772"/>
                  </a:lnTo>
                  <a:lnTo>
                    <a:pt x="152560" y="620360"/>
                  </a:lnTo>
                  <a:lnTo>
                    <a:pt x="128539" y="602565"/>
                  </a:lnTo>
                  <a:lnTo>
                    <a:pt x="71521" y="576026"/>
                  </a:lnTo>
                  <a:lnTo>
                    <a:pt x="30670" y="477217"/>
                  </a:lnTo>
                  <a:lnTo>
                    <a:pt x="9914" y="452636"/>
                  </a:lnTo>
                  <a:lnTo>
                    <a:pt x="12799" y="433952"/>
                  </a:lnTo>
                  <a:lnTo>
                    <a:pt x="18277" y="398262"/>
                  </a:lnTo>
                  <a:lnTo>
                    <a:pt x="0" y="359178"/>
                  </a:lnTo>
                  <a:lnTo>
                    <a:pt x="66169" y="292017"/>
                  </a:lnTo>
                  <a:lnTo>
                    <a:pt x="81828" y="261029"/>
                  </a:lnTo>
                  <a:lnTo>
                    <a:pt x="109626" y="249921"/>
                  </a:lnTo>
                  <a:lnTo>
                    <a:pt x="92798" y="215603"/>
                  </a:lnTo>
                  <a:lnTo>
                    <a:pt x="98797" y="207126"/>
                  </a:lnTo>
                  <a:lnTo>
                    <a:pt x="95136" y="192598"/>
                  </a:lnTo>
                  <a:lnTo>
                    <a:pt x="77253" y="177346"/>
                  </a:lnTo>
                  <a:lnTo>
                    <a:pt x="131297" y="164013"/>
                  </a:lnTo>
                  <a:lnTo>
                    <a:pt x="150476" y="193818"/>
                  </a:lnTo>
                  <a:lnTo>
                    <a:pt x="180892" y="189636"/>
                  </a:lnTo>
                  <a:lnTo>
                    <a:pt x="203198" y="217090"/>
                  </a:lnTo>
                  <a:lnTo>
                    <a:pt x="241697" y="210023"/>
                  </a:lnTo>
                  <a:close/>
                </a:path>
              </a:pathLst>
            </a:custGeom>
            <a:noFill/>
            <a:ln w="3810" cap="flat">
              <a:solidFill>
                <a:srgbClr val="E6E4E2"/>
              </a:solidFill>
              <a:prstDash val="solid"/>
              <a:miter/>
            </a:ln>
          </p:spPr>
          <p:txBody>
            <a:bodyPr rtlCol="0" anchor="ctr"/>
            <a:lstStyle/>
            <a:p>
              <a:endParaRPr lang="de-CH"/>
            </a:p>
          </p:txBody>
        </p:sp>
        <p:sp>
          <p:nvSpPr>
            <p:cNvPr id="43" name="Freihandform: Form 42">
              <a:extLst>
                <a:ext uri="{FF2B5EF4-FFF2-40B4-BE49-F238E27FC236}">
                  <a16:creationId xmlns:a16="http://schemas.microsoft.com/office/drawing/2014/main" id="{39B0BA72-F2AB-59D1-988D-92536CFAA147}"/>
                </a:ext>
              </a:extLst>
            </p:cNvPr>
            <p:cNvSpPr/>
            <p:nvPr/>
          </p:nvSpPr>
          <p:spPr>
            <a:xfrm>
              <a:off x="7281438" y="1280595"/>
              <a:ext cx="1765612" cy="1951613"/>
            </a:xfrm>
            <a:custGeom>
              <a:avLst/>
              <a:gdLst>
                <a:gd name="connsiteX0" fmla="*/ 1279613 w 1765612"/>
                <a:gd name="connsiteY0" fmla="*/ 284276 h 1951613"/>
                <a:gd name="connsiteX1" fmla="*/ 1263432 w 1765612"/>
                <a:gd name="connsiteY1" fmla="*/ 366346 h 1951613"/>
                <a:gd name="connsiteX2" fmla="*/ 1206668 w 1765612"/>
                <a:gd name="connsiteY2" fmla="*/ 387127 h 1951613"/>
                <a:gd name="connsiteX3" fmla="*/ 1153934 w 1765612"/>
                <a:gd name="connsiteY3" fmla="*/ 367541 h 1951613"/>
                <a:gd name="connsiteX4" fmla="*/ 1137411 w 1765612"/>
                <a:gd name="connsiteY4" fmla="*/ 374214 h 1951613"/>
                <a:gd name="connsiteX5" fmla="*/ 1090307 w 1765612"/>
                <a:gd name="connsiteY5" fmla="*/ 393432 h 1951613"/>
                <a:gd name="connsiteX6" fmla="*/ 1060933 w 1765612"/>
                <a:gd name="connsiteY6" fmla="*/ 391462 h 1951613"/>
                <a:gd name="connsiteX7" fmla="*/ 998158 w 1765612"/>
                <a:gd name="connsiteY7" fmla="*/ 403358 h 1951613"/>
                <a:gd name="connsiteX8" fmla="*/ 873661 w 1765612"/>
                <a:gd name="connsiteY8" fmla="*/ 403231 h 1951613"/>
                <a:gd name="connsiteX9" fmla="*/ 873394 w 1765612"/>
                <a:gd name="connsiteY9" fmla="*/ 432770 h 1951613"/>
                <a:gd name="connsiteX10" fmla="*/ 846703 w 1765612"/>
                <a:gd name="connsiteY10" fmla="*/ 443751 h 1951613"/>
                <a:gd name="connsiteX11" fmla="*/ 851787 w 1765612"/>
                <a:gd name="connsiteY11" fmla="*/ 477599 h 1951613"/>
                <a:gd name="connsiteX12" fmla="*/ 830777 w 1765612"/>
                <a:gd name="connsiteY12" fmla="*/ 508179 h 1951613"/>
                <a:gd name="connsiteX13" fmla="*/ 792532 w 1765612"/>
                <a:gd name="connsiteY13" fmla="*/ 510543 h 1951613"/>
                <a:gd name="connsiteX14" fmla="*/ 809055 w 1765612"/>
                <a:gd name="connsiteY14" fmla="*/ 553542 h 1951613"/>
                <a:gd name="connsiteX15" fmla="*/ 825235 w 1765612"/>
                <a:gd name="connsiteY15" fmla="*/ 579687 h 1951613"/>
                <a:gd name="connsiteX16" fmla="*/ 861917 w 1765612"/>
                <a:gd name="connsiteY16" fmla="*/ 568832 h 1951613"/>
                <a:gd name="connsiteX17" fmla="*/ 879914 w 1765612"/>
                <a:gd name="connsiteY17" fmla="*/ 599667 h 1951613"/>
                <a:gd name="connsiteX18" fmla="*/ 832810 w 1765612"/>
                <a:gd name="connsiteY18" fmla="*/ 633794 h 1951613"/>
                <a:gd name="connsiteX19" fmla="*/ 849779 w 1765612"/>
                <a:gd name="connsiteY19" fmla="*/ 672357 h 1951613"/>
                <a:gd name="connsiteX20" fmla="*/ 864128 w 1765612"/>
                <a:gd name="connsiteY20" fmla="*/ 716843 h 1951613"/>
                <a:gd name="connsiteX21" fmla="*/ 828629 w 1765612"/>
                <a:gd name="connsiteY21" fmla="*/ 766781 h 1951613"/>
                <a:gd name="connsiteX22" fmla="*/ 850808 w 1765612"/>
                <a:gd name="connsiteY22" fmla="*/ 779186 h 1951613"/>
                <a:gd name="connsiteX23" fmla="*/ 885266 w 1765612"/>
                <a:gd name="connsiteY23" fmla="*/ 798137 h 1951613"/>
                <a:gd name="connsiteX24" fmla="*/ 932649 w 1765612"/>
                <a:gd name="connsiteY24" fmla="*/ 803488 h 1951613"/>
                <a:gd name="connsiteX25" fmla="*/ 966052 w 1765612"/>
                <a:gd name="connsiteY25" fmla="*/ 782199 h 1951613"/>
                <a:gd name="connsiteX26" fmla="*/ 989159 w 1765612"/>
                <a:gd name="connsiteY26" fmla="*/ 799993 h 1951613"/>
                <a:gd name="connsiteX27" fmla="*/ 1014211 w 1765612"/>
                <a:gd name="connsiteY27" fmla="*/ 819211 h 1951613"/>
                <a:gd name="connsiteX28" fmla="*/ 1037305 w 1765612"/>
                <a:gd name="connsiteY28" fmla="*/ 814368 h 1951613"/>
                <a:gd name="connsiteX29" fmla="*/ 1065878 w 1765612"/>
                <a:gd name="connsiteY29" fmla="*/ 851495 h 1951613"/>
                <a:gd name="connsiteX30" fmla="*/ 1106728 w 1765612"/>
                <a:gd name="connsiteY30" fmla="*/ 840640 h 1951613"/>
                <a:gd name="connsiteX31" fmla="*/ 1163746 w 1765612"/>
                <a:gd name="connsiteY31" fmla="*/ 867179 h 1951613"/>
                <a:gd name="connsiteX32" fmla="*/ 1187768 w 1765612"/>
                <a:gd name="connsiteY32" fmla="*/ 884973 h 1951613"/>
                <a:gd name="connsiteX33" fmla="*/ 1225734 w 1765612"/>
                <a:gd name="connsiteY33" fmla="*/ 874399 h 1951613"/>
                <a:gd name="connsiteX34" fmla="*/ 1366436 w 1765612"/>
                <a:gd name="connsiteY34" fmla="*/ 765091 h 1951613"/>
                <a:gd name="connsiteX35" fmla="*/ 1392911 w 1765612"/>
                <a:gd name="connsiteY35" fmla="*/ 731243 h 1951613"/>
                <a:gd name="connsiteX36" fmla="*/ 1394182 w 1765612"/>
                <a:gd name="connsiteY36" fmla="*/ 697002 h 1951613"/>
                <a:gd name="connsiteX37" fmla="*/ 1413375 w 1765612"/>
                <a:gd name="connsiteY37" fmla="*/ 664464 h 1951613"/>
                <a:gd name="connsiteX38" fmla="*/ 1416387 w 1765612"/>
                <a:gd name="connsiteY38" fmla="*/ 638955 h 1951613"/>
                <a:gd name="connsiteX39" fmla="*/ 1420289 w 1765612"/>
                <a:gd name="connsiteY39" fmla="*/ 606950 h 1951613"/>
                <a:gd name="connsiteX40" fmla="*/ 1424598 w 1765612"/>
                <a:gd name="connsiteY40" fmla="*/ 570752 h 1951613"/>
                <a:gd name="connsiteX41" fmla="*/ 1424089 w 1765612"/>
                <a:gd name="connsiteY41" fmla="*/ 540425 h 1951613"/>
                <a:gd name="connsiteX42" fmla="*/ 1422373 w 1765612"/>
                <a:gd name="connsiteY42" fmla="*/ 519771 h 1951613"/>
                <a:gd name="connsiteX43" fmla="*/ 1430470 w 1765612"/>
                <a:gd name="connsiteY43" fmla="*/ 404489 h 1951613"/>
                <a:gd name="connsiteX44" fmla="*/ 1432707 w 1765612"/>
                <a:gd name="connsiteY44" fmla="*/ 399520 h 1951613"/>
                <a:gd name="connsiteX45" fmla="*/ 1526267 w 1765612"/>
                <a:gd name="connsiteY45" fmla="*/ 391284 h 1951613"/>
                <a:gd name="connsiteX46" fmla="*/ 1549615 w 1765612"/>
                <a:gd name="connsiteY46" fmla="*/ 378726 h 1951613"/>
                <a:gd name="connsiteX47" fmla="*/ 1580819 w 1765612"/>
                <a:gd name="connsiteY47" fmla="*/ 352734 h 1951613"/>
                <a:gd name="connsiteX48" fmla="*/ 1580946 w 1765612"/>
                <a:gd name="connsiteY48" fmla="*/ 350369 h 1951613"/>
                <a:gd name="connsiteX49" fmla="*/ 1624580 w 1765612"/>
                <a:gd name="connsiteY49" fmla="*/ 335765 h 1951613"/>
                <a:gd name="connsiteX50" fmla="*/ 1590262 w 1765612"/>
                <a:gd name="connsiteY50" fmla="*/ 303088 h 1951613"/>
                <a:gd name="connsiteX51" fmla="*/ 1639197 w 1765612"/>
                <a:gd name="connsiteY51" fmla="*/ 286374 h 1951613"/>
                <a:gd name="connsiteX52" fmla="*/ 1645552 w 1765612"/>
                <a:gd name="connsiteY52" fmla="*/ 266762 h 1951613"/>
                <a:gd name="connsiteX53" fmla="*/ 1665520 w 1765612"/>
                <a:gd name="connsiteY53" fmla="*/ 260407 h 1951613"/>
                <a:gd name="connsiteX54" fmla="*/ 1672955 w 1765612"/>
                <a:gd name="connsiteY54" fmla="*/ 257521 h 1951613"/>
                <a:gd name="connsiteX55" fmla="*/ 1589068 w 1765612"/>
                <a:gd name="connsiteY55" fmla="*/ 206541 h 1951613"/>
                <a:gd name="connsiteX56" fmla="*/ 1589335 w 1765612"/>
                <a:gd name="connsiteY56" fmla="*/ 202372 h 1951613"/>
                <a:gd name="connsiteX57" fmla="*/ 1570536 w 1765612"/>
                <a:gd name="connsiteY57" fmla="*/ 192699 h 1951613"/>
                <a:gd name="connsiteX58" fmla="*/ 1534007 w 1765612"/>
                <a:gd name="connsiteY58" fmla="*/ 192699 h 1951613"/>
                <a:gd name="connsiteX59" fmla="*/ 1515603 w 1765612"/>
                <a:gd name="connsiteY59" fmla="*/ 189573 h 1951613"/>
                <a:gd name="connsiteX60" fmla="*/ 1501507 w 1765612"/>
                <a:gd name="connsiteY60" fmla="*/ 190475 h 1951613"/>
                <a:gd name="connsiteX61" fmla="*/ 1498495 w 1765612"/>
                <a:gd name="connsiteY61" fmla="*/ 174537 h 1951613"/>
                <a:gd name="connsiteX62" fmla="*/ 1474345 w 1765612"/>
                <a:gd name="connsiteY62" fmla="*/ 179760 h 1951613"/>
                <a:gd name="connsiteX63" fmla="*/ 1463262 w 1765612"/>
                <a:gd name="connsiteY63" fmla="*/ 192305 h 1951613"/>
                <a:gd name="connsiteX64" fmla="*/ 1462347 w 1765612"/>
                <a:gd name="connsiteY64" fmla="*/ 203541 h 1951613"/>
                <a:gd name="connsiteX65" fmla="*/ 1458534 w 1765612"/>
                <a:gd name="connsiteY65" fmla="*/ 228784 h 1951613"/>
                <a:gd name="connsiteX66" fmla="*/ 1427089 w 1765612"/>
                <a:gd name="connsiteY66" fmla="*/ 235444 h 1951613"/>
                <a:gd name="connsiteX67" fmla="*/ 1393013 w 1765612"/>
                <a:gd name="connsiteY67" fmla="*/ 260661 h 1951613"/>
                <a:gd name="connsiteX68" fmla="*/ 1346163 w 1765612"/>
                <a:gd name="connsiteY68" fmla="*/ 271897 h 1951613"/>
                <a:gd name="connsiteX69" fmla="*/ 1314718 w 1765612"/>
                <a:gd name="connsiteY69" fmla="*/ 293339 h 1951613"/>
                <a:gd name="connsiteX70" fmla="*/ 1081333 w 1765612"/>
                <a:gd name="connsiteY70" fmla="*/ 73185 h 1951613"/>
                <a:gd name="connsiteX71" fmla="*/ 1078715 w 1765612"/>
                <a:gd name="connsiteY71" fmla="*/ 91221 h 1951613"/>
                <a:gd name="connsiteX72" fmla="*/ 1133013 w 1765612"/>
                <a:gd name="connsiteY72" fmla="*/ 87306 h 1951613"/>
                <a:gd name="connsiteX73" fmla="*/ 1152586 w 1765612"/>
                <a:gd name="connsiteY73" fmla="*/ 92797 h 1951613"/>
                <a:gd name="connsiteX74" fmla="*/ 1138491 w 1765612"/>
                <a:gd name="connsiteY74" fmla="*/ 113578 h 1951613"/>
                <a:gd name="connsiteX75" fmla="*/ 1137843 w 1765612"/>
                <a:gd name="connsiteY75" fmla="*/ 135796 h 1951613"/>
                <a:gd name="connsiteX76" fmla="*/ 1151404 w 1765612"/>
                <a:gd name="connsiteY76" fmla="*/ 135796 h 1951613"/>
                <a:gd name="connsiteX77" fmla="*/ 1184451 w 1765612"/>
                <a:gd name="connsiteY77" fmla="*/ 147044 h 1951613"/>
                <a:gd name="connsiteX78" fmla="*/ 1188505 w 1765612"/>
                <a:gd name="connsiteY78" fmla="*/ 159055 h 1951613"/>
                <a:gd name="connsiteX79" fmla="*/ 1204686 w 1765612"/>
                <a:gd name="connsiteY79" fmla="*/ 156170 h 1951613"/>
                <a:gd name="connsiteX80" fmla="*/ 1224005 w 1765612"/>
                <a:gd name="connsiteY80" fmla="*/ 109778 h 1951613"/>
                <a:gd name="connsiteX81" fmla="*/ 1239525 w 1765612"/>
                <a:gd name="connsiteY81" fmla="*/ 95657 h 1951613"/>
                <a:gd name="connsiteX82" fmla="*/ 1248015 w 1765612"/>
                <a:gd name="connsiteY82" fmla="*/ 100500 h 1951613"/>
                <a:gd name="connsiteX83" fmla="*/ 1276079 w 1765612"/>
                <a:gd name="connsiteY83" fmla="*/ 69525 h 1951613"/>
                <a:gd name="connsiteX84" fmla="*/ 1304041 w 1765612"/>
                <a:gd name="connsiteY84" fmla="*/ 84294 h 1951613"/>
                <a:gd name="connsiteX85" fmla="*/ 1304969 w 1765612"/>
                <a:gd name="connsiteY85" fmla="*/ 111481 h 1951613"/>
                <a:gd name="connsiteX86" fmla="*/ 1335245 w 1765612"/>
                <a:gd name="connsiteY86" fmla="*/ 134220 h 1951613"/>
                <a:gd name="connsiteX87" fmla="*/ 1359255 w 1765612"/>
                <a:gd name="connsiteY87" fmla="*/ 118675 h 1951613"/>
                <a:gd name="connsiteX88" fmla="*/ 1371011 w 1765612"/>
                <a:gd name="connsiteY88" fmla="*/ 141147 h 1951613"/>
                <a:gd name="connsiteX89" fmla="*/ 1401923 w 1765612"/>
                <a:gd name="connsiteY89" fmla="*/ 147299 h 1951613"/>
                <a:gd name="connsiteX90" fmla="*/ 1430381 w 1765612"/>
                <a:gd name="connsiteY90" fmla="*/ 146117 h 1951613"/>
                <a:gd name="connsiteX91" fmla="*/ 1467965 w 1765612"/>
                <a:gd name="connsiteY91" fmla="*/ 139456 h 1951613"/>
                <a:gd name="connsiteX92" fmla="*/ 1493017 w 1765612"/>
                <a:gd name="connsiteY92" fmla="*/ 128335 h 1951613"/>
                <a:gd name="connsiteX93" fmla="*/ 1515895 w 1765612"/>
                <a:gd name="connsiteY93" fmla="*/ 88476 h 1951613"/>
                <a:gd name="connsiteX94" fmla="*/ 1529202 w 1765612"/>
                <a:gd name="connsiteY94" fmla="*/ 80850 h 1951613"/>
                <a:gd name="connsiteX95" fmla="*/ 1538989 w 1765612"/>
                <a:gd name="connsiteY95" fmla="*/ 104503 h 1951613"/>
                <a:gd name="connsiteX96" fmla="*/ 1577883 w 1765612"/>
                <a:gd name="connsiteY96" fmla="*/ 140575 h 1951613"/>
                <a:gd name="connsiteX97" fmla="*/ 1599490 w 1765612"/>
                <a:gd name="connsiteY97" fmla="*/ 186192 h 1951613"/>
                <a:gd name="connsiteX98" fmla="*/ 1616445 w 1765612"/>
                <a:gd name="connsiteY98" fmla="*/ 193373 h 1951613"/>
                <a:gd name="connsiteX99" fmla="*/ 1623373 w 1765612"/>
                <a:gd name="connsiteY99" fmla="*/ 185531 h 1951613"/>
                <a:gd name="connsiteX100" fmla="*/ 1625063 w 1765612"/>
                <a:gd name="connsiteY100" fmla="*/ 170762 h 1951613"/>
                <a:gd name="connsiteX101" fmla="*/ 1633960 w 1765612"/>
                <a:gd name="connsiteY101" fmla="*/ 167762 h 1951613"/>
                <a:gd name="connsiteX102" fmla="*/ 1644001 w 1765612"/>
                <a:gd name="connsiteY102" fmla="*/ 189064 h 1951613"/>
                <a:gd name="connsiteX103" fmla="*/ 1656712 w 1765612"/>
                <a:gd name="connsiteY103" fmla="*/ 205588 h 1951613"/>
                <a:gd name="connsiteX104" fmla="*/ 1694842 w 1765612"/>
                <a:gd name="connsiteY104" fmla="*/ 206859 h 1951613"/>
                <a:gd name="connsiteX105" fmla="*/ 1725245 w 1765612"/>
                <a:gd name="connsiteY105" fmla="*/ 214701 h 1951613"/>
                <a:gd name="connsiteX106" fmla="*/ 1731905 w 1765612"/>
                <a:gd name="connsiteY106" fmla="*/ 229076 h 1951613"/>
                <a:gd name="connsiteX107" fmla="*/ 1715458 w 1765612"/>
                <a:gd name="connsiteY107" fmla="*/ 247760 h 1951613"/>
                <a:gd name="connsiteX108" fmla="*/ 1702748 w 1765612"/>
                <a:gd name="connsiteY108" fmla="*/ 271909 h 1951613"/>
                <a:gd name="connsiteX109" fmla="*/ 1713717 w 1765612"/>
                <a:gd name="connsiteY109" fmla="*/ 299096 h 1951613"/>
                <a:gd name="connsiteX110" fmla="*/ 1718013 w 1765612"/>
                <a:gd name="connsiteY110" fmla="*/ 326017 h 1951613"/>
                <a:gd name="connsiteX111" fmla="*/ 1719855 w 1765612"/>
                <a:gd name="connsiteY111" fmla="*/ 361605 h 1951613"/>
                <a:gd name="connsiteX112" fmla="*/ 1765613 w 1765612"/>
                <a:gd name="connsiteY112" fmla="*/ 400028 h 1951613"/>
                <a:gd name="connsiteX113" fmla="*/ 1764341 w 1765612"/>
                <a:gd name="connsiteY113" fmla="*/ 433227 h 1951613"/>
                <a:gd name="connsiteX114" fmla="*/ 1735159 w 1765612"/>
                <a:gd name="connsiteY114" fmla="*/ 466681 h 1951613"/>
                <a:gd name="connsiteX115" fmla="*/ 1668202 w 1765612"/>
                <a:gd name="connsiteY115" fmla="*/ 477535 h 1951613"/>
                <a:gd name="connsiteX116" fmla="*/ 1628012 w 1765612"/>
                <a:gd name="connsiteY116" fmla="*/ 529647 h 1951613"/>
                <a:gd name="connsiteX117" fmla="*/ 1619115 w 1765612"/>
                <a:gd name="connsiteY117" fmla="*/ 545064 h 1951613"/>
                <a:gd name="connsiteX118" fmla="*/ 1604370 w 1765612"/>
                <a:gd name="connsiteY118" fmla="*/ 610166 h 1951613"/>
                <a:gd name="connsiteX119" fmla="*/ 1596541 w 1765612"/>
                <a:gd name="connsiteY119" fmla="*/ 628469 h 1951613"/>
                <a:gd name="connsiteX120" fmla="*/ 1586615 w 1765612"/>
                <a:gd name="connsiteY120" fmla="*/ 643225 h 1951613"/>
                <a:gd name="connsiteX121" fmla="*/ 1553568 w 1765612"/>
                <a:gd name="connsiteY121" fmla="*/ 668061 h 1951613"/>
                <a:gd name="connsiteX122" fmla="*/ 1536460 w 1765612"/>
                <a:gd name="connsiteY122" fmla="*/ 683479 h 1951613"/>
                <a:gd name="connsiteX123" fmla="*/ 1531770 w 1765612"/>
                <a:gd name="connsiteY123" fmla="*/ 694740 h 1951613"/>
                <a:gd name="connsiteX124" fmla="*/ 1524589 w 1765612"/>
                <a:gd name="connsiteY124" fmla="*/ 723605 h 1951613"/>
                <a:gd name="connsiteX125" fmla="*/ 1519899 w 1765612"/>
                <a:gd name="connsiteY125" fmla="*/ 734853 h 1951613"/>
                <a:gd name="connsiteX126" fmla="*/ 1511281 w 1765612"/>
                <a:gd name="connsiteY126" fmla="*/ 743877 h 1951613"/>
                <a:gd name="connsiteX127" fmla="*/ 1491581 w 1765612"/>
                <a:gd name="connsiteY127" fmla="*/ 759689 h 1951613"/>
                <a:gd name="connsiteX128" fmla="*/ 1485708 w 1765612"/>
                <a:gd name="connsiteY128" fmla="*/ 771458 h 1951613"/>
                <a:gd name="connsiteX129" fmla="*/ 1486229 w 1765612"/>
                <a:gd name="connsiteY129" fmla="*/ 789888 h 1951613"/>
                <a:gd name="connsiteX130" fmla="*/ 1482048 w 1765612"/>
                <a:gd name="connsiteY130" fmla="*/ 807009 h 1951613"/>
                <a:gd name="connsiteX131" fmla="*/ 1469909 w 1765612"/>
                <a:gd name="connsiteY131" fmla="*/ 842953 h 1951613"/>
                <a:gd name="connsiteX132" fmla="*/ 1453386 w 1765612"/>
                <a:gd name="connsiteY132" fmla="*/ 876140 h 1951613"/>
                <a:gd name="connsiteX133" fmla="*/ 1435490 w 1765612"/>
                <a:gd name="connsiteY133" fmla="*/ 908169 h 1951613"/>
                <a:gd name="connsiteX134" fmla="*/ 1431982 w 1765612"/>
                <a:gd name="connsiteY134" fmla="*/ 919278 h 1951613"/>
                <a:gd name="connsiteX135" fmla="*/ 1428462 w 1765612"/>
                <a:gd name="connsiteY135" fmla="*/ 941369 h 1951613"/>
                <a:gd name="connsiteX136" fmla="*/ 1424280 w 1765612"/>
                <a:gd name="connsiteY136" fmla="*/ 956150 h 1951613"/>
                <a:gd name="connsiteX137" fmla="*/ 1410438 w 1765612"/>
                <a:gd name="connsiteY137" fmla="*/ 986464 h 1951613"/>
                <a:gd name="connsiteX138" fmla="*/ 1405749 w 1765612"/>
                <a:gd name="connsiteY138" fmla="*/ 1009737 h 1951613"/>
                <a:gd name="connsiteX139" fmla="*/ 1406002 w 1765612"/>
                <a:gd name="connsiteY139" fmla="*/ 1057438 h 1951613"/>
                <a:gd name="connsiteX140" fmla="*/ 1423225 w 1765612"/>
                <a:gd name="connsiteY140" fmla="*/ 1109194 h 1951613"/>
                <a:gd name="connsiteX141" fmla="*/ 1439291 w 1765612"/>
                <a:gd name="connsiteY141" fmla="*/ 1138084 h 1951613"/>
                <a:gd name="connsiteX142" fmla="*/ 1455598 w 1765612"/>
                <a:gd name="connsiteY142" fmla="*/ 1172580 h 1951613"/>
                <a:gd name="connsiteX143" fmla="*/ 1465384 w 1765612"/>
                <a:gd name="connsiteY143" fmla="*/ 1211664 h 1951613"/>
                <a:gd name="connsiteX144" fmla="*/ 1469553 w 1765612"/>
                <a:gd name="connsiteY144" fmla="*/ 1231924 h 1951613"/>
                <a:gd name="connsiteX145" fmla="*/ 1476227 w 1765612"/>
                <a:gd name="connsiteY145" fmla="*/ 1264208 h 1951613"/>
                <a:gd name="connsiteX146" fmla="*/ 1476862 w 1765612"/>
                <a:gd name="connsiteY146" fmla="*/ 1289031 h 1951613"/>
                <a:gd name="connsiteX147" fmla="*/ 1464470 w 1765612"/>
                <a:gd name="connsiteY147" fmla="*/ 1321582 h 1951613"/>
                <a:gd name="connsiteX148" fmla="*/ 1423110 w 1765612"/>
                <a:gd name="connsiteY148" fmla="*/ 1355823 h 1951613"/>
                <a:gd name="connsiteX149" fmla="*/ 1398834 w 1765612"/>
                <a:gd name="connsiteY149" fmla="*/ 1372944 h 1951613"/>
                <a:gd name="connsiteX150" fmla="*/ 1384078 w 1765612"/>
                <a:gd name="connsiteY150" fmla="*/ 1390738 h 1951613"/>
                <a:gd name="connsiteX151" fmla="*/ 1392034 w 1765612"/>
                <a:gd name="connsiteY151" fmla="*/ 1423276 h 1951613"/>
                <a:gd name="connsiteX152" fmla="*/ 1395173 w 1765612"/>
                <a:gd name="connsiteY152" fmla="*/ 1430978 h 1951613"/>
                <a:gd name="connsiteX153" fmla="*/ 1411697 w 1765612"/>
                <a:gd name="connsiteY153" fmla="*/ 1456602 h 1951613"/>
                <a:gd name="connsiteX154" fmla="*/ 1425398 w 1765612"/>
                <a:gd name="connsiteY154" fmla="*/ 1476455 h 1951613"/>
                <a:gd name="connsiteX155" fmla="*/ 1465219 w 1765612"/>
                <a:gd name="connsiteY155" fmla="*/ 1545218 h 1951613"/>
                <a:gd name="connsiteX156" fmla="*/ 1539587 w 1765612"/>
                <a:gd name="connsiteY156" fmla="*/ 1643239 h 1951613"/>
                <a:gd name="connsiteX157" fmla="*/ 1495750 w 1765612"/>
                <a:gd name="connsiteY157" fmla="*/ 1656584 h 1951613"/>
                <a:gd name="connsiteX158" fmla="*/ 1486217 w 1765612"/>
                <a:gd name="connsiteY158" fmla="*/ 1707285 h 1951613"/>
                <a:gd name="connsiteX159" fmla="*/ 1447591 w 1765612"/>
                <a:gd name="connsiteY159" fmla="*/ 1714225 h 1951613"/>
                <a:gd name="connsiteX160" fmla="*/ 1442367 w 1765612"/>
                <a:gd name="connsiteY160" fmla="*/ 1740916 h 1951613"/>
                <a:gd name="connsiteX161" fmla="*/ 1410006 w 1765612"/>
                <a:gd name="connsiteY161" fmla="*/ 1845344 h 1951613"/>
                <a:gd name="connsiteX162" fmla="*/ 1384420 w 1765612"/>
                <a:gd name="connsiteY162" fmla="*/ 1876064 h 1951613"/>
                <a:gd name="connsiteX163" fmla="*/ 1386772 w 1765612"/>
                <a:gd name="connsiteY163" fmla="*/ 1903251 h 1951613"/>
                <a:gd name="connsiteX164" fmla="*/ 1371901 w 1765612"/>
                <a:gd name="connsiteY164" fmla="*/ 1919203 h 1951613"/>
                <a:gd name="connsiteX165" fmla="*/ 1346188 w 1765612"/>
                <a:gd name="connsiteY165" fmla="*/ 1951614 h 1951613"/>
                <a:gd name="connsiteX166" fmla="*/ 1337838 w 1765612"/>
                <a:gd name="connsiteY166" fmla="*/ 1943898 h 1951613"/>
                <a:gd name="connsiteX167" fmla="*/ 1278583 w 1765612"/>
                <a:gd name="connsiteY167" fmla="*/ 1888876 h 1951613"/>
                <a:gd name="connsiteX168" fmla="*/ 1197936 w 1765612"/>
                <a:gd name="connsiteY168" fmla="*/ 1886779 h 1951613"/>
                <a:gd name="connsiteX169" fmla="*/ 1130077 w 1765612"/>
                <a:gd name="connsiteY169" fmla="*/ 1878822 h 1951613"/>
                <a:gd name="connsiteX170" fmla="*/ 1031153 w 1765612"/>
                <a:gd name="connsiteY170" fmla="*/ 1858295 h 1951613"/>
                <a:gd name="connsiteX171" fmla="*/ 975050 w 1765612"/>
                <a:gd name="connsiteY171" fmla="*/ 1862108 h 1951613"/>
                <a:gd name="connsiteX172" fmla="*/ 939678 w 1765612"/>
                <a:gd name="connsiteY172" fmla="*/ 1838327 h 1951613"/>
                <a:gd name="connsiteX173" fmla="*/ 946859 w 1765612"/>
                <a:gd name="connsiteY173" fmla="*/ 1806056 h 1951613"/>
                <a:gd name="connsiteX174" fmla="*/ 910000 w 1765612"/>
                <a:gd name="connsiteY174" fmla="*/ 1740828 h 1951613"/>
                <a:gd name="connsiteX175" fmla="*/ 931149 w 1765612"/>
                <a:gd name="connsiteY175" fmla="*/ 1672332 h 1951613"/>
                <a:gd name="connsiteX176" fmla="*/ 938776 w 1765612"/>
                <a:gd name="connsiteY176" fmla="*/ 1593262 h 1951613"/>
                <a:gd name="connsiteX177" fmla="*/ 903276 w 1765612"/>
                <a:gd name="connsiteY177" fmla="*/ 1500986 h 1951613"/>
                <a:gd name="connsiteX178" fmla="*/ 872771 w 1765612"/>
                <a:gd name="connsiteY178" fmla="*/ 1491313 h 1951613"/>
                <a:gd name="connsiteX179" fmla="*/ 827231 w 1765612"/>
                <a:gd name="connsiteY179" fmla="*/ 1479671 h 1951613"/>
                <a:gd name="connsiteX180" fmla="*/ 793027 w 1765612"/>
                <a:gd name="connsiteY180" fmla="*/ 1514446 h 1951613"/>
                <a:gd name="connsiteX181" fmla="*/ 743458 w 1765612"/>
                <a:gd name="connsiteY181" fmla="*/ 1502943 h 1951613"/>
                <a:gd name="connsiteX182" fmla="*/ 705874 w 1765612"/>
                <a:gd name="connsiteY182" fmla="*/ 1476938 h 1951613"/>
                <a:gd name="connsiteX183" fmla="*/ 791223 w 1765612"/>
                <a:gd name="connsiteY183" fmla="*/ 1408456 h 1951613"/>
                <a:gd name="connsiteX184" fmla="*/ 814978 w 1765612"/>
                <a:gd name="connsiteY184" fmla="*/ 1391449 h 1951613"/>
                <a:gd name="connsiteX185" fmla="*/ 810796 w 1765612"/>
                <a:gd name="connsiteY185" fmla="*/ 1338918 h 1951613"/>
                <a:gd name="connsiteX186" fmla="*/ 803361 w 1765612"/>
                <a:gd name="connsiteY186" fmla="*/ 1244278 h 1951613"/>
                <a:gd name="connsiteX187" fmla="*/ 845889 w 1765612"/>
                <a:gd name="connsiteY187" fmla="*/ 1251218 h 1951613"/>
                <a:gd name="connsiteX188" fmla="*/ 858599 w 1765612"/>
                <a:gd name="connsiteY188" fmla="*/ 1244863 h 1951613"/>
                <a:gd name="connsiteX189" fmla="*/ 868641 w 1765612"/>
                <a:gd name="connsiteY189" fmla="*/ 1248905 h 1951613"/>
                <a:gd name="connsiteX190" fmla="*/ 872161 w 1765612"/>
                <a:gd name="connsiteY190" fmla="*/ 1254802 h 1951613"/>
                <a:gd name="connsiteX191" fmla="*/ 927629 w 1765612"/>
                <a:gd name="connsiteY191" fmla="*/ 1249171 h 1951613"/>
                <a:gd name="connsiteX192" fmla="*/ 940809 w 1765612"/>
                <a:gd name="connsiteY192" fmla="*/ 1240020 h 1951613"/>
                <a:gd name="connsiteX193" fmla="*/ 985180 w 1765612"/>
                <a:gd name="connsiteY193" fmla="*/ 1248650 h 1951613"/>
                <a:gd name="connsiteX194" fmla="*/ 999403 w 1765612"/>
                <a:gd name="connsiteY194" fmla="*/ 1247214 h 1951613"/>
                <a:gd name="connsiteX195" fmla="*/ 1015075 w 1765612"/>
                <a:gd name="connsiteY195" fmla="*/ 1240287 h 1951613"/>
                <a:gd name="connsiteX196" fmla="*/ 1027213 w 1765612"/>
                <a:gd name="connsiteY196" fmla="*/ 1235978 h 1951613"/>
                <a:gd name="connsiteX197" fmla="*/ 1027975 w 1765612"/>
                <a:gd name="connsiteY197" fmla="*/ 1224082 h 1951613"/>
                <a:gd name="connsiteX198" fmla="*/ 1034331 w 1765612"/>
                <a:gd name="connsiteY198" fmla="*/ 1207876 h 1951613"/>
                <a:gd name="connsiteX199" fmla="*/ 1030149 w 1765612"/>
                <a:gd name="connsiteY199" fmla="*/ 1202639 h 1951613"/>
                <a:gd name="connsiteX200" fmla="*/ 982651 w 1765612"/>
                <a:gd name="connsiteY200" fmla="*/ 1202258 h 1951613"/>
                <a:gd name="connsiteX201" fmla="*/ 970779 w 1765612"/>
                <a:gd name="connsiteY201" fmla="*/ 1205245 h 1951613"/>
                <a:gd name="connsiteX202" fmla="*/ 930832 w 1765612"/>
                <a:gd name="connsiteY202" fmla="*/ 1200428 h 1951613"/>
                <a:gd name="connsiteX203" fmla="*/ 856718 w 1765612"/>
                <a:gd name="connsiteY203" fmla="*/ 1206567 h 1951613"/>
                <a:gd name="connsiteX204" fmla="*/ 842190 w 1765612"/>
                <a:gd name="connsiteY204" fmla="*/ 1206414 h 1951613"/>
                <a:gd name="connsiteX205" fmla="*/ 803171 w 1765612"/>
                <a:gd name="connsiteY205" fmla="*/ 1195179 h 1951613"/>
                <a:gd name="connsiteX206" fmla="*/ 745873 w 1765612"/>
                <a:gd name="connsiteY206" fmla="*/ 1195700 h 1951613"/>
                <a:gd name="connsiteX207" fmla="*/ 737649 w 1765612"/>
                <a:gd name="connsiteY207" fmla="*/ 1190349 h 1951613"/>
                <a:gd name="connsiteX208" fmla="*/ 725905 w 1765612"/>
                <a:gd name="connsiteY208" fmla="*/ 1189167 h 1951613"/>
                <a:gd name="connsiteX209" fmla="*/ 719893 w 1765612"/>
                <a:gd name="connsiteY209" fmla="*/ 1194009 h 1951613"/>
                <a:gd name="connsiteX210" fmla="*/ 714034 w 1765612"/>
                <a:gd name="connsiteY210" fmla="*/ 1192166 h 1951613"/>
                <a:gd name="connsiteX211" fmla="*/ 709852 w 1765612"/>
                <a:gd name="connsiteY211" fmla="*/ 1185125 h 1951613"/>
                <a:gd name="connsiteX212" fmla="*/ 686884 w 1765612"/>
                <a:gd name="connsiteY212" fmla="*/ 1185633 h 1951613"/>
                <a:gd name="connsiteX213" fmla="*/ 672903 w 1765612"/>
                <a:gd name="connsiteY213" fmla="*/ 1179888 h 1951613"/>
                <a:gd name="connsiteX214" fmla="*/ 648894 w 1765612"/>
                <a:gd name="connsiteY214" fmla="*/ 1180409 h 1951613"/>
                <a:gd name="connsiteX215" fmla="*/ 642373 w 1765612"/>
                <a:gd name="connsiteY215" fmla="*/ 1190577 h 1951613"/>
                <a:gd name="connsiteX216" fmla="*/ 634010 w 1765612"/>
                <a:gd name="connsiteY216" fmla="*/ 1194225 h 1951613"/>
                <a:gd name="connsiteX217" fmla="*/ 623842 w 1765612"/>
                <a:gd name="connsiteY217" fmla="*/ 1192662 h 1951613"/>
                <a:gd name="connsiteX218" fmla="*/ 620029 w 1765612"/>
                <a:gd name="connsiteY218" fmla="*/ 1194098 h 1951613"/>
                <a:gd name="connsiteX219" fmla="*/ 620296 w 1765612"/>
                <a:gd name="connsiteY219" fmla="*/ 1198534 h 1951613"/>
                <a:gd name="connsiteX220" fmla="*/ 593795 w 1765612"/>
                <a:gd name="connsiteY220" fmla="*/ 1208079 h 1951613"/>
                <a:gd name="connsiteX221" fmla="*/ 557126 w 1765612"/>
                <a:gd name="connsiteY221" fmla="*/ 1209134 h 1951613"/>
                <a:gd name="connsiteX222" fmla="*/ 520978 w 1765612"/>
                <a:gd name="connsiteY222" fmla="*/ 1175008 h 1951613"/>
                <a:gd name="connsiteX223" fmla="*/ 433418 w 1765612"/>
                <a:gd name="connsiteY223" fmla="*/ 1086138 h 1951613"/>
                <a:gd name="connsiteX224" fmla="*/ 426504 w 1765612"/>
                <a:gd name="connsiteY224" fmla="*/ 1082998 h 1951613"/>
                <a:gd name="connsiteX225" fmla="*/ 377556 w 1765612"/>
                <a:gd name="connsiteY225" fmla="*/ 1053765 h 1951613"/>
                <a:gd name="connsiteX226" fmla="*/ 356292 w 1765612"/>
                <a:gd name="connsiteY226" fmla="*/ 1067378 h 1951613"/>
                <a:gd name="connsiteX227" fmla="*/ 338803 w 1765612"/>
                <a:gd name="connsiteY227" fmla="*/ 1053117 h 1951613"/>
                <a:gd name="connsiteX228" fmla="*/ 329397 w 1765612"/>
                <a:gd name="connsiteY228" fmla="*/ 1006979 h 1951613"/>
                <a:gd name="connsiteX229" fmla="*/ 362024 w 1765612"/>
                <a:gd name="connsiteY229" fmla="*/ 966204 h 1951613"/>
                <a:gd name="connsiteX230" fmla="*/ 359152 w 1765612"/>
                <a:gd name="connsiteY230" fmla="*/ 955617 h 1951613"/>
                <a:gd name="connsiteX231" fmla="*/ 352632 w 1765612"/>
                <a:gd name="connsiteY231" fmla="*/ 951422 h 1951613"/>
                <a:gd name="connsiteX232" fmla="*/ 345006 w 1765612"/>
                <a:gd name="connsiteY232" fmla="*/ 952693 h 1951613"/>
                <a:gd name="connsiteX233" fmla="*/ 326614 w 1765612"/>
                <a:gd name="connsiteY233" fmla="*/ 956227 h 1951613"/>
                <a:gd name="connsiteX234" fmla="*/ 295283 w 1765612"/>
                <a:gd name="connsiteY234" fmla="*/ 951638 h 1951613"/>
                <a:gd name="connsiteX235" fmla="*/ 304676 w 1765612"/>
                <a:gd name="connsiteY235" fmla="*/ 938928 h 1951613"/>
                <a:gd name="connsiteX236" fmla="*/ 305451 w 1765612"/>
                <a:gd name="connsiteY236" fmla="*/ 932649 h 1951613"/>
                <a:gd name="connsiteX237" fmla="*/ 248561 w 1765612"/>
                <a:gd name="connsiteY237" fmla="*/ 930679 h 1951613"/>
                <a:gd name="connsiteX238" fmla="*/ 244506 w 1765612"/>
                <a:gd name="connsiteY238" fmla="*/ 938928 h 1951613"/>
                <a:gd name="connsiteX239" fmla="*/ 227423 w 1765612"/>
                <a:gd name="connsiteY239" fmla="*/ 941407 h 1951613"/>
                <a:gd name="connsiteX240" fmla="*/ 201584 w 1765612"/>
                <a:gd name="connsiteY240" fmla="*/ 952846 h 1951613"/>
                <a:gd name="connsiteX241" fmla="*/ 177167 w 1765612"/>
                <a:gd name="connsiteY241" fmla="*/ 961476 h 1951613"/>
                <a:gd name="connsiteX242" fmla="*/ 166211 w 1765612"/>
                <a:gd name="connsiteY242" fmla="*/ 961476 h 1951613"/>
                <a:gd name="connsiteX243" fmla="*/ 160606 w 1765612"/>
                <a:gd name="connsiteY243" fmla="*/ 954930 h 1951613"/>
                <a:gd name="connsiteX244" fmla="*/ 141159 w 1765612"/>
                <a:gd name="connsiteY244" fmla="*/ 952846 h 1951613"/>
                <a:gd name="connsiteX245" fmla="*/ 127852 w 1765612"/>
                <a:gd name="connsiteY245" fmla="*/ 942512 h 1951613"/>
                <a:gd name="connsiteX246" fmla="*/ 109320 w 1765612"/>
                <a:gd name="connsiteY246" fmla="*/ 944216 h 1951613"/>
                <a:gd name="connsiteX247" fmla="*/ 105927 w 1765612"/>
                <a:gd name="connsiteY247" fmla="*/ 951397 h 1951613"/>
                <a:gd name="connsiteX248" fmla="*/ 107490 w 1765612"/>
                <a:gd name="connsiteY248" fmla="*/ 959519 h 1951613"/>
                <a:gd name="connsiteX249" fmla="*/ 97449 w 1765612"/>
                <a:gd name="connsiteY249" fmla="*/ 962912 h 1951613"/>
                <a:gd name="connsiteX250" fmla="*/ 75257 w 1765612"/>
                <a:gd name="connsiteY250" fmla="*/ 958985 h 1951613"/>
                <a:gd name="connsiteX251" fmla="*/ 61428 w 1765612"/>
                <a:gd name="connsiteY251" fmla="*/ 944737 h 1951613"/>
                <a:gd name="connsiteX252" fmla="*/ 41855 w 1765612"/>
                <a:gd name="connsiteY252" fmla="*/ 942767 h 1951613"/>
                <a:gd name="connsiteX253" fmla="*/ 32322 w 1765612"/>
                <a:gd name="connsiteY253" fmla="*/ 929446 h 1951613"/>
                <a:gd name="connsiteX254" fmla="*/ 44320 w 1765612"/>
                <a:gd name="connsiteY254" fmla="*/ 921820 h 1951613"/>
                <a:gd name="connsiteX255" fmla="*/ 38969 w 1765612"/>
                <a:gd name="connsiteY255" fmla="*/ 901840 h 1951613"/>
                <a:gd name="connsiteX256" fmla="*/ 17362 w 1765612"/>
                <a:gd name="connsiteY256" fmla="*/ 898955 h 1951613"/>
                <a:gd name="connsiteX257" fmla="*/ 7842 w 1765612"/>
                <a:gd name="connsiteY257" fmla="*/ 895815 h 1951613"/>
                <a:gd name="connsiteX258" fmla="*/ 0 w 1765612"/>
                <a:gd name="connsiteY258" fmla="*/ 897391 h 1951613"/>
                <a:gd name="connsiteX259" fmla="*/ 25318 w 1765612"/>
                <a:gd name="connsiteY259" fmla="*/ 867713 h 1951613"/>
                <a:gd name="connsiteX260" fmla="*/ 64339 w 1765612"/>
                <a:gd name="connsiteY260" fmla="*/ 859489 h 1951613"/>
                <a:gd name="connsiteX261" fmla="*/ 149497 w 1765612"/>
                <a:gd name="connsiteY261" fmla="*/ 873331 h 1951613"/>
                <a:gd name="connsiteX262" fmla="*/ 179493 w 1765612"/>
                <a:gd name="connsiteY262" fmla="*/ 850605 h 1951613"/>
                <a:gd name="connsiteX263" fmla="*/ 281417 w 1765612"/>
                <a:gd name="connsiteY263" fmla="*/ 825502 h 1951613"/>
                <a:gd name="connsiteX264" fmla="*/ 306087 w 1765612"/>
                <a:gd name="connsiteY264" fmla="*/ 764493 h 1951613"/>
                <a:gd name="connsiteX265" fmla="*/ 280667 w 1765612"/>
                <a:gd name="connsiteY265" fmla="*/ 747118 h 1951613"/>
                <a:gd name="connsiteX266" fmla="*/ 322305 w 1765612"/>
                <a:gd name="connsiteY266" fmla="*/ 693392 h 1951613"/>
                <a:gd name="connsiteX267" fmla="*/ 358580 w 1765612"/>
                <a:gd name="connsiteY267" fmla="*/ 685169 h 1951613"/>
                <a:gd name="connsiteX268" fmla="*/ 377900 w 1765612"/>
                <a:gd name="connsiteY268" fmla="*/ 648182 h 1951613"/>
                <a:gd name="connsiteX269" fmla="*/ 352479 w 1765612"/>
                <a:gd name="connsiteY269" fmla="*/ 568705 h 1951613"/>
                <a:gd name="connsiteX270" fmla="*/ 290898 w 1765612"/>
                <a:gd name="connsiteY270" fmla="*/ 481399 h 1951613"/>
                <a:gd name="connsiteX271" fmla="*/ 346365 w 1765612"/>
                <a:gd name="connsiteY271" fmla="*/ 434371 h 1951613"/>
                <a:gd name="connsiteX272" fmla="*/ 355746 w 1765612"/>
                <a:gd name="connsiteY272" fmla="*/ 376324 h 1951613"/>
                <a:gd name="connsiteX273" fmla="*/ 383416 w 1765612"/>
                <a:gd name="connsiteY273" fmla="*/ 366397 h 1951613"/>
                <a:gd name="connsiteX274" fmla="*/ 375790 w 1765612"/>
                <a:gd name="connsiteY274" fmla="*/ 320399 h 1951613"/>
                <a:gd name="connsiteX275" fmla="*/ 399799 w 1765612"/>
                <a:gd name="connsiteY275" fmla="*/ 302490 h 1951613"/>
                <a:gd name="connsiteX276" fmla="*/ 425627 w 1765612"/>
                <a:gd name="connsiteY276" fmla="*/ 306786 h 1951613"/>
                <a:gd name="connsiteX277" fmla="*/ 445455 w 1765612"/>
                <a:gd name="connsiteY277" fmla="*/ 282383 h 1951613"/>
                <a:gd name="connsiteX278" fmla="*/ 470265 w 1765612"/>
                <a:gd name="connsiteY278" fmla="*/ 300024 h 1951613"/>
                <a:gd name="connsiteX279" fmla="*/ 477815 w 1765612"/>
                <a:gd name="connsiteY279" fmla="*/ 281862 h 1951613"/>
                <a:gd name="connsiteX280" fmla="*/ 506400 w 1765612"/>
                <a:gd name="connsiteY280" fmla="*/ 274426 h 1951613"/>
                <a:gd name="connsiteX281" fmla="*/ 527537 w 1765612"/>
                <a:gd name="connsiteY281" fmla="*/ 266444 h 1951613"/>
                <a:gd name="connsiteX282" fmla="*/ 488262 w 1765612"/>
                <a:gd name="connsiteY282" fmla="*/ 245015 h 1951613"/>
                <a:gd name="connsiteX283" fmla="*/ 453945 w 1765612"/>
                <a:gd name="connsiteY283" fmla="*/ 237160 h 1951613"/>
                <a:gd name="connsiteX284" fmla="*/ 456029 w 1765612"/>
                <a:gd name="connsiteY284" fmla="*/ 217167 h 1951613"/>
                <a:gd name="connsiteX285" fmla="*/ 419742 w 1765612"/>
                <a:gd name="connsiteY285" fmla="*/ 194288 h 1951613"/>
                <a:gd name="connsiteX286" fmla="*/ 423008 w 1765612"/>
                <a:gd name="connsiteY286" fmla="*/ 140041 h 1951613"/>
                <a:gd name="connsiteX287" fmla="*/ 482644 w 1765612"/>
                <a:gd name="connsiteY287" fmla="*/ 119705 h 1951613"/>
                <a:gd name="connsiteX288" fmla="*/ 510836 w 1765612"/>
                <a:gd name="connsiteY288" fmla="*/ 144273 h 1951613"/>
                <a:gd name="connsiteX289" fmla="*/ 560304 w 1765612"/>
                <a:gd name="connsiteY289" fmla="*/ 120226 h 1951613"/>
                <a:gd name="connsiteX290" fmla="*/ 582356 w 1765612"/>
                <a:gd name="connsiteY290" fmla="*/ 156691 h 1951613"/>
                <a:gd name="connsiteX291" fmla="*/ 658693 w 1765612"/>
                <a:gd name="connsiteY291" fmla="*/ 149891 h 1951613"/>
                <a:gd name="connsiteX292" fmla="*/ 713246 w 1765612"/>
                <a:gd name="connsiteY292" fmla="*/ 138134 h 1951613"/>
                <a:gd name="connsiteX293" fmla="*/ 731905 w 1765612"/>
                <a:gd name="connsiteY293" fmla="*/ 90039 h 1951613"/>
                <a:gd name="connsiteX294" fmla="*/ 756054 w 1765612"/>
                <a:gd name="connsiteY294" fmla="*/ 110286 h 1951613"/>
                <a:gd name="connsiteX295" fmla="*/ 821562 w 1765612"/>
                <a:gd name="connsiteY295" fmla="*/ 132123 h 1951613"/>
                <a:gd name="connsiteX296" fmla="*/ 820520 w 1765612"/>
                <a:gd name="connsiteY296" fmla="*/ 159437 h 1951613"/>
                <a:gd name="connsiteX297" fmla="*/ 877029 w 1765612"/>
                <a:gd name="connsiteY297" fmla="*/ 155776 h 1951613"/>
                <a:gd name="connsiteX298" fmla="*/ 890591 w 1765612"/>
                <a:gd name="connsiteY298" fmla="*/ 155382 h 1951613"/>
                <a:gd name="connsiteX299" fmla="*/ 906123 w 1765612"/>
                <a:gd name="connsiteY299" fmla="*/ 174448 h 1951613"/>
                <a:gd name="connsiteX300" fmla="*/ 965746 w 1765612"/>
                <a:gd name="connsiteY300" fmla="*/ 147260 h 1951613"/>
                <a:gd name="connsiteX301" fmla="*/ 1001259 w 1765612"/>
                <a:gd name="connsiteY301" fmla="*/ 163784 h 1951613"/>
                <a:gd name="connsiteX302" fmla="*/ 1045744 w 1765612"/>
                <a:gd name="connsiteY302" fmla="*/ 122476 h 1951613"/>
                <a:gd name="connsiteX303" fmla="*/ 1044028 w 1765612"/>
                <a:gd name="connsiteY303" fmla="*/ 104046 h 1951613"/>
                <a:gd name="connsiteX304" fmla="*/ 1038169 w 1765612"/>
                <a:gd name="connsiteY304" fmla="*/ 93992 h 1951613"/>
                <a:gd name="connsiteX305" fmla="*/ 1023388 w 1765612"/>
                <a:gd name="connsiteY305" fmla="*/ 99356 h 1951613"/>
                <a:gd name="connsiteX306" fmla="*/ 1017528 w 1765612"/>
                <a:gd name="connsiteY306" fmla="*/ 90458 h 1951613"/>
                <a:gd name="connsiteX307" fmla="*/ 1036327 w 1765612"/>
                <a:gd name="connsiteY307" fmla="*/ 69144 h 1951613"/>
                <a:gd name="connsiteX308" fmla="*/ 1008262 w 1765612"/>
                <a:gd name="connsiteY308" fmla="*/ 49023 h 1951613"/>
                <a:gd name="connsiteX309" fmla="*/ 991612 w 1765612"/>
                <a:gd name="connsiteY309" fmla="*/ 67301 h 1951613"/>
                <a:gd name="connsiteX310" fmla="*/ 960828 w 1765612"/>
                <a:gd name="connsiteY310" fmla="*/ 56726 h 1951613"/>
                <a:gd name="connsiteX311" fmla="*/ 988091 w 1765612"/>
                <a:gd name="connsiteY311" fmla="*/ 28356 h 1951613"/>
                <a:gd name="connsiteX312" fmla="*/ 1079833 w 1765612"/>
                <a:gd name="connsiteY312" fmla="*/ 0 h 1951613"/>
                <a:gd name="connsiteX313" fmla="*/ 1089354 w 1765612"/>
                <a:gd name="connsiteY313" fmla="*/ 33047 h 1951613"/>
                <a:gd name="connsiteX314" fmla="*/ 1110897 w 1765612"/>
                <a:gd name="connsiteY314" fmla="*/ 40368 h 195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Lst>
              <a:rect l="l" t="t" r="r" b="b"/>
              <a:pathLst>
                <a:path w="1765612" h="1951613">
                  <a:moveTo>
                    <a:pt x="1279613" y="284276"/>
                  </a:moveTo>
                  <a:lnTo>
                    <a:pt x="1263432" y="366346"/>
                  </a:lnTo>
                  <a:lnTo>
                    <a:pt x="1206668" y="387127"/>
                  </a:lnTo>
                  <a:lnTo>
                    <a:pt x="1153934" y="367541"/>
                  </a:lnTo>
                  <a:lnTo>
                    <a:pt x="1137411" y="374214"/>
                  </a:lnTo>
                  <a:lnTo>
                    <a:pt x="1090307" y="393432"/>
                  </a:lnTo>
                  <a:lnTo>
                    <a:pt x="1060933" y="391462"/>
                  </a:lnTo>
                  <a:lnTo>
                    <a:pt x="998158" y="403358"/>
                  </a:lnTo>
                  <a:lnTo>
                    <a:pt x="873661" y="403231"/>
                  </a:lnTo>
                  <a:lnTo>
                    <a:pt x="873394" y="432770"/>
                  </a:lnTo>
                  <a:lnTo>
                    <a:pt x="846703" y="443751"/>
                  </a:lnTo>
                  <a:lnTo>
                    <a:pt x="851787" y="477599"/>
                  </a:lnTo>
                  <a:lnTo>
                    <a:pt x="830777" y="508179"/>
                  </a:lnTo>
                  <a:lnTo>
                    <a:pt x="792532" y="510543"/>
                  </a:lnTo>
                  <a:lnTo>
                    <a:pt x="809055" y="553542"/>
                  </a:lnTo>
                  <a:lnTo>
                    <a:pt x="825235" y="579687"/>
                  </a:lnTo>
                  <a:lnTo>
                    <a:pt x="861917" y="568832"/>
                  </a:lnTo>
                  <a:lnTo>
                    <a:pt x="879914" y="599667"/>
                  </a:lnTo>
                  <a:lnTo>
                    <a:pt x="832810" y="633794"/>
                  </a:lnTo>
                  <a:lnTo>
                    <a:pt x="849779" y="672357"/>
                  </a:lnTo>
                  <a:lnTo>
                    <a:pt x="864128" y="716843"/>
                  </a:lnTo>
                  <a:lnTo>
                    <a:pt x="828629" y="766781"/>
                  </a:lnTo>
                  <a:lnTo>
                    <a:pt x="850808" y="779186"/>
                  </a:lnTo>
                  <a:lnTo>
                    <a:pt x="885266" y="798137"/>
                  </a:lnTo>
                  <a:lnTo>
                    <a:pt x="932649" y="803488"/>
                  </a:lnTo>
                  <a:lnTo>
                    <a:pt x="966052" y="782199"/>
                  </a:lnTo>
                  <a:lnTo>
                    <a:pt x="989159" y="799993"/>
                  </a:lnTo>
                  <a:lnTo>
                    <a:pt x="1014211" y="819211"/>
                  </a:lnTo>
                  <a:lnTo>
                    <a:pt x="1037305" y="814368"/>
                  </a:lnTo>
                  <a:lnTo>
                    <a:pt x="1065878" y="851495"/>
                  </a:lnTo>
                  <a:lnTo>
                    <a:pt x="1106728" y="840640"/>
                  </a:lnTo>
                  <a:lnTo>
                    <a:pt x="1163746" y="867179"/>
                  </a:lnTo>
                  <a:lnTo>
                    <a:pt x="1187768" y="884973"/>
                  </a:lnTo>
                  <a:lnTo>
                    <a:pt x="1225734" y="874399"/>
                  </a:lnTo>
                  <a:lnTo>
                    <a:pt x="1366436" y="765091"/>
                  </a:lnTo>
                  <a:lnTo>
                    <a:pt x="1392911" y="731243"/>
                  </a:lnTo>
                  <a:lnTo>
                    <a:pt x="1394182" y="697002"/>
                  </a:lnTo>
                  <a:lnTo>
                    <a:pt x="1413375" y="664464"/>
                  </a:lnTo>
                  <a:lnTo>
                    <a:pt x="1416387" y="638955"/>
                  </a:lnTo>
                  <a:lnTo>
                    <a:pt x="1420289" y="606950"/>
                  </a:lnTo>
                  <a:lnTo>
                    <a:pt x="1424598" y="570752"/>
                  </a:lnTo>
                  <a:lnTo>
                    <a:pt x="1424089" y="540425"/>
                  </a:lnTo>
                  <a:lnTo>
                    <a:pt x="1422373" y="519771"/>
                  </a:lnTo>
                  <a:lnTo>
                    <a:pt x="1430470" y="404489"/>
                  </a:lnTo>
                  <a:lnTo>
                    <a:pt x="1432707" y="399520"/>
                  </a:lnTo>
                  <a:lnTo>
                    <a:pt x="1526267" y="391284"/>
                  </a:lnTo>
                  <a:lnTo>
                    <a:pt x="1549615" y="378726"/>
                  </a:lnTo>
                  <a:lnTo>
                    <a:pt x="1580819" y="352734"/>
                  </a:lnTo>
                  <a:lnTo>
                    <a:pt x="1580946" y="350369"/>
                  </a:lnTo>
                  <a:lnTo>
                    <a:pt x="1624580" y="335765"/>
                  </a:lnTo>
                  <a:lnTo>
                    <a:pt x="1590262" y="303088"/>
                  </a:lnTo>
                  <a:lnTo>
                    <a:pt x="1639197" y="286374"/>
                  </a:lnTo>
                  <a:lnTo>
                    <a:pt x="1645552" y="266762"/>
                  </a:lnTo>
                  <a:lnTo>
                    <a:pt x="1665520" y="260407"/>
                  </a:lnTo>
                  <a:lnTo>
                    <a:pt x="1672955" y="257521"/>
                  </a:lnTo>
                  <a:lnTo>
                    <a:pt x="1589068" y="206541"/>
                  </a:lnTo>
                  <a:lnTo>
                    <a:pt x="1589335" y="202372"/>
                  </a:lnTo>
                  <a:lnTo>
                    <a:pt x="1570536" y="192699"/>
                  </a:lnTo>
                  <a:lnTo>
                    <a:pt x="1534007" y="192699"/>
                  </a:lnTo>
                  <a:lnTo>
                    <a:pt x="1515603" y="189573"/>
                  </a:lnTo>
                  <a:lnTo>
                    <a:pt x="1501507" y="190475"/>
                  </a:lnTo>
                  <a:lnTo>
                    <a:pt x="1498495" y="174537"/>
                  </a:lnTo>
                  <a:lnTo>
                    <a:pt x="1474345" y="179760"/>
                  </a:lnTo>
                  <a:lnTo>
                    <a:pt x="1463262" y="192305"/>
                  </a:lnTo>
                  <a:lnTo>
                    <a:pt x="1462347" y="203541"/>
                  </a:lnTo>
                  <a:lnTo>
                    <a:pt x="1458534" y="228784"/>
                  </a:lnTo>
                  <a:lnTo>
                    <a:pt x="1427089" y="235444"/>
                  </a:lnTo>
                  <a:lnTo>
                    <a:pt x="1393013" y="260661"/>
                  </a:lnTo>
                  <a:lnTo>
                    <a:pt x="1346163" y="271897"/>
                  </a:lnTo>
                  <a:lnTo>
                    <a:pt x="1314718" y="293339"/>
                  </a:lnTo>
                  <a:close/>
                  <a:moveTo>
                    <a:pt x="1081333" y="73185"/>
                  </a:moveTo>
                  <a:lnTo>
                    <a:pt x="1078715" y="91221"/>
                  </a:lnTo>
                  <a:lnTo>
                    <a:pt x="1133013" y="87306"/>
                  </a:lnTo>
                  <a:lnTo>
                    <a:pt x="1152586" y="92797"/>
                  </a:lnTo>
                  <a:lnTo>
                    <a:pt x="1138491" y="113578"/>
                  </a:lnTo>
                  <a:lnTo>
                    <a:pt x="1137843" y="135796"/>
                  </a:lnTo>
                  <a:lnTo>
                    <a:pt x="1151404" y="135796"/>
                  </a:lnTo>
                  <a:lnTo>
                    <a:pt x="1184451" y="147044"/>
                  </a:lnTo>
                  <a:lnTo>
                    <a:pt x="1188505" y="159055"/>
                  </a:lnTo>
                  <a:lnTo>
                    <a:pt x="1204686" y="156170"/>
                  </a:lnTo>
                  <a:lnTo>
                    <a:pt x="1224005" y="109778"/>
                  </a:lnTo>
                  <a:lnTo>
                    <a:pt x="1239525" y="95657"/>
                  </a:lnTo>
                  <a:lnTo>
                    <a:pt x="1248015" y="100500"/>
                  </a:lnTo>
                  <a:lnTo>
                    <a:pt x="1276079" y="69525"/>
                  </a:lnTo>
                  <a:lnTo>
                    <a:pt x="1304041" y="84294"/>
                  </a:lnTo>
                  <a:lnTo>
                    <a:pt x="1304969" y="111481"/>
                  </a:lnTo>
                  <a:lnTo>
                    <a:pt x="1335245" y="134220"/>
                  </a:lnTo>
                  <a:lnTo>
                    <a:pt x="1359255" y="118675"/>
                  </a:lnTo>
                  <a:lnTo>
                    <a:pt x="1371011" y="141147"/>
                  </a:lnTo>
                  <a:lnTo>
                    <a:pt x="1401923" y="147299"/>
                  </a:lnTo>
                  <a:lnTo>
                    <a:pt x="1430381" y="146117"/>
                  </a:lnTo>
                  <a:lnTo>
                    <a:pt x="1467965" y="139456"/>
                  </a:lnTo>
                  <a:lnTo>
                    <a:pt x="1493017" y="128335"/>
                  </a:lnTo>
                  <a:lnTo>
                    <a:pt x="1515895" y="88476"/>
                  </a:lnTo>
                  <a:lnTo>
                    <a:pt x="1529202" y="80850"/>
                  </a:lnTo>
                  <a:lnTo>
                    <a:pt x="1538989" y="104503"/>
                  </a:lnTo>
                  <a:lnTo>
                    <a:pt x="1577883" y="140575"/>
                  </a:lnTo>
                  <a:lnTo>
                    <a:pt x="1599490" y="186192"/>
                  </a:lnTo>
                  <a:lnTo>
                    <a:pt x="1616445" y="193373"/>
                  </a:lnTo>
                  <a:lnTo>
                    <a:pt x="1623373" y="185531"/>
                  </a:lnTo>
                  <a:lnTo>
                    <a:pt x="1625063" y="170762"/>
                  </a:lnTo>
                  <a:lnTo>
                    <a:pt x="1633960" y="167762"/>
                  </a:lnTo>
                  <a:lnTo>
                    <a:pt x="1644001" y="189064"/>
                  </a:lnTo>
                  <a:lnTo>
                    <a:pt x="1656712" y="205588"/>
                  </a:lnTo>
                  <a:lnTo>
                    <a:pt x="1694842" y="206859"/>
                  </a:lnTo>
                  <a:lnTo>
                    <a:pt x="1725245" y="214701"/>
                  </a:lnTo>
                  <a:lnTo>
                    <a:pt x="1731905" y="229076"/>
                  </a:lnTo>
                  <a:lnTo>
                    <a:pt x="1715458" y="247760"/>
                  </a:lnTo>
                  <a:lnTo>
                    <a:pt x="1702748" y="271909"/>
                  </a:lnTo>
                  <a:lnTo>
                    <a:pt x="1713717" y="299096"/>
                  </a:lnTo>
                  <a:lnTo>
                    <a:pt x="1718013" y="326017"/>
                  </a:lnTo>
                  <a:lnTo>
                    <a:pt x="1719855" y="361605"/>
                  </a:lnTo>
                  <a:lnTo>
                    <a:pt x="1765613" y="400028"/>
                  </a:lnTo>
                  <a:lnTo>
                    <a:pt x="1764341" y="433227"/>
                  </a:lnTo>
                  <a:lnTo>
                    <a:pt x="1735159" y="466681"/>
                  </a:lnTo>
                  <a:lnTo>
                    <a:pt x="1668202" y="477535"/>
                  </a:lnTo>
                  <a:lnTo>
                    <a:pt x="1628012" y="529647"/>
                  </a:lnTo>
                  <a:lnTo>
                    <a:pt x="1619115" y="545064"/>
                  </a:lnTo>
                  <a:lnTo>
                    <a:pt x="1604370" y="610166"/>
                  </a:lnTo>
                  <a:lnTo>
                    <a:pt x="1596541" y="628469"/>
                  </a:lnTo>
                  <a:lnTo>
                    <a:pt x="1586615" y="643225"/>
                  </a:lnTo>
                  <a:lnTo>
                    <a:pt x="1553568" y="668061"/>
                  </a:lnTo>
                  <a:lnTo>
                    <a:pt x="1536460" y="683479"/>
                  </a:lnTo>
                  <a:lnTo>
                    <a:pt x="1531770" y="694740"/>
                  </a:lnTo>
                  <a:lnTo>
                    <a:pt x="1524589" y="723605"/>
                  </a:lnTo>
                  <a:lnTo>
                    <a:pt x="1519899" y="734853"/>
                  </a:lnTo>
                  <a:lnTo>
                    <a:pt x="1511281" y="743877"/>
                  </a:lnTo>
                  <a:lnTo>
                    <a:pt x="1491581" y="759689"/>
                  </a:lnTo>
                  <a:lnTo>
                    <a:pt x="1485708" y="771458"/>
                  </a:lnTo>
                  <a:lnTo>
                    <a:pt x="1486229" y="789888"/>
                  </a:lnTo>
                  <a:lnTo>
                    <a:pt x="1482048" y="807009"/>
                  </a:lnTo>
                  <a:lnTo>
                    <a:pt x="1469909" y="842953"/>
                  </a:lnTo>
                  <a:lnTo>
                    <a:pt x="1453386" y="876140"/>
                  </a:lnTo>
                  <a:lnTo>
                    <a:pt x="1435490" y="908169"/>
                  </a:lnTo>
                  <a:lnTo>
                    <a:pt x="1431982" y="919278"/>
                  </a:lnTo>
                  <a:lnTo>
                    <a:pt x="1428462" y="941369"/>
                  </a:lnTo>
                  <a:lnTo>
                    <a:pt x="1424280" y="956150"/>
                  </a:lnTo>
                  <a:lnTo>
                    <a:pt x="1410438" y="986464"/>
                  </a:lnTo>
                  <a:lnTo>
                    <a:pt x="1405749" y="1009737"/>
                  </a:lnTo>
                  <a:lnTo>
                    <a:pt x="1406002" y="1057438"/>
                  </a:lnTo>
                  <a:lnTo>
                    <a:pt x="1423225" y="1109194"/>
                  </a:lnTo>
                  <a:lnTo>
                    <a:pt x="1439291" y="1138084"/>
                  </a:lnTo>
                  <a:lnTo>
                    <a:pt x="1455598" y="1172580"/>
                  </a:lnTo>
                  <a:lnTo>
                    <a:pt x="1465384" y="1211664"/>
                  </a:lnTo>
                  <a:lnTo>
                    <a:pt x="1469553" y="1231924"/>
                  </a:lnTo>
                  <a:lnTo>
                    <a:pt x="1476227" y="1264208"/>
                  </a:lnTo>
                  <a:lnTo>
                    <a:pt x="1476862" y="1289031"/>
                  </a:lnTo>
                  <a:lnTo>
                    <a:pt x="1464470" y="1321582"/>
                  </a:lnTo>
                  <a:lnTo>
                    <a:pt x="1423110" y="1355823"/>
                  </a:lnTo>
                  <a:lnTo>
                    <a:pt x="1398834" y="1372944"/>
                  </a:lnTo>
                  <a:lnTo>
                    <a:pt x="1384078" y="1390738"/>
                  </a:lnTo>
                  <a:lnTo>
                    <a:pt x="1392034" y="1423276"/>
                  </a:lnTo>
                  <a:lnTo>
                    <a:pt x="1395173" y="1430978"/>
                  </a:lnTo>
                  <a:lnTo>
                    <a:pt x="1411697" y="1456602"/>
                  </a:lnTo>
                  <a:lnTo>
                    <a:pt x="1425398" y="1476455"/>
                  </a:lnTo>
                  <a:lnTo>
                    <a:pt x="1465219" y="1545218"/>
                  </a:lnTo>
                  <a:lnTo>
                    <a:pt x="1539587" y="1643239"/>
                  </a:lnTo>
                  <a:lnTo>
                    <a:pt x="1495750" y="1656584"/>
                  </a:lnTo>
                  <a:lnTo>
                    <a:pt x="1486217" y="1707285"/>
                  </a:lnTo>
                  <a:lnTo>
                    <a:pt x="1447591" y="1714225"/>
                  </a:lnTo>
                  <a:lnTo>
                    <a:pt x="1442367" y="1740916"/>
                  </a:lnTo>
                  <a:lnTo>
                    <a:pt x="1410006" y="1845344"/>
                  </a:lnTo>
                  <a:lnTo>
                    <a:pt x="1384420" y="1876064"/>
                  </a:lnTo>
                  <a:lnTo>
                    <a:pt x="1386772" y="1903251"/>
                  </a:lnTo>
                  <a:lnTo>
                    <a:pt x="1371901" y="1919203"/>
                  </a:lnTo>
                  <a:lnTo>
                    <a:pt x="1346188" y="1951614"/>
                  </a:lnTo>
                  <a:lnTo>
                    <a:pt x="1337838" y="1943898"/>
                  </a:lnTo>
                  <a:lnTo>
                    <a:pt x="1278583" y="1888876"/>
                  </a:lnTo>
                  <a:lnTo>
                    <a:pt x="1197936" y="1886779"/>
                  </a:lnTo>
                  <a:lnTo>
                    <a:pt x="1130077" y="1878822"/>
                  </a:lnTo>
                  <a:lnTo>
                    <a:pt x="1031153" y="1858295"/>
                  </a:lnTo>
                  <a:lnTo>
                    <a:pt x="975050" y="1862108"/>
                  </a:lnTo>
                  <a:lnTo>
                    <a:pt x="939678" y="1838327"/>
                  </a:lnTo>
                  <a:lnTo>
                    <a:pt x="946859" y="1806056"/>
                  </a:lnTo>
                  <a:lnTo>
                    <a:pt x="910000" y="1740828"/>
                  </a:lnTo>
                  <a:lnTo>
                    <a:pt x="931149" y="1672332"/>
                  </a:lnTo>
                  <a:lnTo>
                    <a:pt x="938776" y="1593262"/>
                  </a:lnTo>
                  <a:lnTo>
                    <a:pt x="903276" y="1500986"/>
                  </a:lnTo>
                  <a:lnTo>
                    <a:pt x="872771" y="1491313"/>
                  </a:lnTo>
                  <a:lnTo>
                    <a:pt x="827231" y="1479671"/>
                  </a:lnTo>
                  <a:lnTo>
                    <a:pt x="793027" y="1514446"/>
                  </a:lnTo>
                  <a:lnTo>
                    <a:pt x="743458" y="1502943"/>
                  </a:lnTo>
                  <a:lnTo>
                    <a:pt x="705874" y="1476938"/>
                  </a:lnTo>
                  <a:lnTo>
                    <a:pt x="791223" y="1408456"/>
                  </a:lnTo>
                  <a:lnTo>
                    <a:pt x="814978" y="1391449"/>
                  </a:lnTo>
                  <a:lnTo>
                    <a:pt x="810796" y="1338918"/>
                  </a:lnTo>
                  <a:lnTo>
                    <a:pt x="803361" y="1244278"/>
                  </a:lnTo>
                  <a:lnTo>
                    <a:pt x="845889" y="1251218"/>
                  </a:lnTo>
                  <a:lnTo>
                    <a:pt x="858599" y="1244863"/>
                  </a:lnTo>
                  <a:lnTo>
                    <a:pt x="868641" y="1248905"/>
                  </a:lnTo>
                  <a:lnTo>
                    <a:pt x="872161" y="1254802"/>
                  </a:lnTo>
                  <a:lnTo>
                    <a:pt x="927629" y="1249171"/>
                  </a:lnTo>
                  <a:lnTo>
                    <a:pt x="940809" y="1240020"/>
                  </a:lnTo>
                  <a:lnTo>
                    <a:pt x="985180" y="1248650"/>
                  </a:lnTo>
                  <a:lnTo>
                    <a:pt x="999403" y="1247214"/>
                  </a:lnTo>
                  <a:lnTo>
                    <a:pt x="1015075" y="1240287"/>
                  </a:lnTo>
                  <a:lnTo>
                    <a:pt x="1027213" y="1235978"/>
                  </a:lnTo>
                  <a:lnTo>
                    <a:pt x="1027975" y="1224082"/>
                  </a:lnTo>
                  <a:lnTo>
                    <a:pt x="1034331" y="1207876"/>
                  </a:lnTo>
                  <a:lnTo>
                    <a:pt x="1030149" y="1202639"/>
                  </a:lnTo>
                  <a:lnTo>
                    <a:pt x="982651" y="1202258"/>
                  </a:lnTo>
                  <a:lnTo>
                    <a:pt x="970779" y="1205245"/>
                  </a:lnTo>
                  <a:lnTo>
                    <a:pt x="930832" y="1200428"/>
                  </a:lnTo>
                  <a:lnTo>
                    <a:pt x="856718" y="1206567"/>
                  </a:lnTo>
                  <a:lnTo>
                    <a:pt x="842190" y="1206414"/>
                  </a:lnTo>
                  <a:lnTo>
                    <a:pt x="803171" y="1195179"/>
                  </a:lnTo>
                  <a:lnTo>
                    <a:pt x="745873" y="1195700"/>
                  </a:lnTo>
                  <a:lnTo>
                    <a:pt x="737649" y="1190349"/>
                  </a:lnTo>
                  <a:lnTo>
                    <a:pt x="725905" y="1189167"/>
                  </a:lnTo>
                  <a:lnTo>
                    <a:pt x="719893" y="1194009"/>
                  </a:lnTo>
                  <a:lnTo>
                    <a:pt x="714034" y="1192166"/>
                  </a:lnTo>
                  <a:lnTo>
                    <a:pt x="709852" y="1185125"/>
                  </a:lnTo>
                  <a:lnTo>
                    <a:pt x="686884" y="1185633"/>
                  </a:lnTo>
                  <a:lnTo>
                    <a:pt x="672903" y="1179888"/>
                  </a:lnTo>
                  <a:lnTo>
                    <a:pt x="648894" y="1180409"/>
                  </a:lnTo>
                  <a:lnTo>
                    <a:pt x="642373" y="1190577"/>
                  </a:lnTo>
                  <a:lnTo>
                    <a:pt x="634010" y="1194225"/>
                  </a:lnTo>
                  <a:lnTo>
                    <a:pt x="623842" y="1192662"/>
                  </a:lnTo>
                  <a:lnTo>
                    <a:pt x="620029" y="1194098"/>
                  </a:lnTo>
                  <a:lnTo>
                    <a:pt x="620296" y="1198534"/>
                  </a:lnTo>
                  <a:lnTo>
                    <a:pt x="593795" y="1208079"/>
                  </a:lnTo>
                  <a:lnTo>
                    <a:pt x="557126" y="1209134"/>
                  </a:lnTo>
                  <a:lnTo>
                    <a:pt x="520978" y="1175008"/>
                  </a:lnTo>
                  <a:lnTo>
                    <a:pt x="433418" y="1086138"/>
                  </a:lnTo>
                  <a:lnTo>
                    <a:pt x="426504" y="1082998"/>
                  </a:lnTo>
                  <a:lnTo>
                    <a:pt x="377556" y="1053765"/>
                  </a:lnTo>
                  <a:lnTo>
                    <a:pt x="356292" y="1067378"/>
                  </a:lnTo>
                  <a:lnTo>
                    <a:pt x="338803" y="1053117"/>
                  </a:lnTo>
                  <a:lnTo>
                    <a:pt x="329397" y="1006979"/>
                  </a:lnTo>
                  <a:lnTo>
                    <a:pt x="362024" y="966204"/>
                  </a:lnTo>
                  <a:lnTo>
                    <a:pt x="359152" y="955617"/>
                  </a:lnTo>
                  <a:lnTo>
                    <a:pt x="352632" y="951422"/>
                  </a:lnTo>
                  <a:lnTo>
                    <a:pt x="345006" y="952693"/>
                  </a:lnTo>
                  <a:lnTo>
                    <a:pt x="326614" y="956227"/>
                  </a:lnTo>
                  <a:lnTo>
                    <a:pt x="295283" y="951638"/>
                  </a:lnTo>
                  <a:lnTo>
                    <a:pt x="304676" y="938928"/>
                  </a:lnTo>
                  <a:lnTo>
                    <a:pt x="305451" y="932649"/>
                  </a:lnTo>
                  <a:lnTo>
                    <a:pt x="248561" y="930679"/>
                  </a:lnTo>
                  <a:lnTo>
                    <a:pt x="244506" y="938928"/>
                  </a:lnTo>
                  <a:lnTo>
                    <a:pt x="227423" y="941407"/>
                  </a:lnTo>
                  <a:lnTo>
                    <a:pt x="201584" y="952846"/>
                  </a:lnTo>
                  <a:lnTo>
                    <a:pt x="177167" y="961476"/>
                  </a:lnTo>
                  <a:lnTo>
                    <a:pt x="166211" y="961476"/>
                  </a:lnTo>
                  <a:lnTo>
                    <a:pt x="160606" y="954930"/>
                  </a:lnTo>
                  <a:lnTo>
                    <a:pt x="141159" y="952846"/>
                  </a:lnTo>
                  <a:lnTo>
                    <a:pt x="127852" y="942512"/>
                  </a:lnTo>
                  <a:lnTo>
                    <a:pt x="109320" y="944216"/>
                  </a:lnTo>
                  <a:lnTo>
                    <a:pt x="105927" y="951397"/>
                  </a:lnTo>
                  <a:lnTo>
                    <a:pt x="107490" y="959519"/>
                  </a:lnTo>
                  <a:lnTo>
                    <a:pt x="97449" y="962912"/>
                  </a:lnTo>
                  <a:lnTo>
                    <a:pt x="75257" y="958985"/>
                  </a:lnTo>
                  <a:lnTo>
                    <a:pt x="61428" y="944737"/>
                  </a:lnTo>
                  <a:lnTo>
                    <a:pt x="41855" y="942767"/>
                  </a:lnTo>
                  <a:lnTo>
                    <a:pt x="32322" y="929446"/>
                  </a:lnTo>
                  <a:lnTo>
                    <a:pt x="44320" y="921820"/>
                  </a:lnTo>
                  <a:lnTo>
                    <a:pt x="38969" y="901840"/>
                  </a:lnTo>
                  <a:lnTo>
                    <a:pt x="17362" y="898955"/>
                  </a:lnTo>
                  <a:lnTo>
                    <a:pt x="7842" y="895815"/>
                  </a:lnTo>
                  <a:lnTo>
                    <a:pt x="0" y="897391"/>
                  </a:lnTo>
                  <a:lnTo>
                    <a:pt x="25318" y="867713"/>
                  </a:lnTo>
                  <a:lnTo>
                    <a:pt x="64339" y="859489"/>
                  </a:lnTo>
                  <a:lnTo>
                    <a:pt x="149497" y="873331"/>
                  </a:lnTo>
                  <a:lnTo>
                    <a:pt x="179493" y="850605"/>
                  </a:lnTo>
                  <a:lnTo>
                    <a:pt x="281417" y="825502"/>
                  </a:lnTo>
                  <a:lnTo>
                    <a:pt x="306087" y="764493"/>
                  </a:lnTo>
                  <a:lnTo>
                    <a:pt x="280667" y="747118"/>
                  </a:lnTo>
                  <a:lnTo>
                    <a:pt x="322305" y="693392"/>
                  </a:lnTo>
                  <a:lnTo>
                    <a:pt x="358580" y="685169"/>
                  </a:lnTo>
                  <a:lnTo>
                    <a:pt x="377900" y="648182"/>
                  </a:lnTo>
                  <a:lnTo>
                    <a:pt x="352479" y="568705"/>
                  </a:lnTo>
                  <a:lnTo>
                    <a:pt x="290898" y="481399"/>
                  </a:lnTo>
                  <a:lnTo>
                    <a:pt x="346365" y="434371"/>
                  </a:lnTo>
                  <a:lnTo>
                    <a:pt x="355746" y="376324"/>
                  </a:lnTo>
                  <a:lnTo>
                    <a:pt x="383416" y="366397"/>
                  </a:lnTo>
                  <a:lnTo>
                    <a:pt x="375790" y="320399"/>
                  </a:lnTo>
                  <a:lnTo>
                    <a:pt x="399799" y="302490"/>
                  </a:lnTo>
                  <a:lnTo>
                    <a:pt x="425627" y="306786"/>
                  </a:lnTo>
                  <a:lnTo>
                    <a:pt x="445455" y="282383"/>
                  </a:lnTo>
                  <a:lnTo>
                    <a:pt x="470265" y="300024"/>
                  </a:lnTo>
                  <a:lnTo>
                    <a:pt x="477815" y="281862"/>
                  </a:lnTo>
                  <a:lnTo>
                    <a:pt x="506400" y="274426"/>
                  </a:lnTo>
                  <a:lnTo>
                    <a:pt x="527537" y="266444"/>
                  </a:lnTo>
                  <a:lnTo>
                    <a:pt x="488262" y="245015"/>
                  </a:lnTo>
                  <a:lnTo>
                    <a:pt x="453945" y="237160"/>
                  </a:lnTo>
                  <a:lnTo>
                    <a:pt x="456029" y="217167"/>
                  </a:lnTo>
                  <a:lnTo>
                    <a:pt x="419742" y="194288"/>
                  </a:lnTo>
                  <a:lnTo>
                    <a:pt x="423008" y="140041"/>
                  </a:lnTo>
                  <a:lnTo>
                    <a:pt x="482644" y="119705"/>
                  </a:lnTo>
                  <a:lnTo>
                    <a:pt x="510836" y="144273"/>
                  </a:lnTo>
                  <a:lnTo>
                    <a:pt x="560304" y="120226"/>
                  </a:lnTo>
                  <a:lnTo>
                    <a:pt x="582356" y="156691"/>
                  </a:lnTo>
                  <a:lnTo>
                    <a:pt x="658693" y="149891"/>
                  </a:lnTo>
                  <a:lnTo>
                    <a:pt x="713246" y="138134"/>
                  </a:lnTo>
                  <a:lnTo>
                    <a:pt x="731905" y="90039"/>
                  </a:lnTo>
                  <a:lnTo>
                    <a:pt x="756054" y="110286"/>
                  </a:lnTo>
                  <a:lnTo>
                    <a:pt x="821562" y="132123"/>
                  </a:lnTo>
                  <a:lnTo>
                    <a:pt x="820520" y="159437"/>
                  </a:lnTo>
                  <a:lnTo>
                    <a:pt x="877029" y="155776"/>
                  </a:lnTo>
                  <a:lnTo>
                    <a:pt x="890591" y="155382"/>
                  </a:lnTo>
                  <a:lnTo>
                    <a:pt x="906123" y="174448"/>
                  </a:lnTo>
                  <a:lnTo>
                    <a:pt x="965746" y="147260"/>
                  </a:lnTo>
                  <a:lnTo>
                    <a:pt x="1001259" y="163784"/>
                  </a:lnTo>
                  <a:lnTo>
                    <a:pt x="1045744" y="122476"/>
                  </a:lnTo>
                  <a:lnTo>
                    <a:pt x="1044028" y="104046"/>
                  </a:lnTo>
                  <a:lnTo>
                    <a:pt x="1038169" y="93992"/>
                  </a:lnTo>
                  <a:lnTo>
                    <a:pt x="1023388" y="99356"/>
                  </a:lnTo>
                  <a:lnTo>
                    <a:pt x="1017528" y="90458"/>
                  </a:lnTo>
                  <a:lnTo>
                    <a:pt x="1036327" y="69144"/>
                  </a:lnTo>
                  <a:lnTo>
                    <a:pt x="1008262" y="49023"/>
                  </a:lnTo>
                  <a:lnTo>
                    <a:pt x="991612" y="67301"/>
                  </a:lnTo>
                  <a:lnTo>
                    <a:pt x="960828" y="56726"/>
                  </a:lnTo>
                  <a:lnTo>
                    <a:pt x="988091" y="28356"/>
                  </a:lnTo>
                  <a:lnTo>
                    <a:pt x="1079833" y="0"/>
                  </a:lnTo>
                  <a:lnTo>
                    <a:pt x="1089354" y="33047"/>
                  </a:lnTo>
                  <a:lnTo>
                    <a:pt x="1110897" y="40368"/>
                  </a:lnTo>
                  <a:close/>
                </a:path>
              </a:pathLst>
            </a:custGeom>
            <a:solidFill>
              <a:srgbClr val="FFFFFF"/>
            </a:solidFill>
            <a:ln w="12700" cap="flat">
              <a:noFill/>
              <a:prstDash val="solid"/>
              <a:miter/>
            </a:ln>
          </p:spPr>
          <p:txBody>
            <a:bodyPr rtlCol="0" anchor="ctr"/>
            <a:lstStyle/>
            <a:p>
              <a:endParaRPr lang="de-CH"/>
            </a:p>
          </p:txBody>
        </p:sp>
        <p:sp>
          <p:nvSpPr>
            <p:cNvPr id="44" name="Freihandform: Form 43">
              <a:extLst>
                <a:ext uri="{FF2B5EF4-FFF2-40B4-BE49-F238E27FC236}">
                  <a16:creationId xmlns:a16="http://schemas.microsoft.com/office/drawing/2014/main" id="{C7A2CB65-F8C2-53A0-D77D-2A39F08773DE}"/>
                </a:ext>
              </a:extLst>
            </p:cNvPr>
            <p:cNvSpPr/>
            <p:nvPr/>
          </p:nvSpPr>
          <p:spPr>
            <a:xfrm>
              <a:off x="7281438" y="1280595"/>
              <a:ext cx="1765612" cy="1951613"/>
            </a:xfrm>
            <a:custGeom>
              <a:avLst/>
              <a:gdLst>
                <a:gd name="connsiteX0" fmla="*/ 1279613 w 1765612"/>
                <a:gd name="connsiteY0" fmla="*/ 284276 h 1951613"/>
                <a:gd name="connsiteX1" fmla="*/ 1263432 w 1765612"/>
                <a:gd name="connsiteY1" fmla="*/ 366346 h 1951613"/>
                <a:gd name="connsiteX2" fmla="*/ 1206668 w 1765612"/>
                <a:gd name="connsiteY2" fmla="*/ 387127 h 1951613"/>
                <a:gd name="connsiteX3" fmla="*/ 1153934 w 1765612"/>
                <a:gd name="connsiteY3" fmla="*/ 367541 h 1951613"/>
                <a:gd name="connsiteX4" fmla="*/ 1137411 w 1765612"/>
                <a:gd name="connsiteY4" fmla="*/ 374214 h 1951613"/>
                <a:gd name="connsiteX5" fmla="*/ 1090307 w 1765612"/>
                <a:gd name="connsiteY5" fmla="*/ 393432 h 1951613"/>
                <a:gd name="connsiteX6" fmla="*/ 1060933 w 1765612"/>
                <a:gd name="connsiteY6" fmla="*/ 391462 h 1951613"/>
                <a:gd name="connsiteX7" fmla="*/ 998158 w 1765612"/>
                <a:gd name="connsiteY7" fmla="*/ 403358 h 1951613"/>
                <a:gd name="connsiteX8" fmla="*/ 873661 w 1765612"/>
                <a:gd name="connsiteY8" fmla="*/ 403231 h 1951613"/>
                <a:gd name="connsiteX9" fmla="*/ 873394 w 1765612"/>
                <a:gd name="connsiteY9" fmla="*/ 432770 h 1951613"/>
                <a:gd name="connsiteX10" fmla="*/ 846703 w 1765612"/>
                <a:gd name="connsiteY10" fmla="*/ 443751 h 1951613"/>
                <a:gd name="connsiteX11" fmla="*/ 851787 w 1765612"/>
                <a:gd name="connsiteY11" fmla="*/ 477599 h 1951613"/>
                <a:gd name="connsiteX12" fmla="*/ 830777 w 1765612"/>
                <a:gd name="connsiteY12" fmla="*/ 508179 h 1951613"/>
                <a:gd name="connsiteX13" fmla="*/ 792532 w 1765612"/>
                <a:gd name="connsiteY13" fmla="*/ 510543 h 1951613"/>
                <a:gd name="connsiteX14" fmla="*/ 809055 w 1765612"/>
                <a:gd name="connsiteY14" fmla="*/ 553542 h 1951613"/>
                <a:gd name="connsiteX15" fmla="*/ 825235 w 1765612"/>
                <a:gd name="connsiteY15" fmla="*/ 579687 h 1951613"/>
                <a:gd name="connsiteX16" fmla="*/ 861917 w 1765612"/>
                <a:gd name="connsiteY16" fmla="*/ 568832 h 1951613"/>
                <a:gd name="connsiteX17" fmla="*/ 879914 w 1765612"/>
                <a:gd name="connsiteY17" fmla="*/ 599667 h 1951613"/>
                <a:gd name="connsiteX18" fmla="*/ 832810 w 1765612"/>
                <a:gd name="connsiteY18" fmla="*/ 633794 h 1951613"/>
                <a:gd name="connsiteX19" fmla="*/ 849779 w 1765612"/>
                <a:gd name="connsiteY19" fmla="*/ 672357 h 1951613"/>
                <a:gd name="connsiteX20" fmla="*/ 864128 w 1765612"/>
                <a:gd name="connsiteY20" fmla="*/ 716843 h 1951613"/>
                <a:gd name="connsiteX21" fmla="*/ 828629 w 1765612"/>
                <a:gd name="connsiteY21" fmla="*/ 766781 h 1951613"/>
                <a:gd name="connsiteX22" fmla="*/ 850808 w 1765612"/>
                <a:gd name="connsiteY22" fmla="*/ 779186 h 1951613"/>
                <a:gd name="connsiteX23" fmla="*/ 885266 w 1765612"/>
                <a:gd name="connsiteY23" fmla="*/ 798137 h 1951613"/>
                <a:gd name="connsiteX24" fmla="*/ 932649 w 1765612"/>
                <a:gd name="connsiteY24" fmla="*/ 803488 h 1951613"/>
                <a:gd name="connsiteX25" fmla="*/ 966052 w 1765612"/>
                <a:gd name="connsiteY25" fmla="*/ 782199 h 1951613"/>
                <a:gd name="connsiteX26" fmla="*/ 989159 w 1765612"/>
                <a:gd name="connsiteY26" fmla="*/ 799993 h 1951613"/>
                <a:gd name="connsiteX27" fmla="*/ 1014211 w 1765612"/>
                <a:gd name="connsiteY27" fmla="*/ 819211 h 1951613"/>
                <a:gd name="connsiteX28" fmla="*/ 1037305 w 1765612"/>
                <a:gd name="connsiteY28" fmla="*/ 814368 h 1951613"/>
                <a:gd name="connsiteX29" fmla="*/ 1065878 w 1765612"/>
                <a:gd name="connsiteY29" fmla="*/ 851495 h 1951613"/>
                <a:gd name="connsiteX30" fmla="*/ 1106728 w 1765612"/>
                <a:gd name="connsiteY30" fmla="*/ 840640 h 1951613"/>
                <a:gd name="connsiteX31" fmla="*/ 1163746 w 1765612"/>
                <a:gd name="connsiteY31" fmla="*/ 867179 h 1951613"/>
                <a:gd name="connsiteX32" fmla="*/ 1187768 w 1765612"/>
                <a:gd name="connsiteY32" fmla="*/ 884973 h 1951613"/>
                <a:gd name="connsiteX33" fmla="*/ 1225734 w 1765612"/>
                <a:gd name="connsiteY33" fmla="*/ 874399 h 1951613"/>
                <a:gd name="connsiteX34" fmla="*/ 1366436 w 1765612"/>
                <a:gd name="connsiteY34" fmla="*/ 765091 h 1951613"/>
                <a:gd name="connsiteX35" fmla="*/ 1392911 w 1765612"/>
                <a:gd name="connsiteY35" fmla="*/ 731243 h 1951613"/>
                <a:gd name="connsiteX36" fmla="*/ 1394182 w 1765612"/>
                <a:gd name="connsiteY36" fmla="*/ 697002 h 1951613"/>
                <a:gd name="connsiteX37" fmla="*/ 1413375 w 1765612"/>
                <a:gd name="connsiteY37" fmla="*/ 664464 h 1951613"/>
                <a:gd name="connsiteX38" fmla="*/ 1416387 w 1765612"/>
                <a:gd name="connsiteY38" fmla="*/ 638955 h 1951613"/>
                <a:gd name="connsiteX39" fmla="*/ 1420289 w 1765612"/>
                <a:gd name="connsiteY39" fmla="*/ 606950 h 1951613"/>
                <a:gd name="connsiteX40" fmla="*/ 1424598 w 1765612"/>
                <a:gd name="connsiteY40" fmla="*/ 570752 h 1951613"/>
                <a:gd name="connsiteX41" fmla="*/ 1424089 w 1765612"/>
                <a:gd name="connsiteY41" fmla="*/ 540425 h 1951613"/>
                <a:gd name="connsiteX42" fmla="*/ 1422373 w 1765612"/>
                <a:gd name="connsiteY42" fmla="*/ 519771 h 1951613"/>
                <a:gd name="connsiteX43" fmla="*/ 1430470 w 1765612"/>
                <a:gd name="connsiteY43" fmla="*/ 404489 h 1951613"/>
                <a:gd name="connsiteX44" fmla="*/ 1432707 w 1765612"/>
                <a:gd name="connsiteY44" fmla="*/ 399520 h 1951613"/>
                <a:gd name="connsiteX45" fmla="*/ 1526267 w 1765612"/>
                <a:gd name="connsiteY45" fmla="*/ 391284 h 1951613"/>
                <a:gd name="connsiteX46" fmla="*/ 1549615 w 1765612"/>
                <a:gd name="connsiteY46" fmla="*/ 378726 h 1951613"/>
                <a:gd name="connsiteX47" fmla="*/ 1580819 w 1765612"/>
                <a:gd name="connsiteY47" fmla="*/ 352734 h 1951613"/>
                <a:gd name="connsiteX48" fmla="*/ 1580946 w 1765612"/>
                <a:gd name="connsiteY48" fmla="*/ 350369 h 1951613"/>
                <a:gd name="connsiteX49" fmla="*/ 1624580 w 1765612"/>
                <a:gd name="connsiteY49" fmla="*/ 335765 h 1951613"/>
                <a:gd name="connsiteX50" fmla="*/ 1590262 w 1765612"/>
                <a:gd name="connsiteY50" fmla="*/ 303088 h 1951613"/>
                <a:gd name="connsiteX51" fmla="*/ 1639197 w 1765612"/>
                <a:gd name="connsiteY51" fmla="*/ 286374 h 1951613"/>
                <a:gd name="connsiteX52" fmla="*/ 1645552 w 1765612"/>
                <a:gd name="connsiteY52" fmla="*/ 266762 h 1951613"/>
                <a:gd name="connsiteX53" fmla="*/ 1665520 w 1765612"/>
                <a:gd name="connsiteY53" fmla="*/ 260407 h 1951613"/>
                <a:gd name="connsiteX54" fmla="*/ 1672955 w 1765612"/>
                <a:gd name="connsiteY54" fmla="*/ 257521 h 1951613"/>
                <a:gd name="connsiteX55" fmla="*/ 1589068 w 1765612"/>
                <a:gd name="connsiteY55" fmla="*/ 206541 h 1951613"/>
                <a:gd name="connsiteX56" fmla="*/ 1589335 w 1765612"/>
                <a:gd name="connsiteY56" fmla="*/ 202372 h 1951613"/>
                <a:gd name="connsiteX57" fmla="*/ 1570536 w 1765612"/>
                <a:gd name="connsiteY57" fmla="*/ 192699 h 1951613"/>
                <a:gd name="connsiteX58" fmla="*/ 1534007 w 1765612"/>
                <a:gd name="connsiteY58" fmla="*/ 192699 h 1951613"/>
                <a:gd name="connsiteX59" fmla="*/ 1515603 w 1765612"/>
                <a:gd name="connsiteY59" fmla="*/ 189573 h 1951613"/>
                <a:gd name="connsiteX60" fmla="*/ 1501507 w 1765612"/>
                <a:gd name="connsiteY60" fmla="*/ 190475 h 1951613"/>
                <a:gd name="connsiteX61" fmla="*/ 1498495 w 1765612"/>
                <a:gd name="connsiteY61" fmla="*/ 174537 h 1951613"/>
                <a:gd name="connsiteX62" fmla="*/ 1474345 w 1765612"/>
                <a:gd name="connsiteY62" fmla="*/ 179760 h 1951613"/>
                <a:gd name="connsiteX63" fmla="*/ 1463262 w 1765612"/>
                <a:gd name="connsiteY63" fmla="*/ 192305 h 1951613"/>
                <a:gd name="connsiteX64" fmla="*/ 1462347 w 1765612"/>
                <a:gd name="connsiteY64" fmla="*/ 203541 h 1951613"/>
                <a:gd name="connsiteX65" fmla="*/ 1458534 w 1765612"/>
                <a:gd name="connsiteY65" fmla="*/ 228784 h 1951613"/>
                <a:gd name="connsiteX66" fmla="*/ 1427089 w 1765612"/>
                <a:gd name="connsiteY66" fmla="*/ 235444 h 1951613"/>
                <a:gd name="connsiteX67" fmla="*/ 1393013 w 1765612"/>
                <a:gd name="connsiteY67" fmla="*/ 260661 h 1951613"/>
                <a:gd name="connsiteX68" fmla="*/ 1346163 w 1765612"/>
                <a:gd name="connsiteY68" fmla="*/ 271897 h 1951613"/>
                <a:gd name="connsiteX69" fmla="*/ 1314718 w 1765612"/>
                <a:gd name="connsiteY69" fmla="*/ 293339 h 1951613"/>
                <a:gd name="connsiteX70" fmla="*/ 1081333 w 1765612"/>
                <a:gd name="connsiteY70" fmla="*/ 73185 h 1951613"/>
                <a:gd name="connsiteX71" fmla="*/ 1078715 w 1765612"/>
                <a:gd name="connsiteY71" fmla="*/ 91221 h 1951613"/>
                <a:gd name="connsiteX72" fmla="*/ 1133013 w 1765612"/>
                <a:gd name="connsiteY72" fmla="*/ 87306 h 1951613"/>
                <a:gd name="connsiteX73" fmla="*/ 1152586 w 1765612"/>
                <a:gd name="connsiteY73" fmla="*/ 92797 h 1951613"/>
                <a:gd name="connsiteX74" fmla="*/ 1138491 w 1765612"/>
                <a:gd name="connsiteY74" fmla="*/ 113578 h 1951613"/>
                <a:gd name="connsiteX75" fmla="*/ 1137843 w 1765612"/>
                <a:gd name="connsiteY75" fmla="*/ 135796 h 1951613"/>
                <a:gd name="connsiteX76" fmla="*/ 1151404 w 1765612"/>
                <a:gd name="connsiteY76" fmla="*/ 135796 h 1951613"/>
                <a:gd name="connsiteX77" fmla="*/ 1184451 w 1765612"/>
                <a:gd name="connsiteY77" fmla="*/ 147044 h 1951613"/>
                <a:gd name="connsiteX78" fmla="*/ 1188505 w 1765612"/>
                <a:gd name="connsiteY78" fmla="*/ 159055 h 1951613"/>
                <a:gd name="connsiteX79" fmla="*/ 1204686 w 1765612"/>
                <a:gd name="connsiteY79" fmla="*/ 156170 h 1951613"/>
                <a:gd name="connsiteX80" fmla="*/ 1224005 w 1765612"/>
                <a:gd name="connsiteY80" fmla="*/ 109778 h 1951613"/>
                <a:gd name="connsiteX81" fmla="*/ 1239525 w 1765612"/>
                <a:gd name="connsiteY81" fmla="*/ 95657 h 1951613"/>
                <a:gd name="connsiteX82" fmla="*/ 1248015 w 1765612"/>
                <a:gd name="connsiteY82" fmla="*/ 100500 h 1951613"/>
                <a:gd name="connsiteX83" fmla="*/ 1276079 w 1765612"/>
                <a:gd name="connsiteY83" fmla="*/ 69525 h 1951613"/>
                <a:gd name="connsiteX84" fmla="*/ 1304041 w 1765612"/>
                <a:gd name="connsiteY84" fmla="*/ 84294 h 1951613"/>
                <a:gd name="connsiteX85" fmla="*/ 1304969 w 1765612"/>
                <a:gd name="connsiteY85" fmla="*/ 111481 h 1951613"/>
                <a:gd name="connsiteX86" fmla="*/ 1335245 w 1765612"/>
                <a:gd name="connsiteY86" fmla="*/ 134220 h 1951613"/>
                <a:gd name="connsiteX87" fmla="*/ 1359255 w 1765612"/>
                <a:gd name="connsiteY87" fmla="*/ 118675 h 1951613"/>
                <a:gd name="connsiteX88" fmla="*/ 1371011 w 1765612"/>
                <a:gd name="connsiteY88" fmla="*/ 141147 h 1951613"/>
                <a:gd name="connsiteX89" fmla="*/ 1401923 w 1765612"/>
                <a:gd name="connsiteY89" fmla="*/ 147299 h 1951613"/>
                <a:gd name="connsiteX90" fmla="*/ 1430381 w 1765612"/>
                <a:gd name="connsiteY90" fmla="*/ 146117 h 1951613"/>
                <a:gd name="connsiteX91" fmla="*/ 1467965 w 1765612"/>
                <a:gd name="connsiteY91" fmla="*/ 139456 h 1951613"/>
                <a:gd name="connsiteX92" fmla="*/ 1493017 w 1765612"/>
                <a:gd name="connsiteY92" fmla="*/ 128335 h 1951613"/>
                <a:gd name="connsiteX93" fmla="*/ 1515895 w 1765612"/>
                <a:gd name="connsiteY93" fmla="*/ 88476 h 1951613"/>
                <a:gd name="connsiteX94" fmla="*/ 1529202 w 1765612"/>
                <a:gd name="connsiteY94" fmla="*/ 80850 h 1951613"/>
                <a:gd name="connsiteX95" fmla="*/ 1538989 w 1765612"/>
                <a:gd name="connsiteY95" fmla="*/ 104503 h 1951613"/>
                <a:gd name="connsiteX96" fmla="*/ 1577883 w 1765612"/>
                <a:gd name="connsiteY96" fmla="*/ 140575 h 1951613"/>
                <a:gd name="connsiteX97" fmla="*/ 1599490 w 1765612"/>
                <a:gd name="connsiteY97" fmla="*/ 186192 h 1951613"/>
                <a:gd name="connsiteX98" fmla="*/ 1616445 w 1765612"/>
                <a:gd name="connsiteY98" fmla="*/ 193373 h 1951613"/>
                <a:gd name="connsiteX99" fmla="*/ 1623373 w 1765612"/>
                <a:gd name="connsiteY99" fmla="*/ 185531 h 1951613"/>
                <a:gd name="connsiteX100" fmla="*/ 1625063 w 1765612"/>
                <a:gd name="connsiteY100" fmla="*/ 170762 h 1951613"/>
                <a:gd name="connsiteX101" fmla="*/ 1633960 w 1765612"/>
                <a:gd name="connsiteY101" fmla="*/ 167762 h 1951613"/>
                <a:gd name="connsiteX102" fmla="*/ 1644001 w 1765612"/>
                <a:gd name="connsiteY102" fmla="*/ 189064 h 1951613"/>
                <a:gd name="connsiteX103" fmla="*/ 1656712 w 1765612"/>
                <a:gd name="connsiteY103" fmla="*/ 205588 h 1951613"/>
                <a:gd name="connsiteX104" fmla="*/ 1694842 w 1765612"/>
                <a:gd name="connsiteY104" fmla="*/ 206859 h 1951613"/>
                <a:gd name="connsiteX105" fmla="*/ 1725245 w 1765612"/>
                <a:gd name="connsiteY105" fmla="*/ 214701 h 1951613"/>
                <a:gd name="connsiteX106" fmla="*/ 1731905 w 1765612"/>
                <a:gd name="connsiteY106" fmla="*/ 229076 h 1951613"/>
                <a:gd name="connsiteX107" fmla="*/ 1715458 w 1765612"/>
                <a:gd name="connsiteY107" fmla="*/ 247760 h 1951613"/>
                <a:gd name="connsiteX108" fmla="*/ 1702748 w 1765612"/>
                <a:gd name="connsiteY108" fmla="*/ 271909 h 1951613"/>
                <a:gd name="connsiteX109" fmla="*/ 1713717 w 1765612"/>
                <a:gd name="connsiteY109" fmla="*/ 299096 h 1951613"/>
                <a:gd name="connsiteX110" fmla="*/ 1718013 w 1765612"/>
                <a:gd name="connsiteY110" fmla="*/ 326017 h 1951613"/>
                <a:gd name="connsiteX111" fmla="*/ 1719855 w 1765612"/>
                <a:gd name="connsiteY111" fmla="*/ 361605 h 1951613"/>
                <a:gd name="connsiteX112" fmla="*/ 1765613 w 1765612"/>
                <a:gd name="connsiteY112" fmla="*/ 400028 h 1951613"/>
                <a:gd name="connsiteX113" fmla="*/ 1764341 w 1765612"/>
                <a:gd name="connsiteY113" fmla="*/ 433227 h 1951613"/>
                <a:gd name="connsiteX114" fmla="*/ 1735159 w 1765612"/>
                <a:gd name="connsiteY114" fmla="*/ 466681 h 1951613"/>
                <a:gd name="connsiteX115" fmla="*/ 1668202 w 1765612"/>
                <a:gd name="connsiteY115" fmla="*/ 477535 h 1951613"/>
                <a:gd name="connsiteX116" fmla="*/ 1628012 w 1765612"/>
                <a:gd name="connsiteY116" fmla="*/ 529647 h 1951613"/>
                <a:gd name="connsiteX117" fmla="*/ 1619115 w 1765612"/>
                <a:gd name="connsiteY117" fmla="*/ 545064 h 1951613"/>
                <a:gd name="connsiteX118" fmla="*/ 1604370 w 1765612"/>
                <a:gd name="connsiteY118" fmla="*/ 610166 h 1951613"/>
                <a:gd name="connsiteX119" fmla="*/ 1596541 w 1765612"/>
                <a:gd name="connsiteY119" fmla="*/ 628469 h 1951613"/>
                <a:gd name="connsiteX120" fmla="*/ 1586615 w 1765612"/>
                <a:gd name="connsiteY120" fmla="*/ 643225 h 1951613"/>
                <a:gd name="connsiteX121" fmla="*/ 1553568 w 1765612"/>
                <a:gd name="connsiteY121" fmla="*/ 668061 h 1951613"/>
                <a:gd name="connsiteX122" fmla="*/ 1536460 w 1765612"/>
                <a:gd name="connsiteY122" fmla="*/ 683479 h 1951613"/>
                <a:gd name="connsiteX123" fmla="*/ 1531770 w 1765612"/>
                <a:gd name="connsiteY123" fmla="*/ 694740 h 1951613"/>
                <a:gd name="connsiteX124" fmla="*/ 1524589 w 1765612"/>
                <a:gd name="connsiteY124" fmla="*/ 723605 h 1951613"/>
                <a:gd name="connsiteX125" fmla="*/ 1519899 w 1765612"/>
                <a:gd name="connsiteY125" fmla="*/ 734853 h 1951613"/>
                <a:gd name="connsiteX126" fmla="*/ 1511281 w 1765612"/>
                <a:gd name="connsiteY126" fmla="*/ 743877 h 1951613"/>
                <a:gd name="connsiteX127" fmla="*/ 1491581 w 1765612"/>
                <a:gd name="connsiteY127" fmla="*/ 759689 h 1951613"/>
                <a:gd name="connsiteX128" fmla="*/ 1485708 w 1765612"/>
                <a:gd name="connsiteY128" fmla="*/ 771458 h 1951613"/>
                <a:gd name="connsiteX129" fmla="*/ 1486229 w 1765612"/>
                <a:gd name="connsiteY129" fmla="*/ 789888 h 1951613"/>
                <a:gd name="connsiteX130" fmla="*/ 1482048 w 1765612"/>
                <a:gd name="connsiteY130" fmla="*/ 807009 h 1951613"/>
                <a:gd name="connsiteX131" fmla="*/ 1469909 w 1765612"/>
                <a:gd name="connsiteY131" fmla="*/ 842953 h 1951613"/>
                <a:gd name="connsiteX132" fmla="*/ 1453386 w 1765612"/>
                <a:gd name="connsiteY132" fmla="*/ 876140 h 1951613"/>
                <a:gd name="connsiteX133" fmla="*/ 1435490 w 1765612"/>
                <a:gd name="connsiteY133" fmla="*/ 908169 h 1951613"/>
                <a:gd name="connsiteX134" fmla="*/ 1431982 w 1765612"/>
                <a:gd name="connsiteY134" fmla="*/ 919278 h 1951613"/>
                <a:gd name="connsiteX135" fmla="*/ 1428462 w 1765612"/>
                <a:gd name="connsiteY135" fmla="*/ 941369 h 1951613"/>
                <a:gd name="connsiteX136" fmla="*/ 1424280 w 1765612"/>
                <a:gd name="connsiteY136" fmla="*/ 956150 h 1951613"/>
                <a:gd name="connsiteX137" fmla="*/ 1410438 w 1765612"/>
                <a:gd name="connsiteY137" fmla="*/ 986464 h 1951613"/>
                <a:gd name="connsiteX138" fmla="*/ 1405749 w 1765612"/>
                <a:gd name="connsiteY138" fmla="*/ 1009737 h 1951613"/>
                <a:gd name="connsiteX139" fmla="*/ 1406002 w 1765612"/>
                <a:gd name="connsiteY139" fmla="*/ 1057438 h 1951613"/>
                <a:gd name="connsiteX140" fmla="*/ 1423225 w 1765612"/>
                <a:gd name="connsiteY140" fmla="*/ 1109194 h 1951613"/>
                <a:gd name="connsiteX141" fmla="*/ 1439291 w 1765612"/>
                <a:gd name="connsiteY141" fmla="*/ 1138084 h 1951613"/>
                <a:gd name="connsiteX142" fmla="*/ 1455598 w 1765612"/>
                <a:gd name="connsiteY142" fmla="*/ 1172580 h 1951613"/>
                <a:gd name="connsiteX143" fmla="*/ 1465384 w 1765612"/>
                <a:gd name="connsiteY143" fmla="*/ 1211664 h 1951613"/>
                <a:gd name="connsiteX144" fmla="*/ 1469553 w 1765612"/>
                <a:gd name="connsiteY144" fmla="*/ 1231924 h 1951613"/>
                <a:gd name="connsiteX145" fmla="*/ 1476227 w 1765612"/>
                <a:gd name="connsiteY145" fmla="*/ 1264208 h 1951613"/>
                <a:gd name="connsiteX146" fmla="*/ 1476862 w 1765612"/>
                <a:gd name="connsiteY146" fmla="*/ 1289031 h 1951613"/>
                <a:gd name="connsiteX147" fmla="*/ 1464470 w 1765612"/>
                <a:gd name="connsiteY147" fmla="*/ 1321582 h 1951613"/>
                <a:gd name="connsiteX148" fmla="*/ 1423110 w 1765612"/>
                <a:gd name="connsiteY148" fmla="*/ 1355823 h 1951613"/>
                <a:gd name="connsiteX149" fmla="*/ 1398834 w 1765612"/>
                <a:gd name="connsiteY149" fmla="*/ 1372944 h 1951613"/>
                <a:gd name="connsiteX150" fmla="*/ 1384078 w 1765612"/>
                <a:gd name="connsiteY150" fmla="*/ 1390738 h 1951613"/>
                <a:gd name="connsiteX151" fmla="*/ 1392034 w 1765612"/>
                <a:gd name="connsiteY151" fmla="*/ 1423276 h 1951613"/>
                <a:gd name="connsiteX152" fmla="*/ 1395173 w 1765612"/>
                <a:gd name="connsiteY152" fmla="*/ 1430978 h 1951613"/>
                <a:gd name="connsiteX153" fmla="*/ 1411697 w 1765612"/>
                <a:gd name="connsiteY153" fmla="*/ 1456602 h 1951613"/>
                <a:gd name="connsiteX154" fmla="*/ 1425398 w 1765612"/>
                <a:gd name="connsiteY154" fmla="*/ 1476455 h 1951613"/>
                <a:gd name="connsiteX155" fmla="*/ 1465219 w 1765612"/>
                <a:gd name="connsiteY155" fmla="*/ 1545218 h 1951613"/>
                <a:gd name="connsiteX156" fmla="*/ 1539587 w 1765612"/>
                <a:gd name="connsiteY156" fmla="*/ 1643239 h 1951613"/>
                <a:gd name="connsiteX157" fmla="*/ 1495750 w 1765612"/>
                <a:gd name="connsiteY157" fmla="*/ 1656584 h 1951613"/>
                <a:gd name="connsiteX158" fmla="*/ 1486217 w 1765612"/>
                <a:gd name="connsiteY158" fmla="*/ 1707285 h 1951613"/>
                <a:gd name="connsiteX159" fmla="*/ 1447591 w 1765612"/>
                <a:gd name="connsiteY159" fmla="*/ 1714225 h 1951613"/>
                <a:gd name="connsiteX160" fmla="*/ 1442367 w 1765612"/>
                <a:gd name="connsiteY160" fmla="*/ 1740916 h 1951613"/>
                <a:gd name="connsiteX161" fmla="*/ 1410006 w 1765612"/>
                <a:gd name="connsiteY161" fmla="*/ 1845344 h 1951613"/>
                <a:gd name="connsiteX162" fmla="*/ 1384420 w 1765612"/>
                <a:gd name="connsiteY162" fmla="*/ 1876064 h 1951613"/>
                <a:gd name="connsiteX163" fmla="*/ 1386772 w 1765612"/>
                <a:gd name="connsiteY163" fmla="*/ 1903251 h 1951613"/>
                <a:gd name="connsiteX164" fmla="*/ 1371901 w 1765612"/>
                <a:gd name="connsiteY164" fmla="*/ 1919203 h 1951613"/>
                <a:gd name="connsiteX165" fmla="*/ 1346188 w 1765612"/>
                <a:gd name="connsiteY165" fmla="*/ 1951614 h 1951613"/>
                <a:gd name="connsiteX166" fmla="*/ 1337838 w 1765612"/>
                <a:gd name="connsiteY166" fmla="*/ 1943898 h 1951613"/>
                <a:gd name="connsiteX167" fmla="*/ 1278583 w 1765612"/>
                <a:gd name="connsiteY167" fmla="*/ 1888876 h 1951613"/>
                <a:gd name="connsiteX168" fmla="*/ 1197936 w 1765612"/>
                <a:gd name="connsiteY168" fmla="*/ 1886779 h 1951613"/>
                <a:gd name="connsiteX169" fmla="*/ 1130077 w 1765612"/>
                <a:gd name="connsiteY169" fmla="*/ 1878822 h 1951613"/>
                <a:gd name="connsiteX170" fmla="*/ 1031153 w 1765612"/>
                <a:gd name="connsiteY170" fmla="*/ 1858295 h 1951613"/>
                <a:gd name="connsiteX171" fmla="*/ 975050 w 1765612"/>
                <a:gd name="connsiteY171" fmla="*/ 1862108 h 1951613"/>
                <a:gd name="connsiteX172" fmla="*/ 939678 w 1765612"/>
                <a:gd name="connsiteY172" fmla="*/ 1838327 h 1951613"/>
                <a:gd name="connsiteX173" fmla="*/ 946859 w 1765612"/>
                <a:gd name="connsiteY173" fmla="*/ 1806056 h 1951613"/>
                <a:gd name="connsiteX174" fmla="*/ 910000 w 1765612"/>
                <a:gd name="connsiteY174" fmla="*/ 1740828 h 1951613"/>
                <a:gd name="connsiteX175" fmla="*/ 931149 w 1765612"/>
                <a:gd name="connsiteY175" fmla="*/ 1672332 h 1951613"/>
                <a:gd name="connsiteX176" fmla="*/ 938776 w 1765612"/>
                <a:gd name="connsiteY176" fmla="*/ 1593262 h 1951613"/>
                <a:gd name="connsiteX177" fmla="*/ 903276 w 1765612"/>
                <a:gd name="connsiteY177" fmla="*/ 1500986 h 1951613"/>
                <a:gd name="connsiteX178" fmla="*/ 872771 w 1765612"/>
                <a:gd name="connsiteY178" fmla="*/ 1491313 h 1951613"/>
                <a:gd name="connsiteX179" fmla="*/ 827231 w 1765612"/>
                <a:gd name="connsiteY179" fmla="*/ 1479671 h 1951613"/>
                <a:gd name="connsiteX180" fmla="*/ 793027 w 1765612"/>
                <a:gd name="connsiteY180" fmla="*/ 1514446 h 1951613"/>
                <a:gd name="connsiteX181" fmla="*/ 743458 w 1765612"/>
                <a:gd name="connsiteY181" fmla="*/ 1502943 h 1951613"/>
                <a:gd name="connsiteX182" fmla="*/ 705874 w 1765612"/>
                <a:gd name="connsiteY182" fmla="*/ 1476938 h 1951613"/>
                <a:gd name="connsiteX183" fmla="*/ 791223 w 1765612"/>
                <a:gd name="connsiteY183" fmla="*/ 1408456 h 1951613"/>
                <a:gd name="connsiteX184" fmla="*/ 814978 w 1765612"/>
                <a:gd name="connsiteY184" fmla="*/ 1391449 h 1951613"/>
                <a:gd name="connsiteX185" fmla="*/ 810796 w 1765612"/>
                <a:gd name="connsiteY185" fmla="*/ 1338918 h 1951613"/>
                <a:gd name="connsiteX186" fmla="*/ 803361 w 1765612"/>
                <a:gd name="connsiteY186" fmla="*/ 1244278 h 1951613"/>
                <a:gd name="connsiteX187" fmla="*/ 845889 w 1765612"/>
                <a:gd name="connsiteY187" fmla="*/ 1251218 h 1951613"/>
                <a:gd name="connsiteX188" fmla="*/ 858599 w 1765612"/>
                <a:gd name="connsiteY188" fmla="*/ 1244863 h 1951613"/>
                <a:gd name="connsiteX189" fmla="*/ 868641 w 1765612"/>
                <a:gd name="connsiteY189" fmla="*/ 1248905 h 1951613"/>
                <a:gd name="connsiteX190" fmla="*/ 872161 w 1765612"/>
                <a:gd name="connsiteY190" fmla="*/ 1254802 h 1951613"/>
                <a:gd name="connsiteX191" fmla="*/ 927629 w 1765612"/>
                <a:gd name="connsiteY191" fmla="*/ 1249171 h 1951613"/>
                <a:gd name="connsiteX192" fmla="*/ 940809 w 1765612"/>
                <a:gd name="connsiteY192" fmla="*/ 1240020 h 1951613"/>
                <a:gd name="connsiteX193" fmla="*/ 985180 w 1765612"/>
                <a:gd name="connsiteY193" fmla="*/ 1248650 h 1951613"/>
                <a:gd name="connsiteX194" fmla="*/ 999403 w 1765612"/>
                <a:gd name="connsiteY194" fmla="*/ 1247214 h 1951613"/>
                <a:gd name="connsiteX195" fmla="*/ 1015075 w 1765612"/>
                <a:gd name="connsiteY195" fmla="*/ 1240287 h 1951613"/>
                <a:gd name="connsiteX196" fmla="*/ 1027213 w 1765612"/>
                <a:gd name="connsiteY196" fmla="*/ 1235978 h 1951613"/>
                <a:gd name="connsiteX197" fmla="*/ 1027975 w 1765612"/>
                <a:gd name="connsiteY197" fmla="*/ 1224082 h 1951613"/>
                <a:gd name="connsiteX198" fmla="*/ 1034331 w 1765612"/>
                <a:gd name="connsiteY198" fmla="*/ 1207876 h 1951613"/>
                <a:gd name="connsiteX199" fmla="*/ 1030149 w 1765612"/>
                <a:gd name="connsiteY199" fmla="*/ 1202639 h 1951613"/>
                <a:gd name="connsiteX200" fmla="*/ 982651 w 1765612"/>
                <a:gd name="connsiteY200" fmla="*/ 1202258 h 1951613"/>
                <a:gd name="connsiteX201" fmla="*/ 970779 w 1765612"/>
                <a:gd name="connsiteY201" fmla="*/ 1205245 h 1951613"/>
                <a:gd name="connsiteX202" fmla="*/ 930832 w 1765612"/>
                <a:gd name="connsiteY202" fmla="*/ 1200428 h 1951613"/>
                <a:gd name="connsiteX203" fmla="*/ 856718 w 1765612"/>
                <a:gd name="connsiteY203" fmla="*/ 1206567 h 1951613"/>
                <a:gd name="connsiteX204" fmla="*/ 842190 w 1765612"/>
                <a:gd name="connsiteY204" fmla="*/ 1206414 h 1951613"/>
                <a:gd name="connsiteX205" fmla="*/ 803171 w 1765612"/>
                <a:gd name="connsiteY205" fmla="*/ 1195179 h 1951613"/>
                <a:gd name="connsiteX206" fmla="*/ 745873 w 1765612"/>
                <a:gd name="connsiteY206" fmla="*/ 1195700 h 1951613"/>
                <a:gd name="connsiteX207" fmla="*/ 737649 w 1765612"/>
                <a:gd name="connsiteY207" fmla="*/ 1190349 h 1951613"/>
                <a:gd name="connsiteX208" fmla="*/ 725905 w 1765612"/>
                <a:gd name="connsiteY208" fmla="*/ 1189167 h 1951613"/>
                <a:gd name="connsiteX209" fmla="*/ 719893 w 1765612"/>
                <a:gd name="connsiteY209" fmla="*/ 1194009 h 1951613"/>
                <a:gd name="connsiteX210" fmla="*/ 714034 w 1765612"/>
                <a:gd name="connsiteY210" fmla="*/ 1192166 h 1951613"/>
                <a:gd name="connsiteX211" fmla="*/ 709852 w 1765612"/>
                <a:gd name="connsiteY211" fmla="*/ 1185125 h 1951613"/>
                <a:gd name="connsiteX212" fmla="*/ 686884 w 1765612"/>
                <a:gd name="connsiteY212" fmla="*/ 1185633 h 1951613"/>
                <a:gd name="connsiteX213" fmla="*/ 672903 w 1765612"/>
                <a:gd name="connsiteY213" fmla="*/ 1179888 h 1951613"/>
                <a:gd name="connsiteX214" fmla="*/ 648894 w 1765612"/>
                <a:gd name="connsiteY214" fmla="*/ 1180409 h 1951613"/>
                <a:gd name="connsiteX215" fmla="*/ 642373 w 1765612"/>
                <a:gd name="connsiteY215" fmla="*/ 1190577 h 1951613"/>
                <a:gd name="connsiteX216" fmla="*/ 634010 w 1765612"/>
                <a:gd name="connsiteY216" fmla="*/ 1194225 h 1951613"/>
                <a:gd name="connsiteX217" fmla="*/ 623842 w 1765612"/>
                <a:gd name="connsiteY217" fmla="*/ 1192662 h 1951613"/>
                <a:gd name="connsiteX218" fmla="*/ 620029 w 1765612"/>
                <a:gd name="connsiteY218" fmla="*/ 1194098 h 1951613"/>
                <a:gd name="connsiteX219" fmla="*/ 620296 w 1765612"/>
                <a:gd name="connsiteY219" fmla="*/ 1198534 h 1951613"/>
                <a:gd name="connsiteX220" fmla="*/ 593795 w 1765612"/>
                <a:gd name="connsiteY220" fmla="*/ 1208079 h 1951613"/>
                <a:gd name="connsiteX221" fmla="*/ 557126 w 1765612"/>
                <a:gd name="connsiteY221" fmla="*/ 1209134 h 1951613"/>
                <a:gd name="connsiteX222" fmla="*/ 520978 w 1765612"/>
                <a:gd name="connsiteY222" fmla="*/ 1175008 h 1951613"/>
                <a:gd name="connsiteX223" fmla="*/ 433418 w 1765612"/>
                <a:gd name="connsiteY223" fmla="*/ 1086138 h 1951613"/>
                <a:gd name="connsiteX224" fmla="*/ 426504 w 1765612"/>
                <a:gd name="connsiteY224" fmla="*/ 1082998 h 1951613"/>
                <a:gd name="connsiteX225" fmla="*/ 377556 w 1765612"/>
                <a:gd name="connsiteY225" fmla="*/ 1053765 h 1951613"/>
                <a:gd name="connsiteX226" fmla="*/ 356292 w 1765612"/>
                <a:gd name="connsiteY226" fmla="*/ 1067378 h 1951613"/>
                <a:gd name="connsiteX227" fmla="*/ 338803 w 1765612"/>
                <a:gd name="connsiteY227" fmla="*/ 1053117 h 1951613"/>
                <a:gd name="connsiteX228" fmla="*/ 329397 w 1765612"/>
                <a:gd name="connsiteY228" fmla="*/ 1006979 h 1951613"/>
                <a:gd name="connsiteX229" fmla="*/ 362024 w 1765612"/>
                <a:gd name="connsiteY229" fmla="*/ 966204 h 1951613"/>
                <a:gd name="connsiteX230" fmla="*/ 359152 w 1765612"/>
                <a:gd name="connsiteY230" fmla="*/ 955617 h 1951613"/>
                <a:gd name="connsiteX231" fmla="*/ 352632 w 1765612"/>
                <a:gd name="connsiteY231" fmla="*/ 951422 h 1951613"/>
                <a:gd name="connsiteX232" fmla="*/ 345006 w 1765612"/>
                <a:gd name="connsiteY232" fmla="*/ 952693 h 1951613"/>
                <a:gd name="connsiteX233" fmla="*/ 326614 w 1765612"/>
                <a:gd name="connsiteY233" fmla="*/ 956227 h 1951613"/>
                <a:gd name="connsiteX234" fmla="*/ 295283 w 1765612"/>
                <a:gd name="connsiteY234" fmla="*/ 951638 h 1951613"/>
                <a:gd name="connsiteX235" fmla="*/ 304676 w 1765612"/>
                <a:gd name="connsiteY235" fmla="*/ 938928 h 1951613"/>
                <a:gd name="connsiteX236" fmla="*/ 305451 w 1765612"/>
                <a:gd name="connsiteY236" fmla="*/ 932649 h 1951613"/>
                <a:gd name="connsiteX237" fmla="*/ 248561 w 1765612"/>
                <a:gd name="connsiteY237" fmla="*/ 930679 h 1951613"/>
                <a:gd name="connsiteX238" fmla="*/ 244506 w 1765612"/>
                <a:gd name="connsiteY238" fmla="*/ 938928 h 1951613"/>
                <a:gd name="connsiteX239" fmla="*/ 227423 w 1765612"/>
                <a:gd name="connsiteY239" fmla="*/ 941407 h 1951613"/>
                <a:gd name="connsiteX240" fmla="*/ 201584 w 1765612"/>
                <a:gd name="connsiteY240" fmla="*/ 952846 h 1951613"/>
                <a:gd name="connsiteX241" fmla="*/ 177167 w 1765612"/>
                <a:gd name="connsiteY241" fmla="*/ 961476 h 1951613"/>
                <a:gd name="connsiteX242" fmla="*/ 166211 w 1765612"/>
                <a:gd name="connsiteY242" fmla="*/ 961476 h 1951613"/>
                <a:gd name="connsiteX243" fmla="*/ 160606 w 1765612"/>
                <a:gd name="connsiteY243" fmla="*/ 954930 h 1951613"/>
                <a:gd name="connsiteX244" fmla="*/ 141159 w 1765612"/>
                <a:gd name="connsiteY244" fmla="*/ 952846 h 1951613"/>
                <a:gd name="connsiteX245" fmla="*/ 127852 w 1765612"/>
                <a:gd name="connsiteY245" fmla="*/ 942512 h 1951613"/>
                <a:gd name="connsiteX246" fmla="*/ 109320 w 1765612"/>
                <a:gd name="connsiteY246" fmla="*/ 944216 h 1951613"/>
                <a:gd name="connsiteX247" fmla="*/ 105927 w 1765612"/>
                <a:gd name="connsiteY247" fmla="*/ 951397 h 1951613"/>
                <a:gd name="connsiteX248" fmla="*/ 107490 w 1765612"/>
                <a:gd name="connsiteY248" fmla="*/ 959519 h 1951613"/>
                <a:gd name="connsiteX249" fmla="*/ 97449 w 1765612"/>
                <a:gd name="connsiteY249" fmla="*/ 962912 h 1951613"/>
                <a:gd name="connsiteX250" fmla="*/ 75257 w 1765612"/>
                <a:gd name="connsiteY250" fmla="*/ 958985 h 1951613"/>
                <a:gd name="connsiteX251" fmla="*/ 61428 w 1765612"/>
                <a:gd name="connsiteY251" fmla="*/ 944737 h 1951613"/>
                <a:gd name="connsiteX252" fmla="*/ 41855 w 1765612"/>
                <a:gd name="connsiteY252" fmla="*/ 942767 h 1951613"/>
                <a:gd name="connsiteX253" fmla="*/ 32322 w 1765612"/>
                <a:gd name="connsiteY253" fmla="*/ 929446 h 1951613"/>
                <a:gd name="connsiteX254" fmla="*/ 44320 w 1765612"/>
                <a:gd name="connsiteY254" fmla="*/ 921820 h 1951613"/>
                <a:gd name="connsiteX255" fmla="*/ 38969 w 1765612"/>
                <a:gd name="connsiteY255" fmla="*/ 901840 h 1951613"/>
                <a:gd name="connsiteX256" fmla="*/ 17362 w 1765612"/>
                <a:gd name="connsiteY256" fmla="*/ 898955 h 1951613"/>
                <a:gd name="connsiteX257" fmla="*/ 7842 w 1765612"/>
                <a:gd name="connsiteY257" fmla="*/ 895815 h 1951613"/>
                <a:gd name="connsiteX258" fmla="*/ 0 w 1765612"/>
                <a:gd name="connsiteY258" fmla="*/ 897391 h 1951613"/>
                <a:gd name="connsiteX259" fmla="*/ 25318 w 1765612"/>
                <a:gd name="connsiteY259" fmla="*/ 867713 h 1951613"/>
                <a:gd name="connsiteX260" fmla="*/ 64339 w 1765612"/>
                <a:gd name="connsiteY260" fmla="*/ 859489 h 1951613"/>
                <a:gd name="connsiteX261" fmla="*/ 149497 w 1765612"/>
                <a:gd name="connsiteY261" fmla="*/ 873331 h 1951613"/>
                <a:gd name="connsiteX262" fmla="*/ 179493 w 1765612"/>
                <a:gd name="connsiteY262" fmla="*/ 850605 h 1951613"/>
                <a:gd name="connsiteX263" fmla="*/ 281417 w 1765612"/>
                <a:gd name="connsiteY263" fmla="*/ 825502 h 1951613"/>
                <a:gd name="connsiteX264" fmla="*/ 306087 w 1765612"/>
                <a:gd name="connsiteY264" fmla="*/ 764493 h 1951613"/>
                <a:gd name="connsiteX265" fmla="*/ 280667 w 1765612"/>
                <a:gd name="connsiteY265" fmla="*/ 747118 h 1951613"/>
                <a:gd name="connsiteX266" fmla="*/ 322305 w 1765612"/>
                <a:gd name="connsiteY266" fmla="*/ 693392 h 1951613"/>
                <a:gd name="connsiteX267" fmla="*/ 358580 w 1765612"/>
                <a:gd name="connsiteY267" fmla="*/ 685169 h 1951613"/>
                <a:gd name="connsiteX268" fmla="*/ 377900 w 1765612"/>
                <a:gd name="connsiteY268" fmla="*/ 648182 h 1951613"/>
                <a:gd name="connsiteX269" fmla="*/ 352479 w 1765612"/>
                <a:gd name="connsiteY269" fmla="*/ 568705 h 1951613"/>
                <a:gd name="connsiteX270" fmla="*/ 290898 w 1765612"/>
                <a:gd name="connsiteY270" fmla="*/ 481399 h 1951613"/>
                <a:gd name="connsiteX271" fmla="*/ 346365 w 1765612"/>
                <a:gd name="connsiteY271" fmla="*/ 434371 h 1951613"/>
                <a:gd name="connsiteX272" fmla="*/ 355746 w 1765612"/>
                <a:gd name="connsiteY272" fmla="*/ 376324 h 1951613"/>
                <a:gd name="connsiteX273" fmla="*/ 383416 w 1765612"/>
                <a:gd name="connsiteY273" fmla="*/ 366397 h 1951613"/>
                <a:gd name="connsiteX274" fmla="*/ 375790 w 1765612"/>
                <a:gd name="connsiteY274" fmla="*/ 320399 h 1951613"/>
                <a:gd name="connsiteX275" fmla="*/ 399799 w 1765612"/>
                <a:gd name="connsiteY275" fmla="*/ 302490 h 1951613"/>
                <a:gd name="connsiteX276" fmla="*/ 425627 w 1765612"/>
                <a:gd name="connsiteY276" fmla="*/ 306786 h 1951613"/>
                <a:gd name="connsiteX277" fmla="*/ 445455 w 1765612"/>
                <a:gd name="connsiteY277" fmla="*/ 282383 h 1951613"/>
                <a:gd name="connsiteX278" fmla="*/ 470265 w 1765612"/>
                <a:gd name="connsiteY278" fmla="*/ 300024 h 1951613"/>
                <a:gd name="connsiteX279" fmla="*/ 477815 w 1765612"/>
                <a:gd name="connsiteY279" fmla="*/ 281862 h 1951613"/>
                <a:gd name="connsiteX280" fmla="*/ 506400 w 1765612"/>
                <a:gd name="connsiteY280" fmla="*/ 274426 h 1951613"/>
                <a:gd name="connsiteX281" fmla="*/ 527537 w 1765612"/>
                <a:gd name="connsiteY281" fmla="*/ 266444 h 1951613"/>
                <a:gd name="connsiteX282" fmla="*/ 488262 w 1765612"/>
                <a:gd name="connsiteY282" fmla="*/ 245015 h 1951613"/>
                <a:gd name="connsiteX283" fmla="*/ 453945 w 1765612"/>
                <a:gd name="connsiteY283" fmla="*/ 237160 h 1951613"/>
                <a:gd name="connsiteX284" fmla="*/ 456029 w 1765612"/>
                <a:gd name="connsiteY284" fmla="*/ 217167 h 1951613"/>
                <a:gd name="connsiteX285" fmla="*/ 419742 w 1765612"/>
                <a:gd name="connsiteY285" fmla="*/ 194288 h 1951613"/>
                <a:gd name="connsiteX286" fmla="*/ 423008 w 1765612"/>
                <a:gd name="connsiteY286" fmla="*/ 140041 h 1951613"/>
                <a:gd name="connsiteX287" fmla="*/ 482644 w 1765612"/>
                <a:gd name="connsiteY287" fmla="*/ 119705 h 1951613"/>
                <a:gd name="connsiteX288" fmla="*/ 510836 w 1765612"/>
                <a:gd name="connsiteY288" fmla="*/ 144273 h 1951613"/>
                <a:gd name="connsiteX289" fmla="*/ 560304 w 1765612"/>
                <a:gd name="connsiteY289" fmla="*/ 120226 h 1951613"/>
                <a:gd name="connsiteX290" fmla="*/ 582356 w 1765612"/>
                <a:gd name="connsiteY290" fmla="*/ 156691 h 1951613"/>
                <a:gd name="connsiteX291" fmla="*/ 658693 w 1765612"/>
                <a:gd name="connsiteY291" fmla="*/ 149891 h 1951613"/>
                <a:gd name="connsiteX292" fmla="*/ 713246 w 1765612"/>
                <a:gd name="connsiteY292" fmla="*/ 138134 h 1951613"/>
                <a:gd name="connsiteX293" fmla="*/ 731905 w 1765612"/>
                <a:gd name="connsiteY293" fmla="*/ 90039 h 1951613"/>
                <a:gd name="connsiteX294" fmla="*/ 756054 w 1765612"/>
                <a:gd name="connsiteY294" fmla="*/ 110286 h 1951613"/>
                <a:gd name="connsiteX295" fmla="*/ 821562 w 1765612"/>
                <a:gd name="connsiteY295" fmla="*/ 132123 h 1951613"/>
                <a:gd name="connsiteX296" fmla="*/ 820520 w 1765612"/>
                <a:gd name="connsiteY296" fmla="*/ 159437 h 1951613"/>
                <a:gd name="connsiteX297" fmla="*/ 877029 w 1765612"/>
                <a:gd name="connsiteY297" fmla="*/ 155776 h 1951613"/>
                <a:gd name="connsiteX298" fmla="*/ 890591 w 1765612"/>
                <a:gd name="connsiteY298" fmla="*/ 155382 h 1951613"/>
                <a:gd name="connsiteX299" fmla="*/ 906123 w 1765612"/>
                <a:gd name="connsiteY299" fmla="*/ 174448 h 1951613"/>
                <a:gd name="connsiteX300" fmla="*/ 965746 w 1765612"/>
                <a:gd name="connsiteY300" fmla="*/ 147260 h 1951613"/>
                <a:gd name="connsiteX301" fmla="*/ 1001259 w 1765612"/>
                <a:gd name="connsiteY301" fmla="*/ 163784 h 1951613"/>
                <a:gd name="connsiteX302" fmla="*/ 1045744 w 1765612"/>
                <a:gd name="connsiteY302" fmla="*/ 122476 h 1951613"/>
                <a:gd name="connsiteX303" fmla="*/ 1044028 w 1765612"/>
                <a:gd name="connsiteY303" fmla="*/ 104046 h 1951613"/>
                <a:gd name="connsiteX304" fmla="*/ 1038169 w 1765612"/>
                <a:gd name="connsiteY304" fmla="*/ 93992 h 1951613"/>
                <a:gd name="connsiteX305" fmla="*/ 1023388 w 1765612"/>
                <a:gd name="connsiteY305" fmla="*/ 99356 h 1951613"/>
                <a:gd name="connsiteX306" fmla="*/ 1017528 w 1765612"/>
                <a:gd name="connsiteY306" fmla="*/ 90458 h 1951613"/>
                <a:gd name="connsiteX307" fmla="*/ 1036327 w 1765612"/>
                <a:gd name="connsiteY307" fmla="*/ 69144 h 1951613"/>
                <a:gd name="connsiteX308" fmla="*/ 1008262 w 1765612"/>
                <a:gd name="connsiteY308" fmla="*/ 49023 h 1951613"/>
                <a:gd name="connsiteX309" fmla="*/ 991612 w 1765612"/>
                <a:gd name="connsiteY309" fmla="*/ 67301 h 1951613"/>
                <a:gd name="connsiteX310" fmla="*/ 960828 w 1765612"/>
                <a:gd name="connsiteY310" fmla="*/ 56726 h 1951613"/>
                <a:gd name="connsiteX311" fmla="*/ 988091 w 1765612"/>
                <a:gd name="connsiteY311" fmla="*/ 28356 h 1951613"/>
                <a:gd name="connsiteX312" fmla="*/ 1079833 w 1765612"/>
                <a:gd name="connsiteY312" fmla="*/ 0 h 1951613"/>
                <a:gd name="connsiteX313" fmla="*/ 1089354 w 1765612"/>
                <a:gd name="connsiteY313" fmla="*/ 33047 h 1951613"/>
                <a:gd name="connsiteX314" fmla="*/ 1110897 w 1765612"/>
                <a:gd name="connsiteY314" fmla="*/ 40368 h 195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Lst>
              <a:rect l="l" t="t" r="r" b="b"/>
              <a:pathLst>
                <a:path w="1765612" h="1951613">
                  <a:moveTo>
                    <a:pt x="1279613" y="284276"/>
                  </a:moveTo>
                  <a:lnTo>
                    <a:pt x="1263432" y="366346"/>
                  </a:lnTo>
                  <a:lnTo>
                    <a:pt x="1206668" y="387127"/>
                  </a:lnTo>
                  <a:lnTo>
                    <a:pt x="1153934" y="367541"/>
                  </a:lnTo>
                  <a:lnTo>
                    <a:pt x="1137411" y="374214"/>
                  </a:lnTo>
                  <a:lnTo>
                    <a:pt x="1090307" y="393432"/>
                  </a:lnTo>
                  <a:lnTo>
                    <a:pt x="1060933" y="391462"/>
                  </a:lnTo>
                  <a:lnTo>
                    <a:pt x="998158" y="403358"/>
                  </a:lnTo>
                  <a:lnTo>
                    <a:pt x="873661" y="403231"/>
                  </a:lnTo>
                  <a:lnTo>
                    <a:pt x="873394" y="432770"/>
                  </a:lnTo>
                  <a:lnTo>
                    <a:pt x="846703" y="443751"/>
                  </a:lnTo>
                  <a:lnTo>
                    <a:pt x="851787" y="477599"/>
                  </a:lnTo>
                  <a:lnTo>
                    <a:pt x="830777" y="508179"/>
                  </a:lnTo>
                  <a:lnTo>
                    <a:pt x="792532" y="510543"/>
                  </a:lnTo>
                  <a:lnTo>
                    <a:pt x="809055" y="553542"/>
                  </a:lnTo>
                  <a:lnTo>
                    <a:pt x="825235" y="579687"/>
                  </a:lnTo>
                  <a:lnTo>
                    <a:pt x="861917" y="568832"/>
                  </a:lnTo>
                  <a:lnTo>
                    <a:pt x="879914" y="599667"/>
                  </a:lnTo>
                  <a:lnTo>
                    <a:pt x="832810" y="633794"/>
                  </a:lnTo>
                  <a:lnTo>
                    <a:pt x="849779" y="672357"/>
                  </a:lnTo>
                  <a:lnTo>
                    <a:pt x="864128" y="716843"/>
                  </a:lnTo>
                  <a:lnTo>
                    <a:pt x="828629" y="766781"/>
                  </a:lnTo>
                  <a:lnTo>
                    <a:pt x="850808" y="779186"/>
                  </a:lnTo>
                  <a:lnTo>
                    <a:pt x="885266" y="798137"/>
                  </a:lnTo>
                  <a:lnTo>
                    <a:pt x="932649" y="803488"/>
                  </a:lnTo>
                  <a:lnTo>
                    <a:pt x="966052" y="782199"/>
                  </a:lnTo>
                  <a:lnTo>
                    <a:pt x="989159" y="799993"/>
                  </a:lnTo>
                  <a:lnTo>
                    <a:pt x="1014211" y="819211"/>
                  </a:lnTo>
                  <a:lnTo>
                    <a:pt x="1037305" y="814368"/>
                  </a:lnTo>
                  <a:lnTo>
                    <a:pt x="1065878" y="851495"/>
                  </a:lnTo>
                  <a:lnTo>
                    <a:pt x="1106728" y="840640"/>
                  </a:lnTo>
                  <a:lnTo>
                    <a:pt x="1163746" y="867179"/>
                  </a:lnTo>
                  <a:lnTo>
                    <a:pt x="1187768" y="884973"/>
                  </a:lnTo>
                  <a:lnTo>
                    <a:pt x="1225734" y="874399"/>
                  </a:lnTo>
                  <a:lnTo>
                    <a:pt x="1366436" y="765091"/>
                  </a:lnTo>
                  <a:lnTo>
                    <a:pt x="1392911" y="731243"/>
                  </a:lnTo>
                  <a:lnTo>
                    <a:pt x="1394182" y="697002"/>
                  </a:lnTo>
                  <a:lnTo>
                    <a:pt x="1413375" y="664464"/>
                  </a:lnTo>
                  <a:lnTo>
                    <a:pt x="1416387" y="638955"/>
                  </a:lnTo>
                  <a:lnTo>
                    <a:pt x="1420289" y="606950"/>
                  </a:lnTo>
                  <a:lnTo>
                    <a:pt x="1424598" y="570752"/>
                  </a:lnTo>
                  <a:lnTo>
                    <a:pt x="1424089" y="540425"/>
                  </a:lnTo>
                  <a:lnTo>
                    <a:pt x="1422373" y="519771"/>
                  </a:lnTo>
                  <a:lnTo>
                    <a:pt x="1430470" y="404489"/>
                  </a:lnTo>
                  <a:lnTo>
                    <a:pt x="1432707" y="399520"/>
                  </a:lnTo>
                  <a:lnTo>
                    <a:pt x="1526267" y="391284"/>
                  </a:lnTo>
                  <a:lnTo>
                    <a:pt x="1549615" y="378726"/>
                  </a:lnTo>
                  <a:lnTo>
                    <a:pt x="1580819" y="352734"/>
                  </a:lnTo>
                  <a:lnTo>
                    <a:pt x="1580946" y="350369"/>
                  </a:lnTo>
                  <a:lnTo>
                    <a:pt x="1624580" y="335765"/>
                  </a:lnTo>
                  <a:lnTo>
                    <a:pt x="1590262" y="303088"/>
                  </a:lnTo>
                  <a:lnTo>
                    <a:pt x="1639197" y="286374"/>
                  </a:lnTo>
                  <a:lnTo>
                    <a:pt x="1645552" y="266762"/>
                  </a:lnTo>
                  <a:lnTo>
                    <a:pt x="1665520" y="260407"/>
                  </a:lnTo>
                  <a:lnTo>
                    <a:pt x="1672955" y="257521"/>
                  </a:lnTo>
                  <a:lnTo>
                    <a:pt x="1589068" y="206541"/>
                  </a:lnTo>
                  <a:lnTo>
                    <a:pt x="1589335" y="202372"/>
                  </a:lnTo>
                  <a:lnTo>
                    <a:pt x="1570536" y="192699"/>
                  </a:lnTo>
                  <a:lnTo>
                    <a:pt x="1534007" y="192699"/>
                  </a:lnTo>
                  <a:lnTo>
                    <a:pt x="1515603" y="189573"/>
                  </a:lnTo>
                  <a:lnTo>
                    <a:pt x="1501507" y="190475"/>
                  </a:lnTo>
                  <a:lnTo>
                    <a:pt x="1498495" y="174537"/>
                  </a:lnTo>
                  <a:lnTo>
                    <a:pt x="1474345" y="179760"/>
                  </a:lnTo>
                  <a:lnTo>
                    <a:pt x="1463262" y="192305"/>
                  </a:lnTo>
                  <a:lnTo>
                    <a:pt x="1462347" y="203541"/>
                  </a:lnTo>
                  <a:lnTo>
                    <a:pt x="1458534" y="228784"/>
                  </a:lnTo>
                  <a:lnTo>
                    <a:pt x="1427089" y="235444"/>
                  </a:lnTo>
                  <a:lnTo>
                    <a:pt x="1393013" y="260661"/>
                  </a:lnTo>
                  <a:lnTo>
                    <a:pt x="1346163" y="271897"/>
                  </a:lnTo>
                  <a:lnTo>
                    <a:pt x="1314718" y="293339"/>
                  </a:lnTo>
                  <a:close/>
                  <a:moveTo>
                    <a:pt x="1081333" y="73185"/>
                  </a:moveTo>
                  <a:lnTo>
                    <a:pt x="1078715" y="91221"/>
                  </a:lnTo>
                  <a:lnTo>
                    <a:pt x="1133013" y="87306"/>
                  </a:lnTo>
                  <a:lnTo>
                    <a:pt x="1152586" y="92797"/>
                  </a:lnTo>
                  <a:lnTo>
                    <a:pt x="1138491" y="113578"/>
                  </a:lnTo>
                  <a:lnTo>
                    <a:pt x="1137843" y="135796"/>
                  </a:lnTo>
                  <a:lnTo>
                    <a:pt x="1151404" y="135796"/>
                  </a:lnTo>
                  <a:lnTo>
                    <a:pt x="1184451" y="147044"/>
                  </a:lnTo>
                  <a:lnTo>
                    <a:pt x="1188505" y="159055"/>
                  </a:lnTo>
                  <a:lnTo>
                    <a:pt x="1204686" y="156170"/>
                  </a:lnTo>
                  <a:lnTo>
                    <a:pt x="1224005" y="109778"/>
                  </a:lnTo>
                  <a:lnTo>
                    <a:pt x="1239525" y="95657"/>
                  </a:lnTo>
                  <a:lnTo>
                    <a:pt x="1248015" y="100500"/>
                  </a:lnTo>
                  <a:lnTo>
                    <a:pt x="1276079" y="69525"/>
                  </a:lnTo>
                  <a:lnTo>
                    <a:pt x="1304041" y="84294"/>
                  </a:lnTo>
                  <a:lnTo>
                    <a:pt x="1304969" y="111481"/>
                  </a:lnTo>
                  <a:lnTo>
                    <a:pt x="1335245" y="134220"/>
                  </a:lnTo>
                  <a:lnTo>
                    <a:pt x="1359255" y="118675"/>
                  </a:lnTo>
                  <a:lnTo>
                    <a:pt x="1371011" y="141147"/>
                  </a:lnTo>
                  <a:lnTo>
                    <a:pt x="1401923" y="147299"/>
                  </a:lnTo>
                  <a:lnTo>
                    <a:pt x="1430381" y="146117"/>
                  </a:lnTo>
                  <a:lnTo>
                    <a:pt x="1467965" y="139456"/>
                  </a:lnTo>
                  <a:lnTo>
                    <a:pt x="1493017" y="128335"/>
                  </a:lnTo>
                  <a:lnTo>
                    <a:pt x="1515895" y="88476"/>
                  </a:lnTo>
                  <a:lnTo>
                    <a:pt x="1529202" y="80850"/>
                  </a:lnTo>
                  <a:lnTo>
                    <a:pt x="1538989" y="104503"/>
                  </a:lnTo>
                  <a:lnTo>
                    <a:pt x="1577883" y="140575"/>
                  </a:lnTo>
                  <a:lnTo>
                    <a:pt x="1599490" y="186192"/>
                  </a:lnTo>
                  <a:lnTo>
                    <a:pt x="1616445" y="193373"/>
                  </a:lnTo>
                  <a:lnTo>
                    <a:pt x="1623373" y="185531"/>
                  </a:lnTo>
                  <a:lnTo>
                    <a:pt x="1625063" y="170762"/>
                  </a:lnTo>
                  <a:lnTo>
                    <a:pt x="1633960" y="167762"/>
                  </a:lnTo>
                  <a:lnTo>
                    <a:pt x="1644001" y="189064"/>
                  </a:lnTo>
                  <a:lnTo>
                    <a:pt x="1656712" y="205588"/>
                  </a:lnTo>
                  <a:lnTo>
                    <a:pt x="1694842" y="206859"/>
                  </a:lnTo>
                  <a:lnTo>
                    <a:pt x="1725245" y="214701"/>
                  </a:lnTo>
                  <a:lnTo>
                    <a:pt x="1731905" y="229076"/>
                  </a:lnTo>
                  <a:lnTo>
                    <a:pt x="1715458" y="247760"/>
                  </a:lnTo>
                  <a:lnTo>
                    <a:pt x="1702748" y="271909"/>
                  </a:lnTo>
                  <a:lnTo>
                    <a:pt x="1713717" y="299096"/>
                  </a:lnTo>
                  <a:lnTo>
                    <a:pt x="1718013" y="326017"/>
                  </a:lnTo>
                  <a:lnTo>
                    <a:pt x="1719855" y="361605"/>
                  </a:lnTo>
                  <a:lnTo>
                    <a:pt x="1765613" y="400028"/>
                  </a:lnTo>
                  <a:lnTo>
                    <a:pt x="1764341" y="433227"/>
                  </a:lnTo>
                  <a:lnTo>
                    <a:pt x="1735159" y="466681"/>
                  </a:lnTo>
                  <a:lnTo>
                    <a:pt x="1668202" y="477535"/>
                  </a:lnTo>
                  <a:lnTo>
                    <a:pt x="1628012" y="529647"/>
                  </a:lnTo>
                  <a:lnTo>
                    <a:pt x="1619115" y="545064"/>
                  </a:lnTo>
                  <a:lnTo>
                    <a:pt x="1604370" y="610166"/>
                  </a:lnTo>
                  <a:lnTo>
                    <a:pt x="1596541" y="628469"/>
                  </a:lnTo>
                  <a:lnTo>
                    <a:pt x="1586615" y="643225"/>
                  </a:lnTo>
                  <a:lnTo>
                    <a:pt x="1553568" y="668061"/>
                  </a:lnTo>
                  <a:lnTo>
                    <a:pt x="1536460" y="683479"/>
                  </a:lnTo>
                  <a:lnTo>
                    <a:pt x="1531770" y="694740"/>
                  </a:lnTo>
                  <a:lnTo>
                    <a:pt x="1524589" y="723605"/>
                  </a:lnTo>
                  <a:lnTo>
                    <a:pt x="1519899" y="734853"/>
                  </a:lnTo>
                  <a:lnTo>
                    <a:pt x="1511281" y="743877"/>
                  </a:lnTo>
                  <a:lnTo>
                    <a:pt x="1491581" y="759689"/>
                  </a:lnTo>
                  <a:lnTo>
                    <a:pt x="1485708" y="771458"/>
                  </a:lnTo>
                  <a:lnTo>
                    <a:pt x="1486229" y="789888"/>
                  </a:lnTo>
                  <a:lnTo>
                    <a:pt x="1482048" y="807009"/>
                  </a:lnTo>
                  <a:lnTo>
                    <a:pt x="1469909" y="842953"/>
                  </a:lnTo>
                  <a:lnTo>
                    <a:pt x="1453386" y="876140"/>
                  </a:lnTo>
                  <a:lnTo>
                    <a:pt x="1435490" y="908169"/>
                  </a:lnTo>
                  <a:lnTo>
                    <a:pt x="1431982" y="919278"/>
                  </a:lnTo>
                  <a:lnTo>
                    <a:pt x="1428462" y="941369"/>
                  </a:lnTo>
                  <a:lnTo>
                    <a:pt x="1424280" y="956150"/>
                  </a:lnTo>
                  <a:lnTo>
                    <a:pt x="1410438" y="986464"/>
                  </a:lnTo>
                  <a:lnTo>
                    <a:pt x="1405749" y="1009737"/>
                  </a:lnTo>
                  <a:lnTo>
                    <a:pt x="1406002" y="1057438"/>
                  </a:lnTo>
                  <a:lnTo>
                    <a:pt x="1423225" y="1109194"/>
                  </a:lnTo>
                  <a:lnTo>
                    <a:pt x="1439291" y="1138084"/>
                  </a:lnTo>
                  <a:lnTo>
                    <a:pt x="1455598" y="1172580"/>
                  </a:lnTo>
                  <a:lnTo>
                    <a:pt x="1465384" y="1211664"/>
                  </a:lnTo>
                  <a:lnTo>
                    <a:pt x="1469553" y="1231924"/>
                  </a:lnTo>
                  <a:lnTo>
                    <a:pt x="1476227" y="1264208"/>
                  </a:lnTo>
                  <a:lnTo>
                    <a:pt x="1476862" y="1289031"/>
                  </a:lnTo>
                  <a:lnTo>
                    <a:pt x="1464470" y="1321582"/>
                  </a:lnTo>
                  <a:lnTo>
                    <a:pt x="1423110" y="1355823"/>
                  </a:lnTo>
                  <a:lnTo>
                    <a:pt x="1398834" y="1372944"/>
                  </a:lnTo>
                  <a:lnTo>
                    <a:pt x="1384078" y="1390738"/>
                  </a:lnTo>
                  <a:lnTo>
                    <a:pt x="1392034" y="1423276"/>
                  </a:lnTo>
                  <a:lnTo>
                    <a:pt x="1395173" y="1430978"/>
                  </a:lnTo>
                  <a:lnTo>
                    <a:pt x="1411697" y="1456602"/>
                  </a:lnTo>
                  <a:lnTo>
                    <a:pt x="1425398" y="1476455"/>
                  </a:lnTo>
                  <a:lnTo>
                    <a:pt x="1465219" y="1545218"/>
                  </a:lnTo>
                  <a:lnTo>
                    <a:pt x="1539587" y="1643239"/>
                  </a:lnTo>
                  <a:lnTo>
                    <a:pt x="1495750" y="1656584"/>
                  </a:lnTo>
                  <a:lnTo>
                    <a:pt x="1486217" y="1707285"/>
                  </a:lnTo>
                  <a:lnTo>
                    <a:pt x="1447591" y="1714225"/>
                  </a:lnTo>
                  <a:lnTo>
                    <a:pt x="1442367" y="1740916"/>
                  </a:lnTo>
                  <a:lnTo>
                    <a:pt x="1410006" y="1845344"/>
                  </a:lnTo>
                  <a:lnTo>
                    <a:pt x="1384420" y="1876064"/>
                  </a:lnTo>
                  <a:lnTo>
                    <a:pt x="1386772" y="1903251"/>
                  </a:lnTo>
                  <a:lnTo>
                    <a:pt x="1371901" y="1919203"/>
                  </a:lnTo>
                  <a:lnTo>
                    <a:pt x="1346188" y="1951614"/>
                  </a:lnTo>
                  <a:lnTo>
                    <a:pt x="1337838" y="1943898"/>
                  </a:lnTo>
                  <a:lnTo>
                    <a:pt x="1278583" y="1888876"/>
                  </a:lnTo>
                  <a:lnTo>
                    <a:pt x="1197936" y="1886779"/>
                  </a:lnTo>
                  <a:lnTo>
                    <a:pt x="1130077" y="1878822"/>
                  </a:lnTo>
                  <a:lnTo>
                    <a:pt x="1031153" y="1858295"/>
                  </a:lnTo>
                  <a:lnTo>
                    <a:pt x="975050" y="1862108"/>
                  </a:lnTo>
                  <a:lnTo>
                    <a:pt x="939678" y="1838327"/>
                  </a:lnTo>
                  <a:lnTo>
                    <a:pt x="946859" y="1806056"/>
                  </a:lnTo>
                  <a:lnTo>
                    <a:pt x="910000" y="1740828"/>
                  </a:lnTo>
                  <a:lnTo>
                    <a:pt x="931149" y="1672332"/>
                  </a:lnTo>
                  <a:lnTo>
                    <a:pt x="938776" y="1593262"/>
                  </a:lnTo>
                  <a:lnTo>
                    <a:pt x="903276" y="1500986"/>
                  </a:lnTo>
                  <a:lnTo>
                    <a:pt x="872771" y="1491313"/>
                  </a:lnTo>
                  <a:lnTo>
                    <a:pt x="827231" y="1479671"/>
                  </a:lnTo>
                  <a:lnTo>
                    <a:pt x="793027" y="1514446"/>
                  </a:lnTo>
                  <a:lnTo>
                    <a:pt x="743458" y="1502943"/>
                  </a:lnTo>
                  <a:lnTo>
                    <a:pt x="705874" y="1476938"/>
                  </a:lnTo>
                  <a:lnTo>
                    <a:pt x="791223" y="1408456"/>
                  </a:lnTo>
                  <a:lnTo>
                    <a:pt x="814978" y="1391449"/>
                  </a:lnTo>
                  <a:lnTo>
                    <a:pt x="810796" y="1338918"/>
                  </a:lnTo>
                  <a:lnTo>
                    <a:pt x="803361" y="1244278"/>
                  </a:lnTo>
                  <a:lnTo>
                    <a:pt x="845889" y="1251218"/>
                  </a:lnTo>
                  <a:lnTo>
                    <a:pt x="858599" y="1244863"/>
                  </a:lnTo>
                  <a:lnTo>
                    <a:pt x="868641" y="1248905"/>
                  </a:lnTo>
                  <a:lnTo>
                    <a:pt x="872161" y="1254802"/>
                  </a:lnTo>
                  <a:lnTo>
                    <a:pt x="927629" y="1249171"/>
                  </a:lnTo>
                  <a:lnTo>
                    <a:pt x="940809" y="1240020"/>
                  </a:lnTo>
                  <a:lnTo>
                    <a:pt x="985180" y="1248650"/>
                  </a:lnTo>
                  <a:lnTo>
                    <a:pt x="999403" y="1247214"/>
                  </a:lnTo>
                  <a:lnTo>
                    <a:pt x="1015075" y="1240287"/>
                  </a:lnTo>
                  <a:lnTo>
                    <a:pt x="1027213" y="1235978"/>
                  </a:lnTo>
                  <a:lnTo>
                    <a:pt x="1027975" y="1224082"/>
                  </a:lnTo>
                  <a:lnTo>
                    <a:pt x="1034331" y="1207876"/>
                  </a:lnTo>
                  <a:lnTo>
                    <a:pt x="1030149" y="1202639"/>
                  </a:lnTo>
                  <a:lnTo>
                    <a:pt x="982651" y="1202258"/>
                  </a:lnTo>
                  <a:lnTo>
                    <a:pt x="970779" y="1205245"/>
                  </a:lnTo>
                  <a:lnTo>
                    <a:pt x="930832" y="1200428"/>
                  </a:lnTo>
                  <a:lnTo>
                    <a:pt x="856718" y="1206567"/>
                  </a:lnTo>
                  <a:lnTo>
                    <a:pt x="842190" y="1206414"/>
                  </a:lnTo>
                  <a:lnTo>
                    <a:pt x="803171" y="1195179"/>
                  </a:lnTo>
                  <a:lnTo>
                    <a:pt x="745873" y="1195700"/>
                  </a:lnTo>
                  <a:lnTo>
                    <a:pt x="737649" y="1190349"/>
                  </a:lnTo>
                  <a:lnTo>
                    <a:pt x="725905" y="1189167"/>
                  </a:lnTo>
                  <a:lnTo>
                    <a:pt x="719893" y="1194009"/>
                  </a:lnTo>
                  <a:lnTo>
                    <a:pt x="714034" y="1192166"/>
                  </a:lnTo>
                  <a:lnTo>
                    <a:pt x="709852" y="1185125"/>
                  </a:lnTo>
                  <a:lnTo>
                    <a:pt x="686884" y="1185633"/>
                  </a:lnTo>
                  <a:lnTo>
                    <a:pt x="672903" y="1179888"/>
                  </a:lnTo>
                  <a:lnTo>
                    <a:pt x="648894" y="1180409"/>
                  </a:lnTo>
                  <a:lnTo>
                    <a:pt x="642373" y="1190577"/>
                  </a:lnTo>
                  <a:lnTo>
                    <a:pt x="634010" y="1194225"/>
                  </a:lnTo>
                  <a:lnTo>
                    <a:pt x="623842" y="1192662"/>
                  </a:lnTo>
                  <a:lnTo>
                    <a:pt x="620029" y="1194098"/>
                  </a:lnTo>
                  <a:lnTo>
                    <a:pt x="620296" y="1198534"/>
                  </a:lnTo>
                  <a:lnTo>
                    <a:pt x="593795" y="1208079"/>
                  </a:lnTo>
                  <a:lnTo>
                    <a:pt x="557126" y="1209134"/>
                  </a:lnTo>
                  <a:lnTo>
                    <a:pt x="520978" y="1175008"/>
                  </a:lnTo>
                  <a:lnTo>
                    <a:pt x="433418" y="1086138"/>
                  </a:lnTo>
                  <a:lnTo>
                    <a:pt x="426504" y="1082998"/>
                  </a:lnTo>
                  <a:lnTo>
                    <a:pt x="377556" y="1053765"/>
                  </a:lnTo>
                  <a:lnTo>
                    <a:pt x="356292" y="1067378"/>
                  </a:lnTo>
                  <a:lnTo>
                    <a:pt x="338803" y="1053117"/>
                  </a:lnTo>
                  <a:lnTo>
                    <a:pt x="329397" y="1006979"/>
                  </a:lnTo>
                  <a:lnTo>
                    <a:pt x="362024" y="966204"/>
                  </a:lnTo>
                  <a:lnTo>
                    <a:pt x="359152" y="955617"/>
                  </a:lnTo>
                  <a:lnTo>
                    <a:pt x="352632" y="951422"/>
                  </a:lnTo>
                  <a:lnTo>
                    <a:pt x="345006" y="952693"/>
                  </a:lnTo>
                  <a:lnTo>
                    <a:pt x="326614" y="956227"/>
                  </a:lnTo>
                  <a:lnTo>
                    <a:pt x="295283" y="951638"/>
                  </a:lnTo>
                  <a:lnTo>
                    <a:pt x="304676" y="938928"/>
                  </a:lnTo>
                  <a:lnTo>
                    <a:pt x="305451" y="932649"/>
                  </a:lnTo>
                  <a:lnTo>
                    <a:pt x="248561" y="930679"/>
                  </a:lnTo>
                  <a:lnTo>
                    <a:pt x="244506" y="938928"/>
                  </a:lnTo>
                  <a:lnTo>
                    <a:pt x="227423" y="941407"/>
                  </a:lnTo>
                  <a:lnTo>
                    <a:pt x="201584" y="952846"/>
                  </a:lnTo>
                  <a:lnTo>
                    <a:pt x="177167" y="961476"/>
                  </a:lnTo>
                  <a:lnTo>
                    <a:pt x="166211" y="961476"/>
                  </a:lnTo>
                  <a:lnTo>
                    <a:pt x="160606" y="954930"/>
                  </a:lnTo>
                  <a:lnTo>
                    <a:pt x="141159" y="952846"/>
                  </a:lnTo>
                  <a:lnTo>
                    <a:pt x="127852" y="942512"/>
                  </a:lnTo>
                  <a:lnTo>
                    <a:pt x="109320" y="944216"/>
                  </a:lnTo>
                  <a:lnTo>
                    <a:pt x="105927" y="951397"/>
                  </a:lnTo>
                  <a:lnTo>
                    <a:pt x="107490" y="959519"/>
                  </a:lnTo>
                  <a:lnTo>
                    <a:pt x="97449" y="962912"/>
                  </a:lnTo>
                  <a:lnTo>
                    <a:pt x="75257" y="958985"/>
                  </a:lnTo>
                  <a:lnTo>
                    <a:pt x="61428" y="944737"/>
                  </a:lnTo>
                  <a:lnTo>
                    <a:pt x="41855" y="942767"/>
                  </a:lnTo>
                  <a:lnTo>
                    <a:pt x="32322" y="929446"/>
                  </a:lnTo>
                  <a:lnTo>
                    <a:pt x="44320" y="921820"/>
                  </a:lnTo>
                  <a:lnTo>
                    <a:pt x="38969" y="901840"/>
                  </a:lnTo>
                  <a:lnTo>
                    <a:pt x="17362" y="898955"/>
                  </a:lnTo>
                  <a:lnTo>
                    <a:pt x="7842" y="895815"/>
                  </a:lnTo>
                  <a:lnTo>
                    <a:pt x="0" y="897391"/>
                  </a:lnTo>
                  <a:lnTo>
                    <a:pt x="25318" y="867713"/>
                  </a:lnTo>
                  <a:lnTo>
                    <a:pt x="64339" y="859489"/>
                  </a:lnTo>
                  <a:lnTo>
                    <a:pt x="149497" y="873331"/>
                  </a:lnTo>
                  <a:lnTo>
                    <a:pt x="179493" y="850605"/>
                  </a:lnTo>
                  <a:lnTo>
                    <a:pt x="281417" y="825502"/>
                  </a:lnTo>
                  <a:lnTo>
                    <a:pt x="306087" y="764493"/>
                  </a:lnTo>
                  <a:lnTo>
                    <a:pt x="280667" y="747118"/>
                  </a:lnTo>
                  <a:lnTo>
                    <a:pt x="322305" y="693392"/>
                  </a:lnTo>
                  <a:lnTo>
                    <a:pt x="358580" y="685169"/>
                  </a:lnTo>
                  <a:lnTo>
                    <a:pt x="377900" y="648182"/>
                  </a:lnTo>
                  <a:lnTo>
                    <a:pt x="352479" y="568705"/>
                  </a:lnTo>
                  <a:lnTo>
                    <a:pt x="290898" y="481399"/>
                  </a:lnTo>
                  <a:lnTo>
                    <a:pt x="346365" y="434371"/>
                  </a:lnTo>
                  <a:lnTo>
                    <a:pt x="355746" y="376324"/>
                  </a:lnTo>
                  <a:lnTo>
                    <a:pt x="383416" y="366397"/>
                  </a:lnTo>
                  <a:lnTo>
                    <a:pt x="375790" y="320399"/>
                  </a:lnTo>
                  <a:lnTo>
                    <a:pt x="399799" y="302490"/>
                  </a:lnTo>
                  <a:lnTo>
                    <a:pt x="425627" y="306786"/>
                  </a:lnTo>
                  <a:lnTo>
                    <a:pt x="445455" y="282383"/>
                  </a:lnTo>
                  <a:lnTo>
                    <a:pt x="470265" y="300024"/>
                  </a:lnTo>
                  <a:lnTo>
                    <a:pt x="477815" y="281862"/>
                  </a:lnTo>
                  <a:lnTo>
                    <a:pt x="506400" y="274426"/>
                  </a:lnTo>
                  <a:lnTo>
                    <a:pt x="527537" y="266444"/>
                  </a:lnTo>
                  <a:lnTo>
                    <a:pt x="488262" y="245015"/>
                  </a:lnTo>
                  <a:lnTo>
                    <a:pt x="453945" y="237160"/>
                  </a:lnTo>
                  <a:lnTo>
                    <a:pt x="456029" y="217167"/>
                  </a:lnTo>
                  <a:lnTo>
                    <a:pt x="419742" y="194288"/>
                  </a:lnTo>
                  <a:lnTo>
                    <a:pt x="423008" y="140041"/>
                  </a:lnTo>
                  <a:lnTo>
                    <a:pt x="482644" y="119705"/>
                  </a:lnTo>
                  <a:lnTo>
                    <a:pt x="510836" y="144273"/>
                  </a:lnTo>
                  <a:lnTo>
                    <a:pt x="560304" y="120226"/>
                  </a:lnTo>
                  <a:lnTo>
                    <a:pt x="582356" y="156691"/>
                  </a:lnTo>
                  <a:lnTo>
                    <a:pt x="658693" y="149891"/>
                  </a:lnTo>
                  <a:lnTo>
                    <a:pt x="713246" y="138134"/>
                  </a:lnTo>
                  <a:lnTo>
                    <a:pt x="731905" y="90039"/>
                  </a:lnTo>
                  <a:lnTo>
                    <a:pt x="756054" y="110286"/>
                  </a:lnTo>
                  <a:lnTo>
                    <a:pt x="821562" y="132123"/>
                  </a:lnTo>
                  <a:lnTo>
                    <a:pt x="820520" y="159437"/>
                  </a:lnTo>
                  <a:lnTo>
                    <a:pt x="877029" y="155776"/>
                  </a:lnTo>
                  <a:lnTo>
                    <a:pt x="890591" y="155382"/>
                  </a:lnTo>
                  <a:lnTo>
                    <a:pt x="906123" y="174448"/>
                  </a:lnTo>
                  <a:lnTo>
                    <a:pt x="965746" y="147260"/>
                  </a:lnTo>
                  <a:lnTo>
                    <a:pt x="1001259" y="163784"/>
                  </a:lnTo>
                  <a:lnTo>
                    <a:pt x="1045744" y="122476"/>
                  </a:lnTo>
                  <a:lnTo>
                    <a:pt x="1044028" y="104046"/>
                  </a:lnTo>
                  <a:lnTo>
                    <a:pt x="1038169" y="93992"/>
                  </a:lnTo>
                  <a:lnTo>
                    <a:pt x="1023388" y="99356"/>
                  </a:lnTo>
                  <a:lnTo>
                    <a:pt x="1017528" y="90458"/>
                  </a:lnTo>
                  <a:lnTo>
                    <a:pt x="1036327" y="69144"/>
                  </a:lnTo>
                  <a:lnTo>
                    <a:pt x="1008262" y="49023"/>
                  </a:lnTo>
                  <a:lnTo>
                    <a:pt x="991612" y="67301"/>
                  </a:lnTo>
                  <a:lnTo>
                    <a:pt x="960828" y="56726"/>
                  </a:lnTo>
                  <a:lnTo>
                    <a:pt x="988091" y="28356"/>
                  </a:lnTo>
                  <a:lnTo>
                    <a:pt x="1079833" y="0"/>
                  </a:lnTo>
                  <a:lnTo>
                    <a:pt x="1089354" y="33047"/>
                  </a:lnTo>
                  <a:lnTo>
                    <a:pt x="1110897" y="40368"/>
                  </a:lnTo>
                  <a:close/>
                </a:path>
              </a:pathLst>
            </a:custGeom>
            <a:noFill/>
            <a:ln w="3810" cap="flat">
              <a:solidFill>
                <a:srgbClr val="E6E4E2"/>
              </a:solidFill>
              <a:prstDash val="solid"/>
              <a:miter/>
            </a:ln>
          </p:spPr>
          <p:txBody>
            <a:bodyPr rtlCol="0" anchor="ctr"/>
            <a:lstStyle/>
            <a:p>
              <a:endParaRPr lang="de-CH"/>
            </a:p>
          </p:txBody>
        </p:sp>
        <p:sp>
          <p:nvSpPr>
            <p:cNvPr id="45" name="Freihandform: Form 44">
              <a:extLst>
                <a:ext uri="{FF2B5EF4-FFF2-40B4-BE49-F238E27FC236}">
                  <a16:creationId xmlns:a16="http://schemas.microsoft.com/office/drawing/2014/main" id="{41D3BD27-9C98-C7B2-4F69-6E23503C07B3}"/>
                </a:ext>
              </a:extLst>
            </p:cNvPr>
            <p:cNvSpPr/>
            <p:nvPr/>
          </p:nvSpPr>
          <p:spPr>
            <a:xfrm>
              <a:off x="7015922" y="2657288"/>
              <a:ext cx="3780078" cy="2693126"/>
            </a:xfrm>
            <a:custGeom>
              <a:avLst/>
              <a:gdLst>
                <a:gd name="connsiteX0" fmla="*/ 2039988 w 3780078"/>
                <a:gd name="connsiteY0" fmla="*/ 12926 h 2693126"/>
                <a:gd name="connsiteX1" fmla="*/ 1999544 w 3780078"/>
                <a:gd name="connsiteY1" fmla="*/ 10575 h 2693126"/>
                <a:gd name="connsiteX2" fmla="*/ 1977479 w 3780078"/>
                <a:gd name="connsiteY2" fmla="*/ 34495 h 2693126"/>
                <a:gd name="connsiteX3" fmla="*/ 1949682 w 3780078"/>
                <a:gd name="connsiteY3" fmla="*/ 31890 h 2693126"/>
                <a:gd name="connsiteX4" fmla="*/ 1940289 w 3780078"/>
                <a:gd name="connsiteY4" fmla="*/ 11236 h 2693126"/>
                <a:gd name="connsiteX5" fmla="*/ 1914182 w 3780078"/>
                <a:gd name="connsiteY5" fmla="*/ 4055 h 2693126"/>
                <a:gd name="connsiteX6" fmla="*/ 1882865 w 3780078"/>
                <a:gd name="connsiteY6" fmla="*/ 23132 h 2693126"/>
                <a:gd name="connsiteX7" fmla="*/ 1822707 w 3780078"/>
                <a:gd name="connsiteY7" fmla="*/ 51489 h 2693126"/>
                <a:gd name="connsiteX8" fmla="*/ 1815665 w 3780078"/>
                <a:gd name="connsiteY8" fmla="*/ 21162 h 2693126"/>
                <a:gd name="connsiteX9" fmla="*/ 1786559 w 3780078"/>
                <a:gd name="connsiteY9" fmla="*/ 3000 h 2693126"/>
                <a:gd name="connsiteX10" fmla="*/ 1768155 w 3780078"/>
                <a:gd name="connsiteY10" fmla="*/ 9800 h 2693126"/>
                <a:gd name="connsiteX11" fmla="*/ 1657614 w 3780078"/>
                <a:gd name="connsiteY11" fmla="*/ 46659 h 2693126"/>
                <a:gd name="connsiteX12" fmla="*/ 1660741 w 3780078"/>
                <a:gd name="connsiteY12" fmla="*/ 54374 h 2693126"/>
                <a:gd name="connsiteX13" fmla="*/ 1677328 w 3780078"/>
                <a:gd name="connsiteY13" fmla="*/ 79985 h 2693126"/>
                <a:gd name="connsiteX14" fmla="*/ 1691029 w 3780078"/>
                <a:gd name="connsiteY14" fmla="*/ 99839 h 2693126"/>
                <a:gd name="connsiteX15" fmla="*/ 1730837 w 3780078"/>
                <a:gd name="connsiteY15" fmla="*/ 168601 h 2693126"/>
                <a:gd name="connsiteX16" fmla="*/ 1805218 w 3780078"/>
                <a:gd name="connsiteY16" fmla="*/ 266622 h 2693126"/>
                <a:gd name="connsiteX17" fmla="*/ 1761393 w 3780078"/>
                <a:gd name="connsiteY17" fmla="*/ 279968 h 2693126"/>
                <a:gd name="connsiteX18" fmla="*/ 1751847 w 3780078"/>
                <a:gd name="connsiteY18" fmla="*/ 330656 h 2693126"/>
                <a:gd name="connsiteX19" fmla="*/ 1713221 w 3780078"/>
                <a:gd name="connsiteY19" fmla="*/ 337608 h 2693126"/>
                <a:gd name="connsiteX20" fmla="*/ 1707997 w 3780078"/>
                <a:gd name="connsiteY20" fmla="*/ 364262 h 2693126"/>
                <a:gd name="connsiteX21" fmla="*/ 1675637 w 3780078"/>
                <a:gd name="connsiteY21" fmla="*/ 468701 h 2693126"/>
                <a:gd name="connsiteX22" fmla="*/ 1650064 w 3780078"/>
                <a:gd name="connsiteY22" fmla="*/ 499397 h 2693126"/>
                <a:gd name="connsiteX23" fmla="*/ 1652403 w 3780078"/>
                <a:gd name="connsiteY23" fmla="*/ 526596 h 2693126"/>
                <a:gd name="connsiteX24" fmla="*/ 1637519 w 3780078"/>
                <a:gd name="connsiteY24" fmla="*/ 542548 h 2693126"/>
                <a:gd name="connsiteX25" fmla="*/ 1611819 w 3780078"/>
                <a:gd name="connsiteY25" fmla="*/ 574959 h 2693126"/>
                <a:gd name="connsiteX26" fmla="*/ 1603468 w 3780078"/>
                <a:gd name="connsiteY26" fmla="*/ 567244 h 2693126"/>
                <a:gd name="connsiteX27" fmla="*/ 1544213 w 3780078"/>
                <a:gd name="connsiteY27" fmla="*/ 512221 h 2693126"/>
                <a:gd name="connsiteX28" fmla="*/ 1463568 w 3780078"/>
                <a:gd name="connsiteY28" fmla="*/ 510124 h 2693126"/>
                <a:gd name="connsiteX29" fmla="*/ 1395708 w 3780078"/>
                <a:gd name="connsiteY29" fmla="*/ 502167 h 2693126"/>
                <a:gd name="connsiteX30" fmla="*/ 1296784 w 3780078"/>
                <a:gd name="connsiteY30" fmla="*/ 481640 h 2693126"/>
                <a:gd name="connsiteX31" fmla="*/ 1240669 w 3780078"/>
                <a:gd name="connsiteY31" fmla="*/ 485415 h 2693126"/>
                <a:gd name="connsiteX32" fmla="*/ 1205322 w 3780078"/>
                <a:gd name="connsiteY32" fmla="*/ 461634 h 2693126"/>
                <a:gd name="connsiteX33" fmla="*/ 1162628 w 3780078"/>
                <a:gd name="connsiteY33" fmla="*/ 489216 h 2693126"/>
                <a:gd name="connsiteX34" fmla="*/ 1133534 w 3780078"/>
                <a:gd name="connsiteY34" fmla="*/ 535748 h 2693126"/>
                <a:gd name="connsiteX35" fmla="*/ 1099865 w 3780078"/>
                <a:gd name="connsiteY35" fmla="*/ 567777 h 2693126"/>
                <a:gd name="connsiteX36" fmla="*/ 1018697 w 3780078"/>
                <a:gd name="connsiteY36" fmla="*/ 568019 h 2693126"/>
                <a:gd name="connsiteX37" fmla="*/ 1004208 w 3780078"/>
                <a:gd name="connsiteY37" fmla="*/ 585534 h 2693126"/>
                <a:gd name="connsiteX38" fmla="*/ 984113 w 3780078"/>
                <a:gd name="connsiteY38" fmla="*/ 620843 h 2693126"/>
                <a:gd name="connsiteX39" fmla="*/ 974974 w 3780078"/>
                <a:gd name="connsiteY39" fmla="*/ 633502 h 2693126"/>
                <a:gd name="connsiteX40" fmla="*/ 928773 w 3780078"/>
                <a:gd name="connsiteY40" fmla="*/ 664223 h 2693126"/>
                <a:gd name="connsiteX41" fmla="*/ 893934 w 3780078"/>
                <a:gd name="connsiteY41" fmla="*/ 604091 h 2693126"/>
                <a:gd name="connsiteX42" fmla="*/ 833789 w 3780078"/>
                <a:gd name="connsiteY42" fmla="*/ 593388 h 2693126"/>
                <a:gd name="connsiteX43" fmla="*/ 808738 w 3780078"/>
                <a:gd name="connsiteY43" fmla="*/ 603048 h 2693126"/>
                <a:gd name="connsiteX44" fmla="*/ 793053 w 3780078"/>
                <a:gd name="connsiteY44" fmla="*/ 623067 h 2693126"/>
                <a:gd name="connsiteX45" fmla="*/ 772971 w 3780078"/>
                <a:gd name="connsiteY45" fmla="*/ 713246 h 2693126"/>
                <a:gd name="connsiteX46" fmla="*/ 722054 w 3780078"/>
                <a:gd name="connsiteY46" fmla="*/ 785656 h 2693126"/>
                <a:gd name="connsiteX47" fmla="*/ 615568 w 3780078"/>
                <a:gd name="connsiteY47" fmla="*/ 803170 h 2693126"/>
                <a:gd name="connsiteX48" fmla="*/ 558016 w 3780078"/>
                <a:gd name="connsiteY48" fmla="*/ 832696 h 2693126"/>
                <a:gd name="connsiteX49" fmla="*/ 529838 w 3780078"/>
                <a:gd name="connsiteY49" fmla="*/ 789304 h 2693126"/>
                <a:gd name="connsiteX50" fmla="*/ 495774 w 3780078"/>
                <a:gd name="connsiteY50" fmla="*/ 780686 h 2693126"/>
                <a:gd name="connsiteX51" fmla="*/ 453500 w 3780078"/>
                <a:gd name="connsiteY51" fmla="*/ 781080 h 2693126"/>
                <a:gd name="connsiteX52" fmla="*/ 390991 w 3780078"/>
                <a:gd name="connsiteY52" fmla="*/ 838314 h 2693126"/>
                <a:gd name="connsiteX53" fmla="*/ 354843 w 3780078"/>
                <a:gd name="connsiteY53" fmla="*/ 845127 h 2693126"/>
                <a:gd name="connsiteX54" fmla="*/ 351704 w 3780078"/>
                <a:gd name="connsiteY54" fmla="*/ 867344 h 2693126"/>
                <a:gd name="connsiteX55" fmla="*/ 366194 w 3780078"/>
                <a:gd name="connsiteY55" fmla="*/ 921706 h 2693126"/>
                <a:gd name="connsiteX56" fmla="*/ 336706 w 3780078"/>
                <a:gd name="connsiteY56" fmla="*/ 933069 h 2693126"/>
                <a:gd name="connsiteX57" fmla="*/ 325610 w 3780078"/>
                <a:gd name="connsiteY57" fmla="*/ 1013207 h 2693126"/>
                <a:gd name="connsiteX58" fmla="*/ 262720 w 3780078"/>
                <a:gd name="connsiteY58" fmla="*/ 1041042 h 2693126"/>
                <a:gd name="connsiteX59" fmla="*/ 233092 w 3780078"/>
                <a:gd name="connsiteY59" fmla="*/ 988371 h 2693126"/>
                <a:gd name="connsiteX60" fmla="*/ 191835 w 3780078"/>
                <a:gd name="connsiteY60" fmla="*/ 1019867 h 2693126"/>
                <a:gd name="connsiteX61" fmla="*/ 183357 w 3780078"/>
                <a:gd name="connsiteY61" fmla="*/ 1080647 h 2693126"/>
                <a:gd name="connsiteX62" fmla="*/ 114443 w 3780078"/>
                <a:gd name="connsiteY62" fmla="*/ 1130966 h 2693126"/>
                <a:gd name="connsiteX63" fmla="*/ 80646 w 3780078"/>
                <a:gd name="connsiteY63" fmla="*/ 1123137 h 2693126"/>
                <a:gd name="connsiteX64" fmla="*/ 40202 w 3780078"/>
                <a:gd name="connsiteY64" fmla="*/ 1152790 h 2693126"/>
                <a:gd name="connsiteX65" fmla="*/ 43215 w 3780078"/>
                <a:gd name="connsiteY65" fmla="*/ 1198292 h 2693126"/>
                <a:gd name="connsiteX66" fmla="*/ 54044 w 3780078"/>
                <a:gd name="connsiteY66" fmla="*/ 1235660 h 2693126"/>
                <a:gd name="connsiteX67" fmla="*/ 5758 w 3780078"/>
                <a:gd name="connsiteY67" fmla="*/ 1278939 h 2693126"/>
                <a:gd name="connsiteX68" fmla="*/ 0 w 3780078"/>
                <a:gd name="connsiteY68" fmla="*/ 1322064 h 2693126"/>
                <a:gd name="connsiteX69" fmla="*/ 56510 w 3780078"/>
                <a:gd name="connsiteY69" fmla="*/ 1379566 h 2693126"/>
                <a:gd name="connsiteX70" fmla="*/ 57298 w 3780078"/>
                <a:gd name="connsiteY70" fmla="*/ 1486090 h 2693126"/>
                <a:gd name="connsiteX71" fmla="*/ 101542 w 3780078"/>
                <a:gd name="connsiteY71" fmla="*/ 1506604 h 2693126"/>
                <a:gd name="connsiteX72" fmla="*/ 206210 w 3780078"/>
                <a:gd name="connsiteY72" fmla="*/ 1495622 h 2693126"/>
                <a:gd name="connsiteX73" fmla="*/ 277578 w 3780078"/>
                <a:gd name="connsiteY73" fmla="*/ 1519555 h 2693126"/>
                <a:gd name="connsiteX74" fmla="*/ 372854 w 3780078"/>
                <a:gd name="connsiteY74" fmla="*/ 1529864 h 2693126"/>
                <a:gd name="connsiteX75" fmla="*/ 519530 w 3780078"/>
                <a:gd name="connsiteY75" fmla="*/ 1466605 h 2693126"/>
                <a:gd name="connsiteX76" fmla="*/ 547060 w 3780078"/>
                <a:gd name="connsiteY76" fmla="*/ 1436812 h 2693126"/>
                <a:gd name="connsiteX77" fmla="*/ 524360 w 3780078"/>
                <a:gd name="connsiteY77" fmla="*/ 1368584 h 2693126"/>
                <a:gd name="connsiteX78" fmla="*/ 556847 w 3780078"/>
                <a:gd name="connsiteY78" fmla="*/ 1349887 h 2693126"/>
                <a:gd name="connsiteX79" fmla="*/ 597443 w 3780078"/>
                <a:gd name="connsiteY79" fmla="*/ 1360996 h 2693126"/>
                <a:gd name="connsiteX80" fmla="*/ 628240 w 3780078"/>
                <a:gd name="connsiteY80" fmla="*/ 1327937 h 2693126"/>
                <a:gd name="connsiteX81" fmla="*/ 642069 w 3780078"/>
                <a:gd name="connsiteY81" fmla="*/ 1362966 h 2693126"/>
                <a:gd name="connsiteX82" fmla="*/ 638675 w 3780078"/>
                <a:gd name="connsiteY82" fmla="*/ 1408964 h 2693126"/>
                <a:gd name="connsiteX83" fmla="*/ 660994 w 3780078"/>
                <a:gd name="connsiteY83" fmla="*/ 1408583 h 2693126"/>
                <a:gd name="connsiteX84" fmla="*/ 727418 w 3780078"/>
                <a:gd name="connsiteY84" fmla="*/ 1382311 h 2693126"/>
                <a:gd name="connsiteX85" fmla="*/ 786533 w 3780078"/>
                <a:gd name="connsiteY85" fmla="*/ 1414188 h 2693126"/>
                <a:gd name="connsiteX86" fmla="*/ 807416 w 3780078"/>
                <a:gd name="connsiteY86" fmla="*/ 1463224 h 2693126"/>
                <a:gd name="connsiteX87" fmla="*/ 772971 w 3780078"/>
                <a:gd name="connsiteY87" fmla="*/ 1516658 h 2693126"/>
                <a:gd name="connsiteX88" fmla="*/ 754694 w 3780078"/>
                <a:gd name="connsiteY88" fmla="*/ 1617183 h 2693126"/>
                <a:gd name="connsiteX89" fmla="*/ 762396 w 3780078"/>
                <a:gd name="connsiteY89" fmla="*/ 1629219 h 2693126"/>
                <a:gd name="connsiteX90" fmla="*/ 769311 w 3780078"/>
                <a:gd name="connsiteY90" fmla="*/ 1684356 h 2693126"/>
                <a:gd name="connsiteX91" fmla="*/ 805319 w 3780078"/>
                <a:gd name="connsiteY91" fmla="*/ 1730634 h 2693126"/>
                <a:gd name="connsiteX92" fmla="*/ 802980 w 3780078"/>
                <a:gd name="connsiteY92" fmla="*/ 1736900 h 2693126"/>
                <a:gd name="connsiteX93" fmla="*/ 811203 w 3780078"/>
                <a:gd name="connsiteY93" fmla="*/ 1764888 h 2693126"/>
                <a:gd name="connsiteX94" fmla="*/ 834946 w 3780078"/>
                <a:gd name="connsiteY94" fmla="*/ 1780433 h 2693126"/>
                <a:gd name="connsiteX95" fmla="*/ 885050 w 3780078"/>
                <a:gd name="connsiteY95" fmla="*/ 1775603 h 2693126"/>
                <a:gd name="connsiteX96" fmla="*/ 920155 w 3780078"/>
                <a:gd name="connsiteY96" fmla="*/ 1827753 h 2693126"/>
                <a:gd name="connsiteX97" fmla="*/ 902946 w 3780078"/>
                <a:gd name="connsiteY97" fmla="*/ 1897557 h 2693126"/>
                <a:gd name="connsiteX98" fmla="*/ 939996 w 3780078"/>
                <a:gd name="connsiteY98" fmla="*/ 1968264 h 2693126"/>
                <a:gd name="connsiteX99" fmla="*/ 908551 w 3780078"/>
                <a:gd name="connsiteY99" fmla="*/ 2041055 h 2693126"/>
                <a:gd name="connsiteX100" fmla="*/ 925265 w 3780078"/>
                <a:gd name="connsiteY100" fmla="*/ 2086151 h 2693126"/>
                <a:gd name="connsiteX101" fmla="*/ 919253 w 3780078"/>
                <a:gd name="connsiteY101" fmla="*/ 2147846 h 2693126"/>
                <a:gd name="connsiteX102" fmla="*/ 879190 w 3780078"/>
                <a:gd name="connsiteY102" fmla="*/ 2176597 h 2693126"/>
                <a:gd name="connsiteX103" fmla="*/ 867306 w 3780078"/>
                <a:gd name="connsiteY103" fmla="*/ 2209936 h 2693126"/>
                <a:gd name="connsiteX104" fmla="*/ 868221 w 3780078"/>
                <a:gd name="connsiteY104" fmla="*/ 2235280 h 2693126"/>
                <a:gd name="connsiteX105" fmla="*/ 888075 w 3780078"/>
                <a:gd name="connsiteY105" fmla="*/ 2262607 h 2693126"/>
                <a:gd name="connsiteX106" fmla="*/ 866658 w 3780078"/>
                <a:gd name="connsiteY106" fmla="*/ 2297369 h 2693126"/>
                <a:gd name="connsiteX107" fmla="*/ 846945 w 3780078"/>
                <a:gd name="connsiteY107" fmla="*/ 2328077 h 2693126"/>
                <a:gd name="connsiteX108" fmla="*/ 864561 w 3780078"/>
                <a:gd name="connsiteY108" fmla="*/ 2378257 h 2693126"/>
                <a:gd name="connsiteX109" fmla="*/ 895230 w 3780078"/>
                <a:gd name="connsiteY109" fmla="*/ 2418409 h 2693126"/>
                <a:gd name="connsiteX110" fmla="*/ 893019 w 3780078"/>
                <a:gd name="connsiteY110" fmla="*/ 2440893 h 2693126"/>
                <a:gd name="connsiteX111" fmla="*/ 887147 w 3780078"/>
                <a:gd name="connsiteY111" fmla="*/ 2498661 h 2693126"/>
                <a:gd name="connsiteX112" fmla="*/ 923167 w 3780078"/>
                <a:gd name="connsiteY112" fmla="*/ 2567270 h 2693126"/>
                <a:gd name="connsiteX113" fmla="*/ 985943 w 3780078"/>
                <a:gd name="connsiteY113" fmla="*/ 2601778 h 2693126"/>
                <a:gd name="connsiteX114" fmla="*/ 1029145 w 3780078"/>
                <a:gd name="connsiteY114" fmla="*/ 2665304 h 2693126"/>
                <a:gd name="connsiteX115" fmla="*/ 1071280 w 3780078"/>
                <a:gd name="connsiteY115" fmla="*/ 2691576 h 2693126"/>
                <a:gd name="connsiteX116" fmla="*/ 1086417 w 3780078"/>
                <a:gd name="connsiteY116" fmla="*/ 2689860 h 2693126"/>
                <a:gd name="connsiteX117" fmla="*/ 1098709 w 3780078"/>
                <a:gd name="connsiteY117" fmla="*/ 2689860 h 2693126"/>
                <a:gd name="connsiteX118" fmla="*/ 1121930 w 3780078"/>
                <a:gd name="connsiteY118" fmla="*/ 2693127 h 2693126"/>
                <a:gd name="connsiteX119" fmla="*/ 1142533 w 3780078"/>
                <a:gd name="connsiteY119" fmla="*/ 2663461 h 2693126"/>
                <a:gd name="connsiteX120" fmla="*/ 1156769 w 3780078"/>
                <a:gd name="connsiteY120" fmla="*/ 2577591 h 2693126"/>
                <a:gd name="connsiteX121" fmla="*/ 1186256 w 3780078"/>
                <a:gd name="connsiteY121" fmla="*/ 2572494 h 2693126"/>
                <a:gd name="connsiteX122" fmla="*/ 1199843 w 3780078"/>
                <a:gd name="connsiteY122" fmla="*/ 2558894 h 2693126"/>
                <a:gd name="connsiteX123" fmla="*/ 1203351 w 3780078"/>
                <a:gd name="connsiteY123" fmla="*/ 2515642 h 2693126"/>
                <a:gd name="connsiteX124" fmla="*/ 1226954 w 3780078"/>
                <a:gd name="connsiteY124" fmla="*/ 2502715 h 2693126"/>
                <a:gd name="connsiteX125" fmla="*/ 1251765 w 3780078"/>
                <a:gd name="connsiteY125" fmla="*/ 2505575 h 2693126"/>
                <a:gd name="connsiteX126" fmla="*/ 1258806 w 3780078"/>
                <a:gd name="connsiteY126" fmla="*/ 2457073 h 2693126"/>
                <a:gd name="connsiteX127" fmla="*/ 1266521 w 3780078"/>
                <a:gd name="connsiteY127" fmla="*/ 2398530 h 2693126"/>
                <a:gd name="connsiteX128" fmla="*/ 1274732 w 3780078"/>
                <a:gd name="connsiteY128" fmla="*/ 2365458 h 2693126"/>
                <a:gd name="connsiteX129" fmla="*/ 1294306 w 3780078"/>
                <a:gd name="connsiteY129" fmla="*/ 2352404 h 2693126"/>
                <a:gd name="connsiteX130" fmla="*/ 1322624 w 3780078"/>
                <a:gd name="connsiteY130" fmla="*/ 2305072 h 2693126"/>
                <a:gd name="connsiteX131" fmla="*/ 1321073 w 3780078"/>
                <a:gd name="connsiteY131" fmla="*/ 2253837 h 2693126"/>
                <a:gd name="connsiteX132" fmla="*/ 1341931 w 3780078"/>
                <a:gd name="connsiteY132" fmla="*/ 2243249 h 2693126"/>
                <a:gd name="connsiteX133" fmla="*/ 1350942 w 3780078"/>
                <a:gd name="connsiteY133" fmla="*/ 2216469 h 2693126"/>
                <a:gd name="connsiteX134" fmla="*/ 1338296 w 3780078"/>
                <a:gd name="connsiteY134" fmla="*/ 2190070 h 2693126"/>
                <a:gd name="connsiteX135" fmla="*/ 1347422 w 3780078"/>
                <a:gd name="connsiteY135" fmla="*/ 2167967 h 2693126"/>
                <a:gd name="connsiteX136" fmla="*/ 1341143 w 3780078"/>
                <a:gd name="connsiteY136" fmla="*/ 2130471 h 2693126"/>
                <a:gd name="connsiteX137" fmla="*/ 1307613 w 3780078"/>
                <a:gd name="connsiteY137" fmla="*/ 2120532 h 2693126"/>
                <a:gd name="connsiteX138" fmla="*/ 1299008 w 3780078"/>
                <a:gd name="connsiteY138" fmla="*/ 2095569 h 2693126"/>
                <a:gd name="connsiteX139" fmla="*/ 1301754 w 3780078"/>
                <a:gd name="connsiteY139" fmla="*/ 2064582 h 2693126"/>
                <a:gd name="connsiteX140" fmla="*/ 1314794 w 3780078"/>
                <a:gd name="connsiteY140" fmla="*/ 2045631 h 2693126"/>
                <a:gd name="connsiteX141" fmla="*/ 1295742 w 3780078"/>
                <a:gd name="connsiteY141" fmla="*/ 2014376 h 2693126"/>
                <a:gd name="connsiteX142" fmla="*/ 1311935 w 3780078"/>
                <a:gd name="connsiteY142" fmla="*/ 1987609 h 2693126"/>
                <a:gd name="connsiteX143" fmla="*/ 1300838 w 3780078"/>
                <a:gd name="connsiteY143" fmla="*/ 1951385 h 2693126"/>
                <a:gd name="connsiteX144" fmla="*/ 1240148 w 3780078"/>
                <a:gd name="connsiteY144" fmla="*/ 1907484 h 2693126"/>
                <a:gd name="connsiteX145" fmla="*/ 1233488 w 3780078"/>
                <a:gd name="connsiteY145" fmla="*/ 1861066 h 2693126"/>
                <a:gd name="connsiteX146" fmla="*/ 1268465 w 3780078"/>
                <a:gd name="connsiteY146" fmla="*/ 1849449 h 2693126"/>
                <a:gd name="connsiteX147" fmla="*/ 1290137 w 3780078"/>
                <a:gd name="connsiteY147" fmla="*/ 1831400 h 2693126"/>
                <a:gd name="connsiteX148" fmla="*/ 1296784 w 3780078"/>
                <a:gd name="connsiteY148" fmla="*/ 1815195 h 2693126"/>
                <a:gd name="connsiteX149" fmla="*/ 1289615 w 3780078"/>
                <a:gd name="connsiteY149" fmla="*/ 1801862 h 2693126"/>
                <a:gd name="connsiteX150" fmla="*/ 1298360 w 3780078"/>
                <a:gd name="connsiteY150" fmla="*/ 1759918 h 2693126"/>
                <a:gd name="connsiteX151" fmla="*/ 1288319 w 3780078"/>
                <a:gd name="connsiteY151" fmla="*/ 1751682 h 2693126"/>
                <a:gd name="connsiteX152" fmla="*/ 1301487 w 3780078"/>
                <a:gd name="connsiteY152" fmla="*/ 1718330 h 2693126"/>
                <a:gd name="connsiteX153" fmla="*/ 1322115 w 3780078"/>
                <a:gd name="connsiteY153" fmla="*/ 1715471 h 2693126"/>
                <a:gd name="connsiteX154" fmla="*/ 1360729 w 3780078"/>
                <a:gd name="connsiteY154" fmla="*/ 1687368 h 2693126"/>
                <a:gd name="connsiteX155" fmla="*/ 1445964 w 3780078"/>
                <a:gd name="connsiteY155" fmla="*/ 1681229 h 2693126"/>
                <a:gd name="connsiteX156" fmla="*/ 1466173 w 3780078"/>
                <a:gd name="connsiteY156" fmla="*/ 1668557 h 2693126"/>
                <a:gd name="connsiteX157" fmla="*/ 1489140 w 3780078"/>
                <a:gd name="connsiteY157" fmla="*/ 1684483 h 2693126"/>
                <a:gd name="connsiteX158" fmla="*/ 1477930 w 3780078"/>
                <a:gd name="connsiteY158" fmla="*/ 1709992 h 2693126"/>
                <a:gd name="connsiteX159" fmla="*/ 1525301 w 3780078"/>
                <a:gd name="connsiteY159" fmla="*/ 1775603 h 2693126"/>
                <a:gd name="connsiteX160" fmla="*/ 1570842 w 3780078"/>
                <a:gd name="connsiteY160" fmla="*/ 1792990 h 2693126"/>
                <a:gd name="connsiteX161" fmla="*/ 1602414 w 3780078"/>
                <a:gd name="connsiteY161" fmla="*/ 1765803 h 2693126"/>
                <a:gd name="connsiteX162" fmla="*/ 1598893 w 3780078"/>
                <a:gd name="connsiteY162" fmla="*/ 1726198 h 2693126"/>
                <a:gd name="connsiteX163" fmla="*/ 1617831 w 3780078"/>
                <a:gd name="connsiteY163" fmla="*/ 1700701 h 2693126"/>
                <a:gd name="connsiteX164" fmla="*/ 1650966 w 3780078"/>
                <a:gd name="connsiteY164" fmla="*/ 1679793 h 2693126"/>
                <a:gd name="connsiteX165" fmla="*/ 1668596 w 3780078"/>
                <a:gd name="connsiteY165" fmla="*/ 1673006 h 2693126"/>
                <a:gd name="connsiteX166" fmla="*/ 1674582 w 3780078"/>
                <a:gd name="connsiteY166" fmla="*/ 1719805 h 2693126"/>
                <a:gd name="connsiteX167" fmla="*/ 1638447 w 3780078"/>
                <a:gd name="connsiteY167" fmla="*/ 1729198 h 2693126"/>
                <a:gd name="connsiteX168" fmla="*/ 1641447 w 3780078"/>
                <a:gd name="connsiteY168" fmla="*/ 1759918 h 2693126"/>
                <a:gd name="connsiteX169" fmla="*/ 1673921 w 3780078"/>
                <a:gd name="connsiteY169" fmla="*/ 1758736 h 2693126"/>
                <a:gd name="connsiteX170" fmla="*/ 1676806 w 3780078"/>
                <a:gd name="connsiteY170" fmla="*/ 1795990 h 2693126"/>
                <a:gd name="connsiteX171" fmla="*/ 1661529 w 3780078"/>
                <a:gd name="connsiteY171" fmla="*/ 1809577 h 2693126"/>
                <a:gd name="connsiteX172" fmla="*/ 1662203 w 3780078"/>
                <a:gd name="connsiteY172" fmla="*/ 1930997 h 2693126"/>
                <a:gd name="connsiteX173" fmla="*/ 1694423 w 3780078"/>
                <a:gd name="connsiteY173" fmla="*/ 2022371 h 2693126"/>
                <a:gd name="connsiteX174" fmla="*/ 1678650 w 3780078"/>
                <a:gd name="connsiteY174" fmla="*/ 2038437 h 2693126"/>
                <a:gd name="connsiteX175" fmla="*/ 1679679 w 3780078"/>
                <a:gd name="connsiteY175" fmla="*/ 2061709 h 2693126"/>
                <a:gd name="connsiteX176" fmla="*/ 1748835 w 3780078"/>
                <a:gd name="connsiteY176" fmla="*/ 2092557 h 2693126"/>
                <a:gd name="connsiteX177" fmla="*/ 1763337 w 3780078"/>
                <a:gd name="connsiteY177" fmla="*/ 2124193 h 2693126"/>
                <a:gd name="connsiteX178" fmla="*/ 1793079 w 3780078"/>
                <a:gd name="connsiteY178" fmla="*/ 2189536 h 2693126"/>
                <a:gd name="connsiteX179" fmla="*/ 1825707 w 3780078"/>
                <a:gd name="connsiteY179" fmla="*/ 2244177 h 2693126"/>
                <a:gd name="connsiteX180" fmla="*/ 1863024 w 3780078"/>
                <a:gd name="connsiteY180" fmla="*/ 2282460 h 2693126"/>
                <a:gd name="connsiteX181" fmla="*/ 1881047 w 3780078"/>
                <a:gd name="connsiteY181" fmla="*/ 2267564 h 2693126"/>
                <a:gd name="connsiteX182" fmla="*/ 1927897 w 3780078"/>
                <a:gd name="connsiteY182" fmla="*/ 2301017 h 2693126"/>
                <a:gd name="connsiteX183" fmla="*/ 1981915 w 3780078"/>
                <a:gd name="connsiteY183" fmla="*/ 2298297 h 2693126"/>
                <a:gd name="connsiteX184" fmla="*/ 2015330 w 3780078"/>
                <a:gd name="connsiteY184" fmla="*/ 2319981 h 2693126"/>
                <a:gd name="connsiteX185" fmla="*/ 2059829 w 3780078"/>
                <a:gd name="connsiteY185" fmla="*/ 2319066 h 2693126"/>
                <a:gd name="connsiteX186" fmla="*/ 2128731 w 3780078"/>
                <a:gd name="connsiteY186" fmla="*/ 2270703 h 2693126"/>
                <a:gd name="connsiteX187" fmla="*/ 2151711 w 3780078"/>
                <a:gd name="connsiteY187" fmla="*/ 2299199 h 2693126"/>
                <a:gd name="connsiteX188" fmla="*/ 2208728 w 3780078"/>
                <a:gd name="connsiteY188" fmla="*/ 2294891 h 2693126"/>
                <a:gd name="connsiteX189" fmla="*/ 2211741 w 3780078"/>
                <a:gd name="connsiteY189" fmla="*/ 2260383 h 2693126"/>
                <a:gd name="connsiteX190" fmla="*/ 2232865 w 3780078"/>
                <a:gd name="connsiteY190" fmla="*/ 2243643 h 2693126"/>
                <a:gd name="connsiteX191" fmla="*/ 2236005 w 3780078"/>
                <a:gd name="connsiteY191" fmla="*/ 2212274 h 2693126"/>
                <a:gd name="connsiteX192" fmla="*/ 2214207 w 3780078"/>
                <a:gd name="connsiteY192" fmla="*/ 2208093 h 2693126"/>
                <a:gd name="connsiteX193" fmla="*/ 2232357 w 3780078"/>
                <a:gd name="connsiteY193" fmla="*/ 2175300 h 2693126"/>
                <a:gd name="connsiteX194" fmla="*/ 2221769 w 3780078"/>
                <a:gd name="connsiteY194" fmla="*/ 2151761 h 2693126"/>
                <a:gd name="connsiteX195" fmla="*/ 2249719 w 3780078"/>
                <a:gd name="connsiteY195" fmla="*/ 2121295 h 2693126"/>
                <a:gd name="connsiteX196" fmla="*/ 2319778 w 3780078"/>
                <a:gd name="connsiteY196" fmla="*/ 2166530 h 2693126"/>
                <a:gd name="connsiteX197" fmla="*/ 2349024 w 3780078"/>
                <a:gd name="connsiteY197" fmla="*/ 2147707 h 2693126"/>
                <a:gd name="connsiteX198" fmla="*/ 2404872 w 3780078"/>
                <a:gd name="connsiteY198" fmla="*/ 2131374 h 2693126"/>
                <a:gd name="connsiteX199" fmla="*/ 2444426 w 3780078"/>
                <a:gd name="connsiteY199" fmla="*/ 2085897 h 2693126"/>
                <a:gd name="connsiteX200" fmla="*/ 2534860 w 3780078"/>
                <a:gd name="connsiteY200" fmla="*/ 2079236 h 2693126"/>
                <a:gd name="connsiteX201" fmla="*/ 2556632 w 3780078"/>
                <a:gd name="connsiteY201" fmla="*/ 2041195 h 2693126"/>
                <a:gd name="connsiteX202" fmla="*/ 2598143 w 3780078"/>
                <a:gd name="connsiteY202" fmla="*/ 2020414 h 2693126"/>
                <a:gd name="connsiteX203" fmla="*/ 2626996 w 3780078"/>
                <a:gd name="connsiteY203" fmla="*/ 2067455 h 2693126"/>
                <a:gd name="connsiteX204" fmla="*/ 2660513 w 3780078"/>
                <a:gd name="connsiteY204" fmla="*/ 2063794 h 2693126"/>
                <a:gd name="connsiteX205" fmla="*/ 2652302 w 3780078"/>
                <a:gd name="connsiteY205" fmla="*/ 2041970 h 2693126"/>
                <a:gd name="connsiteX206" fmla="*/ 2689479 w 3780078"/>
                <a:gd name="connsiteY206" fmla="*/ 2028904 h 2693126"/>
                <a:gd name="connsiteX207" fmla="*/ 2746269 w 3780078"/>
                <a:gd name="connsiteY207" fmla="*/ 2101060 h 2693126"/>
                <a:gd name="connsiteX208" fmla="*/ 2781628 w 3780078"/>
                <a:gd name="connsiteY208" fmla="*/ 2101060 h 2693126"/>
                <a:gd name="connsiteX209" fmla="*/ 2782276 w 3780078"/>
                <a:gd name="connsiteY209" fmla="*/ 2127192 h 2693126"/>
                <a:gd name="connsiteX210" fmla="*/ 2757492 w 3780078"/>
                <a:gd name="connsiteY210" fmla="*/ 2153197 h 2693126"/>
                <a:gd name="connsiteX211" fmla="*/ 2747959 w 3780078"/>
                <a:gd name="connsiteY211" fmla="*/ 2189790 h 2693126"/>
                <a:gd name="connsiteX212" fmla="*/ 2789331 w 3780078"/>
                <a:gd name="connsiteY212" fmla="*/ 2219328 h 2693126"/>
                <a:gd name="connsiteX213" fmla="*/ 2792330 w 3780078"/>
                <a:gd name="connsiteY213" fmla="*/ 2254231 h 2693126"/>
                <a:gd name="connsiteX214" fmla="*/ 2775743 w 3780078"/>
                <a:gd name="connsiteY214" fmla="*/ 2270309 h 2693126"/>
                <a:gd name="connsiteX215" fmla="*/ 2790500 w 3780078"/>
                <a:gd name="connsiteY215" fmla="*/ 2307690 h 2693126"/>
                <a:gd name="connsiteX216" fmla="*/ 2861232 w 3780078"/>
                <a:gd name="connsiteY216" fmla="*/ 2322586 h 2693126"/>
                <a:gd name="connsiteX217" fmla="*/ 2916179 w 3780078"/>
                <a:gd name="connsiteY217" fmla="*/ 2350167 h 2693126"/>
                <a:gd name="connsiteX218" fmla="*/ 2927008 w 3780078"/>
                <a:gd name="connsiteY218" fmla="*/ 2405457 h 2693126"/>
                <a:gd name="connsiteX219" fmla="*/ 2890847 w 3780078"/>
                <a:gd name="connsiteY219" fmla="*/ 2463619 h 2693126"/>
                <a:gd name="connsiteX220" fmla="*/ 2951157 w 3780078"/>
                <a:gd name="connsiteY220" fmla="*/ 2497339 h 2693126"/>
                <a:gd name="connsiteX221" fmla="*/ 2981026 w 3780078"/>
                <a:gd name="connsiteY221" fmla="*/ 2465195 h 2693126"/>
                <a:gd name="connsiteX222" fmla="*/ 3047322 w 3780078"/>
                <a:gd name="connsiteY222" fmla="*/ 2477880 h 2693126"/>
                <a:gd name="connsiteX223" fmla="*/ 3085694 w 3780078"/>
                <a:gd name="connsiteY223" fmla="*/ 2473685 h 2693126"/>
                <a:gd name="connsiteX224" fmla="*/ 3104874 w 3780078"/>
                <a:gd name="connsiteY224" fmla="*/ 2452256 h 2693126"/>
                <a:gd name="connsiteX225" fmla="*/ 3122885 w 3780078"/>
                <a:gd name="connsiteY225" fmla="*/ 2422845 h 2693126"/>
                <a:gd name="connsiteX226" fmla="*/ 3150161 w 3780078"/>
                <a:gd name="connsiteY226" fmla="*/ 2397996 h 2693126"/>
                <a:gd name="connsiteX227" fmla="*/ 3165031 w 3780078"/>
                <a:gd name="connsiteY227" fmla="*/ 2367288 h 2693126"/>
                <a:gd name="connsiteX228" fmla="*/ 3160456 w 3780078"/>
                <a:gd name="connsiteY228" fmla="*/ 2339046 h 2693126"/>
                <a:gd name="connsiteX229" fmla="*/ 3139459 w 3780078"/>
                <a:gd name="connsiteY229" fmla="*/ 2324683 h 2693126"/>
                <a:gd name="connsiteX230" fmla="*/ 3118843 w 3780078"/>
                <a:gd name="connsiteY230" fmla="*/ 2259073 h 2693126"/>
                <a:gd name="connsiteX231" fmla="*/ 3090512 w 3780078"/>
                <a:gd name="connsiteY231" fmla="*/ 2242474 h 2693126"/>
                <a:gd name="connsiteX232" fmla="*/ 3083991 w 3780078"/>
                <a:gd name="connsiteY232" fmla="*/ 2228226 h 2693126"/>
                <a:gd name="connsiteX233" fmla="*/ 3034676 w 3780078"/>
                <a:gd name="connsiteY233" fmla="*/ 2200378 h 2693126"/>
                <a:gd name="connsiteX234" fmla="*/ 3016005 w 3780078"/>
                <a:gd name="connsiteY234" fmla="*/ 2149016 h 2693126"/>
                <a:gd name="connsiteX235" fmla="*/ 3024876 w 3780078"/>
                <a:gd name="connsiteY235" fmla="*/ 2092811 h 2693126"/>
                <a:gd name="connsiteX236" fmla="*/ 3064418 w 3780078"/>
                <a:gd name="connsiteY236" fmla="*/ 2064976 h 2693126"/>
                <a:gd name="connsiteX237" fmla="*/ 3051746 w 3780078"/>
                <a:gd name="connsiteY237" fmla="*/ 2015431 h 2693126"/>
                <a:gd name="connsiteX238" fmla="*/ 3088046 w 3780078"/>
                <a:gd name="connsiteY238" fmla="*/ 1991142 h 2693126"/>
                <a:gd name="connsiteX239" fmla="*/ 3108801 w 3780078"/>
                <a:gd name="connsiteY239" fmla="*/ 2004717 h 2693126"/>
                <a:gd name="connsiteX240" fmla="*/ 3133586 w 3780078"/>
                <a:gd name="connsiteY240" fmla="*/ 1978063 h 2693126"/>
                <a:gd name="connsiteX241" fmla="*/ 3124715 w 3780078"/>
                <a:gd name="connsiteY241" fmla="*/ 1937277 h 2693126"/>
                <a:gd name="connsiteX242" fmla="*/ 3136459 w 3780078"/>
                <a:gd name="connsiteY242" fmla="*/ 1926689 h 2693126"/>
                <a:gd name="connsiteX243" fmla="*/ 3120012 w 3780078"/>
                <a:gd name="connsiteY243" fmla="*/ 1892320 h 2693126"/>
                <a:gd name="connsiteX244" fmla="*/ 3098735 w 3780078"/>
                <a:gd name="connsiteY244" fmla="*/ 1901205 h 2693126"/>
                <a:gd name="connsiteX245" fmla="*/ 3080471 w 3780078"/>
                <a:gd name="connsiteY245" fmla="*/ 1858588 h 2693126"/>
                <a:gd name="connsiteX246" fmla="*/ 3056855 w 3780078"/>
                <a:gd name="connsiteY246" fmla="*/ 1846818 h 2693126"/>
                <a:gd name="connsiteX247" fmla="*/ 3004260 w 3780078"/>
                <a:gd name="connsiteY247" fmla="*/ 1862782 h 2693126"/>
                <a:gd name="connsiteX248" fmla="*/ 2995388 w 3780078"/>
                <a:gd name="connsiteY248" fmla="*/ 1882254 h 2693126"/>
                <a:gd name="connsiteX249" fmla="*/ 2959355 w 3780078"/>
                <a:gd name="connsiteY249" fmla="*/ 1885253 h 2693126"/>
                <a:gd name="connsiteX250" fmla="*/ 2949314 w 3780078"/>
                <a:gd name="connsiteY250" fmla="*/ 1864612 h 2693126"/>
                <a:gd name="connsiteX251" fmla="*/ 2907574 w 3780078"/>
                <a:gd name="connsiteY251" fmla="*/ 1866569 h 2693126"/>
                <a:gd name="connsiteX252" fmla="*/ 2902095 w 3780078"/>
                <a:gd name="connsiteY252" fmla="*/ 1826177 h 2693126"/>
                <a:gd name="connsiteX253" fmla="*/ 2867104 w 3780078"/>
                <a:gd name="connsiteY253" fmla="*/ 1828668 h 2693126"/>
                <a:gd name="connsiteX254" fmla="*/ 2863062 w 3780078"/>
                <a:gd name="connsiteY254" fmla="*/ 1812462 h 2693126"/>
                <a:gd name="connsiteX255" fmla="*/ 2885509 w 3780078"/>
                <a:gd name="connsiteY255" fmla="*/ 1753233 h 2693126"/>
                <a:gd name="connsiteX256" fmla="*/ 2867104 w 3780078"/>
                <a:gd name="connsiteY256" fmla="*/ 1721750 h 2693126"/>
                <a:gd name="connsiteX257" fmla="*/ 2880285 w 3780078"/>
                <a:gd name="connsiteY257" fmla="*/ 1674175 h 2693126"/>
                <a:gd name="connsiteX258" fmla="*/ 2865529 w 3780078"/>
                <a:gd name="connsiteY258" fmla="*/ 1634570 h 2693126"/>
                <a:gd name="connsiteX259" fmla="*/ 2886678 w 3780078"/>
                <a:gd name="connsiteY259" fmla="*/ 1616140 h 2693126"/>
                <a:gd name="connsiteX260" fmla="*/ 2890326 w 3780078"/>
                <a:gd name="connsiteY260" fmla="*/ 1564766 h 2693126"/>
                <a:gd name="connsiteX261" fmla="*/ 2863444 w 3780078"/>
                <a:gd name="connsiteY261" fmla="*/ 1530919 h 2693126"/>
                <a:gd name="connsiteX262" fmla="*/ 2905083 w 3780078"/>
                <a:gd name="connsiteY262" fmla="*/ 1515628 h 2693126"/>
                <a:gd name="connsiteX263" fmla="*/ 2950483 w 3780078"/>
                <a:gd name="connsiteY263" fmla="*/ 1458890 h 2693126"/>
                <a:gd name="connsiteX264" fmla="*/ 2939273 w 3780078"/>
                <a:gd name="connsiteY264" fmla="*/ 1434601 h 2693126"/>
                <a:gd name="connsiteX265" fmla="*/ 2968240 w 3780078"/>
                <a:gd name="connsiteY265" fmla="*/ 1428716 h 2693126"/>
                <a:gd name="connsiteX266" fmla="*/ 2982983 w 3780078"/>
                <a:gd name="connsiteY266" fmla="*/ 1400334 h 2693126"/>
                <a:gd name="connsiteX267" fmla="*/ 2971239 w 3780078"/>
                <a:gd name="connsiteY267" fmla="*/ 1354730 h 2693126"/>
                <a:gd name="connsiteX268" fmla="*/ 2975167 w 3780078"/>
                <a:gd name="connsiteY268" fmla="*/ 1327416 h 2693126"/>
                <a:gd name="connsiteX269" fmla="*/ 3027240 w 3780078"/>
                <a:gd name="connsiteY269" fmla="*/ 1341791 h 2693126"/>
                <a:gd name="connsiteX270" fmla="*/ 3141289 w 3780078"/>
                <a:gd name="connsiteY270" fmla="*/ 1281404 h 2693126"/>
                <a:gd name="connsiteX271" fmla="*/ 3160075 w 3780078"/>
                <a:gd name="connsiteY271" fmla="*/ 1278532 h 2693126"/>
                <a:gd name="connsiteX272" fmla="*/ 3215669 w 3780078"/>
                <a:gd name="connsiteY272" fmla="*/ 1295653 h 2693126"/>
                <a:gd name="connsiteX273" fmla="*/ 3226257 w 3780078"/>
                <a:gd name="connsiteY273" fmla="*/ 1260102 h 2693126"/>
                <a:gd name="connsiteX274" fmla="*/ 3238128 w 3780078"/>
                <a:gd name="connsiteY274" fmla="*/ 1249527 h 2693126"/>
                <a:gd name="connsiteX275" fmla="*/ 3250393 w 3780078"/>
                <a:gd name="connsiteY275" fmla="*/ 1240630 h 2693126"/>
                <a:gd name="connsiteX276" fmla="*/ 3267348 w 3780078"/>
                <a:gd name="connsiteY276" fmla="*/ 1278011 h 2693126"/>
                <a:gd name="connsiteX277" fmla="*/ 3292400 w 3780078"/>
                <a:gd name="connsiteY277" fmla="*/ 1306888 h 2693126"/>
                <a:gd name="connsiteX278" fmla="*/ 3264730 w 3780078"/>
                <a:gd name="connsiteY278" fmla="*/ 1367936 h 2693126"/>
                <a:gd name="connsiteX279" fmla="*/ 3270603 w 3780078"/>
                <a:gd name="connsiteY279" fmla="*/ 1409625 h 2693126"/>
                <a:gd name="connsiteX280" fmla="*/ 3291892 w 3780078"/>
                <a:gd name="connsiteY280" fmla="*/ 1428983 h 2693126"/>
                <a:gd name="connsiteX281" fmla="*/ 3322689 w 3780078"/>
                <a:gd name="connsiteY281" fmla="*/ 1408964 h 2693126"/>
                <a:gd name="connsiteX282" fmla="*/ 3348516 w 3780078"/>
                <a:gd name="connsiteY282" fmla="*/ 1429364 h 2693126"/>
                <a:gd name="connsiteX283" fmla="*/ 3375665 w 3780078"/>
                <a:gd name="connsiteY283" fmla="*/ 1461241 h 2693126"/>
                <a:gd name="connsiteX284" fmla="*/ 3368878 w 3780078"/>
                <a:gd name="connsiteY284" fmla="*/ 1482683 h 2693126"/>
                <a:gd name="connsiteX285" fmla="*/ 3417558 w 3780078"/>
                <a:gd name="connsiteY285" fmla="*/ 1504392 h 2693126"/>
                <a:gd name="connsiteX286" fmla="*/ 3440411 w 3780078"/>
                <a:gd name="connsiteY286" fmla="*/ 1481768 h 2693126"/>
                <a:gd name="connsiteX287" fmla="*/ 3467280 w 3780078"/>
                <a:gd name="connsiteY287" fmla="*/ 1507786 h 2693126"/>
                <a:gd name="connsiteX288" fmla="*/ 3495459 w 3780078"/>
                <a:gd name="connsiteY288" fmla="*/ 1495495 h 2693126"/>
                <a:gd name="connsiteX289" fmla="*/ 3499640 w 3780078"/>
                <a:gd name="connsiteY289" fmla="*/ 1471320 h 2693126"/>
                <a:gd name="connsiteX290" fmla="*/ 3528620 w 3780078"/>
                <a:gd name="connsiteY290" fmla="*/ 1474193 h 2693126"/>
                <a:gd name="connsiteX291" fmla="*/ 3588116 w 3780078"/>
                <a:gd name="connsiteY291" fmla="*/ 1499829 h 2693126"/>
                <a:gd name="connsiteX292" fmla="*/ 3628318 w 3780078"/>
                <a:gd name="connsiteY292" fmla="*/ 1482569 h 2693126"/>
                <a:gd name="connsiteX293" fmla="*/ 3698657 w 3780078"/>
                <a:gd name="connsiteY293" fmla="*/ 1539295 h 2693126"/>
                <a:gd name="connsiteX294" fmla="*/ 3719273 w 3780078"/>
                <a:gd name="connsiteY294" fmla="*/ 1522161 h 2693126"/>
                <a:gd name="connsiteX295" fmla="*/ 3723975 w 3780078"/>
                <a:gd name="connsiteY295" fmla="*/ 1506731 h 2693126"/>
                <a:gd name="connsiteX296" fmla="*/ 3746422 w 3780078"/>
                <a:gd name="connsiteY296" fmla="*/ 1499156 h 2693126"/>
                <a:gd name="connsiteX297" fmla="*/ 3758293 w 3780078"/>
                <a:gd name="connsiteY297" fmla="*/ 1454708 h 2693126"/>
                <a:gd name="connsiteX298" fmla="*/ 3751124 w 3780078"/>
                <a:gd name="connsiteY298" fmla="*/ 1422170 h 2693126"/>
                <a:gd name="connsiteX299" fmla="*/ 3768868 w 3780078"/>
                <a:gd name="connsiteY299" fmla="*/ 1389111 h 2693126"/>
                <a:gd name="connsiteX300" fmla="*/ 3774727 w 3780078"/>
                <a:gd name="connsiteY300" fmla="*/ 1358912 h 2693126"/>
                <a:gd name="connsiteX301" fmla="*/ 3765996 w 3780078"/>
                <a:gd name="connsiteY301" fmla="*/ 1315125 h 2693126"/>
                <a:gd name="connsiteX302" fmla="*/ 3780078 w 3780078"/>
                <a:gd name="connsiteY302" fmla="*/ 1277884 h 2693126"/>
                <a:gd name="connsiteX303" fmla="*/ 3757124 w 3780078"/>
                <a:gd name="connsiteY303" fmla="*/ 1258399 h 2693126"/>
                <a:gd name="connsiteX304" fmla="*/ 3712740 w 3780078"/>
                <a:gd name="connsiteY304" fmla="*/ 1220497 h 2693126"/>
                <a:gd name="connsiteX305" fmla="*/ 3683265 w 3780078"/>
                <a:gd name="connsiteY305" fmla="*/ 1201013 h 2693126"/>
                <a:gd name="connsiteX306" fmla="*/ 3635347 w 3780078"/>
                <a:gd name="connsiteY306" fmla="*/ 1214498 h 2693126"/>
                <a:gd name="connsiteX307" fmla="*/ 3596340 w 3780078"/>
                <a:gd name="connsiteY307" fmla="*/ 1219582 h 2693126"/>
                <a:gd name="connsiteX308" fmla="*/ 3583172 w 3780078"/>
                <a:gd name="connsiteY308" fmla="*/ 1217752 h 2693126"/>
                <a:gd name="connsiteX309" fmla="*/ 3575190 w 3780078"/>
                <a:gd name="connsiteY309" fmla="*/ 1185214 h 2693126"/>
                <a:gd name="connsiteX310" fmla="*/ 3566064 w 3780078"/>
                <a:gd name="connsiteY310" fmla="*/ 1168220 h 2693126"/>
                <a:gd name="connsiteX311" fmla="*/ 3562022 w 3780078"/>
                <a:gd name="connsiteY311" fmla="*/ 1115422 h 2693126"/>
                <a:gd name="connsiteX312" fmla="*/ 3541127 w 3780078"/>
                <a:gd name="connsiteY312" fmla="*/ 1081575 h 2693126"/>
                <a:gd name="connsiteX313" fmla="*/ 3568670 w 3780078"/>
                <a:gd name="connsiteY313" fmla="*/ 1063272 h 2693126"/>
                <a:gd name="connsiteX314" fmla="*/ 3578736 w 3780078"/>
                <a:gd name="connsiteY314" fmla="*/ 1019994 h 2693126"/>
                <a:gd name="connsiteX315" fmla="*/ 3606521 w 3780078"/>
                <a:gd name="connsiteY315" fmla="*/ 1010588 h 2693126"/>
                <a:gd name="connsiteX316" fmla="*/ 3613041 w 3780078"/>
                <a:gd name="connsiteY316" fmla="*/ 977402 h 2693126"/>
                <a:gd name="connsiteX317" fmla="*/ 3573627 w 3780078"/>
                <a:gd name="connsiteY317" fmla="*/ 935700 h 2693126"/>
                <a:gd name="connsiteX318" fmla="*/ 3657946 w 3780078"/>
                <a:gd name="connsiteY318" fmla="*/ 878199 h 2693126"/>
                <a:gd name="connsiteX319" fmla="*/ 3663818 w 3780078"/>
                <a:gd name="connsiteY319" fmla="*/ 849169 h 2693126"/>
                <a:gd name="connsiteX320" fmla="*/ 3653764 w 3780078"/>
                <a:gd name="connsiteY320" fmla="*/ 817152 h 2693126"/>
                <a:gd name="connsiteX321" fmla="*/ 3620616 w 3780078"/>
                <a:gd name="connsiteY321" fmla="*/ 764875 h 2693126"/>
                <a:gd name="connsiteX322" fmla="*/ 3675168 w 3780078"/>
                <a:gd name="connsiteY322" fmla="*/ 723045 h 2693126"/>
                <a:gd name="connsiteX323" fmla="*/ 3692124 w 3780078"/>
                <a:gd name="connsiteY323" fmla="*/ 679386 h 2693126"/>
                <a:gd name="connsiteX324" fmla="*/ 3687434 w 3780078"/>
                <a:gd name="connsiteY324" fmla="*/ 645144 h 2693126"/>
                <a:gd name="connsiteX325" fmla="*/ 3704529 w 3780078"/>
                <a:gd name="connsiteY325" fmla="*/ 627388 h 2693126"/>
                <a:gd name="connsiteX326" fmla="*/ 3712231 w 3780078"/>
                <a:gd name="connsiteY326" fmla="*/ 578365 h 2693126"/>
                <a:gd name="connsiteX327" fmla="*/ 3702712 w 3780078"/>
                <a:gd name="connsiteY327" fmla="*/ 557037 h 2693126"/>
                <a:gd name="connsiteX328" fmla="*/ 3705698 w 3780078"/>
                <a:gd name="connsiteY328" fmla="*/ 516288 h 2693126"/>
                <a:gd name="connsiteX329" fmla="*/ 3687942 w 3780078"/>
                <a:gd name="connsiteY329" fmla="*/ 472489 h 2693126"/>
                <a:gd name="connsiteX330" fmla="*/ 3707528 w 3780078"/>
                <a:gd name="connsiteY330" fmla="*/ 445302 h 2693126"/>
                <a:gd name="connsiteX331" fmla="*/ 3710401 w 3780078"/>
                <a:gd name="connsiteY331" fmla="*/ 405570 h 2693126"/>
                <a:gd name="connsiteX332" fmla="*/ 3726975 w 3780078"/>
                <a:gd name="connsiteY332" fmla="*/ 386746 h 2693126"/>
                <a:gd name="connsiteX333" fmla="*/ 3732847 w 3780078"/>
                <a:gd name="connsiteY333" fmla="*/ 354208 h 2693126"/>
                <a:gd name="connsiteX334" fmla="*/ 3723975 w 3780078"/>
                <a:gd name="connsiteY334" fmla="*/ 337062 h 2693126"/>
                <a:gd name="connsiteX335" fmla="*/ 3737029 w 3780078"/>
                <a:gd name="connsiteY335" fmla="*/ 318136 h 2693126"/>
                <a:gd name="connsiteX336" fmla="*/ 3701529 w 3780078"/>
                <a:gd name="connsiteY336" fmla="*/ 307409 h 2693126"/>
                <a:gd name="connsiteX337" fmla="*/ 3657946 w 3780078"/>
                <a:gd name="connsiteY337" fmla="*/ 276167 h 2693126"/>
                <a:gd name="connsiteX338" fmla="*/ 3595424 w 3780078"/>
                <a:gd name="connsiteY338" fmla="*/ 253556 h 2693126"/>
                <a:gd name="connsiteX339" fmla="*/ 3599606 w 3780078"/>
                <a:gd name="connsiteY339" fmla="*/ 210811 h 2693126"/>
                <a:gd name="connsiteX340" fmla="*/ 3594522 w 3780078"/>
                <a:gd name="connsiteY340" fmla="*/ 205066 h 2693126"/>
                <a:gd name="connsiteX341" fmla="*/ 3538788 w 3780078"/>
                <a:gd name="connsiteY341" fmla="*/ 142850 h 2693126"/>
                <a:gd name="connsiteX342" fmla="*/ 3501471 w 3780078"/>
                <a:gd name="connsiteY342" fmla="*/ 140638 h 2693126"/>
                <a:gd name="connsiteX343" fmla="*/ 3480194 w 3780078"/>
                <a:gd name="connsiteY343" fmla="*/ 165461 h 2693126"/>
                <a:gd name="connsiteX344" fmla="*/ 3441186 w 3780078"/>
                <a:gd name="connsiteY344" fmla="*/ 165461 h 2693126"/>
                <a:gd name="connsiteX345" fmla="*/ 3401645 w 3780078"/>
                <a:gd name="connsiteY345" fmla="*/ 244798 h 2693126"/>
                <a:gd name="connsiteX346" fmla="*/ 3400984 w 3780078"/>
                <a:gd name="connsiteY346" fmla="*/ 283094 h 2693126"/>
                <a:gd name="connsiteX347" fmla="*/ 3365624 w 3780078"/>
                <a:gd name="connsiteY347" fmla="*/ 291445 h 2693126"/>
                <a:gd name="connsiteX348" fmla="*/ 3356218 w 3780078"/>
                <a:gd name="connsiteY348" fmla="*/ 327542 h 2693126"/>
                <a:gd name="connsiteX349" fmla="*/ 3380101 w 3780078"/>
                <a:gd name="connsiteY349" fmla="*/ 369880 h 2693126"/>
                <a:gd name="connsiteX350" fmla="*/ 3331954 w 3780078"/>
                <a:gd name="connsiteY350" fmla="*/ 380467 h 2693126"/>
                <a:gd name="connsiteX351" fmla="*/ 3260422 w 3780078"/>
                <a:gd name="connsiteY351" fmla="*/ 360614 h 2693126"/>
                <a:gd name="connsiteX352" fmla="*/ 3225710 w 3780078"/>
                <a:gd name="connsiteY352" fmla="*/ 357602 h 2693126"/>
                <a:gd name="connsiteX353" fmla="*/ 3216190 w 3780078"/>
                <a:gd name="connsiteY353" fmla="*/ 434168 h 2693126"/>
                <a:gd name="connsiteX354" fmla="*/ 3196743 w 3780078"/>
                <a:gd name="connsiteY354" fmla="*/ 474192 h 2693126"/>
                <a:gd name="connsiteX355" fmla="*/ 3214500 w 3780078"/>
                <a:gd name="connsiteY355" fmla="*/ 497846 h 2693126"/>
                <a:gd name="connsiteX356" fmla="*/ 3214754 w 3780078"/>
                <a:gd name="connsiteY356" fmla="*/ 540705 h 2693126"/>
                <a:gd name="connsiteX357" fmla="*/ 3136459 w 3780078"/>
                <a:gd name="connsiteY357" fmla="*/ 551953 h 2693126"/>
                <a:gd name="connsiteX358" fmla="*/ 3108255 w 3780078"/>
                <a:gd name="connsiteY358" fmla="*/ 575734 h 2693126"/>
                <a:gd name="connsiteX359" fmla="*/ 3066248 w 3780078"/>
                <a:gd name="connsiteY359" fmla="*/ 605552 h 2693126"/>
                <a:gd name="connsiteX360" fmla="*/ 3036748 w 3780078"/>
                <a:gd name="connsiteY360" fmla="*/ 599655 h 2693126"/>
                <a:gd name="connsiteX361" fmla="*/ 3020847 w 3780078"/>
                <a:gd name="connsiteY361" fmla="*/ 612733 h 2693126"/>
                <a:gd name="connsiteX362" fmla="*/ 2988220 w 3780078"/>
                <a:gd name="connsiteY362" fmla="*/ 613763 h 2693126"/>
                <a:gd name="connsiteX363" fmla="*/ 2957563 w 3780078"/>
                <a:gd name="connsiteY363" fmla="*/ 634036 h 2693126"/>
                <a:gd name="connsiteX364" fmla="*/ 2941358 w 3780078"/>
                <a:gd name="connsiteY364" fmla="*/ 613394 h 2693126"/>
                <a:gd name="connsiteX365" fmla="*/ 2929207 w 3780078"/>
                <a:gd name="connsiteY365" fmla="*/ 575353 h 2693126"/>
                <a:gd name="connsiteX366" fmla="*/ 2854318 w 3780078"/>
                <a:gd name="connsiteY366" fmla="*/ 575353 h 2693126"/>
                <a:gd name="connsiteX367" fmla="*/ 2850149 w 3780078"/>
                <a:gd name="connsiteY367" fmla="*/ 535087 h 2693126"/>
                <a:gd name="connsiteX368" fmla="*/ 2769757 w 3780078"/>
                <a:gd name="connsiteY368" fmla="*/ 459931 h 2693126"/>
                <a:gd name="connsiteX369" fmla="*/ 2745862 w 3780078"/>
                <a:gd name="connsiteY369" fmla="*/ 468956 h 2693126"/>
                <a:gd name="connsiteX370" fmla="*/ 2708926 w 3780078"/>
                <a:gd name="connsiteY370" fmla="*/ 458521 h 2693126"/>
                <a:gd name="connsiteX371" fmla="*/ 2696546 w 3780078"/>
                <a:gd name="connsiteY371" fmla="*/ 422169 h 2693126"/>
                <a:gd name="connsiteX372" fmla="*/ 2617057 w 3780078"/>
                <a:gd name="connsiteY372" fmla="*/ 431448 h 2693126"/>
                <a:gd name="connsiteX373" fmla="*/ 2590442 w 3780078"/>
                <a:gd name="connsiteY373" fmla="*/ 423326 h 2693126"/>
                <a:gd name="connsiteX374" fmla="*/ 2565123 w 3780078"/>
                <a:gd name="connsiteY374" fmla="*/ 406866 h 2693126"/>
                <a:gd name="connsiteX375" fmla="*/ 2482901 w 3780078"/>
                <a:gd name="connsiteY375" fmla="*/ 366105 h 2693126"/>
                <a:gd name="connsiteX376" fmla="*/ 2482901 w 3780078"/>
                <a:gd name="connsiteY376" fmla="*/ 305579 h 2693126"/>
                <a:gd name="connsiteX377" fmla="*/ 2468805 w 3780078"/>
                <a:gd name="connsiteY377" fmla="*/ 287289 h 2693126"/>
                <a:gd name="connsiteX378" fmla="*/ 2509401 w 3780078"/>
                <a:gd name="connsiteY378" fmla="*/ 216963 h 2693126"/>
                <a:gd name="connsiteX379" fmla="*/ 2507049 w 3780078"/>
                <a:gd name="connsiteY379" fmla="*/ 174994 h 2693126"/>
                <a:gd name="connsiteX380" fmla="*/ 2464496 w 3780078"/>
                <a:gd name="connsiteY380" fmla="*/ 149002 h 2693126"/>
                <a:gd name="connsiteX381" fmla="*/ 2486434 w 3780078"/>
                <a:gd name="connsiteY381" fmla="*/ 130038 h 2693126"/>
                <a:gd name="connsiteX382" fmla="*/ 2482252 w 3780078"/>
                <a:gd name="connsiteY382" fmla="*/ 112269 h 2693126"/>
                <a:gd name="connsiteX383" fmla="*/ 2442711 w 3780078"/>
                <a:gd name="connsiteY383" fmla="*/ 105342 h 2693126"/>
                <a:gd name="connsiteX384" fmla="*/ 2422501 w 3780078"/>
                <a:gd name="connsiteY384" fmla="*/ 123378 h 2693126"/>
                <a:gd name="connsiteX385" fmla="*/ 2382947 w 3780078"/>
                <a:gd name="connsiteY385" fmla="*/ 137626 h 2693126"/>
                <a:gd name="connsiteX386" fmla="*/ 2281939 w 3780078"/>
                <a:gd name="connsiteY386" fmla="*/ 65216 h 2693126"/>
                <a:gd name="connsiteX387" fmla="*/ 2217740 w 3780078"/>
                <a:gd name="connsiteY387" fmla="*/ 69144 h 2693126"/>
                <a:gd name="connsiteX388" fmla="*/ 2204166 w 3780078"/>
                <a:gd name="connsiteY388" fmla="*/ 54501 h 2693126"/>
                <a:gd name="connsiteX389" fmla="*/ 2136954 w 3780078"/>
                <a:gd name="connsiteY389" fmla="*/ 45350 h 2693126"/>
                <a:gd name="connsiteX390" fmla="*/ 2129773 w 3780078"/>
                <a:gd name="connsiteY390" fmla="*/ 20654 h 2693126"/>
                <a:gd name="connsiteX391" fmla="*/ 2091934 w 3780078"/>
                <a:gd name="connsiteY391" fmla="*/ 23005 h 2693126"/>
                <a:gd name="connsiteX392" fmla="*/ 2075487 w 3780078"/>
                <a:gd name="connsiteY392" fmla="*/ 0 h 2693126"/>
                <a:gd name="connsiteX393" fmla="*/ 2039988 w 3780078"/>
                <a:gd name="connsiteY393" fmla="*/ 12926 h 2693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3780078" h="2693126">
                  <a:moveTo>
                    <a:pt x="2039988" y="12926"/>
                  </a:moveTo>
                  <a:lnTo>
                    <a:pt x="1999544" y="10575"/>
                  </a:lnTo>
                  <a:lnTo>
                    <a:pt x="1977479" y="34495"/>
                  </a:lnTo>
                  <a:lnTo>
                    <a:pt x="1949682" y="31890"/>
                  </a:lnTo>
                  <a:lnTo>
                    <a:pt x="1940289" y="11236"/>
                  </a:lnTo>
                  <a:lnTo>
                    <a:pt x="1914182" y="4055"/>
                  </a:lnTo>
                  <a:lnTo>
                    <a:pt x="1882865" y="23132"/>
                  </a:lnTo>
                  <a:lnTo>
                    <a:pt x="1822707" y="51489"/>
                  </a:lnTo>
                  <a:lnTo>
                    <a:pt x="1815665" y="21162"/>
                  </a:lnTo>
                  <a:lnTo>
                    <a:pt x="1786559" y="3000"/>
                  </a:lnTo>
                  <a:lnTo>
                    <a:pt x="1768155" y="9800"/>
                  </a:lnTo>
                  <a:lnTo>
                    <a:pt x="1657614" y="46659"/>
                  </a:lnTo>
                  <a:lnTo>
                    <a:pt x="1660741" y="54374"/>
                  </a:lnTo>
                  <a:lnTo>
                    <a:pt x="1677328" y="79985"/>
                  </a:lnTo>
                  <a:lnTo>
                    <a:pt x="1691029" y="99839"/>
                  </a:lnTo>
                  <a:lnTo>
                    <a:pt x="1730837" y="168601"/>
                  </a:lnTo>
                  <a:lnTo>
                    <a:pt x="1805218" y="266622"/>
                  </a:lnTo>
                  <a:lnTo>
                    <a:pt x="1761393" y="279968"/>
                  </a:lnTo>
                  <a:lnTo>
                    <a:pt x="1751847" y="330656"/>
                  </a:lnTo>
                  <a:lnTo>
                    <a:pt x="1713221" y="337608"/>
                  </a:lnTo>
                  <a:lnTo>
                    <a:pt x="1707997" y="364262"/>
                  </a:lnTo>
                  <a:lnTo>
                    <a:pt x="1675637" y="468701"/>
                  </a:lnTo>
                  <a:lnTo>
                    <a:pt x="1650064" y="499397"/>
                  </a:lnTo>
                  <a:lnTo>
                    <a:pt x="1652403" y="526596"/>
                  </a:lnTo>
                  <a:lnTo>
                    <a:pt x="1637519" y="542548"/>
                  </a:lnTo>
                  <a:lnTo>
                    <a:pt x="1611819" y="574959"/>
                  </a:lnTo>
                  <a:lnTo>
                    <a:pt x="1603468" y="567244"/>
                  </a:lnTo>
                  <a:lnTo>
                    <a:pt x="1544213" y="512221"/>
                  </a:lnTo>
                  <a:lnTo>
                    <a:pt x="1463568" y="510124"/>
                  </a:lnTo>
                  <a:lnTo>
                    <a:pt x="1395708" y="502167"/>
                  </a:lnTo>
                  <a:lnTo>
                    <a:pt x="1296784" y="481640"/>
                  </a:lnTo>
                  <a:lnTo>
                    <a:pt x="1240669" y="485415"/>
                  </a:lnTo>
                  <a:lnTo>
                    <a:pt x="1205322" y="461634"/>
                  </a:lnTo>
                  <a:lnTo>
                    <a:pt x="1162628" y="489216"/>
                  </a:lnTo>
                  <a:lnTo>
                    <a:pt x="1133534" y="535748"/>
                  </a:lnTo>
                  <a:lnTo>
                    <a:pt x="1099865" y="567777"/>
                  </a:lnTo>
                  <a:lnTo>
                    <a:pt x="1018697" y="568019"/>
                  </a:lnTo>
                  <a:lnTo>
                    <a:pt x="1004208" y="585534"/>
                  </a:lnTo>
                  <a:lnTo>
                    <a:pt x="984113" y="620843"/>
                  </a:lnTo>
                  <a:lnTo>
                    <a:pt x="974974" y="633502"/>
                  </a:lnTo>
                  <a:lnTo>
                    <a:pt x="928773" y="664223"/>
                  </a:lnTo>
                  <a:lnTo>
                    <a:pt x="893934" y="604091"/>
                  </a:lnTo>
                  <a:lnTo>
                    <a:pt x="833789" y="593388"/>
                  </a:lnTo>
                  <a:lnTo>
                    <a:pt x="808738" y="603048"/>
                  </a:lnTo>
                  <a:lnTo>
                    <a:pt x="793053" y="623067"/>
                  </a:lnTo>
                  <a:lnTo>
                    <a:pt x="772971" y="713246"/>
                  </a:lnTo>
                  <a:lnTo>
                    <a:pt x="722054" y="785656"/>
                  </a:lnTo>
                  <a:lnTo>
                    <a:pt x="615568" y="803170"/>
                  </a:lnTo>
                  <a:lnTo>
                    <a:pt x="558016" y="832696"/>
                  </a:lnTo>
                  <a:lnTo>
                    <a:pt x="529838" y="789304"/>
                  </a:lnTo>
                  <a:lnTo>
                    <a:pt x="495774" y="780686"/>
                  </a:lnTo>
                  <a:lnTo>
                    <a:pt x="453500" y="781080"/>
                  </a:lnTo>
                  <a:lnTo>
                    <a:pt x="390991" y="838314"/>
                  </a:lnTo>
                  <a:lnTo>
                    <a:pt x="354843" y="845127"/>
                  </a:lnTo>
                  <a:lnTo>
                    <a:pt x="351704" y="867344"/>
                  </a:lnTo>
                  <a:lnTo>
                    <a:pt x="366194" y="921706"/>
                  </a:lnTo>
                  <a:lnTo>
                    <a:pt x="336706" y="933069"/>
                  </a:lnTo>
                  <a:lnTo>
                    <a:pt x="325610" y="1013207"/>
                  </a:lnTo>
                  <a:lnTo>
                    <a:pt x="262720" y="1041042"/>
                  </a:lnTo>
                  <a:lnTo>
                    <a:pt x="233092" y="988371"/>
                  </a:lnTo>
                  <a:lnTo>
                    <a:pt x="191835" y="1019867"/>
                  </a:lnTo>
                  <a:lnTo>
                    <a:pt x="183357" y="1080647"/>
                  </a:lnTo>
                  <a:lnTo>
                    <a:pt x="114443" y="1130966"/>
                  </a:lnTo>
                  <a:lnTo>
                    <a:pt x="80646" y="1123137"/>
                  </a:lnTo>
                  <a:lnTo>
                    <a:pt x="40202" y="1152790"/>
                  </a:lnTo>
                  <a:lnTo>
                    <a:pt x="43215" y="1198292"/>
                  </a:lnTo>
                  <a:lnTo>
                    <a:pt x="54044" y="1235660"/>
                  </a:lnTo>
                  <a:lnTo>
                    <a:pt x="5758" y="1278939"/>
                  </a:lnTo>
                  <a:lnTo>
                    <a:pt x="0" y="1322064"/>
                  </a:lnTo>
                  <a:lnTo>
                    <a:pt x="56510" y="1379566"/>
                  </a:lnTo>
                  <a:lnTo>
                    <a:pt x="57298" y="1486090"/>
                  </a:lnTo>
                  <a:lnTo>
                    <a:pt x="101542" y="1506604"/>
                  </a:lnTo>
                  <a:lnTo>
                    <a:pt x="206210" y="1495622"/>
                  </a:lnTo>
                  <a:lnTo>
                    <a:pt x="277578" y="1519555"/>
                  </a:lnTo>
                  <a:lnTo>
                    <a:pt x="372854" y="1529864"/>
                  </a:lnTo>
                  <a:lnTo>
                    <a:pt x="519530" y="1466605"/>
                  </a:lnTo>
                  <a:lnTo>
                    <a:pt x="547060" y="1436812"/>
                  </a:lnTo>
                  <a:lnTo>
                    <a:pt x="524360" y="1368584"/>
                  </a:lnTo>
                  <a:lnTo>
                    <a:pt x="556847" y="1349887"/>
                  </a:lnTo>
                  <a:lnTo>
                    <a:pt x="597443" y="1360996"/>
                  </a:lnTo>
                  <a:lnTo>
                    <a:pt x="628240" y="1327937"/>
                  </a:lnTo>
                  <a:lnTo>
                    <a:pt x="642069" y="1362966"/>
                  </a:lnTo>
                  <a:lnTo>
                    <a:pt x="638675" y="1408964"/>
                  </a:lnTo>
                  <a:lnTo>
                    <a:pt x="660994" y="1408583"/>
                  </a:lnTo>
                  <a:lnTo>
                    <a:pt x="727418" y="1382311"/>
                  </a:lnTo>
                  <a:lnTo>
                    <a:pt x="786533" y="1414188"/>
                  </a:lnTo>
                  <a:lnTo>
                    <a:pt x="807416" y="1463224"/>
                  </a:lnTo>
                  <a:lnTo>
                    <a:pt x="772971" y="1516658"/>
                  </a:lnTo>
                  <a:lnTo>
                    <a:pt x="754694" y="1617183"/>
                  </a:lnTo>
                  <a:lnTo>
                    <a:pt x="762396" y="1629219"/>
                  </a:lnTo>
                  <a:lnTo>
                    <a:pt x="769311" y="1684356"/>
                  </a:lnTo>
                  <a:lnTo>
                    <a:pt x="805319" y="1730634"/>
                  </a:lnTo>
                  <a:lnTo>
                    <a:pt x="802980" y="1736900"/>
                  </a:lnTo>
                  <a:lnTo>
                    <a:pt x="811203" y="1764888"/>
                  </a:lnTo>
                  <a:lnTo>
                    <a:pt x="834946" y="1780433"/>
                  </a:lnTo>
                  <a:lnTo>
                    <a:pt x="885050" y="1775603"/>
                  </a:lnTo>
                  <a:lnTo>
                    <a:pt x="920155" y="1827753"/>
                  </a:lnTo>
                  <a:lnTo>
                    <a:pt x="902946" y="1897557"/>
                  </a:lnTo>
                  <a:lnTo>
                    <a:pt x="939996" y="1968264"/>
                  </a:lnTo>
                  <a:lnTo>
                    <a:pt x="908551" y="2041055"/>
                  </a:lnTo>
                  <a:lnTo>
                    <a:pt x="925265" y="2086151"/>
                  </a:lnTo>
                  <a:lnTo>
                    <a:pt x="919253" y="2147846"/>
                  </a:lnTo>
                  <a:lnTo>
                    <a:pt x="879190" y="2176597"/>
                  </a:lnTo>
                  <a:lnTo>
                    <a:pt x="867306" y="2209936"/>
                  </a:lnTo>
                  <a:lnTo>
                    <a:pt x="868221" y="2235280"/>
                  </a:lnTo>
                  <a:lnTo>
                    <a:pt x="888075" y="2262607"/>
                  </a:lnTo>
                  <a:lnTo>
                    <a:pt x="866658" y="2297369"/>
                  </a:lnTo>
                  <a:lnTo>
                    <a:pt x="846945" y="2328077"/>
                  </a:lnTo>
                  <a:lnTo>
                    <a:pt x="864561" y="2378257"/>
                  </a:lnTo>
                  <a:lnTo>
                    <a:pt x="895230" y="2418409"/>
                  </a:lnTo>
                  <a:lnTo>
                    <a:pt x="893019" y="2440893"/>
                  </a:lnTo>
                  <a:lnTo>
                    <a:pt x="887147" y="2498661"/>
                  </a:lnTo>
                  <a:lnTo>
                    <a:pt x="923167" y="2567270"/>
                  </a:lnTo>
                  <a:lnTo>
                    <a:pt x="985943" y="2601778"/>
                  </a:lnTo>
                  <a:lnTo>
                    <a:pt x="1029145" y="2665304"/>
                  </a:lnTo>
                  <a:lnTo>
                    <a:pt x="1071280" y="2691576"/>
                  </a:lnTo>
                  <a:lnTo>
                    <a:pt x="1086417" y="2689860"/>
                  </a:lnTo>
                  <a:lnTo>
                    <a:pt x="1098709" y="2689860"/>
                  </a:lnTo>
                  <a:lnTo>
                    <a:pt x="1121930" y="2693127"/>
                  </a:lnTo>
                  <a:lnTo>
                    <a:pt x="1142533" y="2663461"/>
                  </a:lnTo>
                  <a:lnTo>
                    <a:pt x="1156769" y="2577591"/>
                  </a:lnTo>
                  <a:lnTo>
                    <a:pt x="1186256" y="2572494"/>
                  </a:lnTo>
                  <a:lnTo>
                    <a:pt x="1199843" y="2558894"/>
                  </a:lnTo>
                  <a:lnTo>
                    <a:pt x="1203351" y="2515642"/>
                  </a:lnTo>
                  <a:lnTo>
                    <a:pt x="1226954" y="2502715"/>
                  </a:lnTo>
                  <a:lnTo>
                    <a:pt x="1251765" y="2505575"/>
                  </a:lnTo>
                  <a:lnTo>
                    <a:pt x="1258806" y="2457073"/>
                  </a:lnTo>
                  <a:lnTo>
                    <a:pt x="1266521" y="2398530"/>
                  </a:lnTo>
                  <a:lnTo>
                    <a:pt x="1274732" y="2365458"/>
                  </a:lnTo>
                  <a:lnTo>
                    <a:pt x="1294306" y="2352404"/>
                  </a:lnTo>
                  <a:lnTo>
                    <a:pt x="1322624" y="2305072"/>
                  </a:lnTo>
                  <a:lnTo>
                    <a:pt x="1321073" y="2253837"/>
                  </a:lnTo>
                  <a:lnTo>
                    <a:pt x="1341931" y="2243249"/>
                  </a:lnTo>
                  <a:lnTo>
                    <a:pt x="1350942" y="2216469"/>
                  </a:lnTo>
                  <a:lnTo>
                    <a:pt x="1338296" y="2190070"/>
                  </a:lnTo>
                  <a:lnTo>
                    <a:pt x="1347422" y="2167967"/>
                  </a:lnTo>
                  <a:lnTo>
                    <a:pt x="1341143" y="2130471"/>
                  </a:lnTo>
                  <a:lnTo>
                    <a:pt x="1307613" y="2120532"/>
                  </a:lnTo>
                  <a:lnTo>
                    <a:pt x="1299008" y="2095569"/>
                  </a:lnTo>
                  <a:lnTo>
                    <a:pt x="1301754" y="2064582"/>
                  </a:lnTo>
                  <a:lnTo>
                    <a:pt x="1314794" y="2045631"/>
                  </a:lnTo>
                  <a:lnTo>
                    <a:pt x="1295742" y="2014376"/>
                  </a:lnTo>
                  <a:lnTo>
                    <a:pt x="1311935" y="1987609"/>
                  </a:lnTo>
                  <a:lnTo>
                    <a:pt x="1300838" y="1951385"/>
                  </a:lnTo>
                  <a:lnTo>
                    <a:pt x="1240148" y="1907484"/>
                  </a:lnTo>
                  <a:lnTo>
                    <a:pt x="1233488" y="1861066"/>
                  </a:lnTo>
                  <a:lnTo>
                    <a:pt x="1268465" y="1849449"/>
                  </a:lnTo>
                  <a:lnTo>
                    <a:pt x="1290137" y="1831400"/>
                  </a:lnTo>
                  <a:lnTo>
                    <a:pt x="1296784" y="1815195"/>
                  </a:lnTo>
                  <a:lnTo>
                    <a:pt x="1289615" y="1801862"/>
                  </a:lnTo>
                  <a:lnTo>
                    <a:pt x="1298360" y="1759918"/>
                  </a:lnTo>
                  <a:lnTo>
                    <a:pt x="1288319" y="1751682"/>
                  </a:lnTo>
                  <a:lnTo>
                    <a:pt x="1301487" y="1718330"/>
                  </a:lnTo>
                  <a:lnTo>
                    <a:pt x="1322115" y="1715471"/>
                  </a:lnTo>
                  <a:lnTo>
                    <a:pt x="1360729" y="1687368"/>
                  </a:lnTo>
                  <a:lnTo>
                    <a:pt x="1445964" y="1681229"/>
                  </a:lnTo>
                  <a:lnTo>
                    <a:pt x="1466173" y="1668557"/>
                  </a:lnTo>
                  <a:lnTo>
                    <a:pt x="1489140" y="1684483"/>
                  </a:lnTo>
                  <a:lnTo>
                    <a:pt x="1477930" y="1709992"/>
                  </a:lnTo>
                  <a:lnTo>
                    <a:pt x="1525301" y="1775603"/>
                  </a:lnTo>
                  <a:lnTo>
                    <a:pt x="1570842" y="1792990"/>
                  </a:lnTo>
                  <a:lnTo>
                    <a:pt x="1602414" y="1765803"/>
                  </a:lnTo>
                  <a:lnTo>
                    <a:pt x="1598893" y="1726198"/>
                  </a:lnTo>
                  <a:lnTo>
                    <a:pt x="1617831" y="1700701"/>
                  </a:lnTo>
                  <a:lnTo>
                    <a:pt x="1650966" y="1679793"/>
                  </a:lnTo>
                  <a:lnTo>
                    <a:pt x="1668596" y="1673006"/>
                  </a:lnTo>
                  <a:lnTo>
                    <a:pt x="1674582" y="1719805"/>
                  </a:lnTo>
                  <a:lnTo>
                    <a:pt x="1638447" y="1729198"/>
                  </a:lnTo>
                  <a:lnTo>
                    <a:pt x="1641447" y="1759918"/>
                  </a:lnTo>
                  <a:lnTo>
                    <a:pt x="1673921" y="1758736"/>
                  </a:lnTo>
                  <a:lnTo>
                    <a:pt x="1676806" y="1795990"/>
                  </a:lnTo>
                  <a:lnTo>
                    <a:pt x="1661529" y="1809577"/>
                  </a:lnTo>
                  <a:lnTo>
                    <a:pt x="1662203" y="1930997"/>
                  </a:lnTo>
                  <a:lnTo>
                    <a:pt x="1694423" y="2022371"/>
                  </a:lnTo>
                  <a:lnTo>
                    <a:pt x="1678650" y="2038437"/>
                  </a:lnTo>
                  <a:lnTo>
                    <a:pt x="1679679" y="2061709"/>
                  </a:lnTo>
                  <a:lnTo>
                    <a:pt x="1748835" y="2092557"/>
                  </a:lnTo>
                  <a:lnTo>
                    <a:pt x="1763337" y="2124193"/>
                  </a:lnTo>
                  <a:lnTo>
                    <a:pt x="1793079" y="2189536"/>
                  </a:lnTo>
                  <a:lnTo>
                    <a:pt x="1825707" y="2244177"/>
                  </a:lnTo>
                  <a:lnTo>
                    <a:pt x="1863024" y="2282460"/>
                  </a:lnTo>
                  <a:lnTo>
                    <a:pt x="1881047" y="2267564"/>
                  </a:lnTo>
                  <a:lnTo>
                    <a:pt x="1927897" y="2301017"/>
                  </a:lnTo>
                  <a:lnTo>
                    <a:pt x="1981915" y="2298297"/>
                  </a:lnTo>
                  <a:lnTo>
                    <a:pt x="2015330" y="2319981"/>
                  </a:lnTo>
                  <a:lnTo>
                    <a:pt x="2059829" y="2319066"/>
                  </a:lnTo>
                  <a:lnTo>
                    <a:pt x="2128731" y="2270703"/>
                  </a:lnTo>
                  <a:lnTo>
                    <a:pt x="2151711" y="2299199"/>
                  </a:lnTo>
                  <a:lnTo>
                    <a:pt x="2208728" y="2294891"/>
                  </a:lnTo>
                  <a:lnTo>
                    <a:pt x="2211741" y="2260383"/>
                  </a:lnTo>
                  <a:lnTo>
                    <a:pt x="2232865" y="2243643"/>
                  </a:lnTo>
                  <a:lnTo>
                    <a:pt x="2236005" y="2212274"/>
                  </a:lnTo>
                  <a:lnTo>
                    <a:pt x="2214207" y="2208093"/>
                  </a:lnTo>
                  <a:lnTo>
                    <a:pt x="2232357" y="2175300"/>
                  </a:lnTo>
                  <a:lnTo>
                    <a:pt x="2221769" y="2151761"/>
                  </a:lnTo>
                  <a:lnTo>
                    <a:pt x="2249719" y="2121295"/>
                  </a:lnTo>
                  <a:lnTo>
                    <a:pt x="2319778" y="2166530"/>
                  </a:lnTo>
                  <a:lnTo>
                    <a:pt x="2349024" y="2147707"/>
                  </a:lnTo>
                  <a:lnTo>
                    <a:pt x="2404872" y="2131374"/>
                  </a:lnTo>
                  <a:lnTo>
                    <a:pt x="2444426" y="2085897"/>
                  </a:lnTo>
                  <a:lnTo>
                    <a:pt x="2534860" y="2079236"/>
                  </a:lnTo>
                  <a:lnTo>
                    <a:pt x="2556632" y="2041195"/>
                  </a:lnTo>
                  <a:lnTo>
                    <a:pt x="2598143" y="2020414"/>
                  </a:lnTo>
                  <a:lnTo>
                    <a:pt x="2626996" y="2067455"/>
                  </a:lnTo>
                  <a:lnTo>
                    <a:pt x="2660513" y="2063794"/>
                  </a:lnTo>
                  <a:lnTo>
                    <a:pt x="2652302" y="2041970"/>
                  </a:lnTo>
                  <a:lnTo>
                    <a:pt x="2689479" y="2028904"/>
                  </a:lnTo>
                  <a:lnTo>
                    <a:pt x="2746269" y="2101060"/>
                  </a:lnTo>
                  <a:lnTo>
                    <a:pt x="2781628" y="2101060"/>
                  </a:lnTo>
                  <a:lnTo>
                    <a:pt x="2782276" y="2127192"/>
                  </a:lnTo>
                  <a:lnTo>
                    <a:pt x="2757492" y="2153197"/>
                  </a:lnTo>
                  <a:lnTo>
                    <a:pt x="2747959" y="2189790"/>
                  </a:lnTo>
                  <a:lnTo>
                    <a:pt x="2789331" y="2219328"/>
                  </a:lnTo>
                  <a:lnTo>
                    <a:pt x="2792330" y="2254231"/>
                  </a:lnTo>
                  <a:lnTo>
                    <a:pt x="2775743" y="2270309"/>
                  </a:lnTo>
                  <a:lnTo>
                    <a:pt x="2790500" y="2307690"/>
                  </a:lnTo>
                  <a:lnTo>
                    <a:pt x="2861232" y="2322586"/>
                  </a:lnTo>
                  <a:lnTo>
                    <a:pt x="2916179" y="2350167"/>
                  </a:lnTo>
                  <a:lnTo>
                    <a:pt x="2927008" y="2405457"/>
                  </a:lnTo>
                  <a:lnTo>
                    <a:pt x="2890847" y="2463619"/>
                  </a:lnTo>
                  <a:lnTo>
                    <a:pt x="2951157" y="2497339"/>
                  </a:lnTo>
                  <a:lnTo>
                    <a:pt x="2981026" y="2465195"/>
                  </a:lnTo>
                  <a:lnTo>
                    <a:pt x="3047322" y="2477880"/>
                  </a:lnTo>
                  <a:lnTo>
                    <a:pt x="3085694" y="2473685"/>
                  </a:lnTo>
                  <a:lnTo>
                    <a:pt x="3104874" y="2452256"/>
                  </a:lnTo>
                  <a:lnTo>
                    <a:pt x="3122885" y="2422845"/>
                  </a:lnTo>
                  <a:lnTo>
                    <a:pt x="3150161" y="2397996"/>
                  </a:lnTo>
                  <a:lnTo>
                    <a:pt x="3165031" y="2367288"/>
                  </a:lnTo>
                  <a:lnTo>
                    <a:pt x="3160456" y="2339046"/>
                  </a:lnTo>
                  <a:lnTo>
                    <a:pt x="3139459" y="2324683"/>
                  </a:lnTo>
                  <a:lnTo>
                    <a:pt x="3118843" y="2259073"/>
                  </a:lnTo>
                  <a:lnTo>
                    <a:pt x="3090512" y="2242474"/>
                  </a:lnTo>
                  <a:lnTo>
                    <a:pt x="3083991" y="2228226"/>
                  </a:lnTo>
                  <a:lnTo>
                    <a:pt x="3034676" y="2200378"/>
                  </a:lnTo>
                  <a:lnTo>
                    <a:pt x="3016005" y="2149016"/>
                  </a:lnTo>
                  <a:lnTo>
                    <a:pt x="3024876" y="2092811"/>
                  </a:lnTo>
                  <a:lnTo>
                    <a:pt x="3064418" y="2064976"/>
                  </a:lnTo>
                  <a:lnTo>
                    <a:pt x="3051746" y="2015431"/>
                  </a:lnTo>
                  <a:lnTo>
                    <a:pt x="3088046" y="1991142"/>
                  </a:lnTo>
                  <a:lnTo>
                    <a:pt x="3108801" y="2004717"/>
                  </a:lnTo>
                  <a:lnTo>
                    <a:pt x="3133586" y="1978063"/>
                  </a:lnTo>
                  <a:lnTo>
                    <a:pt x="3124715" y="1937277"/>
                  </a:lnTo>
                  <a:lnTo>
                    <a:pt x="3136459" y="1926689"/>
                  </a:lnTo>
                  <a:lnTo>
                    <a:pt x="3120012" y="1892320"/>
                  </a:lnTo>
                  <a:lnTo>
                    <a:pt x="3098735" y="1901205"/>
                  </a:lnTo>
                  <a:lnTo>
                    <a:pt x="3080471" y="1858588"/>
                  </a:lnTo>
                  <a:lnTo>
                    <a:pt x="3056855" y="1846818"/>
                  </a:lnTo>
                  <a:lnTo>
                    <a:pt x="3004260" y="1862782"/>
                  </a:lnTo>
                  <a:lnTo>
                    <a:pt x="2995388" y="1882254"/>
                  </a:lnTo>
                  <a:lnTo>
                    <a:pt x="2959355" y="1885253"/>
                  </a:lnTo>
                  <a:lnTo>
                    <a:pt x="2949314" y="1864612"/>
                  </a:lnTo>
                  <a:lnTo>
                    <a:pt x="2907574" y="1866569"/>
                  </a:lnTo>
                  <a:lnTo>
                    <a:pt x="2902095" y="1826177"/>
                  </a:lnTo>
                  <a:lnTo>
                    <a:pt x="2867104" y="1828668"/>
                  </a:lnTo>
                  <a:lnTo>
                    <a:pt x="2863062" y="1812462"/>
                  </a:lnTo>
                  <a:lnTo>
                    <a:pt x="2885509" y="1753233"/>
                  </a:lnTo>
                  <a:lnTo>
                    <a:pt x="2867104" y="1721750"/>
                  </a:lnTo>
                  <a:lnTo>
                    <a:pt x="2880285" y="1674175"/>
                  </a:lnTo>
                  <a:lnTo>
                    <a:pt x="2865529" y="1634570"/>
                  </a:lnTo>
                  <a:lnTo>
                    <a:pt x="2886678" y="1616140"/>
                  </a:lnTo>
                  <a:lnTo>
                    <a:pt x="2890326" y="1564766"/>
                  </a:lnTo>
                  <a:lnTo>
                    <a:pt x="2863444" y="1530919"/>
                  </a:lnTo>
                  <a:lnTo>
                    <a:pt x="2905083" y="1515628"/>
                  </a:lnTo>
                  <a:lnTo>
                    <a:pt x="2950483" y="1458890"/>
                  </a:lnTo>
                  <a:lnTo>
                    <a:pt x="2939273" y="1434601"/>
                  </a:lnTo>
                  <a:lnTo>
                    <a:pt x="2968240" y="1428716"/>
                  </a:lnTo>
                  <a:lnTo>
                    <a:pt x="2982983" y="1400334"/>
                  </a:lnTo>
                  <a:lnTo>
                    <a:pt x="2971239" y="1354730"/>
                  </a:lnTo>
                  <a:lnTo>
                    <a:pt x="2975167" y="1327416"/>
                  </a:lnTo>
                  <a:lnTo>
                    <a:pt x="3027240" y="1341791"/>
                  </a:lnTo>
                  <a:lnTo>
                    <a:pt x="3141289" y="1281404"/>
                  </a:lnTo>
                  <a:lnTo>
                    <a:pt x="3160075" y="1278532"/>
                  </a:lnTo>
                  <a:lnTo>
                    <a:pt x="3215669" y="1295653"/>
                  </a:lnTo>
                  <a:lnTo>
                    <a:pt x="3226257" y="1260102"/>
                  </a:lnTo>
                  <a:lnTo>
                    <a:pt x="3238128" y="1249527"/>
                  </a:lnTo>
                  <a:lnTo>
                    <a:pt x="3250393" y="1240630"/>
                  </a:lnTo>
                  <a:lnTo>
                    <a:pt x="3267348" y="1278011"/>
                  </a:lnTo>
                  <a:lnTo>
                    <a:pt x="3292400" y="1306888"/>
                  </a:lnTo>
                  <a:lnTo>
                    <a:pt x="3264730" y="1367936"/>
                  </a:lnTo>
                  <a:lnTo>
                    <a:pt x="3270603" y="1409625"/>
                  </a:lnTo>
                  <a:lnTo>
                    <a:pt x="3291892" y="1428983"/>
                  </a:lnTo>
                  <a:lnTo>
                    <a:pt x="3322689" y="1408964"/>
                  </a:lnTo>
                  <a:lnTo>
                    <a:pt x="3348516" y="1429364"/>
                  </a:lnTo>
                  <a:lnTo>
                    <a:pt x="3375665" y="1461241"/>
                  </a:lnTo>
                  <a:lnTo>
                    <a:pt x="3368878" y="1482683"/>
                  </a:lnTo>
                  <a:lnTo>
                    <a:pt x="3417558" y="1504392"/>
                  </a:lnTo>
                  <a:lnTo>
                    <a:pt x="3440411" y="1481768"/>
                  </a:lnTo>
                  <a:lnTo>
                    <a:pt x="3467280" y="1507786"/>
                  </a:lnTo>
                  <a:lnTo>
                    <a:pt x="3495459" y="1495495"/>
                  </a:lnTo>
                  <a:lnTo>
                    <a:pt x="3499640" y="1471320"/>
                  </a:lnTo>
                  <a:lnTo>
                    <a:pt x="3528620" y="1474193"/>
                  </a:lnTo>
                  <a:lnTo>
                    <a:pt x="3588116" y="1499829"/>
                  </a:lnTo>
                  <a:lnTo>
                    <a:pt x="3628318" y="1482569"/>
                  </a:lnTo>
                  <a:lnTo>
                    <a:pt x="3698657" y="1539295"/>
                  </a:lnTo>
                  <a:lnTo>
                    <a:pt x="3719273" y="1522161"/>
                  </a:lnTo>
                  <a:lnTo>
                    <a:pt x="3723975" y="1506731"/>
                  </a:lnTo>
                  <a:lnTo>
                    <a:pt x="3746422" y="1499156"/>
                  </a:lnTo>
                  <a:lnTo>
                    <a:pt x="3758293" y="1454708"/>
                  </a:lnTo>
                  <a:lnTo>
                    <a:pt x="3751124" y="1422170"/>
                  </a:lnTo>
                  <a:lnTo>
                    <a:pt x="3768868" y="1389111"/>
                  </a:lnTo>
                  <a:lnTo>
                    <a:pt x="3774727" y="1358912"/>
                  </a:lnTo>
                  <a:lnTo>
                    <a:pt x="3765996" y="1315125"/>
                  </a:lnTo>
                  <a:lnTo>
                    <a:pt x="3780078" y="1277884"/>
                  </a:lnTo>
                  <a:lnTo>
                    <a:pt x="3757124" y="1258399"/>
                  </a:lnTo>
                  <a:lnTo>
                    <a:pt x="3712740" y="1220497"/>
                  </a:lnTo>
                  <a:lnTo>
                    <a:pt x="3683265" y="1201013"/>
                  </a:lnTo>
                  <a:lnTo>
                    <a:pt x="3635347" y="1214498"/>
                  </a:lnTo>
                  <a:lnTo>
                    <a:pt x="3596340" y="1219582"/>
                  </a:lnTo>
                  <a:lnTo>
                    <a:pt x="3583172" y="1217752"/>
                  </a:lnTo>
                  <a:lnTo>
                    <a:pt x="3575190" y="1185214"/>
                  </a:lnTo>
                  <a:lnTo>
                    <a:pt x="3566064" y="1168220"/>
                  </a:lnTo>
                  <a:lnTo>
                    <a:pt x="3562022" y="1115422"/>
                  </a:lnTo>
                  <a:lnTo>
                    <a:pt x="3541127" y="1081575"/>
                  </a:lnTo>
                  <a:lnTo>
                    <a:pt x="3568670" y="1063272"/>
                  </a:lnTo>
                  <a:lnTo>
                    <a:pt x="3578736" y="1019994"/>
                  </a:lnTo>
                  <a:lnTo>
                    <a:pt x="3606521" y="1010588"/>
                  </a:lnTo>
                  <a:lnTo>
                    <a:pt x="3613041" y="977402"/>
                  </a:lnTo>
                  <a:lnTo>
                    <a:pt x="3573627" y="935700"/>
                  </a:lnTo>
                  <a:lnTo>
                    <a:pt x="3657946" y="878199"/>
                  </a:lnTo>
                  <a:lnTo>
                    <a:pt x="3663818" y="849169"/>
                  </a:lnTo>
                  <a:lnTo>
                    <a:pt x="3653764" y="817152"/>
                  </a:lnTo>
                  <a:lnTo>
                    <a:pt x="3620616" y="764875"/>
                  </a:lnTo>
                  <a:lnTo>
                    <a:pt x="3675168" y="723045"/>
                  </a:lnTo>
                  <a:lnTo>
                    <a:pt x="3692124" y="679386"/>
                  </a:lnTo>
                  <a:lnTo>
                    <a:pt x="3687434" y="645144"/>
                  </a:lnTo>
                  <a:lnTo>
                    <a:pt x="3704529" y="627388"/>
                  </a:lnTo>
                  <a:lnTo>
                    <a:pt x="3712231" y="578365"/>
                  </a:lnTo>
                  <a:lnTo>
                    <a:pt x="3702712" y="557037"/>
                  </a:lnTo>
                  <a:lnTo>
                    <a:pt x="3705698" y="516288"/>
                  </a:lnTo>
                  <a:lnTo>
                    <a:pt x="3687942" y="472489"/>
                  </a:lnTo>
                  <a:lnTo>
                    <a:pt x="3707528" y="445302"/>
                  </a:lnTo>
                  <a:lnTo>
                    <a:pt x="3710401" y="405570"/>
                  </a:lnTo>
                  <a:lnTo>
                    <a:pt x="3726975" y="386746"/>
                  </a:lnTo>
                  <a:lnTo>
                    <a:pt x="3732847" y="354208"/>
                  </a:lnTo>
                  <a:lnTo>
                    <a:pt x="3723975" y="337062"/>
                  </a:lnTo>
                  <a:lnTo>
                    <a:pt x="3737029" y="318136"/>
                  </a:lnTo>
                  <a:lnTo>
                    <a:pt x="3701529" y="307409"/>
                  </a:lnTo>
                  <a:lnTo>
                    <a:pt x="3657946" y="276167"/>
                  </a:lnTo>
                  <a:lnTo>
                    <a:pt x="3595424" y="253556"/>
                  </a:lnTo>
                  <a:lnTo>
                    <a:pt x="3599606" y="210811"/>
                  </a:lnTo>
                  <a:lnTo>
                    <a:pt x="3594522" y="205066"/>
                  </a:lnTo>
                  <a:lnTo>
                    <a:pt x="3538788" y="142850"/>
                  </a:lnTo>
                  <a:lnTo>
                    <a:pt x="3501471" y="140638"/>
                  </a:lnTo>
                  <a:lnTo>
                    <a:pt x="3480194" y="165461"/>
                  </a:lnTo>
                  <a:lnTo>
                    <a:pt x="3441186" y="165461"/>
                  </a:lnTo>
                  <a:lnTo>
                    <a:pt x="3401645" y="244798"/>
                  </a:lnTo>
                  <a:lnTo>
                    <a:pt x="3400984" y="283094"/>
                  </a:lnTo>
                  <a:lnTo>
                    <a:pt x="3365624" y="291445"/>
                  </a:lnTo>
                  <a:lnTo>
                    <a:pt x="3356218" y="327542"/>
                  </a:lnTo>
                  <a:lnTo>
                    <a:pt x="3380101" y="369880"/>
                  </a:lnTo>
                  <a:lnTo>
                    <a:pt x="3331954" y="380467"/>
                  </a:lnTo>
                  <a:lnTo>
                    <a:pt x="3260422" y="360614"/>
                  </a:lnTo>
                  <a:lnTo>
                    <a:pt x="3225710" y="357602"/>
                  </a:lnTo>
                  <a:lnTo>
                    <a:pt x="3216190" y="434168"/>
                  </a:lnTo>
                  <a:lnTo>
                    <a:pt x="3196743" y="474192"/>
                  </a:lnTo>
                  <a:lnTo>
                    <a:pt x="3214500" y="497846"/>
                  </a:lnTo>
                  <a:lnTo>
                    <a:pt x="3214754" y="540705"/>
                  </a:lnTo>
                  <a:lnTo>
                    <a:pt x="3136459" y="551953"/>
                  </a:lnTo>
                  <a:lnTo>
                    <a:pt x="3108255" y="575734"/>
                  </a:lnTo>
                  <a:lnTo>
                    <a:pt x="3066248" y="605552"/>
                  </a:lnTo>
                  <a:lnTo>
                    <a:pt x="3036748" y="599655"/>
                  </a:lnTo>
                  <a:lnTo>
                    <a:pt x="3020847" y="612733"/>
                  </a:lnTo>
                  <a:lnTo>
                    <a:pt x="2988220" y="613763"/>
                  </a:lnTo>
                  <a:lnTo>
                    <a:pt x="2957563" y="634036"/>
                  </a:lnTo>
                  <a:lnTo>
                    <a:pt x="2941358" y="613394"/>
                  </a:lnTo>
                  <a:lnTo>
                    <a:pt x="2929207" y="575353"/>
                  </a:lnTo>
                  <a:lnTo>
                    <a:pt x="2854318" y="575353"/>
                  </a:lnTo>
                  <a:lnTo>
                    <a:pt x="2850149" y="535087"/>
                  </a:lnTo>
                  <a:lnTo>
                    <a:pt x="2769757" y="459931"/>
                  </a:lnTo>
                  <a:lnTo>
                    <a:pt x="2745862" y="468956"/>
                  </a:lnTo>
                  <a:lnTo>
                    <a:pt x="2708926" y="458521"/>
                  </a:lnTo>
                  <a:lnTo>
                    <a:pt x="2696546" y="422169"/>
                  </a:lnTo>
                  <a:lnTo>
                    <a:pt x="2617057" y="431448"/>
                  </a:lnTo>
                  <a:lnTo>
                    <a:pt x="2590442" y="423326"/>
                  </a:lnTo>
                  <a:lnTo>
                    <a:pt x="2565123" y="406866"/>
                  </a:lnTo>
                  <a:lnTo>
                    <a:pt x="2482901" y="366105"/>
                  </a:lnTo>
                  <a:lnTo>
                    <a:pt x="2482901" y="305579"/>
                  </a:lnTo>
                  <a:lnTo>
                    <a:pt x="2468805" y="287289"/>
                  </a:lnTo>
                  <a:lnTo>
                    <a:pt x="2509401" y="216963"/>
                  </a:lnTo>
                  <a:lnTo>
                    <a:pt x="2507049" y="174994"/>
                  </a:lnTo>
                  <a:lnTo>
                    <a:pt x="2464496" y="149002"/>
                  </a:lnTo>
                  <a:lnTo>
                    <a:pt x="2486434" y="130038"/>
                  </a:lnTo>
                  <a:lnTo>
                    <a:pt x="2482252" y="112269"/>
                  </a:lnTo>
                  <a:lnTo>
                    <a:pt x="2442711" y="105342"/>
                  </a:lnTo>
                  <a:lnTo>
                    <a:pt x="2422501" y="123378"/>
                  </a:lnTo>
                  <a:lnTo>
                    <a:pt x="2382947" y="137626"/>
                  </a:lnTo>
                  <a:lnTo>
                    <a:pt x="2281939" y="65216"/>
                  </a:lnTo>
                  <a:lnTo>
                    <a:pt x="2217740" y="69144"/>
                  </a:lnTo>
                  <a:lnTo>
                    <a:pt x="2204166" y="54501"/>
                  </a:lnTo>
                  <a:lnTo>
                    <a:pt x="2136954" y="45350"/>
                  </a:lnTo>
                  <a:lnTo>
                    <a:pt x="2129773" y="20654"/>
                  </a:lnTo>
                  <a:lnTo>
                    <a:pt x="2091934" y="23005"/>
                  </a:lnTo>
                  <a:lnTo>
                    <a:pt x="2075487" y="0"/>
                  </a:lnTo>
                  <a:lnTo>
                    <a:pt x="2039988" y="12926"/>
                  </a:lnTo>
                  <a:close/>
                </a:path>
              </a:pathLst>
            </a:custGeom>
            <a:solidFill>
              <a:srgbClr val="FFFFFF"/>
            </a:solidFill>
            <a:ln w="12700" cap="flat">
              <a:noFill/>
              <a:prstDash val="solid"/>
              <a:miter/>
            </a:ln>
          </p:spPr>
          <p:txBody>
            <a:bodyPr rtlCol="0" anchor="ctr"/>
            <a:lstStyle/>
            <a:p>
              <a:endParaRPr lang="de-CH"/>
            </a:p>
          </p:txBody>
        </p:sp>
        <p:sp>
          <p:nvSpPr>
            <p:cNvPr id="46" name="Freihandform: Form 45">
              <a:extLst>
                <a:ext uri="{FF2B5EF4-FFF2-40B4-BE49-F238E27FC236}">
                  <a16:creationId xmlns:a16="http://schemas.microsoft.com/office/drawing/2014/main" id="{CA10FD3C-CF91-CC3F-4FDF-2A9668146C12}"/>
                </a:ext>
              </a:extLst>
            </p:cNvPr>
            <p:cNvSpPr/>
            <p:nvPr/>
          </p:nvSpPr>
          <p:spPr>
            <a:xfrm>
              <a:off x="7015909" y="2657288"/>
              <a:ext cx="3780091" cy="2693126"/>
            </a:xfrm>
            <a:custGeom>
              <a:avLst/>
              <a:gdLst>
                <a:gd name="connsiteX0" fmla="*/ 3090525 w 3780091"/>
                <a:gd name="connsiteY0" fmla="*/ 2242461 h 2693126"/>
                <a:gd name="connsiteX1" fmla="*/ 3118842 w 3780091"/>
                <a:gd name="connsiteY1" fmla="*/ 2259073 h 2693126"/>
                <a:gd name="connsiteX2" fmla="*/ 3139459 w 3780091"/>
                <a:gd name="connsiteY2" fmla="*/ 2324671 h 2693126"/>
                <a:gd name="connsiteX3" fmla="*/ 3160469 w 3780091"/>
                <a:gd name="connsiteY3" fmla="*/ 2339046 h 2693126"/>
                <a:gd name="connsiteX4" fmla="*/ 3165032 w 3780091"/>
                <a:gd name="connsiteY4" fmla="*/ 2367275 h 2693126"/>
                <a:gd name="connsiteX5" fmla="*/ 3150161 w 3780091"/>
                <a:gd name="connsiteY5" fmla="*/ 2397996 h 2693126"/>
                <a:gd name="connsiteX6" fmla="*/ 3122897 w 3780091"/>
                <a:gd name="connsiteY6" fmla="*/ 2422832 h 2693126"/>
                <a:gd name="connsiteX7" fmla="*/ 3104874 w 3780091"/>
                <a:gd name="connsiteY7" fmla="*/ 2452243 h 2693126"/>
                <a:gd name="connsiteX8" fmla="*/ 3085695 w 3780091"/>
                <a:gd name="connsiteY8" fmla="*/ 2473685 h 2693126"/>
                <a:gd name="connsiteX9" fmla="*/ 3047323 w 3780091"/>
                <a:gd name="connsiteY9" fmla="*/ 2477867 h 2693126"/>
                <a:gd name="connsiteX10" fmla="*/ 2981026 w 3780091"/>
                <a:gd name="connsiteY10" fmla="*/ 2465182 h 2693126"/>
                <a:gd name="connsiteX11" fmla="*/ 2951157 w 3780091"/>
                <a:gd name="connsiteY11" fmla="*/ 2497326 h 2693126"/>
                <a:gd name="connsiteX12" fmla="*/ 2890847 w 3780091"/>
                <a:gd name="connsiteY12" fmla="*/ 2463606 h 2693126"/>
                <a:gd name="connsiteX13" fmla="*/ 2927008 w 3780091"/>
                <a:gd name="connsiteY13" fmla="*/ 2405444 h 2693126"/>
                <a:gd name="connsiteX14" fmla="*/ 2916166 w 3780091"/>
                <a:gd name="connsiteY14" fmla="*/ 2350155 h 2693126"/>
                <a:gd name="connsiteX15" fmla="*/ 2861233 w 3780091"/>
                <a:gd name="connsiteY15" fmla="*/ 2322586 h 2693126"/>
                <a:gd name="connsiteX16" fmla="*/ 2790500 w 3780091"/>
                <a:gd name="connsiteY16" fmla="*/ 2307690 h 2693126"/>
                <a:gd name="connsiteX17" fmla="*/ 2775756 w 3780091"/>
                <a:gd name="connsiteY17" fmla="*/ 2270296 h 2693126"/>
                <a:gd name="connsiteX18" fmla="*/ 2792330 w 3780091"/>
                <a:gd name="connsiteY18" fmla="*/ 2254218 h 2693126"/>
                <a:gd name="connsiteX19" fmla="*/ 2789331 w 3780091"/>
                <a:gd name="connsiteY19" fmla="*/ 2219316 h 2693126"/>
                <a:gd name="connsiteX20" fmla="*/ 2747959 w 3780091"/>
                <a:gd name="connsiteY20" fmla="*/ 2189777 h 2693126"/>
                <a:gd name="connsiteX21" fmla="*/ 2757491 w 3780091"/>
                <a:gd name="connsiteY21" fmla="*/ 2153185 h 2693126"/>
                <a:gd name="connsiteX22" fmla="*/ 2782277 w 3780091"/>
                <a:gd name="connsiteY22" fmla="*/ 2127192 h 2693126"/>
                <a:gd name="connsiteX23" fmla="*/ 2781629 w 3780091"/>
                <a:gd name="connsiteY23" fmla="*/ 2101047 h 2693126"/>
                <a:gd name="connsiteX24" fmla="*/ 2746268 w 3780091"/>
                <a:gd name="connsiteY24" fmla="*/ 2101047 h 2693126"/>
                <a:gd name="connsiteX25" fmla="*/ 2689492 w 3780091"/>
                <a:gd name="connsiteY25" fmla="*/ 2028891 h 2693126"/>
                <a:gd name="connsiteX26" fmla="*/ 2652302 w 3780091"/>
                <a:gd name="connsiteY26" fmla="*/ 2041970 h 2693126"/>
                <a:gd name="connsiteX27" fmla="*/ 2660526 w 3780091"/>
                <a:gd name="connsiteY27" fmla="*/ 2063794 h 2693126"/>
                <a:gd name="connsiteX28" fmla="*/ 2626996 w 3780091"/>
                <a:gd name="connsiteY28" fmla="*/ 2067455 h 2693126"/>
                <a:gd name="connsiteX29" fmla="*/ 2598144 w 3780091"/>
                <a:gd name="connsiteY29" fmla="*/ 2020401 h 2693126"/>
                <a:gd name="connsiteX30" fmla="*/ 2556645 w 3780091"/>
                <a:gd name="connsiteY30" fmla="*/ 2041182 h 2693126"/>
                <a:gd name="connsiteX31" fmla="*/ 2534860 w 3780091"/>
                <a:gd name="connsiteY31" fmla="*/ 2079224 h 2693126"/>
                <a:gd name="connsiteX32" fmla="*/ 2444414 w 3780091"/>
                <a:gd name="connsiteY32" fmla="*/ 2085884 h 2693126"/>
                <a:gd name="connsiteX33" fmla="*/ 2404873 w 3780091"/>
                <a:gd name="connsiteY33" fmla="*/ 2131361 h 2693126"/>
                <a:gd name="connsiteX34" fmla="*/ 2349011 w 3780091"/>
                <a:gd name="connsiteY34" fmla="*/ 2147707 h 2693126"/>
                <a:gd name="connsiteX35" fmla="*/ 2319778 w 3780091"/>
                <a:gd name="connsiteY35" fmla="*/ 2166530 h 2693126"/>
                <a:gd name="connsiteX36" fmla="*/ 2249719 w 3780091"/>
                <a:gd name="connsiteY36" fmla="*/ 2121295 h 2693126"/>
                <a:gd name="connsiteX37" fmla="*/ 2221782 w 3780091"/>
                <a:gd name="connsiteY37" fmla="*/ 2151748 h 2693126"/>
                <a:gd name="connsiteX38" fmla="*/ 2232357 w 3780091"/>
                <a:gd name="connsiteY38" fmla="*/ 2175288 h 2693126"/>
                <a:gd name="connsiteX39" fmla="*/ 2214207 w 3780091"/>
                <a:gd name="connsiteY39" fmla="*/ 2208093 h 2693126"/>
                <a:gd name="connsiteX40" fmla="*/ 2236005 w 3780091"/>
                <a:gd name="connsiteY40" fmla="*/ 2212274 h 2693126"/>
                <a:gd name="connsiteX41" fmla="*/ 2232865 w 3780091"/>
                <a:gd name="connsiteY41" fmla="*/ 2243631 h 2693126"/>
                <a:gd name="connsiteX42" fmla="*/ 2211728 w 3780091"/>
                <a:gd name="connsiteY42" fmla="*/ 2260370 h 2693126"/>
                <a:gd name="connsiteX43" fmla="*/ 2208741 w 3780091"/>
                <a:gd name="connsiteY43" fmla="*/ 2294878 h 2693126"/>
                <a:gd name="connsiteX44" fmla="*/ 2151710 w 3780091"/>
                <a:gd name="connsiteY44" fmla="*/ 2299187 h 2693126"/>
                <a:gd name="connsiteX45" fmla="*/ 2128730 w 3780091"/>
                <a:gd name="connsiteY45" fmla="*/ 2270691 h 2693126"/>
                <a:gd name="connsiteX46" fmla="*/ 2059829 w 3780091"/>
                <a:gd name="connsiteY46" fmla="*/ 2319053 h 2693126"/>
                <a:gd name="connsiteX47" fmla="*/ 2015318 w 3780091"/>
                <a:gd name="connsiteY47" fmla="*/ 2319981 h 2693126"/>
                <a:gd name="connsiteX48" fmla="*/ 1981915 w 3780091"/>
                <a:gd name="connsiteY48" fmla="*/ 2298284 h 2693126"/>
                <a:gd name="connsiteX49" fmla="*/ 1927897 w 3780091"/>
                <a:gd name="connsiteY49" fmla="*/ 2301005 h 2693126"/>
                <a:gd name="connsiteX50" fmla="*/ 1881047 w 3780091"/>
                <a:gd name="connsiteY50" fmla="*/ 2267551 h 2693126"/>
                <a:gd name="connsiteX51" fmla="*/ 1863024 w 3780091"/>
                <a:gd name="connsiteY51" fmla="*/ 2282447 h 2693126"/>
                <a:gd name="connsiteX52" fmla="*/ 1825706 w 3780091"/>
                <a:gd name="connsiteY52" fmla="*/ 2244164 h 2693126"/>
                <a:gd name="connsiteX53" fmla="*/ 1793092 w 3780091"/>
                <a:gd name="connsiteY53" fmla="*/ 2189536 h 2693126"/>
                <a:gd name="connsiteX54" fmla="*/ 1763338 w 3780091"/>
                <a:gd name="connsiteY54" fmla="*/ 2124180 h 2693126"/>
                <a:gd name="connsiteX55" fmla="*/ 1748848 w 3780091"/>
                <a:gd name="connsiteY55" fmla="*/ 2092544 h 2693126"/>
                <a:gd name="connsiteX56" fmla="*/ 1679679 w 3780091"/>
                <a:gd name="connsiteY56" fmla="*/ 2061697 h 2693126"/>
                <a:gd name="connsiteX57" fmla="*/ 1678649 w 3780091"/>
                <a:gd name="connsiteY57" fmla="*/ 2038424 h 2693126"/>
                <a:gd name="connsiteX58" fmla="*/ 1694423 w 3780091"/>
                <a:gd name="connsiteY58" fmla="*/ 2022359 h 2693126"/>
                <a:gd name="connsiteX59" fmla="*/ 1662190 w 3780091"/>
                <a:gd name="connsiteY59" fmla="*/ 1930997 h 2693126"/>
                <a:gd name="connsiteX60" fmla="*/ 1661542 w 3780091"/>
                <a:gd name="connsiteY60" fmla="*/ 1809564 h 2693126"/>
                <a:gd name="connsiteX61" fmla="*/ 1676819 w 3780091"/>
                <a:gd name="connsiteY61" fmla="*/ 1795977 h 2693126"/>
                <a:gd name="connsiteX62" fmla="*/ 1673934 w 3780091"/>
                <a:gd name="connsiteY62" fmla="*/ 1758724 h 2693126"/>
                <a:gd name="connsiteX63" fmla="*/ 1641446 w 3780091"/>
                <a:gd name="connsiteY63" fmla="*/ 1759905 h 2693126"/>
                <a:gd name="connsiteX64" fmla="*/ 1638447 w 3780091"/>
                <a:gd name="connsiteY64" fmla="*/ 1729185 h 2693126"/>
                <a:gd name="connsiteX65" fmla="*/ 1674595 w 3780091"/>
                <a:gd name="connsiteY65" fmla="*/ 1719792 h 2693126"/>
                <a:gd name="connsiteX66" fmla="*/ 1668596 w 3780091"/>
                <a:gd name="connsiteY66" fmla="*/ 1672993 h 2693126"/>
                <a:gd name="connsiteX67" fmla="*/ 1650967 w 3780091"/>
                <a:gd name="connsiteY67" fmla="*/ 1679781 h 2693126"/>
                <a:gd name="connsiteX68" fmla="*/ 1617831 w 3780091"/>
                <a:gd name="connsiteY68" fmla="*/ 1700689 h 2693126"/>
                <a:gd name="connsiteX69" fmla="*/ 1598893 w 3780091"/>
                <a:gd name="connsiteY69" fmla="*/ 1726185 h 2693126"/>
                <a:gd name="connsiteX70" fmla="*/ 1602427 w 3780091"/>
                <a:gd name="connsiteY70" fmla="*/ 1765790 h 2693126"/>
                <a:gd name="connsiteX71" fmla="*/ 1570841 w 3780091"/>
                <a:gd name="connsiteY71" fmla="*/ 1792978 h 2693126"/>
                <a:gd name="connsiteX72" fmla="*/ 1525314 w 3780091"/>
                <a:gd name="connsiteY72" fmla="*/ 1775590 h 2693126"/>
                <a:gd name="connsiteX73" fmla="*/ 1477930 w 3780091"/>
                <a:gd name="connsiteY73" fmla="*/ 1709980 h 2693126"/>
                <a:gd name="connsiteX74" fmla="*/ 1489153 w 3780091"/>
                <a:gd name="connsiteY74" fmla="*/ 1684483 h 2693126"/>
                <a:gd name="connsiteX75" fmla="*/ 1466173 w 3780091"/>
                <a:gd name="connsiteY75" fmla="*/ 1668545 h 2693126"/>
                <a:gd name="connsiteX76" fmla="*/ 1445964 w 3780091"/>
                <a:gd name="connsiteY76" fmla="*/ 1681217 h 2693126"/>
                <a:gd name="connsiteX77" fmla="*/ 1360729 w 3780091"/>
                <a:gd name="connsiteY77" fmla="*/ 1687368 h 2693126"/>
                <a:gd name="connsiteX78" fmla="*/ 1322116 w 3780091"/>
                <a:gd name="connsiteY78" fmla="*/ 1715471 h 2693126"/>
                <a:gd name="connsiteX79" fmla="*/ 1301487 w 3780091"/>
                <a:gd name="connsiteY79" fmla="*/ 1718330 h 2693126"/>
                <a:gd name="connsiteX80" fmla="*/ 1288319 w 3780091"/>
                <a:gd name="connsiteY80" fmla="*/ 1751669 h 2693126"/>
                <a:gd name="connsiteX81" fmla="*/ 1298360 w 3780091"/>
                <a:gd name="connsiteY81" fmla="*/ 1759905 h 2693126"/>
                <a:gd name="connsiteX82" fmla="*/ 1289616 w 3780091"/>
                <a:gd name="connsiteY82" fmla="*/ 1801862 h 2693126"/>
                <a:gd name="connsiteX83" fmla="*/ 1296797 w 3780091"/>
                <a:gd name="connsiteY83" fmla="*/ 1815182 h 2693126"/>
                <a:gd name="connsiteX84" fmla="*/ 1290137 w 3780091"/>
                <a:gd name="connsiteY84" fmla="*/ 1831400 h 2693126"/>
                <a:gd name="connsiteX85" fmla="*/ 1268478 w 3780091"/>
                <a:gd name="connsiteY85" fmla="*/ 1849449 h 2693126"/>
                <a:gd name="connsiteX86" fmla="*/ 1233487 w 3780091"/>
                <a:gd name="connsiteY86" fmla="*/ 1861053 h 2693126"/>
                <a:gd name="connsiteX87" fmla="*/ 1240160 w 3780091"/>
                <a:gd name="connsiteY87" fmla="*/ 1907471 h 2693126"/>
                <a:gd name="connsiteX88" fmla="*/ 1300839 w 3780091"/>
                <a:gd name="connsiteY88" fmla="*/ 1951372 h 2693126"/>
                <a:gd name="connsiteX89" fmla="*/ 1311935 w 3780091"/>
                <a:gd name="connsiteY89" fmla="*/ 1987596 h 2693126"/>
                <a:gd name="connsiteX90" fmla="*/ 1295742 w 3780091"/>
                <a:gd name="connsiteY90" fmla="*/ 2014376 h 2693126"/>
                <a:gd name="connsiteX91" fmla="*/ 1314795 w 3780091"/>
                <a:gd name="connsiteY91" fmla="*/ 2045631 h 2693126"/>
                <a:gd name="connsiteX92" fmla="*/ 1301741 w 3780091"/>
                <a:gd name="connsiteY92" fmla="*/ 2064569 h 2693126"/>
                <a:gd name="connsiteX93" fmla="*/ 1299009 w 3780091"/>
                <a:gd name="connsiteY93" fmla="*/ 2095557 h 2693126"/>
                <a:gd name="connsiteX94" fmla="*/ 1307626 w 3780091"/>
                <a:gd name="connsiteY94" fmla="*/ 2120520 h 2693126"/>
                <a:gd name="connsiteX95" fmla="*/ 1341155 w 3780091"/>
                <a:gd name="connsiteY95" fmla="*/ 2130459 h 2693126"/>
                <a:gd name="connsiteX96" fmla="*/ 1347421 w 3780091"/>
                <a:gd name="connsiteY96" fmla="*/ 2167954 h 2693126"/>
                <a:gd name="connsiteX97" fmla="*/ 1338308 w 3780091"/>
                <a:gd name="connsiteY97" fmla="*/ 2190057 h 2693126"/>
                <a:gd name="connsiteX98" fmla="*/ 1350943 w 3780091"/>
                <a:gd name="connsiteY98" fmla="*/ 2216456 h 2693126"/>
                <a:gd name="connsiteX99" fmla="*/ 1341944 w 3780091"/>
                <a:gd name="connsiteY99" fmla="*/ 2243237 h 2693126"/>
                <a:gd name="connsiteX100" fmla="*/ 1321073 w 3780091"/>
                <a:gd name="connsiteY100" fmla="*/ 2253837 h 2693126"/>
                <a:gd name="connsiteX101" fmla="*/ 1322624 w 3780091"/>
                <a:gd name="connsiteY101" fmla="*/ 2305072 h 2693126"/>
                <a:gd name="connsiteX102" fmla="*/ 1294306 w 3780091"/>
                <a:gd name="connsiteY102" fmla="*/ 2352392 h 2693126"/>
                <a:gd name="connsiteX103" fmla="*/ 1274732 w 3780091"/>
                <a:gd name="connsiteY103" fmla="*/ 2365458 h 2693126"/>
                <a:gd name="connsiteX104" fmla="*/ 1266521 w 3780091"/>
                <a:gd name="connsiteY104" fmla="*/ 2398530 h 2693126"/>
                <a:gd name="connsiteX105" fmla="*/ 1258818 w 3780091"/>
                <a:gd name="connsiteY105" fmla="*/ 2457073 h 2693126"/>
                <a:gd name="connsiteX106" fmla="*/ 1251764 w 3780091"/>
                <a:gd name="connsiteY106" fmla="*/ 2505562 h 2693126"/>
                <a:gd name="connsiteX107" fmla="*/ 1226967 w 3780091"/>
                <a:gd name="connsiteY107" fmla="*/ 2502690 h 2693126"/>
                <a:gd name="connsiteX108" fmla="*/ 1203352 w 3780091"/>
                <a:gd name="connsiteY108" fmla="*/ 2515629 h 2693126"/>
                <a:gd name="connsiteX109" fmla="*/ 1199830 w 3780091"/>
                <a:gd name="connsiteY109" fmla="*/ 2558894 h 2693126"/>
                <a:gd name="connsiteX110" fmla="*/ 1186269 w 3780091"/>
                <a:gd name="connsiteY110" fmla="*/ 2572494 h 2693126"/>
                <a:gd name="connsiteX111" fmla="*/ 1156768 w 3780091"/>
                <a:gd name="connsiteY111" fmla="*/ 2577578 h 2693126"/>
                <a:gd name="connsiteX112" fmla="*/ 1142546 w 3780091"/>
                <a:gd name="connsiteY112" fmla="*/ 2663461 h 2693126"/>
                <a:gd name="connsiteX113" fmla="*/ 1121930 w 3780091"/>
                <a:gd name="connsiteY113" fmla="*/ 2693127 h 2693126"/>
                <a:gd name="connsiteX114" fmla="*/ 1098696 w 3780091"/>
                <a:gd name="connsiteY114" fmla="*/ 2689848 h 2693126"/>
                <a:gd name="connsiteX115" fmla="*/ 1086430 w 3780091"/>
                <a:gd name="connsiteY115" fmla="*/ 2689848 h 2693126"/>
                <a:gd name="connsiteX116" fmla="*/ 1071280 w 3780091"/>
                <a:gd name="connsiteY116" fmla="*/ 2691564 h 2693126"/>
                <a:gd name="connsiteX117" fmla="*/ 1029146 w 3780091"/>
                <a:gd name="connsiteY117" fmla="*/ 2665291 h 2693126"/>
                <a:gd name="connsiteX118" fmla="*/ 985943 w 3780091"/>
                <a:gd name="connsiteY118" fmla="*/ 2601766 h 2693126"/>
                <a:gd name="connsiteX119" fmla="*/ 923168 w 3780091"/>
                <a:gd name="connsiteY119" fmla="*/ 2567270 h 2693126"/>
                <a:gd name="connsiteX120" fmla="*/ 887160 w 3780091"/>
                <a:gd name="connsiteY120" fmla="*/ 2498648 h 2693126"/>
                <a:gd name="connsiteX121" fmla="*/ 893019 w 3780091"/>
                <a:gd name="connsiteY121" fmla="*/ 2440880 h 2693126"/>
                <a:gd name="connsiteX122" fmla="*/ 895231 w 3780091"/>
                <a:gd name="connsiteY122" fmla="*/ 2418383 h 2693126"/>
                <a:gd name="connsiteX123" fmla="*/ 864574 w 3780091"/>
                <a:gd name="connsiteY123" fmla="*/ 2378257 h 2693126"/>
                <a:gd name="connsiteX124" fmla="*/ 846957 w 3780091"/>
                <a:gd name="connsiteY124" fmla="*/ 2328077 h 2693126"/>
                <a:gd name="connsiteX125" fmla="*/ 866671 w 3780091"/>
                <a:gd name="connsiteY125" fmla="*/ 2297356 h 2693126"/>
                <a:gd name="connsiteX126" fmla="*/ 888075 w 3780091"/>
                <a:gd name="connsiteY126" fmla="*/ 2262594 h 2693126"/>
                <a:gd name="connsiteX127" fmla="*/ 868234 w 3780091"/>
                <a:gd name="connsiteY127" fmla="*/ 2235280 h 2693126"/>
                <a:gd name="connsiteX128" fmla="*/ 867319 w 3780091"/>
                <a:gd name="connsiteY128" fmla="*/ 2209923 h 2693126"/>
                <a:gd name="connsiteX129" fmla="*/ 879190 w 3780091"/>
                <a:gd name="connsiteY129" fmla="*/ 2176584 h 2693126"/>
                <a:gd name="connsiteX130" fmla="*/ 919266 w 3780091"/>
                <a:gd name="connsiteY130" fmla="*/ 2147834 h 2693126"/>
                <a:gd name="connsiteX131" fmla="*/ 925265 w 3780091"/>
                <a:gd name="connsiteY131" fmla="*/ 2086139 h 2693126"/>
                <a:gd name="connsiteX132" fmla="*/ 908551 w 3780091"/>
                <a:gd name="connsiteY132" fmla="*/ 2041043 h 2693126"/>
                <a:gd name="connsiteX133" fmla="*/ 940009 w 3780091"/>
                <a:gd name="connsiteY133" fmla="*/ 1968251 h 2693126"/>
                <a:gd name="connsiteX134" fmla="*/ 902946 w 3780091"/>
                <a:gd name="connsiteY134" fmla="*/ 1897544 h 2693126"/>
                <a:gd name="connsiteX135" fmla="*/ 920168 w 3780091"/>
                <a:gd name="connsiteY135" fmla="*/ 1827740 h 2693126"/>
                <a:gd name="connsiteX136" fmla="*/ 885062 w 3780091"/>
                <a:gd name="connsiteY136" fmla="*/ 1775590 h 2693126"/>
                <a:gd name="connsiteX137" fmla="*/ 834959 w 3780091"/>
                <a:gd name="connsiteY137" fmla="*/ 1780420 h 2693126"/>
                <a:gd name="connsiteX138" fmla="*/ 811203 w 3780091"/>
                <a:gd name="connsiteY138" fmla="*/ 1764875 h 2693126"/>
                <a:gd name="connsiteX139" fmla="*/ 802980 w 3780091"/>
                <a:gd name="connsiteY139" fmla="*/ 1736887 h 2693126"/>
                <a:gd name="connsiteX140" fmla="*/ 805319 w 3780091"/>
                <a:gd name="connsiteY140" fmla="*/ 1730621 h 2693126"/>
                <a:gd name="connsiteX141" fmla="*/ 769311 w 3780091"/>
                <a:gd name="connsiteY141" fmla="*/ 1684356 h 2693126"/>
                <a:gd name="connsiteX142" fmla="*/ 762396 w 3780091"/>
                <a:gd name="connsiteY142" fmla="*/ 1629207 h 2693126"/>
                <a:gd name="connsiteX143" fmla="*/ 754694 w 3780091"/>
                <a:gd name="connsiteY143" fmla="*/ 1617183 h 2693126"/>
                <a:gd name="connsiteX144" fmla="*/ 772971 w 3780091"/>
                <a:gd name="connsiteY144" fmla="*/ 1516658 h 2693126"/>
                <a:gd name="connsiteX145" fmla="*/ 807416 w 3780091"/>
                <a:gd name="connsiteY145" fmla="*/ 1463211 h 2693126"/>
                <a:gd name="connsiteX146" fmla="*/ 786533 w 3780091"/>
                <a:gd name="connsiteY146" fmla="*/ 1414188 h 2693126"/>
                <a:gd name="connsiteX147" fmla="*/ 727418 w 3780091"/>
                <a:gd name="connsiteY147" fmla="*/ 1382311 h 2693126"/>
                <a:gd name="connsiteX148" fmla="*/ 661007 w 3780091"/>
                <a:gd name="connsiteY148" fmla="*/ 1408583 h 2693126"/>
                <a:gd name="connsiteX149" fmla="*/ 638688 w 3780091"/>
                <a:gd name="connsiteY149" fmla="*/ 1408964 h 2693126"/>
                <a:gd name="connsiteX150" fmla="*/ 642069 w 3780091"/>
                <a:gd name="connsiteY150" fmla="*/ 1362953 h 2693126"/>
                <a:gd name="connsiteX151" fmla="*/ 628240 w 3780091"/>
                <a:gd name="connsiteY151" fmla="*/ 1327937 h 2693126"/>
                <a:gd name="connsiteX152" fmla="*/ 597443 w 3780091"/>
                <a:gd name="connsiteY152" fmla="*/ 1360996 h 2693126"/>
                <a:gd name="connsiteX153" fmla="*/ 556860 w 3780091"/>
                <a:gd name="connsiteY153" fmla="*/ 1349887 h 2693126"/>
                <a:gd name="connsiteX154" fmla="*/ 524360 w 3780091"/>
                <a:gd name="connsiteY154" fmla="*/ 1368571 h 2693126"/>
                <a:gd name="connsiteX155" fmla="*/ 547060 w 3780091"/>
                <a:gd name="connsiteY155" fmla="*/ 1436812 h 2693126"/>
                <a:gd name="connsiteX156" fmla="*/ 519530 w 3780091"/>
                <a:gd name="connsiteY156" fmla="*/ 1466605 h 2693126"/>
                <a:gd name="connsiteX157" fmla="*/ 372854 w 3780091"/>
                <a:gd name="connsiteY157" fmla="*/ 1529864 h 2693126"/>
                <a:gd name="connsiteX158" fmla="*/ 277578 w 3780091"/>
                <a:gd name="connsiteY158" fmla="*/ 1519543 h 2693126"/>
                <a:gd name="connsiteX159" fmla="*/ 206210 w 3780091"/>
                <a:gd name="connsiteY159" fmla="*/ 1495622 h 2693126"/>
                <a:gd name="connsiteX160" fmla="*/ 101542 w 3780091"/>
                <a:gd name="connsiteY160" fmla="*/ 1506604 h 2693126"/>
                <a:gd name="connsiteX161" fmla="*/ 57310 w 3780091"/>
                <a:gd name="connsiteY161" fmla="*/ 1486077 h 2693126"/>
                <a:gd name="connsiteX162" fmla="*/ 56510 w 3780091"/>
                <a:gd name="connsiteY162" fmla="*/ 1379553 h 2693126"/>
                <a:gd name="connsiteX163" fmla="*/ 0 w 3780091"/>
                <a:gd name="connsiteY163" fmla="*/ 1322052 h 2693126"/>
                <a:gd name="connsiteX164" fmla="*/ 5758 w 3780091"/>
                <a:gd name="connsiteY164" fmla="*/ 1278926 h 2693126"/>
                <a:gd name="connsiteX165" fmla="*/ 54044 w 3780091"/>
                <a:gd name="connsiteY165" fmla="*/ 1235648 h 2693126"/>
                <a:gd name="connsiteX166" fmla="*/ 43215 w 3780091"/>
                <a:gd name="connsiteY166" fmla="*/ 1198280 h 2693126"/>
                <a:gd name="connsiteX167" fmla="*/ 40202 w 3780091"/>
                <a:gd name="connsiteY167" fmla="*/ 1152790 h 2693126"/>
                <a:gd name="connsiteX168" fmla="*/ 80646 w 3780091"/>
                <a:gd name="connsiteY168" fmla="*/ 1123124 h 2693126"/>
                <a:gd name="connsiteX169" fmla="*/ 114455 w 3780091"/>
                <a:gd name="connsiteY169" fmla="*/ 1130966 h 2693126"/>
                <a:gd name="connsiteX170" fmla="*/ 183370 w 3780091"/>
                <a:gd name="connsiteY170" fmla="*/ 1080647 h 2693126"/>
                <a:gd name="connsiteX171" fmla="*/ 191848 w 3780091"/>
                <a:gd name="connsiteY171" fmla="*/ 1019867 h 2693126"/>
                <a:gd name="connsiteX172" fmla="*/ 233093 w 3780091"/>
                <a:gd name="connsiteY172" fmla="*/ 988358 h 2693126"/>
                <a:gd name="connsiteX173" fmla="*/ 262720 w 3780091"/>
                <a:gd name="connsiteY173" fmla="*/ 1041042 h 2693126"/>
                <a:gd name="connsiteX174" fmla="*/ 325610 w 3780091"/>
                <a:gd name="connsiteY174" fmla="*/ 1013194 h 2693126"/>
                <a:gd name="connsiteX175" fmla="*/ 336706 w 3780091"/>
                <a:gd name="connsiteY175" fmla="*/ 933069 h 2693126"/>
                <a:gd name="connsiteX176" fmla="*/ 366207 w 3780091"/>
                <a:gd name="connsiteY176" fmla="*/ 921706 h 2693126"/>
                <a:gd name="connsiteX177" fmla="*/ 351704 w 3780091"/>
                <a:gd name="connsiteY177" fmla="*/ 867332 h 2693126"/>
                <a:gd name="connsiteX178" fmla="*/ 354843 w 3780091"/>
                <a:gd name="connsiteY178" fmla="*/ 845114 h 2693126"/>
                <a:gd name="connsiteX179" fmla="*/ 390991 w 3780091"/>
                <a:gd name="connsiteY179" fmla="*/ 838301 h 2693126"/>
                <a:gd name="connsiteX180" fmla="*/ 453500 w 3780091"/>
                <a:gd name="connsiteY180" fmla="*/ 781080 h 2693126"/>
                <a:gd name="connsiteX181" fmla="*/ 495787 w 3780091"/>
                <a:gd name="connsiteY181" fmla="*/ 780673 h 2693126"/>
                <a:gd name="connsiteX182" fmla="*/ 529838 w 3780091"/>
                <a:gd name="connsiteY182" fmla="*/ 789291 h 2693126"/>
                <a:gd name="connsiteX183" fmla="*/ 558029 w 3780091"/>
                <a:gd name="connsiteY183" fmla="*/ 832684 h 2693126"/>
                <a:gd name="connsiteX184" fmla="*/ 615581 w 3780091"/>
                <a:gd name="connsiteY184" fmla="*/ 803158 h 2693126"/>
                <a:gd name="connsiteX185" fmla="*/ 722067 w 3780091"/>
                <a:gd name="connsiteY185" fmla="*/ 785643 h 2693126"/>
                <a:gd name="connsiteX186" fmla="*/ 772971 w 3780091"/>
                <a:gd name="connsiteY186" fmla="*/ 713233 h 2693126"/>
                <a:gd name="connsiteX187" fmla="*/ 793053 w 3780091"/>
                <a:gd name="connsiteY187" fmla="*/ 623054 h 2693126"/>
                <a:gd name="connsiteX188" fmla="*/ 808725 w 3780091"/>
                <a:gd name="connsiteY188" fmla="*/ 603048 h 2693126"/>
                <a:gd name="connsiteX189" fmla="*/ 833789 w 3780091"/>
                <a:gd name="connsiteY189" fmla="*/ 593376 h 2693126"/>
                <a:gd name="connsiteX190" fmla="*/ 893934 w 3780091"/>
                <a:gd name="connsiteY190" fmla="*/ 604091 h 2693126"/>
                <a:gd name="connsiteX191" fmla="*/ 928773 w 3780091"/>
                <a:gd name="connsiteY191" fmla="*/ 664223 h 2693126"/>
                <a:gd name="connsiteX192" fmla="*/ 974974 w 3780091"/>
                <a:gd name="connsiteY192" fmla="*/ 633489 h 2693126"/>
                <a:gd name="connsiteX193" fmla="*/ 984113 w 3780091"/>
                <a:gd name="connsiteY193" fmla="*/ 620830 h 2693126"/>
                <a:gd name="connsiteX194" fmla="*/ 1004208 w 3780091"/>
                <a:gd name="connsiteY194" fmla="*/ 585534 h 2693126"/>
                <a:gd name="connsiteX195" fmla="*/ 1018698 w 3780091"/>
                <a:gd name="connsiteY195" fmla="*/ 568019 h 2693126"/>
                <a:gd name="connsiteX196" fmla="*/ 1099878 w 3780091"/>
                <a:gd name="connsiteY196" fmla="*/ 567765 h 2693126"/>
                <a:gd name="connsiteX197" fmla="*/ 1133534 w 3780091"/>
                <a:gd name="connsiteY197" fmla="*/ 535735 h 2693126"/>
                <a:gd name="connsiteX198" fmla="*/ 1162628 w 3780091"/>
                <a:gd name="connsiteY198" fmla="*/ 489216 h 2693126"/>
                <a:gd name="connsiteX199" fmla="*/ 1205309 w 3780091"/>
                <a:gd name="connsiteY199" fmla="*/ 461634 h 2693126"/>
                <a:gd name="connsiteX200" fmla="*/ 1240682 w 3780091"/>
                <a:gd name="connsiteY200" fmla="*/ 485403 h 2693126"/>
                <a:gd name="connsiteX201" fmla="*/ 1296797 w 3780091"/>
                <a:gd name="connsiteY201" fmla="*/ 481628 h 2693126"/>
                <a:gd name="connsiteX202" fmla="*/ 1395708 w 3780091"/>
                <a:gd name="connsiteY202" fmla="*/ 502155 h 2693126"/>
                <a:gd name="connsiteX203" fmla="*/ 1463580 w 3780091"/>
                <a:gd name="connsiteY203" fmla="*/ 510124 h 2693126"/>
                <a:gd name="connsiteX204" fmla="*/ 1544226 w 3780091"/>
                <a:gd name="connsiteY204" fmla="*/ 512208 h 2693126"/>
                <a:gd name="connsiteX205" fmla="*/ 1603469 w 3780091"/>
                <a:gd name="connsiteY205" fmla="*/ 567231 h 2693126"/>
                <a:gd name="connsiteX206" fmla="*/ 1611819 w 3780091"/>
                <a:gd name="connsiteY206" fmla="*/ 574946 h 2693126"/>
                <a:gd name="connsiteX207" fmla="*/ 1637532 w 3780091"/>
                <a:gd name="connsiteY207" fmla="*/ 542535 h 2693126"/>
                <a:gd name="connsiteX208" fmla="*/ 1652403 w 3780091"/>
                <a:gd name="connsiteY208" fmla="*/ 526584 h 2693126"/>
                <a:gd name="connsiteX209" fmla="*/ 1650064 w 3780091"/>
                <a:gd name="connsiteY209" fmla="*/ 499397 h 2693126"/>
                <a:gd name="connsiteX210" fmla="*/ 1675637 w 3780091"/>
                <a:gd name="connsiteY210" fmla="*/ 468689 h 2693126"/>
                <a:gd name="connsiteX211" fmla="*/ 1708010 w 3780091"/>
                <a:gd name="connsiteY211" fmla="*/ 364249 h 2693126"/>
                <a:gd name="connsiteX212" fmla="*/ 1713221 w 3780091"/>
                <a:gd name="connsiteY212" fmla="*/ 337596 h 2693126"/>
                <a:gd name="connsiteX213" fmla="*/ 1751848 w 3780091"/>
                <a:gd name="connsiteY213" fmla="*/ 330656 h 2693126"/>
                <a:gd name="connsiteX214" fmla="*/ 1761380 w 3780091"/>
                <a:gd name="connsiteY214" fmla="*/ 279955 h 2693126"/>
                <a:gd name="connsiteX215" fmla="*/ 1805218 w 3780091"/>
                <a:gd name="connsiteY215" fmla="*/ 266622 h 2693126"/>
                <a:gd name="connsiteX216" fmla="*/ 1730850 w 3780091"/>
                <a:gd name="connsiteY216" fmla="*/ 168588 h 2693126"/>
                <a:gd name="connsiteX217" fmla="*/ 1691029 w 3780091"/>
                <a:gd name="connsiteY217" fmla="*/ 99839 h 2693126"/>
                <a:gd name="connsiteX218" fmla="*/ 1677327 w 3780091"/>
                <a:gd name="connsiteY218" fmla="*/ 79973 h 2693126"/>
                <a:gd name="connsiteX219" fmla="*/ 1660754 w 3780091"/>
                <a:gd name="connsiteY219" fmla="*/ 54361 h 2693126"/>
                <a:gd name="connsiteX220" fmla="*/ 1657614 w 3780091"/>
                <a:gd name="connsiteY220" fmla="*/ 46646 h 2693126"/>
                <a:gd name="connsiteX221" fmla="*/ 1768168 w 3780091"/>
                <a:gd name="connsiteY221" fmla="*/ 9800 h 2693126"/>
                <a:gd name="connsiteX222" fmla="*/ 1786572 w 3780091"/>
                <a:gd name="connsiteY222" fmla="*/ 2987 h 2693126"/>
                <a:gd name="connsiteX223" fmla="*/ 1815678 w 3780091"/>
                <a:gd name="connsiteY223" fmla="*/ 21162 h 2693126"/>
                <a:gd name="connsiteX224" fmla="*/ 1822707 w 3780091"/>
                <a:gd name="connsiteY224" fmla="*/ 51489 h 2693126"/>
                <a:gd name="connsiteX225" fmla="*/ 1882877 w 3780091"/>
                <a:gd name="connsiteY225" fmla="*/ 23120 h 2693126"/>
                <a:gd name="connsiteX226" fmla="*/ 1914182 w 3780091"/>
                <a:gd name="connsiteY226" fmla="*/ 4042 h 2693126"/>
                <a:gd name="connsiteX227" fmla="*/ 1940289 w 3780091"/>
                <a:gd name="connsiteY227" fmla="*/ 11223 h 2693126"/>
                <a:gd name="connsiteX228" fmla="*/ 1949694 w 3780091"/>
                <a:gd name="connsiteY228" fmla="*/ 31877 h 2693126"/>
                <a:gd name="connsiteX229" fmla="*/ 1977492 w 3780091"/>
                <a:gd name="connsiteY229" fmla="*/ 34483 h 2693126"/>
                <a:gd name="connsiteX230" fmla="*/ 1999544 w 3780091"/>
                <a:gd name="connsiteY230" fmla="*/ 10575 h 2693126"/>
                <a:gd name="connsiteX231" fmla="*/ 2039988 w 3780091"/>
                <a:gd name="connsiteY231" fmla="*/ 12926 h 2693126"/>
                <a:gd name="connsiteX232" fmla="*/ 2075488 w 3780091"/>
                <a:gd name="connsiteY232" fmla="*/ 0 h 2693126"/>
                <a:gd name="connsiteX233" fmla="*/ 2091947 w 3780091"/>
                <a:gd name="connsiteY233" fmla="*/ 22993 h 2693126"/>
                <a:gd name="connsiteX234" fmla="*/ 2129773 w 3780091"/>
                <a:gd name="connsiteY234" fmla="*/ 20641 h 2693126"/>
                <a:gd name="connsiteX235" fmla="*/ 2136954 w 3780091"/>
                <a:gd name="connsiteY235" fmla="*/ 45337 h 2693126"/>
                <a:gd name="connsiteX236" fmla="*/ 2204165 w 3780091"/>
                <a:gd name="connsiteY236" fmla="*/ 54501 h 2693126"/>
                <a:gd name="connsiteX237" fmla="*/ 2217740 w 3780091"/>
                <a:gd name="connsiteY237" fmla="*/ 69131 h 2693126"/>
                <a:gd name="connsiteX238" fmla="*/ 2281939 w 3780091"/>
                <a:gd name="connsiteY238" fmla="*/ 65203 h 2693126"/>
                <a:gd name="connsiteX239" fmla="*/ 2382948 w 3780091"/>
                <a:gd name="connsiteY239" fmla="*/ 137613 h 2693126"/>
                <a:gd name="connsiteX240" fmla="*/ 2422502 w 3780091"/>
                <a:gd name="connsiteY240" fmla="*/ 123378 h 2693126"/>
                <a:gd name="connsiteX241" fmla="*/ 2442711 w 3780091"/>
                <a:gd name="connsiteY241" fmla="*/ 105342 h 2693126"/>
                <a:gd name="connsiteX242" fmla="*/ 2482252 w 3780091"/>
                <a:gd name="connsiteY242" fmla="*/ 112269 h 2693126"/>
                <a:gd name="connsiteX243" fmla="*/ 2486434 w 3780091"/>
                <a:gd name="connsiteY243" fmla="*/ 130038 h 2693126"/>
                <a:gd name="connsiteX244" fmla="*/ 2464509 w 3780091"/>
                <a:gd name="connsiteY244" fmla="*/ 148989 h 2693126"/>
                <a:gd name="connsiteX245" fmla="*/ 2507062 w 3780091"/>
                <a:gd name="connsiteY245" fmla="*/ 174994 h 2693126"/>
                <a:gd name="connsiteX246" fmla="*/ 2509401 w 3780091"/>
                <a:gd name="connsiteY246" fmla="*/ 216950 h 2693126"/>
                <a:gd name="connsiteX247" fmla="*/ 2468805 w 3780091"/>
                <a:gd name="connsiteY247" fmla="*/ 287276 h 2693126"/>
                <a:gd name="connsiteX248" fmla="*/ 2482913 w 3780091"/>
                <a:gd name="connsiteY248" fmla="*/ 305566 h 2693126"/>
                <a:gd name="connsiteX249" fmla="*/ 2482913 w 3780091"/>
                <a:gd name="connsiteY249" fmla="*/ 366092 h 2693126"/>
                <a:gd name="connsiteX250" fmla="*/ 2565136 w 3780091"/>
                <a:gd name="connsiteY250" fmla="*/ 406854 h 2693126"/>
                <a:gd name="connsiteX251" fmla="*/ 2590441 w 3780091"/>
                <a:gd name="connsiteY251" fmla="*/ 423326 h 2693126"/>
                <a:gd name="connsiteX252" fmla="*/ 2617069 w 3780091"/>
                <a:gd name="connsiteY252" fmla="*/ 431435 h 2693126"/>
                <a:gd name="connsiteX253" fmla="*/ 2696546 w 3780091"/>
                <a:gd name="connsiteY253" fmla="*/ 422144 h 2693126"/>
                <a:gd name="connsiteX254" fmla="*/ 2708938 w 3780091"/>
                <a:gd name="connsiteY254" fmla="*/ 458508 h 2693126"/>
                <a:gd name="connsiteX255" fmla="*/ 2745874 w 3780091"/>
                <a:gd name="connsiteY255" fmla="*/ 468943 h 2693126"/>
                <a:gd name="connsiteX256" fmla="*/ 2769757 w 3780091"/>
                <a:gd name="connsiteY256" fmla="*/ 459931 h 2693126"/>
                <a:gd name="connsiteX257" fmla="*/ 2850149 w 3780091"/>
                <a:gd name="connsiteY257" fmla="*/ 535087 h 2693126"/>
                <a:gd name="connsiteX258" fmla="*/ 2854331 w 3780091"/>
                <a:gd name="connsiteY258" fmla="*/ 575340 h 2693126"/>
                <a:gd name="connsiteX259" fmla="*/ 2929220 w 3780091"/>
                <a:gd name="connsiteY259" fmla="*/ 575340 h 2693126"/>
                <a:gd name="connsiteX260" fmla="*/ 2941371 w 3780091"/>
                <a:gd name="connsiteY260" fmla="*/ 613382 h 2693126"/>
                <a:gd name="connsiteX261" fmla="*/ 2957563 w 3780091"/>
                <a:gd name="connsiteY261" fmla="*/ 634036 h 2693126"/>
                <a:gd name="connsiteX262" fmla="*/ 2988220 w 3780091"/>
                <a:gd name="connsiteY262" fmla="*/ 613763 h 2693126"/>
                <a:gd name="connsiteX263" fmla="*/ 3020834 w 3780091"/>
                <a:gd name="connsiteY263" fmla="*/ 612721 h 2693126"/>
                <a:gd name="connsiteX264" fmla="*/ 3036761 w 3780091"/>
                <a:gd name="connsiteY264" fmla="*/ 599642 h 2693126"/>
                <a:gd name="connsiteX265" fmla="*/ 3066248 w 3780091"/>
                <a:gd name="connsiteY265" fmla="*/ 605539 h 2693126"/>
                <a:gd name="connsiteX266" fmla="*/ 3108268 w 3780091"/>
                <a:gd name="connsiteY266" fmla="*/ 575721 h 2693126"/>
                <a:gd name="connsiteX267" fmla="*/ 3136459 w 3780091"/>
                <a:gd name="connsiteY267" fmla="*/ 551941 h 2693126"/>
                <a:gd name="connsiteX268" fmla="*/ 3214754 w 3780091"/>
                <a:gd name="connsiteY268" fmla="*/ 540705 h 2693126"/>
                <a:gd name="connsiteX269" fmla="*/ 3214499 w 3780091"/>
                <a:gd name="connsiteY269" fmla="*/ 497833 h 2693126"/>
                <a:gd name="connsiteX270" fmla="*/ 3196744 w 3780091"/>
                <a:gd name="connsiteY270" fmla="*/ 474179 h 2693126"/>
                <a:gd name="connsiteX271" fmla="*/ 3216190 w 3780091"/>
                <a:gd name="connsiteY271" fmla="*/ 434168 h 2693126"/>
                <a:gd name="connsiteX272" fmla="*/ 3225710 w 3780091"/>
                <a:gd name="connsiteY272" fmla="*/ 357589 h 2693126"/>
                <a:gd name="connsiteX273" fmla="*/ 3260434 w 3780091"/>
                <a:gd name="connsiteY273" fmla="*/ 360601 h 2693126"/>
                <a:gd name="connsiteX274" fmla="*/ 3331955 w 3780091"/>
                <a:gd name="connsiteY274" fmla="*/ 380455 h 2693126"/>
                <a:gd name="connsiteX275" fmla="*/ 3380101 w 3780091"/>
                <a:gd name="connsiteY275" fmla="*/ 369867 h 2693126"/>
                <a:gd name="connsiteX276" fmla="*/ 3356219 w 3780091"/>
                <a:gd name="connsiteY276" fmla="*/ 327529 h 2693126"/>
                <a:gd name="connsiteX277" fmla="*/ 3365624 w 3780091"/>
                <a:gd name="connsiteY277" fmla="*/ 291445 h 2693126"/>
                <a:gd name="connsiteX278" fmla="*/ 3400984 w 3780091"/>
                <a:gd name="connsiteY278" fmla="*/ 283082 h 2693126"/>
                <a:gd name="connsiteX279" fmla="*/ 3401645 w 3780091"/>
                <a:gd name="connsiteY279" fmla="*/ 244798 h 2693126"/>
                <a:gd name="connsiteX280" fmla="*/ 3441186 w 3780091"/>
                <a:gd name="connsiteY280" fmla="*/ 165461 h 2693126"/>
                <a:gd name="connsiteX281" fmla="*/ 3480194 w 3780091"/>
                <a:gd name="connsiteY281" fmla="*/ 165461 h 2693126"/>
                <a:gd name="connsiteX282" fmla="*/ 3501471 w 3780091"/>
                <a:gd name="connsiteY282" fmla="*/ 140626 h 2693126"/>
                <a:gd name="connsiteX283" fmla="*/ 3538788 w 3780091"/>
                <a:gd name="connsiteY283" fmla="*/ 142850 h 2693126"/>
                <a:gd name="connsiteX284" fmla="*/ 3594522 w 3780091"/>
                <a:gd name="connsiteY284" fmla="*/ 205054 h 2693126"/>
                <a:gd name="connsiteX285" fmla="*/ 3599606 w 3780091"/>
                <a:gd name="connsiteY285" fmla="*/ 210799 h 2693126"/>
                <a:gd name="connsiteX286" fmla="*/ 3595425 w 3780091"/>
                <a:gd name="connsiteY286" fmla="*/ 253543 h 2693126"/>
                <a:gd name="connsiteX287" fmla="*/ 3657946 w 3780091"/>
                <a:gd name="connsiteY287" fmla="*/ 276154 h 2693126"/>
                <a:gd name="connsiteX288" fmla="*/ 3701530 w 3780091"/>
                <a:gd name="connsiteY288" fmla="*/ 307396 h 2693126"/>
                <a:gd name="connsiteX289" fmla="*/ 3737029 w 3780091"/>
                <a:gd name="connsiteY289" fmla="*/ 318124 h 2693126"/>
                <a:gd name="connsiteX290" fmla="*/ 3723976 w 3780091"/>
                <a:gd name="connsiteY290" fmla="*/ 337062 h 2693126"/>
                <a:gd name="connsiteX291" fmla="*/ 3732848 w 3780091"/>
                <a:gd name="connsiteY291" fmla="*/ 354195 h 2693126"/>
                <a:gd name="connsiteX292" fmla="*/ 3726975 w 3780091"/>
                <a:gd name="connsiteY292" fmla="*/ 386733 h 2693126"/>
                <a:gd name="connsiteX293" fmla="*/ 3710414 w 3780091"/>
                <a:gd name="connsiteY293" fmla="*/ 405557 h 2693126"/>
                <a:gd name="connsiteX294" fmla="*/ 3707529 w 3780091"/>
                <a:gd name="connsiteY294" fmla="*/ 445289 h 2693126"/>
                <a:gd name="connsiteX295" fmla="*/ 3687942 w 3780091"/>
                <a:gd name="connsiteY295" fmla="*/ 472476 h 2693126"/>
                <a:gd name="connsiteX296" fmla="*/ 3705698 w 3780091"/>
                <a:gd name="connsiteY296" fmla="*/ 516276 h 2693126"/>
                <a:gd name="connsiteX297" fmla="*/ 3702711 w 3780091"/>
                <a:gd name="connsiteY297" fmla="*/ 557037 h 2693126"/>
                <a:gd name="connsiteX298" fmla="*/ 3712218 w 3780091"/>
                <a:gd name="connsiteY298" fmla="*/ 578352 h 2693126"/>
                <a:gd name="connsiteX299" fmla="*/ 3704529 w 3780091"/>
                <a:gd name="connsiteY299" fmla="*/ 627363 h 2693126"/>
                <a:gd name="connsiteX300" fmla="*/ 3687434 w 3780091"/>
                <a:gd name="connsiteY300" fmla="*/ 645132 h 2693126"/>
                <a:gd name="connsiteX301" fmla="*/ 3692137 w 3780091"/>
                <a:gd name="connsiteY301" fmla="*/ 679386 h 2693126"/>
                <a:gd name="connsiteX302" fmla="*/ 3675168 w 3780091"/>
                <a:gd name="connsiteY302" fmla="*/ 723033 h 2693126"/>
                <a:gd name="connsiteX303" fmla="*/ 3620616 w 3780091"/>
                <a:gd name="connsiteY303" fmla="*/ 764862 h 2693126"/>
                <a:gd name="connsiteX304" fmla="*/ 3653764 w 3780091"/>
                <a:gd name="connsiteY304" fmla="*/ 817139 h 2693126"/>
                <a:gd name="connsiteX305" fmla="*/ 3663818 w 3780091"/>
                <a:gd name="connsiteY305" fmla="*/ 849156 h 2693126"/>
                <a:gd name="connsiteX306" fmla="*/ 3657946 w 3780091"/>
                <a:gd name="connsiteY306" fmla="*/ 878186 h 2693126"/>
                <a:gd name="connsiteX307" fmla="*/ 3573640 w 3780091"/>
                <a:gd name="connsiteY307" fmla="*/ 935700 h 2693126"/>
                <a:gd name="connsiteX308" fmla="*/ 3613054 w 3780091"/>
                <a:gd name="connsiteY308" fmla="*/ 977389 h 2693126"/>
                <a:gd name="connsiteX309" fmla="*/ 3606521 w 3780091"/>
                <a:gd name="connsiteY309" fmla="*/ 1010588 h 2693126"/>
                <a:gd name="connsiteX310" fmla="*/ 3578736 w 3780091"/>
                <a:gd name="connsiteY310" fmla="*/ 1019994 h 2693126"/>
                <a:gd name="connsiteX311" fmla="*/ 3568670 w 3780091"/>
                <a:gd name="connsiteY311" fmla="*/ 1063259 h 2693126"/>
                <a:gd name="connsiteX312" fmla="*/ 3541139 w 3780091"/>
                <a:gd name="connsiteY312" fmla="*/ 1081562 h 2693126"/>
                <a:gd name="connsiteX313" fmla="*/ 3562022 w 3780091"/>
                <a:gd name="connsiteY313" fmla="*/ 1115409 h 2693126"/>
                <a:gd name="connsiteX314" fmla="*/ 3566064 w 3780091"/>
                <a:gd name="connsiteY314" fmla="*/ 1168208 h 2693126"/>
                <a:gd name="connsiteX315" fmla="*/ 3575203 w 3780091"/>
                <a:gd name="connsiteY315" fmla="*/ 1185201 h 2693126"/>
                <a:gd name="connsiteX316" fmla="*/ 3583172 w 3780091"/>
                <a:gd name="connsiteY316" fmla="*/ 1217752 h 2693126"/>
                <a:gd name="connsiteX317" fmla="*/ 3596340 w 3780091"/>
                <a:gd name="connsiteY317" fmla="*/ 1219582 h 2693126"/>
                <a:gd name="connsiteX318" fmla="*/ 3635360 w 3780091"/>
                <a:gd name="connsiteY318" fmla="*/ 1214485 h 2693126"/>
                <a:gd name="connsiteX319" fmla="*/ 3683265 w 3780091"/>
                <a:gd name="connsiteY319" fmla="*/ 1201013 h 2693126"/>
                <a:gd name="connsiteX320" fmla="*/ 3712753 w 3780091"/>
                <a:gd name="connsiteY320" fmla="*/ 1220484 h 2693126"/>
                <a:gd name="connsiteX321" fmla="*/ 3757124 w 3780091"/>
                <a:gd name="connsiteY321" fmla="*/ 1258399 h 2693126"/>
                <a:gd name="connsiteX322" fmla="*/ 3780091 w 3780091"/>
                <a:gd name="connsiteY322" fmla="*/ 1277871 h 2693126"/>
                <a:gd name="connsiteX323" fmla="*/ 3765995 w 3780091"/>
                <a:gd name="connsiteY323" fmla="*/ 1315112 h 2693126"/>
                <a:gd name="connsiteX324" fmla="*/ 3774740 w 3780091"/>
                <a:gd name="connsiteY324" fmla="*/ 1358899 h 2693126"/>
                <a:gd name="connsiteX325" fmla="*/ 3768881 w 3780091"/>
                <a:gd name="connsiteY325" fmla="*/ 1389098 h 2693126"/>
                <a:gd name="connsiteX326" fmla="*/ 3751125 w 3780091"/>
                <a:gd name="connsiteY326" fmla="*/ 1422170 h 2693126"/>
                <a:gd name="connsiteX327" fmla="*/ 3758293 w 3780091"/>
                <a:gd name="connsiteY327" fmla="*/ 1454708 h 2693126"/>
                <a:gd name="connsiteX328" fmla="*/ 3746422 w 3780091"/>
                <a:gd name="connsiteY328" fmla="*/ 1499143 h 2693126"/>
                <a:gd name="connsiteX329" fmla="*/ 3723976 w 3780091"/>
                <a:gd name="connsiteY329" fmla="*/ 1506731 h 2693126"/>
                <a:gd name="connsiteX330" fmla="*/ 3719273 w 3780091"/>
                <a:gd name="connsiteY330" fmla="*/ 1522148 h 2693126"/>
                <a:gd name="connsiteX331" fmla="*/ 3698657 w 3780091"/>
                <a:gd name="connsiteY331" fmla="*/ 1539282 h 2693126"/>
                <a:gd name="connsiteX332" fmla="*/ 3628319 w 3780091"/>
                <a:gd name="connsiteY332" fmla="*/ 1482556 h 2693126"/>
                <a:gd name="connsiteX333" fmla="*/ 3588116 w 3780091"/>
                <a:gd name="connsiteY333" fmla="*/ 1499817 h 2693126"/>
                <a:gd name="connsiteX334" fmla="*/ 3528620 w 3780091"/>
                <a:gd name="connsiteY334" fmla="*/ 1474180 h 2693126"/>
                <a:gd name="connsiteX335" fmla="*/ 3499640 w 3780091"/>
                <a:gd name="connsiteY335" fmla="*/ 1471308 h 2693126"/>
                <a:gd name="connsiteX336" fmla="*/ 3495459 w 3780091"/>
                <a:gd name="connsiteY336" fmla="*/ 1495495 h 2693126"/>
                <a:gd name="connsiteX337" fmla="*/ 3467280 w 3780091"/>
                <a:gd name="connsiteY337" fmla="*/ 1507773 h 2693126"/>
                <a:gd name="connsiteX338" fmla="*/ 3440411 w 3780091"/>
                <a:gd name="connsiteY338" fmla="*/ 1481768 h 2693126"/>
                <a:gd name="connsiteX339" fmla="*/ 3417558 w 3780091"/>
                <a:gd name="connsiteY339" fmla="*/ 1504379 h 2693126"/>
                <a:gd name="connsiteX340" fmla="*/ 3368891 w 3780091"/>
                <a:gd name="connsiteY340" fmla="*/ 1482683 h 2693126"/>
                <a:gd name="connsiteX341" fmla="*/ 3375666 w 3780091"/>
                <a:gd name="connsiteY341" fmla="*/ 1461241 h 2693126"/>
                <a:gd name="connsiteX342" fmla="*/ 3348516 w 3780091"/>
                <a:gd name="connsiteY342" fmla="*/ 1429351 h 2693126"/>
                <a:gd name="connsiteX343" fmla="*/ 3322689 w 3780091"/>
                <a:gd name="connsiteY343" fmla="*/ 1408964 h 2693126"/>
                <a:gd name="connsiteX344" fmla="*/ 3291893 w 3780091"/>
                <a:gd name="connsiteY344" fmla="*/ 1428970 h 2693126"/>
                <a:gd name="connsiteX345" fmla="*/ 3270602 w 3780091"/>
                <a:gd name="connsiteY345" fmla="*/ 1409625 h 2693126"/>
                <a:gd name="connsiteX346" fmla="*/ 3264743 w 3780091"/>
                <a:gd name="connsiteY346" fmla="*/ 1367923 h 2693126"/>
                <a:gd name="connsiteX347" fmla="*/ 3292401 w 3780091"/>
                <a:gd name="connsiteY347" fmla="*/ 1306888 h 2693126"/>
                <a:gd name="connsiteX348" fmla="*/ 3267349 w 3780091"/>
                <a:gd name="connsiteY348" fmla="*/ 1277998 h 2693126"/>
                <a:gd name="connsiteX349" fmla="*/ 3250394 w 3780091"/>
                <a:gd name="connsiteY349" fmla="*/ 1240630 h 2693126"/>
                <a:gd name="connsiteX350" fmla="*/ 3238128 w 3780091"/>
                <a:gd name="connsiteY350" fmla="*/ 1249514 h 2693126"/>
                <a:gd name="connsiteX351" fmla="*/ 3226257 w 3780091"/>
                <a:gd name="connsiteY351" fmla="*/ 1260089 h 2693126"/>
                <a:gd name="connsiteX352" fmla="*/ 3215669 w 3780091"/>
                <a:gd name="connsiteY352" fmla="*/ 1295640 h 2693126"/>
                <a:gd name="connsiteX353" fmla="*/ 3160088 w 3780091"/>
                <a:gd name="connsiteY353" fmla="*/ 1278532 h 2693126"/>
                <a:gd name="connsiteX354" fmla="*/ 3141289 w 3780091"/>
                <a:gd name="connsiteY354" fmla="*/ 1281392 h 2693126"/>
                <a:gd name="connsiteX355" fmla="*/ 3027240 w 3780091"/>
                <a:gd name="connsiteY355" fmla="*/ 1341778 h 2693126"/>
                <a:gd name="connsiteX356" fmla="*/ 2975167 w 3780091"/>
                <a:gd name="connsiteY356" fmla="*/ 1327403 h 2693126"/>
                <a:gd name="connsiteX357" fmla="*/ 2971239 w 3780091"/>
                <a:gd name="connsiteY357" fmla="*/ 1354730 h 2693126"/>
                <a:gd name="connsiteX358" fmla="*/ 2982996 w 3780091"/>
                <a:gd name="connsiteY358" fmla="*/ 1400334 h 2693126"/>
                <a:gd name="connsiteX359" fmla="*/ 2968239 w 3780091"/>
                <a:gd name="connsiteY359" fmla="*/ 1428703 h 2693126"/>
                <a:gd name="connsiteX360" fmla="*/ 2939273 w 3780091"/>
                <a:gd name="connsiteY360" fmla="*/ 1434588 h 2693126"/>
                <a:gd name="connsiteX361" fmla="*/ 2950496 w 3780091"/>
                <a:gd name="connsiteY361" fmla="*/ 1458890 h 2693126"/>
                <a:gd name="connsiteX362" fmla="*/ 2905082 w 3780091"/>
                <a:gd name="connsiteY362" fmla="*/ 1515615 h 2693126"/>
                <a:gd name="connsiteX363" fmla="*/ 2863457 w 3780091"/>
                <a:gd name="connsiteY363" fmla="*/ 1530906 h 2693126"/>
                <a:gd name="connsiteX364" fmla="*/ 2890339 w 3780091"/>
                <a:gd name="connsiteY364" fmla="*/ 1564753 h 2693126"/>
                <a:gd name="connsiteX365" fmla="*/ 2886678 w 3780091"/>
                <a:gd name="connsiteY365" fmla="*/ 1616128 h 2693126"/>
                <a:gd name="connsiteX366" fmla="*/ 2865541 w 3780091"/>
                <a:gd name="connsiteY366" fmla="*/ 1634557 h 2693126"/>
                <a:gd name="connsiteX367" fmla="*/ 2880285 w 3780091"/>
                <a:gd name="connsiteY367" fmla="*/ 1674175 h 2693126"/>
                <a:gd name="connsiteX368" fmla="*/ 2867105 w 3780091"/>
                <a:gd name="connsiteY368" fmla="*/ 1721737 h 2693126"/>
                <a:gd name="connsiteX369" fmla="*/ 2885509 w 3780091"/>
                <a:gd name="connsiteY369" fmla="*/ 1753233 h 2693126"/>
                <a:gd name="connsiteX370" fmla="*/ 2863063 w 3780091"/>
                <a:gd name="connsiteY370" fmla="*/ 1812449 h 2693126"/>
                <a:gd name="connsiteX371" fmla="*/ 2867105 w 3780091"/>
                <a:gd name="connsiteY371" fmla="*/ 1828655 h 2693126"/>
                <a:gd name="connsiteX372" fmla="*/ 2902096 w 3780091"/>
                <a:gd name="connsiteY372" fmla="*/ 1826164 h 2693126"/>
                <a:gd name="connsiteX373" fmla="*/ 2907574 w 3780091"/>
                <a:gd name="connsiteY373" fmla="*/ 1866557 h 2693126"/>
                <a:gd name="connsiteX374" fmla="*/ 2949314 w 3780091"/>
                <a:gd name="connsiteY374" fmla="*/ 1864599 h 2693126"/>
                <a:gd name="connsiteX375" fmla="*/ 2959355 w 3780091"/>
                <a:gd name="connsiteY375" fmla="*/ 1885241 h 2693126"/>
                <a:gd name="connsiteX376" fmla="*/ 2995389 w 3780091"/>
                <a:gd name="connsiteY376" fmla="*/ 1882241 h 2693126"/>
                <a:gd name="connsiteX377" fmla="*/ 3004261 w 3780091"/>
                <a:gd name="connsiteY377" fmla="*/ 1862769 h 2693126"/>
                <a:gd name="connsiteX378" fmla="*/ 3056855 w 3780091"/>
                <a:gd name="connsiteY378" fmla="*/ 1846818 h 2693126"/>
                <a:gd name="connsiteX379" fmla="*/ 3080484 w 3780091"/>
                <a:gd name="connsiteY379" fmla="*/ 1858588 h 2693126"/>
                <a:gd name="connsiteX380" fmla="*/ 3098748 w 3780091"/>
                <a:gd name="connsiteY380" fmla="*/ 1901192 h 2693126"/>
                <a:gd name="connsiteX381" fmla="*/ 3120012 w 3780091"/>
                <a:gd name="connsiteY381" fmla="*/ 1892308 h 2693126"/>
                <a:gd name="connsiteX382" fmla="*/ 3136459 w 3780091"/>
                <a:gd name="connsiteY382" fmla="*/ 1926676 h 2693126"/>
                <a:gd name="connsiteX383" fmla="*/ 3124715 w 3780091"/>
                <a:gd name="connsiteY383" fmla="*/ 1937264 h 2693126"/>
                <a:gd name="connsiteX384" fmla="*/ 3133599 w 3780091"/>
                <a:gd name="connsiteY384" fmla="*/ 1978051 h 2693126"/>
                <a:gd name="connsiteX385" fmla="*/ 3108802 w 3780091"/>
                <a:gd name="connsiteY385" fmla="*/ 2004704 h 2693126"/>
                <a:gd name="connsiteX386" fmla="*/ 3088046 w 3780091"/>
                <a:gd name="connsiteY386" fmla="*/ 1991130 h 2693126"/>
                <a:gd name="connsiteX387" fmla="*/ 3051759 w 3780091"/>
                <a:gd name="connsiteY387" fmla="*/ 2015431 h 2693126"/>
                <a:gd name="connsiteX388" fmla="*/ 3064431 w 3780091"/>
                <a:gd name="connsiteY388" fmla="*/ 2064963 h 2693126"/>
                <a:gd name="connsiteX389" fmla="*/ 3024889 w 3780091"/>
                <a:gd name="connsiteY389" fmla="*/ 2092798 h 2693126"/>
                <a:gd name="connsiteX390" fmla="*/ 3016004 w 3780091"/>
                <a:gd name="connsiteY390" fmla="*/ 2149016 h 2693126"/>
                <a:gd name="connsiteX391" fmla="*/ 3034676 w 3780091"/>
                <a:gd name="connsiteY391" fmla="*/ 2200378 h 2693126"/>
                <a:gd name="connsiteX392" fmla="*/ 3084004 w 3780091"/>
                <a:gd name="connsiteY392" fmla="*/ 2228213 h 2693126"/>
                <a:gd name="connsiteX393" fmla="*/ 3090525 w 3780091"/>
                <a:gd name="connsiteY393" fmla="*/ 2242461 h 2693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3780091" h="2693126">
                  <a:moveTo>
                    <a:pt x="3090525" y="2242461"/>
                  </a:moveTo>
                  <a:lnTo>
                    <a:pt x="3118842" y="2259073"/>
                  </a:lnTo>
                  <a:lnTo>
                    <a:pt x="3139459" y="2324671"/>
                  </a:lnTo>
                  <a:lnTo>
                    <a:pt x="3160469" y="2339046"/>
                  </a:lnTo>
                  <a:lnTo>
                    <a:pt x="3165032" y="2367275"/>
                  </a:lnTo>
                  <a:lnTo>
                    <a:pt x="3150161" y="2397996"/>
                  </a:lnTo>
                  <a:lnTo>
                    <a:pt x="3122897" y="2422832"/>
                  </a:lnTo>
                  <a:lnTo>
                    <a:pt x="3104874" y="2452243"/>
                  </a:lnTo>
                  <a:lnTo>
                    <a:pt x="3085695" y="2473685"/>
                  </a:lnTo>
                  <a:lnTo>
                    <a:pt x="3047323" y="2477867"/>
                  </a:lnTo>
                  <a:lnTo>
                    <a:pt x="2981026" y="2465182"/>
                  </a:lnTo>
                  <a:lnTo>
                    <a:pt x="2951157" y="2497326"/>
                  </a:lnTo>
                  <a:lnTo>
                    <a:pt x="2890847" y="2463606"/>
                  </a:lnTo>
                  <a:lnTo>
                    <a:pt x="2927008" y="2405444"/>
                  </a:lnTo>
                  <a:lnTo>
                    <a:pt x="2916166" y="2350155"/>
                  </a:lnTo>
                  <a:lnTo>
                    <a:pt x="2861233" y="2322586"/>
                  </a:lnTo>
                  <a:lnTo>
                    <a:pt x="2790500" y="2307690"/>
                  </a:lnTo>
                  <a:lnTo>
                    <a:pt x="2775756" y="2270296"/>
                  </a:lnTo>
                  <a:lnTo>
                    <a:pt x="2792330" y="2254218"/>
                  </a:lnTo>
                  <a:lnTo>
                    <a:pt x="2789331" y="2219316"/>
                  </a:lnTo>
                  <a:lnTo>
                    <a:pt x="2747959" y="2189777"/>
                  </a:lnTo>
                  <a:lnTo>
                    <a:pt x="2757491" y="2153185"/>
                  </a:lnTo>
                  <a:lnTo>
                    <a:pt x="2782277" y="2127192"/>
                  </a:lnTo>
                  <a:lnTo>
                    <a:pt x="2781629" y="2101047"/>
                  </a:lnTo>
                  <a:lnTo>
                    <a:pt x="2746268" y="2101047"/>
                  </a:lnTo>
                  <a:lnTo>
                    <a:pt x="2689492" y="2028891"/>
                  </a:lnTo>
                  <a:lnTo>
                    <a:pt x="2652302" y="2041970"/>
                  </a:lnTo>
                  <a:lnTo>
                    <a:pt x="2660526" y="2063794"/>
                  </a:lnTo>
                  <a:lnTo>
                    <a:pt x="2626996" y="2067455"/>
                  </a:lnTo>
                  <a:lnTo>
                    <a:pt x="2598144" y="2020401"/>
                  </a:lnTo>
                  <a:lnTo>
                    <a:pt x="2556645" y="2041182"/>
                  </a:lnTo>
                  <a:lnTo>
                    <a:pt x="2534860" y="2079224"/>
                  </a:lnTo>
                  <a:lnTo>
                    <a:pt x="2444414" y="2085884"/>
                  </a:lnTo>
                  <a:lnTo>
                    <a:pt x="2404873" y="2131361"/>
                  </a:lnTo>
                  <a:lnTo>
                    <a:pt x="2349011" y="2147707"/>
                  </a:lnTo>
                  <a:lnTo>
                    <a:pt x="2319778" y="2166530"/>
                  </a:lnTo>
                  <a:lnTo>
                    <a:pt x="2249719" y="2121295"/>
                  </a:lnTo>
                  <a:lnTo>
                    <a:pt x="2221782" y="2151748"/>
                  </a:lnTo>
                  <a:lnTo>
                    <a:pt x="2232357" y="2175288"/>
                  </a:lnTo>
                  <a:lnTo>
                    <a:pt x="2214207" y="2208093"/>
                  </a:lnTo>
                  <a:lnTo>
                    <a:pt x="2236005" y="2212274"/>
                  </a:lnTo>
                  <a:lnTo>
                    <a:pt x="2232865" y="2243631"/>
                  </a:lnTo>
                  <a:lnTo>
                    <a:pt x="2211728" y="2260370"/>
                  </a:lnTo>
                  <a:lnTo>
                    <a:pt x="2208741" y="2294878"/>
                  </a:lnTo>
                  <a:lnTo>
                    <a:pt x="2151710" y="2299187"/>
                  </a:lnTo>
                  <a:lnTo>
                    <a:pt x="2128730" y="2270691"/>
                  </a:lnTo>
                  <a:lnTo>
                    <a:pt x="2059829" y="2319053"/>
                  </a:lnTo>
                  <a:lnTo>
                    <a:pt x="2015318" y="2319981"/>
                  </a:lnTo>
                  <a:lnTo>
                    <a:pt x="1981915" y="2298284"/>
                  </a:lnTo>
                  <a:lnTo>
                    <a:pt x="1927897" y="2301005"/>
                  </a:lnTo>
                  <a:lnTo>
                    <a:pt x="1881047" y="2267551"/>
                  </a:lnTo>
                  <a:lnTo>
                    <a:pt x="1863024" y="2282447"/>
                  </a:lnTo>
                  <a:lnTo>
                    <a:pt x="1825706" y="2244164"/>
                  </a:lnTo>
                  <a:lnTo>
                    <a:pt x="1793092" y="2189536"/>
                  </a:lnTo>
                  <a:lnTo>
                    <a:pt x="1763338" y="2124180"/>
                  </a:lnTo>
                  <a:lnTo>
                    <a:pt x="1748848" y="2092544"/>
                  </a:lnTo>
                  <a:lnTo>
                    <a:pt x="1679679" y="2061697"/>
                  </a:lnTo>
                  <a:lnTo>
                    <a:pt x="1678649" y="2038424"/>
                  </a:lnTo>
                  <a:lnTo>
                    <a:pt x="1694423" y="2022359"/>
                  </a:lnTo>
                  <a:lnTo>
                    <a:pt x="1662190" y="1930997"/>
                  </a:lnTo>
                  <a:lnTo>
                    <a:pt x="1661542" y="1809564"/>
                  </a:lnTo>
                  <a:lnTo>
                    <a:pt x="1676819" y="1795977"/>
                  </a:lnTo>
                  <a:lnTo>
                    <a:pt x="1673934" y="1758724"/>
                  </a:lnTo>
                  <a:lnTo>
                    <a:pt x="1641446" y="1759905"/>
                  </a:lnTo>
                  <a:lnTo>
                    <a:pt x="1638447" y="1729185"/>
                  </a:lnTo>
                  <a:lnTo>
                    <a:pt x="1674595" y="1719792"/>
                  </a:lnTo>
                  <a:lnTo>
                    <a:pt x="1668596" y="1672993"/>
                  </a:lnTo>
                  <a:lnTo>
                    <a:pt x="1650967" y="1679781"/>
                  </a:lnTo>
                  <a:lnTo>
                    <a:pt x="1617831" y="1700689"/>
                  </a:lnTo>
                  <a:lnTo>
                    <a:pt x="1598893" y="1726185"/>
                  </a:lnTo>
                  <a:lnTo>
                    <a:pt x="1602427" y="1765790"/>
                  </a:lnTo>
                  <a:lnTo>
                    <a:pt x="1570841" y="1792978"/>
                  </a:lnTo>
                  <a:lnTo>
                    <a:pt x="1525314" y="1775590"/>
                  </a:lnTo>
                  <a:lnTo>
                    <a:pt x="1477930" y="1709980"/>
                  </a:lnTo>
                  <a:lnTo>
                    <a:pt x="1489153" y="1684483"/>
                  </a:lnTo>
                  <a:lnTo>
                    <a:pt x="1466173" y="1668545"/>
                  </a:lnTo>
                  <a:lnTo>
                    <a:pt x="1445964" y="1681217"/>
                  </a:lnTo>
                  <a:lnTo>
                    <a:pt x="1360729" y="1687368"/>
                  </a:lnTo>
                  <a:lnTo>
                    <a:pt x="1322116" y="1715471"/>
                  </a:lnTo>
                  <a:lnTo>
                    <a:pt x="1301487" y="1718330"/>
                  </a:lnTo>
                  <a:lnTo>
                    <a:pt x="1288319" y="1751669"/>
                  </a:lnTo>
                  <a:lnTo>
                    <a:pt x="1298360" y="1759905"/>
                  </a:lnTo>
                  <a:lnTo>
                    <a:pt x="1289616" y="1801862"/>
                  </a:lnTo>
                  <a:lnTo>
                    <a:pt x="1296797" y="1815182"/>
                  </a:lnTo>
                  <a:lnTo>
                    <a:pt x="1290137" y="1831400"/>
                  </a:lnTo>
                  <a:lnTo>
                    <a:pt x="1268478" y="1849449"/>
                  </a:lnTo>
                  <a:lnTo>
                    <a:pt x="1233487" y="1861053"/>
                  </a:lnTo>
                  <a:lnTo>
                    <a:pt x="1240160" y="1907471"/>
                  </a:lnTo>
                  <a:lnTo>
                    <a:pt x="1300839" y="1951372"/>
                  </a:lnTo>
                  <a:lnTo>
                    <a:pt x="1311935" y="1987596"/>
                  </a:lnTo>
                  <a:lnTo>
                    <a:pt x="1295742" y="2014376"/>
                  </a:lnTo>
                  <a:lnTo>
                    <a:pt x="1314795" y="2045631"/>
                  </a:lnTo>
                  <a:lnTo>
                    <a:pt x="1301741" y="2064569"/>
                  </a:lnTo>
                  <a:lnTo>
                    <a:pt x="1299009" y="2095557"/>
                  </a:lnTo>
                  <a:lnTo>
                    <a:pt x="1307626" y="2120520"/>
                  </a:lnTo>
                  <a:lnTo>
                    <a:pt x="1341155" y="2130459"/>
                  </a:lnTo>
                  <a:lnTo>
                    <a:pt x="1347421" y="2167954"/>
                  </a:lnTo>
                  <a:lnTo>
                    <a:pt x="1338308" y="2190057"/>
                  </a:lnTo>
                  <a:lnTo>
                    <a:pt x="1350943" y="2216456"/>
                  </a:lnTo>
                  <a:lnTo>
                    <a:pt x="1341944" y="2243237"/>
                  </a:lnTo>
                  <a:lnTo>
                    <a:pt x="1321073" y="2253837"/>
                  </a:lnTo>
                  <a:lnTo>
                    <a:pt x="1322624" y="2305072"/>
                  </a:lnTo>
                  <a:lnTo>
                    <a:pt x="1294306" y="2352392"/>
                  </a:lnTo>
                  <a:lnTo>
                    <a:pt x="1274732" y="2365458"/>
                  </a:lnTo>
                  <a:lnTo>
                    <a:pt x="1266521" y="2398530"/>
                  </a:lnTo>
                  <a:lnTo>
                    <a:pt x="1258818" y="2457073"/>
                  </a:lnTo>
                  <a:lnTo>
                    <a:pt x="1251764" y="2505562"/>
                  </a:lnTo>
                  <a:lnTo>
                    <a:pt x="1226967" y="2502690"/>
                  </a:lnTo>
                  <a:lnTo>
                    <a:pt x="1203352" y="2515629"/>
                  </a:lnTo>
                  <a:lnTo>
                    <a:pt x="1199830" y="2558894"/>
                  </a:lnTo>
                  <a:lnTo>
                    <a:pt x="1186269" y="2572494"/>
                  </a:lnTo>
                  <a:lnTo>
                    <a:pt x="1156768" y="2577578"/>
                  </a:lnTo>
                  <a:lnTo>
                    <a:pt x="1142546" y="2663461"/>
                  </a:lnTo>
                  <a:lnTo>
                    <a:pt x="1121930" y="2693127"/>
                  </a:lnTo>
                  <a:lnTo>
                    <a:pt x="1098696" y="2689848"/>
                  </a:lnTo>
                  <a:lnTo>
                    <a:pt x="1086430" y="2689848"/>
                  </a:lnTo>
                  <a:lnTo>
                    <a:pt x="1071280" y="2691564"/>
                  </a:lnTo>
                  <a:lnTo>
                    <a:pt x="1029146" y="2665291"/>
                  </a:lnTo>
                  <a:lnTo>
                    <a:pt x="985943" y="2601766"/>
                  </a:lnTo>
                  <a:lnTo>
                    <a:pt x="923168" y="2567270"/>
                  </a:lnTo>
                  <a:lnTo>
                    <a:pt x="887160" y="2498648"/>
                  </a:lnTo>
                  <a:lnTo>
                    <a:pt x="893019" y="2440880"/>
                  </a:lnTo>
                  <a:lnTo>
                    <a:pt x="895231" y="2418383"/>
                  </a:lnTo>
                  <a:lnTo>
                    <a:pt x="864574" y="2378257"/>
                  </a:lnTo>
                  <a:lnTo>
                    <a:pt x="846957" y="2328077"/>
                  </a:lnTo>
                  <a:lnTo>
                    <a:pt x="866671" y="2297356"/>
                  </a:lnTo>
                  <a:lnTo>
                    <a:pt x="888075" y="2262594"/>
                  </a:lnTo>
                  <a:lnTo>
                    <a:pt x="868234" y="2235280"/>
                  </a:lnTo>
                  <a:lnTo>
                    <a:pt x="867319" y="2209923"/>
                  </a:lnTo>
                  <a:lnTo>
                    <a:pt x="879190" y="2176584"/>
                  </a:lnTo>
                  <a:lnTo>
                    <a:pt x="919266" y="2147834"/>
                  </a:lnTo>
                  <a:lnTo>
                    <a:pt x="925265" y="2086139"/>
                  </a:lnTo>
                  <a:lnTo>
                    <a:pt x="908551" y="2041043"/>
                  </a:lnTo>
                  <a:lnTo>
                    <a:pt x="940009" y="1968251"/>
                  </a:lnTo>
                  <a:lnTo>
                    <a:pt x="902946" y="1897544"/>
                  </a:lnTo>
                  <a:lnTo>
                    <a:pt x="920168" y="1827740"/>
                  </a:lnTo>
                  <a:lnTo>
                    <a:pt x="885062" y="1775590"/>
                  </a:lnTo>
                  <a:lnTo>
                    <a:pt x="834959" y="1780420"/>
                  </a:lnTo>
                  <a:lnTo>
                    <a:pt x="811203" y="1764875"/>
                  </a:lnTo>
                  <a:lnTo>
                    <a:pt x="802980" y="1736887"/>
                  </a:lnTo>
                  <a:lnTo>
                    <a:pt x="805319" y="1730621"/>
                  </a:lnTo>
                  <a:lnTo>
                    <a:pt x="769311" y="1684356"/>
                  </a:lnTo>
                  <a:lnTo>
                    <a:pt x="762396" y="1629207"/>
                  </a:lnTo>
                  <a:lnTo>
                    <a:pt x="754694" y="1617183"/>
                  </a:lnTo>
                  <a:lnTo>
                    <a:pt x="772971" y="1516658"/>
                  </a:lnTo>
                  <a:lnTo>
                    <a:pt x="807416" y="1463211"/>
                  </a:lnTo>
                  <a:lnTo>
                    <a:pt x="786533" y="1414188"/>
                  </a:lnTo>
                  <a:lnTo>
                    <a:pt x="727418" y="1382311"/>
                  </a:lnTo>
                  <a:lnTo>
                    <a:pt x="661007" y="1408583"/>
                  </a:lnTo>
                  <a:lnTo>
                    <a:pt x="638688" y="1408964"/>
                  </a:lnTo>
                  <a:lnTo>
                    <a:pt x="642069" y="1362953"/>
                  </a:lnTo>
                  <a:lnTo>
                    <a:pt x="628240" y="1327937"/>
                  </a:lnTo>
                  <a:lnTo>
                    <a:pt x="597443" y="1360996"/>
                  </a:lnTo>
                  <a:lnTo>
                    <a:pt x="556860" y="1349887"/>
                  </a:lnTo>
                  <a:lnTo>
                    <a:pt x="524360" y="1368571"/>
                  </a:lnTo>
                  <a:lnTo>
                    <a:pt x="547060" y="1436812"/>
                  </a:lnTo>
                  <a:lnTo>
                    <a:pt x="519530" y="1466605"/>
                  </a:lnTo>
                  <a:lnTo>
                    <a:pt x="372854" y="1529864"/>
                  </a:lnTo>
                  <a:lnTo>
                    <a:pt x="277578" y="1519543"/>
                  </a:lnTo>
                  <a:lnTo>
                    <a:pt x="206210" y="1495622"/>
                  </a:lnTo>
                  <a:lnTo>
                    <a:pt x="101542" y="1506604"/>
                  </a:lnTo>
                  <a:lnTo>
                    <a:pt x="57310" y="1486077"/>
                  </a:lnTo>
                  <a:lnTo>
                    <a:pt x="56510" y="1379553"/>
                  </a:lnTo>
                  <a:lnTo>
                    <a:pt x="0" y="1322052"/>
                  </a:lnTo>
                  <a:lnTo>
                    <a:pt x="5758" y="1278926"/>
                  </a:lnTo>
                  <a:lnTo>
                    <a:pt x="54044" y="1235648"/>
                  </a:lnTo>
                  <a:lnTo>
                    <a:pt x="43215" y="1198280"/>
                  </a:lnTo>
                  <a:lnTo>
                    <a:pt x="40202" y="1152790"/>
                  </a:lnTo>
                  <a:lnTo>
                    <a:pt x="80646" y="1123124"/>
                  </a:lnTo>
                  <a:lnTo>
                    <a:pt x="114455" y="1130966"/>
                  </a:lnTo>
                  <a:lnTo>
                    <a:pt x="183370" y="1080647"/>
                  </a:lnTo>
                  <a:lnTo>
                    <a:pt x="191848" y="1019867"/>
                  </a:lnTo>
                  <a:lnTo>
                    <a:pt x="233093" y="988358"/>
                  </a:lnTo>
                  <a:lnTo>
                    <a:pt x="262720" y="1041042"/>
                  </a:lnTo>
                  <a:lnTo>
                    <a:pt x="325610" y="1013194"/>
                  </a:lnTo>
                  <a:lnTo>
                    <a:pt x="336706" y="933069"/>
                  </a:lnTo>
                  <a:lnTo>
                    <a:pt x="366207" y="921706"/>
                  </a:lnTo>
                  <a:lnTo>
                    <a:pt x="351704" y="867332"/>
                  </a:lnTo>
                  <a:lnTo>
                    <a:pt x="354843" y="845114"/>
                  </a:lnTo>
                  <a:lnTo>
                    <a:pt x="390991" y="838301"/>
                  </a:lnTo>
                  <a:lnTo>
                    <a:pt x="453500" y="781080"/>
                  </a:lnTo>
                  <a:lnTo>
                    <a:pt x="495787" y="780673"/>
                  </a:lnTo>
                  <a:lnTo>
                    <a:pt x="529838" y="789291"/>
                  </a:lnTo>
                  <a:lnTo>
                    <a:pt x="558029" y="832684"/>
                  </a:lnTo>
                  <a:lnTo>
                    <a:pt x="615581" y="803158"/>
                  </a:lnTo>
                  <a:lnTo>
                    <a:pt x="722067" y="785643"/>
                  </a:lnTo>
                  <a:lnTo>
                    <a:pt x="772971" y="713233"/>
                  </a:lnTo>
                  <a:lnTo>
                    <a:pt x="793053" y="623054"/>
                  </a:lnTo>
                  <a:lnTo>
                    <a:pt x="808725" y="603048"/>
                  </a:lnTo>
                  <a:lnTo>
                    <a:pt x="833789" y="593376"/>
                  </a:lnTo>
                  <a:lnTo>
                    <a:pt x="893934" y="604091"/>
                  </a:lnTo>
                  <a:lnTo>
                    <a:pt x="928773" y="664223"/>
                  </a:lnTo>
                  <a:lnTo>
                    <a:pt x="974974" y="633489"/>
                  </a:lnTo>
                  <a:lnTo>
                    <a:pt x="984113" y="620830"/>
                  </a:lnTo>
                  <a:lnTo>
                    <a:pt x="1004208" y="585534"/>
                  </a:lnTo>
                  <a:lnTo>
                    <a:pt x="1018698" y="568019"/>
                  </a:lnTo>
                  <a:lnTo>
                    <a:pt x="1099878" y="567765"/>
                  </a:lnTo>
                  <a:lnTo>
                    <a:pt x="1133534" y="535735"/>
                  </a:lnTo>
                  <a:lnTo>
                    <a:pt x="1162628" y="489216"/>
                  </a:lnTo>
                  <a:lnTo>
                    <a:pt x="1205309" y="461634"/>
                  </a:lnTo>
                  <a:lnTo>
                    <a:pt x="1240682" y="485403"/>
                  </a:lnTo>
                  <a:lnTo>
                    <a:pt x="1296797" y="481628"/>
                  </a:lnTo>
                  <a:lnTo>
                    <a:pt x="1395708" y="502155"/>
                  </a:lnTo>
                  <a:lnTo>
                    <a:pt x="1463580" y="510124"/>
                  </a:lnTo>
                  <a:lnTo>
                    <a:pt x="1544226" y="512208"/>
                  </a:lnTo>
                  <a:lnTo>
                    <a:pt x="1603469" y="567231"/>
                  </a:lnTo>
                  <a:lnTo>
                    <a:pt x="1611819" y="574946"/>
                  </a:lnTo>
                  <a:lnTo>
                    <a:pt x="1637532" y="542535"/>
                  </a:lnTo>
                  <a:lnTo>
                    <a:pt x="1652403" y="526584"/>
                  </a:lnTo>
                  <a:lnTo>
                    <a:pt x="1650064" y="499397"/>
                  </a:lnTo>
                  <a:lnTo>
                    <a:pt x="1675637" y="468689"/>
                  </a:lnTo>
                  <a:lnTo>
                    <a:pt x="1708010" y="364249"/>
                  </a:lnTo>
                  <a:lnTo>
                    <a:pt x="1713221" y="337596"/>
                  </a:lnTo>
                  <a:lnTo>
                    <a:pt x="1751848" y="330656"/>
                  </a:lnTo>
                  <a:lnTo>
                    <a:pt x="1761380" y="279955"/>
                  </a:lnTo>
                  <a:lnTo>
                    <a:pt x="1805218" y="266622"/>
                  </a:lnTo>
                  <a:lnTo>
                    <a:pt x="1730850" y="168588"/>
                  </a:lnTo>
                  <a:lnTo>
                    <a:pt x="1691029" y="99839"/>
                  </a:lnTo>
                  <a:lnTo>
                    <a:pt x="1677327" y="79973"/>
                  </a:lnTo>
                  <a:lnTo>
                    <a:pt x="1660754" y="54361"/>
                  </a:lnTo>
                  <a:lnTo>
                    <a:pt x="1657614" y="46646"/>
                  </a:lnTo>
                  <a:lnTo>
                    <a:pt x="1768168" y="9800"/>
                  </a:lnTo>
                  <a:lnTo>
                    <a:pt x="1786572" y="2987"/>
                  </a:lnTo>
                  <a:lnTo>
                    <a:pt x="1815678" y="21162"/>
                  </a:lnTo>
                  <a:lnTo>
                    <a:pt x="1822707" y="51489"/>
                  </a:lnTo>
                  <a:lnTo>
                    <a:pt x="1882877" y="23120"/>
                  </a:lnTo>
                  <a:lnTo>
                    <a:pt x="1914182" y="4042"/>
                  </a:lnTo>
                  <a:lnTo>
                    <a:pt x="1940289" y="11223"/>
                  </a:lnTo>
                  <a:lnTo>
                    <a:pt x="1949694" y="31877"/>
                  </a:lnTo>
                  <a:lnTo>
                    <a:pt x="1977492" y="34483"/>
                  </a:lnTo>
                  <a:lnTo>
                    <a:pt x="1999544" y="10575"/>
                  </a:lnTo>
                  <a:lnTo>
                    <a:pt x="2039988" y="12926"/>
                  </a:lnTo>
                  <a:lnTo>
                    <a:pt x="2075488" y="0"/>
                  </a:lnTo>
                  <a:lnTo>
                    <a:pt x="2091947" y="22993"/>
                  </a:lnTo>
                  <a:lnTo>
                    <a:pt x="2129773" y="20641"/>
                  </a:lnTo>
                  <a:lnTo>
                    <a:pt x="2136954" y="45337"/>
                  </a:lnTo>
                  <a:lnTo>
                    <a:pt x="2204165" y="54501"/>
                  </a:lnTo>
                  <a:lnTo>
                    <a:pt x="2217740" y="69131"/>
                  </a:lnTo>
                  <a:lnTo>
                    <a:pt x="2281939" y="65203"/>
                  </a:lnTo>
                  <a:lnTo>
                    <a:pt x="2382948" y="137613"/>
                  </a:lnTo>
                  <a:lnTo>
                    <a:pt x="2422502" y="123378"/>
                  </a:lnTo>
                  <a:lnTo>
                    <a:pt x="2442711" y="105342"/>
                  </a:lnTo>
                  <a:lnTo>
                    <a:pt x="2482252" y="112269"/>
                  </a:lnTo>
                  <a:lnTo>
                    <a:pt x="2486434" y="130038"/>
                  </a:lnTo>
                  <a:lnTo>
                    <a:pt x="2464509" y="148989"/>
                  </a:lnTo>
                  <a:lnTo>
                    <a:pt x="2507062" y="174994"/>
                  </a:lnTo>
                  <a:lnTo>
                    <a:pt x="2509401" y="216950"/>
                  </a:lnTo>
                  <a:lnTo>
                    <a:pt x="2468805" y="287276"/>
                  </a:lnTo>
                  <a:lnTo>
                    <a:pt x="2482913" y="305566"/>
                  </a:lnTo>
                  <a:lnTo>
                    <a:pt x="2482913" y="366092"/>
                  </a:lnTo>
                  <a:lnTo>
                    <a:pt x="2565136" y="406854"/>
                  </a:lnTo>
                  <a:lnTo>
                    <a:pt x="2590441" y="423326"/>
                  </a:lnTo>
                  <a:lnTo>
                    <a:pt x="2617069" y="431435"/>
                  </a:lnTo>
                  <a:lnTo>
                    <a:pt x="2696546" y="422144"/>
                  </a:lnTo>
                  <a:lnTo>
                    <a:pt x="2708938" y="458508"/>
                  </a:lnTo>
                  <a:lnTo>
                    <a:pt x="2745874" y="468943"/>
                  </a:lnTo>
                  <a:lnTo>
                    <a:pt x="2769757" y="459931"/>
                  </a:lnTo>
                  <a:lnTo>
                    <a:pt x="2850149" y="535087"/>
                  </a:lnTo>
                  <a:lnTo>
                    <a:pt x="2854331" y="575340"/>
                  </a:lnTo>
                  <a:lnTo>
                    <a:pt x="2929220" y="575340"/>
                  </a:lnTo>
                  <a:lnTo>
                    <a:pt x="2941371" y="613382"/>
                  </a:lnTo>
                  <a:lnTo>
                    <a:pt x="2957563" y="634036"/>
                  </a:lnTo>
                  <a:lnTo>
                    <a:pt x="2988220" y="613763"/>
                  </a:lnTo>
                  <a:lnTo>
                    <a:pt x="3020834" y="612721"/>
                  </a:lnTo>
                  <a:lnTo>
                    <a:pt x="3036761" y="599642"/>
                  </a:lnTo>
                  <a:lnTo>
                    <a:pt x="3066248" y="605539"/>
                  </a:lnTo>
                  <a:lnTo>
                    <a:pt x="3108268" y="575721"/>
                  </a:lnTo>
                  <a:lnTo>
                    <a:pt x="3136459" y="551941"/>
                  </a:lnTo>
                  <a:lnTo>
                    <a:pt x="3214754" y="540705"/>
                  </a:lnTo>
                  <a:lnTo>
                    <a:pt x="3214499" y="497833"/>
                  </a:lnTo>
                  <a:lnTo>
                    <a:pt x="3196744" y="474179"/>
                  </a:lnTo>
                  <a:lnTo>
                    <a:pt x="3216190" y="434168"/>
                  </a:lnTo>
                  <a:lnTo>
                    <a:pt x="3225710" y="357589"/>
                  </a:lnTo>
                  <a:lnTo>
                    <a:pt x="3260434" y="360601"/>
                  </a:lnTo>
                  <a:lnTo>
                    <a:pt x="3331955" y="380455"/>
                  </a:lnTo>
                  <a:lnTo>
                    <a:pt x="3380101" y="369867"/>
                  </a:lnTo>
                  <a:lnTo>
                    <a:pt x="3356219" y="327529"/>
                  </a:lnTo>
                  <a:lnTo>
                    <a:pt x="3365624" y="291445"/>
                  </a:lnTo>
                  <a:lnTo>
                    <a:pt x="3400984" y="283082"/>
                  </a:lnTo>
                  <a:lnTo>
                    <a:pt x="3401645" y="244798"/>
                  </a:lnTo>
                  <a:lnTo>
                    <a:pt x="3441186" y="165461"/>
                  </a:lnTo>
                  <a:lnTo>
                    <a:pt x="3480194" y="165461"/>
                  </a:lnTo>
                  <a:lnTo>
                    <a:pt x="3501471" y="140626"/>
                  </a:lnTo>
                  <a:lnTo>
                    <a:pt x="3538788" y="142850"/>
                  </a:lnTo>
                  <a:lnTo>
                    <a:pt x="3594522" y="205054"/>
                  </a:lnTo>
                  <a:lnTo>
                    <a:pt x="3599606" y="210799"/>
                  </a:lnTo>
                  <a:lnTo>
                    <a:pt x="3595425" y="253543"/>
                  </a:lnTo>
                  <a:lnTo>
                    <a:pt x="3657946" y="276154"/>
                  </a:lnTo>
                  <a:lnTo>
                    <a:pt x="3701530" y="307396"/>
                  </a:lnTo>
                  <a:lnTo>
                    <a:pt x="3737029" y="318124"/>
                  </a:lnTo>
                  <a:lnTo>
                    <a:pt x="3723976" y="337062"/>
                  </a:lnTo>
                  <a:lnTo>
                    <a:pt x="3732848" y="354195"/>
                  </a:lnTo>
                  <a:lnTo>
                    <a:pt x="3726975" y="386733"/>
                  </a:lnTo>
                  <a:lnTo>
                    <a:pt x="3710414" y="405557"/>
                  </a:lnTo>
                  <a:lnTo>
                    <a:pt x="3707529" y="445289"/>
                  </a:lnTo>
                  <a:lnTo>
                    <a:pt x="3687942" y="472476"/>
                  </a:lnTo>
                  <a:lnTo>
                    <a:pt x="3705698" y="516276"/>
                  </a:lnTo>
                  <a:lnTo>
                    <a:pt x="3702711" y="557037"/>
                  </a:lnTo>
                  <a:lnTo>
                    <a:pt x="3712218" y="578352"/>
                  </a:lnTo>
                  <a:lnTo>
                    <a:pt x="3704529" y="627363"/>
                  </a:lnTo>
                  <a:lnTo>
                    <a:pt x="3687434" y="645132"/>
                  </a:lnTo>
                  <a:lnTo>
                    <a:pt x="3692137" y="679386"/>
                  </a:lnTo>
                  <a:lnTo>
                    <a:pt x="3675168" y="723033"/>
                  </a:lnTo>
                  <a:lnTo>
                    <a:pt x="3620616" y="764862"/>
                  </a:lnTo>
                  <a:lnTo>
                    <a:pt x="3653764" y="817139"/>
                  </a:lnTo>
                  <a:lnTo>
                    <a:pt x="3663818" y="849156"/>
                  </a:lnTo>
                  <a:lnTo>
                    <a:pt x="3657946" y="878186"/>
                  </a:lnTo>
                  <a:lnTo>
                    <a:pt x="3573640" y="935700"/>
                  </a:lnTo>
                  <a:lnTo>
                    <a:pt x="3613054" y="977389"/>
                  </a:lnTo>
                  <a:lnTo>
                    <a:pt x="3606521" y="1010588"/>
                  </a:lnTo>
                  <a:lnTo>
                    <a:pt x="3578736" y="1019994"/>
                  </a:lnTo>
                  <a:lnTo>
                    <a:pt x="3568670" y="1063259"/>
                  </a:lnTo>
                  <a:lnTo>
                    <a:pt x="3541139" y="1081562"/>
                  </a:lnTo>
                  <a:lnTo>
                    <a:pt x="3562022" y="1115409"/>
                  </a:lnTo>
                  <a:lnTo>
                    <a:pt x="3566064" y="1168208"/>
                  </a:lnTo>
                  <a:lnTo>
                    <a:pt x="3575203" y="1185201"/>
                  </a:lnTo>
                  <a:lnTo>
                    <a:pt x="3583172" y="1217752"/>
                  </a:lnTo>
                  <a:lnTo>
                    <a:pt x="3596340" y="1219582"/>
                  </a:lnTo>
                  <a:lnTo>
                    <a:pt x="3635360" y="1214485"/>
                  </a:lnTo>
                  <a:lnTo>
                    <a:pt x="3683265" y="1201013"/>
                  </a:lnTo>
                  <a:lnTo>
                    <a:pt x="3712753" y="1220484"/>
                  </a:lnTo>
                  <a:lnTo>
                    <a:pt x="3757124" y="1258399"/>
                  </a:lnTo>
                  <a:lnTo>
                    <a:pt x="3780091" y="1277871"/>
                  </a:lnTo>
                  <a:lnTo>
                    <a:pt x="3765995" y="1315112"/>
                  </a:lnTo>
                  <a:lnTo>
                    <a:pt x="3774740" y="1358899"/>
                  </a:lnTo>
                  <a:lnTo>
                    <a:pt x="3768881" y="1389098"/>
                  </a:lnTo>
                  <a:lnTo>
                    <a:pt x="3751125" y="1422170"/>
                  </a:lnTo>
                  <a:lnTo>
                    <a:pt x="3758293" y="1454708"/>
                  </a:lnTo>
                  <a:lnTo>
                    <a:pt x="3746422" y="1499143"/>
                  </a:lnTo>
                  <a:lnTo>
                    <a:pt x="3723976" y="1506731"/>
                  </a:lnTo>
                  <a:lnTo>
                    <a:pt x="3719273" y="1522148"/>
                  </a:lnTo>
                  <a:lnTo>
                    <a:pt x="3698657" y="1539282"/>
                  </a:lnTo>
                  <a:lnTo>
                    <a:pt x="3628319" y="1482556"/>
                  </a:lnTo>
                  <a:lnTo>
                    <a:pt x="3588116" y="1499817"/>
                  </a:lnTo>
                  <a:lnTo>
                    <a:pt x="3528620" y="1474180"/>
                  </a:lnTo>
                  <a:lnTo>
                    <a:pt x="3499640" y="1471308"/>
                  </a:lnTo>
                  <a:lnTo>
                    <a:pt x="3495459" y="1495495"/>
                  </a:lnTo>
                  <a:lnTo>
                    <a:pt x="3467280" y="1507773"/>
                  </a:lnTo>
                  <a:lnTo>
                    <a:pt x="3440411" y="1481768"/>
                  </a:lnTo>
                  <a:lnTo>
                    <a:pt x="3417558" y="1504379"/>
                  </a:lnTo>
                  <a:lnTo>
                    <a:pt x="3368891" y="1482683"/>
                  </a:lnTo>
                  <a:lnTo>
                    <a:pt x="3375666" y="1461241"/>
                  </a:lnTo>
                  <a:lnTo>
                    <a:pt x="3348516" y="1429351"/>
                  </a:lnTo>
                  <a:lnTo>
                    <a:pt x="3322689" y="1408964"/>
                  </a:lnTo>
                  <a:lnTo>
                    <a:pt x="3291893" y="1428970"/>
                  </a:lnTo>
                  <a:lnTo>
                    <a:pt x="3270602" y="1409625"/>
                  </a:lnTo>
                  <a:lnTo>
                    <a:pt x="3264743" y="1367923"/>
                  </a:lnTo>
                  <a:lnTo>
                    <a:pt x="3292401" y="1306888"/>
                  </a:lnTo>
                  <a:lnTo>
                    <a:pt x="3267349" y="1277998"/>
                  </a:lnTo>
                  <a:lnTo>
                    <a:pt x="3250394" y="1240630"/>
                  </a:lnTo>
                  <a:lnTo>
                    <a:pt x="3238128" y="1249514"/>
                  </a:lnTo>
                  <a:lnTo>
                    <a:pt x="3226257" y="1260089"/>
                  </a:lnTo>
                  <a:lnTo>
                    <a:pt x="3215669" y="1295640"/>
                  </a:lnTo>
                  <a:lnTo>
                    <a:pt x="3160088" y="1278532"/>
                  </a:lnTo>
                  <a:lnTo>
                    <a:pt x="3141289" y="1281392"/>
                  </a:lnTo>
                  <a:lnTo>
                    <a:pt x="3027240" y="1341778"/>
                  </a:lnTo>
                  <a:lnTo>
                    <a:pt x="2975167" y="1327403"/>
                  </a:lnTo>
                  <a:lnTo>
                    <a:pt x="2971239" y="1354730"/>
                  </a:lnTo>
                  <a:lnTo>
                    <a:pt x="2982996" y="1400334"/>
                  </a:lnTo>
                  <a:lnTo>
                    <a:pt x="2968239" y="1428703"/>
                  </a:lnTo>
                  <a:lnTo>
                    <a:pt x="2939273" y="1434588"/>
                  </a:lnTo>
                  <a:lnTo>
                    <a:pt x="2950496" y="1458890"/>
                  </a:lnTo>
                  <a:lnTo>
                    <a:pt x="2905082" y="1515615"/>
                  </a:lnTo>
                  <a:lnTo>
                    <a:pt x="2863457" y="1530906"/>
                  </a:lnTo>
                  <a:lnTo>
                    <a:pt x="2890339" y="1564753"/>
                  </a:lnTo>
                  <a:lnTo>
                    <a:pt x="2886678" y="1616128"/>
                  </a:lnTo>
                  <a:lnTo>
                    <a:pt x="2865541" y="1634557"/>
                  </a:lnTo>
                  <a:lnTo>
                    <a:pt x="2880285" y="1674175"/>
                  </a:lnTo>
                  <a:lnTo>
                    <a:pt x="2867105" y="1721737"/>
                  </a:lnTo>
                  <a:lnTo>
                    <a:pt x="2885509" y="1753233"/>
                  </a:lnTo>
                  <a:lnTo>
                    <a:pt x="2863063" y="1812449"/>
                  </a:lnTo>
                  <a:lnTo>
                    <a:pt x="2867105" y="1828655"/>
                  </a:lnTo>
                  <a:lnTo>
                    <a:pt x="2902096" y="1826164"/>
                  </a:lnTo>
                  <a:lnTo>
                    <a:pt x="2907574" y="1866557"/>
                  </a:lnTo>
                  <a:lnTo>
                    <a:pt x="2949314" y="1864599"/>
                  </a:lnTo>
                  <a:lnTo>
                    <a:pt x="2959355" y="1885241"/>
                  </a:lnTo>
                  <a:lnTo>
                    <a:pt x="2995389" y="1882241"/>
                  </a:lnTo>
                  <a:lnTo>
                    <a:pt x="3004261" y="1862769"/>
                  </a:lnTo>
                  <a:lnTo>
                    <a:pt x="3056855" y="1846818"/>
                  </a:lnTo>
                  <a:lnTo>
                    <a:pt x="3080484" y="1858588"/>
                  </a:lnTo>
                  <a:lnTo>
                    <a:pt x="3098748" y="1901192"/>
                  </a:lnTo>
                  <a:lnTo>
                    <a:pt x="3120012" y="1892308"/>
                  </a:lnTo>
                  <a:lnTo>
                    <a:pt x="3136459" y="1926676"/>
                  </a:lnTo>
                  <a:lnTo>
                    <a:pt x="3124715" y="1937264"/>
                  </a:lnTo>
                  <a:lnTo>
                    <a:pt x="3133599" y="1978051"/>
                  </a:lnTo>
                  <a:lnTo>
                    <a:pt x="3108802" y="2004704"/>
                  </a:lnTo>
                  <a:lnTo>
                    <a:pt x="3088046" y="1991130"/>
                  </a:lnTo>
                  <a:lnTo>
                    <a:pt x="3051759" y="2015431"/>
                  </a:lnTo>
                  <a:lnTo>
                    <a:pt x="3064431" y="2064963"/>
                  </a:lnTo>
                  <a:lnTo>
                    <a:pt x="3024889" y="2092798"/>
                  </a:lnTo>
                  <a:lnTo>
                    <a:pt x="3016004" y="2149016"/>
                  </a:lnTo>
                  <a:lnTo>
                    <a:pt x="3034676" y="2200378"/>
                  </a:lnTo>
                  <a:lnTo>
                    <a:pt x="3084004" y="2228213"/>
                  </a:lnTo>
                  <a:lnTo>
                    <a:pt x="3090525" y="2242461"/>
                  </a:lnTo>
                  <a:close/>
                </a:path>
              </a:pathLst>
            </a:custGeom>
            <a:noFill/>
            <a:ln w="3810" cap="flat">
              <a:solidFill>
                <a:srgbClr val="E6E4E2"/>
              </a:solidFill>
              <a:prstDash val="solid"/>
              <a:miter/>
            </a:ln>
          </p:spPr>
          <p:txBody>
            <a:bodyPr rtlCol="0" anchor="ctr"/>
            <a:lstStyle/>
            <a:p>
              <a:endParaRPr lang="de-CH"/>
            </a:p>
          </p:txBody>
        </p:sp>
        <p:sp>
          <p:nvSpPr>
            <p:cNvPr id="47" name="Freihandform: Form 46">
              <a:extLst>
                <a:ext uri="{FF2B5EF4-FFF2-40B4-BE49-F238E27FC236}">
                  <a16:creationId xmlns:a16="http://schemas.microsoft.com/office/drawing/2014/main" id="{1FFE7F0D-E1F0-122F-15CC-2A4E5CBA4BB2}"/>
                </a:ext>
              </a:extLst>
            </p:cNvPr>
            <p:cNvSpPr/>
            <p:nvPr/>
          </p:nvSpPr>
          <p:spPr>
            <a:xfrm>
              <a:off x="5083081" y="1054595"/>
              <a:ext cx="1495787" cy="1435388"/>
            </a:xfrm>
            <a:custGeom>
              <a:avLst/>
              <a:gdLst>
                <a:gd name="connsiteX0" fmla="*/ 636705 w 1495787"/>
                <a:gd name="connsiteY0" fmla="*/ 746318 h 1435388"/>
                <a:gd name="connsiteX1" fmla="*/ 643632 w 1495787"/>
                <a:gd name="connsiteY1" fmla="*/ 711416 h 1435388"/>
                <a:gd name="connsiteX2" fmla="*/ 636070 w 1495787"/>
                <a:gd name="connsiteY2" fmla="*/ 680453 h 1435388"/>
                <a:gd name="connsiteX3" fmla="*/ 634227 w 1495787"/>
                <a:gd name="connsiteY3" fmla="*/ 673247 h 1435388"/>
                <a:gd name="connsiteX4" fmla="*/ 601866 w 1495787"/>
                <a:gd name="connsiteY4" fmla="*/ 675204 h 1435388"/>
                <a:gd name="connsiteX5" fmla="*/ 598219 w 1495787"/>
                <a:gd name="connsiteY5" fmla="*/ 653127 h 1435388"/>
                <a:gd name="connsiteX6" fmla="*/ 594164 w 1495787"/>
                <a:gd name="connsiteY6" fmla="*/ 636133 h 1435388"/>
                <a:gd name="connsiteX7" fmla="*/ 519657 w 1495787"/>
                <a:gd name="connsiteY7" fmla="*/ 595486 h 1435388"/>
                <a:gd name="connsiteX8" fmla="*/ 544848 w 1495787"/>
                <a:gd name="connsiteY8" fmla="*/ 576141 h 1435388"/>
                <a:gd name="connsiteX9" fmla="*/ 554101 w 1495787"/>
                <a:gd name="connsiteY9" fmla="*/ 575213 h 1435388"/>
                <a:gd name="connsiteX10" fmla="*/ 542751 w 1495787"/>
                <a:gd name="connsiteY10" fmla="*/ 522682 h 1435388"/>
                <a:gd name="connsiteX11" fmla="*/ 527995 w 1495787"/>
                <a:gd name="connsiteY11" fmla="*/ 484640 h 1435388"/>
                <a:gd name="connsiteX12" fmla="*/ 491974 w 1495787"/>
                <a:gd name="connsiteY12" fmla="*/ 496283 h 1435388"/>
                <a:gd name="connsiteX13" fmla="*/ 479721 w 1495787"/>
                <a:gd name="connsiteY13" fmla="*/ 469477 h 1435388"/>
                <a:gd name="connsiteX14" fmla="*/ 458178 w 1495787"/>
                <a:gd name="connsiteY14" fmla="*/ 476162 h 1435388"/>
                <a:gd name="connsiteX15" fmla="*/ 469274 w 1495787"/>
                <a:gd name="connsiteY15" fmla="*/ 406358 h 1435388"/>
                <a:gd name="connsiteX16" fmla="*/ 386403 w 1495787"/>
                <a:gd name="connsiteY16" fmla="*/ 408569 h 1435388"/>
                <a:gd name="connsiteX17" fmla="*/ 386022 w 1495787"/>
                <a:gd name="connsiteY17" fmla="*/ 386886 h 1435388"/>
                <a:gd name="connsiteX18" fmla="*/ 367084 w 1495787"/>
                <a:gd name="connsiteY18" fmla="*/ 356953 h 1435388"/>
                <a:gd name="connsiteX19" fmla="*/ 364491 w 1495787"/>
                <a:gd name="connsiteY19" fmla="*/ 346633 h 1435388"/>
                <a:gd name="connsiteX20" fmla="*/ 327173 w 1495787"/>
                <a:gd name="connsiteY20" fmla="*/ 324542 h 1435388"/>
                <a:gd name="connsiteX21" fmla="*/ 328978 w 1495787"/>
                <a:gd name="connsiteY21" fmla="*/ 296173 h 1435388"/>
                <a:gd name="connsiteX22" fmla="*/ 302376 w 1495787"/>
                <a:gd name="connsiteY22" fmla="*/ 293695 h 1435388"/>
                <a:gd name="connsiteX23" fmla="*/ 279917 w 1495787"/>
                <a:gd name="connsiteY23" fmla="*/ 258932 h 1435388"/>
                <a:gd name="connsiteX24" fmla="*/ 241557 w 1495787"/>
                <a:gd name="connsiteY24" fmla="*/ 263495 h 1435388"/>
                <a:gd name="connsiteX25" fmla="*/ 239079 w 1495787"/>
                <a:gd name="connsiteY25" fmla="*/ 320221 h 1435388"/>
                <a:gd name="connsiteX26" fmla="*/ 189738 w 1495787"/>
                <a:gd name="connsiteY26" fmla="*/ 373044 h 1435388"/>
                <a:gd name="connsiteX27" fmla="*/ 171995 w 1495787"/>
                <a:gd name="connsiteY27" fmla="*/ 368062 h 1435388"/>
                <a:gd name="connsiteX28" fmla="*/ 155433 w 1495787"/>
                <a:gd name="connsiteY28" fmla="*/ 376692 h 1435388"/>
                <a:gd name="connsiteX29" fmla="*/ 152802 w 1495787"/>
                <a:gd name="connsiteY29" fmla="*/ 366359 h 1435388"/>
                <a:gd name="connsiteX30" fmla="*/ 158153 w 1495787"/>
                <a:gd name="connsiteY30" fmla="*/ 354475 h 1435388"/>
                <a:gd name="connsiteX31" fmla="*/ 152294 w 1495787"/>
                <a:gd name="connsiteY31" fmla="*/ 310154 h 1435388"/>
                <a:gd name="connsiteX32" fmla="*/ 71508 w 1495787"/>
                <a:gd name="connsiteY32" fmla="*/ 290543 h 1435388"/>
                <a:gd name="connsiteX33" fmla="*/ 40978 w 1495787"/>
                <a:gd name="connsiteY33" fmla="*/ 272125 h 1435388"/>
                <a:gd name="connsiteX34" fmla="*/ 0 w 1495787"/>
                <a:gd name="connsiteY34" fmla="*/ 247163 h 1435388"/>
                <a:gd name="connsiteX35" fmla="*/ 19841 w 1495787"/>
                <a:gd name="connsiteY35" fmla="*/ 239575 h 1435388"/>
                <a:gd name="connsiteX36" fmla="*/ 78956 w 1495787"/>
                <a:gd name="connsiteY36" fmla="*/ 230690 h 1435388"/>
                <a:gd name="connsiteX37" fmla="*/ 90306 w 1495787"/>
                <a:gd name="connsiteY37" fmla="*/ 218539 h 1435388"/>
                <a:gd name="connsiteX38" fmla="*/ 165602 w 1495787"/>
                <a:gd name="connsiteY38" fmla="*/ 193576 h 1435388"/>
                <a:gd name="connsiteX39" fmla="*/ 194441 w 1495787"/>
                <a:gd name="connsiteY39" fmla="*/ 152535 h 1435388"/>
                <a:gd name="connsiteX40" fmla="*/ 206312 w 1495787"/>
                <a:gd name="connsiteY40" fmla="*/ 106397 h 1435388"/>
                <a:gd name="connsiteX41" fmla="*/ 231110 w 1495787"/>
                <a:gd name="connsiteY41" fmla="*/ 102876 h 1435388"/>
                <a:gd name="connsiteX42" fmla="*/ 249387 w 1495787"/>
                <a:gd name="connsiteY42" fmla="*/ 117125 h 1435388"/>
                <a:gd name="connsiteX43" fmla="*/ 272482 w 1495787"/>
                <a:gd name="connsiteY43" fmla="*/ 114760 h 1435388"/>
                <a:gd name="connsiteX44" fmla="*/ 296097 w 1495787"/>
                <a:gd name="connsiteY44" fmla="*/ 101161 h 1435388"/>
                <a:gd name="connsiteX45" fmla="*/ 343862 w 1495787"/>
                <a:gd name="connsiteY45" fmla="*/ 98822 h 1435388"/>
                <a:gd name="connsiteX46" fmla="*/ 370884 w 1495787"/>
                <a:gd name="connsiteY46" fmla="*/ 113184 h 1435388"/>
                <a:gd name="connsiteX47" fmla="*/ 397245 w 1495787"/>
                <a:gd name="connsiteY47" fmla="*/ 153971 h 1435388"/>
                <a:gd name="connsiteX48" fmla="*/ 392809 w 1495787"/>
                <a:gd name="connsiteY48" fmla="*/ 199855 h 1435388"/>
                <a:gd name="connsiteX49" fmla="*/ 411735 w 1495787"/>
                <a:gd name="connsiteY49" fmla="*/ 223102 h 1435388"/>
                <a:gd name="connsiteX50" fmla="*/ 443307 w 1495787"/>
                <a:gd name="connsiteY50" fmla="*/ 223102 h 1435388"/>
                <a:gd name="connsiteX51" fmla="*/ 457262 w 1495787"/>
                <a:gd name="connsiteY51" fmla="*/ 229902 h 1435388"/>
                <a:gd name="connsiteX52" fmla="*/ 487042 w 1495787"/>
                <a:gd name="connsiteY52" fmla="*/ 192915 h 1435388"/>
                <a:gd name="connsiteX53" fmla="*/ 505561 w 1495787"/>
                <a:gd name="connsiteY53" fmla="*/ 191619 h 1435388"/>
                <a:gd name="connsiteX54" fmla="*/ 593249 w 1495787"/>
                <a:gd name="connsiteY54" fmla="*/ 198940 h 1435388"/>
                <a:gd name="connsiteX55" fmla="*/ 620652 w 1495787"/>
                <a:gd name="connsiteY55" fmla="*/ 211752 h 1435388"/>
                <a:gd name="connsiteX56" fmla="*/ 669866 w 1495787"/>
                <a:gd name="connsiteY56" fmla="*/ 196589 h 1435388"/>
                <a:gd name="connsiteX57" fmla="*/ 697142 w 1495787"/>
                <a:gd name="connsiteY57" fmla="*/ 171626 h 1435388"/>
                <a:gd name="connsiteX58" fmla="*/ 727418 w 1495787"/>
                <a:gd name="connsiteY58" fmla="*/ 176316 h 1435388"/>
                <a:gd name="connsiteX59" fmla="*/ 748288 w 1495787"/>
                <a:gd name="connsiteY59" fmla="*/ 188086 h 1435388"/>
                <a:gd name="connsiteX60" fmla="*/ 772679 w 1495787"/>
                <a:gd name="connsiteY60" fmla="*/ 178540 h 1435388"/>
                <a:gd name="connsiteX61" fmla="*/ 787308 w 1495787"/>
                <a:gd name="connsiteY61" fmla="*/ 133190 h 1435388"/>
                <a:gd name="connsiteX62" fmla="*/ 803882 w 1495787"/>
                <a:gd name="connsiteY62" fmla="*/ 111761 h 1435388"/>
                <a:gd name="connsiteX63" fmla="*/ 830625 w 1495787"/>
                <a:gd name="connsiteY63" fmla="*/ 112015 h 1435388"/>
                <a:gd name="connsiteX64" fmla="*/ 851647 w 1495787"/>
                <a:gd name="connsiteY64" fmla="*/ 106397 h 1435388"/>
                <a:gd name="connsiteX65" fmla="*/ 850478 w 1495787"/>
                <a:gd name="connsiteY65" fmla="*/ 86404 h 1435388"/>
                <a:gd name="connsiteX66" fmla="*/ 874361 w 1495787"/>
                <a:gd name="connsiteY66" fmla="*/ 74240 h 1435388"/>
                <a:gd name="connsiteX67" fmla="*/ 897061 w 1495787"/>
                <a:gd name="connsiteY67" fmla="*/ 80379 h 1435388"/>
                <a:gd name="connsiteX68" fmla="*/ 947952 w 1495787"/>
                <a:gd name="connsiteY68" fmla="*/ 46532 h 1435388"/>
                <a:gd name="connsiteX69" fmla="*/ 965048 w 1495787"/>
                <a:gd name="connsiteY69" fmla="*/ 12431 h 1435388"/>
                <a:gd name="connsiteX70" fmla="*/ 995717 w 1495787"/>
                <a:gd name="connsiteY70" fmla="*/ 0 h 1435388"/>
                <a:gd name="connsiteX71" fmla="*/ 1019727 w 1495787"/>
                <a:gd name="connsiteY71" fmla="*/ 12812 h 1435388"/>
                <a:gd name="connsiteX72" fmla="*/ 1027036 w 1495787"/>
                <a:gd name="connsiteY72" fmla="*/ 39745 h 1435388"/>
                <a:gd name="connsiteX73" fmla="*/ 1058226 w 1495787"/>
                <a:gd name="connsiteY73" fmla="*/ 19879 h 1435388"/>
                <a:gd name="connsiteX74" fmla="*/ 1102191 w 1495787"/>
                <a:gd name="connsiteY74" fmla="*/ 19091 h 1435388"/>
                <a:gd name="connsiteX75" fmla="*/ 1114469 w 1495787"/>
                <a:gd name="connsiteY75" fmla="*/ 27848 h 1435388"/>
                <a:gd name="connsiteX76" fmla="*/ 1157404 w 1495787"/>
                <a:gd name="connsiteY76" fmla="*/ 28623 h 1435388"/>
                <a:gd name="connsiteX77" fmla="*/ 1176597 w 1495787"/>
                <a:gd name="connsiteY77" fmla="*/ 41181 h 1435388"/>
                <a:gd name="connsiteX78" fmla="*/ 1171754 w 1495787"/>
                <a:gd name="connsiteY78" fmla="*/ 77520 h 1435388"/>
                <a:gd name="connsiteX79" fmla="*/ 1176190 w 1495787"/>
                <a:gd name="connsiteY79" fmla="*/ 91107 h 1435388"/>
                <a:gd name="connsiteX80" fmla="*/ 1214041 w 1495787"/>
                <a:gd name="connsiteY80" fmla="*/ 121294 h 1435388"/>
                <a:gd name="connsiteX81" fmla="*/ 1231403 w 1495787"/>
                <a:gd name="connsiteY81" fmla="*/ 139596 h 1435388"/>
                <a:gd name="connsiteX82" fmla="*/ 1256327 w 1495787"/>
                <a:gd name="connsiteY82" fmla="*/ 146256 h 1435388"/>
                <a:gd name="connsiteX83" fmla="*/ 1305783 w 1495787"/>
                <a:gd name="connsiteY83" fmla="*/ 147438 h 1435388"/>
                <a:gd name="connsiteX84" fmla="*/ 1343494 w 1495787"/>
                <a:gd name="connsiteY84" fmla="*/ 159056 h 1435388"/>
                <a:gd name="connsiteX85" fmla="*/ 1355366 w 1495787"/>
                <a:gd name="connsiteY85" fmla="*/ 155535 h 1435388"/>
                <a:gd name="connsiteX86" fmla="*/ 1362420 w 1495787"/>
                <a:gd name="connsiteY86" fmla="*/ 131233 h 1435388"/>
                <a:gd name="connsiteX87" fmla="*/ 1379248 w 1495787"/>
                <a:gd name="connsiteY87" fmla="*/ 124166 h 1435388"/>
                <a:gd name="connsiteX88" fmla="*/ 1407706 w 1495787"/>
                <a:gd name="connsiteY88" fmla="*/ 139329 h 1435388"/>
                <a:gd name="connsiteX89" fmla="*/ 1434715 w 1495787"/>
                <a:gd name="connsiteY89" fmla="*/ 151480 h 1435388"/>
                <a:gd name="connsiteX90" fmla="*/ 1420493 w 1495787"/>
                <a:gd name="connsiteY90" fmla="*/ 170571 h 1435388"/>
                <a:gd name="connsiteX91" fmla="*/ 1418929 w 1495787"/>
                <a:gd name="connsiteY91" fmla="*/ 217751 h 1435388"/>
                <a:gd name="connsiteX92" fmla="*/ 1383036 w 1495787"/>
                <a:gd name="connsiteY92" fmla="*/ 236308 h 1435388"/>
                <a:gd name="connsiteX93" fmla="*/ 1389568 w 1495787"/>
                <a:gd name="connsiteY93" fmla="*/ 254992 h 1435388"/>
                <a:gd name="connsiteX94" fmla="*/ 1377951 w 1495787"/>
                <a:gd name="connsiteY94" fmla="*/ 273968 h 1435388"/>
                <a:gd name="connsiteX95" fmla="*/ 1368431 w 1495787"/>
                <a:gd name="connsiteY95" fmla="*/ 272253 h 1435388"/>
                <a:gd name="connsiteX96" fmla="*/ 1357336 w 1495787"/>
                <a:gd name="connsiteY96" fmla="*/ 268605 h 1435388"/>
                <a:gd name="connsiteX97" fmla="*/ 1338677 w 1495787"/>
                <a:gd name="connsiteY97" fmla="*/ 317997 h 1435388"/>
                <a:gd name="connsiteX98" fmla="*/ 1306685 w 1495787"/>
                <a:gd name="connsiteY98" fmla="*/ 325330 h 1435388"/>
                <a:gd name="connsiteX99" fmla="*/ 1311655 w 1495787"/>
                <a:gd name="connsiteY99" fmla="*/ 412255 h 1435388"/>
                <a:gd name="connsiteX100" fmla="*/ 1332030 w 1495787"/>
                <a:gd name="connsiteY100" fmla="*/ 410285 h 1435388"/>
                <a:gd name="connsiteX101" fmla="*/ 1336466 w 1495787"/>
                <a:gd name="connsiteY101" fmla="*/ 440993 h 1435388"/>
                <a:gd name="connsiteX102" fmla="*/ 1317667 w 1495787"/>
                <a:gd name="connsiteY102" fmla="*/ 454059 h 1435388"/>
                <a:gd name="connsiteX103" fmla="*/ 1363602 w 1495787"/>
                <a:gd name="connsiteY103" fmla="*/ 503070 h 1435388"/>
                <a:gd name="connsiteX104" fmla="*/ 1345070 w 1495787"/>
                <a:gd name="connsiteY104" fmla="*/ 517064 h 1435388"/>
                <a:gd name="connsiteX105" fmla="*/ 1355124 w 1495787"/>
                <a:gd name="connsiteY105" fmla="*/ 549869 h 1435388"/>
                <a:gd name="connsiteX106" fmla="*/ 1350548 w 1495787"/>
                <a:gd name="connsiteY106" fmla="*/ 567778 h 1435388"/>
                <a:gd name="connsiteX107" fmla="*/ 1362559 w 1495787"/>
                <a:gd name="connsiteY107" fmla="*/ 569608 h 1435388"/>
                <a:gd name="connsiteX108" fmla="*/ 1353675 w 1495787"/>
                <a:gd name="connsiteY108" fmla="*/ 640836 h 1435388"/>
                <a:gd name="connsiteX109" fmla="*/ 1312837 w 1495787"/>
                <a:gd name="connsiteY109" fmla="*/ 646466 h 1435388"/>
                <a:gd name="connsiteX110" fmla="*/ 1313358 w 1495787"/>
                <a:gd name="connsiteY110" fmla="*/ 658223 h 1435388"/>
                <a:gd name="connsiteX111" fmla="*/ 1382260 w 1495787"/>
                <a:gd name="connsiteY111" fmla="*/ 670768 h 1435388"/>
                <a:gd name="connsiteX112" fmla="*/ 1389048 w 1495787"/>
                <a:gd name="connsiteY112" fmla="*/ 727621 h 1435388"/>
                <a:gd name="connsiteX113" fmla="*/ 1390878 w 1495787"/>
                <a:gd name="connsiteY113" fmla="*/ 740433 h 1435388"/>
                <a:gd name="connsiteX114" fmla="*/ 1406791 w 1495787"/>
                <a:gd name="connsiteY114" fmla="*/ 751669 h 1435388"/>
                <a:gd name="connsiteX115" fmla="*/ 1400665 w 1495787"/>
                <a:gd name="connsiteY115" fmla="*/ 759397 h 1435388"/>
                <a:gd name="connsiteX116" fmla="*/ 1404440 w 1495787"/>
                <a:gd name="connsiteY116" fmla="*/ 795989 h 1435388"/>
                <a:gd name="connsiteX117" fmla="*/ 1424547 w 1495787"/>
                <a:gd name="connsiteY117" fmla="*/ 839763 h 1435388"/>
                <a:gd name="connsiteX118" fmla="*/ 1417112 w 1495787"/>
                <a:gd name="connsiteY118" fmla="*/ 865400 h 1435388"/>
                <a:gd name="connsiteX119" fmla="*/ 1458077 w 1495787"/>
                <a:gd name="connsiteY119" fmla="*/ 871399 h 1435388"/>
                <a:gd name="connsiteX120" fmla="*/ 1492280 w 1495787"/>
                <a:gd name="connsiteY120" fmla="*/ 850618 h 1435388"/>
                <a:gd name="connsiteX121" fmla="*/ 1495788 w 1495787"/>
                <a:gd name="connsiteY121" fmla="*/ 870229 h 1435388"/>
                <a:gd name="connsiteX122" fmla="*/ 1475578 w 1495787"/>
                <a:gd name="connsiteY122" fmla="*/ 902513 h 1435388"/>
                <a:gd name="connsiteX123" fmla="*/ 1465385 w 1495787"/>
                <a:gd name="connsiteY123" fmla="*/ 904471 h 1435388"/>
                <a:gd name="connsiteX124" fmla="*/ 1450234 w 1495787"/>
                <a:gd name="connsiteY124" fmla="*/ 946821 h 1435388"/>
                <a:gd name="connsiteX125" fmla="*/ 1422590 w 1495787"/>
                <a:gd name="connsiteY125" fmla="*/ 970081 h 1435388"/>
                <a:gd name="connsiteX126" fmla="*/ 1369868 w 1495787"/>
                <a:gd name="connsiteY126" fmla="*/ 980668 h 1435388"/>
                <a:gd name="connsiteX127" fmla="*/ 1375994 w 1495787"/>
                <a:gd name="connsiteY127" fmla="*/ 991243 h 1435388"/>
                <a:gd name="connsiteX128" fmla="*/ 1385133 w 1495787"/>
                <a:gd name="connsiteY128" fmla="*/ 1014910 h 1435388"/>
                <a:gd name="connsiteX129" fmla="*/ 1391386 w 1495787"/>
                <a:gd name="connsiteY129" fmla="*/ 1023667 h 1435388"/>
                <a:gd name="connsiteX130" fmla="*/ 1398453 w 1495787"/>
                <a:gd name="connsiteY130" fmla="*/ 1030200 h 1435388"/>
                <a:gd name="connsiteX131" fmla="*/ 1399089 w 1495787"/>
                <a:gd name="connsiteY131" fmla="*/ 1035945 h 1435388"/>
                <a:gd name="connsiteX132" fmla="*/ 1396737 w 1495787"/>
                <a:gd name="connsiteY132" fmla="*/ 1045490 h 1435388"/>
                <a:gd name="connsiteX133" fmla="*/ 1396089 w 1495787"/>
                <a:gd name="connsiteY133" fmla="*/ 1055049 h 1435388"/>
                <a:gd name="connsiteX134" fmla="*/ 1398834 w 1495787"/>
                <a:gd name="connsiteY134" fmla="*/ 1062230 h 1435388"/>
                <a:gd name="connsiteX135" fmla="*/ 1404973 w 1495787"/>
                <a:gd name="connsiteY135" fmla="*/ 1066272 h 1435388"/>
                <a:gd name="connsiteX136" fmla="*/ 1405482 w 1495787"/>
                <a:gd name="connsiteY136" fmla="*/ 1074648 h 1435388"/>
                <a:gd name="connsiteX137" fmla="*/ 1400004 w 1495787"/>
                <a:gd name="connsiteY137" fmla="*/ 1082363 h 1435388"/>
                <a:gd name="connsiteX138" fmla="*/ 1403804 w 1495787"/>
                <a:gd name="connsiteY138" fmla="*/ 1089938 h 1435388"/>
                <a:gd name="connsiteX139" fmla="*/ 1415014 w 1495787"/>
                <a:gd name="connsiteY139" fmla="*/ 1104440 h 1435388"/>
                <a:gd name="connsiteX140" fmla="*/ 1416718 w 1495787"/>
                <a:gd name="connsiteY140" fmla="*/ 1107071 h 1435388"/>
                <a:gd name="connsiteX141" fmla="*/ 1417874 w 1495787"/>
                <a:gd name="connsiteY141" fmla="*/ 1114113 h 1435388"/>
                <a:gd name="connsiteX142" fmla="*/ 1410846 w 1495787"/>
                <a:gd name="connsiteY142" fmla="*/ 1122997 h 1435388"/>
                <a:gd name="connsiteX143" fmla="*/ 1409664 w 1495787"/>
                <a:gd name="connsiteY143" fmla="*/ 1136064 h 1435388"/>
                <a:gd name="connsiteX144" fmla="*/ 1389568 w 1495787"/>
                <a:gd name="connsiteY144" fmla="*/ 1161433 h 1435388"/>
                <a:gd name="connsiteX145" fmla="*/ 1385400 w 1495787"/>
                <a:gd name="connsiteY145" fmla="*/ 1173330 h 1435388"/>
                <a:gd name="connsiteX146" fmla="*/ 1388247 w 1495787"/>
                <a:gd name="connsiteY146" fmla="*/ 1189396 h 1435388"/>
                <a:gd name="connsiteX147" fmla="*/ 1396089 w 1495787"/>
                <a:gd name="connsiteY147" fmla="*/ 1202207 h 1435388"/>
                <a:gd name="connsiteX148" fmla="*/ 1396356 w 1495787"/>
                <a:gd name="connsiteY148" fmla="*/ 1221819 h 1435388"/>
                <a:gd name="connsiteX149" fmla="*/ 1409015 w 1495787"/>
                <a:gd name="connsiteY149" fmla="*/ 1265606 h 1435388"/>
                <a:gd name="connsiteX150" fmla="*/ 1399622 w 1495787"/>
                <a:gd name="connsiteY150" fmla="*/ 1281557 h 1435388"/>
                <a:gd name="connsiteX151" fmla="*/ 1397398 w 1495787"/>
                <a:gd name="connsiteY151" fmla="*/ 1298144 h 1435388"/>
                <a:gd name="connsiteX152" fmla="*/ 1400792 w 1495787"/>
                <a:gd name="connsiteY152" fmla="*/ 1315786 h 1435388"/>
                <a:gd name="connsiteX153" fmla="*/ 1407820 w 1495787"/>
                <a:gd name="connsiteY153" fmla="*/ 1322319 h 1435388"/>
                <a:gd name="connsiteX154" fmla="*/ 1420239 w 1495787"/>
                <a:gd name="connsiteY154" fmla="*/ 1324683 h 1435388"/>
                <a:gd name="connsiteX155" fmla="*/ 1427941 w 1495787"/>
                <a:gd name="connsiteY155" fmla="*/ 1348997 h 1435388"/>
                <a:gd name="connsiteX156" fmla="*/ 1430279 w 1495787"/>
                <a:gd name="connsiteY156" fmla="*/ 1364288 h 1435388"/>
                <a:gd name="connsiteX157" fmla="*/ 1427026 w 1495787"/>
                <a:gd name="connsiteY157" fmla="*/ 1375918 h 1435388"/>
                <a:gd name="connsiteX158" fmla="*/ 1426771 w 1495787"/>
                <a:gd name="connsiteY158" fmla="*/ 1378409 h 1435388"/>
                <a:gd name="connsiteX159" fmla="*/ 1423759 w 1495787"/>
                <a:gd name="connsiteY159" fmla="*/ 1386772 h 1435388"/>
                <a:gd name="connsiteX160" fmla="*/ 1429110 w 1495787"/>
                <a:gd name="connsiteY160" fmla="*/ 1402711 h 1435388"/>
                <a:gd name="connsiteX161" fmla="*/ 1430279 w 1495787"/>
                <a:gd name="connsiteY161" fmla="*/ 1416311 h 1435388"/>
                <a:gd name="connsiteX162" fmla="*/ 1423238 w 1495787"/>
                <a:gd name="connsiteY162" fmla="*/ 1425970 h 1435388"/>
                <a:gd name="connsiteX163" fmla="*/ 1409282 w 1495787"/>
                <a:gd name="connsiteY163" fmla="*/ 1435389 h 1435388"/>
                <a:gd name="connsiteX164" fmla="*/ 1347155 w 1495787"/>
                <a:gd name="connsiteY164" fmla="*/ 1419450 h 1435388"/>
                <a:gd name="connsiteX165" fmla="*/ 1321442 w 1495787"/>
                <a:gd name="connsiteY165" fmla="*/ 1411087 h 1435388"/>
                <a:gd name="connsiteX166" fmla="*/ 1313218 w 1495787"/>
                <a:gd name="connsiteY166" fmla="*/ 1389391 h 1435388"/>
                <a:gd name="connsiteX167" fmla="*/ 1312964 w 1495787"/>
                <a:gd name="connsiteY167" fmla="*/ 1379044 h 1435388"/>
                <a:gd name="connsiteX168" fmla="*/ 1291166 w 1495787"/>
                <a:gd name="connsiteY168" fmla="*/ 1356840 h 1435388"/>
                <a:gd name="connsiteX169" fmla="*/ 1273677 w 1495787"/>
                <a:gd name="connsiteY169" fmla="*/ 1297102 h 1435388"/>
                <a:gd name="connsiteX170" fmla="*/ 1254370 w 1495787"/>
                <a:gd name="connsiteY170" fmla="*/ 1243515 h 1435388"/>
                <a:gd name="connsiteX171" fmla="*/ 1248625 w 1495787"/>
                <a:gd name="connsiteY171" fmla="*/ 1218553 h 1435388"/>
                <a:gd name="connsiteX172" fmla="*/ 1244965 w 1495787"/>
                <a:gd name="connsiteY172" fmla="*/ 1210050 h 1435388"/>
                <a:gd name="connsiteX173" fmla="*/ 1230221 w 1495787"/>
                <a:gd name="connsiteY173" fmla="*/ 1181032 h 1435388"/>
                <a:gd name="connsiteX174" fmla="*/ 1223700 w 1495787"/>
                <a:gd name="connsiteY174" fmla="*/ 1159349 h 1435388"/>
                <a:gd name="connsiteX175" fmla="*/ 1222137 w 1495787"/>
                <a:gd name="connsiteY175" fmla="*/ 1132543 h 1435388"/>
                <a:gd name="connsiteX176" fmla="*/ 1213659 w 1495787"/>
                <a:gd name="connsiteY176" fmla="*/ 1116464 h 1435388"/>
                <a:gd name="connsiteX177" fmla="*/ 1204648 w 1495787"/>
                <a:gd name="connsiteY177" fmla="*/ 1099077 h 1435388"/>
                <a:gd name="connsiteX178" fmla="*/ 1189777 w 1495787"/>
                <a:gd name="connsiteY178" fmla="*/ 1086011 h 1435388"/>
                <a:gd name="connsiteX179" fmla="*/ 1186510 w 1495787"/>
                <a:gd name="connsiteY179" fmla="*/ 1036619 h 1435388"/>
                <a:gd name="connsiteX180" fmla="*/ 1106640 w 1495787"/>
                <a:gd name="connsiteY180" fmla="*/ 992565 h 1435388"/>
                <a:gd name="connsiteX181" fmla="*/ 1074025 w 1495787"/>
                <a:gd name="connsiteY181" fmla="*/ 1036619 h 1435388"/>
                <a:gd name="connsiteX182" fmla="*/ 1045694 w 1495787"/>
                <a:gd name="connsiteY182" fmla="*/ 1035564 h 1435388"/>
                <a:gd name="connsiteX183" fmla="*/ 1047143 w 1495787"/>
                <a:gd name="connsiteY183" fmla="*/ 1025510 h 1435388"/>
                <a:gd name="connsiteX184" fmla="*/ 1045173 w 1495787"/>
                <a:gd name="connsiteY184" fmla="*/ 1019358 h 1435388"/>
                <a:gd name="connsiteX185" fmla="*/ 1031471 w 1495787"/>
                <a:gd name="connsiteY185" fmla="*/ 975051 h 1435388"/>
                <a:gd name="connsiteX186" fmla="*/ 1020769 w 1495787"/>
                <a:gd name="connsiteY186" fmla="*/ 926815 h 1435388"/>
                <a:gd name="connsiteX187" fmla="*/ 1015939 w 1495787"/>
                <a:gd name="connsiteY187" fmla="*/ 917283 h 1435388"/>
                <a:gd name="connsiteX188" fmla="*/ 1004589 w 1495787"/>
                <a:gd name="connsiteY188" fmla="*/ 902641 h 1435388"/>
                <a:gd name="connsiteX189" fmla="*/ 996493 w 1495787"/>
                <a:gd name="connsiteY189" fmla="*/ 897531 h 1435388"/>
                <a:gd name="connsiteX190" fmla="*/ 991015 w 1495787"/>
                <a:gd name="connsiteY190" fmla="*/ 898586 h 1435388"/>
                <a:gd name="connsiteX191" fmla="*/ 992845 w 1495787"/>
                <a:gd name="connsiteY191" fmla="*/ 904865 h 1435388"/>
                <a:gd name="connsiteX192" fmla="*/ 987621 w 1495787"/>
                <a:gd name="connsiteY192" fmla="*/ 908004 h 1435388"/>
                <a:gd name="connsiteX193" fmla="*/ 984367 w 1495787"/>
                <a:gd name="connsiteY193" fmla="*/ 928391 h 1435388"/>
                <a:gd name="connsiteX194" fmla="*/ 989972 w 1495787"/>
                <a:gd name="connsiteY194" fmla="*/ 960154 h 1435388"/>
                <a:gd name="connsiteX195" fmla="*/ 1001590 w 1495787"/>
                <a:gd name="connsiteY195" fmla="*/ 1012431 h 1435388"/>
                <a:gd name="connsiteX196" fmla="*/ 1003153 w 1495787"/>
                <a:gd name="connsiteY196" fmla="*/ 1019485 h 1435388"/>
                <a:gd name="connsiteX197" fmla="*/ 1008123 w 1495787"/>
                <a:gd name="connsiteY197" fmla="*/ 1042618 h 1435388"/>
                <a:gd name="connsiteX198" fmla="*/ 1013982 w 1495787"/>
                <a:gd name="connsiteY198" fmla="*/ 1049685 h 1435388"/>
                <a:gd name="connsiteX199" fmla="*/ 1015813 w 1495787"/>
                <a:gd name="connsiteY199" fmla="*/ 1062751 h 1435388"/>
                <a:gd name="connsiteX200" fmla="*/ 1029120 w 1495787"/>
                <a:gd name="connsiteY200" fmla="*/ 1097272 h 1435388"/>
                <a:gd name="connsiteX201" fmla="*/ 1005110 w 1495787"/>
                <a:gd name="connsiteY201" fmla="*/ 1111901 h 1435388"/>
                <a:gd name="connsiteX202" fmla="*/ 997802 w 1495787"/>
                <a:gd name="connsiteY202" fmla="*/ 1175948 h 1435388"/>
                <a:gd name="connsiteX203" fmla="*/ 941432 w 1495787"/>
                <a:gd name="connsiteY203" fmla="*/ 1188620 h 1435388"/>
                <a:gd name="connsiteX204" fmla="*/ 935954 w 1495787"/>
                <a:gd name="connsiteY204" fmla="*/ 1177905 h 1435388"/>
                <a:gd name="connsiteX205" fmla="*/ 922126 w 1495787"/>
                <a:gd name="connsiteY205" fmla="*/ 1159349 h 1435388"/>
                <a:gd name="connsiteX206" fmla="*/ 900060 w 1495787"/>
                <a:gd name="connsiteY206" fmla="*/ 1136737 h 1435388"/>
                <a:gd name="connsiteX207" fmla="*/ 948601 w 1495787"/>
                <a:gd name="connsiteY207" fmla="*/ 1118053 h 1435388"/>
                <a:gd name="connsiteX208" fmla="*/ 947432 w 1495787"/>
                <a:gd name="connsiteY208" fmla="*/ 1102750 h 1435388"/>
                <a:gd name="connsiteX209" fmla="*/ 937772 w 1495787"/>
                <a:gd name="connsiteY209" fmla="*/ 1094641 h 1435388"/>
                <a:gd name="connsiteX210" fmla="*/ 873039 w 1495787"/>
                <a:gd name="connsiteY210" fmla="*/ 1113465 h 1435388"/>
                <a:gd name="connsiteX211" fmla="*/ 847084 w 1495787"/>
                <a:gd name="connsiteY211" fmla="*/ 1125095 h 1435388"/>
                <a:gd name="connsiteX212" fmla="*/ 835861 w 1495787"/>
                <a:gd name="connsiteY212" fmla="*/ 1131373 h 1435388"/>
                <a:gd name="connsiteX213" fmla="*/ 804797 w 1495787"/>
                <a:gd name="connsiteY213" fmla="*/ 1122222 h 1435388"/>
                <a:gd name="connsiteX214" fmla="*/ 798925 w 1495787"/>
                <a:gd name="connsiteY214" fmla="*/ 1109423 h 1435388"/>
                <a:gd name="connsiteX215" fmla="*/ 786520 w 1495787"/>
                <a:gd name="connsiteY215" fmla="*/ 1078575 h 1435388"/>
                <a:gd name="connsiteX216" fmla="*/ 762257 w 1495787"/>
                <a:gd name="connsiteY216" fmla="*/ 1067860 h 1435388"/>
                <a:gd name="connsiteX217" fmla="*/ 730812 w 1495787"/>
                <a:gd name="connsiteY217" fmla="*/ 1091501 h 1435388"/>
                <a:gd name="connsiteX218" fmla="*/ 698439 w 1495787"/>
                <a:gd name="connsiteY218" fmla="*/ 1090459 h 1435388"/>
                <a:gd name="connsiteX219" fmla="*/ 698184 w 1495787"/>
                <a:gd name="connsiteY219" fmla="*/ 1100539 h 1435388"/>
                <a:gd name="connsiteX220" fmla="*/ 711746 w 1495787"/>
                <a:gd name="connsiteY220" fmla="*/ 1116871 h 1435388"/>
                <a:gd name="connsiteX221" fmla="*/ 615822 w 1495787"/>
                <a:gd name="connsiteY221" fmla="*/ 1124840 h 1435388"/>
                <a:gd name="connsiteX222" fmla="*/ 611526 w 1495787"/>
                <a:gd name="connsiteY222" fmla="*/ 1071508 h 1435388"/>
                <a:gd name="connsiteX223" fmla="*/ 593122 w 1495787"/>
                <a:gd name="connsiteY223" fmla="*/ 1044715 h 1435388"/>
                <a:gd name="connsiteX224" fmla="*/ 578251 w 1495787"/>
                <a:gd name="connsiteY224" fmla="*/ 1019231 h 1435388"/>
                <a:gd name="connsiteX225" fmla="*/ 482734 w 1495787"/>
                <a:gd name="connsiteY225" fmla="*/ 1034776 h 1435388"/>
                <a:gd name="connsiteX226" fmla="*/ 505155 w 1495787"/>
                <a:gd name="connsiteY226" fmla="*/ 1095035 h 1435388"/>
                <a:gd name="connsiteX227" fmla="*/ 448925 w 1495787"/>
                <a:gd name="connsiteY227" fmla="*/ 1150858 h 1435388"/>
                <a:gd name="connsiteX228" fmla="*/ 426224 w 1495787"/>
                <a:gd name="connsiteY228" fmla="*/ 1145494 h 1435388"/>
                <a:gd name="connsiteX229" fmla="*/ 370223 w 1495787"/>
                <a:gd name="connsiteY229" fmla="*/ 1131246 h 1435388"/>
                <a:gd name="connsiteX230" fmla="*/ 256950 w 1495787"/>
                <a:gd name="connsiteY230" fmla="*/ 1155548 h 1435388"/>
                <a:gd name="connsiteX231" fmla="*/ 234516 w 1495787"/>
                <a:gd name="connsiteY231" fmla="*/ 1098950 h 1435388"/>
                <a:gd name="connsiteX232" fmla="*/ 228758 w 1495787"/>
                <a:gd name="connsiteY232" fmla="*/ 1063552 h 1435388"/>
                <a:gd name="connsiteX233" fmla="*/ 235291 w 1495787"/>
                <a:gd name="connsiteY233" fmla="*/ 1060654 h 1435388"/>
                <a:gd name="connsiteX234" fmla="*/ 246642 w 1495787"/>
                <a:gd name="connsiteY234" fmla="*/ 1054794 h 1435388"/>
                <a:gd name="connsiteX235" fmla="*/ 261652 w 1495787"/>
                <a:gd name="connsiteY235" fmla="*/ 1038182 h 1435388"/>
                <a:gd name="connsiteX236" fmla="*/ 267258 w 1495787"/>
                <a:gd name="connsiteY236" fmla="*/ 1029158 h 1435388"/>
                <a:gd name="connsiteX237" fmla="*/ 268300 w 1495787"/>
                <a:gd name="connsiteY237" fmla="*/ 1010220 h 1435388"/>
                <a:gd name="connsiteX238" fmla="*/ 278099 w 1495787"/>
                <a:gd name="connsiteY238" fmla="*/ 994929 h 1435388"/>
                <a:gd name="connsiteX239" fmla="*/ 282014 w 1495787"/>
                <a:gd name="connsiteY239" fmla="*/ 990608 h 1435388"/>
                <a:gd name="connsiteX240" fmla="*/ 299758 w 1495787"/>
                <a:gd name="connsiteY240" fmla="*/ 943949 h 1435388"/>
                <a:gd name="connsiteX241" fmla="*/ 324288 w 1495787"/>
                <a:gd name="connsiteY241" fmla="*/ 929040 h 1435388"/>
                <a:gd name="connsiteX242" fmla="*/ 341523 w 1495787"/>
                <a:gd name="connsiteY242" fmla="*/ 929167 h 1435388"/>
                <a:gd name="connsiteX243" fmla="*/ 354170 w 1495787"/>
                <a:gd name="connsiteY243" fmla="*/ 927349 h 1435388"/>
                <a:gd name="connsiteX244" fmla="*/ 363448 w 1495787"/>
                <a:gd name="connsiteY244" fmla="*/ 919367 h 1435388"/>
                <a:gd name="connsiteX245" fmla="*/ 363448 w 1495787"/>
                <a:gd name="connsiteY245" fmla="*/ 911525 h 1435388"/>
                <a:gd name="connsiteX246" fmla="*/ 374799 w 1495787"/>
                <a:gd name="connsiteY246" fmla="*/ 901725 h 1435388"/>
                <a:gd name="connsiteX247" fmla="*/ 374278 w 1495787"/>
                <a:gd name="connsiteY247" fmla="*/ 895713 h 1435388"/>
                <a:gd name="connsiteX248" fmla="*/ 371532 w 1495787"/>
                <a:gd name="connsiteY248" fmla="*/ 885380 h 1435388"/>
                <a:gd name="connsiteX249" fmla="*/ 378065 w 1495787"/>
                <a:gd name="connsiteY249" fmla="*/ 866950 h 1435388"/>
                <a:gd name="connsiteX250" fmla="*/ 392936 w 1495787"/>
                <a:gd name="connsiteY250" fmla="*/ 842254 h 1435388"/>
                <a:gd name="connsiteX251" fmla="*/ 411468 w 1495787"/>
                <a:gd name="connsiteY251" fmla="*/ 850618 h 1435388"/>
                <a:gd name="connsiteX252" fmla="*/ 416170 w 1495787"/>
                <a:gd name="connsiteY252" fmla="*/ 854278 h 1435388"/>
                <a:gd name="connsiteX253" fmla="*/ 445798 w 1495787"/>
                <a:gd name="connsiteY253" fmla="*/ 860290 h 1435388"/>
                <a:gd name="connsiteX254" fmla="*/ 476328 w 1495787"/>
                <a:gd name="connsiteY254" fmla="*/ 862120 h 1435388"/>
                <a:gd name="connsiteX255" fmla="*/ 478005 w 1495787"/>
                <a:gd name="connsiteY255" fmla="*/ 908004 h 1435388"/>
                <a:gd name="connsiteX256" fmla="*/ 508688 w 1495787"/>
                <a:gd name="connsiteY256" fmla="*/ 896235 h 1435388"/>
                <a:gd name="connsiteX257" fmla="*/ 565337 w 1495787"/>
                <a:gd name="connsiteY257" fmla="*/ 861587 h 1435388"/>
                <a:gd name="connsiteX258" fmla="*/ 583869 w 1495787"/>
                <a:gd name="connsiteY258" fmla="*/ 855053 h 1435388"/>
                <a:gd name="connsiteX259" fmla="*/ 605514 w 1495787"/>
                <a:gd name="connsiteY259" fmla="*/ 809970 h 1435388"/>
                <a:gd name="connsiteX260" fmla="*/ 620004 w 1495787"/>
                <a:gd name="connsiteY260" fmla="*/ 769056 h 1435388"/>
                <a:gd name="connsiteX261" fmla="*/ 627833 w 1495787"/>
                <a:gd name="connsiteY261" fmla="*/ 765142 h 1435388"/>
                <a:gd name="connsiteX262" fmla="*/ 631888 w 1495787"/>
                <a:gd name="connsiteY262" fmla="*/ 756397 h 1435388"/>
                <a:gd name="connsiteX263" fmla="*/ 636705 w 1495787"/>
                <a:gd name="connsiteY263" fmla="*/ 746318 h 1435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Lst>
              <a:rect l="l" t="t" r="r" b="b"/>
              <a:pathLst>
                <a:path w="1495787" h="1435388">
                  <a:moveTo>
                    <a:pt x="636705" y="746318"/>
                  </a:moveTo>
                  <a:lnTo>
                    <a:pt x="643632" y="711416"/>
                  </a:lnTo>
                  <a:lnTo>
                    <a:pt x="636070" y="680453"/>
                  </a:lnTo>
                  <a:lnTo>
                    <a:pt x="634227" y="673247"/>
                  </a:lnTo>
                  <a:lnTo>
                    <a:pt x="601866" y="675204"/>
                  </a:lnTo>
                  <a:lnTo>
                    <a:pt x="598219" y="653127"/>
                  </a:lnTo>
                  <a:lnTo>
                    <a:pt x="594164" y="636133"/>
                  </a:lnTo>
                  <a:lnTo>
                    <a:pt x="519657" y="595486"/>
                  </a:lnTo>
                  <a:lnTo>
                    <a:pt x="544848" y="576141"/>
                  </a:lnTo>
                  <a:lnTo>
                    <a:pt x="554101" y="575213"/>
                  </a:lnTo>
                  <a:lnTo>
                    <a:pt x="542751" y="522682"/>
                  </a:lnTo>
                  <a:lnTo>
                    <a:pt x="527995" y="484640"/>
                  </a:lnTo>
                  <a:lnTo>
                    <a:pt x="491974" y="496283"/>
                  </a:lnTo>
                  <a:lnTo>
                    <a:pt x="479721" y="469477"/>
                  </a:lnTo>
                  <a:lnTo>
                    <a:pt x="458178" y="476162"/>
                  </a:lnTo>
                  <a:lnTo>
                    <a:pt x="469274" y="406358"/>
                  </a:lnTo>
                  <a:lnTo>
                    <a:pt x="386403" y="408569"/>
                  </a:lnTo>
                  <a:lnTo>
                    <a:pt x="386022" y="386886"/>
                  </a:lnTo>
                  <a:lnTo>
                    <a:pt x="367084" y="356953"/>
                  </a:lnTo>
                  <a:lnTo>
                    <a:pt x="364491" y="346633"/>
                  </a:lnTo>
                  <a:lnTo>
                    <a:pt x="327173" y="324542"/>
                  </a:lnTo>
                  <a:lnTo>
                    <a:pt x="328978" y="296173"/>
                  </a:lnTo>
                  <a:lnTo>
                    <a:pt x="302376" y="293695"/>
                  </a:lnTo>
                  <a:lnTo>
                    <a:pt x="279917" y="258932"/>
                  </a:lnTo>
                  <a:lnTo>
                    <a:pt x="241557" y="263495"/>
                  </a:lnTo>
                  <a:lnTo>
                    <a:pt x="239079" y="320221"/>
                  </a:lnTo>
                  <a:lnTo>
                    <a:pt x="189738" y="373044"/>
                  </a:lnTo>
                  <a:lnTo>
                    <a:pt x="171995" y="368062"/>
                  </a:lnTo>
                  <a:lnTo>
                    <a:pt x="155433" y="376692"/>
                  </a:lnTo>
                  <a:lnTo>
                    <a:pt x="152802" y="366359"/>
                  </a:lnTo>
                  <a:lnTo>
                    <a:pt x="158153" y="354475"/>
                  </a:lnTo>
                  <a:lnTo>
                    <a:pt x="152294" y="310154"/>
                  </a:lnTo>
                  <a:lnTo>
                    <a:pt x="71508" y="290543"/>
                  </a:lnTo>
                  <a:lnTo>
                    <a:pt x="40978" y="272125"/>
                  </a:lnTo>
                  <a:lnTo>
                    <a:pt x="0" y="247163"/>
                  </a:lnTo>
                  <a:lnTo>
                    <a:pt x="19841" y="239575"/>
                  </a:lnTo>
                  <a:lnTo>
                    <a:pt x="78956" y="230690"/>
                  </a:lnTo>
                  <a:lnTo>
                    <a:pt x="90306" y="218539"/>
                  </a:lnTo>
                  <a:lnTo>
                    <a:pt x="165602" y="193576"/>
                  </a:lnTo>
                  <a:lnTo>
                    <a:pt x="194441" y="152535"/>
                  </a:lnTo>
                  <a:lnTo>
                    <a:pt x="206312" y="106397"/>
                  </a:lnTo>
                  <a:lnTo>
                    <a:pt x="231110" y="102876"/>
                  </a:lnTo>
                  <a:lnTo>
                    <a:pt x="249387" y="117125"/>
                  </a:lnTo>
                  <a:lnTo>
                    <a:pt x="272482" y="114760"/>
                  </a:lnTo>
                  <a:lnTo>
                    <a:pt x="296097" y="101161"/>
                  </a:lnTo>
                  <a:lnTo>
                    <a:pt x="343862" y="98822"/>
                  </a:lnTo>
                  <a:lnTo>
                    <a:pt x="370884" y="113184"/>
                  </a:lnTo>
                  <a:lnTo>
                    <a:pt x="397245" y="153971"/>
                  </a:lnTo>
                  <a:lnTo>
                    <a:pt x="392809" y="199855"/>
                  </a:lnTo>
                  <a:lnTo>
                    <a:pt x="411735" y="223102"/>
                  </a:lnTo>
                  <a:lnTo>
                    <a:pt x="443307" y="223102"/>
                  </a:lnTo>
                  <a:lnTo>
                    <a:pt x="457262" y="229902"/>
                  </a:lnTo>
                  <a:lnTo>
                    <a:pt x="487042" y="192915"/>
                  </a:lnTo>
                  <a:lnTo>
                    <a:pt x="505561" y="191619"/>
                  </a:lnTo>
                  <a:lnTo>
                    <a:pt x="593249" y="198940"/>
                  </a:lnTo>
                  <a:lnTo>
                    <a:pt x="620652" y="211752"/>
                  </a:lnTo>
                  <a:lnTo>
                    <a:pt x="669866" y="196589"/>
                  </a:lnTo>
                  <a:lnTo>
                    <a:pt x="697142" y="171626"/>
                  </a:lnTo>
                  <a:lnTo>
                    <a:pt x="727418" y="176316"/>
                  </a:lnTo>
                  <a:lnTo>
                    <a:pt x="748288" y="188086"/>
                  </a:lnTo>
                  <a:lnTo>
                    <a:pt x="772679" y="178540"/>
                  </a:lnTo>
                  <a:lnTo>
                    <a:pt x="787308" y="133190"/>
                  </a:lnTo>
                  <a:lnTo>
                    <a:pt x="803882" y="111761"/>
                  </a:lnTo>
                  <a:lnTo>
                    <a:pt x="830625" y="112015"/>
                  </a:lnTo>
                  <a:lnTo>
                    <a:pt x="851647" y="106397"/>
                  </a:lnTo>
                  <a:lnTo>
                    <a:pt x="850478" y="86404"/>
                  </a:lnTo>
                  <a:lnTo>
                    <a:pt x="874361" y="74240"/>
                  </a:lnTo>
                  <a:lnTo>
                    <a:pt x="897061" y="80379"/>
                  </a:lnTo>
                  <a:lnTo>
                    <a:pt x="947952" y="46532"/>
                  </a:lnTo>
                  <a:lnTo>
                    <a:pt x="965048" y="12431"/>
                  </a:lnTo>
                  <a:lnTo>
                    <a:pt x="995717" y="0"/>
                  </a:lnTo>
                  <a:lnTo>
                    <a:pt x="1019727" y="12812"/>
                  </a:lnTo>
                  <a:lnTo>
                    <a:pt x="1027036" y="39745"/>
                  </a:lnTo>
                  <a:lnTo>
                    <a:pt x="1058226" y="19879"/>
                  </a:lnTo>
                  <a:lnTo>
                    <a:pt x="1102191" y="19091"/>
                  </a:lnTo>
                  <a:lnTo>
                    <a:pt x="1114469" y="27848"/>
                  </a:lnTo>
                  <a:lnTo>
                    <a:pt x="1157404" y="28623"/>
                  </a:lnTo>
                  <a:lnTo>
                    <a:pt x="1176597" y="41181"/>
                  </a:lnTo>
                  <a:lnTo>
                    <a:pt x="1171754" y="77520"/>
                  </a:lnTo>
                  <a:lnTo>
                    <a:pt x="1176190" y="91107"/>
                  </a:lnTo>
                  <a:lnTo>
                    <a:pt x="1214041" y="121294"/>
                  </a:lnTo>
                  <a:lnTo>
                    <a:pt x="1231403" y="139596"/>
                  </a:lnTo>
                  <a:lnTo>
                    <a:pt x="1256327" y="146256"/>
                  </a:lnTo>
                  <a:lnTo>
                    <a:pt x="1305783" y="147438"/>
                  </a:lnTo>
                  <a:lnTo>
                    <a:pt x="1343494" y="159056"/>
                  </a:lnTo>
                  <a:lnTo>
                    <a:pt x="1355366" y="155535"/>
                  </a:lnTo>
                  <a:lnTo>
                    <a:pt x="1362420" y="131233"/>
                  </a:lnTo>
                  <a:lnTo>
                    <a:pt x="1379248" y="124166"/>
                  </a:lnTo>
                  <a:lnTo>
                    <a:pt x="1407706" y="139329"/>
                  </a:lnTo>
                  <a:lnTo>
                    <a:pt x="1434715" y="151480"/>
                  </a:lnTo>
                  <a:lnTo>
                    <a:pt x="1420493" y="170571"/>
                  </a:lnTo>
                  <a:lnTo>
                    <a:pt x="1418929" y="217751"/>
                  </a:lnTo>
                  <a:lnTo>
                    <a:pt x="1383036" y="236308"/>
                  </a:lnTo>
                  <a:lnTo>
                    <a:pt x="1389568" y="254992"/>
                  </a:lnTo>
                  <a:lnTo>
                    <a:pt x="1377951" y="273968"/>
                  </a:lnTo>
                  <a:lnTo>
                    <a:pt x="1368431" y="272253"/>
                  </a:lnTo>
                  <a:lnTo>
                    <a:pt x="1357336" y="268605"/>
                  </a:lnTo>
                  <a:lnTo>
                    <a:pt x="1338677" y="317997"/>
                  </a:lnTo>
                  <a:lnTo>
                    <a:pt x="1306685" y="325330"/>
                  </a:lnTo>
                  <a:lnTo>
                    <a:pt x="1311655" y="412255"/>
                  </a:lnTo>
                  <a:lnTo>
                    <a:pt x="1332030" y="410285"/>
                  </a:lnTo>
                  <a:lnTo>
                    <a:pt x="1336466" y="440993"/>
                  </a:lnTo>
                  <a:lnTo>
                    <a:pt x="1317667" y="454059"/>
                  </a:lnTo>
                  <a:lnTo>
                    <a:pt x="1363602" y="503070"/>
                  </a:lnTo>
                  <a:lnTo>
                    <a:pt x="1345070" y="517064"/>
                  </a:lnTo>
                  <a:lnTo>
                    <a:pt x="1355124" y="549869"/>
                  </a:lnTo>
                  <a:lnTo>
                    <a:pt x="1350548" y="567778"/>
                  </a:lnTo>
                  <a:lnTo>
                    <a:pt x="1362559" y="569608"/>
                  </a:lnTo>
                  <a:lnTo>
                    <a:pt x="1353675" y="640836"/>
                  </a:lnTo>
                  <a:lnTo>
                    <a:pt x="1312837" y="646466"/>
                  </a:lnTo>
                  <a:lnTo>
                    <a:pt x="1313358" y="658223"/>
                  </a:lnTo>
                  <a:lnTo>
                    <a:pt x="1382260" y="670768"/>
                  </a:lnTo>
                  <a:lnTo>
                    <a:pt x="1389048" y="727621"/>
                  </a:lnTo>
                  <a:lnTo>
                    <a:pt x="1390878" y="740433"/>
                  </a:lnTo>
                  <a:lnTo>
                    <a:pt x="1406791" y="751669"/>
                  </a:lnTo>
                  <a:lnTo>
                    <a:pt x="1400665" y="759397"/>
                  </a:lnTo>
                  <a:lnTo>
                    <a:pt x="1404440" y="795989"/>
                  </a:lnTo>
                  <a:lnTo>
                    <a:pt x="1424547" y="839763"/>
                  </a:lnTo>
                  <a:lnTo>
                    <a:pt x="1417112" y="865400"/>
                  </a:lnTo>
                  <a:lnTo>
                    <a:pt x="1458077" y="871399"/>
                  </a:lnTo>
                  <a:lnTo>
                    <a:pt x="1492280" y="850618"/>
                  </a:lnTo>
                  <a:lnTo>
                    <a:pt x="1495788" y="870229"/>
                  </a:lnTo>
                  <a:lnTo>
                    <a:pt x="1475578" y="902513"/>
                  </a:lnTo>
                  <a:lnTo>
                    <a:pt x="1465385" y="904471"/>
                  </a:lnTo>
                  <a:lnTo>
                    <a:pt x="1450234" y="946821"/>
                  </a:lnTo>
                  <a:lnTo>
                    <a:pt x="1422590" y="970081"/>
                  </a:lnTo>
                  <a:lnTo>
                    <a:pt x="1369868" y="980668"/>
                  </a:lnTo>
                  <a:lnTo>
                    <a:pt x="1375994" y="991243"/>
                  </a:lnTo>
                  <a:lnTo>
                    <a:pt x="1385133" y="1014910"/>
                  </a:lnTo>
                  <a:lnTo>
                    <a:pt x="1391386" y="1023667"/>
                  </a:lnTo>
                  <a:lnTo>
                    <a:pt x="1398453" y="1030200"/>
                  </a:lnTo>
                  <a:lnTo>
                    <a:pt x="1399089" y="1035945"/>
                  </a:lnTo>
                  <a:lnTo>
                    <a:pt x="1396737" y="1045490"/>
                  </a:lnTo>
                  <a:lnTo>
                    <a:pt x="1396089" y="1055049"/>
                  </a:lnTo>
                  <a:lnTo>
                    <a:pt x="1398834" y="1062230"/>
                  </a:lnTo>
                  <a:lnTo>
                    <a:pt x="1404973" y="1066272"/>
                  </a:lnTo>
                  <a:lnTo>
                    <a:pt x="1405482" y="1074648"/>
                  </a:lnTo>
                  <a:lnTo>
                    <a:pt x="1400004" y="1082363"/>
                  </a:lnTo>
                  <a:lnTo>
                    <a:pt x="1403804" y="1089938"/>
                  </a:lnTo>
                  <a:lnTo>
                    <a:pt x="1415014" y="1104440"/>
                  </a:lnTo>
                  <a:lnTo>
                    <a:pt x="1416718" y="1107071"/>
                  </a:lnTo>
                  <a:lnTo>
                    <a:pt x="1417874" y="1114113"/>
                  </a:lnTo>
                  <a:lnTo>
                    <a:pt x="1410846" y="1122997"/>
                  </a:lnTo>
                  <a:lnTo>
                    <a:pt x="1409664" y="1136064"/>
                  </a:lnTo>
                  <a:lnTo>
                    <a:pt x="1389568" y="1161433"/>
                  </a:lnTo>
                  <a:lnTo>
                    <a:pt x="1385400" y="1173330"/>
                  </a:lnTo>
                  <a:lnTo>
                    <a:pt x="1388247" y="1189396"/>
                  </a:lnTo>
                  <a:lnTo>
                    <a:pt x="1396089" y="1202207"/>
                  </a:lnTo>
                  <a:lnTo>
                    <a:pt x="1396356" y="1221819"/>
                  </a:lnTo>
                  <a:lnTo>
                    <a:pt x="1409015" y="1265606"/>
                  </a:lnTo>
                  <a:lnTo>
                    <a:pt x="1399622" y="1281557"/>
                  </a:lnTo>
                  <a:lnTo>
                    <a:pt x="1397398" y="1298144"/>
                  </a:lnTo>
                  <a:lnTo>
                    <a:pt x="1400792" y="1315786"/>
                  </a:lnTo>
                  <a:lnTo>
                    <a:pt x="1407820" y="1322319"/>
                  </a:lnTo>
                  <a:lnTo>
                    <a:pt x="1420239" y="1324683"/>
                  </a:lnTo>
                  <a:lnTo>
                    <a:pt x="1427941" y="1348997"/>
                  </a:lnTo>
                  <a:lnTo>
                    <a:pt x="1430279" y="1364288"/>
                  </a:lnTo>
                  <a:lnTo>
                    <a:pt x="1427026" y="1375918"/>
                  </a:lnTo>
                  <a:lnTo>
                    <a:pt x="1426771" y="1378409"/>
                  </a:lnTo>
                  <a:lnTo>
                    <a:pt x="1423759" y="1386772"/>
                  </a:lnTo>
                  <a:lnTo>
                    <a:pt x="1429110" y="1402711"/>
                  </a:lnTo>
                  <a:lnTo>
                    <a:pt x="1430279" y="1416311"/>
                  </a:lnTo>
                  <a:lnTo>
                    <a:pt x="1423238" y="1425970"/>
                  </a:lnTo>
                  <a:lnTo>
                    <a:pt x="1409282" y="1435389"/>
                  </a:lnTo>
                  <a:lnTo>
                    <a:pt x="1347155" y="1419450"/>
                  </a:lnTo>
                  <a:lnTo>
                    <a:pt x="1321442" y="1411087"/>
                  </a:lnTo>
                  <a:lnTo>
                    <a:pt x="1313218" y="1389391"/>
                  </a:lnTo>
                  <a:lnTo>
                    <a:pt x="1312964" y="1379044"/>
                  </a:lnTo>
                  <a:lnTo>
                    <a:pt x="1291166" y="1356840"/>
                  </a:lnTo>
                  <a:lnTo>
                    <a:pt x="1273677" y="1297102"/>
                  </a:lnTo>
                  <a:lnTo>
                    <a:pt x="1254370" y="1243515"/>
                  </a:lnTo>
                  <a:lnTo>
                    <a:pt x="1248625" y="1218553"/>
                  </a:lnTo>
                  <a:lnTo>
                    <a:pt x="1244965" y="1210050"/>
                  </a:lnTo>
                  <a:lnTo>
                    <a:pt x="1230221" y="1181032"/>
                  </a:lnTo>
                  <a:lnTo>
                    <a:pt x="1223700" y="1159349"/>
                  </a:lnTo>
                  <a:lnTo>
                    <a:pt x="1222137" y="1132543"/>
                  </a:lnTo>
                  <a:lnTo>
                    <a:pt x="1213659" y="1116464"/>
                  </a:lnTo>
                  <a:lnTo>
                    <a:pt x="1204648" y="1099077"/>
                  </a:lnTo>
                  <a:lnTo>
                    <a:pt x="1189777" y="1086011"/>
                  </a:lnTo>
                  <a:lnTo>
                    <a:pt x="1186510" y="1036619"/>
                  </a:lnTo>
                  <a:lnTo>
                    <a:pt x="1106640" y="992565"/>
                  </a:lnTo>
                  <a:lnTo>
                    <a:pt x="1074025" y="1036619"/>
                  </a:lnTo>
                  <a:lnTo>
                    <a:pt x="1045694" y="1035564"/>
                  </a:lnTo>
                  <a:lnTo>
                    <a:pt x="1047143" y="1025510"/>
                  </a:lnTo>
                  <a:lnTo>
                    <a:pt x="1045173" y="1019358"/>
                  </a:lnTo>
                  <a:lnTo>
                    <a:pt x="1031471" y="975051"/>
                  </a:lnTo>
                  <a:lnTo>
                    <a:pt x="1020769" y="926815"/>
                  </a:lnTo>
                  <a:lnTo>
                    <a:pt x="1015939" y="917283"/>
                  </a:lnTo>
                  <a:lnTo>
                    <a:pt x="1004589" y="902641"/>
                  </a:lnTo>
                  <a:lnTo>
                    <a:pt x="996493" y="897531"/>
                  </a:lnTo>
                  <a:lnTo>
                    <a:pt x="991015" y="898586"/>
                  </a:lnTo>
                  <a:lnTo>
                    <a:pt x="992845" y="904865"/>
                  </a:lnTo>
                  <a:lnTo>
                    <a:pt x="987621" y="908004"/>
                  </a:lnTo>
                  <a:lnTo>
                    <a:pt x="984367" y="928391"/>
                  </a:lnTo>
                  <a:lnTo>
                    <a:pt x="989972" y="960154"/>
                  </a:lnTo>
                  <a:lnTo>
                    <a:pt x="1001590" y="1012431"/>
                  </a:lnTo>
                  <a:lnTo>
                    <a:pt x="1003153" y="1019485"/>
                  </a:lnTo>
                  <a:lnTo>
                    <a:pt x="1008123" y="1042618"/>
                  </a:lnTo>
                  <a:lnTo>
                    <a:pt x="1013982" y="1049685"/>
                  </a:lnTo>
                  <a:lnTo>
                    <a:pt x="1015813" y="1062751"/>
                  </a:lnTo>
                  <a:lnTo>
                    <a:pt x="1029120" y="1097272"/>
                  </a:lnTo>
                  <a:lnTo>
                    <a:pt x="1005110" y="1111901"/>
                  </a:lnTo>
                  <a:lnTo>
                    <a:pt x="997802" y="1175948"/>
                  </a:lnTo>
                  <a:lnTo>
                    <a:pt x="941432" y="1188620"/>
                  </a:lnTo>
                  <a:lnTo>
                    <a:pt x="935954" y="1177905"/>
                  </a:lnTo>
                  <a:lnTo>
                    <a:pt x="922126" y="1159349"/>
                  </a:lnTo>
                  <a:lnTo>
                    <a:pt x="900060" y="1136737"/>
                  </a:lnTo>
                  <a:lnTo>
                    <a:pt x="948601" y="1118053"/>
                  </a:lnTo>
                  <a:lnTo>
                    <a:pt x="947432" y="1102750"/>
                  </a:lnTo>
                  <a:lnTo>
                    <a:pt x="937772" y="1094641"/>
                  </a:lnTo>
                  <a:lnTo>
                    <a:pt x="873039" y="1113465"/>
                  </a:lnTo>
                  <a:lnTo>
                    <a:pt x="847084" y="1125095"/>
                  </a:lnTo>
                  <a:lnTo>
                    <a:pt x="835861" y="1131373"/>
                  </a:lnTo>
                  <a:lnTo>
                    <a:pt x="804797" y="1122222"/>
                  </a:lnTo>
                  <a:lnTo>
                    <a:pt x="798925" y="1109423"/>
                  </a:lnTo>
                  <a:lnTo>
                    <a:pt x="786520" y="1078575"/>
                  </a:lnTo>
                  <a:lnTo>
                    <a:pt x="762257" y="1067860"/>
                  </a:lnTo>
                  <a:lnTo>
                    <a:pt x="730812" y="1091501"/>
                  </a:lnTo>
                  <a:lnTo>
                    <a:pt x="698439" y="1090459"/>
                  </a:lnTo>
                  <a:lnTo>
                    <a:pt x="698184" y="1100539"/>
                  </a:lnTo>
                  <a:lnTo>
                    <a:pt x="711746" y="1116871"/>
                  </a:lnTo>
                  <a:lnTo>
                    <a:pt x="615822" y="1124840"/>
                  </a:lnTo>
                  <a:lnTo>
                    <a:pt x="611526" y="1071508"/>
                  </a:lnTo>
                  <a:lnTo>
                    <a:pt x="593122" y="1044715"/>
                  </a:lnTo>
                  <a:lnTo>
                    <a:pt x="578251" y="1019231"/>
                  </a:lnTo>
                  <a:lnTo>
                    <a:pt x="482734" y="1034776"/>
                  </a:lnTo>
                  <a:lnTo>
                    <a:pt x="505155" y="1095035"/>
                  </a:lnTo>
                  <a:lnTo>
                    <a:pt x="448925" y="1150858"/>
                  </a:lnTo>
                  <a:lnTo>
                    <a:pt x="426224" y="1145494"/>
                  </a:lnTo>
                  <a:lnTo>
                    <a:pt x="370223" y="1131246"/>
                  </a:lnTo>
                  <a:lnTo>
                    <a:pt x="256950" y="1155548"/>
                  </a:lnTo>
                  <a:lnTo>
                    <a:pt x="234516" y="1098950"/>
                  </a:lnTo>
                  <a:lnTo>
                    <a:pt x="228758" y="1063552"/>
                  </a:lnTo>
                  <a:lnTo>
                    <a:pt x="235291" y="1060654"/>
                  </a:lnTo>
                  <a:lnTo>
                    <a:pt x="246642" y="1054794"/>
                  </a:lnTo>
                  <a:lnTo>
                    <a:pt x="261652" y="1038182"/>
                  </a:lnTo>
                  <a:lnTo>
                    <a:pt x="267258" y="1029158"/>
                  </a:lnTo>
                  <a:lnTo>
                    <a:pt x="268300" y="1010220"/>
                  </a:lnTo>
                  <a:lnTo>
                    <a:pt x="278099" y="994929"/>
                  </a:lnTo>
                  <a:lnTo>
                    <a:pt x="282014" y="990608"/>
                  </a:lnTo>
                  <a:lnTo>
                    <a:pt x="299758" y="943949"/>
                  </a:lnTo>
                  <a:lnTo>
                    <a:pt x="324288" y="929040"/>
                  </a:lnTo>
                  <a:lnTo>
                    <a:pt x="341523" y="929167"/>
                  </a:lnTo>
                  <a:lnTo>
                    <a:pt x="354170" y="927349"/>
                  </a:lnTo>
                  <a:lnTo>
                    <a:pt x="363448" y="919367"/>
                  </a:lnTo>
                  <a:lnTo>
                    <a:pt x="363448" y="911525"/>
                  </a:lnTo>
                  <a:lnTo>
                    <a:pt x="374799" y="901725"/>
                  </a:lnTo>
                  <a:lnTo>
                    <a:pt x="374278" y="895713"/>
                  </a:lnTo>
                  <a:lnTo>
                    <a:pt x="371532" y="885380"/>
                  </a:lnTo>
                  <a:lnTo>
                    <a:pt x="378065" y="866950"/>
                  </a:lnTo>
                  <a:lnTo>
                    <a:pt x="392936" y="842254"/>
                  </a:lnTo>
                  <a:lnTo>
                    <a:pt x="411468" y="850618"/>
                  </a:lnTo>
                  <a:lnTo>
                    <a:pt x="416170" y="854278"/>
                  </a:lnTo>
                  <a:lnTo>
                    <a:pt x="445798" y="860290"/>
                  </a:lnTo>
                  <a:lnTo>
                    <a:pt x="476328" y="862120"/>
                  </a:lnTo>
                  <a:lnTo>
                    <a:pt x="478005" y="908004"/>
                  </a:lnTo>
                  <a:lnTo>
                    <a:pt x="508688" y="896235"/>
                  </a:lnTo>
                  <a:lnTo>
                    <a:pt x="565337" y="861587"/>
                  </a:lnTo>
                  <a:lnTo>
                    <a:pt x="583869" y="855053"/>
                  </a:lnTo>
                  <a:lnTo>
                    <a:pt x="605514" y="809970"/>
                  </a:lnTo>
                  <a:lnTo>
                    <a:pt x="620004" y="769056"/>
                  </a:lnTo>
                  <a:lnTo>
                    <a:pt x="627833" y="765142"/>
                  </a:lnTo>
                  <a:lnTo>
                    <a:pt x="631888" y="756397"/>
                  </a:lnTo>
                  <a:lnTo>
                    <a:pt x="636705" y="746318"/>
                  </a:lnTo>
                  <a:close/>
                </a:path>
              </a:pathLst>
            </a:custGeom>
            <a:solidFill>
              <a:srgbClr val="FFFFFF"/>
            </a:solidFill>
            <a:ln w="12700" cap="flat">
              <a:noFill/>
              <a:prstDash val="solid"/>
              <a:miter/>
            </a:ln>
          </p:spPr>
          <p:txBody>
            <a:bodyPr rtlCol="0" anchor="ctr"/>
            <a:lstStyle/>
            <a:p>
              <a:endParaRPr lang="de-CH"/>
            </a:p>
          </p:txBody>
        </p:sp>
        <p:sp>
          <p:nvSpPr>
            <p:cNvPr id="48" name="Freihandform: Form 47">
              <a:extLst>
                <a:ext uri="{FF2B5EF4-FFF2-40B4-BE49-F238E27FC236}">
                  <a16:creationId xmlns:a16="http://schemas.microsoft.com/office/drawing/2014/main" id="{F2099720-2CB5-11D3-F2F5-F06503A64609}"/>
                </a:ext>
              </a:extLst>
            </p:cNvPr>
            <p:cNvSpPr/>
            <p:nvPr/>
          </p:nvSpPr>
          <p:spPr>
            <a:xfrm>
              <a:off x="5083081" y="1054595"/>
              <a:ext cx="1495787" cy="1435388"/>
            </a:xfrm>
            <a:custGeom>
              <a:avLst/>
              <a:gdLst>
                <a:gd name="connsiteX0" fmla="*/ 636705 w 1495787"/>
                <a:gd name="connsiteY0" fmla="*/ 746318 h 1435388"/>
                <a:gd name="connsiteX1" fmla="*/ 643632 w 1495787"/>
                <a:gd name="connsiteY1" fmla="*/ 711416 h 1435388"/>
                <a:gd name="connsiteX2" fmla="*/ 636070 w 1495787"/>
                <a:gd name="connsiteY2" fmla="*/ 680453 h 1435388"/>
                <a:gd name="connsiteX3" fmla="*/ 634227 w 1495787"/>
                <a:gd name="connsiteY3" fmla="*/ 673247 h 1435388"/>
                <a:gd name="connsiteX4" fmla="*/ 601866 w 1495787"/>
                <a:gd name="connsiteY4" fmla="*/ 675204 h 1435388"/>
                <a:gd name="connsiteX5" fmla="*/ 598219 w 1495787"/>
                <a:gd name="connsiteY5" fmla="*/ 653127 h 1435388"/>
                <a:gd name="connsiteX6" fmla="*/ 594164 w 1495787"/>
                <a:gd name="connsiteY6" fmla="*/ 636133 h 1435388"/>
                <a:gd name="connsiteX7" fmla="*/ 519657 w 1495787"/>
                <a:gd name="connsiteY7" fmla="*/ 595486 h 1435388"/>
                <a:gd name="connsiteX8" fmla="*/ 544848 w 1495787"/>
                <a:gd name="connsiteY8" fmla="*/ 576141 h 1435388"/>
                <a:gd name="connsiteX9" fmla="*/ 554101 w 1495787"/>
                <a:gd name="connsiteY9" fmla="*/ 575213 h 1435388"/>
                <a:gd name="connsiteX10" fmla="*/ 542751 w 1495787"/>
                <a:gd name="connsiteY10" fmla="*/ 522682 h 1435388"/>
                <a:gd name="connsiteX11" fmla="*/ 527995 w 1495787"/>
                <a:gd name="connsiteY11" fmla="*/ 484640 h 1435388"/>
                <a:gd name="connsiteX12" fmla="*/ 491974 w 1495787"/>
                <a:gd name="connsiteY12" fmla="*/ 496283 h 1435388"/>
                <a:gd name="connsiteX13" fmla="*/ 479721 w 1495787"/>
                <a:gd name="connsiteY13" fmla="*/ 469477 h 1435388"/>
                <a:gd name="connsiteX14" fmla="*/ 458178 w 1495787"/>
                <a:gd name="connsiteY14" fmla="*/ 476162 h 1435388"/>
                <a:gd name="connsiteX15" fmla="*/ 469274 w 1495787"/>
                <a:gd name="connsiteY15" fmla="*/ 406358 h 1435388"/>
                <a:gd name="connsiteX16" fmla="*/ 386403 w 1495787"/>
                <a:gd name="connsiteY16" fmla="*/ 408569 h 1435388"/>
                <a:gd name="connsiteX17" fmla="*/ 386022 w 1495787"/>
                <a:gd name="connsiteY17" fmla="*/ 386886 h 1435388"/>
                <a:gd name="connsiteX18" fmla="*/ 367084 w 1495787"/>
                <a:gd name="connsiteY18" fmla="*/ 356953 h 1435388"/>
                <a:gd name="connsiteX19" fmla="*/ 364491 w 1495787"/>
                <a:gd name="connsiteY19" fmla="*/ 346633 h 1435388"/>
                <a:gd name="connsiteX20" fmla="*/ 327173 w 1495787"/>
                <a:gd name="connsiteY20" fmla="*/ 324542 h 1435388"/>
                <a:gd name="connsiteX21" fmla="*/ 328978 w 1495787"/>
                <a:gd name="connsiteY21" fmla="*/ 296173 h 1435388"/>
                <a:gd name="connsiteX22" fmla="*/ 302376 w 1495787"/>
                <a:gd name="connsiteY22" fmla="*/ 293695 h 1435388"/>
                <a:gd name="connsiteX23" fmla="*/ 279917 w 1495787"/>
                <a:gd name="connsiteY23" fmla="*/ 258932 h 1435388"/>
                <a:gd name="connsiteX24" fmla="*/ 241557 w 1495787"/>
                <a:gd name="connsiteY24" fmla="*/ 263495 h 1435388"/>
                <a:gd name="connsiteX25" fmla="*/ 239079 w 1495787"/>
                <a:gd name="connsiteY25" fmla="*/ 320221 h 1435388"/>
                <a:gd name="connsiteX26" fmla="*/ 189738 w 1495787"/>
                <a:gd name="connsiteY26" fmla="*/ 373044 h 1435388"/>
                <a:gd name="connsiteX27" fmla="*/ 171995 w 1495787"/>
                <a:gd name="connsiteY27" fmla="*/ 368062 h 1435388"/>
                <a:gd name="connsiteX28" fmla="*/ 155433 w 1495787"/>
                <a:gd name="connsiteY28" fmla="*/ 376692 h 1435388"/>
                <a:gd name="connsiteX29" fmla="*/ 152802 w 1495787"/>
                <a:gd name="connsiteY29" fmla="*/ 366359 h 1435388"/>
                <a:gd name="connsiteX30" fmla="*/ 158153 w 1495787"/>
                <a:gd name="connsiteY30" fmla="*/ 354475 h 1435388"/>
                <a:gd name="connsiteX31" fmla="*/ 152294 w 1495787"/>
                <a:gd name="connsiteY31" fmla="*/ 310154 h 1435388"/>
                <a:gd name="connsiteX32" fmla="*/ 71508 w 1495787"/>
                <a:gd name="connsiteY32" fmla="*/ 290543 h 1435388"/>
                <a:gd name="connsiteX33" fmla="*/ 40978 w 1495787"/>
                <a:gd name="connsiteY33" fmla="*/ 272125 h 1435388"/>
                <a:gd name="connsiteX34" fmla="*/ 0 w 1495787"/>
                <a:gd name="connsiteY34" fmla="*/ 247163 h 1435388"/>
                <a:gd name="connsiteX35" fmla="*/ 19841 w 1495787"/>
                <a:gd name="connsiteY35" fmla="*/ 239575 h 1435388"/>
                <a:gd name="connsiteX36" fmla="*/ 78956 w 1495787"/>
                <a:gd name="connsiteY36" fmla="*/ 230690 h 1435388"/>
                <a:gd name="connsiteX37" fmla="*/ 90306 w 1495787"/>
                <a:gd name="connsiteY37" fmla="*/ 218539 h 1435388"/>
                <a:gd name="connsiteX38" fmla="*/ 165602 w 1495787"/>
                <a:gd name="connsiteY38" fmla="*/ 193576 h 1435388"/>
                <a:gd name="connsiteX39" fmla="*/ 194441 w 1495787"/>
                <a:gd name="connsiteY39" fmla="*/ 152535 h 1435388"/>
                <a:gd name="connsiteX40" fmla="*/ 206312 w 1495787"/>
                <a:gd name="connsiteY40" fmla="*/ 106397 h 1435388"/>
                <a:gd name="connsiteX41" fmla="*/ 231110 w 1495787"/>
                <a:gd name="connsiteY41" fmla="*/ 102876 h 1435388"/>
                <a:gd name="connsiteX42" fmla="*/ 249387 w 1495787"/>
                <a:gd name="connsiteY42" fmla="*/ 117125 h 1435388"/>
                <a:gd name="connsiteX43" fmla="*/ 272482 w 1495787"/>
                <a:gd name="connsiteY43" fmla="*/ 114760 h 1435388"/>
                <a:gd name="connsiteX44" fmla="*/ 296097 w 1495787"/>
                <a:gd name="connsiteY44" fmla="*/ 101161 h 1435388"/>
                <a:gd name="connsiteX45" fmla="*/ 343862 w 1495787"/>
                <a:gd name="connsiteY45" fmla="*/ 98822 h 1435388"/>
                <a:gd name="connsiteX46" fmla="*/ 370884 w 1495787"/>
                <a:gd name="connsiteY46" fmla="*/ 113184 h 1435388"/>
                <a:gd name="connsiteX47" fmla="*/ 397245 w 1495787"/>
                <a:gd name="connsiteY47" fmla="*/ 153971 h 1435388"/>
                <a:gd name="connsiteX48" fmla="*/ 392809 w 1495787"/>
                <a:gd name="connsiteY48" fmla="*/ 199855 h 1435388"/>
                <a:gd name="connsiteX49" fmla="*/ 411735 w 1495787"/>
                <a:gd name="connsiteY49" fmla="*/ 223102 h 1435388"/>
                <a:gd name="connsiteX50" fmla="*/ 443307 w 1495787"/>
                <a:gd name="connsiteY50" fmla="*/ 223102 h 1435388"/>
                <a:gd name="connsiteX51" fmla="*/ 457262 w 1495787"/>
                <a:gd name="connsiteY51" fmla="*/ 229902 h 1435388"/>
                <a:gd name="connsiteX52" fmla="*/ 487042 w 1495787"/>
                <a:gd name="connsiteY52" fmla="*/ 192915 h 1435388"/>
                <a:gd name="connsiteX53" fmla="*/ 505561 w 1495787"/>
                <a:gd name="connsiteY53" fmla="*/ 191619 h 1435388"/>
                <a:gd name="connsiteX54" fmla="*/ 593249 w 1495787"/>
                <a:gd name="connsiteY54" fmla="*/ 198940 h 1435388"/>
                <a:gd name="connsiteX55" fmla="*/ 620652 w 1495787"/>
                <a:gd name="connsiteY55" fmla="*/ 211752 h 1435388"/>
                <a:gd name="connsiteX56" fmla="*/ 669866 w 1495787"/>
                <a:gd name="connsiteY56" fmla="*/ 196589 h 1435388"/>
                <a:gd name="connsiteX57" fmla="*/ 697142 w 1495787"/>
                <a:gd name="connsiteY57" fmla="*/ 171626 h 1435388"/>
                <a:gd name="connsiteX58" fmla="*/ 727418 w 1495787"/>
                <a:gd name="connsiteY58" fmla="*/ 176316 h 1435388"/>
                <a:gd name="connsiteX59" fmla="*/ 748288 w 1495787"/>
                <a:gd name="connsiteY59" fmla="*/ 188086 h 1435388"/>
                <a:gd name="connsiteX60" fmla="*/ 772679 w 1495787"/>
                <a:gd name="connsiteY60" fmla="*/ 178540 h 1435388"/>
                <a:gd name="connsiteX61" fmla="*/ 787308 w 1495787"/>
                <a:gd name="connsiteY61" fmla="*/ 133190 h 1435388"/>
                <a:gd name="connsiteX62" fmla="*/ 803882 w 1495787"/>
                <a:gd name="connsiteY62" fmla="*/ 111761 h 1435388"/>
                <a:gd name="connsiteX63" fmla="*/ 830625 w 1495787"/>
                <a:gd name="connsiteY63" fmla="*/ 112015 h 1435388"/>
                <a:gd name="connsiteX64" fmla="*/ 851647 w 1495787"/>
                <a:gd name="connsiteY64" fmla="*/ 106397 h 1435388"/>
                <a:gd name="connsiteX65" fmla="*/ 850478 w 1495787"/>
                <a:gd name="connsiteY65" fmla="*/ 86404 h 1435388"/>
                <a:gd name="connsiteX66" fmla="*/ 874361 w 1495787"/>
                <a:gd name="connsiteY66" fmla="*/ 74240 h 1435388"/>
                <a:gd name="connsiteX67" fmla="*/ 897061 w 1495787"/>
                <a:gd name="connsiteY67" fmla="*/ 80379 h 1435388"/>
                <a:gd name="connsiteX68" fmla="*/ 947952 w 1495787"/>
                <a:gd name="connsiteY68" fmla="*/ 46532 h 1435388"/>
                <a:gd name="connsiteX69" fmla="*/ 965048 w 1495787"/>
                <a:gd name="connsiteY69" fmla="*/ 12431 h 1435388"/>
                <a:gd name="connsiteX70" fmla="*/ 995717 w 1495787"/>
                <a:gd name="connsiteY70" fmla="*/ 0 h 1435388"/>
                <a:gd name="connsiteX71" fmla="*/ 1019727 w 1495787"/>
                <a:gd name="connsiteY71" fmla="*/ 12812 h 1435388"/>
                <a:gd name="connsiteX72" fmla="*/ 1027036 w 1495787"/>
                <a:gd name="connsiteY72" fmla="*/ 39745 h 1435388"/>
                <a:gd name="connsiteX73" fmla="*/ 1058226 w 1495787"/>
                <a:gd name="connsiteY73" fmla="*/ 19879 h 1435388"/>
                <a:gd name="connsiteX74" fmla="*/ 1102191 w 1495787"/>
                <a:gd name="connsiteY74" fmla="*/ 19091 h 1435388"/>
                <a:gd name="connsiteX75" fmla="*/ 1114469 w 1495787"/>
                <a:gd name="connsiteY75" fmla="*/ 27848 h 1435388"/>
                <a:gd name="connsiteX76" fmla="*/ 1157404 w 1495787"/>
                <a:gd name="connsiteY76" fmla="*/ 28623 h 1435388"/>
                <a:gd name="connsiteX77" fmla="*/ 1176597 w 1495787"/>
                <a:gd name="connsiteY77" fmla="*/ 41181 h 1435388"/>
                <a:gd name="connsiteX78" fmla="*/ 1171754 w 1495787"/>
                <a:gd name="connsiteY78" fmla="*/ 77520 h 1435388"/>
                <a:gd name="connsiteX79" fmla="*/ 1176190 w 1495787"/>
                <a:gd name="connsiteY79" fmla="*/ 91107 h 1435388"/>
                <a:gd name="connsiteX80" fmla="*/ 1214041 w 1495787"/>
                <a:gd name="connsiteY80" fmla="*/ 121294 h 1435388"/>
                <a:gd name="connsiteX81" fmla="*/ 1231403 w 1495787"/>
                <a:gd name="connsiteY81" fmla="*/ 139596 h 1435388"/>
                <a:gd name="connsiteX82" fmla="*/ 1256327 w 1495787"/>
                <a:gd name="connsiteY82" fmla="*/ 146256 h 1435388"/>
                <a:gd name="connsiteX83" fmla="*/ 1305783 w 1495787"/>
                <a:gd name="connsiteY83" fmla="*/ 147438 h 1435388"/>
                <a:gd name="connsiteX84" fmla="*/ 1343494 w 1495787"/>
                <a:gd name="connsiteY84" fmla="*/ 159056 h 1435388"/>
                <a:gd name="connsiteX85" fmla="*/ 1355366 w 1495787"/>
                <a:gd name="connsiteY85" fmla="*/ 155535 h 1435388"/>
                <a:gd name="connsiteX86" fmla="*/ 1362420 w 1495787"/>
                <a:gd name="connsiteY86" fmla="*/ 131233 h 1435388"/>
                <a:gd name="connsiteX87" fmla="*/ 1379248 w 1495787"/>
                <a:gd name="connsiteY87" fmla="*/ 124166 h 1435388"/>
                <a:gd name="connsiteX88" fmla="*/ 1407706 w 1495787"/>
                <a:gd name="connsiteY88" fmla="*/ 139329 h 1435388"/>
                <a:gd name="connsiteX89" fmla="*/ 1434715 w 1495787"/>
                <a:gd name="connsiteY89" fmla="*/ 151480 h 1435388"/>
                <a:gd name="connsiteX90" fmla="*/ 1420493 w 1495787"/>
                <a:gd name="connsiteY90" fmla="*/ 170571 h 1435388"/>
                <a:gd name="connsiteX91" fmla="*/ 1418929 w 1495787"/>
                <a:gd name="connsiteY91" fmla="*/ 217751 h 1435388"/>
                <a:gd name="connsiteX92" fmla="*/ 1383036 w 1495787"/>
                <a:gd name="connsiteY92" fmla="*/ 236308 h 1435388"/>
                <a:gd name="connsiteX93" fmla="*/ 1389568 w 1495787"/>
                <a:gd name="connsiteY93" fmla="*/ 254992 h 1435388"/>
                <a:gd name="connsiteX94" fmla="*/ 1377951 w 1495787"/>
                <a:gd name="connsiteY94" fmla="*/ 273968 h 1435388"/>
                <a:gd name="connsiteX95" fmla="*/ 1368431 w 1495787"/>
                <a:gd name="connsiteY95" fmla="*/ 272253 h 1435388"/>
                <a:gd name="connsiteX96" fmla="*/ 1357336 w 1495787"/>
                <a:gd name="connsiteY96" fmla="*/ 268605 h 1435388"/>
                <a:gd name="connsiteX97" fmla="*/ 1338677 w 1495787"/>
                <a:gd name="connsiteY97" fmla="*/ 317997 h 1435388"/>
                <a:gd name="connsiteX98" fmla="*/ 1306685 w 1495787"/>
                <a:gd name="connsiteY98" fmla="*/ 325330 h 1435388"/>
                <a:gd name="connsiteX99" fmla="*/ 1311655 w 1495787"/>
                <a:gd name="connsiteY99" fmla="*/ 412255 h 1435388"/>
                <a:gd name="connsiteX100" fmla="*/ 1332030 w 1495787"/>
                <a:gd name="connsiteY100" fmla="*/ 410285 h 1435388"/>
                <a:gd name="connsiteX101" fmla="*/ 1336466 w 1495787"/>
                <a:gd name="connsiteY101" fmla="*/ 440993 h 1435388"/>
                <a:gd name="connsiteX102" fmla="*/ 1317667 w 1495787"/>
                <a:gd name="connsiteY102" fmla="*/ 454059 h 1435388"/>
                <a:gd name="connsiteX103" fmla="*/ 1363602 w 1495787"/>
                <a:gd name="connsiteY103" fmla="*/ 503070 h 1435388"/>
                <a:gd name="connsiteX104" fmla="*/ 1345070 w 1495787"/>
                <a:gd name="connsiteY104" fmla="*/ 517064 h 1435388"/>
                <a:gd name="connsiteX105" fmla="*/ 1355124 w 1495787"/>
                <a:gd name="connsiteY105" fmla="*/ 549869 h 1435388"/>
                <a:gd name="connsiteX106" fmla="*/ 1350548 w 1495787"/>
                <a:gd name="connsiteY106" fmla="*/ 567778 h 1435388"/>
                <a:gd name="connsiteX107" fmla="*/ 1362559 w 1495787"/>
                <a:gd name="connsiteY107" fmla="*/ 569608 h 1435388"/>
                <a:gd name="connsiteX108" fmla="*/ 1353675 w 1495787"/>
                <a:gd name="connsiteY108" fmla="*/ 640836 h 1435388"/>
                <a:gd name="connsiteX109" fmla="*/ 1312837 w 1495787"/>
                <a:gd name="connsiteY109" fmla="*/ 646466 h 1435388"/>
                <a:gd name="connsiteX110" fmla="*/ 1313358 w 1495787"/>
                <a:gd name="connsiteY110" fmla="*/ 658223 h 1435388"/>
                <a:gd name="connsiteX111" fmla="*/ 1382260 w 1495787"/>
                <a:gd name="connsiteY111" fmla="*/ 670768 h 1435388"/>
                <a:gd name="connsiteX112" fmla="*/ 1389048 w 1495787"/>
                <a:gd name="connsiteY112" fmla="*/ 727621 h 1435388"/>
                <a:gd name="connsiteX113" fmla="*/ 1390878 w 1495787"/>
                <a:gd name="connsiteY113" fmla="*/ 740433 h 1435388"/>
                <a:gd name="connsiteX114" fmla="*/ 1406791 w 1495787"/>
                <a:gd name="connsiteY114" fmla="*/ 751669 h 1435388"/>
                <a:gd name="connsiteX115" fmla="*/ 1400665 w 1495787"/>
                <a:gd name="connsiteY115" fmla="*/ 759397 h 1435388"/>
                <a:gd name="connsiteX116" fmla="*/ 1404440 w 1495787"/>
                <a:gd name="connsiteY116" fmla="*/ 795989 h 1435388"/>
                <a:gd name="connsiteX117" fmla="*/ 1424547 w 1495787"/>
                <a:gd name="connsiteY117" fmla="*/ 839763 h 1435388"/>
                <a:gd name="connsiteX118" fmla="*/ 1417112 w 1495787"/>
                <a:gd name="connsiteY118" fmla="*/ 865400 h 1435388"/>
                <a:gd name="connsiteX119" fmla="*/ 1458077 w 1495787"/>
                <a:gd name="connsiteY119" fmla="*/ 871399 h 1435388"/>
                <a:gd name="connsiteX120" fmla="*/ 1492280 w 1495787"/>
                <a:gd name="connsiteY120" fmla="*/ 850618 h 1435388"/>
                <a:gd name="connsiteX121" fmla="*/ 1495788 w 1495787"/>
                <a:gd name="connsiteY121" fmla="*/ 870229 h 1435388"/>
                <a:gd name="connsiteX122" fmla="*/ 1475578 w 1495787"/>
                <a:gd name="connsiteY122" fmla="*/ 902513 h 1435388"/>
                <a:gd name="connsiteX123" fmla="*/ 1465385 w 1495787"/>
                <a:gd name="connsiteY123" fmla="*/ 904471 h 1435388"/>
                <a:gd name="connsiteX124" fmla="*/ 1450234 w 1495787"/>
                <a:gd name="connsiteY124" fmla="*/ 946821 h 1435388"/>
                <a:gd name="connsiteX125" fmla="*/ 1422590 w 1495787"/>
                <a:gd name="connsiteY125" fmla="*/ 970081 h 1435388"/>
                <a:gd name="connsiteX126" fmla="*/ 1369868 w 1495787"/>
                <a:gd name="connsiteY126" fmla="*/ 980668 h 1435388"/>
                <a:gd name="connsiteX127" fmla="*/ 1375994 w 1495787"/>
                <a:gd name="connsiteY127" fmla="*/ 991243 h 1435388"/>
                <a:gd name="connsiteX128" fmla="*/ 1385133 w 1495787"/>
                <a:gd name="connsiteY128" fmla="*/ 1014910 h 1435388"/>
                <a:gd name="connsiteX129" fmla="*/ 1391386 w 1495787"/>
                <a:gd name="connsiteY129" fmla="*/ 1023667 h 1435388"/>
                <a:gd name="connsiteX130" fmla="*/ 1398453 w 1495787"/>
                <a:gd name="connsiteY130" fmla="*/ 1030200 h 1435388"/>
                <a:gd name="connsiteX131" fmla="*/ 1399089 w 1495787"/>
                <a:gd name="connsiteY131" fmla="*/ 1035945 h 1435388"/>
                <a:gd name="connsiteX132" fmla="*/ 1396737 w 1495787"/>
                <a:gd name="connsiteY132" fmla="*/ 1045490 h 1435388"/>
                <a:gd name="connsiteX133" fmla="*/ 1396089 w 1495787"/>
                <a:gd name="connsiteY133" fmla="*/ 1055049 h 1435388"/>
                <a:gd name="connsiteX134" fmla="*/ 1398834 w 1495787"/>
                <a:gd name="connsiteY134" fmla="*/ 1062230 h 1435388"/>
                <a:gd name="connsiteX135" fmla="*/ 1404973 w 1495787"/>
                <a:gd name="connsiteY135" fmla="*/ 1066272 h 1435388"/>
                <a:gd name="connsiteX136" fmla="*/ 1405482 w 1495787"/>
                <a:gd name="connsiteY136" fmla="*/ 1074648 h 1435388"/>
                <a:gd name="connsiteX137" fmla="*/ 1400004 w 1495787"/>
                <a:gd name="connsiteY137" fmla="*/ 1082363 h 1435388"/>
                <a:gd name="connsiteX138" fmla="*/ 1403804 w 1495787"/>
                <a:gd name="connsiteY138" fmla="*/ 1089938 h 1435388"/>
                <a:gd name="connsiteX139" fmla="*/ 1415014 w 1495787"/>
                <a:gd name="connsiteY139" fmla="*/ 1104440 h 1435388"/>
                <a:gd name="connsiteX140" fmla="*/ 1416718 w 1495787"/>
                <a:gd name="connsiteY140" fmla="*/ 1107071 h 1435388"/>
                <a:gd name="connsiteX141" fmla="*/ 1417874 w 1495787"/>
                <a:gd name="connsiteY141" fmla="*/ 1114113 h 1435388"/>
                <a:gd name="connsiteX142" fmla="*/ 1410846 w 1495787"/>
                <a:gd name="connsiteY142" fmla="*/ 1122997 h 1435388"/>
                <a:gd name="connsiteX143" fmla="*/ 1409664 w 1495787"/>
                <a:gd name="connsiteY143" fmla="*/ 1136064 h 1435388"/>
                <a:gd name="connsiteX144" fmla="*/ 1389568 w 1495787"/>
                <a:gd name="connsiteY144" fmla="*/ 1161433 h 1435388"/>
                <a:gd name="connsiteX145" fmla="*/ 1385400 w 1495787"/>
                <a:gd name="connsiteY145" fmla="*/ 1173330 h 1435388"/>
                <a:gd name="connsiteX146" fmla="*/ 1388247 w 1495787"/>
                <a:gd name="connsiteY146" fmla="*/ 1189396 h 1435388"/>
                <a:gd name="connsiteX147" fmla="*/ 1396089 w 1495787"/>
                <a:gd name="connsiteY147" fmla="*/ 1202207 h 1435388"/>
                <a:gd name="connsiteX148" fmla="*/ 1396356 w 1495787"/>
                <a:gd name="connsiteY148" fmla="*/ 1221819 h 1435388"/>
                <a:gd name="connsiteX149" fmla="*/ 1409015 w 1495787"/>
                <a:gd name="connsiteY149" fmla="*/ 1265606 h 1435388"/>
                <a:gd name="connsiteX150" fmla="*/ 1399622 w 1495787"/>
                <a:gd name="connsiteY150" fmla="*/ 1281557 h 1435388"/>
                <a:gd name="connsiteX151" fmla="*/ 1397398 w 1495787"/>
                <a:gd name="connsiteY151" fmla="*/ 1298144 h 1435388"/>
                <a:gd name="connsiteX152" fmla="*/ 1400792 w 1495787"/>
                <a:gd name="connsiteY152" fmla="*/ 1315786 h 1435388"/>
                <a:gd name="connsiteX153" fmla="*/ 1407820 w 1495787"/>
                <a:gd name="connsiteY153" fmla="*/ 1322319 h 1435388"/>
                <a:gd name="connsiteX154" fmla="*/ 1420239 w 1495787"/>
                <a:gd name="connsiteY154" fmla="*/ 1324683 h 1435388"/>
                <a:gd name="connsiteX155" fmla="*/ 1427941 w 1495787"/>
                <a:gd name="connsiteY155" fmla="*/ 1348997 h 1435388"/>
                <a:gd name="connsiteX156" fmla="*/ 1430279 w 1495787"/>
                <a:gd name="connsiteY156" fmla="*/ 1364288 h 1435388"/>
                <a:gd name="connsiteX157" fmla="*/ 1427026 w 1495787"/>
                <a:gd name="connsiteY157" fmla="*/ 1375918 h 1435388"/>
                <a:gd name="connsiteX158" fmla="*/ 1426771 w 1495787"/>
                <a:gd name="connsiteY158" fmla="*/ 1378409 h 1435388"/>
                <a:gd name="connsiteX159" fmla="*/ 1423759 w 1495787"/>
                <a:gd name="connsiteY159" fmla="*/ 1386772 h 1435388"/>
                <a:gd name="connsiteX160" fmla="*/ 1429110 w 1495787"/>
                <a:gd name="connsiteY160" fmla="*/ 1402711 h 1435388"/>
                <a:gd name="connsiteX161" fmla="*/ 1430279 w 1495787"/>
                <a:gd name="connsiteY161" fmla="*/ 1416311 h 1435388"/>
                <a:gd name="connsiteX162" fmla="*/ 1423238 w 1495787"/>
                <a:gd name="connsiteY162" fmla="*/ 1425970 h 1435388"/>
                <a:gd name="connsiteX163" fmla="*/ 1409282 w 1495787"/>
                <a:gd name="connsiteY163" fmla="*/ 1435389 h 1435388"/>
                <a:gd name="connsiteX164" fmla="*/ 1347155 w 1495787"/>
                <a:gd name="connsiteY164" fmla="*/ 1419450 h 1435388"/>
                <a:gd name="connsiteX165" fmla="*/ 1321442 w 1495787"/>
                <a:gd name="connsiteY165" fmla="*/ 1411087 h 1435388"/>
                <a:gd name="connsiteX166" fmla="*/ 1313218 w 1495787"/>
                <a:gd name="connsiteY166" fmla="*/ 1389391 h 1435388"/>
                <a:gd name="connsiteX167" fmla="*/ 1312964 w 1495787"/>
                <a:gd name="connsiteY167" fmla="*/ 1379044 h 1435388"/>
                <a:gd name="connsiteX168" fmla="*/ 1291166 w 1495787"/>
                <a:gd name="connsiteY168" fmla="*/ 1356840 h 1435388"/>
                <a:gd name="connsiteX169" fmla="*/ 1273677 w 1495787"/>
                <a:gd name="connsiteY169" fmla="*/ 1297102 h 1435388"/>
                <a:gd name="connsiteX170" fmla="*/ 1254370 w 1495787"/>
                <a:gd name="connsiteY170" fmla="*/ 1243515 h 1435388"/>
                <a:gd name="connsiteX171" fmla="*/ 1248625 w 1495787"/>
                <a:gd name="connsiteY171" fmla="*/ 1218553 h 1435388"/>
                <a:gd name="connsiteX172" fmla="*/ 1244965 w 1495787"/>
                <a:gd name="connsiteY172" fmla="*/ 1210050 h 1435388"/>
                <a:gd name="connsiteX173" fmla="*/ 1230221 w 1495787"/>
                <a:gd name="connsiteY173" fmla="*/ 1181032 h 1435388"/>
                <a:gd name="connsiteX174" fmla="*/ 1223700 w 1495787"/>
                <a:gd name="connsiteY174" fmla="*/ 1159349 h 1435388"/>
                <a:gd name="connsiteX175" fmla="*/ 1222137 w 1495787"/>
                <a:gd name="connsiteY175" fmla="*/ 1132543 h 1435388"/>
                <a:gd name="connsiteX176" fmla="*/ 1213659 w 1495787"/>
                <a:gd name="connsiteY176" fmla="*/ 1116464 h 1435388"/>
                <a:gd name="connsiteX177" fmla="*/ 1204648 w 1495787"/>
                <a:gd name="connsiteY177" fmla="*/ 1099077 h 1435388"/>
                <a:gd name="connsiteX178" fmla="*/ 1189777 w 1495787"/>
                <a:gd name="connsiteY178" fmla="*/ 1086011 h 1435388"/>
                <a:gd name="connsiteX179" fmla="*/ 1186510 w 1495787"/>
                <a:gd name="connsiteY179" fmla="*/ 1036619 h 1435388"/>
                <a:gd name="connsiteX180" fmla="*/ 1106640 w 1495787"/>
                <a:gd name="connsiteY180" fmla="*/ 992565 h 1435388"/>
                <a:gd name="connsiteX181" fmla="*/ 1074025 w 1495787"/>
                <a:gd name="connsiteY181" fmla="*/ 1036619 h 1435388"/>
                <a:gd name="connsiteX182" fmla="*/ 1045694 w 1495787"/>
                <a:gd name="connsiteY182" fmla="*/ 1035564 h 1435388"/>
                <a:gd name="connsiteX183" fmla="*/ 1047143 w 1495787"/>
                <a:gd name="connsiteY183" fmla="*/ 1025510 h 1435388"/>
                <a:gd name="connsiteX184" fmla="*/ 1045173 w 1495787"/>
                <a:gd name="connsiteY184" fmla="*/ 1019358 h 1435388"/>
                <a:gd name="connsiteX185" fmla="*/ 1031471 w 1495787"/>
                <a:gd name="connsiteY185" fmla="*/ 975051 h 1435388"/>
                <a:gd name="connsiteX186" fmla="*/ 1020769 w 1495787"/>
                <a:gd name="connsiteY186" fmla="*/ 926815 h 1435388"/>
                <a:gd name="connsiteX187" fmla="*/ 1015939 w 1495787"/>
                <a:gd name="connsiteY187" fmla="*/ 917283 h 1435388"/>
                <a:gd name="connsiteX188" fmla="*/ 1004589 w 1495787"/>
                <a:gd name="connsiteY188" fmla="*/ 902641 h 1435388"/>
                <a:gd name="connsiteX189" fmla="*/ 996493 w 1495787"/>
                <a:gd name="connsiteY189" fmla="*/ 897531 h 1435388"/>
                <a:gd name="connsiteX190" fmla="*/ 991015 w 1495787"/>
                <a:gd name="connsiteY190" fmla="*/ 898586 h 1435388"/>
                <a:gd name="connsiteX191" fmla="*/ 992845 w 1495787"/>
                <a:gd name="connsiteY191" fmla="*/ 904865 h 1435388"/>
                <a:gd name="connsiteX192" fmla="*/ 987621 w 1495787"/>
                <a:gd name="connsiteY192" fmla="*/ 908004 h 1435388"/>
                <a:gd name="connsiteX193" fmla="*/ 984367 w 1495787"/>
                <a:gd name="connsiteY193" fmla="*/ 928391 h 1435388"/>
                <a:gd name="connsiteX194" fmla="*/ 989972 w 1495787"/>
                <a:gd name="connsiteY194" fmla="*/ 960154 h 1435388"/>
                <a:gd name="connsiteX195" fmla="*/ 1001590 w 1495787"/>
                <a:gd name="connsiteY195" fmla="*/ 1012431 h 1435388"/>
                <a:gd name="connsiteX196" fmla="*/ 1003153 w 1495787"/>
                <a:gd name="connsiteY196" fmla="*/ 1019485 h 1435388"/>
                <a:gd name="connsiteX197" fmla="*/ 1008123 w 1495787"/>
                <a:gd name="connsiteY197" fmla="*/ 1042618 h 1435388"/>
                <a:gd name="connsiteX198" fmla="*/ 1013982 w 1495787"/>
                <a:gd name="connsiteY198" fmla="*/ 1049685 h 1435388"/>
                <a:gd name="connsiteX199" fmla="*/ 1015813 w 1495787"/>
                <a:gd name="connsiteY199" fmla="*/ 1062751 h 1435388"/>
                <a:gd name="connsiteX200" fmla="*/ 1029120 w 1495787"/>
                <a:gd name="connsiteY200" fmla="*/ 1097272 h 1435388"/>
                <a:gd name="connsiteX201" fmla="*/ 1005110 w 1495787"/>
                <a:gd name="connsiteY201" fmla="*/ 1111901 h 1435388"/>
                <a:gd name="connsiteX202" fmla="*/ 997802 w 1495787"/>
                <a:gd name="connsiteY202" fmla="*/ 1175948 h 1435388"/>
                <a:gd name="connsiteX203" fmla="*/ 941432 w 1495787"/>
                <a:gd name="connsiteY203" fmla="*/ 1188620 h 1435388"/>
                <a:gd name="connsiteX204" fmla="*/ 935954 w 1495787"/>
                <a:gd name="connsiteY204" fmla="*/ 1177905 h 1435388"/>
                <a:gd name="connsiteX205" fmla="*/ 922126 w 1495787"/>
                <a:gd name="connsiteY205" fmla="*/ 1159349 h 1435388"/>
                <a:gd name="connsiteX206" fmla="*/ 900060 w 1495787"/>
                <a:gd name="connsiteY206" fmla="*/ 1136737 h 1435388"/>
                <a:gd name="connsiteX207" fmla="*/ 948601 w 1495787"/>
                <a:gd name="connsiteY207" fmla="*/ 1118053 h 1435388"/>
                <a:gd name="connsiteX208" fmla="*/ 947432 w 1495787"/>
                <a:gd name="connsiteY208" fmla="*/ 1102750 h 1435388"/>
                <a:gd name="connsiteX209" fmla="*/ 937772 w 1495787"/>
                <a:gd name="connsiteY209" fmla="*/ 1094641 h 1435388"/>
                <a:gd name="connsiteX210" fmla="*/ 873039 w 1495787"/>
                <a:gd name="connsiteY210" fmla="*/ 1113465 h 1435388"/>
                <a:gd name="connsiteX211" fmla="*/ 847084 w 1495787"/>
                <a:gd name="connsiteY211" fmla="*/ 1125095 h 1435388"/>
                <a:gd name="connsiteX212" fmla="*/ 835861 w 1495787"/>
                <a:gd name="connsiteY212" fmla="*/ 1131373 h 1435388"/>
                <a:gd name="connsiteX213" fmla="*/ 804797 w 1495787"/>
                <a:gd name="connsiteY213" fmla="*/ 1122222 h 1435388"/>
                <a:gd name="connsiteX214" fmla="*/ 798925 w 1495787"/>
                <a:gd name="connsiteY214" fmla="*/ 1109423 h 1435388"/>
                <a:gd name="connsiteX215" fmla="*/ 786520 w 1495787"/>
                <a:gd name="connsiteY215" fmla="*/ 1078575 h 1435388"/>
                <a:gd name="connsiteX216" fmla="*/ 762257 w 1495787"/>
                <a:gd name="connsiteY216" fmla="*/ 1067860 h 1435388"/>
                <a:gd name="connsiteX217" fmla="*/ 730812 w 1495787"/>
                <a:gd name="connsiteY217" fmla="*/ 1091501 h 1435388"/>
                <a:gd name="connsiteX218" fmla="*/ 698439 w 1495787"/>
                <a:gd name="connsiteY218" fmla="*/ 1090459 h 1435388"/>
                <a:gd name="connsiteX219" fmla="*/ 698184 w 1495787"/>
                <a:gd name="connsiteY219" fmla="*/ 1100539 h 1435388"/>
                <a:gd name="connsiteX220" fmla="*/ 711746 w 1495787"/>
                <a:gd name="connsiteY220" fmla="*/ 1116871 h 1435388"/>
                <a:gd name="connsiteX221" fmla="*/ 615822 w 1495787"/>
                <a:gd name="connsiteY221" fmla="*/ 1124840 h 1435388"/>
                <a:gd name="connsiteX222" fmla="*/ 611526 w 1495787"/>
                <a:gd name="connsiteY222" fmla="*/ 1071508 h 1435388"/>
                <a:gd name="connsiteX223" fmla="*/ 593122 w 1495787"/>
                <a:gd name="connsiteY223" fmla="*/ 1044715 h 1435388"/>
                <a:gd name="connsiteX224" fmla="*/ 578251 w 1495787"/>
                <a:gd name="connsiteY224" fmla="*/ 1019231 h 1435388"/>
                <a:gd name="connsiteX225" fmla="*/ 482734 w 1495787"/>
                <a:gd name="connsiteY225" fmla="*/ 1034776 h 1435388"/>
                <a:gd name="connsiteX226" fmla="*/ 505155 w 1495787"/>
                <a:gd name="connsiteY226" fmla="*/ 1095035 h 1435388"/>
                <a:gd name="connsiteX227" fmla="*/ 448925 w 1495787"/>
                <a:gd name="connsiteY227" fmla="*/ 1150858 h 1435388"/>
                <a:gd name="connsiteX228" fmla="*/ 426224 w 1495787"/>
                <a:gd name="connsiteY228" fmla="*/ 1145494 h 1435388"/>
                <a:gd name="connsiteX229" fmla="*/ 370223 w 1495787"/>
                <a:gd name="connsiteY229" fmla="*/ 1131246 h 1435388"/>
                <a:gd name="connsiteX230" fmla="*/ 256950 w 1495787"/>
                <a:gd name="connsiteY230" fmla="*/ 1155548 h 1435388"/>
                <a:gd name="connsiteX231" fmla="*/ 234516 w 1495787"/>
                <a:gd name="connsiteY231" fmla="*/ 1098950 h 1435388"/>
                <a:gd name="connsiteX232" fmla="*/ 228758 w 1495787"/>
                <a:gd name="connsiteY232" fmla="*/ 1063552 h 1435388"/>
                <a:gd name="connsiteX233" fmla="*/ 235291 w 1495787"/>
                <a:gd name="connsiteY233" fmla="*/ 1060654 h 1435388"/>
                <a:gd name="connsiteX234" fmla="*/ 246642 w 1495787"/>
                <a:gd name="connsiteY234" fmla="*/ 1054794 h 1435388"/>
                <a:gd name="connsiteX235" fmla="*/ 261652 w 1495787"/>
                <a:gd name="connsiteY235" fmla="*/ 1038182 h 1435388"/>
                <a:gd name="connsiteX236" fmla="*/ 267258 w 1495787"/>
                <a:gd name="connsiteY236" fmla="*/ 1029158 h 1435388"/>
                <a:gd name="connsiteX237" fmla="*/ 268300 w 1495787"/>
                <a:gd name="connsiteY237" fmla="*/ 1010220 h 1435388"/>
                <a:gd name="connsiteX238" fmla="*/ 278099 w 1495787"/>
                <a:gd name="connsiteY238" fmla="*/ 994929 h 1435388"/>
                <a:gd name="connsiteX239" fmla="*/ 282014 w 1495787"/>
                <a:gd name="connsiteY239" fmla="*/ 990608 h 1435388"/>
                <a:gd name="connsiteX240" fmla="*/ 299758 w 1495787"/>
                <a:gd name="connsiteY240" fmla="*/ 943949 h 1435388"/>
                <a:gd name="connsiteX241" fmla="*/ 324288 w 1495787"/>
                <a:gd name="connsiteY241" fmla="*/ 929040 h 1435388"/>
                <a:gd name="connsiteX242" fmla="*/ 341523 w 1495787"/>
                <a:gd name="connsiteY242" fmla="*/ 929167 h 1435388"/>
                <a:gd name="connsiteX243" fmla="*/ 354170 w 1495787"/>
                <a:gd name="connsiteY243" fmla="*/ 927349 h 1435388"/>
                <a:gd name="connsiteX244" fmla="*/ 363448 w 1495787"/>
                <a:gd name="connsiteY244" fmla="*/ 919367 h 1435388"/>
                <a:gd name="connsiteX245" fmla="*/ 363448 w 1495787"/>
                <a:gd name="connsiteY245" fmla="*/ 911525 h 1435388"/>
                <a:gd name="connsiteX246" fmla="*/ 374799 w 1495787"/>
                <a:gd name="connsiteY246" fmla="*/ 901725 h 1435388"/>
                <a:gd name="connsiteX247" fmla="*/ 374278 w 1495787"/>
                <a:gd name="connsiteY247" fmla="*/ 895713 h 1435388"/>
                <a:gd name="connsiteX248" fmla="*/ 371532 w 1495787"/>
                <a:gd name="connsiteY248" fmla="*/ 885380 h 1435388"/>
                <a:gd name="connsiteX249" fmla="*/ 378065 w 1495787"/>
                <a:gd name="connsiteY249" fmla="*/ 866950 h 1435388"/>
                <a:gd name="connsiteX250" fmla="*/ 392936 w 1495787"/>
                <a:gd name="connsiteY250" fmla="*/ 842254 h 1435388"/>
                <a:gd name="connsiteX251" fmla="*/ 411468 w 1495787"/>
                <a:gd name="connsiteY251" fmla="*/ 850618 h 1435388"/>
                <a:gd name="connsiteX252" fmla="*/ 416170 w 1495787"/>
                <a:gd name="connsiteY252" fmla="*/ 854278 h 1435388"/>
                <a:gd name="connsiteX253" fmla="*/ 445798 w 1495787"/>
                <a:gd name="connsiteY253" fmla="*/ 860290 h 1435388"/>
                <a:gd name="connsiteX254" fmla="*/ 476328 w 1495787"/>
                <a:gd name="connsiteY254" fmla="*/ 862120 h 1435388"/>
                <a:gd name="connsiteX255" fmla="*/ 478005 w 1495787"/>
                <a:gd name="connsiteY255" fmla="*/ 908004 h 1435388"/>
                <a:gd name="connsiteX256" fmla="*/ 508688 w 1495787"/>
                <a:gd name="connsiteY256" fmla="*/ 896235 h 1435388"/>
                <a:gd name="connsiteX257" fmla="*/ 565337 w 1495787"/>
                <a:gd name="connsiteY257" fmla="*/ 861587 h 1435388"/>
                <a:gd name="connsiteX258" fmla="*/ 583869 w 1495787"/>
                <a:gd name="connsiteY258" fmla="*/ 855053 h 1435388"/>
                <a:gd name="connsiteX259" fmla="*/ 605514 w 1495787"/>
                <a:gd name="connsiteY259" fmla="*/ 809970 h 1435388"/>
                <a:gd name="connsiteX260" fmla="*/ 620004 w 1495787"/>
                <a:gd name="connsiteY260" fmla="*/ 769056 h 1435388"/>
                <a:gd name="connsiteX261" fmla="*/ 627833 w 1495787"/>
                <a:gd name="connsiteY261" fmla="*/ 765142 h 1435388"/>
                <a:gd name="connsiteX262" fmla="*/ 631888 w 1495787"/>
                <a:gd name="connsiteY262" fmla="*/ 756397 h 1435388"/>
                <a:gd name="connsiteX263" fmla="*/ 636705 w 1495787"/>
                <a:gd name="connsiteY263" fmla="*/ 746318 h 1435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Lst>
              <a:rect l="l" t="t" r="r" b="b"/>
              <a:pathLst>
                <a:path w="1495787" h="1435388">
                  <a:moveTo>
                    <a:pt x="636705" y="746318"/>
                  </a:moveTo>
                  <a:lnTo>
                    <a:pt x="643632" y="711416"/>
                  </a:lnTo>
                  <a:lnTo>
                    <a:pt x="636070" y="680453"/>
                  </a:lnTo>
                  <a:lnTo>
                    <a:pt x="634227" y="673247"/>
                  </a:lnTo>
                  <a:lnTo>
                    <a:pt x="601866" y="675204"/>
                  </a:lnTo>
                  <a:lnTo>
                    <a:pt x="598219" y="653127"/>
                  </a:lnTo>
                  <a:lnTo>
                    <a:pt x="594164" y="636133"/>
                  </a:lnTo>
                  <a:lnTo>
                    <a:pt x="519657" y="595486"/>
                  </a:lnTo>
                  <a:lnTo>
                    <a:pt x="544848" y="576141"/>
                  </a:lnTo>
                  <a:lnTo>
                    <a:pt x="554101" y="575213"/>
                  </a:lnTo>
                  <a:lnTo>
                    <a:pt x="542751" y="522682"/>
                  </a:lnTo>
                  <a:lnTo>
                    <a:pt x="527995" y="484640"/>
                  </a:lnTo>
                  <a:lnTo>
                    <a:pt x="491974" y="496283"/>
                  </a:lnTo>
                  <a:lnTo>
                    <a:pt x="479721" y="469477"/>
                  </a:lnTo>
                  <a:lnTo>
                    <a:pt x="458178" y="476162"/>
                  </a:lnTo>
                  <a:lnTo>
                    <a:pt x="469274" y="406358"/>
                  </a:lnTo>
                  <a:lnTo>
                    <a:pt x="386403" y="408569"/>
                  </a:lnTo>
                  <a:lnTo>
                    <a:pt x="386022" y="386886"/>
                  </a:lnTo>
                  <a:lnTo>
                    <a:pt x="367084" y="356953"/>
                  </a:lnTo>
                  <a:lnTo>
                    <a:pt x="364491" y="346633"/>
                  </a:lnTo>
                  <a:lnTo>
                    <a:pt x="327173" y="324542"/>
                  </a:lnTo>
                  <a:lnTo>
                    <a:pt x="328978" y="296173"/>
                  </a:lnTo>
                  <a:lnTo>
                    <a:pt x="302376" y="293695"/>
                  </a:lnTo>
                  <a:lnTo>
                    <a:pt x="279917" y="258932"/>
                  </a:lnTo>
                  <a:lnTo>
                    <a:pt x="241557" y="263495"/>
                  </a:lnTo>
                  <a:lnTo>
                    <a:pt x="239079" y="320221"/>
                  </a:lnTo>
                  <a:lnTo>
                    <a:pt x="189738" y="373044"/>
                  </a:lnTo>
                  <a:lnTo>
                    <a:pt x="171995" y="368062"/>
                  </a:lnTo>
                  <a:lnTo>
                    <a:pt x="155433" y="376692"/>
                  </a:lnTo>
                  <a:lnTo>
                    <a:pt x="152802" y="366359"/>
                  </a:lnTo>
                  <a:lnTo>
                    <a:pt x="158153" y="354475"/>
                  </a:lnTo>
                  <a:lnTo>
                    <a:pt x="152294" y="310154"/>
                  </a:lnTo>
                  <a:lnTo>
                    <a:pt x="71508" y="290543"/>
                  </a:lnTo>
                  <a:lnTo>
                    <a:pt x="40978" y="272125"/>
                  </a:lnTo>
                  <a:lnTo>
                    <a:pt x="0" y="247163"/>
                  </a:lnTo>
                  <a:lnTo>
                    <a:pt x="19841" y="239575"/>
                  </a:lnTo>
                  <a:lnTo>
                    <a:pt x="78956" y="230690"/>
                  </a:lnTo>
                  <a:lnTo>
                    <a:pt x="90306" y="218539"/>
                  </a:lnTo>
                  <a:lnTo>
                    <a:pt x="165602" y="193576"/>
                  </a:lnTo>
                  <a:lnTo>
                    <a:pt x="194441" y="152535"/>
                  </a:lnTo>
                  <a:lnTo>
                    <a:pt x="206312" y="106397"/>
                  </a:lnTo>
                  <a:lnTo>
                    <a:pt x="231110" y="102876"/>
                  </a:lnTo>
                  <a:lnTo>
                    <a:pt x="249387" y="117125"/>
                  </a:lnTo>
                  <a:lnTo>
                    <a:pt x="272482" y="114760"/>
                  </a:lnTo>
                  <a:lnTo>
                    <a:pt x="296097" y="101161"/>
                  </a:lnTo>
                  <a:lnTo>
                    <a:pt x="343862" y="98822"/>
                  </a:lnTo>
                  <a:lnTo>
                    <a:pt x="370884" y="113184"/>
                  </a:lnTo>
                  <a:lnTo>
                    <a:pt x="397245" y="153971"/>
                  </a:lnTo>
                  <a:lnTo>
                    <a:pt x="392809" y="199855"/>
                  </a:lnTo>
                  <a:lnTo>
                    <a:pt x="411735" y="223102"/>
                  </a:lnTo>
                  <a:lnTo>
                    <a:pt x="443307" y="223102"/>
                  </a:lnTo>
                  <a:lnTo>
                    <a:pt x="457262" y="229902"/>
                  </a:lnTo>
                  <a:lnTo>
                    <a:pt x="487042" y="192915"/>
                  </a:lnTo>
                  <a:lnTo>
                    <a:pt x="505561" y="191619"/>
                  </a:lnTo>
                  <a:lnTo>
                    <a:pt x="593249" y="198940"/>
                  </a:lnTo>
                  <a:lnTo>
                    <a:pt x="620652" y="211752"/>
                  </a:lnTo>
                  <a:lnTo>
                    <a:pt x="669866" y="196589"/>
                  </a:lnTo>
                  <a:lnTo>
                    <a:pt x="697142" y="171626"/>
                  </a:lnTo>
                  <a:lnTo>
                    <a:pt x="727418" y="176316"/>
                  </a:lnTo>
                  <a:lnTo>
                    <a:pt x="748288" y="188086"/>
                  </a:lnTo>
                  <a:lnTo>
                    <a:pt x="772679" y="178540"/>
                  </a:lnTo>
                  <a:lnTo>
                    <a:pt x="787308" y="133190"/>
                  </a:lnTo>
                  <a:lnTo>
                    <a:pt x="803882" y="111761"/>
                  </a:lnTo>
                  <a:lnTo>
                    <a:pt x="830625" y="112015"/>
                  </a:lnTo>
                  <a:lnTo>
                    <a:pt x="851647" y="106397"/>
                  </a:lnTo>
                  <a:lnTo>
                    <a:pt x="850478" y="86404"/>
                  </a:lnTo>
                  <a:lnTo>
                    <a:pt x="874361" y="74240"/>
                  </a:lnTo>
                  <a:lnTo>
                    <a:pt x="897061" y="80379"/>
                  </a:lnTo>
                  <a:lnTo>
                    <a:pt x="947952" y="46532"/>
                  </a:lnTo>
                  <a:lnTo>
                    <a:pt x="965048" y="12431"/>
                  </a:lnTo>
                  <a:lnTo>
                    <a:pt x="995717" y="0"/>
                  </a:lnTo>
                  <a:lnTo>
                    <a:pt x="1019727" y="12812"/>
                  </a:lnTo>
                  <a:lnTo>
                    <a:pt x="1027036" y="39745"/>
                  </a:lnTo>
                  <a:lnTo>
                    <a:pt x="1058226" y="19879"/>
                  </a:lnTo>
                  <a:lnTo>
                    <a:pt x="1102191" y="19091"/>
                  </a:lnTo>
                  <a:lnTo>
                    <a:pt x="1114469" y="27848"/>
                  </a:lnTo>
                  <a:lnTo>
                    <a:pt x="1157404" y="28623"/>
                  </a:lnTo>
                  <a:lnTo>
                    <a:pt x="1176597" y="41181"/>
                  </a:lnTo>
                  <a:lnTo>
                    <a:pt x="1171754" y="77520"/>
                  </a:lnTo>
                  <a:lnTo>
                    <a:pt x="1176190" y="91107"/>
                  </a:lnTo>
                  <a:lnTo>
                    <a:pt x="1214041" y="121294"/>
                  </a:lnTo>
                  <a:lnTo>
                    <a:pt x="1231403" y="139596"/>
                  </a:lnTo>
                  <a:lnTo>
                    <a:pt x="1256327" y="146256"/>
                  </a:lnTo>
                  <a:lnTo>
                    <a:pt x="1305783" y="147438"/>
                  </a:lnTo>
                  <a:lnTo>
                    <a:pt x="1343494" y="159056"/>
                  </a:lnTo>
                  <a:lnTo>
                    <a:pt x="1355366" y="155535"/>
                  </a:lnTo>
                  <a:lnTo>
                    <a:pt x="1362420" y="131233"/>
                  </a:lnTo>
                  <a:lnTo>
                    <a:pt x="1379248" y="124166"/>
                  </a:lnTo>
                  <a:lnTo>
                    <a:pt x="1407706" y="139329"/>
                  </a:lnTo>
                  <a:lnTo>
                    <a:pt x="1434715" y="151480"/>
                  </a:lnTo>
                  <a:lnTo>
                    <a:pt x="1420493" y="170571"/>
                  </a:lnTo>
                  <a:lnTo>
                    <a:pt x="1418929" y="217751"/>
                  </a:lnTo>
                  <a:lnTo>
                    <a:pt x="1383036" y="236308"/>
                  </a:lnTo>
                  <a:lnTo>
                    <a:pt x="1389568" y="254992"/>
                  </a:lnTo>
                  <a:lnTo>
                    <a:pt x="1377951" y="273968"/>
                  </a:lnTo>
                  <a:lnTo>
                    <a:pt x="1368431" y="272253"/>
                  </a:lnTo>
                  <a:lnTo>
                    <a:pt x="1357336" y="268605"/>
                  </a:lnTo>
                  <a:lnTo>
                    <a:pt x="1338677" y="317997"/>
                  </a:lnTo>
                  <a:lnTo>
                    <a:pt x="1306685" y="325330"/>
                  </a:lnTo>
                  <a:lnTo>
                    <a:pt x="1311655" y="412255"/>
                  </a:lnTo>
                  <a:lnTo>
                    <a:pt x="1332030" y="410285"/>
                  </a:lnTo>
                  <a:lnTo>
                    <a:pt x="1336466" y="440993"/>
                  </a:lnTo>
                  <a:lnTo>
                    <a:pt x="1317667" y="454059"/>
                  </a:lnTo>
                  <a:lnTo>
                    <a:pt x="1363602" y="503070"/>
                  </a:lnTo>
                  <a:lnTo>
                    <a:pt x="1345070" y="517064"/>
                  </a:lnTo>
                  <a:lnTo>
                    <a:pt x="1355124" y="549869"/>
                  </a:lnTo>
                  <a:lnTo>
                    <a:pt x="1350548" y="567778"/>
                  </a:lnTo>
                  <a:lnTo>
                    <a:pt x="1362559" y="569608"/>
                  </a:lnTo>
                  <a:lnTo>
                    <a:pt x="1353675" y="640836"/>
                  </a:lnTo>
                  <a:lnTo>
                    <a:pt x="1312837" y="646466"/>
                  </a:lnTo>
                  <a:lnTo>
                    <a:pt x="1313358" y="658223"/>
                  </a:lnTo>
                  <a:lnTo>
                    <a:pt x="1382260" y="670768"/>
                  </a:lnTo>
                  <a:lnTo>
                    <a:pt x="1389048" y="727621"/>
                  </a:lnTo>
                  <a:lnTo>
                    <a:pt x="1390878" y="740433"/>
                  </a:lnTo>
                  <a:lnTo>
                    <a:pt x="1406791" y="751669"/>
                  </a:lnTo>
                  <a:lnTo>
                    <a:pt x="1400665" y="759397"/>
                  </a:lnTo>
                  <a:lnTo>
                    <a:pt x="1404440" y="795989"/>
                  </a:lnTo>
                  <a:lnTo>
                    <a:pt x="1424547" y="839763"/>
                  </a:lnTo>
                  <a:lnTo>
                    <a:pt x="1417112" y="865400"/>
                  </a:lnTo>
                  <a:lnTo>
                    <a:pt x="1458077" y="871399"/>
                  </a:lnTo>
                  <a:lnTo>
                    <a:pt x="1492280" y="850618"/>
                  </a:lnTo>
                  <a:lnTo>
                    <a:pt x="1495788" y="870229"/>
                  </a:lnTo>
                  <a:lnTo>
                    <a:pt x="1475578" y="902513"/>
                  </a:lnTo>
                  <a:lnTo>
                    <a:pt x="1465385" y="904471"/>
                  </a:lnTo>
                  <a:lnTo>
                    <a:pt x="1450234" y="946821"/>
                  </a:lnTo>
                  <a:lnTo>
                    <a:pt x="1422590" y="970081"/>
                  </a:lnTo>
                  <a:lnTo>
                    <a:pt x="1369868" y="980668"/>
                  </a:lnTo>
                  <a:lnTo>
                    <a:pt x="1375994" y="991243"/>
                  </a:lnTo>
                  <a:lnTo>
                    <a:pt x="1385133" y="1014910"/>
                  </a:lnTo>
                  <a:lnTo>
                    <a:pt x="1391386" y="1023667"/>
                  </a:lnTo>
                  <a:lnTo>
                    <a:pt x="1398453" y="1030200"/>
                  </a:lnTo>
                  <a:lnTo>
                    <a:pt x="1399089" y="1035945"/>
                  </a:lnTo>
                  <a:lnTo>
                    <a:pt x="1396737" y="1045490"/>
                  </a:lnTo>
                  <a:lnTo>
                    <a:pt x="1396089" y="1055049"/>
                  </a:lnTo>
                  <a:lnTo>
                    <a:pt x="1398834" y="1062230"/>
                  </a:lnTo>
                  <a:lnTo>
                    <a:pt x="1404973" y="1066272"/>
                  </a:lnTo>
                  <a:lnTo>
                    <a:pt x="1405482" y="1074648"/>
                  </a:lnTo>
                  <a:lnTo>
                    <a:pt x="1400004" y="1082363"/>
                  </a:lnTo>
                  <a:lnTo>
                    <a:pt x="1403804" y="1089938"/>
                  </a:lnTo>
                  <a:lnTo>
                    <a:pt x="1415014" y="1104440"/>
                  </a:lnTo>
                  <a:lnTo>
                    <a:pt x="1416718" y="1107071"/>
                  </a:lnTo>
                  <a:lnTo>
                    <a:pt x="1417874" y="1114113"/>
                  </a:lnTo>
                  <a:lnTo>
                    <a:pt x="1410846" y="1122997"/>
                  </a:lnTo>
                  <a:lnTo>
                    <a:pt x="1409664" y="1136064"/>
                  </a:lnTo>
                  <a:lnTo>
                    <a:pt x="1389568" y="1161433"/>
                  </a:lnTo>
                  <a:lnTo>
                    <a:pt x="1385400" y="1173330"/>
                  </a:lnTo>
                  <a:lnTo>
                    <a:pt x="1388247" y="1189396"/>
                  </a:lnTo>
                  <a:lnTo>
                    <a:pt x="1396089" y="1202207"/>
                  </a:lnTo>
                  <a:lnTo>
                    <a:pt x="1396356" y="1221819"/>
                  </a:lnTo>
                  <a:lnTo>
                    <a:pt x="1409015" y="1265606"/>
                  </a:lnTo>
                  <a:lnTo>
                    <a:pt x="1399622" y="1281557"/>
                  </a:lnTo>
                  <a:lnTo>
                    <a:pt x="1397398" y="1298144"/>
                  </a:lnTo>
                  <a:lnTo>
                    <a:pt x="1400792" y="1315786"/>
                  </a:lnTo>
                  <a:lnTo>
                    <a:pt x="1407820" y="1322319"/>
                  </a:lnTo>
                  <a:lnTo>
                    <a:pt x="1420239" y="1324683"/>
                  </a:lnTo>
                  <a:lnTo>
                    <a:pt x="1427941" y="1348997"/>
                  </a:lnTo>
                  <a:lnTo>
                    <a:pt x="1430279" y="1364288"/>
                  </a:lnTo>
                  <a:lnTo>
                    <a:pt x="1427026" y="1375918"/>
                  </a:lnTo>
                  <a:lnTo>
                    <a:pt x="1426771" y="1378409"/>
                  </a:lnTo>
                  <a:lnTo>
                    <a:pt x="1423759" y="1386772"/>
                  </a:lnTo>
                  <a:lnTo>
                    <a:pt x="1429110" y="1402711"/>
                  </a:lnTo>
                  <a:lnTo>
                    <a:pt x="1430279" y="1416311"/>
                  </a:lnTo>
                  <a:lnTo>
                    <a:pt x="1423238" y="1425970"/>
                  </a:lnTo>
                  <a:lnTo>
                    <a:pt x="1409282" y="1435389"/>
                  </a:lnTo>
                  <a:lnTo>
                    <a:pt x="1347155" y="1419450"/>
                  </a:lnTo>
                  <a:lnTo>
                    <a:pt x="1321442" y="1411087"/>
                  </a:lnTo>
                  <a:lnTo>
                    <a:pt x="1313218" y="1389391"/>
                  </a:lnTo>
                  <a:lnTo>
                    <a:pt x="1312964" y="1379044"/>
                  </a:lnTo>
                  <a:lnTo>
                    <a:pt x="1291166" y="1356840"/>
                  </a:lnTo>
                  <a:lnTo>
                    <a:pt x="1273677" y="1297102"/>
                  </a:lnTo>
                  <a:lnTo>
                    <a:pt x="1254370" y="1243515"/>
                  </a:lnTo>
                  <a:lnTo>
                    <a:pt x="1248625" y="1218553"/>
                  </a:lnTo>
                  <a:lnTo>
                    <a:pt x="1244965" y="1210050"/>
                  </a:lnTo>
                  <a:lnTo>
                    <a:pt x="1230221" y="1181032"/>
                  </a:lnTo>
                  <a:lnTo>
                    <a:pt x="1223700" y="1159349"/>
                  </a:lnTo>
                  <a:lnTo>
                    <a:pt x="1222137" y="1132543"/>
                  </a:lnTo>
                  <a:lnTo>
                    <a:pt x="1213659" y="1116464"/>
                  </a:lnTo>
                  <a:lnTo>
                    <a:pt x="1204648" y="1099077"/>
                  </a:lnTo>
                  <a:lnTo>
                    <a:pt x="1189777" y="1086011"/>
                  </a:lnTo>
                  <a:lnTo>
                    <a:pt x="1186510" y="1036619"/>
                  </a:lnTo>
                  <a:lnTo>
                    <a:pt x="1106640" y="992565"/>
                  </a:lnTo>
                  <a:lnTo>
                    <a:pt x="1074025" y="1036619"/>
                  </a:lnTo>
                  <a:lnTo>
                    <a:pt x="1045694" y="1035564"/>
                  </a:lnTo>
                  <a:lnTo>
                    <a:pt x="1047143" y="1025510"/>
                  </a:lnTo>
                  <a:lnTo>
                    <a:pt x="1045173" y="1019358"/>
                  </a:lnTo>
                  <a:lnTo>
                    <a:pt x="1031471" y="975051"/>
                  </a:lnTo>
                  <a:lnTo>
                    <a:pt x="1020769" y="926815"/>
                  </a:lnTo>
                  <a:lnTo>
                    <a:pt x="1015939" y="917283"/>
                  </a:lnTo>
                  <a:lnTo>
                    <a:pt x="1004589" y="902641"/>
                  </a:lnTo>
                  <a:lnTo>
                    <a:pt x="996493" y="897531"/>
                  </a:lnTo>
                  <a:lnTo>
                    <a:pt x="991015" y="898586"/>
                  </a:lnTo>
                  <a:lnTo>
                    <a:pt x="992845" y="904865"/>
                  </a:lnTo>
                  <a:lnTo>
                    <a:pt x="987621" y="908004"/>
                  </a:lnTo>
                  <a:lnTo>
                    <a:pt x="984367" y="928391"/>
                  </a:lnTo>
                  <a:lnTo>
                    <a:pt x="989972" y="960154"/>
                  </a:lnTo>
                  <a:lnTo>
                    <a:pt x="1001590" y="1012431"/>
                  </a:lnTo>
                  <a:lnTo>
                    <a:pt x="1003153" y="1019485"/>
                  </a:lnTo>
                  <a:lnTo>
                    <a:pt x="1008123" y="1042618"/>
                  </a:lnTo>
                  <a:lnTo>
                    <a:pt x="1013982" y="1049685"/>
                  </a:lnTo>
                  <a:lnTo>
                    <a:pt x="1015813" y="1062751"/>
                  </a:lnTo>
                  <a:lnTo>
                    <a:pt x="1029120" y="1097272"/>
                  </a:lnTo>
                  <a:lnTo>
                    <a:pt x="1005110" y="1111901"/>
                  </a:lnTo>
                  <a:lnTo>
                    <a:pt x="997802" y="1175948"/>
                  </a:lnTo>
                  <a:lnTo>
                    <a:pt x="941432" y="1188620"/>
                  </a:lnTo>
                  <a:lnTo>
                    <a:pt x="935954" y="1177905"/>
                  </a:lnTo>
                  <a:lnTo>
                    <a:pt x="922126" y="1159349"/>
                  </a:lnTo>
                  <a:lnTo>
                    <a:pt x="900060" y="1136737"/>
                  </a:lnTo>
                  <a:lnTo>
                    <a:pt x="948601" y="1118053"/>
                  </a:lnTo>
                  <a:lnTo>
                    <a:pt x="947432" y="1102750"/>
                  </a:lnTo>
                  <a:lnTo>
                    <a:pt x="937772" y="1094641"/>
                  </a:lnTo>
                  <a:lnTo>
                    <a:pt x="873039" y="1113465"/>
                  </a:lnTo>
                  <a:lnTo>
                    <a:pt x="847084" y="1125095"/>
                  </a:lnTo>
                  <a:lnTo>
                    <a:pt x="835861" y="1131373"/>
                  </a:lnTo>
                  <a:lnTo>
                    <a:pt x="804797" y="1122222"/>
                  </a:lnTo>
                  <a:lnTo>
                    <a:pt x="798925" y="1109423"/>
                  </a:lnTo>
                  <a:lnTo>
                    <a:pt x="786520" y="1078575"/>
                  </a:lnTo>
                  <a:lnTo>
                    <a:pt x="762257" y="1067860"/>
                  </a:lnTo>
                  <a:lnTo>
                    <a:pt x="730812" y="1091501"/>
                  </a:lnTo>
                  <a:lnTo>
                    <a:pt x="698439" y="1090459"/>
                  </a:lnTo>
                  <a:lnTo>
                    <a:pt x="698184" y="1100539"/>
                  </a:lnTo>
                  <a:lnTo>
                    <a:pt x="711746" y="1116871"/>
                  </a:lnTo>
                  <a:lnTo>
                    <a:pt x="615822" y="1124840"/>
                  </a:lnTo>
                  <a:lnTo>
                    <a:pt x="611526" y="1071508"/>
                  </a:lnTo>
                  <a:lnTo>
                    <a:pt x="593122" y="1044715"/>
                  </a:lnTo>
                  <a:lnTo>
                    <a:pt x="578251" y="1019231"/>
                  </a:lnTo>
                  <a:lnTo>
                    <a:pt x="482734" y="1034776"/>
                  </a:lnTo>
                  <a:lnTo>
                    <a:pt x="505155" y="1095035"/>
                  </a:lnTo>
                  <a:lnTo>
                    <a:pt x="448925" y="1150858"/>
                  </a:lnTo>
                  <a:lnTo>
                    <a:pt x="426224" y="1145494"/>
                  </a:lnTo>
                  <a:lnTo>
                    <a:pt x="370223" y="1131246"/>
                  </a:lnTo>
                  <a:lnTo>
                    <a:pt x="256950" y="1155548"/>
                  </a:lnTo>
                  <a:lnTo>
                    <a:pt x="234516" y="1098950"/>
                  </a:lnTo>
                  <a:lnTo>
                    <a:pt x="228758" y="1063552"/>
                  </a:lnTo>
                  <a:lnTo>
                    <a:pt x="235291" y="1060654"/>
                  </a:lnTo>
                  <a:lnTo>
                    <a:pt x="246642" y="1054794"/>
                  </a:lnTo>
                  <a:lnTo>
                    <a:pt x="261652" y="1038182"/>
                  </a:lnTo>
                  <a:lnTo>
                    <a:pt x="267258" y="1029158"/>
                  </a:lnTo>
                  <a:lnTo>
                    <a:pt x="268300" y="1010220"/>
                  </a:lnTo>
                  <a:lnTo>
                    <a:pt x="278099" y="994929"/>
                  </a:lnTo>
                  <a:lnTo>
                    <a:pt x="282014" y="990608"/>
                  </a:lnTo>
                  <a:lnTo>
                    <a:pt x="299758" y="943949"/>
                  </a:lnTo>
                  <a:lnTo>
                    <a:pt x="324288" y="929040"/>
                  </a:lnTo>
                  <a:lnTo>
                    <a:pt x="341523" y="929167"/>
                  </a:lnTo>
                  <a:lnTo>
                    <a:pt x="354170" y="927349"/>
                  </a:lnTo>
                  <a:lnTo>
                    <a:pt x="363448" y="919367"/>
                  </a:lnTo>
                  <a:lnTo>
                    <a:pt x="363448" y="911525"/>
                  </a:lnTo>
                  <a:lnTo>
                    <a:pt x="374799" y="901725"/>
                  </a:lnTo>
                  <a:lnTo>
                    <a:pt x="374278" y="895713"/>
                  </a:lnTo>
                  <a:lnTo>
                    <a:pt x="371532" y="885380"/>
                  </a:lnTo>
                  <a:lnTo>
                    <a:pt x="378065" y="866950"/>
                  </a:lnTo>
                  <a:lnTo>
                    <a:pt x="392936" y="842254"/>
                  </a:lnTo>
                  <a:lnTo>
                    <a:pt x="411468" y="850618"/>
                  </a:lnTo>
                  <a:lnTo>
                    <a:pt x="416170" y="854278"/>
                  </a:lnTo>
                  <a:lnTo>
                    <a:pt x="445798" y="860290"/>
                  </a:lnTo>
                  <a:lnTo>
                    <a:pt x="476328" y="862120"/>
                  </a:lnTo>
                  <a:lnTo>
                    <a:pt x="478005" y="908004"/>
                  </a:lnTo>
                  <a:lnTo>
                    <a:pt x="508688" y="896235"/>
                  </a:lnTo>
                  <a:lnTo>
                    <a:pt x="565337" y="861587"/>
                  </a:lnTo>
                  <a:lnTo>
                    <a:pt x="583869" y="855053"/>
                  </a:lnTo>
                  <a:lnTo>
                    <a:pt x="605514" y="809970"/>
                  </a:lnTo>
                  <a:lnTo>
                    <a:pt x="620004" y="769056"/>
                  </a:lnTo>
                  <a:lnTo>
                    <a:pt x="627833" y="765142"/>
                  </a:lnTo>
                  <a:lnTo>
                    <a:pt x="631888" y="756397"/>
                  </a:lnTo>
                  <a:lnTo>
                    <a:pt x="636705" y="746318"/>
                  </a:lnTo>
                  <a:close/>
                </a:path>
              </a:pathLst>
            </a:custGeom>
            <a:noFill/>
            <a:ln w="3810" cap="flat">
              <a:solidFill>
                <a:srgbClr val="E6E4E2"/>
              </a:solidFill>
              <a:prstDash val="solid"/>
              <a:miter/>
            </a:ln>
          </p:spPr>
          <p:txBody>
            <a:bodyPr rtlCol="0" anchor="ctr"/>
            <a:lstStyle/>
            <a:p>
              <a:endParaRPr lang="de-CH"/>
            </a:p>
          </p:txBody>
        </p:sp>
        <p:sp>
          <p:nvSpPr>
            <p:cNvPr id="49" name="Freihandform: Form 48">
              <a:extLst>
                <a:ext uri="{FF2B5EF4-FFF2-40B4-BE49-F238E27FC236}">
                  <a16:creationId xmlns:a16="http://schemas.microsoft.com/office/drawing/2014/main" id="{AB5FF703-9035-AA66-6043-D4DDE056BAE6}"/>
                </a:ext>
              </a:extLst>
            </p:cNvPr>
            <p:cNvSpPr/>
            <p:nvPr/>
          </p:nvSpPr>
          <p:spPr>
            <a:xfrm>
              <a:off x="7001242" y="817893"/>
              <a:ext cx="1639413" cy="943999"/>
            </a:xfrm>
            <a:custGeom>
              <a:avLst/>
              <a:gdLst>
                <a:gd name="connsiteX0" fmla="*/ 1585128 w 1639413"/>
                <a:gd name="connsiteY0" fmla="*/ 574183 h 943999"/>
                <a:gd name="connsiteX1" fmla="*/ 1584212 w 1639413"/>
                <a:gd name="connsiteY1" fmla="*/ 546996 h 943999"/>
                <a:gd name="connsiteX2" fmla="*/ 1618415 w 1639413"/>
                <a:gd name="connsiteY2" fmla="*/ 561105 h 943999"/>
                <a:gd name="connsiteX3" fmla="*/ 1639413 w 1639413"/>
                <a:gd name="connsiteY3" fmla="*/ 581377 h 943999"/>
                <a:gd name="connsiteX4" fmla="*/ 1615416 w 1639413"/>
                <a:gd name="connsiteY4" fmla="*/ 596922 h 943999"/>
                <a:gd name="connsiteX5" fmla="*/ 1493525 w 1639413"/>
                <a:gd name="connsiteY5" fmla="*/ 448454 h 943999"/>
                <a:gd name="connsiteX6" fmla="*/ 1516620 w 1639413"/>
                <a:gd name="connsiteY6" fmla="*/ 470786 h 943999"/>
                <a:gd name="connsiteX7" fmla="*/ 1533842 w 1639413"/>
                <a:gd name="connsiteY7" fmla="*/ 487398 h 943999"/>
                <a:gd name="connsiteX8" fmla="*/ 1558652 w 1639413"/>
                <a:gd name="connsiteY8" fmla="*/ 495101 h 943999"/>
                <a:gd name="connsiteX9" fmla="*/ 1563469 w 1639413"/>
                <a:gd name="connsiteY9" fmla="*/ 507531 h 943999"/>
                <a:gd name="connsiteX10" fmla="*/ 1556301 w 1639413"/>
                <a:gd name="connsiteY10" fmla="*/ 516022 h 943999"/>
                <a:gd name="connsiteX11" fmla="*/ 1556301 w 1639413"/>
                <a:gd name="connsiteY11" fmla="*/ 532227 h 943999"/>
                <a:gd name="connsiteX12" fmla="*/ 1528237 w 1639413"/>
                <a:gd name="connsiteY12" fmla="*/ 563202 h 943999"/>
                <a:gd name="connsiteX13" fmla="*/ 1519746 w 1639413"/>
                <a:gd name="connsiteY13" fmla="*/ 558359 h 943999"/>
                <a:gd name="connsiteX14" fmla="*/ 1504228 w 1639413"/>
                <a:gd name="connsiteY14" fmla="*/ 572480 h 943999"/>
                <a:gd name="connsiteX15" fmla="*/ 1484908 w 1639413"/>
                <a:gd name="connsiteY15" fmla="*/ 618873 h 943999"/>
                <a:gd name="connsiteX16" fmla="*/ 1468728 w 1639413"/>
                <a:gd name="connsiteY16" fmla="*/ 621758 h 943999"/>
                <a:gd name="connsiteX17" fmla="*/ 1464686 w 1639413"/>
                <a:gd name="connsiteY17" fmla="*/ 609747 h 943999"/>
                <a:gd name="connsiteX18" fmla="*/ 1431640 w 1639413"/>
                <a:gd name="connsiteY18" fmla="*/ 598498 h 943999"/>
                <a:gd name="connsiteX19" fmla="*/ 1418064 w 1639413"/>
                <a:gd name="connsiteY19" fmla="*/ 598498 h 943999"/>
                <a:gd name="connsiteX20" fmla="*/ 1418713 w 1639413"/>
                <a:gd name="connsiteY20" fmla="*/ 576281 h 943999"/>
                <a:gd name="connsiteX21" fmla="*/ 1432809 w 1639413"/>
                <a:gd name="connsiteY21" fmla="*/ 555499 h 943999"/>
                <a:gd name="connsiteX22" fmla="*/ 1413235 w 1639413"/>
                <a:gd name="connsiteY22" fmla="*/ 550009 h 943999"/>
                <a:gd name="connsiteX23" fmla="*/ 1358950 w 1639413"/>
                <a:gd name="connsiteY23" fmla="*/ 553923 h 943999"/>
                <a:gd name="connsiteX24" fmla="*/ 1361555 w 1639413"/>
                <a:gd name="connsiteY24" fmla="*/ 535888 h 943999"/>
                <a:gd name="connsiteX25" fmla="*/ 1391055 w 1639413"/>
                <a:gd name="connsiteY25" fmla="*/ 503083 h 943999"/>
                <a:gd name="connsiteX26" fmla="*/ 1369525 w 1639413"/>
                <a:gd name="connsiteY26" fmla="*/ 495761 h 943999"/>
                <a:gd name="connsiteX27" fmla="*/ 1359992 w 1639413"/>
                <a:gd name="connsiteY27" fmla="*/ 462715 h 943999"/>
                <a:gd name="connsiteX28" fmla="*/ 1268249 w 1639413"/>
                <a:gd name="connsiteY28" fmla="*/ 491071 h 943999"/>
                <a:gd name="connsiteX29" fmla="*/ 1240987 w 1639413"/>
                <a:gd name="connsiteY29" fmla="*/ 519441 h 943999"/>
                <a:gd name="connsiteX30" fmla="*/ 1271771 w 1639413"/>
                <a:gd name="connsiteY30" fmla="*/ 530015 h 943999"/>
                <a:gd name="connsiteX31" fmla="*/ 1288485 w 1639413"/>
                <a:gd name="connsiteY31" fmla="*/ 511726 h 943999"/>
                <a:gd name="connsiteX32" fmla="*/ 1316536 w 1639413"/>
                <a:gd name="connsiteY32" fmla="*/ 531846 h 943999"/>
                <a:gd name="connsiteX33" fmla="*/ 1297775 w 1639413"/>
                <a:gd name="connsiteY33" fmla="*/ 553161 h 943999"/>
                <a:gd name="connsiteX34" fmla="*/ 1303635 w 1639413"/>
                <a:gd name="connsiteY34" fmla="*/ 562058 h 943999"/>
                <a:gd name="connsiteX35" fmla="*/ 1318391 w 1639413"/>
                <a:gd name="connsiteY35" fmla="*/ 556694 h 943999"/>
                <a:gd name="connsiteX36" fmla="*/ 1324251 w 1639413"/>
                <a:gd name="connsiteY36" fmla="*/ 566748 h 943999"/>
                <a:gd name="connsiteX37" fmla="*/ 1325967 w 1639413"/>
                <a:gd name="connsiteY37" fmla="*/ 585178 h 943999"/>
                <a:gd name="connsiteX38" fmla="*/ 1281481 w 1639413"/>
                <a:gd name="connsiteY38" fmla="*/ 626486 h 943999"/>
                <a:gd name="connsiteX39" fmla="*/ 1245982 w 1639413"/>
                <a:gd name="connsiteY39" fmla="*/ 609963 h 943999"/>
                <a:gd name="connsiteX40" fmla="*/ 1186358 w 1639413"/>
                <a:gd name="connsiteY40" fmla="*/ 637150 h 943999"/>
                <a:gd name="connsiteX41" fmla="*/ 1170814 w 1639413"/>
                <a:gd name="connsiteY41" fmla="*/ 618084 h 943999"/>
                <a:gd name="connsiteX42" fmla="*/ 1157252 w 1639413"/>
                <a:gd name="connsiteY42" fmla="*/ 618478 h 943999"/>
                <a:gd name="connsiteX43" fmla="*/ 1100742 w 1639413"/>
                <a:gd name="connsiteY43" fmla="*/ 622139 h 943999"/>
                <a:gd name="connsiteX44" fmla="*/ 1101784 w 1639413"/>
                <a:gd name="connsiteY44" fmla="*/ 594825 h 943999"/>
                <a:gd name="connsiteX45" fmla="*/ 1036276 w 1639413"/>
                <a:gd name="connsiteY45" fmla="*/ 572989 h 943999"/>
                <a:gd name="connsiteX46" fmla="*/ 1012126 w 1639413"/>
                <a:gd name="connsiteY46" fmla="*/ 552741 h 943999"/>
                <a:gd name="connsiteX47" fmla="*/ 993455 w 1639413"/>
                <a:gd name="connsiteY47" fmla="*/ 600849 h 943999"/>
                <a:gd name="connsiteX48" fmla="*/ 938916 w 1639413"/>
                <a:gd name="connsiteY48" fmla="*/ 612594 h 943999"/>
                <a:gd name="connsiteX49" fmla="*/ 862565 w 1639413"/>
                <a:gd name="connsiteY49" fmla="*/ 619406 h 943999"/>
                <a:gd name="connsiteX50" fmla="*/ 840513 w 1639413"/>
                <a:gd name="connsiteY50" fmla="*/ 582941 h 943999"/>
                <a:gd name="connsiteX51" fmla="*/ 791045 w 1639413"/>
                <a:gd name="connsiteY51" fmla="*/ 606988 h 943999"/>
                <a:gd name="connsiteX52" fmla="*/ 762854 w 1639413"/>
                <a:gd name="connsiteY52" fmla="*/ 582394 h 943999"/>
                <a:gd name="connsiteX53" fmla="*/ 703205 w 1639413"/>
                <a:gd name="connsiteY53" fmla="*/ 602731 h 943999"/>
                <a:gd name="connsiteX54" fmla="*/ 699938 w 1639413"/>
                <a:gd name="connsiteY54" fmla="*/ 656978 h 943999"/>
                <a:gd name="connsiteX55" fmla="*/ 736226 w 1639413"/>
                <a:gd name="connsiteY55" fmla="*/ 679856 h 943999"/>
                <a:gd name="connsiteX56" fmla="*/ 734142 w 1639413"/>
                <a:gd name="connsiteY56" fmla="*/ 699849 h 943999"/>
                <a:gd name="connsiteX57" fmla="*/ 768459 w 1639413"/>
                <a:gd name="connsiteY57" fmla="*/ 707704 h 943999"/>
                <a:gd name="connsiteX58" fmla="*/ 807733 w 1639413"/>
                <a:gd name="connsiteY58" fmla="*/ 729133 h 943999"/>
                <a:gd name="connsiteX59" fmla="*/ 786596 w 1639413"/>
                <a:gd name="connsiteY59" fmla="*/ 737115 h 943999"/>
                <a:gd name="connsiteX60" fmla="*/ 758024 w 1639413"/>
                <a:gd name="connsiteY60" fmla="*/ 744551 h 943999"/>
                <a:gd name="connsiteX61" fmla="*/ 750461 w 1639413"/>
                <a:gd name="connsiteY61" fmla="*/ 762714 h 943999"/>
                <a:gd name="connsiteX62" fmla="*/ 725664 w 1639413"/>
                <a:gd name="connsiteY62" fmla="*/ 745085 h 943999"/>
                <a:gd name="connsiteX63" fmla="*/ 705823 w 1639413"/>
                <a:gd name="connsiteY63" fmla="*/ 769387 h 943999"/>
                <a:gd name="connsiteX64" fmla="*/ 679983 w 1639413"/>
                <a:gd name="connsiteY64" fmla="*/ 765091 h 943999"/>
                <a:gd name="connsiteX65" fmla="*/ 655973 w 1639413"/>
                <a:gd name="connsiteY65" fmla="*/ 782999 h 943999"/>
                <a:gd name="connsiteX66" fmla="*/ 663600 w 1639413"/>
                <a:gd name="connsiteY66" fmla="*/ 828998 h 943999"/>
                <a:gd name="connsiteX67" fmla="*/ 635917 w 1639413"/>
                <a:gd name="connsiteY67" fmla="*/ 838924 h 943999"/>
                <a:gd name="connsiteX68" fmla="*/ 626537 w 1639413"/>
                <a:gd name="connsiteY68" fmla="*/ 896972 h 943999"/>
                <a:gd name="connsiteX69" fmla="*/ 571069 w 1639413"/>
                <a:gd name="connsiteY69" fmla="*/ 943999 h 943999"/>
                <a:gd name="connsiteX70" fmla="*/ 565985 w 1639413"/>
                <a:gd name="connsiteY70" fmla="*/ 909873 h 943999"/>
                <a:gd name="connsiteX71" fmla="*/ 495507 w 1639413"/>
                <a:gd name="connsiteY71" fmla="*/ 870534 h 943999"/>
                <a:gd name="connsiteX72" fmla="*/ 495380 w 1639413"/>
                <a:gd name="connsiteY72" fmla="*/ 860366 h 943999"/>
                <a:gd name="connsiteX73" fmla="*/ 504913 w 1639413"/>
                <a:gd name="connsiteY73" fmla="*/ 779021 h 943999"/>
                <a:gd name="connsiteX74" fmla="*/ 542103 w 1639413"/>
                <a:gd name="connsiteY74" fmla="*/ 777598 h 943999"/>
                <a:gd name="connsiteX75" fmla="*/ 542891 w 1639413"/>
                <a:gd name="connsiteY75" fmla="*/ 763731 h 943999"/>
                <a:gd name="connsiteX76" fmla="*/ 486775 w 1639413"/>
                <a:gd name="connsiteY76" fmla="*/ 744398 h 943999"/>
                <a:gd name="connsiteX77" fmla="*/ 466439 w 1639413"/>
                <a:gd name="connsiteY77" fmla="*/ 685182 h 943999"/>
                <a:gd name="connsiteX78" fmla="*/ 444374 w 1639413"/>
                <a:gd name="connsiteY78" fmla="*/ 664756 h 943999"/>
                <a:gd name="connsiteX79" fmla="*/ 447259 w 1639413"/>
                <a:gd name="connsiteY79" fmla="*/ 630655 h 943999"/>
                <a:gd name="connsiteX80" fmla="*/ 471650 w 1639413"/>
                <a:gd name="connsiteY80" fmla="*/ 620182 h 943999"/>
                <a:gd name="connsiteX81" fmla="*/ 465791 w 1639413"/>
                <a:gd name="connsiteY81" fmla="*/ 567650 h 943999"/>
                <a:gd name="connsiteX82" fmla="*/ 471523 w 1639413"/>
                <a:gd name="connsiteY82" fmla="*/ 503464 h 943999"/>
                <a:gd name="connsiteX83" fmla="*/ 449229 w 1639413"/>
                <a:gd name="connsiteY83" fmla="*/ 491694 h 943999"/>
                <a:gd name="connsiteX84" fmla="*/ 421814 w 1639413"/>
                <a:gd name="connsiteY84" fmla="*/ 488695 h 943999"/>
                <a:gd name="connsiteX85" fmla="*/ 409294 w 1639413"/>
                <a:gd name="connsiteY85" fmla="*/ 485949 h 943999"/>
                <a:gd name="connsiteX86" fmla="*/ 355403 w 1639413"/>
                <a:gd name="connsiteY86" fmla="*/ 480204 h 943999"/>
                <a:gd name="connsiteX87" fmla="*/ 331380 w 1639413"/>
                <a:gd name="connsiteY87" fmla="*/ 419043 h 943999"/>
                <a:gd name="connsiteX88" fmla="*/ 373197 w 1639413"/>
                <a:gd name="connsiteY88" fmla="*/ 387674 h 943999"/>
                <a:gd name="connsiteX89" fmla="*/ 348400 w 1639413"/>
                <a:gd name="connsiteY89" fmla="*/ 365723 h 943999"/>
                <a:gd name="connsiteX90" fmla="*/ 291369 w 1639413"/>
                <a:gd name="connsiteY90" fmla="*/ 367668 h 943999"/>
                <a:gd name="connsiteX91" fmla="*/ 265656 w 1639413"/>
                <a:gd name="connsiteY91" fmla="*/ 325724 h 943999"/>
                <a:gd name="connsiteX92" fmla="*/ 192839 w 1639413"/>
                <a:gd name="connsiteY92" fmla="*/ 303647 h 943999"/>
                <a:gd name="connsiteX93" fmla="*/ 165029 w 1639413"/>
                <a:gd name="connsiteY93" fmla="*/ 305604 h 943999"/>
                <a:gd name="connsiteX94" fmla="*/ 146956 w 1639413"/>
                <a:gd name="connsiteY94" fmla="*/ 259059 h 943999"/>
                <a:gd name="connsiteX95" fmla="*/ 166275 w 1639413"/>
                <a:gd name="connsiteY95" fmla="*/ 218933 h 943999"/>
                <a:gd name="connsiteX96" fmla="*/ 244036 w 1639413"/>
                <a:gd name="connsiteY96" fmla="*/ 252781 h 943999"/>
                <a:gd name="connsiteX97" fmla="*/ 265046 w 1639413"/>
                <a:gd name="connsiteY97" fmla="*/ 269113 h 943999"/>
                <a:gd name="connsiteX98" fmla="*/ 276917 w 1639413"/>
                <a:gd name="connsiteY98" fmla="*/ 256835 h 943999"/>
                <a:gd name="connsiteX99" fmla="*/ 318162 w 1639413"/>
                <a:gd name="connsiteY99" fmla="*/ 169389 h 943999"/>
                <a:gd name="connsiteX100" fmla="*/ 319865 w 1639413"/>
                <a:gd name="connsiteY100" fmla="*/ 140155 h 943999"/>
                <a:gd name="connsiteX101" fmla="*/ 297813 w 1639413"/>
                <a:gd name="connsiteY101" fmla="*/ 131792 h 943999"/>
                <a:gd name="connsiteX102" fmla="*/ 276002 w 1639413"/>
                <a:gd name="connsiteY102" fmla="*/ 124865 h 943999"/>
                <a:gd name="connsiteX103" fmla="*/ 271846 w 1639413"/>
                <a:gd name="connsiteY103" fmla="*/ 86569 h 943999"/>
                <a:gd name="connsiteX104" fmla="*/ 262695 w 1639413"/>
                <a:gd name="connsiteY104" fmla="*/ 87344 h 943999"/>
                <a:gd name="connsiteX105" fmla="*/ 196284 w 1639413"/>
                <a:gd name="connsiteY105" fmla="*/ 136482 h 943999"/>
                <a:gd name="connsiteX106" fmla="*/ 160911 w 1639413"/>
                <a:gd name="connsiteY106" fmla="*/ 167343 h 943999"/>
                <a:gd name="connsiteX107" fmla="*/ 129860 w 1639413"/>
                <a:gd name="connsiteY107" fmla="*/ 158191 h 943999"/>
                <a:gd name="connsiteX108" fmla="*/ 100232 w 1639413"/>
                <a:gd name="connsiteY108" fmla="*/ 159462 h 943999"/>
                <a:gd name="connsiteX109" fmla="*/ 41766 w 1639413"/>
                <a:gd name="connsiteY109" fmla="*/ 136190 h 943999"/>
                <a:gd name="connsiteX110" fmla="*/ 19307 w 1639413"/>
                <a:gd name="connsiteY110" fmla="*/ 88616 h 943999"/>
                <a:gd name="connsiteX111" fmla="*/ 0 w 1639413"/>
                <a:gd name="connsiteY111" fmla="*/ 53853 h 943999"/>
                <a:gd name="connsiteX112" fmla="*/ 2224 w 1639413"/>
                <a:gd name="connsiteY112" fmla="*/ 32030 h 943999"/>
                <a:gd name="connsiteX113" fmla="*/ 43202 w 1639413"/>
                <a:gd name="connsiteY113" fmla="*/ 0 h 943999"/>
                <a:gd name="connsiteX114" fmla="*/ 66296 w 1639413"/>
                <a:gd name="connsiteY114" fmla="*/ 9406 h 943999"/>
                <a:gd name="connsiteX115" fmla="*/ 99343 w 1639413"/>
                <a:gd name="connsiteY115" fmla="*/ 13079 h 943999"/>
                <a:gd name="connsiteX116" fmla="*/ 119425 w 1639413"/>
                <a:gd name="connsiteY116" fmla="*/ 6406 h 943999"/>
                <a:gd name="connsiteX117" fmla="*/ 149841 w 1639413"/>
                <a:gd name="connsiteY117" fmla="*/ 10982 h 943999"/>
                <a:gd name="connsiteX118" fmla="*/ 243286 w 1639413"/>
                <a:gd name="connsiteY118" fmla="*/ 55162 h 943999"/>
                <a:gd name="connsiteX119" fmla="*/ 257382 w 1639413"/>
                <a:gd name="connsiteY119" fmla="*/ 56726 h 943999"/>
                <a:gd name="connsiteX120" fmla="*/ 262466 w 1639413"/>
                <a:gd name="connsiteY120" fmla="*/ 53980 h 943999"/>
                <a:gd name="connsiteX121" fmla="*/ 275773 w 1639413"/>
                <a:gd name="connsiteY121" fmla="*/ 47447 h 943999"/>
                <a:gd name="connsiteX122" fmla="*/ 339464 w 1639413"/>
                <a:gd name="connsiteY122" fmla="*/ 67186 h 943999"/>
                <a:gd name="connsiteX123" fmla="*/ 367261 w 1639413"/>
                <a:gd name="connsiteY123" fmla="*/ 95288 h 943999"/>
                <a:gd name="connsiteX124" fmla="*/ 370388 w 1639413"/>
                <a:gd name="connsiteY124" fmla="*/ 126390 h 943999"/>
                <a:gd name="connsiteX125" fmla="*/ 392720 w 1639413"/>
                <a:gd name="connsiteY125" fmla="*/ 114748 h 943999"/>
                <a:gd name="connsiteX126" fmla="*/ 434079 w 1639413"/>
                <a:gd name="connsiteY126" fmla="*/ 128729 h 943999"/>
                <a:gd name="connsiteX127" fmla="*/ 458101 w 1639413"/>
                <a:gd name="connsiteY127" fmla="*/ 145583 h 943999"/>
                <a:gd name="connsiteX128" fmla="*/ 481183 w 1639413"/>
                <a:gd name="connsiteY128" fmla="*/ 143765 h 943999"/>
                <a:gd name="connsiteX129" fmla="*/ 501519 w 1639413"/>
                <a:gd name="connsiteY129" fmla="*/ 132656 h 943999"/>
                <a:gd name="connsiteX130" fmla="*/ 518208 w 1639413"/>
                <a:gd name="connsiteY130" fmla="*/ 134614 h 943999"/>
                <a:gd name="connsiteX131" fmla="*/ 531261 w 1639413"/>
                <a:gd name="connsiteY131" fmla="*/ 120887 h 943999"/>
                <a:gd name="connsiteX132" fmla="*/ 565846 w 1639413"/>
                <a:gd name="connsiteY132" fmla="*/ 111341 h 943999"/>
                <a:gd name="connsiteX133" fmla="*/ 589995 w 1639413"/>
                <a:gd name="connsiteY133" fmla="*/ 105596 h 943999"/>
                <a:gd name="connsiteX134" fmla="*/ 609899 w 1639413"/>
                <a:gd name="connsiteY134" fmla="*/ 93051 h 943999"/>
                <a:gd name="connsiteX135" fmla="*/ 613293 w 1639413"/>
                <a:gd name="connsiteY135" fmla="*/ 80240 h 943999"/>
                <a:gd name="connsiteX136" fmla="*/ 634430 w 1639413"/>
                <a:gd name="connsiteY136" fmla="*/ 65470 h 943999"/>
                <a:gd name="connsiteX137" fmla="*/ 677645 w 1639413"/>
                <a:gd name="connsiteY137" fmla="*/ 57844 h 943999"/>
                <a:gd name="connsiteX138" fmla="*/ 698515 w 1639413"/>
                <a:gd name="connsiteY138" fmla="*/ 48172 h 943999"/>
                <a:gd name="connsiteX139" fmla="*/ 709852 w 1639413"/>
                <a:gd name="connsiteY139" fmla="*/ 46227 h 943999"/>
                <a:gd name="connsiteX140" fmla="*/ 755799 w 1639413"/>
                <a:gd name="connsiteY140" fmla="*/ 53662 h 943999"/>
                <a:gd name="connsiteX141" fmla="*/ 767150 w 1639413"/>
                <a:gd name="connsiteY141" fmla="*/ 47917 h 943999"/>
                <a:gd name="connsiteX142" fmla="*/ 799523 w 1639413"/>
                <a:gd name="connsiteY142" fmla="*/ 49481 h 943999"/>
                <a:gd name="connsiteX143" fmla="*/ 809437 w 1639413"/>
                <a:gd name="connsiteY143" fmla="*/ 48960 h 943999"/>
                <a:gd name="connsiteX144" fmla="*/ 815970 w 1639413"/>
                <a:gd name="connsiteY144" fmla="*/ 58645 h 943999"/>
                <a:gd name="connsiteX145" fmla="*/ 827180 w 1639413"/>
                <a:gd name="connsiteY145" fmla="*/ 59153 h 943999"/>
                <a:gd name="connsiteX146" fmla="*/ 832925 w 1639413"/>
                <a:gd name="connsiteY146" fmla="*/ 47917 h 943999"/>
                <a:gd name="connsiteX147" fmla="*/ 848724 w 1639413"/>
                <a:gd name="connsiteY147" fmla="*/ 52112 h 943999"/>
                <a:gd name="connsiteX148" fmla="*/ 852626 w 1639413"/>
                <a:gd name="connsiteY148" fmla="*/ 65953 h 943999"/>
                <a:gd name="connsiteX149" fmla="*/ 861523 w 1639413"/>
                <a:gd name="connsiteY149" fmla="*/ 72486 h 943999"/>
                <a:gd name="connsiteX150" fmla="*/ 902361 w 1639413"/>
                <a:gd name="connsiteY150" fmla="*/ 73134 h 943999"/>
                <a:gd name="connsiteX151" fmla="*/ 921426 w 1639413"/>
                <a:gd name="connsiteY151" fmla="*/ 70008 h 943999"/>
                <a:gd name="connsiteX152" fmla="*/ 946224 w 1639413"/>
                <a:gd name="connsiteY152" fmla="*/ 79299 h 943999"/>
                <a:gd name="connsiteX153" fmla="*/ 965657 w 1639413"/>
                <a:gd name="connsiteY153" fmla="*/ 70402 h 943999"/>
                <a:gd name="connsiteX154" fmla="*/ 984062 w 1639413"/>
                <a:gd name="connsiteY154" fmla="*/ 70402 h 943999"/>
                <a:gd name="connsiteX155" fmla="*/ 991231 w 1639413"/>
                <a:gd name="connsiteY155" fmla="*/ 79426 h 943999"/>
                <a:gd name="connsiteX156" fmla="*/ 996582 w 1639413"/>
                <a:gd name="connsiteY156" fmla="*/ 86213 h 943999"/>
                <a:gd name="connsiteX157" fmla="*/ 1016689 w 1639413"/>
                <a:gd name="connsiteY157" fmla="*/ 98237 h 943999"/>
                <a:gd name="connsiteX158" fmla="*/ 1034038 w 1639413"/>
                <a:gd name="connsiteY158" fmla="*/ 98758 h 943999"/>
                <a:gd name="connsiteX159" fmla="*/ 1053625 w 1639413"/>
                <a:gd name="connsiteY159" fmla="*/ 122031 h 943999"/>
                <a:gd name="connsiteX160" fmla="*/ 1083252 w 1639413"/>
                <a:gd name="connsiteY160" fmla="*/ 132351 h 943999"/>
                <a:gd name="connsiteX161" fmla="*/ 1111952 w 1639413"/>
                <a:gd name="connsiteY161" fmla="*/ 146866 h 943999"/>
                <a:gd name="connsiteX162" fmla="*/ 1167153 w 1639413"/>
                <a:gd name="connsiteY162" fmla="*/ 169478 h 943999"/>
                <a:gd name="connsiteX163" fmla="*/ 1202652 w 1639413"/>
                <a:gd name="connsiteY163" fmla="*/ 191301 h 943999"/>
                <a:gd name="connsiteX164" fmla="*/ 1236220 w 1639413"/>
                <a:gd name="connsiteY164" fmla="*/ 208714 h 943999"/>
                <a:gd name="connsiteX165" fmla="*/ 1275240 w 1639413"/>
                <a:gd name="connsiteY165" fmla="*/ 228326 h 943999"/>
                <a:gd name="connsiteX166" fmla="*/ 1303559 w 1639413"/>
                <a:gd name="connsiteY166" fmla="*/ 256416 h 943999"/>
                <a:gd name="connsiteX167" fmla="*/ 1340190 w 1639413"/>
                <a:gd name="connsiteY167" fmla="*/ 284975 h 943999"/>
                <a:gd name="connsiteX168" fmla="*/ 1392518 w 1639413"/>
                <a:gd name="connsiteY168" fmla="*/ 314908 h 943999"/>
                <a:gd name="connsiteX169" fmla="*/ 1443790 w 1639413"/>
                <a:gd name="connsiteY169" fmla="*/ 342095 h 943999"/>
                <a:gd name="connsiteX170" fmla="*/ 1447184 w 1639413"/>
                <a:gd name="connsiteY170" fmla="*/ 350992 h 943999"/>
                <a:gd name="connsiteX171" fmla="*/ 1441324 w 1639413"/>
                <a:gd name="connsiteY171" fmla="*/ 386810 h 943999"/>
                <a:gd name="connsiteX172" fmla="*/ 1446803 w 1639413"/>
                <a:gd name="connsiteY172" fmla="*/ 401058 h 943999"/>
                <a:gd name="connsiteX173" fmla="*/ 1454759 w 1639413"/>
                <a:gd name="connsiteY173" fmla="*/ 422106 h 943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1639413" h="943999">
                  <a:moveTo>
                    <a:pt x="1585128" y="574183"/>
                  </a:moveTo>
                  <a:lnTo>
                    <a:pt x="1584212" y="546996"/>
                  </a:lnTo>
                  <a:lnTo>
                    <a:pt x="1618415" y="561105"/>
                  </a:lnTo>
                  <a:lnTo>
                    <a:pt x="1639413" y="581377"/>
                  </a:lnTo>
                  <a:lnTo>
                    <a:pt x="1615416" y="596922"/>
                  </a:lnTo>
                  <a:close/>
                  <a:moveTo>
                    <a:pt x="1493525" y="448454"/>
                  </a:moveTo>
                  <a:lnTo>
                    <a:pt x="1516620" y="470786"/>
                  </a:lnTo>
                  <a:lnTo>
                    <a:pt x="1533842" y="487398"/>
                  </a:lnTo>
                  <a:lnTo>
                    <a:pt x="1558652" y="495101"/>
                  </a:lnTo>
                  <a:lnTo>
                    <a:pt x="1563469" y="507531"/>
                  </a:lnTo>
                  <a:lnTo>
                    <a:pt x="1556301" y="516022"/>
                  </a:lnTo>
                  <a:lnTo>
                    <a:pt x="1556301" y="532227"/>
                  </a:lnTo>
                  <a:lnTo>
                    <a:pt x="1528237" y="563202"/>
                  </a:lnTo>
                  <a:lnTo>
                    <a:pt x="1519746" y="558359"/>
                  </a:lnTo>
                  <a:lnTo>
                    <a:pt x="1504228" y="572480"/>
                  </a:lnTo>
                  <a:lnTo>
                    <a:pt x="1484908" y="618873"/>
                  </a:lnTo>
                  <a:lnTo>
                    <a:pt x="1468728" y="621758"/>
                  </a:lnTo>
                  <a:lnTo>
                    <a:pt x="1464686" y="609747"/>
                  </a:lnTo>
                  <a:lnTo>
                    <a:pt x="1431640" y="598498"/>
                  </a:lnTo>
                  <a:lnTo>
                    <a:pt x="1418064" y="598498"/>
                  </a:lnTo>
                  <a:lnTo>
                    <a:pt x="1418713" y="576281"/>
                  </a:lnTo>
                  <a:lnTo>
                    <a:pt x="1432809" y="555499"/>
                  </a:lnTo>
                  <a:lnTo>
                    <a:pt x="1413235" y="550009"/>
                  </a:lnTo>
                  <a:lnTo>
                    <a:pt x="1358950" y="553923"/>
                  </a:lnTo>
                  <a:lnTo>
                    <a:pt x="1361555" y="535888"/>
                  </a:lnTo>
                  <a:lnTo>
                    <a:pt x="1391055" y="503083"/>
                  </a:lnTo>
                  <a:lnTo>
                    <a:pt x="1369525" y="495761"/>
                  </a:lnTo>
                  <a:lnTo>
                    <a:pt x="1359992" y="462715"/>
                  </a:lnTo>
                  <a:lnTo>
                    <a:pt x="1268249" y="491071"/>
                  </a:lnTo>
                  <a:lnTo>
                    <a:pt x="1240987" y="519441"/>
                  </a:lnTo>
                  <a:lnTo>
                    <a:pt x="1271771" y="530015"/>
                  </a:lnTo>
                  <a:lnTo>
                    <a:pt x="1288485" y="511726"/>
                  </a:lnTo>
                  <a:lnTo>
                    <a:pt x="1316536" y="531846"/>
                  </a:lnTo>
                  <a:lnTo>
                    <a:pt x="1297775" y="553161"/>
                  </a:lnTo>
                  <a:lnTo>
                    <a:pt x="1303635" y="562058"/>
                  </a:lnTo>
                  <a:lnTo>
                    <a:pt x="1318391" y="556694"/>
                  </a:lnTo>
                  <a:lnTo>
                    <a:pt x="1324251" y="566748"/>
                  </a:lnTo>
                  <a:lnTo>
                    <a:pt x="1325967" y="585178"/>
                  </a:lnTo>
                  <a:lnTo>
                    <a:pt x="1281481" y="626486"/>
                  </a:lnTo>
                  <a:lnTo>
                    <a:pt x="1245982" y="609963"/>
                  </a:lnTo>
                  <a:lnTo>
                    <a:pt x="1186358" y="637150"/>
                  </a:lnTo>
                  <a:lnTo>
                    <a:pt x="1170814" y="618084"/>
                  </a:lnTo>
                  <a:lnTo>
                    <a:pt x="1157252" y="618478"/>
                  </a:lnTo>
                  <a:lnTo>
                    <a:pt x="1100742" y="622139"/>
                  </a:lnTo>
                  <a:lnTo>
                    <a:pt x="1101784" y="594825"/>
                  </a:lnTo>
                  <a:lnTo>
                    <a:pt x="1036276" y="572989"/>
                  </a:lnTo>
                  <a:lnTo>
                    <a:pt x="1012126" y="552741"/>
                  </a:lnTo>
                  <a:lnTo>
                    <a:pt x="993455" y="600849"/>
                  </a:lnTo>
                  <a:lnTo>
                    <a:pt x="938916" y="612594"/>
                  </a:lnTo>
                  <a:lnTo>
                    <a:pt x="862565" y="619406"/>
                  </a:lnTo>
                  <a:lnTo>
                    <a:pt x="840513" y="582941"/>
                  </a:lnTo>
                  <a:lnTo>
                    <a:pt x="791045" y="606988"/>
                  </a:lnTo>
                  <a:lnTo>
                    <a:pt x="762854" y="582394"/>
                  </a:lnTo>
                  <a:lnTo>
                    <a:pt x="703205" y="602731"/>
                  </a:lnTo>
                  <a:lnTo>
                    <a:pt x="699938" y="656978"/>
                  </a:lnTo>
                  <a:lnTo>
                    <a:pt x="736226" y="679856"/>
                  </a:lnTo>
                  <a:lnTo>
                    <a:pt x="734142" y="699849"/>
                  </a:lnTo>
                  <a:lnTo>
                    <a:pt x="768459" y="707704"/>
                  </a:lnTo>
                  <a:lnTo>
                    <a:pt x="807733" y="729133"/>
                  </a:lnTo>
                  <a:lnTo>
                    <a:pt x="786596" y="737115"/>
                  </a:lnTo>
                  <a:lnTo>
                    <a:pt x="758024" y="744551"/>
                  </a:lnTo>
                  <a:lnTo>
                    <a:pt x="750461" y="762714"/>
                  </a:lnTo>
                  <a:lnTo>
                    <a:pt x="725664" y="745085"/>
                  </a:lnTo>
                  <a:lnTo>
                    <a:pt x="705823" y="769387"/>
                  </a:lnTo>
                  <a:lnTo>
                    <a:pt x="679983" y="765091"/>
                  </a:lnTo>
                  <a:lnTo>
                    <a:pt x="655973" y="782999"/>
                  </a:lnTo>
                  <a:lnTo>
                    <a:pt x="663600" y="828998"/>
                  </a:lnTo>
                  <a:lnTo>
                    <a:pt x="635917" y="838924"/>
                  </a:lnTo>
                  <a:lnTo>
                    <a:pt x="626537" y="896972"/>
                  </a:lnTo>
                  <a:lnTo>
                    <a:pt x="571069" y="943999"/>
                  </a:lnTo>
                  <a:lnTo>
                    <a:pt x="565985" y="909873"/>
                  </a:lnTo>
                  <a:lnTo>
                    <a:pt x="495507" y="870534"/>
                  </a:lnTo>
                  <a:lnTo>
                    <a:pt x="495380" y="860366"/>
                  </a:lnTo>
                  <a:lnTo>
                    <a:pt x="504913" y="779021"/>
                  </a:lnTo>
                  <a:lnTo>
                    <a:pt x="542103" y="777598"/>
                  </a:lnTo>
                  <a:lnTo>
                    <a:pt x="542891" y="763731"/>
                  </a:lnTo>
                  <a:lnTo>
                    <a:pt x="486775" y="744398"/>
                  </a:lnTo>
                  <a:lnTo>
                    <a:pt x="466439" y="685182"/>
                  </a:lnTo>
                  <a:lnTo>
                    <a:pt x="444374" y="664756"/>
                  </a:lnTo>
                  <a:lnTo>
                    <a:pt x="447259" y="630655"/>
                  </a:lnTo>
                  <a:lnTo>
                    <a:pt x="471650" y="620182"/>
                  </a:lnTo>
                  <a:lnTo>
                    <a:pt x="465791" y="567650"/>
                  </a:lnTo>
                  <a:lnTo>
                    <a:pt x="471523" y="503464"/>
                  </a:lnTo>
                  <a:lnTo>
                    <a:pt x="449229" y="491694"/>
                  </a:lnTo>
                  <a:lnTo>
                    <a:pt x="421814" y="488695"/>
                  </a:lnTo>
                  <a:lnTo>
                    <a:pt x="409294" y="485949"/>
                  </a:lnTo>
                  <a:lnTo>
                    <a:pt x="355403" y="480204"/>
                  </a:lnTo>
                  <a:lnTo>
                    <a:pt x="331380" y="419043"/>
                  </a:lnTo>
                  <a:lnTo>
                    <a:pt x="373197" y="387674"/>
                  </a:lnTo>
                  <a:lnTo>
                    <a:pt x="348400" y="365723"/>
                  </a:lnTo>
                  <a:lnTo>
                    <a:pt x="291369" y="367668"/>
                  </a:lnTo>
                  <a:lnTo>
                    <a:pt x="265656" y="325724"/>
                  </a:lnTo>
                  <a:lnTo>
                    <a:pt x="192839" y="303647"/>
                  </a:lnTo>
                  <a:lnTo>
                    <a:pt x="165029" y="305604"/>
                  </a:lnTo>
                  <a:lnTo>
                    <a:pt x="146956" y="259059"/>
                  </a:lnTo>
                  <a:lnTo>
                    <a:pt x="166275" y="218933"/>
                  </a:lnTo>
                  <a:lnTo>
                    <a:pt x="244036" y="252781"/>
                  </a:lnTo>
                  <a:lnTo>
                    <a:pt x="265046" y="269113"/>
                  </a:lnTo>
                  <a:lnTo>
                    <a:pt x="276917" y="256835"/>
                  </a:lnTo>
                  <a:lnTo>
                    <a:pt x="318162" y="169389"/>
                  </a:lnTo>
                  <a:lnTo>
                    <a:pt x="319865" y="140155"/>
                  </a:lnTo>
                  <a:lnTo>
                    <a:pt x="297813" y="131792"/>
                  </a:lnTo>
                  <a:lnTo>
                    <a:pt x="276002" y="124865"/>
                  </a:lnTo>
                  <a:lnTo>
                    <a:pt x="271846" y="86569"/>
                  </a:lnTo>
                  <a:lnTo>
                    <a:pt x="262695" y="87344"/>
                  </a:lnTo>
                  <a:lnTo>
                    <a:pt x="196284" y="136482"/>
                  </a:lnTo>
                  <a:lnTo>
                    <a:pt x="160911" y="167343"/>
                  </a:lnTo>
                  <a:lnTo>
                    <a:pt x="129860" y="158191"/>
                  </a:lnTo>
                  <a:lnTo>
                    <a:pt x="100232" y="159462"/>
                  </a:lnTo>
                  <a:lnTo>
                    <a:pt x="41766" y="136190"/>
                  </a:lnTo>
                  <a:lnTo>
                    <a:pt x="19307" y="88616"/>
                  </a:lnTo>
                  <a:lnTo>
                    <a:pt x="0" y="53853"/>
                  </a:lnTo>
                  <a:lnTo>
                    <a:pt x="2224" y="32030"/>
                  </a:lnTo>
                  <a:lnTo>
                    <a:pt x="43202" y="0"/>
                  </a:lnTo>
                  <a:lnTo>
                    <a:pt x="66296" y="9406"/>
                  </a:lnTo>
                  <a:lnTo>
                    <a:pt x="99343" y="13079"/>
                  </a:lnTo>
                  <a:lnTo>
                    <a:pt x="119425" y="6406"/>
                  </a:lnTo>
                  <a:lnTo>
                    <a:pt x="149841" y="10982"/>
                  </a:lnTo>
                  <a:lnTo>
                    <a:pt x="243286" y="55162"/>
                  </a:lnTo>
                  <a:lnTo>
                    <a:pt x="257382" y="56726"/>
                  </a:lnTo>
                  <a:lnTo>
                    <a:pt x="262466" y="53980"/>
                  </a:lnTo>
                  <a:lnTo>
                    <a:pt x="275773" y="47447"/>
                  </a:lnTo>
                  <a:lnTo>
                    <a:pt x="339464" y="67186"/>
                  </a:lnTo>
                  <a:lnTo>
                    <a:pt x="367261" y="95288"/>
                  </a:lnTo>
                  <a:lnTo>
                    <a:pt x="370388" y="126390"/>
                  </a:lnTo>
                  <a:lnTo>
                    <a:pt x="392720" y="114748"/>
                  </a:lnTo>
                  <a:lnTo>
                    <a:pt x="434079" y="128729"/>
                  </a:lnTo>
                  <a:lnTo>
                    <a:pt x="458101" y="145583"/>
                  </a:lnTo>
                  <a:lnTo>
                    <a:pt x="481183" y="143765"/>
                  </a:lnTo>
                  <a:lnTo>
                    <a:pt x="501519" y="132656"/>
                  </a:lnTo>
                  <a:lnTo>
                    <a:pt x="518208" y="134614"/>
                  </a:lnTo>
                  <a:lnTo>
                    <a:pt x="531261" y="120887"/>
                  </a:lnTo>
                  <a:lnTo>
                    <a:pt x="565846" y="111341"/>
                  </a:lnTo>
                  <a:lnTo>
                    <a:pt x="589995" y="105596"/>
                  </a:lnTo>
                  <a:lnTo>
                    <a:pt x="609899" y="93051"/>
                  </a:lnTo>
                  <a:lnTo>
                    <a:pt x="613293" y="80240"/>
                  </a:lnTo>
                  <a:lnTo>
                    <a:pt x="634430" y="65470"/>
                  </a:lnTo>
                  <a:lnTo>
                    <a:pt x="677645" y="57844"/>
                  </a:lnTo>
                  <a:lnTo>
                    <a:pt x="698515" y="48172"/>
                  </a:lnTo>
                  <a:lnTo>
                    <a:pt x="709852" y="46227"/>
                  </a:lnTo>
                  <a:lnTo>
                    <a:pt x="755799" y="53662"/>
                  </a:lnTo>
                  <a:lnTo>
                    <a:pt x="767150" y="47917"/>
                  </a:lnTo>
                  <a:lnTo>
                    <a:pt x="799523" y="49481"/>
                  </a:lnTo>
                  <a:lnTo>
                    <a:pt x="809437" y="48960"/>
                  </a:lnTo>
                  <a:lnTo>
                    <a:pt x="815970" y="58645"/>
                  </a:lnTo>
                  <a:lnTo>
                    <a:pt x="827180" y="59153"/>
                  </a:lnTo>
                  <a:lnTo>
                    <a:pt x="832925" y="47917"/>
                  </a:lnTo>
                  <a:lnTo>
                    <a:pt x="848724" y="52112"/>
                  </a:lnTo>
                  <a:lnTo>
                    <a:pt x="852626" y="65953"/>
                  </a:lnTo>
                  <a:lnTo>
                    <a:pt x="861523" y="72486"/>
                  </a:lnTo>
                  <a:lnTo>
                    <a:pt x="902361" y="73134"/>
                  </a:lnTo>
                  <a:lnTo>
                    <a:pt x="921426" y="70008"/>
                  </a:lnTo>
                  <a:lnTo>
                    <a:pt x="946224" y="79299"/>
                  </a:lnTo>
                  <a:lnTo>
                    <a:pt x="965657" y="70402"/>
                  </a:lnTo>
                  <a:lnTo>
                    <a:pt x="984062" y="70402"/>
                  </a:lnTo>
                  <a:lnTo>
                    <a:pt x="991231" y="79426"/>
                  </a:lnTo>
                  <a:lnTo>
                    <a:pt x="996582" y="86213"/>
                  </a:lnTo>
                  <a:lnTo>
                    <a:pt x="1016689" y="98237"/>
                  </a:lnTo>
                  <a:lnTo>
                    <a:pt x="1034038" y="98758"/>
                  </a:lnTo>
                  <a:lnTo>
                    <a:pt x="1053625" y="122031"/>
                  </a:lnTo>
                  <a:lnTo>
                    <a:pt x="1083252" y="132351"/>
                  </a:lnTo>
                  <a:lnTo>
                    <a:pt x="1111952" y="146866"/>
                  </a:lnTo>
                  <a:lnTo>
                    <a:pt x="1167153" y="169478"/>
                  </a:lnTo>
                  <a:lnTo>
                    <a:pt x="1202652" y="191301"/>
                  </a:lnTo>
                  <a:lnTo>
                    <a:pt x="1236220" y="208714"/>
                  </a:lnTo>
                  <a:lnTo>
                    <a:pt x="1275240" y="228326"/>
                  </a:lnTo>
                  <a:lnTo>
                    <a:pt x="1303559" y="256416"/>
                  </a:lnTo>
                  <a:lnTo>
                    <a:pt x="1340190" y="284975"/>
                  </a:lnTo>
                  <a:lnTo>
                    <a:pt x="1392518" y="314908"/>
                  </a:lnTo>
                  <a:lnTo>
                    <a:pt x="1443790" y="342095"/>
                  </a:lnTo>
                  <a:lnTo>
                    <a:pt x="1447184" y="350992"/>
                  </a:lnTo>
                  <a:lnTo>
                    <a:pt x="1441324" y="386810"/>
                  </a:lnTo>
                  <a:lnTo>
                    <a:pt x="1446803" y="401058"/>
                  </a:lnTo>
                  <a:lnTo>
                    <a:pt x="1454759" y="422106"/>
                  </a:lnTo>
                  <a:close/>
                </a:path>
              </a:pathLst>
            </a:custGeom>
            <a:solidFill>
              <a:srgbClr val="FFFFFF"/>
            </a:solidFill>
            <a:ln w="12700" cap="flat">
              <a:noFill/>
              <a:prstDash val="solid"/>
              <a:miter/>
            </a:ln>
          </p:spPr>
          <p:txBody>
            <a:bodyPr rtlCol="0" anchor="ctr"/>
            <a:lstStyle/>
            <a:p>
              <a:endParaRPr lang="de-CH"/>
            </a:p>
          </p:txBody>
        </p:sp>
        <p:sp>
          <p:nvSpPr>
            <p:cNvPr id="50" name="Freihandform: Form 49">
              <a:extLst>
                <a:ext uri="{FF2B5EF4-FFF2-40B4-BE49-F238E27FC236}">
                  <a16:creationId xmlns:a16="http://schemas.microsoft.com/office/drawing/2014/main" id="{130E6C28-45DE-3AFE-2179-E6CF84FDBCB2}"/>
                </a:ext>
              </a:extLst>
            </p:cNvPr>
            <p:cNvSpPr/>
            <p:nvPr/>
          </p:nvSpPr>
          <p:spPr>
            <a:xfrm>
              <a:off x="7001242" y="817893"/>
              <a:ext cx="1639413" cy="943999"/>
            </a:xfrm>
            <a:custGeom>
              <a:avLst/>
              <a:gdLst>
                <a:gd name="connsiteX0" fmla="*/ 1585128 w 1639413"/>
                <a:gd name="connsiteY0" fmla="*/ 574183 h 943999"/>
                <a:gd name="connsiteX1" fmla="*/ 1584212 w 1639413"/>
                <a:gd name="connsiteY1" fmla="*/ 546996 h 943999"/>
                <a:gd name="connsiteX2" fmla="*/ 1618415 w 1639413"/>
                <a:gd name="connsiteY2" fmla="*/ 561105 h 943999"/>
                <a:gd name="connsiteX3" fmla="*/ 1639413 w 1639413"/>
                <a:gd name="connsiteY3" fmla="*/ 581377 h 943999"/>
                <a:gd name="connsiteX4" fmla="*/ 1615416 w 1639413"/>
                <a:gd name="connsiteY4" fmla="*/ 596922 h 943999"/>
                <a:gd name="connsiteX5" fmla="*/ 1493525 w 1639413"/>
                <a:gd name="connsiteY5" fmla="*/ 448454 h 943999"/>
                <a:gd name="connsiteX6" fmla="*/ 1516620 w 1639413"/>
                <a:gd name="connsiteY6" fmla="*/ 470786 h 943999"/>
                <a:gd name="connsiteX7" fmla="*/ 1533842 w 1639413"/>
                <a:gd name="connsiteY7" fmla="*/ 487398 h 943999"/>
                <a:gd name="connsiteX8" fmla="*/ 1558652 w 1639413"/>
                <a:gd name="connsiteY8" fmla="*/ 495101 h 943999"/>
                <a:gd name="connsiteX9" fmla="*/ 1563469 w 1639413"/>
                <a:gd name="connsiteY9" fmla="*/ 507531 h 943999"/>
                <a:gd name="connsiteX10" fmla="*/ 1556301 w 1639413"/>
                <a:gd name="connsiteY10" fmla="*/ 516022 h 943999"/>
                <a:gd name="connsiteX11" fmla="*/ 1556301 w 1639413"/>
                <a:gd name="connsiteY11" fmla="*/ 532227 h 943999"/>
                <a:gd name="connsiteX12" fmla="*/ 1528237 w 1639413"/>
                <a:gd name="connsiteY12" fmla="*/ 563202 h 943999"/>
                <a:gd name="connsiteX13" fmla="*/ 1519746 w 1639413"/>
                <a:gd name="connsiteY13" fmla="*/ 558359 h 943999"/>
                <a:gd name="connsiteX14" fmla="*/ 1504228 w 1639413"/>
                <a:gd name="connsiteY14" fmla="*/ 572480 h 943999"/>
                <a:gd name="connsiteX15" fmla="*/ 1484908 w 1639413"/>
                <a:gd name="connsiteY15" fmla="*/ 618873 h 943999"/>
                <a:gd name="connsiteX16" fmla="*/ 1468728 w 1639413"/>
                <a:gd name="connsiteY16" fmla="*/ 621758 h 943999"/>
                <a:gd name="connsiteX17" fmla="*/ 1464686 w 1639413"/>
                <a:gd name="connsiteY17" fmla="*/ 609747 h 943999"/>
                <a:gd name="connsiteX18" fmla="*/ 1431640 w 1639413"/>
                <a:gd name="connsiteY18" fmla="*/ 598498 h 943999"/>
                <a:gd name="connsiteX19" fmla="*/ 1418064 w 1639413"/>
                <a:gd name="connsiteY19" fmla="*/ 598498 h 943999"/>
                <a:gd name="connsiteX20" fmla="*/ 1418713 w 1639413"/>
                <a:gd name="connsiteY20" fmla="*/ 576281 h 943999"/>
                <a:gd name="connsiteX21" fmla="*/ 1432809 w 1639413"/>
                <a:gd name="connsiteY21" fmla="*/ 555499 h 943999"/>
                <a:gd name="connsiteX22" fmla="*/ 1413235 w 1639413"/>
                <a:gd name="connsiteY22" fmla="*/ 550009 h 943999"/>
                <a:gd name="connsiteX23" fmla="*/ 1358950 w 1639413"/>
                <a:gd name="connsiteY23" fmla="*/ 553923 h 943999"/>
                <a:gd name="connsiteX24" fmla="*/ 1361555 w 1639413"/>
                <a:gd name="connsiteY24" fmla="*/ 535888 h 943999"/>
                <a:gd name="connsiteX25" fmla="*/ 1391055 w 1639413"/>
                <a:gd name="connsiteY25" fmla="*/ 503083 h 943999"/>
                <a:gd name="connsiteX26" fmla="*/ 1369525 w 1639413"/>
                <a:gd name="connsiteY26" fmla="*/ 495761 h 943999"/>
                <a:gd name="connsiteX27" fmla="*/ 1359992 w 1639413"/>
                <a:gd name="connsiteY27" fmla="*/ 462715 h 943999"/>
                <a:gd name="connsiteX28" fmla="*/ 1268249 w 1639413"/>
                <a:gd name="connsiteY28" fmla="*/ 491071 h 943999"/>
                <a:gd name="connsiteX29" fmla="*/ 1240987 w 1639413"/>
                <a:gd name="connsiteY29" fmla="*/ 519441 h 943999"/>
                <a:gd name="connsiteX30" fmla="*/ 1271771 w 1639413"/>
                <a:gd name="connsiteY30" fmla="*/ 530015 h 943999"/>
                <a:gd name="connsiteX31" fmla="*/ 1288485 w 1639413"/>
                <a:gd name="connsiteY31" fmla="*/ 511726 h 943999"/>
                <a:gd name="connsiteX32" fmla="*/ 1316536 w 1639413"/>
                <a:gd name="connsiteY32" fmla="*/ 531846 h 943999"/>
                <a:gd name="connsiteX33" fmla="*/ 1297775 w 1639413"/>
                <a:gd name="connsiteY33" fmla="*/ 553161 h 943999"/>
                <a:gd name="connsiteX34" fmla="*/ 1303635 w 1639413"/>
                <a:gd name="connsiteY34" fmla="*/ 562058 h 943999"/>
                <a:gd name="connsiteX35" fmla="*/ 1318391 w 1639413"/>
                <a:gd name="connsiteY35" fmla="*/ 556694 h 943999"/>
                <a:gd name="connsiteX36" fmla="*/ 1324251 w 1639413"/>
                <a:gd name="connsiteY36" fmla="*/ 566748 h 943999"/>
                <a:gd name="connsiteX37" fmla="*/ 1325967 w 1639413"/>
                <a:gd name="connsiteY37" fmla="*/ 585178 h 943999"/>
                <a:gd name="connsiteX38" fmla="*/ 1281481 w 1639413"/>
                <a:gd name="connsiteY38" fmla="*/ 626486 h 943999"/>
                <a:gd name="connsiteX39" fmla="*/ 1245982 w 1639413"/>
                <a:gd name="connsiteY39" fmla="*/ 609963 h 943999"/>
                <a:gd name="connsiteX40" fmla="*/ 1186358 w 1639413"/>
                <a:gd name="connsiteY40" fmla="*/ 637150 h 943999"/>
                <a:gd name="connsiteX41" fmla="*/ 1170814 w 1639413"/>
                <a:gd name="connsiteY41" fmla="*/ 618084 h 943999"/>
                <a:gd name="connsiteX42" fmla="*/ 1157252 w 1639413"/>
                <a:gd name="connsiteY42" fmla="*/ 618478 h 943999"/>
                <a:gd name="connsiteX43" fmla="*/ 1100742 w 1639413"/>
                <a:gd name="connsiteY43" fmla="*/ 622139 h 943999"/>
                <a:gd name="connsiteX44" fmla="*/ 1101784 w 1639413"/>
                <a:gd name="connsiteY44" fmla="*/ 594825 h 943999"/>
                <a:gd name="connsiteX45" fmla="*/ 1036276 w 1639413"/>
                <a:gd name="connsiteY45" fmla="*/ 572989 h 943999"/>
                <a:gd name="connsiteX46" fmla="*/ 1012126 w 1639413"/>
                <a:gd name="connsiteY46" fmla="*/ 552741 h 943999"/>
                <a:gd name="connsiteX47" fmla="*/ 993455 w 1639413"/>
                <a:gd name="connsiteY47" fmla="*/ 600849 h 943999"/>
                <a:gd name="connsiteX48" fmla="*/ 938916 w 1639413"/>
                <a:gd name="connsiteY48" fmla="*/ 612594 h 943999"/>
                <a:gd name="connsiteX49" fmla="*/ 862565 w 1639413"/>
                <a:gd name="connsiteY49" fmla="*/ 619406 h 943999"/>
                <a:gd name="connsiteX50" fmla="*/ 840513 w 1639413"/>
                <a:gd name="connsiteY50" fmla="*/ 582941 h 943999"/>
                <a:gd name="connsiteX51" fmla="*/ 791045 w 1639413"/>
                <a:gd name="connsiteY51" fmla="*/ 606988 h 943999"/>
                <a:gd name="connsiteX52" fmla="*/ 762854 w 1639413"/>
                <a:gd name="connsiteY52" fmla="*/ 582394 h 943999"/>
                <a:gd name="connsiteX53" fmla="*/ 703205 w 1639413"/>
                <a:gd name="connsiteY53" fmla="*/ 602731 h 943999"/>
                <a:gd name="connsiteX54" fmla="*/ 699938 w 1639413"/>
                <a:gd name="connsiteY54" fmla="*/ 656978 h 943999"/>
                <a:gd name="connsiteX55" fmla="*/ 736226 w 1639413"/>
                <a:gd name="connsiteY55" fmla="*/ 679856 h 943999"/>
                <a:gd name="connsiteX56" fmla="*/ 734142 w 1639413"/>
                <a:gd name="connsiteY56" fmla="*/ 699849 h 943999"/>
                <a:gd name="connsiteX57" fmla="*/ 768459 w 1639413"/>
                <a:gd name="connsiteY57" fmla="*/ 707704 h 943999"/>
                <a:gd name="connsiteX58" fmla="*/ 807733 w 1639413"/>
                <a:gd name="connsiteY58" fmla="*/ 729133 h 943999"/>
                <a:gd name="connsiteX59" fmla="*/ 786596 w 1639413"/>
                <a:gd name="connsiteY59" fmla="*/ 737115 h 943999"/>
                <a:gd name="connsiteX60" fmla="*/ 758024 w 1639413"/>
                <a:gd name="connsiteY60" fmla="*/ 744551 h 943999"/>
                <a:gd name="connsiteX61" fmla="*/ 750461 w 1639413"/>
                <a:gd name="connsiteY61" fmla="*/ 762714 h 943999"/>
                <a:gd name="connsiteX62" fmla="*/ 725664 w 1639413"/>
                <a:gd name="connsiteY62" fmla="*/ 745085 h 943999"/>
                <a:gd name="connsiteX63" fmla="*/ 705823 w 1639413"/>
                <a:gd name="connsiteY63" fmla="*/ 769387 h 943999"/>
                <a:gd name="connsiteX64" fmla="*/ 679983 w 1639413"/>
                <a:gd name="connsiteY64" fmla="*/ 765091 h 943999"/>
                <a:gd name="connsiteX65" fmla="*/ 655973 w 1639413"/>
                <a:gd name="connsiteY65" fmla="*/ 782999 h 943999"/>
                <a:gd name="connsiteX66" fmla="*/ 663600 w 1639413"/>
                <a:gd name="connsiteY66" fmla="*/ 828998 h 943999"/>
                <a:gd name="connsiteX67" fmla="*/ 635917 w 1639413"/>
                <a:gd name="connsiteY67" fmla="*/ 838924 h 943999"/>
                <a:gd name="connsiteX68" fmla="*/ 626537 w 1639413"/>
                <a:gd name="connsiteY68" fmla="*/ 896972 h 943999"/>
                <a:gd name="connsiteX69" fmla="*/ 571069 w 1639413"/>
                <a:gd name="connsiteY69" fmla="*/ 943999 h 943999"/>
                <a:gd name="connsiteX70" fmla="*/ 565985 w 1639413"/>
                <a:gd name="connsiteY70" fmla="*/ 909873 h 943999"/>
                <a:gd name="connsiteX71" fmla="*/ 495507 w 1639413"/>
                <a:gd name="connsiteY71" fmla="*/ 870534 h 943999"/>
                <a:gd name="connsiteX72" fmla="*/ 495380 w 1639413"/>
                <a:gd name="connsiteY72" fmla="*/ 860366 h 943999"/>
                <a:gd name="connsiteX73" fmla="*/ 504913 w 1639413"/>
                <a:gd name="connsiteY73" fmla="*/ 779021 h 943999"/>
                <a:gd name="connsiteX74" fmla="*/ 542103 w 1639413"/>
                <a:gd name="connsiteY74" fmla="*/ 777598 h 943999"/>
                <a:gd name="connsiteX75" fmla="*/ 542891 w 1639413"/>
                <a:gd name="connsiteY75" fmla="*/ 763731 h 943999"/>
                <a:gd name="connsiteX76" fmla="*/ 486775 w 1639413"/>
                <a:gd name="connsiteY76" fmla="*/ 744398 h 943999"/>
                <a:gd name="connsiteX77" fmla="*/ 466439 w 1639413"/>
                <a:gd name="connsiteY77" fmla="*/ 685182 h 943999"/>
                <a:gd name="connsiteX78" fmla="*/ 444374 w 1639413"/>
                <a:gd name="connsiteY78" fmla="*/ 664756 h 943999"/>
                <a:gd name="connsiteX79" fmla="*/ 447259 w 1639413"/>
                <a:gd name="connsiteY79" fmla="*/ 630655 h 943999"/>
                <a:gd name="connsiteX80" fmla="*/ 471650 w 1639413"/>
                <a:gd name="connsiteY80" fmla="*/ 620182 h 943999"/>
                <a:gd name="connsiteX81" fmla="*/ 465791 w 1639413"/>
                <a:gd name="connsiteY81" fmla="*/ 567650 h 943999"/>
                <a:gd name="connsiteX82" fmla="*/ 471523 w 1639413"/>
                <a:gd name="connsiteY82" fmla="*/ 503464 h 943999"/>
                <a:gd name="connsiteX83" fmla="*/ 449229 w 1639413"/>
                <a:gd name="connsiteY83" fmla="*/ 491694 h 943999"/>
                <a:gd name="connsiteX84" fmla="*/ 421814 w 1639413"/>
                <a:gd name="connsiteY84" fmla="*/ 488695 h 943999"/>
                <a:gd name="connsiteX85" fmla="*/ 409294 w 1639413"/>
                <a:gd name="connsiteY85" fmla="*/ 485949 h 943999"/>
                <a:gd name="connsiteX86" fmla="*/ 355403 w 1639413"/>
                <a:gd name="connsiteY86" fmla="*/ 480204 h 943999"/>
                <a:gd name="connsiteX87" fmla="*/ 331380 w 1639413"/>
                <a:gd name="connsiteY87" fmla="*/ 419043 h 943999"/>
                <a:gd name="connsiteX88" fmla="*/ 373197 w 1639413"/>
                <a:gd name="connsiteY88" fmla="*/ 387674 h 943999"/>
                <a:gd name="connsiteX89" fmla="*/ 348400 w 1639413"/>
                <a:gd name="connsiteY89" fmla="*/ 365723 h 943999"/>
                <a:gd name="connsiteX90" fmla="*/ 291369 w 1639413"/>
                <a:gd name="connsiteY90" fmla="*/ 367668 h 943999"/>
                <a:gd name="connsiteX91" fmla="*/ 265656 w 1639413"/>
                <a:gd name="connsiteY91" fmla="*/ 325724 h 943999"/>
                <a:gd name="connsiteX92" fmla="*/ 192839 w 1639413"/>
                <a:gd name="connsiteY92" fmla="*/ 303647 h 943999"/>
                <a:gd name="connsiteX93" fmla="*/ 165029 w 1639413"/>
                <a:gd name="connsiteY93" fmla="*/ 305604 h 943999"/>
                <a:gd name="connsiteX94" fmla="*/ 146956 w 1639413"/>
                <a:gd name="connsiteY94" fmla="*/ 259059 h 943999"/>
                <a:gd name="connsiteX95" fmla="*/ 166275 w 1639413"/>
                <a:gd name="connsiteY95" fmla="*/ 218933 h 943999"/>
                <a:gd name="connsiteX96" fmla="*/ 244036 w 1639413"/>
                <a:gd name="connsiteY96" fmla="*/ 252781 h 943999"/>
                <a:gd name="connsiteX97" fmla="*/ 265046 w 1639413"/>
                <a:gd name="connsiteY97" fmla="*/ 269113 h 943999"/>
                <a:gd name="connsiteX98" fmla="*/ 276917 w 1639413"/>
                <a:gd name="connsiteY98" fmla="*/ 256835 h 943999"/>
                <a:gd name="connsiteX99" fmla="*/ 318162 w 1639413"/>
                <a:gd name="connsiteY99" fmla="*/ 169389 h 943999"/>
                <a:gd name="connsiteX100" fmla="*/ 319865 w 1639413"/>
                <a:gd name="connsiteY100" fmla="*/ 140155 h 943999"/>
                <a:gd name="connsiteX101" fmla="*/ 297813 w 1639413"/>
                <a:gd name="connsiteY101" fmla="*/ 131792 h 943999"/>
                <a:gd name="connsiteX102" fmla="*/ 276002 w 1639413"/>
                <a:gd name="connsiteY102" fmla="*/ 124865 h 943999"/>
                <a:gd name="connsiteX103" fmla="*/ 271846 w 1639413"/>
                <a:gd name="connsiteY103" fmla="*/ 86569 h 943999"/>
                <a:gd name="connsiteX104" fmla="*/ 262695 w 1639413"/>
                <a:gd name="connsiteY104" fmla="*/ 87344 h 943999"/>
                <a:gd name="connsiteX105" fmla="*/ 196284 w 1639413"/>
                <a:gd name="connsiteY105" fmla="*/ 136482 h 943999"/>
                <a:gd name="connsiteX106" fmla="*/ 160911 w 1639413"/>
                <a:gd name="connsiteY106" fmla="*/ 167343 h 943999"/>
                <a:gd name="connsiteX107" fmla="*/ 129860 w 1639413"/>
                <a:gd name="connsiteY107" fmla="*/ 158191 h 943999"/>
                <a:gd name="connsiteX108" fmla="*/ 100232 w 1639413"/>
                <a:gd name="connsiteY108" fmla="*/ 159462 h 943999"/>
                <a:gd name="connsiteX109" fmla="*/ 41766 w 1639413"/>
                <a:gd name="connsiteY109" fmla="*/ 136190 h 943999"/>
                <a:gd name="connsiteX110" fmla="*/ 19307 w 1639413"/>
                <a:gd name="connsiteY110" fmla="*/ 88616 h 943999"/>
                <a:gd name="connsiteX111" fmla="*/ 0 w 1639413"/>
                <a:gd name="connsiteY111" fmla="*/ 53853 h 943999"/>
                <a:gd name="connsiteX112" fmla="*/ 2224 w 1639413"/>
                <a:gd name="connsiteY112" fmla="*/ 32030 h 943999"/>
                <a:gd name="connsiteX113" fmla="*/ 43202 w 1639413"/>
                <a:gd name="connsiteY113" fmla="*/ 0 h 943999"/>
                <a:gd name="connsiteX114" fmla="*/ 66296 w 1639413"/>
                <a:gd name="connsiteY114" fmla="*/ 9406 h 943999"/>
                <a:gd name="connsiteX115" fmla="*/ 99343 w 1639413"/>
                <a:gd name="connsiteY115" fmla="*/ 13079 h 943999"/>
                <a:gd name="connsiteX116" fmla="*/ 119425 w 1639413"/>
                <a:gd name="connsiteY116" fmla="*/ 6406 h 943999"/>
                <a:gd name="connsiteX117" fmla="*/ 149841 w 1639413"/>
                <a:gd name="connsiteY117" fmla="*/ 10982 h 943999"/>
                <a:gd name="connsiteX118" fmla="*/ 243286 w 1639413"/>
                <a:gd name="connsiteY118" fmla="*/ 55162 h 943999"/>
                <a:gd name="connsiteX119" fmla="*/ 257382 w 1639413"/>
                <a:gd name="connsiteY119" fmla="*/ 56726 h 943999"/>
                <a:gd name="connsiteX120" fmla="*/ 262466 w 1639413"/>
                <a:gd name="connsiteY120" fmla="*/ 53980 h 943999"/>
                <a:gd name="connsiteX121" fmla="*/ 275773 w 1639413"/>
                <a:gd name="connsiteY121" fmla="*/ 47447 h 943999"/>
                <a:gd name="connsiteX122" fmla="*/ 339464 w 1639413"/>
                <a:gd name="connsiteY122" fmla="*/ 67186 h 943999"/>
                <a:gd name="connsiteX123" fmla="*/ 367261 w 1639413"/>
                <a:gd name="connsiteY123" fmla="*/ 95288 h 943999"/>
                <a:gd name="connsiteX124" fmla="*/ 370388 w 1639413"/>
                <a:gd name="connsiteY124" fmla="*/ 126390 h 943999"/>
                <a:gd name="connsiteX125" fmla="*/ 392720 w 1639413"/>
                <a:gd name="connsiteY125" fmla="*/ 114748 h 943999"/>
                <a:gd name="connsiteX126" fmla="*/ 434079 w 1639413"/>
                <a:gd name="connsiteY126" fmla="*/ 128729 h 943999"/>
                <a:gd name="connsiteX127" fmla="*/ 458101 w 1639413"/>
                <a:gd name="connsiteY127" fmla="*/ 145583 h 943999"/>
                <a:gd name="connsiteX128" fmla="*/ 481183 w 1639413"/>
                <a:gd name="connsiteY128" fmla="*/ 143765 h 943999"/>
                <a:gd name="connsiteX129" fmla="*/ 501519 w 1639413"/>
                <a:gd name="connsiteY129" fmla="*/ 132656 h 943999"/>
                <a:gd name="connsiteX130" fmla="*/ 518208 w 1639413"/>
                <a:gd name="connsiteY130" fmla="*/ 134614 h 943999"/>
                <a:gd name="connsiteX131" fmla="*/ 531261 w 1639413"/>
                <a:gd name="connsiteY131" fmla="*/ 120887 h 943999"/>
                <a:gd name="connsiteX132" fmla="*/ 565846 w 1639413"/>
                <a:gd name="connsiteY132" fmla="*/ 111341 h 943999"/>
                <a:gd name="connsiteX133" fmla="*/ 589995 w 1639413"/>
                <a:gd name="connsiteY133" fmla="*/ 105596 h 943999"/>
                <a:gd name="connsiteX134" fmla="*/ 609899 w 1639413"/>
                <a:gd name="connsiteY134" fmla="*/ 93051 h 943999"/>
                <a:gd name="connsiteX135" fmla="*/ 613293 w 1639413"/>
                <a:gd name="connsiteY135" fmla="*/ 80240 h 943999"/>
                <a:gd name="connsiteX136" fmla="*/ 634430 w 1639413"/>
                <a:gd name="connsiteY136" fmla="*/ 65470 h 943999"/>
                <a:gd name="connsiteX137" fmla="*/ 677645 w 1639413"/>
                <a:gd name="connsiteY137" fmla="*/ 57844 h 943999"/>
                <a:gd name="connsiteX138" fmla="*/ 698515 w 1639413"/>
                <a:gd name="connsiteY138" fmla="*/ 48172 h 943999"/>
                <a:gd name="connsiteX139" fmla="*/ 709852 w 1639413"/>
                <a:gd name="connsiteY139" fmla="*/ 46227 h 943999"/>
                <a:gd name="connsiteX140" fmla="*/ 755799 w 1639413"/>
                <a:gd name="connsiteY140" fmla="*/ 53662 h 943999"/>
                <a:gd name="connsiteX141" fmla="*/ 767150 w 1639413"/>
                <a:gd name="connsiteY141" fmla="*/ 47917 h 943999"/>
                <a:gd name="connsiteX142" fmla="*/ 799523 w 1639413"/>
                <a:gd name="connsiteY142" fmla="*/ 49481 h 943999"/>
                <a:gd name="connsiteX143" fmla="*/ 809437 w 1639413"/>
                <a:gd name="connsiteY143" fmla="*/ 48960 h 943999"/>
                <a:gd name="connsiteX144" fmla="*/ 815970 w 1639413"/>
                <a:gd name="connsiteY144" fmla="*/ 58645 h 943999"/>
                <a:gd name="connsiteX145" fmla="*/ 827180 w 1639413"/>
                <a:gd name="connsiteY145" fmla="*/ 59153 h 943999"/>
                <a:gd name="connsiteX146" fmla="*/ 832925 w 1639413"/>
                <a:gd name="connsiteY146" fmla="*/ 47917 h 943999"/>
                <a:gd name="connsiteX147" fmla="*/ 848724 w 1639413"/>
                <a:gd name="connsiteY147" fmla="*/ 52112 h 943999"/>
                <a:gd name="connsiteX148" fmla="*/ 852626 w 1639413"/>
                <a:gd name="connsiteY148" fmla="*/ 65953 h 943999"/>
                <a:gd name="connsiteX149" fmla="*/ 861523 w 1639413"/>
                <a:gd name="connsiteY149" fmla="*/ 72486 h 943999"/>
                <a:gd name="connsiteX150" fmla="*/ 902361 w 1639413"/>
                <a:gd name="connsiteY150" fmla="*/ 73134 h 943999"/>
                <a:gd name="connsiteX151" fmla="*/ 921426 w 1639413"/>
                <a:gd name="connsiteY151" fmla="*/ 70008 h 943999"/>
                <a:gd name="connsiteX152" fmla="*/ 946224 w 1639413"/>
                <a:gd name="connsiteY152" fmla="*/ 79299 h 943999"/>
                <a:gd name="connsiteX153" fmla="*/ 965657 w 1639413"/>
                <a:gd name="connsiteY153" fmla="*/ 70402 h 943999"/>
                <a:gd name="connsiteX154" fmla="*/ 984062 w 1639413"/>
                <a:gd name="connsiteY154" fmla="*/ 70402 h 943999"/>
                <a:gd name="connsiteX155" fmla="*/ 991231 w 1639413"/>
                <a:gd name="connsiteY155" fmla="*/ 79426 h 943999"/>
                <a:gd name="connsiteX156" fmla="*/ 996582 w 1639413"/>
                <a:gd name="connsiteY156" fmla="*/ 86213 h 943999"/>
                <a:gd name="connsiteX157" fmla="*/ 1016689 w 1639413"/>
                <a:gd name="connsiteY157" fmla="*/ 98237 h 943999"/>
                <a:gd name="connsiteX158" fmla="*/ 1034038 w 1639413"/>
                <a:gd name="connsiteY158" fmla="*/ 98758 h 943999"/>
                <a:gd name="connsiteX159" fmla="*/ 1053625 w 1639413"/>
                <a:gd name="connsiteY159" fmla="*/ 122031 h 943999"/>
                <a:gd name="connsiteX160" fmla="*/ 1083252 w 1639413"/>
                <a:gd name="connsiteY160" fmla="*/ 132351 h 943999"/>
                <a:gd name="connsiteX161" fmla="*/ 1111952 w 1639413"/>
                <a:gd name="connsiteY161" fmla="*/ 146866 h 943999"/>
                <a:gd name="connsiteX162" fmla="*/ 1167153 w 1639413"/>
                <a:gd name="connsiteY162" fmla="*/ 169478 h 943999"/>
                <a:gd name="connsiteX163" fmla="*/ 1202652 w 1639413"/>
                <a:gd name="connsiteY163" fmla="*/ 191301 h 943999"/>
                <a:gd name="connsiteX164" fmla="*/ 1236220 w 1639413"/>
                <a:gd name="connsiteY164" fmla="*/ 208714 h 943999"/>
                <a:gd name="connsiteX165" fmla="*/ 1275240 w 1639413"/>
                <a:gd name="connsiteY165" fmla="*/ 228326 h 943999"/>
                <a:gd name="connsiteX166" fmla="*/ 1303559 w 1639413"/>
                <a:gd name="connsiteY166" fmla="*/ 256416 h 943999"/>
                <a:gd name="connsiteX167" fmla="*/ 1340190 w 1639413"/>
                <a:gd name="connsiteY167" fmla="*/ 284975 h 943999"/>
                <a:gd name="connsiteX168" fmla="*/ 1392518 w 1639413"/>
                <a:gd name="connsiteY168" fmla="*/ 314908 h 943999"/>
                <a:gd name="connsiteX169" fmla="*/ 1443790 w 1639413"/>
                <a:gd name="connsiteY169" fmla="*/ 342095 h 943999"/>
                <a:gd name="connsiteX170" fmla="*/ 1447184 w 1639413"/>
                <a:gd name="connsiteY170" fmla="*/ 350992 h 943999"/>
                <a:gd name="connsiteX171" fmla="*/ 1441324 w 1639413"/>
                <a:gd name="connsiteY171" fmla="*/ 386810 h 943999"/>
                <a:gd name="connsiteX172" fmla="*/ 1446803 w 1639413"/>
                <a:gd name="connsiteY172" fmla="*/ 401058 h 943999"/>
                <a:gd name="connsiteX173" fmla="*/ 1454759 w 1639413"/>
                <a:gd name="connsiteY173" fmla="*/ 422106 h 943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1639413" h="943999">
                  <a:moveTo>
                    <a:pt x="1585128" y="574183"/>
                  </a:moveTo>
                  <a:lnTo>
                    <a:pt x="1584212" y="546996"/>
                  </a:lnTo>
                  <a:lnTo>
                    <a:pt x="1618415" y="561105"/>
                  </a:lnTo>
                  <a:lnTo>
                    <a:pt x="1639413" y="581377"/>
                  </a:lnTo>
                  <a:lnTo>
                    <a:pt x="1615416" y="596922"/>
                  </a:lnTo>
                  <a:close/>
                  <a:moveTo>
                    <a:pt x="1493525" y="448454"/>
                  </a:moveTo>
                  <a:lnTo>
                    <a:pt x="1516620" y="470786"/>
                  </a:lnTo>
                  <a:lnTo>
                    <a:pt x="1533842" y="487398"/>
                  </a:lnTo>
                  <a:lnTo>
                    <a:pt x="1558652" y="495101"/>
                  </a:lnTo>
                  <a:lnTo>
                    <a:pt x="1563469" y="507531"/>
                  </a:lnTo>
                  <a:lnTo>
                    <a:pt x="1556301" y="516022"/>
                  </a:lnTo>
                  <a:lnTo>
                    <a:pt x="1556301" y="532227"/>
                  </a:lnTo>
                  <a:lnTo>
                    <a:pt x="1528237" y="563202"/>
                  </a:lnTo>
                  <a:lnTo>
                    <a:pt x="1519746" y="558359"/>
                  </a:lnTo>
                  <a:lnTo>
                    <a:pt x="1504228" y="572480"/>
                  </a:lnTo>
                  <a:lnTo>
                    <a:pt x="1484908" y="618873"/>
                  </a:lnTo>
                  <a:lnTo>
                    <a:pt x="1468728" y="621758"/>
                  </a:lnTo>
                  <a:lnTo>
                    <a:pt x="1464686" y="609747"/>
                  </a:lnTo>
                  <a:lnTo>
                    <a:pt x="1431640" y="598498"/>
                  </a:lnTo>
                  <a:lnTo>
                    <a:pt x="1418064" y="598498"/>
                  </a:lnTo>
                  <a:lnTo>
                    <a:pt x="1418713" y="576281"/>
                  </a:lnTo>
                  <a:lnTo>
                    <a:pt x="1432809" y="555499"/>
                  </a:lnTo>
                  <a:lnTo>
                    <a:pt x="1413235" y="550009"/>
                  </a:lnTo>
                  <a:lnTo>
                    <a:pt x="1358950" y="553923"/>
                  </a:lnTo>
                  <a:lnTo>
                    <a:pt x="1361555" y="535888"/>
                  </a:lnTo>
                  <a:lnTo>
                    <a:pt x="1391055" y="503083"/>
                  </a:lnTo>
                  <a:lnTo>
                    <a:pt x="1369525" y="495761"/>
                  </a:lnTo>
                  <a:lnTo>
                    <a:pt x="1359992" y="462715"/>
                  </a:lnTo>
                  <a:lnTo>
                    <a:pt x="1268249" y="491071"/>
                  </a:lnTo>
                  <a:lnTo>
                    <a:pt x="1240987" y="519441"/>
                  </a:lnTo>
                  <a:lnTo>
                    <a:pt x="1271771" y="530015"/>
                  </a:lnTo>
                  <a:lnTo>
                    <a:pt x="1288485" y="511726"/>
                  </a:lnTo>
                  <a:lnTo>
                    <a:pt x="1316536" y="531846"/>
                  </a:lnTo>
                  <a:lnTo>
                    <a:pt x="1297775" y="553161"/>
                  </a:lnTo>
                  <a:lnTo>
                    <a:pt x="1303635" y="562058"/>
                  </a:lnTo>
                  <a:lnTo>
                    <a:pt x="1318391" y="556694"/>
                  </a:lnTo>
                  <a:lnTo>
                    <a:pt x="1324251" y="566748"/>
                  </a:lnTo>
                  <a:lnTo>
                    <a:pt x="1325967" y="585178"/>
                  </a:lnTo>
                  <a:lnTo>
                    <a:pt x="1281481" y="626486"/>
                  </a:lnTo>
                  <a:lnTo>
                    <a:pt x="1245982" y="609963"/>
                  </a:lnTo>
                  <a:lnTo>
                    <a:pt x="1186358" y="637150"/>
                  </a:lnTo>
                  <a:lnTo>
                    <a:pt x="1170814" y="618084"/>
                  </a:lnTo>
                  <a:lnTo>
                    <a:pt x="1157252" y="618478"/>
                  </a:lnTo>
                  <a:lnTo>
                    <a:pt x="1100742" y="622139"/>
                  </a:lnTo>
                  <a:lnTo>
                    <a:pt x="1101784" y="594825"/>
                  </a:lnTo>
                  <a:lnTo>
                    <a:pt x="1036276" y="572989"/>
                  </a:lnTo>
                  <a:lnTo>
                    <a:pt x="1012126" y="552741"/>
                  </a:lnTo>
                  <a:lnTo>
                    <a:pt x="993455" y="600849"/>
                  </a:lnTo>
                  <a:lnTo>
                    <a:pt x="938916" y="612594"/>
                  </a:lnTo>
                  <a:lnTo>
                    <a:pt x="862565" y="619406"/>
                  </a:lnTo>
                  <a:lnTo>
                    <a:pt x="840513" y="582941"/>
                  </a:lnTo>
                  <a:lnTo>
                    <a:pt x="791045" y="606988"/>
                  </a:lnTo>
                  <a:lnTo>
                    <a:pt x="762854" y="582394"/>
                  </a:lnTo>
                  <a:lnTo>
                    <a:pt x="703205" y="602731"/>
                  </a:lnTo>
                  <a:lnTo>
                    <a:pt x="699938" y="656978"/>
                  </a:lnTo>
                  <a:lnTo>
                    <a:pt x="736226" y="679856"/>
                  </a:lnTo>
                  <a:lnTo>
                    <a:pt x="734142" y="699849"/>
                  </a:lnTo>
                  <a:lnTo>
                    <a:pt x="768459" y="707704"/>
                  </a:lnTo>
                  <a:lnTo>
                    <a:pt x="807733" y="729133"/>
                  </a:lnTo>
                  <a:lnTo>
                    <a:pt x="786596" y="737115"/>
                  </a:lnTo>
                  <a:lnTo>
                    <a:pt x="758024" y="744551"/>
                  </a:lnTo>
                  <a:lnTo>
                    <a:pt x="750461" y="762714"/>
                  </a:lnTo>
                  <a:lnTo>
                    <a:pt x="725664" y="745085"/>
                  </a:lnTo>
                  <a:lnTo>
                    <a:pt x="705823" y="769387"/>
                  </a:lnTo>
                  <a:lnTo>
                    <a:pt x="679983" y="765091"/>
                  </a:lnTo>
                  <a:lnTo>
                    <a:pt x="655973" y="782999"/>
                  </a:lnTo>
                  <a:lnTo>
                    <a:pt x="663600" y="828998"/>
                  </a:lnTo>
                  <a:lnTo>
                    <a:pt x="635917" y="838924"/>
                  </a:lnTo>
                  <a:lnTo>
                    <a:pt x="626537" y="896972"/>
                  </a:lnTo>
                  <a:lnTo>
                    <a:pt x="571069" y="943999"/>
                  </a:lnTo>
                  <a:lnTo>
                    <a:pt x="565985" y="909873"/>
                  </a:lnTo>
                  <a:lnTo>
                    <a:pt x="495507" y="870534"/>
                  </a:lnTo>
                  <a:lnTo>
                    <a:pt x="495380" y="860366"/>
                  </a:lnTo>
                  <a:lnTo>
                    <a:pt x="504913" y="779021"/>
                  </a:lnTo>
                  <a:lnTo>
                    <a:pt x="542103" y="777598"/>
                  </a:lnTo>
                  <a:lnTo>
                    <a:pt x="542891" y="763731"/>
                  </a:lnTo>
                  <a:lnTo>
                    <a:pt x="486775" y="744398"/>
                  </a:lnTo>
                  <a:lnTo>
                    <a:pt x="466439" y="685182"/>
                  </a:lnTo>
                  <a:lnTo>
                    <a:pt x="444374" y="664756"/>
                  </a:lnTo>
                  <a:lnTo>
                    <a:pt x="447259" y="630655"/>
                  </a:lnTo>
                  <a:lnTo>
                    <a:pt x="471650" y="620182"/>
                  </a:lnTo>
                  <a:lnTo>
                    <a:pt x="465791" y="567650"/>
                  </a:lnTo>
                  <a:lnTo>
                    <a:pt x="471523" y="503464"/>
                  </a:lnTo>
                  <a:lnTo>
                    <a:pt x="449229" y="491694"/>
                  </a:lnTo>
                  <a:lnTo>
                    <a:pt x="421814" y="488695"/>
                  </a:lnTo>
                  <a:lnTo>
                    <a:pt x="409294" y="485949"/>
                  </a:lnTo>
                  <a:lnTo>
                    <a:pt x="355403" y="480204"/>
                  </a:lnTo>
                  <a:lnTo>
                    <a:pt x="331380" y="419043"/>
                  </a:lnTo>
                  <a:lnTo>
                    <a:pt x="373197" y="387674"/>
                  </a:lnTo>
                  <a:lnTo>
                    <a:pt x="348400" y="365723"/>
                  </a:lnTo>
                  <a:lnTo>
                    <a:pt x="291369" y="367668"/>
                  </a:lnTo>
                  <a:lnTo>
                    <a:pt x="265656" y="325724"/>
                  </a:lnTo>
                  <a:lnTo>
                    <a:pt x="192839" y="303647"/>
                  </a:lnTo>
                  <a:lnTo>
                    <a:pt x="165029" y="305604"/>
                  </a:lnTo>
                  <a:lnTo>
                    <a:pt x="146956" y="259059"/>
                  </a:lnTo>
                  <a:lnTo>
                    <a:pt x="166275" y="218933"/>
                  </a:lnTo>
                  <a:lnTo>
                    <a:pt x="244036" y="252781"/>
                  </a:lnTo>
                  <a:lnTo>
                    <a:pt x="265046" y="269113"/>
                  </a:lnTo>
                  <a:lnTo>
                    <a:pt x="276917" y="256835"/>
                  </a:lnTo>
                  <a:lnTo>
                    <a:pt x="318162" y="169389"/>
                  </a:lnTo>
                  <a:lnTo>
                    <a:pt x="319865" y="140155"/>
                  </a:lnTo>
                  <a:lnTo>
                    <a:pt x="297813" y="131792"/>
                  </a:lnTo>
                  <a:lnTo>
                    <a:pt x="276002" y="124865"/>
                  </a:lnTo>
                  <a:lnTo>
                    <a:pt x="271846" y="86569"/>
                  </a:lnTo>
                  <a:lnTo>
                    <a:pt x="262695" y="87344"/>
                  </a:lnTo>
                  <a:lnTo>
                    <a:pt x="196284" y="136482"/>
                  </a:lnTo>
                  <a:lnTo>
                    <a:pt x="160911" y="167343"/>
                  </a:lnTo>
                  <a:lnTo>
                    <a:pt x="129860" y="158191"/>
                  </a:lnTo>
                  <a:lnTo>
                    <a:pt x="100232" y="159462"/>
                  </a:lnTo>
                  <a:lnTo>
                    <a:pt x="41766" y="136190"/>
                  </a:lnTo>
                  <a:lnTo>
                    <a:pt x="19307" y="88616"/>
                  </a:lnTo>
                  <a:lnTo>
                    <a:pt x="0" y="53853"/>
                  </a:lnTo>
                  <a:lnTo>
                    <a:pt x="2224" y="32030"/>
                  </a:lnTo>
                  <a:lnTo>
                    <a:pt x="43202" y="0"/>
                  </a:lnTo>
                  <a:lnTo>
                    <a:pt x="66296" y="9406"/>
                  </a:lnTo>
                  <a:lnTo>
                    <a:pt x="99343" y="13079"/>
                  </a:lnTo>
                  <a:lnTo>
                    <a:pt x="119425" y="6406"/>
                  </a:lnTo>
                  <a:lnTo>
                    <a:pt x="149841" y="10982"/>
                  </a:lnTo>
                  <a:lnTo>
                    <a:pt x="243286" y="55162"/>
                  </a:lnTo>
                  <a:lnTo>
                    <a:pt x="257382" y="56726"/>
                  </a:lnTo>
                  <a:lnTo>
                    <a:pt x="262466" y="53980"/>
                  </a:lnTo>
                  <a:lnTo>
                    <a:pt x="275773" y="47447"/>
                  </a:lnTo>
                  <a:lnTo>
                    <a:pt x="339464" y="67186"/>
                  </a:lnTo>
                  <a:lnTo>
                    <a:pt x="367261" y="95288"/>
                  </a:lnTo>
                  <a:lnTo>
                    <a:pt x="370388" y="126390"/>
                  </a:lnTo>
                  <a:lnTo>
                    <a:pt x="392720" y="114748"/>
                  </a:lnTo>
                  <a:lnTo>
                    <a:pt x="434079" y="128729"/>
                  </a:lnTo>
                  <a:lnTo>
                    <a:pt x="458101" y="145583"/>
                  </a:lnTo>
                  <a:lnTo>
                    <a:pt x="481183" y="143765"/>
                  </a:lnTo>
                  <a:lnTo>
                    <a:pt x="501519" y="132656"/>
                  </a:lnTo>
                  <a:lnTo>
                    <a:pt x="518208" y="134614"/>
                  </a:lnTo>
                  <a:lnTo>
                    <a:pt x="531261" y="120887"/>
                  </a:lnTo>
                  <a:lnTo>
                    <a:pt x="565846" y="111341"/>
                  </a:lnTo>
                  <a:lnTo>
                    <a:pt x="589995" y="105596"/>
                  </a:lnTo>
                  <a:lnTo>
                    <a:pt x="609899" y="93051"/>
                  </a:lnTo>
                  <a:lnTo>
                    <a:pt x="613293" y="80240"/>
                  </a:lnTo>
                  <a:lnTo>
                    <a:pt x="634430" y="65470"/>
                  </a:lnTo>
                  <a:lnTo>
                    <a:pt x="677645" y="57844"/>
                  </a:lnTo>
                  <a:lnTo>
                    <a:pt x="698515" y="48172"/>
                  </a:lnTo>
                  <a:lnTo>
                    <a:pt x="709852" y="46227"/>
                  </a:lnTo>
                  <a:lnTo>
                    <a:pt x="755799" y="53662"/>
                  </a:lnTo>
                  <a:lnTo>
                    <a:pt x="767150" y="47917"/>
                  </a:lnTo>
                  <a:lnTo>
                    <a:pt x="799523" y="49481"/>
                  </a:lnTo>
                  <a:lnTo>
                    <a:pt x="809437" y="48960"/>
                  </a:lnTo>
                  <a:lnTo>
                    <a:pt x="815970" y="58645"/>
                  </a:lnTo>
                  <a:lnTo>
                    <a:pt x="827180" y="59153"/>
                  </a:lnTo>
                  <a:lnTo>
                    <a:pt x="832925" y="47917"/>
                  </a:lnTo>
                  <a:lnTo>
                    <a:pt x="848724" y="52112"/>
                  </a:lnTo>
                  <a:lnTo>
                    <a:pt x="852626" y="65953"/>
                  </a:lnTo>
                  <a:lnTo>
                    <a:pt x="861523" y="72486"/>
                  </a:lnTo>
                  <a:lnTo>
                    <a:pt x="902361" y="73134"/>
                  </a:lnTo>
                  <a:lnTo>
                    <a:pt x="921426" y="70008"/>
                  </a:lnTo>
                  <a:lnTo>
                    <a:pt x="946224" y="79299"/>
                  </a:lnTo>
                  <a:lnTo>
                    <a:pt x="965657" y="70402"/>
                  </a:lnTo>
                  <a:lnTo>
                    <a:pt x="984062" y="70402"/>
                  </a:lnTo>
                  <a:lnTo>
                    <a:pt x="991231" y="79426"/>
                  </a:lnTo>
                  <a:lnTo>
                    <a:pt x="996582" y="86213"/>
                  </a:lnTo>
                  <a:lnTo>
                    <a:pt x="1016689" y="98237"/>
                  </a:lnTo>
                  <a:lnTo>
                    <a:pt x="1034038" y="98758"/>
                  </a:lnTo>
                  <a:lnTo>
                    <a:pt x="1053625" y="122031"/>
                  </a:lnTo>
                  <a:lnTo>
                    <a:pt x="1083252" y="132351"/>
                  </a:lnTo>
                  <a:lnTo>
                    <a:pt x="1111952" y="146866"/>
                  </a:lnTo>
                  <a:lnTo>
                    <a:pt x="1167153" y="169478"/>
                  </a:lnTo>
                  <a:lnTo>
                    <a:pt x="1202652" y="191301"/>
                  </a:lnTo>
                  <a:lnTo>
                    <a:pt x="1236220" y="208714"/>
                  </a:lnTo>
                  <a:lnTo>
                    <a:pt x="1275240" y="228326"/>
                  </a:lnTo>
                  <a:lnTo>
                    <a:pt x="1303559" y="256416"/>
                  </a:lnTo>
                  <a:lnTo>
                    <a:pt x="1340190" y="284975"/>
                  </a:lnTo>
                  <a:lnTo>
                    <a:pt x="1392518" y="314908"/>
                  </a:lnTo>
                  <a:lnTo>
                    <a:pt x="1443790" y="342095"/>
                  </a:lnTo>
                  <a:lnTo>
                    <a:pt x="1447184" y="350992"/>
                  </a:lnTo>
                  <a:lnTo>
                    <a:pt x="1441324" y="386810"/>
                  </a:lnTo>
                  <a:lnTo>
                    <a:pt x="1446803" y="401058"/>
                  </a:lnTo>
                  <a:lnTo>
                    <a:pt x="1454759" y="422106"/>
                  </a:lnTo>
                  <a:close/>
                </a:path>
              </a:pathLst>
            </a:custGeom>
            <a:noFill/>
            <a:ln w="3810" cap="flat">
              <a:solidFill>
                <a:srgbClr val="E6E4E2"/>
              </a:solidFill>
              <a:prstDash val="solid"/>
              <a:miter/>
            </a:ln>
          </p:spPr>
          <p:txBody>
            <a:bodyPr rtlCol="0" anchor="ctr"/>
            <a:lstStyle/>
            <a:p>
              <a:endParaRPr lang="de-CH"/>
            </a:p>
          </p:txBody>
        </p:sp>
        <p:sp>
          <p:nvSpPr>
            <p:cNvPr id="51" name="Freihandform: Form 50">
              <a:extLst>
                <a:ext uri="{FF2B5EF4-FFF2-40B4-BE49-F238E27FC236}">
                  <a16:creationId xmlns:a16="http://schemas.microsoft.com/office/drawing/2014/main" id="{C278C803-F794-3FB8-A51D-CA1B5C40C729}"/>
                </a:ext>
              </a:extLst>
            </p:cNvPr>
            <p:cNvSpPr/>
            <p:nvPr/>
          </p:nvSpPr>
          <p:spPr>
            <a:xfrm>
              <a:off x="6489224" y="3985237"/>
              <a:ext cx="1598003" cy="2417709"/>
            </a:xfrm>
            <a:custGeom>
              <a:avLst/>
              <a:gdLst>
                <a:gd name="connsiteX0" fmla="*/ 1267042 w 1598003"/>
                <a:gd name="connsiteY0" fmla="*/ 1965366 h 2417709"/>
                <a:gd name="connsiteX1" fmla="*/ 1271732 w 1598003"/>
                <a:gd name="connsiteY1" fmla="*/ 1972039 h 2417709"/>
                <a:gd name="connsiteX2" fmla="*/ 1313752 w 1598003"/>
                <a:gd name="connsiteY2" fmla="*/ 1983669 h 2417709"/>
                <a:gd name="connsiteX3" fmla="*/ 1320285 w 1598003"/>
                <a:gd name="connsiteY3" fmla="*/ 2022104 h 2417709"/>
                <a:gd name="connsiteX4" fmla="*/ 1316104 w 1598003"/>
                <a:gd name="connsiteY4" fmla="*/ 2042225 h 2417709"/>
                <a:gd name="connsiteX5" fmla="*/ 1332627 w 1598003"/>
                <a:gd name="connsiteY5" fmla="*/ 2057642 h 2417709"/>
                <a:gd name="connsiteX6" fmla="*/ 1322853 w 1598003"/>
                <a:gd name="connsiteY6" fmla="*/ 2084448 h 2417709"/>
                <a:gd name="connsiteX7" fmla="*/ 1344384 w 1598003"/>
                <a:gd name="connsiteY7" fmla="*/ 2093841 h 2417709"/>
                <a:gd name="connsiteX8" fmla="*/ 1371533 w 1598003"/>
                <a:gd name="connsiteY8" fmla="*/ 2090447 h 2417709"/>
                <a:gd name="connsiteX9" fmla="*/ 1388882 w 1598003"/>
                <a:gd name="connsiteY9" fmla="*/ 2106525 h 2417709"/>
                <a:gd name="connsiteX10" fmla="*/ 1407019 w 1598003"/>
                <a:gd name="connsiteY10" fmla="*/ 2106780 h 2417709"/>
                <a:gd name="connsiteX11" fmla="*/ 1405990 w 1598003"/>
                <a:gd name="connsiteY11" fmla="*/ 2122350 h 2417709"/>
                <a:gd name="connsiteX12" fmla="*/ 1442392 w 1598003"/>
                <a:gd name="connsiteY12" fmla="*/ 2136738 h 2417709"/>
                <a:gd name="connsiteX13" fmla="*/ 1444349 w 1598003"/>
                <a:gd name="connsiteY13" fmla="*/ 2172923 h 2417709"/>
                <a:gd name="connsiteX14" fmla="*/ 1464851 w 1598003"/>
                <a:gd name="connsiteY14" fmla="*/ 2163632 h 2417709"/>
                <a:gd name="connsiteX15" fmla="*/ 1461712 w 1598003"/>
                <a:gd name="connsiteY15" fmla="*/ 2182609 h 2417709"/>
                <a:gd name="connsiteX16" fmla="*/ 1451289 w 1598003"/>
                <a:gd name="connsiteY16" fmla="*/ 2213151 h 2417709"/>
                <a:gd name="connsiteX17" fmla="*/ 1427140 w 1598003"/>
                <a:gd name="connsiteY17" fmla="*/ 2246872 h 2417709"/>
                <a:gd name="connsiteX18" fmla="*/ 1399749 w 1598003"/>
                <a:gd name="connsiteY18" fmla="*/ 2252617 h 2417709"/>
                <a:gd name="connsiteX19" fmla="*/ 1394132 w 1598003"/>
                <a:gd name="connsiteY19" fmla="*/ 2304512 h 2417709"/>
                <a:gd name="connsiteX20" fmla="*/ 1361377 w 1598003"/>
                <a:gd name="connsiteY20" fmla="*/ 2351693 h 2417709"/>
                <a:gd name="connsiteX21" fmla="*/ 1360716 w 1598003"/>
                <a:gd name="connsiteY21" fmla="*/ 2401364 h 2417709"/>
                <a:gd name="connsiteX22" fmla="*/ 1327301 w 1598003"/>
                <a:gd name="connsiteY22" fmla="*/ 2417709 h 2417709"/>
                <a:gd name="connsiteX23" fmla="*/ 1276461 w 1598003"/>
                <a:gd name="connsiteY23" fmla="*/ 2406855 h 2417709"/>
                <a:gd name="connsiteX24" fmla="*/ 1283121 w 1598003"/>
                <a:gd name="connsiteY24" fmla="*/ 2368419 h 2417709"/>
                <a:gd name="connsiteX25" fmla="*/ 1244748 w 1598003"/>
                <a:gd name="connsiteY25" fmla="*/ 2365153 h 2417709"/>
                <a:gd name="connsiteX26" fmla="*/ 1239410 w 1598003"/>
                <a:gd name="connsiteY26" fmla="*/ 2379922 h 2417709"/>
                <a:gd name="connsiteX27" fmla="*/ 1206910 w 1598003"/>
                <a:gd name="connsiteY27" fmla="*/ 2372220 h 2417709"/>
                <a:gd name="connsiteX28" fmla="*/ 1196996 w 1598003"/>
                <a:gd name="connsiteY28" fmla="*/ 2349850 h 2417709"/>
                <a:gd name="connsiteX29" fmla="*/ 1177155 w 1598003"/>
                <a:gd name="connsiteY29" fmla="*/ 2347307 h 2417709"/>
                <a:gd name="connsiteX30" fmla="*/ 1149625 w 1598003"/>
                <a:gd name="connsiteY30" fmla="*/ 2359332 h 2417709"/>
                <a:gd name="connsiteX31" fmla="*/ 1144274 w 1598003"/>
                <a:gd name="connsiteY31" fmla="*/ 2381155 h 2417709"/>
                <a:gd name="connsiteX32" fmla="*/ 1124828 w 1598003"/>
                <a:gd name="connsiteY32" fmla="*/ 2378142 h 2417709"/>
                <a:gd name="connsiteX33" fmla="*/ 1101200 w 1598003"/>
                <a:gd name="connsiteY33" fmla="*/ 2387040 h 2417709"/>
                <a:gd name="connsiteX34" fmla="*/ 1104720 w 1598003"/>
                <a:gd name="connsiteY34" fmla="*/ 2348617 h 2417709"/>
                <a:gd name="connsiteX35" fmla="*/ 1146092 w 1598003"/>
                <a:gd name="connsiteY35" fmla="*/ 2284176 h 2417709"/>
                <a:gd name="connsiteX36" fmla="*/ 1160454 w 1598003"/>
                <a:gd name="connsiteY36" fmla="*/ 2284570 h 2417709"/>
                <a:gd name="connsiteX37" fmla="*/ 1172847 w 1598003"/>
                <a:gd name="connsiteY37" fmla="*/ 2274758 h 2417709"/>
                <a:gd name="connsiteX38" fmla="*/ 1167763 w 1598003"/>
                <a:gd name="connsiteY38" fmla="*/ 2268631 h 2417709"/>
                <a:gd name="connsiteX39" fmla="*/ 1148316 w 1598003"/>
                <a:gd name="connsiteY39" fmla="*/ 2265263 h 2417709"/>
                <a:gd name="connsiteX40" fmla="*/ 1132784 w 1598003"/>
                <a:gd name="connsiteY40" fmla="*/ 2201356 h 2417709"/>
                <a:gd name="connsiteX41" fmla="*/ 1116592 w 1598003"/>
                <a:gd name="connsiteY41" fmla="*/ 2189587 h 2417709"/>
                <a:gd name="connsiteX42" fmla="*/ 1123646 w 1598003"/>
                <a:gd name="connsiteY42" fmla="*/ 2169466 h 2417709"/>
                <a:gd name="connsiteX43" fmla="*/ 1118282 w 1598003"/>
                <a:gd name="connsiteY43" fmla="*/ 2150630 h 2417709"/>
                <a:gd name="connsiteX44" fmla="*/ 1110719 w 1598003"/>
                <a:gd name="connsiteY44" fmla="*/ 2133115 h 2417709"/>
                <a:gd name="connsiteX45" fmla="*/ 1125603 w 1598003"/>
                <a:gd name="connsiteY45" fmla="*/ 2125947 h 2417709"/>
                <a:gd name="connsiteX46" fmla="*/ 1154837 w 1598003"/>
                <a:gd name="connsiteY46" fmla="*/ 2083723 h 2417709"/>
                <a:gd name="connsiteX47" fmla="*/ 1172186 w 1598003"/>
                <a:gd name="connsiteY47" fmla="*/ 2067124 h 2417709"/>
                <a:gd name="connsiteX48" fmla="*/ 1178846 w 1598003"/>
                <a:gd name="connsiteY48" fmla="*/ 2066081 h 2417709"/>
                <a:gd name="connsiteX49" fmla="*/ 1199589 w 1598003"/>
                <a:gd name="connsiteY49" fmla="*/ 2080711 h 2417709"/>
                <a:gd name="connsiteX50" fmla="*/ 1218654 w 1598003"/>
                <a:gd name="connsiteY50" fmla="*/ 2097310 h 2417709"/>
                <a:gd name="connsiteX51" fmla="*/ 1224666 w 1598003"/>
                <a:gd name="connsiteY51" fmla="*/ 2112995 h 2417709"/>
                <a:gd name="connsiteX52" fmla="*/ 1227933 w 1598003"/>
                <a:gd name="connsiteY52" fmla="*/ 2153134 h 2417709"/>
                <a:gd name="connsiteX53" fmla="*/ 1235495 w 1598003"/>
                <a:gd name="connsiteY53" fmla="*/ 2159489 h 2417709"/>
                <a:gd name="connsiteX54" fmla="*/ 1241495 w 1598003"/>
                <a:gd name="connsiteY54" fmla="*/ 2154405 h 2417709"/>
                <a:gd name="connsiteX55" fmla="*/ 1245155 w 1598003"/>
                <a:gd name="connsiteY55" fmla="*/ 2136776 h 2417709"/>
                <a:gd name="connsiteX56" fmla="*/ 1246706 w 1598003"/>
                <a:gd name="connsiteY56" fmla="*/ 2117926 h 2417709"/>
                <a:gd name="connsiteX57" fmla="*/ 1232610 w 1598003"/>
                <a:gd name="connsiteY57" fmla="*/ 2089837 h 2417709"/>
                <a:gd name="connsiteX58" fmla="*/ 1225963 w 1598003"/>
                <a:gd name="connsiteY58" fmla="*/ 2084346 h 2417709"/>
                <a:gd name="connsiteX59" fmla="*/ 1214752 w 1598003"/>
                <a:gd name="connsiteY59" fmla="*/ 2074280 h 2417709"/>
                <a:gd name="connsiteX60" fmla="*/ 1204584 w 1598003"/>
                <a:gd name="connsiteY60" fmla="*/ 2055214 h 2417709"/>
                <a:gd name="connsiteX61" fmla="*/ 1206796 w 1598003"/>
                <a:gd name="connsiteY61" fmla="*/ 2032603 h 2417709"/>
                <a:gd name="connsiteX62" fmla="*/ 1201839 w 1598003"/>
                <a:gd name="connsiteY62" fmla="*/ 2022930 h 2417709"/>
                <a:gd name="connsiteX63" fmla="*/ 1194924 w 1598003"/>
                <a:gd name="connsiteY63" fmla="*/ 2020706 h 2417709"/>
                <a:gd name="connsiteX64" fmla="*/ 1197136 w 1598003"/>
                <a:gd name="connsiteY64" fmla="*/ 2010385 h 2417709"/>
                <a:gd name="connsiteX65" fmla="*/ 1207838 w 1598003"/>
                <a:gd name="connsiteY65" fmla="*/ 2011034 h 2417709"/>
                <a:gd name="connsiteX66" fmla="*/ 1211753 w 1598003"/>
                <a:gd name="connsiteY66" fmla="*/ 1986732 h 2417709"/>
                <a:gd name="connsiteX67" fmla="*/ 1230539 w 1598003"/>
                <a:gd name="connsiteY67" fmla="*/ 1991422 h 2417709"/>
                <a:gd name="connsiteX68" fmla="*/ 1237732 w 1598003"/>
                <a:gd name="connsiteY68" fmla="*/ 1963193 h 2417709"/>
                <a:gd name="connsiteX69" fmla="*/ 1232509 w 1598003"/>
                <a:gd name="connsiteY69" fmla="*/ 1927515 h 2417709"/>
                <a:gd name="connsiteX70" fmla="*/ 1246718 w 1598003"/>
                <a:gd name="connsiteY70" fmla="*/ 1912085 h 2417709"/>
                <a:gd name="connsiteX71" fmla="*/ 1280642 w 1598003"/>
                <a:gd name="connsiteY71" fmla="*/ 1898510 h 2417709"/>
                <a:gd name="connsiteX72" fmla="*/ 1293962 w 1598003"/>
                <a:gd name="connsiteY72" fmla="*/ 1892740 h 2417709"/>
                <a:gd name="connsiteX73" fmla="*/ 1301410 w 1598003"/>
                <a:gd name="connsiteY73" fmla="*/ 1882165 h 2417709"/>
                <a:gd name="connsiteX74" fmla="*/ 1330123 w 1598003"/>
                <a:gd name="connsiteY74" fmla="*/ 1872365 h 2417709"/>
                <a:gd name="connsiteX75" fmla="*/ 1343952 w 1598003"/>
                <a:gd name="connsiteY75" fmla="*/ 1896286 h 2417709"/>
                <a:gd name="connsiteX76" fmla="*/ 1328026 w 1598003"/>
                <a:gd name="connsiteY76" fmla="*/ 1900328 h 2417709"/>
                <a:gd name="connsiteX77" fmla="*/ 1325026 w 1598003"/>
                <a:gd name="connsiteY77" fmla="*/ 1913928 h 2417709"/>
                <a:gd name="connsiteX78" fmla="*/ 1308503 w 1598003"/>
                <a:gd name="connsiteY78" fmla="*/ 1915097 h 2417709"/>
                <a:gd name="connsiteX79" fmla="*/ 1304448 w 1598003"/>
                <a:gd name="connsiteY79" fmla="*/ 1934696 h 2417709"/>
                <a:gd name="connsiteX80" fmla="*/ 1277833 w 1598003"/>
                <a:gd name="connsiteY80" fmla="*/ 1940060 h 2417709"/>
                <a:gd name="connsiteX81" fmla="*/ 1273130 w 1598003"/>
                <a:gd name="connsiteY81" fmla="*/ 1958490 h 2417709"/>
                <a:gd name="connsiteX82" fmla="*/ 1449866 w 1598003"/>
                <a:gd name="connsiteY82" fmla="*/ 1239321 h 2417709"/>
                <a:gd name="connsiteX83" fmla="*/ 1512642 w 1598003"/>
                <a:gd name="connsiteY83" fmla="*/ 1273817 h 2417709"/>
                <a:gd name="connsiteX84" fmla="*/ 1555856 w 1598003"/>
                <a:gd name="connsiteY84" fmla="*/ 1337368 h 2417709"/>
                <a:gd name="connsiteX85" fmla="*/ 1598003 w 1598003"/>
                <a:gd name="connsiteY85" fmla="*/ 1363627 h 2417709"/>
                <a:gd name="connsiteX86" fmla="*/ 1593821 w 1598003"/>
                <a:gd name="connsiteY86" fmla="*/ 1384929 h 2417709"/>
                <a:gd name="connsiteX87" fmla="*/ 1554165 w 1598003"/>
                <a:gd name="connsiteY87" fmla="*/ 1409244 h 2417709"/>
                <a:gd name="connsiteX88" fmla="*/ 1522848 w 1598003"/>
                <a:gd name="connsiteY88" fmla="*/ 1472235 h 2417709"/>
                <a:gd name="connsiteX89" fmla="*/ 1434296 w 1598003"/>
                <a:gd name="connsiteY89" fmla="*/ 1511167 h 2417709"/>
                <a:gd name="connsiteX90" fmla="*/ 1421370 w 1598003"/>
                <a:gd name="connsiteY90" fmla="*/ 1521335 h 2417709"/>
                <a:gd name="connsiteX91" fmla="*/ 1437893 w 1598003"/>
                <a:gd name="connsiteY91" fmla="*/ 1558576 h 2417709"/>
                <a:gd name="connsiteX92" fmla="*/ 1460771 w 1598003"/>
                <a:gd name="connsiteY92" fmla="*/ 1597978 h 2417709"/>
                <a:gd name="connsiteX93" fmla="*/ 1456729 w 1598003"/>
                <a:gd name="connsiteY93" fmla="*/ 1620589 h 2417709"/>
                <a:gd name="connsiteX94" fmla="*/ 1439634 w 1598003"/>
                <a:gd name="connsiteY94" fmla="*/ 1642807 h 2417709"/>
                <a:gd name="connsiteX95" fmla="*/ 1436888 w 1598003"/>
                <a:gd name="connsiteY95" fmla="*/ 1668430 h 2417709"/>
                <a:gd name="connsiteX96" fmla="*/ 1430241 w 1598003"/>
                <a:gd name="connsiteY96" fmla="*/ 1684369 h 2417709"/>
                <a:gd name="connsiteX97" fmla="*/ 1379731 w 1598003"/>
                <a:gd name="connsiteY97" fmla="*/ 1691182 h 2417709"/>
                <a:gd name="connsiteX98" fmla="*/ 1316307 w 1598003"/>
                <a:gd name="connsiteY98" fmla="*/ 1723592 h 2417709"/>
                <a:gd name="connsiteX99" fmla="*/ 1309138 w 1598003"/>
                <a:gd name="connsiteY99" fmla="*/ 1735998 h 2417709"/>
                <a:gd name="connsiteX100" fmla="*/ 1292424 w 1598003"/>
                <a:gd name="connsiteY100" fmla="*/ 1786978 h 2417709"/>
                <a:gd name="connsiteX101" fmla="*/ 1312265 w 1598003"/>
                <a:gd name="connsiteY101" fmla="*/ 1811280 h 2417709"/>
                <a:gd name="connsiteX102" fmla="*/ 1325319 w 1598003"/>
                <a:gd name="connsiteY102" fmla="*/ 1826710 h 2417709"/>
                <a:gd name="connsiteX103" fmla="*/ 1304308 w 1598003"/>
                <a:gd name="connsiteY103" fmla="*/ 1842268 h 2417709"/>
                <a:gd name="connsiteX104" fmla="*/ 1287988 w 1598003"/>
                <a:gd name="connsiteY104" fmla="*/ 1862388 h 2417709"/>
                <a:gd name="connsiteX105" fmla="*/ 1264767 w 1598003"/>
                <a:gd name="connsiteY105" fmla="*/ 1864358 h 2417709"/>
                <a:gd name="connsiteX106" fmla="*/ 1246363 w 1598003"/>
                <a:gd name="connsiteY106" fmla="*/ 1875975 h 2417709"/>
                <a:gd name="connsiteX107" fmla="*/ 1230310 w 1598003"/>
                <a:gd name="connsiteY107" fmla="*/ 1878733 h 2417709"/>
                <a:gd name="connsiteX108" fmla="*/ 1222086 w 1598003"/>
                <a:gd name="connsiteY108" fmla="*/ 1874539 h 2417709"/>
                <a:gd name="connsiteX109" fmla="*/ 1216341 w 1598003"/>
                <a:gd name="connsiteY109" fmla="*/ 1863316 h 2417709"/>
                <a:gd name="connsiteX110" fmla="*/ 1204737 w 1598003"/>
                <a:gd name="connsiteY110" fmla="*/ 1862388 h 2417709"/>
                <a:gd name="connsiteX111" fmla="*/ 1198737 w 1598003"/>
                <a:gd name="connsiteY111" fmla="*/ 1870624 h 2417709"/>
                <a:gd name="connsiteX112" fmla="*/ 1191683 w 1598003"/>
                <a:gd name="connsiteY112" fmla="*/ 1866442 h 2417709"/>
                <a:gd name="connsiteX113" fmla="*/ 1178973 w 1598003"/>
                <a:gd name="connsiteY113" fmla="*/ 1869849 h 2417709"/>
                <a:gd name="connsiteX114" fmla="*/ 1175313 w 1598003"/>
                <a:gd name="connsiteY114" fmla="*/ 1879242 h 2417709"/>
                <a:gd name="connsiteX115" fmla="*/ 1168259 w 1598003"/>
                <a:gd name="connsiteY115" fmla="*/ 1897811 h 2417709"/>
                <a:gd name="connsiteX116" fmla="*/ 1183651 w 1598003"/>
                <a:gd name="connsiteY116" fmla="*/ 1906302 h 2417709"/>
                <a:gd name="connsiteX117" fmla="*/ 1190590 w 1598003"/>
                <a:gd name="connsiteY117" fmla="*/ 1912657 h 2417709"/>
                <a:gd name="connsiteX118" fmla="*/ 1191620 w 1598003"/>
                <a:gd name="connsiteY118" fmla="*/ 1926257 h 2417709"/>
                <a:gd name="connsiteX119" fmla="*/ 1192802 w 1598003"/>
                <a:gd name="connsiteY119" fmla="*/ 1941153 h 2417709"/>
                <a:gd name="connsiteX120" fmla="*/ 1190323 w 1598003"/>
                <a:gd name="connsiteY120" fmla="*/ 1951080 h 2417709"/>
                <a:gd name="connsiteX121" fmla="*/ 1178439 w 1598003"/>
                <a:gd name="connsiteY121" fmla="*/ 1969128 h 2417709"/>
                <a:gd name="connsiteX122" fmla="*/ 1175452 w 1598003"/>
                <a:gd name="connsiteY122" fmla="*/ 1988727 h 2417709"/>
                <a:gd name="connsiteX123" fmla="*/ 1177003 w 1598003"/>
                <a:gd name="connsiteY123" fmla="*/ 2006623 h 2417709"/>
                <a:gd name="connsiteX124" fmla="*/ 1186917 w 1598003"/>
                <a:gd name="connsiteY124" fmla="*/ 2009636 h 2417709"/>
                <a:gd name="connsiteX125" fmla="*/ 1182354 w 1598003"/>
                <a:gd name="connsiteY125" fmla="*/ 2020490 h 2417709"/>
                <a:gd name="connsiteX126" fmla="*/ 1171016 w 1598003"/>
                <a:gd name="connsiteY126" fmla="*/ 2021532 h 2417709"/>
                <a:gd name="connsiteX127" fmla="*/ 1162399 w 1598003"/>
                <a:gd name="connsiteY127" fmla="*/ 2026769 h 2417709"/>
                <a:gd name="connsiteX128" fmla="*/ 1157963 w 1598003"/>
                <a:gd name="connsiteY128" fmla="*/ 2044283 h 2417709"/>
                <a:gd name="connsiteX129" fmla="*/ 1150769 w 1598003"/>
                <a:gd name="connsiteY129" fmla="*/ 2061150 h 2417709"/>
                <a:gd name="connsiteX130" fmla="*/ 1135898 w 1598003"/>
                <a:gd name="connsiteY130" fmla="*/ 2084028 h 2417709"/>
                <a:gd name="connsiteX131" fmla="*/ 1119985 w 1598003"/>
                <a:gd name="connsiteY131" fmla="*/ 2101823 h 2417709"/>
                <a:gd name="connsiteX132" fmla="*/ 1110579 w 1598003"/>
                <a:gd name="connsiteY132" fmla="*/ 2109779 h 2417709"/>
                <a:gd name="connsiteX133" fmla="*/ 1100920 w 1598003"/>
                <a:gd name="connsiteY133" fmla="*/ 2111483 h 2417709"/>
                <a:gd name="connsiteX134" fmla="*/ 1088794 w 1598003"/>
                <a:gd name="connsiteY134" fmla="*/ 2098149 h 2417709"/>
                <a:gd name="connsiteX135" fmla="*/ 1069729 w 1598003"/>
                <a:gd name="connsiteY135" fmla="*/ 2082071 h 2417709"/>
                <a:gd name="connsiteX136" fmla="*/ 1068814 w 1598003"/>
                <a:gd name="connsiteY136" fmla="*/ 2071369 h 2417709"/>
                <a:gd name="connsiteX137" fmla="*/ 1081524 w 1598003"/>
                <a:gd name="connsiteY137" fmla="*/ 2035158 h 2417709"/>
                <a:gd name="connsiteX138" fmla="*/ 1079173 w 1598003"/>
                <a:gd name="connsiteY138" fmla="*/ 2019334 h 2417709"/>
                <a:gd name="connsiteX139" fmla="*/ 1071610 w 1598003"/>
                <a:gd name="connsiteY139" fmla="*/ 1985868 h 2417709"/>
                <a:gd name="connsiteX140" fmla="*/ 1068610 w 1598003"/>
                <a:gd name="connsiteY140" fmla="*/ 1973335 h 2417709"/>
                <a:gd name="connsiteX141" fmla="*/ 1068877 w 1598003"/>
                <a:gd name="connsiteY141" fmla="*/ 1967438 h 2417709"/>
                <a:gd name="connsiteX142" fmla="*/ 1073313 w 1598003"/>
                <a:gd name="connsiteY142" fmla="*/ 1957778 h 2417709"/>
                <a:gd name="connsiteX143" fmla="*/ 1074737 w 1598003"/>
                <a:gd name="connsiteY143" fmla="*/ 1949796 h 2417709"/>
                <a:gd name="connsiteX144" fmla="*/ 1089887 w 1598003"/>
                <a:gd name="connsiteY144" fmla="*/ 1929816 h 2417709"/>
                <a:gd name="connsiteX145" fmla="*/ 1094844 w 1598003"/>
                <a:gd name="connsiteY145" fmla="*/ 1911894 h 2417709"/>
                <a:gd name="connsiteX146" fmla="*/ 1095493 w 1598003"/>
                <a:gd name="connsiteY146" fmla="*/ 1907191 h 2417709"/>
                <a:gd name="connsiteX147" fmla="*/ 1093268 w 1598003"/>
                <a:gd name="connsiteY147" fmla="*/ 1899095 h 2417709"/>
                <a:gd name="connsiteX148" fmla="*/ 1087015 w 1598003"/>
                <a:gd name="connsiteY148" fmla="*/ 1894380 h 2417709"/>
                <a:gd name="connsiteX149" fmla="*/ 1068610 w 1598003"/>
                <a:gd name="connsiteY149" fmla="*/ 1902756 h 2417709"/>
                <a:gd name="connsiteX150" fmla="*/ 1058684 w 1598003"/>
                <a:gd name="connsiteY150" fmla="*/ 1916864 h 2417709"/>
                <a:gd name="connsiteX151" fmla="*/ 1061950 w 1598003"/>
                <a:gd name="connsiteY151" fmla="*/ 1938179 h 2417709"/>
                <a:gd name="connsiteX152" fmla="*/ 1062090 w 1598003"/>
                <a:gd name="connsiteY152" fmla="*/ 1952160 h 2417709"/>
                <a:gd name="connsiteX153" fmla="*/ 1055735 w 1598003"/>
                <a:gd name="connsiteY153" fmla="*/ 1961057 h 2417709"/>
                <a:gd name="connsiteX154" fmla="*/ 1041398 w 1598003"/>
                <a:gd name="connsiteY154" fmla="*/ 1967984 h 2417709"/>
                <a:gd name="connsiteX155" fmla="*/ 1040864 w 1598003"/>
                <a:gd name="connsiteY155" fmla="*/ 1974136 h 2417709"/>
                <a:gd name="connsiteX156" fmla="*/ 1049354 w 1598003"/>
                <a:gd name="connsiteY156" fmla="*/ 1989299 h 2417709"/>
                <a:gd name="connsiteX157" fmla="*/ 1047638 w 1598003"/>
                <a:gd name="connsiteY157" fmla="*/ 1996481 h 2417709"/>
                <a:gd name="connsiteX158" fmla="*/ 1029514 w 1598003"/>
                <a:gd name="connsiteY158" fmla="*/ 2002098 h 2417709"/>
                <a:gd name="connsiteX159" fmla="*/ 1010982 w 1598003"/>
                <a:gd name="connsiteY159" fmla="*/ 1996735 h 2417709"/>
                <a:gd name="connsiteX160" fmla="*/ 1012152 w 1598003"/>
                <a:gd name="connsiteY160" fmla="*/ 1984584 h 2417709"/>
                <a:gd name="connsiteX161" fmla="*/ 1018151 w 1598003"/>
                <a:gd name="connsiteY161" fmla="*/ 1977123 h 2417709"/>
                <a:gd name="connsiteX162" fmla="*/ 1012673 w 1598003"/>
                <a:gd name="connsiteY162" fmla="*/ 1966955 h 2417709"/>
                <a:gd name="connsiteX163" fmla="*/ 1007449 w 1598003"/>
                <a:gd name="connsiteY163" fmla="*/ 1965252 h 2417709"/>
                <a:gd name="connsiteX164" fmla="*/ 995578 w 1598003"/>
                <a:gd name="connsiteY164" fmla="*/ 1972191 h 2417709"/>
                <a:gd name="connsiteX165" fmla="*/ 990633 w 1598003"/>
                <a:gd name="connsiteY165" fmla="*/ 1981330 h 2417709"/>
                <a:gd name="connsiteX166" fmla="*/ 973907 w 1598003"/>
                <a:gd name="connsiteY166" fmla="*/ 1967082 h 2417709"/>
                <a:gd name="connsiteX167" fmla="*/ 952909 w 1598003"/>
                <a:gd name="connsiteY167" fmla="*/ 1936882 h 2417709"/>
                <a:gd name="connsiteX168" fmla="*/ 932955 w 1598003"/>
                <a:gd name="connsiteY168" fmla="*/ 1922647 h 2417709"/>
                <a:gd name="connsiteX169" fmla="*/ 913241 w 1598003"/>
                <a:gd name="connsiteY169" fmla="*/ 1919774 h 2417709"/>
                <a:gd name="connsiteX170" fmla="*/ 856719 w 1598003"/>
                <a:gd name="connsiteY170" fmla="*/ 1907344 h 2417709"/>
                <a:gd name="connsiteX171" fmla="*/ 848508 w 1598003"/>
                <a:gd name="connsiteY171" fmla="*/ 1918593 h 2417709"/>
                <a:gd name="connsiteX172" fmla="*/ 836624 w 1598003"/>
                <a:gd name="connsiteY172" fmla="*/ 1914932 h 2417709"/>
                <a:gd name="connsiteX173" fmla="*/ 837552 w 1598003"/>
                <a:gd name="connsiteY173" fmla="*/ 1903569 h 2417709"/>
                <a:gd name="connsiteX174" fmla="*/ 848381 w 1598003"/>
                <a:gd name="connsiteY174" fmla="*/ 1860049 h 2417709"/>
                <a:gd name="connsiteX175" fmla="*/ 857507 w 1598003"/>
                <a:gd name="connsiteY175" fmla="*/ 1846830 h 2417709"/>
                <a:gd name="connsiteX176" fmla="*/ 874488 w 1598003"/>
                <a:gd name="connsiteY176" fmla="*/ 1818474 h 2417709"/>
                <a:gd name="connsiteX177" fmla="*/ 903187 w 1598003"/>
                <a:gd name="connsiteY177" fmla="*/ 1807035 h 2417709"/>
                <a:gd name="connsiteX178" fmla="*/ 907903 w 1598003"/>
                <a:gd name="connsiteY178" fmla="*/ 1803387 h 2417709"/>
                <a:gd name="connsiteX179" fmla="*/ 920155 w 1598003"/>
                <a:gd name="connsiteY179" fmla="*/ 1780776 h 2417709"/>
                <a:gd name="connsiteX180" fmla="*/ 934759 w 1598003"/>
                <a:gd name="connsiteY180" fmla="*/ 1752012 h 2417709"/>
                <a:gd name="connsiteX181" fmla="*/ 918719 w 1598003"/>
                <a:gd name="connsiteY181" fmla="*/ 1743522 h 2417709"/>
                <a:gd name="connsiteX182" fmla="*/ 931772 w 1598003"/>
                <a:gd name="connsiteY182" fmla="*/ 1720504 h 2417709"/>
                <a:gd name="connsiteX183" fmla="*/ 954740 w 1598003"/>
                <a:gd name="connsiteY183" fmla="*/ 1727050 h 2417709"/>
                <a:gd name="connsiteX184" fmla="*/ 970653 w 1598003"/>
                <a:gd name="connsiteY184" fmla="*/ 1698553 h 2417709"/>
                <a:gd name="connsiteX185" fmla="*/ 970386 w 1598003"/>
                <a:gd name="connsiteY185" fmla="*/ 1658694 h 2417709"/>
                <a:gd name="connsiteX186" fmla="*/ 950431 w 1598003"/>
                <a:gd name="connsiteY186" fmla="*/ 1643277 h 2417709"/>
                <a:gd name="connsiteX187" fmla="*/ 924591 w 1598003"/>
                <a:gd name="connsiteY187" fmla="*/ 1632931 h 2417709"/>
                <a:gd name="connsiteX188" fmla="*/ 870979 w 1598003"/>
                <a:gd name="connsiteY188" fmla="*/ 1581454 h 2417709"/>
                <a:gd name="connsiteX189" fmla="*/ 862235 w 1598003"/>
                <a:gd name="connsiteY189" fmla="*/ 1593605 h 2417709"/>
                <a:gd name="connsiteX190" fmla="*/ 824257 w 1598003"/>
                <a:gd name="connsiteY190" fmla="*/ 1603418 h 2417709"/>
                <a:gd name="connsiteX191" fmla="*/ 767061 w 1598003"/>
                <a:gd name="connsiteY191" fmla="*/ 1572824 h 2417709"/>
                <a:gd name="connsiteX192" fmla="*/ 790816 w 1598003"/>
                <a:gd name="connsiteY192" fmla="*/ 1554394 h 2417709"/>
                <a:gd name="connsiteX193" fmla="*/ 811153 w 1598003"/>
                <a:gd name="connsiteY193" fmla="*/ 1530092 h 2417709"/>
                <a:gd name="connsiteX194" fmla="*/ 822236 w 1598003"/>
                <a:gd name="connsiteY194" fmla="*/ 1513226 h 2417709"/>
                <a:gd name="connsiteX195" fmla="*/ 843513 w 1598003"/>
                <a:gd name="connsiteY195" fmla="*/ 1498330 h 2417709"/>
                <a:gd name="connsiteX196" fmla="*/ 868170 w 1598003"/>
                <a:gd name="connsiteY196" fmla="*/ 1477027 h 2417709"/>
                <a:gd name="connsiteX197" fmla="*/ 884351 w 1598003"/>
                <a:gd name="connsiteY197" fmla="*/ 1469401 h 2417709"/>
                <a:gd name="connsiteX198" fmla="*/ 902234 w 1598003"/>
                <a:gd name="connsiteY198" fmla="*/ 1462487 h 2417709"/>
                <a:gd name="connsiteX199" fmla="*/ 919329 w 1598003"/>
                <a:gd name="connsiteY199" fmla="*/ 1455420 h 2417709"/>
                <a:gd name="connsiteX200" fmla="*/ 938521 w 1598003"/>
                <a:gd name="connsiteY200" fmla="*/ 1447578 h 2417709"/>
                <a:gd name="connsiteX201" fmla="*/ 958349 w 1598003"/>
                <a:gd name="connsiteY201" fmla="*/ 1444184 h 2417709"/>
                <a:gd name="connsiteX202" fmla="*/ 973360 w 1598003"/>
                <a:gd name="connsiteY202" fmla="*/ 1429148 h 2417709"/>
                <a:gd name="connsiteX203" fmla="*/ 970882 w 1598003"/>
                <a:gd name="connsiteY203" fmla="*/ 1417378 h 2417709"/>
                <a:gd name="connsiteX204" fmla="*/ 965543 w 1598003"/>
                <a:gd name="connsiteY204" fmla="*/ 1387840 h 2417709"/>
                <a:gd name="connsiteX205" fmla="*/ 945207 w 1598003"/>
                <a:gd name="connsiteY205" fmla="*/ 1364313 h 2417709"/>
                <a:gd name="connsiteX206" fmla="*/ 921197 w 1598003"/>
                <a:gd name="connsiteY206" fmla="*/ 1348247 h 2417709"/>
                <a:gd name="connsiteX207" fmla="*/ 910622 w 1598003"/>
                <a:gd name="connsiteY207" fmla="*/ 1360525 h 2417709"/>
                <a:gd name="connsiteX208" fmla="*/ 876572 w 1598003"/>
                <a:gd name="connsiteY208" fmla="*/ 1372676 h 2417709"/>
                <a:gd name="connsiteX209" fmla="*/ 858040 w 1598003"/>
                <a:gd name="connsiteY209" fmla="*/ 1374774 h 2417709"/>
                <a:gd name="connsiteX210" fmla="*/ 866518 w 1598003"/>
                <a:gd name="connsiteY210" fmla="*/ 1417124 h 2417709"/>
                <a:gd name="connsiteX211" fmla="*/ 855562 w 1598003"/>
                <a:gd name="connsiteY211" fmla="*/ 1430063 h 2417709"/>
                <a:gd name="connsiteX212" fmla="*/ 838721 w 1598003"/>
                <a:gd name="connsiteY212" fmla="*/ 1449929 h 2417709"/>
                <a:gd name="connsiteX213" fmla="*/ 818105 w 1598003"/>
                <a:gd name="connsiteY213" fmla="*/ 1449662 h 2417709"/>
                <a:gd name="connsiteX214" fmla="*/ 787435 w 1598003"/>
                <a:gd name="connsiteY214" fmla="*/ 1426135 h 2417709"/>
                <a:gd name="connsiteX215" fmla="*/ 730011 w 1598003"/>
                <a:gd name="connsiteY215" fmla="*/ 1443383 h 2417709"/>
                <a:gd name="connsiteX216" fmla="*/ 694422 w 1598003"/>
                <a:gd name="connsiteY216" fmla="*/ 1484310 h 2417709"/>
                <a:gd name="connsiteX217" fmla="*/ 679691 w 1598003"/>
                <a:gd name="connsiteY217" fmla="*/ 1528478 h 2417709"/>
                <a:gd name="connsiteX218" fmla="*/ 644852 w 1598003"/>
                <a:gd name="connsiteY218" fmla="*/ 1583247 h 2417709"/>
                <a:gd name="connsiteX219" fmla="*/ 622381 w 1598003"/>
                <a:gd name="connsiteY219" fmla="*/ 1585064 h 2417709"/>
                <a:gd name="connsiteX220" fmla="*/ 611679 w 1598003"/>
                <a:gd name="connsiteY220" fmla="*/ 1560762 h 2417709"/>
                <a:gd name="connsiteX221" fmla="*/ 588965 w 1598003"/>
                <a:gd name="connsiteY221" fmla="*/ 1562326 h 2417709"/>
                <a:gd name="connsiteX222" fmla="*/ 563138 w 1598003"/>
                <a:gd name="connsiteY222" fmla="*/ 1552526 h 2417709"/>
                <a:gd name="connsiteX223" fmla="*/ 542916 w 1598003"/>
                <a:gd name="connsiteY223" fmla="*/ 1521030 h 2417709"/>
                <a:gd name="connsiteX224" fmla="*/ 468129 w 1598003"/>
                <a:gd name="connsiteY224" fmla="*/ 1533321 h 2417709"/>
                <a:gd name="connsiteX225" fmla="*/ 463045 w 1598003"/>
                <a:gd name="connsiteY225" fmla="*/ 1493919 h 2417709"/>
                <a:gd name="connsiteX226" fmla="*/ 427940 w 1598003"/>
                <a:gd name="connsiteY226" fmla="*/ 1464254 h 2417709"/>
                <a:gd name="connsiteX227" fmla="*/ 449992 w 1598003"/>
                <a:gd name="connsiteY227" fmla="*/ 1432109 h 2417709"/>
                <a:gd name="connsiteX228" fmla="*/ 386975 w 1598003"/>
                <a:gd name="connsiteY228" fmla="*/ 1400969 h 2417709"/>
                <a:gd name="connsiteX229" fmla="*/ 385157 w 1598003"/>
                <a:gd name="connsiteY229" fmla="*/ 1393254 h 2417709"/>
                <a:gd name="connsiteX230" fmla="*/ 378624 w 1598003"/>
                <a:gd name="connsiteY230" fmla="*/ 1363716 h 2417709"/>
                <a:gd name="connsiteX231" fmla="*/ 363105 w 1598003"/>
                <a:gd name="connsiteY231" fmla="*/ 1348553 h 2417709"/>
                <a:gd name="connsiteX232" fmla="*/ 317946 w 1598003"/>
                <a:gd name="connsiteY232" fmla="*/ 1303724 h 2417709"/>
                <a:gd name="connsiteX233" fmla="*/ 305935 w 1598003"/>
                <a:gd name="connsiteY233" fmla="*/ 1262555 h 2417709"/>
                <a:gd name="connsiteX234" fmla="*/ 299808 w 1598003"/>
                <a:gd name="connsiteY234" fmla="*/ 1241520 h 2417709"/>
                <a:gd name="connsiteX235" fmla="*/ 252691 w 1598003"/>
                <a:gd name="connsiteY235" fmla="*/ 1243337 h 2417709"/>
                <a:gd name="connsiteX236" fmla="*/ 233779 w 1598003"/>
                <a:gd name="connsiteY236" fmla="*/ 1220866 h 2417709"/>
                <a:gd name="connsiteX237" fmla="*/ 168525 w 1598003"/>
                <a:gd name="connsiteY237" fmla="*/ 1200339 h 2417709"/>
                <a:gd name="connsiteX238" fmla="*/ 156895 w 1598003"/>
                <a:gd name="connsiteY238" fmla="*/ 1165043 h 2417709"/>
                <a:gd name="connsiteX239" fmla="*/ 111888 w 1598003"/>
                <a:gd name="connsiteY239" fmla="*/ 1153934 h 2417709"/>
                <a:gd name="connsiteX240" fmla="*/ 112142 w 1598003"/>
                <a:gd name="connsiteY240" fmla="*/ 1123887 h 2417709"/>
                <a:gd name="connsiteX241" fmla="*/ 139672 w 1598003"/>
                <a:gd name="connsiteY241" fmla="*/ 1108177 h 2417709"/>
                <a:gd name="connsiteX242" fmla="*/ 100398 w 1598003"/>
                <a:gd name="connsiteY242" fmla="*/ 1055265 h 2417709"/>
                <a:gd name="connsiteX243" fmla="*/ 74037 w 1598003"/>
                <a:gd name="connsiteY243" fmla="*/ 998272 h 2417709"/>
                <a:gd name="connsiteX244" fmla="*/ 106537 w 1598003"/>
                <a:gd name="connsiteY244" fmla="*/ 988193 h 2417709"/>
                <a:gd name="connsiteX245" fmla="*/ 108100 w 1598003"/>
                <a:gd name="connsiteY245" fmla="*/ 942322 h 2417709"/>
                <a:gd name="connsiteX246" fmla="*/ 129377 w 1598003"/>
                <a:gd name="connsiteY246" fmla="*/ 931098 h 2417709"/>
                <a:gd name="connsiteX247" fmla="*/ 137003 w 1598003"/>
                <a:gd name="connsiteY247" fmla="*/ 917359 h 2417709"/>
                <a:gd name="connsiteX248" fmla="*/ 150565 w 1598003"/>
                <a:gd name="connsiteY248" fmla="*/ 904954 h 2417709"/>
                <a:gd name="connsiteX249" fmla="*/ 152014 w 1598003"/>
                <a:gd name="connsiteY249" fmla="*/ 870636 h 2417709"/>
                <a:gd name="connsiteX250" fmla="*/ 146536 w 1598003"/>
                <a:gd name="connsiteY250" fmla="*/ 837704 h 2417709"/>
                <a:gd name="connsiteX251" fmla="*/ 162970 w 1598003"/>
                <a:gd name="connsiteY251" fmla="*/ 811012 h 2417709"/>
                <a:gd name="connsiteX252" fmla="*/ 156958 w 1598003"/>
                <a:gd name="connsiteY252" fmla="*/ 761087 h 2417709"/>
                <a:gd name="connsiteX253" fmla="*/ 147057 w 1598003"/>
                <a:gd name="connsiteY253" fmla="*/ 739480 h 2417709"/>
                <a:gd name="connsiteX254" fmla="*/ 163580 w 1598003"/>
                <a:gd name="connsiteY254" fmla="*/ 712165 h 2417709"/>
                <a:gd name="connsiteX255" fmla="*/ 149751 w 1598003"/>
                <a:gd name="connsiteY255" fmla="*/ 682487 h 2417709"/>
                <a:gd name="connsiteX256" fmla="*/ 159678 w 1598003"/>
                <a:gd name="connsiteY256" fmla="*/ 666676 h 2417709"/>
                <a:gd name="connsiteX257" fmla="*/ 138071 w 1598003"/>
                <a:gd name="connsiteY257" fmla="*/ 631901 h 2417709"/>
                <a:gd name="connsiteX258" fmla="*/ 131271 w 1598003"/>
                <a:gd name="connsiteY258" fmla="*/ 602667 h 2417709"/>
                <a:gd name="connsiteX259" fmla="*/ 147070 w 1598003"/>
                <a:gd name="connsiteY259" fmla="*/ 573916 h 2417709"/>
                <a:gd name="connsiteX260" fmla="*/ 145112 w 1598003"/>
                <a:gd name="connsiteY260" fmla="*/ 550924 h 2417709"/>
                <a:gd name="connsiteX261" fmla="*/ 125272 w 1598003"/>
                <a:gd name="connsiteY261" fmla="*/ 540196 h 2417709"/>
                <a:gd name="connsiteX262" fmla="*/ 114049 w 1598003"/>
                <a:gd name="connsiteY262" fmla="*/ 516530 h 2417709"/>
                <a:gd name="connsiteX263" fmla="*/ 69805 w 1598003"/>
                <a:gd name="connsiteY263" fmla="*/ 521894 h 2417709"/>
                <a:gd name="connsiteX264" fmla="*/ 0 w 1598003"/>
                <a:gd name="connsiteY264" fmla="*/ 544505 h 2417709"/>
                <a:gd name="connsiteX265" fmla="*/ 127 w 1598003"/>
                <a:gd name="connsiteY265" fmla="*/ 421394 h 2417709"/>
                <a:gd name="connsiteX266" fmla="*/ 104262 w 1598003"/>
                <a:gd name="connsiteY266" fmla="*/ 417848 h 2417709"/>
                <a:gd name="connsiteX267" fmla="*/ 174168 w 1598003"/>
                <a:gd name="connsiteY267" fmla="*/ 320996 h 2417709"/>
                <a:gd name="connsiteX268" fmla="*/ 188924 w 1598003"/>
                <a:gd name="connsiteY268" fmla="*/ 302312 h 2417709"/>
                <a:gd name="connsiteX269" fmla="*/ 259784 w 1598003"/>
                <a:gd name="connsiteY269" fmla="*/ 286106 h 2417709"/>
                <a:gd name="connsiteX270" fmla="*/ 251942 w 1598003"/>
                <a:gd name="connsiteY270" fmla="*/ 245066 h 2417709"/>
                <a:gd name="connsiteX271" fmla="*/ 261474 w 1598003"/>
                <a:gd name="connsiteY271" fmla="*/ 171740 h 2417709"/>
                <a:gd name="connsiteX272" fmla="*/ 292131 w 1598003"/>
                <a:gd name="connsiteY272" fmla="*/ 137753 h 2417709"/>
                <a:gd name="connsiteX273" fmla="*/ 369130 w 1598003"/>
                <a:gd name="connsiteY273" fmla="*/ 151226 h 2417709"/>
                <a:gd name="connsiteX274" fmla="*/ 406066 w 1598003"/>
                <a:gd name="connsiteY274" fmla="*/ 184272 h 2417709"/>
                <a:gd name="connsiteX275" fmla="*/ 455928 w 1598003"/>
                <a:gd name="connsiteY275" fmla="*/ 168334 h 2417709"/>
                <a:gd name="connsiteX276" fmla="*/ 507595 w 1598003"/>
                <a:gd name="connsiteY276" fmla="*/ 207545 h 2417709"/>
                <a:gd name="connsiteX277" fmla="*/ 555766 w 1598003"/>
                <a:gd name="connsiteY277" fmla="*/ 168982 h 2417709"/>
                <a:gd name="connsiteX278" fmla="*/ 584072 w 1598003"/>
                <a:gd name="connsiteY278" fmla="*/ 158127 h 2417709"/>
                <a:gd name="connsiteX279" fmla="*/ 628316 w 1598003"/>
                <a:gd name="connsiteY279" fmla="*/ 178655 h 2417709"/>
                <a:gd name="connsiteX280" fmla="*/ 732985 w 1598003"/>
                <a:gd name="connsiteY280" fmla="*/ 167673 h 2417709"/>
                <a:gd name="connsiteX281" fmla="*/ 804353 w 1598003"/>
                <a:gd name="connsiteY281" fmla="*/ 191594 h 2417709"/>
                <a:gd name="connsiteX282" fmla="*/ 899679 w 1598003"/>
                <a:gd name="connsiteY282" fmla="*/ 201914 h 2417709"/>
                <a:gd name="connsiteX283" fmla="*/ 1046355 w 1598003"/>
                <a:gd name="connsiteY283" fmla="*/ 138656 h 2417709"/>
                <a:gd name="connsiteX284" fmla="*/ 1073885 w 1598003"/>
                <a:gd name="connsiteY284" fmla="*/ 108863 h 2417709"/>
                <a:gd name="connsiteX285" fmla="*/ 1051185 w 1598003"/>
                <a:gd name="connsiteY285" fmla="*/ 40622 h 2417709"/>
                <a:gd name="connsiteX286" fmla="*/ 1083672 w 1598003"/>
                <a:gd name="connsiteY286" fmla="*/ 21938 h 2417709"/>
                <a:gd name="connsiteX287" fmla="*/ 1124269 w 1598003"/>
                <a:gd name="connsiteY287" fmla="*/ 33047 h 2417709"/>
                <a:gd name="connsiteX288" fmla="*/ 1155065 w 1598003"/>
                <a:gd name="connsiteY288" fmla="*/ 0 h 2417709"/>
                <a:gd name="connsiteX289" fmla="*/ 1168894 w 1598003"/>
                <a:gd name="connsiteY289" fmla="*/ 35029 h 2417709"/>
                <a:gd name="connsiteX290" fmla="*/ 1165500 w 1598003"/>
                <a:gd name="connsiteY290" fmla="*/ 81028 h 2417709"/>
                <a:gd name="connsiteX291" fmla="*/ 1187820 w 1598003"/>
                <a:gd name="connsiteY291" fmla="*/ 80646 h 2417709"/>
                <a:gd name="connsiteX292" fmla="*/ 1254243 w 1598003"/>
                <a:gd name="connsiteY292" fmla="*/ 54374 h 2417709"/>
                <a:gd name="connsiteX293" fmla="*/ 1313358 w 1598003"/>
                <a:gd name="connsiteY293" fmla="*/ 86251 h 2417709"/>
                <a:gd name="connsiteX294" fmla="*/ 1334241 w 1598003"/>
                <a:gd name="connsiteY294" fmla="*/ 135275 h 2417709"/>
                <a:gd name="connsiteX295" fmla="*/ 1299796 w 1598003"/>
                <a:gd name="connsiteY295" fmla="*/ 188721 h 2417709"/>
                <a:gd name="connsiteX296" fmla="*/ 1281519 w 1598003"/>
                <a:gd name="connsiteY296" fmla="*/ 289246 h 2417709"/>
                <a:gd name="connsiteX297" fmla="*/ 1289145 w 1598003"/>
                <a:gd name="connsiteY297" fmla="*/ 301270 h 2417709"/>
                <a:gd name="connsiteX298" fmla="*/ 1296072 w 1598003"/>
                <a:gd name="connsiteY298" fmla="*/ 356419 h 2417709"/>
                <a:gd name="connsiteX299" fmla="*/ 1332080 w 1598003"/>
                <a:gd name="connsiteY299" fmla="*/ 402685 h 2417709"/>
                <a:gd name="connsiteX300" fmla="*/ 1329742 w 1598003"/>
                <a:gd name="connsiteY300" fmla="*/ 408951 h 2417709"/>
                <a:gd name="connsiteX301" fmla="*/ 1337965 w 1598003"/>
                <a:gd name="connsiteY301" fmla="*/ 436913 h 2417709"/>
                <a:gd name="connsiteX302" fmla="*/ 1361708 w 1598003"/>
                <a:gd name="connsiteY302" fmla="*/ 452458 h 2417709"/>
                <a:gd name="connsiteX303" fmla="*/ 1411824 w 1598003"/>
                <a:gd name="connsiteY303" fmla="*/ 447628 h 2417709"/>
                <a:gd name="connsiteX304" fmla="*/ 1446917 w 1598003"/>
                <a:gd name="connsiteY304" fmla="*/ 499740 h 2417709"/>
                <a:gd name="connsiteX305" fmla="*/ 1429707 w 1598003"/>
                <a:gd name="connsiteY305" fmla="*/ 569544 h 2417709"/>
                <a:gd name="connsiteX306" fmla="*/ 1466758 w 1598003"/>
                <a:gd name="connsiteY306" fmla="*/ 640251 h 2417709"/>
                <a:gd name="connsiteX307" fmla="*/ 1435313 w 1598003"/>
                <a:gd name="connsiteY307" fmla="*/ 713042 h 2417709"/>
                <a:gd name="connsiteX308" fmla="*/ 1452026 w 1598003"/>
                <a:gd name="connsiteY308" fmla="*/ 758138 h 2417709"/>
                <a:gd name="connsiteX309" fmla="*/ 1446015 w 1598003"/>
                <a:gd name="connsiteY309" fmla="*/ 819846 h 2417709"/>
                <a:gd name="connsiteX310" fmla="*/ 1405952 w 1598003"/>
                <a:gd name="connsiteY310" fmla="*/ 848584 h 2417709"/>
                <a:gd name="connsiteX311" fmla="*/ 1394068 w 1598003"/>
                <a:gd name="connsiteY311" fmla="*/ 881923 h 2417709"/>
                <a:gd name="connsiteX312" fmla="*/ 1394996 w 1598003"/>
                <a:gd name="connsiteY312" fmla="*/ 907343 h 2417709"/>
                <a:gd name="connsiteX313" fmla="*/ 1414836 w 1598003"/>
                <a:gd name="connsiteY313" fmla="*/ 934657 h 2417709"/>
                <a:gd name="connsiteX314" fmla="*/ 1393420 w 1598003"/>
                <a:gd name="connsiteY314" fmla="*/ 969420 h 2417709"/>
                <a:gd name="connsiteX315" fmla="*/ 1373719 w 1598003"/>
                <a:gd name="connsiteY315" fmla="*/ 1000140 h 2417709"/>
                <a:gd name="connsiteX316" fmla="*/ 1391335 w 1598003"/>
                <a:gd name="connsiteY316" fmla="*/ 1050320 h 2417709"/>
                <a:gd name="connsiteX317" fmla="*/ 1421992 w 1598003"/>
                <a:gd name="connsiteY317" fmla="*/ 1090459 h 2417709"/>
                <a:gd name="connsiteX318" fmla="*/ 1419781 w 1598003"/>
                <a:gd name="connsiteY318" fmla="*/ 1112943 h 2417709"/>
                <a:gd name="connsiteX319" fmla="*/ 1413909 w 1598003"/>
                <a:gd name="connsiteY319" fmla="*/ 1170711 h 2417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Lst>
              <a:rect l="l" t="t" r="r" b="b"/>
              <a:pathLst>
                <a:path w="1598003" h="2417709">
                  <a:moveTo>
                    <a:pt x="1267042" y="1965366"/>
                  </a:moveTo>
                  <a:lnTo>
                    <a:pt x="1271732" y="1972039"/>
                  </a:lnTo>
                  <a:lnTo>
                    <a:pt x="1313752" y="1983669"/>
                  </a:lnTo>
                  <a:lnTo>
                    <a:pt x="1320285" y="2022104"/>
                  </a:lnTo>
                  <a:lnTo>
                    <a:pt x="1316104" y="2042225"/>
                  </a:lnTo>
                  <a:lnTo>
                    <a:pt x="1332627" y="2057642"/>
                  </a:lnTo>
                  <a:lnTo>
                    <a:pt x="1322853" y="2084448"/>
                  </a:lnTo>
                  <a:lnTo>
                    <a:pt x="1344384" y="2093841"/>
                  </a:lnTo>
                  <a:lnTo>
                    <a:pt x="1371533" y="2090447"/>
                  </a:lnTo>
                  <a:lnTo>
                    <a:pt x="1388882" y="2106525"/>
                  </a:lnTo>
                  <a:lnTo>
                    <a:pt x="1407019" y="2106780"/>
                  </a:lnTo>
                  <a:lnTo>
                    <a:pt x="1405990" y="2122350"/>
                  </a:lnTo>
                  <a:lnTo>
                    <a:pt x="1442392" y="2136738"/>
                  </a:lnTo>
                  <a:lnTo>
                    <a:pt x="1444349" y="2172923"/>
                  </a:lnTo>
                  <a:lnTo>
                    <a:pt x="1464851" y="2163632"/>
                  </a:lnTo>
                  <a:lnTo>
                    <a:pt x="1461712" y="2182609"/>
                  </a:lnTo>
                  <a:lnTo>
                    <a:pt x="1451289" y="2213151"/>
                  </a:lnTo>
                  <a:lnTo>
                    <a:pt x="1427140" y="2246872"/>
                  </a:lnTo>
                  <a:lnTo>
                    <a:pt x="1399749" y="2252617"/>
                  </a:lnTo>
                  <a:lnTo>
                    <a:pt x="1394132" y="2304512"/>
                  </a:lnTo>
                  <a:lnTo>
                    <a:pt x="1361377" y="2351693"/>
                  </a:lnTo>
                  <a:lnTo>
                    <a:pt x="1360716" y="2401364"/>
                  </a:lnTo>
                  <a:lnTo>
                    <a:pt x="1327301" y="2417709"/>
                  </a:lnTo>
                  <a:lnTo>
                    <a:pt x="1276461" y="2406855"/>
                  </a:lnTo>
                  <a:lnTo>
                    <a:pt x="1283121" y="2368419"/>
                  </a:lnTo>
                  <a:lnTo>
                    <a:pt x="1244748" y="2365153"/>
                  </a:lnTo>
                  <a:lnTo>
                    <a:pt x="1239410" y="2379922"/>
                  </a:lnTo>
                  <a:lnTo>
                    <a:pt x="1206910" y="2372220"/>
                  </a:lnTo>
                  <a:lnTo>
                    <a:pt x="1196996" y="2349850"/>
                  </a:lnTo>
                  <a:lnTo>
                    <a:pt x="1177155" y="2347307"/>
                  </a:lnTo>
                  <a:lnTo>
                    <a:pt x="1149625" y="2359332"/>
                  </a:lnTo>
                  <a:lnTo>
                    <a:pt x="1144274" y="2381155"/>
                  </a:lnTo>
                  <a:lnTo>
                    <a:pt x="1124828" y="2378142"/>
                  </a:lnTo>
                  <a:lnTo>
                    <a:pt x="1101200" y="2387040"/>
                  </a:lnTo>
                  <a:lnTo>
                    <a:pt x="1104720" y="2348617"/>
                  </a:lnTo>
                  <a:lnTo>
                    <a:pt x="1146092" y="2284176"/>
                  </a:lnTo>
                  <a:lnTo>
                    <a:pt x="1160454" y="2284570"/>
                  </a:lnTo>
                  <a:lnTo>
                    <a:pt x="1172847" y="2274758"/>
                  </a:lnTo>
                  <a:lnTo>
                    <a:pt x="1167763" y="2268631"/>
                  </a:lnTo>
                  <a:lnTo>
                    <a:pt x="1148316" y="2265263"/>
                  </a:lnTo>
                  <a:lnTo>
                    <a:pt x="1132784" y="2201356"/>
                  </a:lnTo>
                  <a:lnTo>
                    <a:pt x="1116592" y="2189587"/>
                  </a:lnTo>
                  <a:lnTo>
                    <a:pt x="1123646" y="2169466"/>
                  </a:lnTo>
                  <a:lnTo>
                    <a:pt x="1118282" y="2150630"/>
                  </a:lnTo>
                  <a:lnTo>
                    <a:pt x="1110719" y="2133115"/>
                  </a:lnTo>
                  <a:lnTo>
                    <a:pt x="1125603" y="2125947"/>
                  </a:lnTo>
                  <a:lnTo>
                    <a:pt x="1154837" y="2083723"/>
                  </a:lnTo>
                  <a:lnTo>
                    <a:pt x="1172186" y="2067124"/>
                  </a:lnTo>
                  <a:lnTo>
                    <a:pt x="1178846" y="2066081"/>
                  </a:lnTo>
                  <a:lnTo>
                    <a:pt x="1199589" y="2080711"/>
                  </a:lnTo>
                  <a:lnTo>
                    <a:pt x="1218654" y="2097310"/>
                  </a:lnTo>
                  <a:lnTo>
                    <a:pt x="1224666" y="2112995"/>
                  </a:lnTo>
                  <a:lnTo>
                    <a:pt x="1227933" y="2153134"/>
                  </a:lnTo>
                  <a:lnTo>
                    <a:pt x="1235495" y="2159489"/>
                  </a:lnTo>
                  <a:lnTo>
                    <a:pt x="1241495" y="2154405"/>
                  </a:lnTo>
                  <a:lnTo>
                    <a:pt x="1245155" y="2136776"/>
                  </a:lnTo>
                  <a:lnTo>
                    <a:pt x="1246706" y="2117926"/>
                  </a:lnTo>
                  <a:lnTo>
                    <a:pt x="1232610" y="2089837"/>
                  </a:lnTo>
                  <a:lnTo>
                    <a:pt x="1225963" y="2084346"/>
                  </a:lnTo>
                  <a:lnTo>
                    <a:pt x="1214752" y="2074280"/>
                  </a:lnTo>
                  <a:lnTo>
                    <a:pt x="1204584" y="2055214"/>
                  </a:lnTo>
                  <a:lnTo>
                    <a:pt x="1206796" y="2032603"/>
                  </a:lnTo>
                  <a:lnTo>
                    <a:pt x="1201839" y="2022930"/>
                  </a:lnTo>
                  <a:lnTo>
                    <a:pt x="1194924" y="2020706"/>
                  </a:lnTo>
                  <a:lnTo>
                    <a:pt x="1197136" y="2010385"/>
                  </a:lnTo>
                  <a:lnTo>
                    <a:pt x="1207838" y="2011034"/>
                  </a:lnTo>
                  <a:lnTo>
                    <a:pt x="1211753" y="1986732"/>
                  </a:lnTo>
                  <a:lnTo>
                    <a:pt x="1230539" y="1991422"/>
                  </a:lnTo>
                  <a:lnTo>
                    <a:pt x="1237732" y="1963193"/>
                  </a:lnTo>
                  <a:lnTo>
                    <a:pt x="1232509" y="1927515"/>
                  </a:lnTo>
                  <a:lnTo>
                    <a:pt x="1246718" y="1912085"/>
                  </a:lnTo>
                  <a:lnTo>
                    <a:pt x="1280642" y="1898510"/>
                  </a:lnTo>
                  <a:lnTo>
                    <a:pt x="1293962" y="1892740"/>
                  </a:lnTo>
                  <a:lnTo>
                    <a:pt x="1301410" y="1882165"/>
                  </a:lnTo>
                  <a:lnTo>
                    <a:pt x="1330123" y="1872365"/>
                  </a:lnTo>
                  <a:lnTo>
                    <a:pt x="1343952" y="1896286"/>
                  </a:lnTo>
                  <a:lnTo>
                    <a:pt x="1328026" y="1900328"/>
                  </a:lnTo>
                  <a:lnTo>
                    <a:pt x="1325026" y="1913928"/>
                  </a:lnTo>
                  <a:lnTo>
                    <a:pt x="1308503" y="1915097"/>
                  </a:lnTo>
                  <a:lnTo>
                    <a:pt x="1304448" y="1934696"/>
                  </a:lnTo>
                  <a:lnTo>
                    <a:pt x="1277833" y="1940060"/>
                  </a:lnTo>
                  <a:lnTo>
                    <a:pt x="1273130" y="1958490"/>
                  </a:lnTo>
                  <a:close/>
                  <a:moveTo>
                    <a:pt x="1449866" y="1239321"/>
                  </a:moveTo>
                  <a:lnTo>
                    <a:pt x="1512642" y="1273817"/>
                  </a:lnTo>
                  <a:lnTo>
                    <a:pt x="1555856" y="1337368"/>
                  </a:lnTo>
                  <a:lnTo>
                    <a:pt x="1598003" y="1363627"/>
                  </a:lnTo>
                  <a:lnTo>
                    <a:pt x="1593821" y="1384929"/>
                  </a:lnTo>
                  <a:lnTo>
                    <a:pt x="1554165" y="1409244"/>
                  </a:lnTo>
                  <a:lnTo>
                    <a:pt x="1522848" y="1472235"/>
                  </a:lnTo>
                  <a:lnTo>
                    <a:pt x="1434296" y="1511167"/>
                  </a:lnTo>
                  <a:lnTo>
                    <a:pt x="1421370" y="1521335"/>
                  </a:lnTo>
                  <a:lnTo>
                    <a:pt x="1437893" y="1558576"/>
                  </a:lnTo>
                  <a:lnTo>
                    <a:pt x="1460771" y="1597978"/>
                  </a:lnTo>
                  <a:lnTo>
                    <a:pt x="1456729" y="1620589"/>
                  </a:lnTo>
                  <a:lnTo>
                    <a:pt x="1439634" y="1642807"/>
                  </a:lnTo>
                  <a:lnTo>
                    <a:pt x="1436888" y="1668430"/>
                  </a:lnTo>
                  <a:lnTo>
                    <a:pt x="1430241" y="1684369"/>
                  </a:lnTo>
                  <a:lnTo>
                    <a:pt x="1379731" y="1691182"/>
                  </a:lnTo>
                  <a:lnTo>
                    <a:pt x="1316307" y="1723592"/>
                  </a:lnTo>
                  <a:lnTo>
                    <a:pt x="1309138" y="1735998"/>
                  </a:lnTo>
                  <a:lnTo>
                    <a:pt x="1292424" y="1786978"/>
                  </a:lnTo>
                  <a:lnTo>
                    <a:pt x="1312265" y="1811280"/>
                  </a:lnTo>
                  <a:lnTo>
                    <a:pt x="1325319" y="1826710"/>
                  </a:lnTo>
                  <a:lnTo>
                    <a:pt x="1304308" y="1842268"/>
                  </a:lnTo>
                  <a:lnTo>
                    <a:pt x="1287988" y="1862388"/>
                  </a:lnTo>
                  <a:lnTo>
                    <a:pt x="1264767" y="1864358"/>
                  </a:lnTo>
                  <a:lnTo>
                    <a:pt x="1246363" y="1875975"/>
                  </a:lnTo>
                  <a:lnTo>
                    <a:pt x="1230310" y="1878733"/>
                  </a:lnTo>
                  <a:lnTo>
                    <a:pt x="1222086" y="1874539"/>
                  </a:lnTo>
                  <a:lnTo>
                    <a:pt x="1216341" y="1863316"/>
                  </a:lnTo>
                  <a:lnTo>
                    <a:pt x="1204737" y="1862388"/>
                  </a:lnTo>
                  <a:lnTo>
                    <a:pt x="1198737" y="1870624"/>
                  </a:lnTo>
                  <a:lnTo>
                    <a:pt x="1191683" y="1866442"/>
                  </a:lnTo>
                  <a:lnTo>
                    <a:pt x="1178973" y="1869849"/>
                  </a:lnTo>
                  <a:lnTo>
                    <a:pt x="1175313" y="1879242"/>
                  </a:lnTo>
                  <a:lnTo>
                    <a:pt x="1168259" y="1897811"/>
                  </a:lnTo>
                  <a:lnTo>
                    <a:pt x="1183651" y="1906302"/>
                  </a:lnTo>
                  <a:lnTo>
                    <a:pt x="1190590" y="1912657"/>
                  </a:lnTo>
                  <a:lnTo>
                    <a:pt x="1191620" y="1926257"/>
                  </a:lnTo>
                  <a:lnTo>
                    <a:pt x="1192802" y="1941153"/>
                  </a:lnTo>
                  <a:lnTo>
                    <a:pt x="1190323" y="1951080"/>
                  </a:lnTo>
                  <a:lnTo>
                    <a:pt x="1178439" y="1969128"/>
                  </a:lnTo>
                  <a:lnTo>
                    <a:pt x="1175452" y="1988727"/>
                  </a:lnTo>
                  <a:lnTo>
                    <a:pt x="1177003" y="2006623"/>
                  </a:lnTo>
                  <a:lnTo>
                    <a:pt x="1186917" y="2009636"/>
                  </a:lnTo>
                  <a:lnTo>
                    <a:pt x="1182354" y="2020490"/>
                  </a:lnTo>
                  <a:lnTo>
                    <a:pt x="1171016" y="2021532"/>
                  </a:lnTo>
                  <a:lnTo>
                    <a:pt x="1162399" y="2026769"/>
                  </a:lnTo>
                  <a:lnTo>
                    <a:pt x="1157963" y="2044283"/>
                  </a:lnTo>
                  <a:lnTo>
                    <a:pt x="1150769" y="2061150"/>
                  </a:lnTo>
                  <a:lnTo>
                    <a:pt x="1135898" y="2084028"/>
                  </a:lnTo>
                  <a:lnTo>
                    <a:pt x="1119985" y="2101823"/>
                  </a:lnTo>
                  <a:lnTo>
                    <a:pt x="1110579" y="2109779"/>
                  </a:lnTo>
                  <a:lnTo>
                    <a:pt x="1100920" y="2111483"/>
                  </a:lnTo>
                  <a:lnTo>
                    <a:pt x="1088794" y="2098149"/>
                  </a:lnTo>
                  <a:lnTo>
                    <a:pt x="1069729" y="2082071"/>
                  </a:lnTo>
                  <a:lnTo>
                    <a:pt x="1068814" y="2071369"/>
                  </a:lnTo>
                  <a:lnTo>
                    <a:pt x="1081524" y="2035158"/>
                  </a:lnTo>
                  <a:lnTo>
                    <a:pt x="1079173" y="2019334"/>
                  </a:lnTo>
                  <a:lnTo>
                    <a:pt x="1071610" y="1985868"/>
                  </a:lnTo>
                  <a:lnTo>
                    <a:pt x="1068610" y="1973335"/>
                  </a:lnTo>
                  <a:lnTo>
                    <a:pt x="1068877" y="1967438"/>
                  </a:lnTo>
                  <a:lnTo>
                    <a:pt x="1073313" y="1957778"/>
                  </a:lnTo>
                  <a:lnTo>
                    <a:pt x="1074737" y="1949796"/>
                  </a:lnTo>
                  <a:lnTo>
                    <a:pt x="1089887" y="1929816"/>
                  </a:lnTo>
                  <a:lnTo>
                    <a:pt x="1094844" y="1911894"/>
                  </a:lnTo>
                  <a:lnTo>
                    <a:pt x="1095493" y="1907191"/>
                  </a:lnTo>
                  <a:lnTo>
                    <a:pt x="1093268" y="1899095"/>
                  </a:lnTo>
                  <a:lnTo>
                    <a:pt x="1087015" y="1894380"/>
                  </a:lnTo>
                  <a:lnTo>
                    <a:pt x="1068610" y="1902756"/>
                  </a:lnTo>
                  <a:lnTo>
                    <a:pt x="1058684" y="1916864"/>
                  </a:lnTo>
                  <a:lnTo>
                    <a:pt x="1061950" y="1938179"/>
                  </a:lnTo>
                  <a:lnTo>
                    <a:pt x="1062090" y="1952160"/>
                  </a:lnTo>
                  <a:lnTo>
                    <a:pt x="1055735" y="1961057"/>
                  </a:lnTo>
                  <a:lnTo>
                    <a:pt x="1041398" y="1967984"/>
                  </a:lnTo>
                  <a:lnTo>
                    <a:pt x="1040864" y="1974136"/>
                  </a:lnTo>
                  <a:lnTo>
                    <a:pt x="1049354" y="1989299"/>
                  </a:lnTo>
                  <a:lnTo>
                    <a:pt x="1047638" y="1996481"/>
                  </a:lnTo>
                  <a:lnTo>
                    <a:pt x="1029514" y="2002098"/>
                  </a:lnTo>
                  <a:lnTo>
                    <a:pt x="1010982" y="1996735"/>
                  </a:lnTo>
                  <a:lnTo>
                    <a:pt x="1012152" y="1984584"/>
                  </a:lnTo>
                  <a:lnTo>
                    <a:pt x="1018151" y="1977123"/>
                  </a:lnTo>
                  <a:lnTo>
                    <a:pt x="1012673" y="1966955"/>
                  </a:lnTo>
                  <a:lnTo>
                    <a:pt x="1007449" y="1965252"/>
                  </a:lnTo>
                  <a:lnTo>
                    <a:pt x="995578" y="1972191"/>
                  </a:lnTo>
                  <a:lnTo>
                    <a:pt x="990633" y="1981330"/>
                  </a:lnTo>
                  <a:lnTo>
                    <a:pt x="973907" y="1967082"/>
                  </a:lnTo>
                  <a:lnTo>
                    <a:pt x="952909" y="1936882"/>
                  </a:lnTo>
                  <a:lnTo>
                    <a:pt x="932955" y="1922647"/>
                  </a:lnTo>
                  <a:lnTo>
                    <a:pt x="913241" y="1919774"/>
                  </a:lnTo>
                  <a:lnTo>
                    <a:pt x="856719" y="1907344"/>
                  </a:lnTo>
                  <a:lnTo>
                    <a:pt x="848508" y="1918593"/>
                  </a:lnTo>
                  <a:lnTo>
                    <a:pt x="836624" y="1914932"/>
                  </a:lnTo>
                  <a:lnTo>
                    <a:pt x="837552" y="1903569"/>
                  </a:lnTo>
                  <a:lnTo>
                    <a:pt x="848381" y="1860049"/>
                  </a:lnTo>
                  <a:lnTo>
                    <a:pt x="857507" y="1846830"/>
                  </a:lnTo>
                  <a:lnTo>
                    <a:pt x="874488" y="1818474"/>
                  </a:lnTo>
                  <a:lnTo>
                    <a:pt x="903187" y="1807035"/>
                  </a:lnTo>
                  <a:lnTo>
                    <a:pt x="907903" y="1803387"/>
                  </a:lnTo>
                  <a:lnTo>
                    <a:pt x="920155" y="1780776"/>
                  </a:lnTo>
                  <a:lnTo>
                    <a:pt x="934759" y="1752012"/>
                  </a:lnTo>
                  <a:lnTo>
                    <a:pt x="918719" y="1743522"/>
                  </a:lnTo>
                  <a:lnTo>
                    <a:pt x="931772" y="1720504"/>
                  </a:lnTo>
                  <a:lnTo>
                    <a:pt x="954740" y="1727050"/>
                  </a:lnTo>
                  <a:lnTo>
                    <a:pt x="970653" y="1698553"/>
                  </a:lnTo>
                  <a:lnTo>
                    <a:pt x="970386" y="1658694"/>
                  </a:lnTo>
                  <a:lnTo>
                    <a:pt x="950431" y="1643277"/>
                  </a:lnTo>
                  <a:lnTo>
                    <a:pt x="924591" y="1632931"/>
                  </a:lnTo>
                  <a:lnTo>
                    <a:pt x="870979" y="1581454"/>
                  </a:lnTo>
                  <a:lnTo>
                    <a:pt x="862235" y="1593605"/>
                  </a:lnTo>
                  <a:lnTo>
                    <a:pt x="824257" y="1603418"/>
                  </a:lnTo>
                  <a:lnTo>
                    <a:pt x="767061" y="1572824"/>
                  </a:lnTo>
                  <a:lnTo>
                    <a:pt x="790816" y="1554394"/>
                  </a:lnTo>
                  <a:lnTo>
                    <a:pt x="811153" y="1530092"/>
                  </a:lnTo>
                  <a:lnTo>
                    <a:pt x="822236" y="1513226"/>
                  </a:lnTo>
                  <a:lnTo>
                    <a:pt x="843513" y="1498330"/>
                  </a:lnTo>
                  <a:lnTo>
                    <a:pt x="868170" y="1477027"/>
                  </a:lnTo>
                  <a:lnTo>
                    <a:pt x="884351" y="1469401"/>
                  </a:lnTo>
                  <a:lnTo>
                    <a:pt x="902234" y="1462487"/>
                  </a:lnTo>
                  <a:lnTo>
                    <a:pt x="919329" y="1455420"/>
                  </a:lnTo>
                  <a:lnTo>
                    <a:pt x="938521" y="1447578"/>
                  </a:lnTo>
                  <a:lnTo>
                    <a:pt x="958349" y="1444184"/>
                  </a:lnTo>
                  <a:lnTo>
                    <a:pt x="973360" y="1429148"/>
                  </a:lnTo>
                  <a:lnTo>
                    <a:pt x="970882" y="1417378"/>
                  </a:lnTo>
                  <a:lnTo>
                    <a:pt x="965543" y="1387840"/>
                  </a:lnTo>
                  <a:lnTo>
                    <a:pt x="945207" y="1364313"/>
                  </a:lnTo>
                  <a:lnTo>
                    <a:pt x="921197" y="1348247"/>
                  </a:lnTo>
                  <a:lnTo>
                    <a:pt x="910622" y="1360525"/>
                  </a:lnTo>
                  <a:lnTo>
                    <a:pt x="876572" y="1372676"/>
                  </a:lnTo>
                  <a:lnTo>
                    <a:pt x="858040" y="1374774"/>
                  </a:lnTo>
                  <a:lnTo>
                    <a:pt x="866518" y="1417124"/>
                  </a:lnTo>
                  <a:lnTo>
                    <a:pt x="855562" y="1430063"/>
                  </a:lnTo>
                  <a:lnTo>
                    <a:pt x="838721" y="1449929"/>
                  </a:lnTo>
                  <a:lnTo>
                    <a:pt x="818105" y="1449662"/>
                  </a:lnTo>
                  <a:lnTo>
                    <a:pt x="787435" y="1426135"/>
                  </a:lnTo>
                  <a:lnTo>
                    <a:pt x="730011" y="1443383"/>
                  </a:lnTo>
                  <a:lnTo>
                    <a:pt x="694422" y="1484310"/>
                  </a:lnTo>
                  <a:lnTo>
                    <a:pt x="679691" y="1528478"/>
                  </a:lnTo>
                  <a:lnTo>
                    <a:pt x="644852" y="1583247"/>
                  </a:lnTo>
                  <a:lnTo>
                    <a:pt x="622381" y="1585064"/>
                  </a:lnTo>
                  <a:lnTo>
                    <a:pt x="611679" y="1560762"/>
                  </a:lnTo>
                  <a:lnTo>
                    <a:pt x="588965" y="1562326"/>
                  </a:lnTo>
                  <a:lnTo>
                    <a:pt x="563138" y="1552526"/>
                  </a:lnTo>
                  <a:lnTo>
                    <a:pt x="542916" y="1521030"/>
                  </a:lnTo>
                  <a:lnTo>
                    <a:pt x="468129" y="1533321"/>
                  </a:lnTo>
                  <a:lnTo>
                    <a:pt x="463045" y="1493919"/>
                  </a:lnTo>
                  <a:lnTo>
                    <a:pt x="427940" y="1464254"/>
                  </a:lnTo>
                  <a:lnTo>
                    <a:pt x="449992" y="1432109"/>
                  </a:lnTo>
                  <a:lnTo>
                    <a:pt x="386975" y="1400969"/>
                  </a:lnTo>
                  <a:lnTo>
                    <a:pt x="385157" y="1393254"/>
                  </a:lnTo>
                  <a:lnTo>
                    <a:pt x="378624" y="1363716"/>
                  </a:lnTo>
                  <a:lnTo>
                    <a:pt x="363105" y="1348553"/>
                  </a:lnTo>
                  <a:lnTo>
                    <a:pt x="317946" y="1303724"/>
                  </a:lnTo>
                  <a:lnTo>
                    <a:pt x="305935" y="1262555"/>
                  </a:lnTo>
                  <a:lnTo>
                    <a:pt x="299808" y="1241520"/>
                  </a:lnTo>
                  <a:lnTo>
                    <a:pt x="252691" y="1243337"/>
                  </a:lnTo>
                  <a:lnTo>
                    <a:pt x="233779" y="1220866"/>
                  </a:lnTo>
                  <a:lnTo>
                    <a:pt x="168525" y="1200339"/>
                  </a:lnTo>
                  <a:lnTo>
                    <a:pt x="156895" y="1165043"/>
                  </a:lnTo>
                  <a:lnTo>
                    <a:pt x="111888" y="1153934"/>
                  </a:lnTo>
                  <a:lnTo>
                    <a:pt x="112142" y="1123887"/>
                  </a:lnTo>
                  <a:lnTo>
                    <a:pt x="139672" y="1108177"/>
                  </a:lnTo>
                  <a:lnTo>
                    <a:pt x="100398" y="1055265"/>
                  </a:lnTo>
                  <a:lnTo>
                    <a:pt x="74037" y="998272"/>
                  </a:lnTo>
                  <a:lnTo>
                    <a:pt x="106537" y="988193"/>
                  </a:lnTo>
                  <a:lnTo>
                    <a:pt x="108100" y="942322"/>
                  </a:lnTo>
                  <a:lnTo>
                    <a:pt x="129377" y="931098"/>
                  </a:lnTo>
                  <a:lnTo>
                    <a:pt x="137003" y="917359"/>
                  </a:lnTo>
                  <a:lnTo>
                    <a:pt x="150565" y="904954"/>
                  </a:lnTo>
                  <a:lnTo>
                    <a:pt x="152014" y="870636"/>
                  </a:lnTo>
                  <a:lnTo>
                    <a:pt x="146536" y="837704"/>
                  </a:lnTo>
                  <a:lnTo>
                    <a:pt x="162970" y="811012"/>
                  </a:lnTo>
                  <a:lnTo>
                    <a:pt x="156958" y="761087"/>
                  </a:lnTo>
                  <a:lnTo>
                    <a:pt x="147057" y="739480"/>
                  </a:lnTo>
                  <a:lnTo>
                    <a:pt x="163580" y="712165"/>
                  </a:lnTo>
                  <a:lnTo>
                    <a:pt x="149751" y="682487"/>
                  </a:lnTo>
                  <a:lnTo>
                    <a:pt x="159678" y="666676"/>
                  </a:lnTo>
                  <a:lnTo>
                    <a:pt x="138071" y="631901"/>
                  </a:lnTo>
                  <a:lnTo>
                    <a:pt x="131271" y="602667"/>
                  </a:lnTo>
                  <a:lnTo>
                    <a:pt x="147070" y="573916"/>
                  </a:lnTo>
                  <a:lnTo>
                    <a:pt x="145112" y="550924"/>
                  </a:lnTo>
                  <a:lnTo>
                    <a:pt x="125272" y="540196"/>
                  </a:lnTo>
                  <a:lnTo>
                    <a:pt x="114049" y="516530"/>
                  </a:lnTo>
                  <a:lnTo>
                    <a:pt x="69805" y="521894"/>
                  </a:lnTo>
                  <a:lnTo>
                    <a:pt x="0" y="544505"/>
                  </a:lnTo>
                  <a:lnTo>
                    <a:pt x="127" y="421394"/>
                  </a:lnTo>
                  <a:lnTo>
                    <a:pt x="104262" y="417848"/>
                  </a:lnTo>
                  <a:lnTo>
                    <a:pt x="174168" y="320996"/>
                  </a:lnTo>
                  <a:lnTo>
                    <a:pt x="188924" y="302312"/>
                  </a:lnTo>
                  <a:lnTo>
                    <a:pt x="259784" y="286106"/>
                  </a:lnTo>
                  <a:lnTo>
                    <a:pt x="251942" y="245066"/>
                  </a:lnTo>
                  <a:lnTo>
                    <a:pt x="261474" y="171740"/>
                  </a:lnTo>
                  <a:lnTo>
                    <a:pt x="292131" y="137753"/>
                  </a:lnTo>
                  <a:lnTo>
                    <a:pt x="369130" y="151226"/>
                  </a:lnTo>
                  <a:lnTo>
                    <a:pt x="406066" y="184272"/>
                  </a:lnTo>
                  <a:lnTo>
                    <a:pt x="455928" y="168334"/>
                  </a:lnTo>
                  <a:lnTo>
                    <a:pt x="507595" y="207545"/>
                  </a:lnTo>
                  <a:lnTo>
                    <a:pt x="555766" y="168982"/>
                  </a:lnTo>
                  <a:lnTo>
                    <a:pt x="584072" y="158127"/>
                  </a:lnTo>
                  <a:lnTo>
                    <a:pt x="628316" y="178655"/>
                  </a:lnTo>
                  <a:lnTo>
                    <a:pt x="732985" y="167673"/>
                  </a:lnTo>
                  <a:lnTo>
                    <a:pt x="804353" y="191594"/>
                  </a:lnTo>
                  <a:lnTo>
                    <a:pt x="899679" y="201914"/>
                  </a:lnTo>
                  <a:lnTo>
                    <a:pt x="1046355" y="138656"/>
                  </a:lnTo>
                  <a:lnTo>
                    <a:pt x="1073885" y="108863"/>
                  </a:lnTo>
                  <a:lnTo>
                    <a:pt x="1051185" y="40622"/>
                  </a:lnTo>
                  <a:lnTo>
                    <a:pt x="1083672" y="21938"/>
                  </a:lnTo>
                  <a:lnTo>
                    <a:pt x="1124269" y="33047"/>
                  </a:lnTo>
                  <a:lnTo>
                    <a:pt x="1155065" y="0"/>
                  </a:lnTo>
                  <a:lnTo>
                    <a:pt x="1168894" y="35029"/>
                  </a:lnTo>
                  <a:lnTo>
                    <a:pt x="1165500" y="81028"/>
                  </a:lnTo>
                  <a:lnTo>
                    <a:pt x="1187820" y="80646"/>
                  </a:lnTo>
                  <a:lnTo>
                    <a:pt x="1254243" y="54374"/>
                  </a:lnTo>
                  <a:lnTo>
                    <a:pt x="1313358" y="86251"/>
                  </a:lnTo>
                  <a:lnTo>
                    <a:pt x="1334241" y="135275"/>
                  </a:lnTo>
                  <a:lnTo>
                    <a:pt x="1299796" y="188721"/>
                  </a:lnTo>
                  <a:lnTo>
                    <a:pt x="1281519" y="289246"/>
                  </a:lnTo>
                  <a:lnTo>
                    <a:pt x="1289145" y="301270"/>
                  </a:lnTo>
                  <a:lnTo>
                    <a:pt x="1296072" y="356419"/>
                  </a:lnTo>
                  <a:lnTo>
                    <a:pt x="1332080" y="402685"/>
                  </a:lnTo>
                  <a:lnTo>
                    <a:pt x="1329742" y="408951"/>
                  </a:lnTo>
                  <a:lnTo>
                    <a:pt x="1337965" y="436913"/>
                  </a:lnTo>
                  <a:lnTo>
                    <a:pt x="1361708" y="452458"/>
                  </a:lnTo>
                  <a:lnTo>
                    <a:pt x="1411824" y="447628"/>
                  </a:lnTo>
                  <a:lnTo>
                    <a:pt x="1446917" y="499740"/>
                  </a:lnTo>
                  <a:lnTo>
                    <a:pt x="1429707" y="569544"/>
                  </a:lnTo>
                  <a:lnTo>
                    <a:pt x="1466758" y="640251"/>
                  </a:lnTo>
                  <a:lnTo>
                    <a:pt x="1435313" y="713042"/>
                  </a:lnTo>
                  <a:lnTo>
                    <a:pt x="1452026" y="758138"/>
                  </a:lnTo>
                  <a:lnTo>
                    <a:pt x="1446015" y="819846"/>
                  </a:lnTo>
                  <a:lnTo>
                    <a:pt x="1405952" y="848584"/>
                  </a:lnTo>
                  <a:lnTo>
                    <a:pt x="1394068" y="881923"/>
                  </a:lnTo>
                  <a:lnTo>
                    <a:pt x="1394996" y="907343"/>
                  </a:lnTo>
                  <a:lnTo>
                    <a:pt x="1414836" y="934657"/>
                  </a:lnTo>
                  <a:lnTo>
                    <a:pt x="1393420" y="969420"/>
                  </a:lnTo>
                  <a:lnTo>
                    <a:pt x="1373719" y="1000140"/>
                  </a:lnTo>
                  <a:lnTo>
                    <a:pt x="1391335" y="1050320"/>
                  </a:lnTo>
                  <a:lnTo>
                    <a:pt x="1421992" y="1090459"/>
                  </a:lnTo>
                  <a:lnTo>
                    <a:pt x="1419781" y="1112943"/>
                  </a:lnTo>
                  <a:lnTo>
                    <a:pt x="1413909" y="1170711"/>
                  </a:lnTo>
                  <a:close/>
                </a:path>
              </a:pathLst>
            </a:custGeom>
            <a:solidFill>
              <a:srgbClr val="FFFFFF"/>
            </a:solidFill>
            <a:ln w="12700" cap="flat">
              <a:noFill/>
              <a:prstDash val="solid"/>
              <a:miter/>
            </a:ln>
          </p:spPr>
          <p:txBody>
            <a:bodyPr rtlCol="0" anchor="ctr"/>
            <a:lstStyle/>
            <a:p>
              <a:endParaRPr lang="de-CH"/>
            </a:p>
          </p:txBody>
        </p:sp>
        <p:sp>
          <p:nvSpPr>
            <p:cNvPr id="52" name="Freihandform: Form 51">
              <a:extLst>
                <a:ext uri="{FF2B5EF4-FFF2-40B4-BE49-F238E27FC236}">
                  <a16:creationId xmlns:a16="http://schemas.microsoft.com/office/drawing/2014/main" id="{A36A4D16-41C2-BB53-9742-317B62C82031}"/>
                </a:ext>
              </a:extLst>
            </p:cNvPr>
            <p:cNvSpPr/>
            <p:nvPr/>
          </p:nvSpPr>
          <p:spPr>
            <a:xfrm>
              <a:off x="6489224" y="3985237"/>
              <a:ext cx="1598003" cy="2417709"/>
            </a:xfrm>
            <a:custGeom>
              <a:avLst/>
              <a:gdLst>
                <a:gd name="connsiteX0" fmla="*/ 1267042 w 1598003"/>
                <a:gd name="connsiteY0" fmla="*/ 1965366 h 2417709"/>
                <a:gd name="connsiteX1" fmla="*/ 1271732 w 1598003"/>
                <a:gd name="connsiteY1" fmla="*/ 1972039 h 2417709"/>
                <a:gd name="connsiteX2" fmla="*/ 1313752 w 1598003"/>
                <a:gd name="connsiteY2" fmla="*/ 1983669 h 2417709"/>
                <a:gd name="connsiteX3" fmla="*/ 1320285 w 1598003"/>
                <a:gd name="connsiteY3" fmla="*/ 2022104 h 2417709"/>
                <a:gd name="connsiteX4" fmla="*/ 1316104 w 1598003"/>
                <a:gd name="connsiteY4" fmla="*/ 2042225 h 2417709"/>
                <a:gd name="connsiteX5" fmla="*/ 1332627 w 1598003"/>
                <a:gd name="connsiteY5" fmla="*/ 2057642 h 2417709"/>
                <a:gd name="connsiteX6" fmla="*/ 1322853 w 1598003"/>
                <a:gd name="connsiteY6" fmla="*/ 2084448 h 2417709"/>
                <a:gd name="connsiteX7" fmla="*/ 1344384 w 1598003"/>
                <a:gd name="connsiteY7" fmla="*/ 2093841 h 2417709"/>
                <a:gd name="connsiteX8" fmla="*/ 1371533 w 1598003"/>
                <a:gd name="connsiteY8" fmla="*/ 2090447 h 2417709"/>
                <a:gd name="connsiteX9" fmla="*/ 1388882 w 1598003"/>
                <a:gd name="connsiteY9" fmla="*/ 2106525 h 2417709"/>
                <a:gd name="connsiteX10" fmla="*/ 1407019 w 1598003"/>
                <a:gd name="connsiteY10" fmla="*/ 2106780 h 2417709"/>
                <a:gd name="connsiteX11" fmla="*/ 1405990 w 1598003"/>
                <a:gd name="connsiteY11" fmla="*/ 2122350 h 2417709"/>
                <a:gd name="connsiteX12" fmla="*/ 1442392 w 1598003"/>
                <a:gd name="connsiteY12" fmla="*/ 2136738 h 2417709"/>
                <a:gd name="connsiteX13" fmla="*/ 1444349 w 1598003"/>
                <a:gd name="connsiteY13" fmla="*/ 2172923 h 2417709"/>
                <a:gd name="connsiteX14" fmla="*/ 1464851 w 1598003"/>
                <a:gd name="connsiteY14" fmla="*/ 2163632 h 2417709"/>
                <a:gd name="connsiteX15" fmla="*/ 1461712 w 1598003"/>
                <a:gd name="connsiteY15" fmla="*/ 2182609 h 2417709"/>
                <a:gd name="connsiteX16" fmla="*/ 1451289 w 1598003"/>
                <a:gd name="connsiteY16" fmla="*/ 2213151 h 2417709"/>
                <a:gd name="connsiteX17" fmla="*/ 1427140 w 1598003"/>
                <a:gd name="connsiteY17" fmla="*/ 2246872 h 2417709"/>
                <a:gd name="connsiteX18" fmla="*/ 1399749 w 1598003"/>
                <a:gd name="connsiteY18" fmla="*/ 2252617 h 2417709"/>
                <a:gd name="connsiteX19" fmla="*/ 1394132 w 1598003"/>
                <a:gd name="connsiteY19" fmla="*/ 2304512 h 2417709"/>
                <a:gd name="connsiteX20" fmla="*/ 1361377 w 1598003"/>
                <a:gd name="connsiteY20" fmla="*/ 2351693 h 2417709"/>
                <a:gd name="connsiteX21" fmla="*/ 1360716 w 1598003"/>
                <a:gd name="connsiteY21" fmla="*/ 2401364 h 2417709"/>
                <a:gd name="connsiteX22" fmla="*/ 1327301 w 1598003"/>
                <a:gd name="connsiteY22" fmla="*/ 2417709 h 2417709"/>
                <a:gd name="connsiteX23" fmla="*/ 1276461 w 1598003"/>
                <a:gd name="connsiteY23" fmla="*/ 2406855 h 2417709"/>
                <a:gd name="connsiteX24" fmla="*/ 1283121 w 1598003"/>
                <a:gd name="connsiteY24" fmla="*/ 2368419 h 2417709"/>
                <a:gd name="connsiteX25" fmla="*/ 1244748 w 1598003"/>
                <a:gd name="connsiteY25" fmla="*/ 2365153 h 2417709"/>
                <a:gd name="connsiteX26" fmla="*/ 1239410 w 1598003"/>
                <a:gd name="connsiteY26" fmla="*/ 2379922 h 2417709"/>
                <a:gd name="connsiteX27" fmla="*/ 1206910 w 1598003"/>
                <a:gd name="connsiteY27" fmla="*/ 2372220 h 2417709"/>
                <a:gd name="connsiteX28" fmla="*/ 1196996 w 1598003"/>
                <a:gd name="connsiteY28" fmla="*/ 2349850 h 2417709"/>
                <a:gd name="connsiteX29" fmla="*/ 1177155 w 1598003"/>
                <a:gd name="connsiteY29" fmla="*/ 2347307 h 2417709"/>
                <a:gd name="connsiteX30" fmla="*/ 1149625 w 1598003"/>
                <a:gd name="connsiteY30" fmla="*/ 2359332 h 2417709"/>
                <a:gd name="connsiteX31" fmla="*/ 1144274 w 1598003"/>
                <a:gd name="connsiteY31" fmla="*/ 2381155 h 2417709"/>
                <a:gd name="connsiteX32" fmla="*/ 1124828 w 1598003"/>
                <a:gd name="connsiteY32" fmla="*/ 2378142 h 2417709"/>
                <a:gd name="connsiteX33" fmla="*/ 1101200 w 1598003"/>
                <a:gd name="connsiteY33" fmla="*/ 2387040 h 2417709"/>
                <a:gd name="connsiteX34" fmla="*/ 1104720 w 1598003"/>
                <a:gd name="connsiteY34" fmla="*/ 2348617 h 2417709"/>
                <a:gd name="connsiteX35" fmla="*/ 1146092 w 1598003"/>
                <a:gd name="connsiteY35" fmla="*/ 2284176 h 2417709"/>
                <a:gd name="connsiteX36" fmla="*/ 1160454 w 1598003"/>
                <a:gd name="connsiteY36" fmla="*/ 2284570 h 2417709"/>
                <a:gd name="connsiteX37" fmla="*/ 1172847 w 1598003"/>
                <a:gd name="connsiteY37" fmla="*/ 2274758 h 2417709"/>
                <a:gd name="connsiteX38" fmla="*/ 1167763 w 1598003"/>
                <a:gd name="connsiteY38" fmla="*/ 2268631 h 2417709"/>
                <a:gd name="connsiteX39" fmla="*/ 1148316 w 1598003"/>
                <a:gd name="connsiteY39" fmla="*/ 2265263 h 2417709"/>
                <a:gd name="connsiteX40" fmla="*/ 1132784 w 1598003"/>
                <a:gd name="connsiteY40" fmla="*/ 2201356 h 2417709"/>
                <a:gd name="connsiteX41" fmla="*/ 1116592 w 1598003"/>
                <a:gd name="connsiteY41" fmla="*/ 2189587 h 2417709"/>
                <a:gd name="connsiteX42" fmla="*/ 1123646 w 1598003"/>
                <a:gd name="connsiteY42" fmla="*/ 2169466 h 2417709"/>
                <a:gd name="connsiteX43" fmla="*/ 1118282 w 1598003"/>
                <a:gd name="connsiteY43" fmla="*/ 2150630 h 2417709"/>
                <a:gd name="connsiteX44" fmla="*/ 1110719 w 1598003"/>
                <a:gd name="connsiteY44" fmla="*/ 2133115 h 2417709"/>
                <a:gd name="connsiteX45" fmla="*/ 1125603 w 1598003"/>
                <a:gd name="connsiteY45" fmla="*/ 2125947 h 2417709"/>
                <a:gd name="connsiteX46" fmla="*/ 1154837 w 1598003"/>
                <a:gd name="connsiteY46" fmla="*/ 2083723 h 2417709"/>
                <a:gd name="connsiteX47" fmla="*/ 1172186 w 1598003"/>
                <a:gd name="connsiteY47" fmla="*/ 2067124 h 2417709"/>
                <a:gd name="connsiteX48" fmla="*/ 1178846 w 1598003"/>
                <a:gd name="connsiteY48" fmla="*/ 2066081 h 2417709"/>
                <a:gd name="connsiteX49" fmla="*/ 1199589 w 1598003"/>
                <a:gd name="connsiteY49" fmla="*/ 2080711 h 2417709"/>
                <a:gd name="connsiteX50" fmla="*/ 1218654 w 1598003"/>
                <a:gd name="connsiteY50" fmla="*/ 2097310 h 2417709"/>
                <a:gd name="connsiteX51" fmla="*/ 1224666 w 1598003"/>
                <a:gd name="connsiteY51" fmla="*/ 2112995 h 2417709"/>
                <a:gd name="connsiteX52" fmla="*/ 1227933 w 1598003"/>
                <a:gd name="connsiteY52" fmla="*/ 2153134 h 2417709"/>
                <a:gd name="connsiteX53" fmla="*/ 1235495 w 1598003"/>
                <a:gd name="connsiteY53" fmla="*/ 2159489 h 2417709"/>
                <a:gd name="connsiteX54" fmla="*/ 1241495 w 1598003"/>
                <a:gd name="connsiteY54" fmla="*/ 2154405 h 2417709"/>
                <a:gd name="connsiteX55" fmla="*/ 1245155 w 1598003"/>
                <a:gd name="connsiteY55" fmla="*/ 2136776 h 2417709"/>
                <a:gd name="connsiteX56" fmla="*/ 1246706 w 1598003"/>
                <a:gd name="connsiteY56" fmla="*/ 2117926 h 2417709"/>
                <a:gd name="connsiteX57" fmla="*/ 1232610 w 1598003"/>
                <a:gd name="connsiteY57" fmla="*/ 2089837 h 2417709"/>
                <a:gd name="connsiteX58" fmla="*/ 1225963 w 1598003"/>
                <a:gd name="connsiteY58" fmla="*/ 2084346 h 2417709"/>
                <a:gd name="connsiteX59" fmla="*/ 1214752 w 1598003"/>
                <a:gd name="connsiteY59" fmla="*/ 2074280 h 2417709"/>
                <a:gd name="connsiteX60" fmla="*/ 1204584 w 1598003"/>
                <a:gd name="connsiteY60" fmla="*/ 2055214 h 2417709"/>
                <a:gd name="connsiteX61" fmla="*/ 1206796 w 1598003"/>
                <a:gd name="connsiteY61" fmla="*/ 2032603 h 2417709"/>
                <a:gd name="connsiteX62" fmla="*/ 1201839 w 1598003"/>
                <a:gd name="connsiteY62" fmla="*/ 2022930 h 2417709"/>
                <a:gd name="connsiteX63" fmla="*/ 1194924 w 1598003"/>
                <a:gd name="connsiteY63" fmla="*/ 2020706 h 2417709"/>
                <a:gd name="connsiteX64" fmla="*/ 1197136 w 1598003"/>
                <a:gd name="connsiteY64" fmla="*/ 2010385 h 2417709"/>
                <a:gd name="connsiteX65" fmla="*/ 1207838 w 1598003"/>
                <a:gd name="connsiteY65" fmla="*/ 2011034 h 2417709"/>
                <a:gd name="connsiteX66" fmla="*/ 1211753 w 1598003"/>
                <a:gd name="connsiteY66" fmla="*/ 1986732 h 2417709"/>
                <a:gd name="connsiteX67" fmla="*/ 1230539 w 1598003"/>
                <a:gd name="connsiteY67" fmla="*/ 1991422 h 2417709"/>
                <a:gd name="connsiteX68" fmla="*/ 1237732 w 1598003"/>
                <a:gd name="connsiteY68" fmla="*/ 1963193 h 2417709"/>
                <a:gd name="connsiteX69" fmla="*/ 1232509 w 1598003"/>
                <a:gd name="connsiteY69" fmla="*/ 1927515 h 2417709"/>
                <a:gd name="connsiteX70" fmla="*/ 1246718 w 1598003"/>
                <a:gd name="connsiteY70" fmla="*/ 1912085 h 2417709"/>
                <a:gd name="connsiteX71" fmla="*/ 1280642 w 1598003"/>
                <a:gd name="connsiteY71" fmla="*/ 1898510 h 2417709"/>
                <a:gd name="connsiteX72" fmla="*/ 1293962 w 1598003"/>
                <a:gd name="connsiteY72" fmla="*/ 1892740 h 2417709"/>
                <a:gd name="connsiteX73" fmla="*/ 1301410 w 1598003"/>
                <a:gd name="connsiteY73" fmla="*/ 1882165 h 2417709"/>
                <a:gd name="connsiteX74" fmla="*/ 1330123 w 1598003"/>
                <a:gd name="connsiteY74" fmla="*/ 1872365 h 2417709"/>
                <a:gd name="connsiteX75" fmla="*/ 1343952 w 1598003"/>
                <a:gd name="connsiteY75" fmla="*/ 1896286 h 2417709"/>
                <a:gd name="connsiteX76" fmla="*/ 1328026 w 1598003"/>
                <a:gd name="connsiteY76" fmla="*/ 1900328 h 2417709"/>
                <a:gd name="connsiteX77" fmla="*/ 1325026 w 1598003"/>
                <a:gd name="connsiteY77" fmla="*/ 1913928 h 2417709"/>
                <a:gd name="connsiteX78" fmla="*/ 1308503 w 1598003"/>
                <a:gd name="connsiteY78" fmla="*/ 1915097 h 2417709"/>
                <a:gd name="connsiteX79" fmla="*/ 1304448 w 1598003"/>
                <a:gd name="connsiteY79" fmla="*/ 1934696 h 2417709"/>
                <a:gd name="connsiteX80" fmla="*/ 1277833 w 1598003"/>
                <a:gd name="connsiteY80" fmla="*/ 1940060 h 2417709"/>
                <a:gd name="connsiteX81" fmla="*/ 1273130 w 1598003"/>
                <a:gd name="connsiteY81" fmla="*/ 1958490 h 2417709"/>
                <a:gd name="connsiteX82" fmla="*/ 1449866 w 1598003"/>
                <a:gd name="connsiteY82" fmla="*/ 1239321 h 2417709"/>
                <a:gd name="connsiteX83" fmla="*/ 1512642 w 1598003"/>
                <a:gd name="connsiteY83" fmla="*/ 1273817 h 2417709"/>
                <a:gd name="connsiteX84" fmla="*/ 1555856 w 1598003"/>
                <a:gd name="connsiteY84" fmla="*/ 1337368 h 2417709"/>
                <a:gd name="connsiteX85" fmla="*/ 1598003 w 1598003"/>
                <a:gd name="connsiteY85" fmla="*/ 1363627 h 2417709"/>
                <a:gd name="connsiteX86" fmla="*/ 1593821 w 1598003"/>
                <a:gd name="connsiteY86" fmla="*/ 1384929 h 2417709"/>
                <a:gd name="connsiteX87" fmla="*/ 1554165 w 1598003"/>
                <a:gd name="connsiteY87" fmla="*/ 1409244 h 2417709"/>
                <a:gd name="connsiteX88" fmla="*/ 1522848 w 1598003"/>
                <a:gd name="connsiteY88" fmla="*/ 1472235 h 2417709"/>
                <a:gd name="connsiteX89" fmla="*/ 1434296 w 1598003"/>
                <a:gd name="connsiteY89" fmla="*/ 1511167 h 2417709"/>
                <a:gd name="connsiteX90" fmla="*/ 1421370 w 1598003"/>
                <a:gd name="connsiteY90" fmla="*/ 1521335 h 2417709"/>
                <a:gd name="connsiteX91" fmla="*/ 1437893 w 1598003"/>
                <a:gd name="connsiteY91" fmla="*/ 1558576 h 2417709"/>
                <a:gd name="connsiteX92" fmla="*/ 1460771 w 1598003"/>
                <a:gd name="connsiteY92" fmla="*/ 1597978 h 2417709"/>
                <a:gd name="connsiteX93" fmla="*/ 1456729 w 1598003"/>
                <a:gd name="connsiteY93" fmla="*/ 1620589 h 2417709"/>
                <a:gd name="connsiteX94" fmla="*/ 1439634 w 1598003"/>
                <a:gd name="connsiteY94" fmla="*/ 1642807 h 2417709"/>
                <a:gd name="connsiteX95" fmla="*/ 1436888 w 1598003"/>
                <a:gd name="connsiteY95" fmla="*/ 1668430 h 2417709"/>
                <a:gd name="connsiteX96" fmla="*/ 1430241 w 1598003"/>
                <a:gd name="connsiteY96" fmla="*/ 1684369 h 2417709"/>
                <a:gd name="connsiteX97" fmla="*/ 1379731 w 1598003"/>
                <a:gd name="connsiteY97" fmla="*/ 1691182 h 2417709"/>
                <a:gd name="connsiteX98" fmla="*/ 1316307 w 1598003"/>
                <a:gd name="connsiteY98" fmla="*/ 1723592 h 2417709"/>
                <a:gd name="connsiteX99" fmla="*/ 1309138 w 1598003"/>
                <a:gd name="connsiteY99" fmla="*/ 1735998 h 2417709"/>
                <a:gd name="connsiteX100" fmla="*/ 1292424 w 1598003"/>
                <a:gd name="connsiteY100" fmla="*/ 1786978 h 2417709"/>
                <a:gd name="connsiteX101" fmla="*/ 1312265 w 1598003"/>
                <a:gd name="connsiteY101" fmla="*/ 1811280 h 2417709"/>
                <a:gd name="connsiteX102" fmla="*/ 1325319 w 1598003"/>
                <a:gd name="connsiteY102" fmla="*/ 1826710 h 2417709"/>
                <a:gd name="connsiteX103" fmla="*/ 1304308 w 1598003"/>
                <a:gd name="connsiteY103" fmla="*/ 1842268 h 2417709"/>
                <a:gd name="connsiteX104" fmla="*/ 1287988 w 1598003"/>
                <a:gd name="connsiteY104" fmla="*/ 1862388 h 2417709"/>
                <a:gd name="connsiteX105" fmla="*/ 1264767 w 1598003"/>
                <a:gd name="connsiteY105" fmla="*/ 1864358 h 2417709"/>
                <a:gd name="connsiteX106" fmla="*/ 1246363 w 1598003"/>
                <a:gd name="connsiteY106" fmla="*/ 1875975 h 2417709"/>
                <a:gd name="connsiteX107" fmla="*/ 1230310 w 1598003"/>
                <a:gd name="connsiteY107" fmla="*/ 1878733 h 2417709"/>
                <a:gd name="connsiteX108" fmla="*/ 1222086 w 1598003"/>
                <a:gd name="connsiteY108" fmla="*/ 1874539 h 2417709"/>
                <a:gd name="connsiteX109" fmla="*/ 1216341 w 1598003"/>
                <a:gd name="connsiteY109" fmla="*/ 1863316 h 2417709"/>
                <a:gd name="connsiteX110" fmla="*/ 1204737 w 1598003"/>
                <a:gd name="connsiteY110" fmla="*/ 1862388 h 2417709"/>
                <a:gd name="connsiteX111" fmla="*/ 1198737 w 1598003"/>
                <a:gd name="connsiteY111" fmla="*/ 1870624 h 2417709"/>
                <a:gd name="connsiteX112" fmla="*/ 1191683 w 1598003"/>
                <a:gd name="connsiteY112" fmla="*/ 1866442 h 2417709"/>
                <a:gd name="connsiteX113" fmla="*/ 1178973 w 1598003"/>
                <a:gd name="connsiteY113" fmla="*/ 1869849 h 2417709"/>
                <a:gd name="connsiteX114" fmla="*/ 1175313 w 1598003"/>
                <a:gd name="connsiteY114" fmla="*/ 1879242 h 2417709"/>
                <a:gd name="connsiteX115" fmla="*/ 1168259 w 1598003"/>
                <a:gd name="connsiteY115" fmla="*/ 1897811 h 2417709"/>
                <a:gd name="connsiteX116" fmla="*/ 1183651 w 1598003"/>
                <a:gd name="connsiteY116" fmla="*/ 1906302 h 2417709"/>
                <a:gd name="connsiteX117" fmla="*/ 1190590 w 1598003"/>
                <a:gd name="connsiteY117" fmla="*/ 1912657 h 2417709"/>
                <a:gd name="connsiteX118" fmla="*/ 1191620 w 1598003"/>
                <a:gd name="connsiteY118" fmla="*/ 1926257 h 2417709"/>
                <a:gd name="connsiteX119" fmla="*/ 1192802 w 1598003"/>
                <a:gd name="connsiteY119" fmla="*/ 1941153 h 2417709"/>
                <a:gd name="connsiteX120" fmla="*/ 1190323 w 1598003"/>
                <a:gd name="connsiteY120" fmla="*/ 1951080 h 2417709"/>
                <a:gd name="connsiteX121" fmla="*/ 1178439 w 1598003"/>
                <a:gd name="connsiteY121" fmla="*/ 1969128 h 2417709"/>
                <a:gd name="connsiteX122" fmla="*/ 1175452 w 1598003"/>
                <a:gd name="connsiteY122" fmla="*/ 1988727 h 2417709"/>
                <a:gd name="connsiteX123" fmla="*/ 1177003 w 1598003"/>
                <a:gd name="connsiteY123" fmla="*/ 2006623 h 2417709"/>
                <a:gd name="connsiteX124" fmla="*/ 1186917 w 1598003"/>
                <a:gd name="connsiteY124" fmla="*/ 2009636 h 2417709"/>
                <a:gd name="connsiteX125" fmla="*/ 1182354 w 1598003"/>
                <a:gd name="connsiteY125" fmla="*/ 2020490 h 2417709"/>
                <a:gd name="connsiteX126" fmla="*/ 1171016 w 1598003"/>
                <a:gd name="connsiteY126" fmla="*/ 2021532 h 2417709"/>
                <a:gd name="connsiteX127" fmla="*/ 1162399 w 1598003"/>
                <a:gd name="connsiteY127" fmla="*/ 2026769 h 2417709"/>
                <a:gd name="connsiteX128" fmla="*/ 1157963 w 1598003"/>
                <a:gd name="connsiteY128" fmla="*/ 2044283 h 2417709"/>
                <a:gd name="connsiteX129" fmla="*/ 1150769 w 1598003"/>
                <a:gd name="connsiteY129" fmla="*/ 2061150 h 2417709"/>
                <a:gd name="connsiteX130" fmla="*/ 1135898 w 1598003"/>
                <a:gd name="connsiteY130" fmla="*/ 2084028 h 2417709"/>
                <a:gd name="connsiteX131" fmla="*/ 1119985 w 1598003"/>
                <a:gd name="connsiteY131" fmla="*/ 2101823 h 2417709"/>
                <a:gd name="connsiteX132" fmla="*/ 1110579 w 1598003"/>
                <a:gd name="connsiteY132" fmla="*/ 2109779 h 2417709"/>
                <a:gd name="connsiteX133" fmla="*/ 1100920 w 1598003"/>
                <a:gd name="connsiteY133" fmla="*/ 2111483 h 2417709"/>
                <a:gd name="connsiteX134" fmla="*/ 1088794 w 1598003"/>
                <a:gd name="connsiteY134" fmla="*/ 2098149 h 2417709"/>
                <a:gd name="connsiteX135" fmla="*/ 1069729 w 1598003"/>
                <a:gd name="connsiteY135" fmla="*/ 2082071 h 2417709"/>
                <a:gd name="connsiteX136" fmla="*/ 1068814 w 1598003"/>
                <a:gd name="connsiteY136" fmla="*/ 2071369 h 2417709"/>
                <a:gd name="connsiteX137" fmla="*/ 1081524 w 1598003"/>
                <a:gd name="connsiteY137" fmla="*/ 2035158 h 2417709"/>
                <a:gd name="connsiteX138" fmla="*/ 1079173 w 1598003"/>
                <a:gd name="connsiteY138" fmla="*/ 2019334 h 2417709"/>
                <a:gd name="connsiteX139" fmla="*/ 1071610 w 1598003"/>
                <a:gd name="connsiteY139" fmla="*/ 1985868 h 2417709"/>
                <a:gd name="connsiteX140" fmla="*/ 1068610 w 1598003"/>
                <a:gd name="connsiteY140" fmla="*/ 1973335 h 2417709"/>
                <a:gd name="connsiteX141" fmla="*/ 1068877 w 1598003"/>
                <a:gd name="connsiteY141" fmla="*/ 1967438 h 2417709"/>
                <a:gd name="connsiteX142" fmla="*/ 1073313 w 1598003"/>
                <a:gd name="connsiteY142" fmla="*/ 1957778 h 2417709"/>
                <a:gd name="connsiteX143" fmla="*/ 1074737 w 1598003"/>
                <a:gd name="connsiteY143" fmla="*/ 1949796 h 2417709"/>
                <a:gd name="connsiteX144" fmla="*/ 1089887 w 1598003"/>
                <a:gd name="connsiteY144" fmla="*/ 1929816 h 2417709"/>
                <a:gd name="connsiteX145" fmla="*/ 1094844 w 1598003"/>
                <a:gd name="connsiteY145" fmla="*/ 1911894 h 2417709"/>
                <a:gd name="connsiteX146" fmla="*/ 1095493 w 1598003"/>
                <a:gd name="connsiteY146" fmla="*/ 1907191 h 2417709"/>
                <a:gd name="connsiteX147" fmla="*/ 1093268 w 1598003"/>
                <a:gd name="connsiteY147" fmla="*/ 1899095 h 2417709"/>
                <a:gd name="connsiteX148" fmla="*/ 1087015 w 1598003"/>
                <a:gd name="connsiteY148" fmla="*/ 1894380 h 2417709"/>
                <a:gd name="connsiteX149" fmla="*/ 1068610 w 1598003"/>
                <a:gd name="connsiteY149" fmla="*/ 1902756 h 2417709"/>
                <a:gd name="connsiteX150" fmla="*/ 1058684 w 1598003"/>
                <a:gd name="connsiteY150" fmla="*/ 1916864 h 2417709"/>
                <a:gd name="connsiteX151" fmla="*/ 1061950 w 1598003"/>
                <a:gd name="connsiteY151" fmla="*/ 1938179 h 2417709"/>
                <a:gd name="connsiteX152" fmla="*/ 1062090 w 1598003"/>
                <a:gd name="connsiteY152" fmla="*/ 1952160 h 2417709"/>
                <a:gd name="connsiteX153" fmla="*/ 1055735 w 1598003"/>
                <a:gd name="connsiteY153" fmla="*/ 1961057 h 2417709"/>
                <a:gd name="connsiteX154" fmla="*/ 1041398 w 1598003"/>
                <a:gd name="connsiteY154" fmla="*/ 1967984 h 2417709"/>
                <a:gd name="connsiteX155" fmla="*/ 1040864 w 1598003"/>
                <a:gd name="connsiteY155" fmla="*/ 1974136 h 2417709"/>
                <a:gd name="connsiteX156" fmla="*/ 1049354 w 1598003"/>
                <a:gd name="connsiteY156" fmla="*/ 1989299 h 2417709"/>
                <a:gd name="connsiteX157" fmla="*/ 1047638 w 1598003"/>
                <a:gd name="connsiteY157" fmla="*/ 1996481 h 2417709"/>
                <a:gd name="connsiteX158" fmla="*/ 1029514 w 1598003"/>
                <a:gd name="connsiteY158" fmla="*/ 2002098 h 2417709"/>
                <a:gd name="connsiteX159" fmla="*/ 1010982 w 1598003"/>
                <a:gd name="connsiteY159" fmla="*/ 1996735 h 2417709"/>
                <a:gd name="connsiteX160" fmla="*/ 1012152 w 1598003"/>
                <a:gd name="connsiteY160" fmla="*/ 1984584 h 2417709"/>
                <a:gd name="connsiteX161" fmla="*/ 1018151 w 1598003"/>
                <a:gd name="connsiteY161" fmla="*/ 1977123 h 2417709"/>
                <a:gd name="connsiteX162" fmla="*/ 1012673 w 1598003"/>
                <a:gd name="connsiteY162" fmla="*/ 1966955 h 2417709"/>
                <a:gd name="connsiteX163" fmla="*/ 1007449 w 1598003"/>
                <a:gd name="connsiteY163" fmla="*/ 1965252 h 2417709"/>
                <a:gd name="connsiteX164" fmla="*/ 995578 w 1598003"/>
                <a:gd name="connsiteY164" fmla="*/ 1972191 h 2417709"/>
                <a:gd name="connsiteX165" fmla="*/ 990633 w 1598003"/>
                <a:gd name="connsiteY165" fmla="*/ 1981330 h 2417709"/>
                <a:gd name="connsiteX166" fmla="*/ 973907 w 1598003"/>
                <a:gd name="connsiteY166" fmla="*/ 1967082 h 2417709"/>
                <a:gd name="connsiteX167" fmla="*/ 952909 w 1598003"/>
                <a:gd name="connsiteY167" fmla="*/ 1936882 h 2417709"/>
                <a:gd name="connsiteX168" fmla="*/ 932955 w 1598003"/>
                <a:gd name="connsiteY168" fmla="*/ 1922647 h 2417709"/>
                <a:gd name="connsiteX169" fmla="*/ 913241 w 1598003"/>
                <a:gd name="connsiteY169" fmla="*/ 1919774 h 2417709"/>
                <a:gd name="connsiteX170" fmla="*/ 856719 w 1598003"/>
                <a:gd name="connsiteY170" fmla="*/ 1907344 h 2417709"/>
                <a:gd name="connsiteX171" fmla="*/ 848508 w 1598003"/>
                <a:gd name="connsiteY171" fmla="*/ 1918593 h 2417709"/>
                <a:gd name="connsiteX172" fmla="*/ 836624 w 1598003"/>
                <a:gd name="connsiteY172" fmla="*/ 1914932 h 2417709"/>
                <a:gd name="connsiteX173" fmla="*/ 837552 w 1598003"/>
                <a:gd name="connsiteY173" fmla="*/ 1903569 h 2417709"/>
                <a:gd name="connsiteX174" fmla="*/ 848381 w 1598003"/>
                <a:gd name="connsiteY174" fmla="*/ 1860049 h 2417709"/>
                <a:gd name="connsiteX175" fmla="*/ 857507 w 1598003"/>
                <a:gd name="connsiteY175" fmla="*/ 1846830 h 2417709"/>
                <a:gd name="connsiteX176" fmla="*/ 874488 w 1598003"/>
                <a:gd name="connsiteY176" fmla="*/ 1818474 h 2417709"/>
                <a:gd name="connsiteX177" fmla="*/ 903187 w 1598003"/>
                <a:gd name="connsiteY177" fmla="*/ 1807035 h 2417709"/>
                <a:gd name="connsiteX178" fmla="*/ 907903 w 1598003"/>
                <a:gd name="connsiteY178" fmla="*/ 1803387 h 2417709"/>
                <a:gd name="connsiteX179" fmla="*/ 920155 w 1598003"/>
                <a:gd name="connsiteY179" fmla="*/ 1780776 h 2417709"/>
                <a:gd name="connsiteX180" fmla="*/ 934759 w 1598003"/>
                <a:gd name="connsiteY180" fmla="*/ 1752012 h 2417709"/>
                <a:gd name="connsiteX181" fmla="*/ 918719 w 1598003"/>
                <a:gd name="connsiteY181" fmla="*/ 1743522 h 2417709"/>
                <a:gd name="connsiteX182" fmla="*/ 931772 w 1598003"/>
                <a:gd name="connsiteY182" fmla="*/ 1720504 h 2417709"/>
                <a:gd name="connsiteX183" fmla="*/ 954740 w 1598003"/>
                <a:gd name="connsiteY183" fmla="*/ 1727050 h 2417709"/>
                <a:gd name="connsiteX184" fmla="*/ 970653 w 1598003"/>
                <a:gd name="connsiteY184" fmla="*/ 1698553 h 2417709"/>
                <a:gd name="connsiteX185" fmla="*/ 970386 w 1598003"/>
                <a:gd name="connsiteY185" fmla="*/ 1658694 h 2417709"/>
                <a:gd name="connsiteX186" fmla="*/ 950431 w 1598003"/>
                <a:gd name="connsiteY186" fmla="*/ 1643277 h 2417709"/>
                <a:gd name="connsiteX187" fmla="*/ 924591 w 1598003"/>
                <a:gd name="connsiteY187" fmla="*/ 1632931 h 2417709"/>
                <a:gd name="connsiteX188" fmla="*/ 870979 w 1598003"/>
                <a:gd name="connsiteY188" fmla="*/ 1581454 h 2417709"/>
                <a:gd name="connsiteX189" fmla="*/ 862235 w 1598003"/>
                <a:gd name="connsiteY189" fmla="*/ 1593605 h 2417709"/>
                <a:gd name="connsiteX190" fmla="*/ 824257 w 1598003"/>
                <a:gd name="connsiteY190" fmla="*/ 1603418 h 2417709"/>
                <a:gd name="connsiteX191" fmla="*/ 767061 w 1598003"/>
                <a:gd name="connsiteY191" fmla="*/ 1572824 h 2417709"/>
                <a:gd name="connsiteX192" fmla="*/ 790816 w 1598003"/>
                <a:gd name="connsiteY192" fmla="*/ 1554394 h 2417709"/>
                <a:gd name="connsiteX193" fmla="*/ 811153 w 1598003"/>
                <a:gd name="connsiteY193" fmla="*/ 1530092 h 2417709"/>
                <a:gd name="connsiteX194" fmla="*/ 822236 w 1598003"/>
                <a:gd name="connsiteY194" fmla="*/ 1513226 h 2417709"/>
                <a:gd name="connsiteX195" fmla="*/ 843513 w 1598003"/>
                <a:gd name="connsiteY195" fmla="*/ 1498330 h 2417709"/>
                <a:gd name="connsiteX196" fmla="*/ 868170 w 1598003"/>
                <a:gd name="connsiteY196" fmla="*/ 1477027 h 2417709"/>
                <a:gd name="connsiteX197" fmla="*/ 884351 w 1598003"/>
                <a:gd name="connsiteY197" fmla="*/ 1469401 h 2417709"/>
                <a:gd name="connsiteX198" fmla="*/ 902234 w 1598003"/>
                <a:gd name="connsiteY198" fmla="*/ 1462487 h 2417709"/>
                <a:gd name="connsiteX199" fmla="*/ 919329 w 1598003"/>
                <a:gd name="connsiteY199" fmla="*/ 1455420 h 2417709"/>
                <a:gd name="connsiteX200" fmla="*/ 938521 w 1598003"/>
                <a:gd name="connsiteY200" fmla="*/ 1447578 h 2417709"/>
                <a:gd name="connsiteX201" fmla="*/ 958349 w 1598003"/>
                <a:gd name="connsiteY201" fmla="*/ 1444184 h 2417709"/>
                <a:gd name="connsiteX202" fmla="*/ 973360 w 1598003"/>
                <a:gd name="connsiteY202" fmla="*/ 1429148 h 2417709"/>
                <a:gd name="connsiteX203" fmla="*/ 970882 w 1598003"/>
                <a:gd name="connsiteY203" fmla="*/ 1417378 h 2417709"/>
                <a:gd name="connsiteX204" fmla="*/ 965543 w 1598003"/>
                <a:gd name="connsiteY204" fmla="*/ 1387840 h 2417709"/>
                <a:gd name="connsiteX205" fmla="*/ 945207 w 1598003"/>
                <a:gd name="connsiteY205" fmla="*/ 1364313 h 2417709"/>
                <a:gd name="connsiteX206" fmla="*/ 921197 w 1598003"/>
                <a:gd name="connsiteY206" fmla="*/ 1348247 h 2417709"/>
                <a:gd name="connsiteX207" fmla="*/ 910622 w 1598003"/>
                <a:gd name="connsiteY207" fmla="*/ 1360525 h 2417709"/>
                <a:gd name="connsiteX208" fmla="*/ 876572 w 1598003"/>
                <a:gd name="connsiteY208" fmla="*/ 1372676 h 2417709"/>
                <a:gd name="connsiteX209" fmla="*/ 858040 w 1598003"/>
                <a:gd name="connsiteY209" fmla="*/ 1374774 h 2417709"/>
                <a:gd name="connsiteX210" fmla="*/ 866518 w 1598003"/>
                <a:gd name="connsiteY210" fmla="*/ 1417124 h 2417709"/>
                <a:gd name="connsiteX211" fmla="*/ 855562 w 1598003"/>
                <a:gd name="connsiteY211" fmla="*/ 1430063 h 2417709"/>
                <a:gd name="connsiteX212" fmla="*/ 838721 w 1598003"/>
                <a:gd name="connsiteY212" fmla="*/ 1449929 h 2417709"/>
                <a:gd name="connsiteX213" fmla="*/ 818105 w 1598003"/>
                <a:gd name="connsiteY213" fmla="*/ 1449662 h 2417709"/>
                <a:gd name="connsiteX214" fmla="*/ 787435 w 1598003"/>
                <a:gd name="connsiteY214" fmla="*/ 1426135 h 2417709"/>
                <a:gd name="connsiteX215" fmla="*/ 730011 w 1598003"/>
                <a:gd name="connsiteY215" fmla="*/ 1443383 h 2417709"/>
                <a:gd name="connsiteX216" fmla="*/ 694422 w 1598003"/>
                <a:gd name="connsiteY216" fmla="*/ 1484310 h 2417709"/>
                <a:gd name="connsiteX217" fmla="*/ 679691 w 1598003"/>
                <a:gd name="connsiteY217" fmla="*/ 1528478 h 2417709"/>
                <a:gd name="connsiteX218" fmla="*/ 644852 w 1598003"/>
                <a:gd name="connsiteY218" fmla="*/ 1583247 h 2417709"/>
                <a:gd name="connsiteX219" fmla="*/ 622381 w 1598003"/>
                <a:gd name="connsiteY219" fmla="*/ 1585064 h 2417709"/>
                <a:gd name="connsiteX220" fmla="*/ 611679 w 1598003"/>
                <a:gd name="connsiteY220" fmla="*/ 1560762 h 2417709"/>
                <a:gd name="connsiteX221" fmla="*/ 588965 w 1598003"/>
                <a:gd name="connsiteY221" fmla="*/ 1562326 h 2417709"/>
                <a:gd name="connsiteX222" fmla="*/ 563138 w 1598003"/>
                <a:gd name="connsiteY222" fmla="*/ 1552526 h 2417709"/>
                <a:gd name="connsiteX223" fmla="*/ 542916 w 1598003"/>
                <a:gd name="connsiteY223" fmla="*/ 1521030 h 2417709"/>
                <a:gd name="connsiteX224" fmla="*/ 468129 w 1598003"/>
                <a:gd name="connsiteY224" fmla="*/ 1533321 h 2417709"/>
                <a:gd name="connsiteX225" fmla="*/ 463045 w 1598003"/>
                <a:gd name="connsiteY225" fmla="*/ 1493919 h 2417709"/>
                <a:gd name="connsiteX226" fmla="*/ 427940 w 1598003"/>
                <a:gd name="connsiteY226" fmla="*/ 1464254 h 2417709"/>
                <a:gd name="connsiteX227" fmla="*/ 449992 w 1598003"/>
                <a:gd name="connsiteY227" fmla="*/ 1432109 h 2417709"/>
                <a:gd name="connsiteX228" fmla="*/ 386975 w 1598003"/>
                <a:gd name="connsiteY228" fmla="*/ 1400969 h 2417709"/>
                <a:gd name="connsiteX229" fmla="*/ 385157 w 1598003"/>
                <a:gd name="connsiteY229" fmla="*/ 1393254 h 2417709"/>
                <a:gd name="connsiteX230" fmla="*/ 378624 w 1598003"/>
                <a:gd name="connsiteY230" fmla="*/ 1363716 h 2417709"/>
                <a:gd name="connsiteX231" fmla="*/ 363105 w 1598003"/>
                <a:gd name="connsiteY231" fmla="*/ 1348553 h 2417709"/>
                <a:gd name="connsiteX232" fmla="*/ 317946 w 1598003"/>
                <a:gd name="connsiteY232" fmla="*/ 1303724 h 2417709"/>
                <a:gd name="connsiteX233" fmla="*/ 305935 w 1598003"/>
                <a:gd name="connsiteY233" fmla="*/ 1262555 h 2417709"/>
                <a:gd name="connsiteX234" fmla="*/ 299808 w 1598003"/>
                <a:gd name="connsiteY234" fmla="*/ 1241520 h 2417709"/>
                <a:gd name="connsiteX235" fmla="*/ 252691 w 1598003"/>
                <a:gd name="connsiteY235" fmla="*/ 1243337 h 2417709"/>
                <a:gd name="connsiteX236" fmla="*/ 233779 w 1598003"/>
                <a:gd name="connsiteY236" fmla="*/ 1220866 h 2417709"/>
                <a:gd name="connsiteX237" fmla="*/ 168525 w 1598003"/>
                <a:gd name="connsiteY237" fmla="*/ 1200339 h 2417709"/>
                <a:gd name="connsiteX238" fmla="*/ 156895 w 1598003"/>
                <a:gd name="connsiteY238" fmla="*/ 1165043 h 2417709"/>
                <a:gd name="connsiteX239" fmla="*/ 111888 w 1598003"/>
                <a:gd name="connsiteY239" fmla="*/ 1153934 h 2417709"/>
                <a:gd name="connsiteX240" fmla="*/ 112142 w 1598003"/>
                <a:gd name="connsiteY240" fmla="*/ 1123887 h 2417709"/>
                <a:gd name="connsiteX241" fmla="*/ 139672 w 1598003"/>
                <a:gd name="connsiteY241" fmla="*/ 1108177 h 2417709"/>
                <a:gd name="connsiteX242" fmla="*/ 100398 w 1598003"/>
                <a:gd name="connsiteY242" fmla="*/ 1055265 h 2417709"/>
                <a:gd name="connsiteX243" fmla="*/ 74037 w 1598003"/>
                <a:gd name="connsiteY243" fmla="*/ 998272 h 2417709"/>
                <a:gd name="connsiteX244" fmla="*/ 106537 w 1598003"/>
                <a:gd name="connsiteY244" fmla="*/ 988193 h 2417709"/>
                <a:gd name="connsiteX245" fmla="*/ 108100 w 1598003"/>
                <a:gd name="connsiteY245" fmla="*/ 942322 h 2417709"/>
                <a:gd name="connsiteX246" fmla="*/ 129377 w 1598003"/>
                <a:gd name="connsiteY246" fmla="*/ 931098 h 2417709"/>
                <a:gd name="connsiteX247" fmla="*/ 137003 w 1598003"/>
                <a:gd name="connsiteY247" fmla="*/ 917359 h 2417709"/>
                <a:gd name="connsiteX248" fmla="*/ 150565 w 1598003"/>
                <a:gd name="connsiteY248" fmla="*/ 904954 h 2417709"/>
                <a:gd name="connsiteX249" fmla="*/ 152014 w 1598003"/>
                <a:gd name="connsiteY249" fmla="*/ 870636 h 2417709"/>
                <a:gd name="connsiteX250" fmla="*/ 146536 w 1598003"/>
                <a:gd name="connsiteY250" fmla="*/ 837704 h 2417709"/>
                <a:gd name="connsiteX251" fmla="*/ 162970 w 1598003"/>
                <a:gd name="connsiteY251" fmla="*/ 811012 h 2417709"/>
                <a:gd name="connsiteX252" fmla="*/ 156958 w 1598003"/>
                <a:gd name="connsiteY252" fmla="*/ 761087 h 2417709"/>
                <a:gd name="connsiteX253" fmla="*/ 147057 w 1598003"/>
                <a:gd name="connsiteY253" fmla="*/ 739480 h 2417709"/>
                <a:gd name="connsiteX254" fmla="*/ 163580 w 1598003"/>
                <a:gd name="connsiteY254" fmla="*/ 712165 h 2417709"/>
                <a:gd name="connsiteX255" fmla="*/ 149751 w 1598003"/>
                <a:gd name="connsiteY255" fmla="*/ 682487 h 2417709"/>
                <a:gd name="connsiteX256" fmla="*/ 159678 w 1598003"/>
                <a:gd name="connsiteY256" fmla="*/ 666676 h 2417709"/>
                <a:gd name="connsiteX257" fmla="*/ 138071 w 1598003"/>
                <a:gd name="connsiteY257" fmla="*/ 631901 h 2417709"/>
                <a:gd name="connsiteX258" fmla="*/ 131271 w 1598003"/>
                <a:gd name="connsiteY258" fmla="*/ 602667 h 2417709"/>
                <a:gd name="connsiteX259" fmla="*/ 147070 w 1598003"/>
                <a:gd name="connsiteY259" fmla="*/ 573916 h 2417709"/>
                <a:gd name="connsiteX260" fmla="*/ 145112 w 1598003"/>
                <a:gd name="connsiteY260" fmla="*/ 550924 h 2417709"/>
                <a:gd name="connsiteX261" fmla="*/ 125272 w 1598003"/>
                <a:gd name="connsiteY261" fmla="*/ 540196 h 2417709"/>
                <a:gd name="connsiteX262" fmla="*/ 114049 w 1598003"/>
                <a:gd name="connsiteY262" fmla="*/ 516530 h 2417709"/>
                <a:gd name="connsiteX263" fmla="*/ 69805 w 1598003"/>
                <a:gd name="connsiteY263" fmla="*/ 521894 h 2417709"/>
                <a:gd name="connsiteX264" fmla="*/ 0 w 1598003"/>
                <a:gd name="connsiteY264" fmla="*/ 544505 h 2417709"/>
                <a:gd name="connsiteX265" fmla="*/ 127 w 1598003"/>
                <a:gd name="connsiteY265" fmla="*/ 421394 h 2417709"/>
                <a:gd name="connsiteX266" fmla="*/ 104262 w 1598003"/>
                <a:gd name="connsiteY266" fmla="*/ 417848 h 2417709"/>
                <a:gd name="connsiteX267" fmla="*/ 174168 w 1598003"/>
                <a:gd name="connsiteY267" fmla="*/ 320996 h 2417709"/>
                <a:gd name="connsiteX268" fmla="*/ 188924 w 1598003"/>
                <a:gd name="connsiteY268" fmla="*/ 302312 h 2417709"/>
                <a:gd name="connsiteX269" fmla="*/ 259784 w 1598003"/>
                <a:gd name="connsiteY269" fmla="*/ 286106 h 2417709"/>
                <a:gd name="connsiteX270" fmla="*/ 251942 w 1598003"/>
                <a:gd name="connsiteY270" fmla="*/ 245066 h 2417709"/>
                <a:gd name="connsiteX271" fmla="*/ 261474 w 1598003"/>
                <a:gd name="connsiteY271" fmla="*/ 171740 h 2417709"/>
                <a:gd name="connsiteX272" fmla="*/ 292131 w 1598003"/>
                <a:gd name="connsiteY272" fmla="*/ 137753 h 2417709"/>
                <a:gd name="connsiteX273" fmla="*/ 369130 w 1598003"/>
                <a:gd name="connsiteY273" fmla="*/ 151226 h 2417709"/>
                <a:gd name="connsiteX274" fmla="*/ 406066 w 1598003"/>
                <a:gd name="connsiteY274" fmla="*/ 184272 h 2417709"/>
                <a:gd name="connsiteX275" fmla="*/ 455928 w 1598003"/>
                <a:gd name="connsiteY275" fmla="*/ 168334 h 2417709"/>
                <a:gd name="connsiteX276" fmla="*/ 507595 w 1598003"/>
                <a:gd name="connsiteY276" fmla="*/ 207545 h 2417709"/>
                <a:gd name="connsiteX277" fmla="*/ 555766 w 1598003"/>
                <a:gd name="connsiteY277" fmla="*/ 168982 h 2417709"/>
                <a:gd name="connsiteX278" fmla="*/ 584072 w 1598003"/>
                <a:gd name="connsiteY278" fmla="*/ 158127 h 2417709"/>
                <a:gd name="connsiteX279" fmla="*/ 628316 w 1598003"/>
                <a:gd name="connsiteY279" fmla="*/ 178655 h 2417709"/>
                <a:gd name="connsiteX280" fmla="*/ 732985 w 1598003"/>
                <a:gd name="connsiteY280" fmla="*/ 167673 h 2417709"/>
                <a:gd name="connsiteX281" fmla="*/ 804353 w 1598003"/>
                <a:gd name="connsiteY281" fmla="*/ 191594 h 2417709"/>
                <a:gd name="connsiteX282" fmla="*/ 899679 w 1598003"/>
                <a:gd name="connsiteY282" fmla="*/ 201914 h 2417709"/>
                <a:gd name="connsiteX283" fmla="*/ 1046355 w 1598003"/>
                <a:gd name="connsiteY283" fmla="*/ 138656 h 2417709"/>
                <a:gd name="connsiteX284" fmla="*/ 1073885 w 1598003"/>
                <a:gd name="connsiteY284" fmla="*/ 108863 h 2417709"/>
                <a:gd name="connsiteX285" fmla="*/ 1051185 w 1598003"/>
                <a:gd name="connsiteY285" fmla="*/ 40622 h 2417709"/>
                <a:gd name="connsiteX286" fmla="*/ 1083672 w 1598003"/>
                <a:gd name="connsiteY286" fmla="*/ 21938 h 2417709"/>
                <a:gd name="connsiteX287" fmla="*/ 1124269 w 1598003"/>
                <a:gd name="connsiteY287" fmla="*/ 33047 h 2417709"/>
                <a:gd name="connsiteX288" fmla="*/ 1155065 w 1598003"/>
                <a:gd name="connsiteY288" fmla="*/ 0 h 2417709"/>
                <a:gd name="connsiteX289" fmla="*/ 1168894 w 1598003"/>
                <a:gd name="connsiteY289" fmla="*/ 35029 h 2417709"/>
                <a:gd name="connsiteX290" fmla="*/ 1165500 w 1598003"/>
                <a:gd name="connsiteY290" fmla="*/ 81028 h 2417709"/>
                <a:gd name="connsiteX291" fmla="*/ 1187820 w 1598003"/>
                <a:gd name="connsiteY291" fmla="*/ 80646 h 2417709"/>
                <a:gd name="connsiteX292" fmla="*/ 1254243 w 1598003"/>
                <a:gd name="connsiteY292" fmla="*/ 54374 h 2417709"/>
                <a:gd name="connsiteX293" fmla="*/ 1313358 w 1598003"/>
                <a:gd name="connsiteY293" fmla="*/ 86251 h 2417709"/>
                <a:gd name="connsiteX294" fmla="*/ 1334241 w 1598003"/>
                <a:gd name="connsiteY294" fmla="*/ 135275 h 2417709"/>
                <a:gd name="connsiteX295" fmla="*/ 1299796 w 1598003"/>
                <a:gd name="connsiteY295" fmla="*/ 188721 h 2417709"/>
                <a:gd name="connsiteX296" fmla="*/ 1281519 w 1598003"/>
                <a:gd name="connsiteY296" fmla="*/ 289246 h 2417709"/>
                <a:gd name="connsiteX297" fmla="*/ 1289145 w 1598003"/>
                <a:gd name="connsiteY297" fmla="*/ 301270 h 2417709"/>
                <a:gd name="connsiteX298" fmla="*/ 1296072 w 1598003"/>
                <a:gd name="connsiteY298" fmla="*/ 356419 h 2417709"/>
                <a:gd name="connsiteX299" fmla="*/ 1332080 w 1598003"/>
                <a:gd name="connsiteY299" fmla="*/ 402685 h 2417709"/>
                <a:gd name="connsiteX300" fmla="*/ 1329742 w 1598003"/>
                <a:gd name="connsiteY300" fmla="*/ 408951 h 2417709"/>
                <a:gd name="connsiteX301" fmla="*/ 1337965 w 1598003"/>
                <a:gd name="connsiteY301" fmla="*/ 436913 h 2417709"/>
                <a:gd name="connsiteX302" fmla="*/ 1361708 w 1598003"/>
                <a:gd name="connsiteY302" fmla="*/ 452458 h 2417709"/>
                <a:gd name="connsiteX303" fmla="*/ 1411824 w 1598003"/>
                <a:gd name="connsiteY303" fmla="*/ 447628 h 2417709"/>
                <a:gd name="connsiteX304" fmla="*/ 1446917 w 1598003"/>
                <a:gd name="connsiteY304" fmla="*/ 499740 h 2417709"/>
                <a:gd name="connsiteX305" fmla="*/ 1429707 w 1598003"/>
                <a:gd name="connsiteY305" fmla="*/ 569544 h 2417709"/>
                <a:gd name="connsiteX306" fmla="*/ 1466758 w 1598003"/>
                <a:gd name="connsiteY306" fmla="*/ 640251 h 2417709"/>
                <a:gd name="connsiteX307" fmla="*/ 1435313 w 1598003"/>
                <a:gd name="connsiteY307" fmla="*/ 713042 h 2417709"/>
                <a:gd name="connsiteX308" fmla="*/ 1452026 w 1598003"/>
                <a:gd name="connsiteY308" fmla="*/ 758138 h 2417709"/>
                <a:gd name="connsiteX309" fmla="*/ 1446015 w 1598003"/>
                <a:gd name="connsiteY309" fmla="*/ 819846 h 2417709"/>
                <a:gd name="connsiteX310" fmla="*/ 1405952 w 1598003"/>
                <a:gd name="connsiteY310" fmla="*/ 848584 h 2417709"/>
                <a:gd name="connsiteX311" fmla="*/ 1394068 w 1598003"/>
                <a:gd name="connsiteY311" fmla="*/ 881923 h 2417709"/>
                <a:gd name="connsiteX312" fmla="*/ 1394996 w 1598003"/>
                <a:gd name="connsiteY312" fmla="*/ 907343 h 2417709"/>
                <a:gd name="connsiteX313" fmla="*/ 1414836 w 1598003"/>
                <a:gd name="connsiteY313" fmla="*/ 934657 h 2417709"/>
                <a:gd name="connsiteX314" fmla="*/ 1393420 w 1598003"/>
                <a:gd name="connsiteY314" fmla="*/ 969420 h 2417709"/>
                <a:gd name="connsiteX315" fmla="*/ 1373719 w 1598003"/>
                <a:gd name="connsiteY315" fmla="*/ 1000140 h 2417709"/>
                <a:gd name="connsiteX316" fmla="*/ 1391335 w 1598003"/>
                <a:gd name="connsiteY316" fmla="*/ 1050320 h 2417709"/>
                <a:gd name="connsiteX317" fmla="*/ 1421992 w 1598003"/>
                <a:gd name="connsiteY317" fmla="*/ 1090459 h 2417709"/>
                <a:gd name="connsiteX318" fmla="*/ 1419781 w 1598003"/>
                <a:gd name="connsiteY318" fmla="*/ 1112943 h 2417709"/>
                <a:gd name="connsiteX319" fmla="*/ 1413909 w 1598003"/>
                <a:gd name="connsiteY319" fmla="*/ 1170711 h 2417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Lst>
              <a:rect l="l" t="t" r="r" b="b"/>
              <a:pathLst>
                <a:path w="1598003" h="2417709">
                  <a:moveTo>
                    <a:pt x="1267042" y="1965366"/>
                  </a:moveTo>
                  <a:lnTo>
                    <a:pt x="1271732" y="1972039"/>
                  </a:lnTo>
                  <a:lnTo>
                    <a:pt x="1313752" y="1983669"/>
                  </a:lnTo>
                  <a:lnTo>
                    <a:pt x="1320285" y="2022104"/>
                  </a:lnTo>
                  <a:lnTo>
                    <a:pt x="1316104" y="2042225"/>
                  </a:lnTo>
                  <a:lnTo>
                    <a:pt x="1332627" y="2057642"/>
                  </a:lnTo>
                  <a:lnTo>
                    <a:pt x="1322853" y="2084448"/>
                  </a:lnTo>
                  <a:lnTo>
                    <a:pt x="1344384" y="2093841"/>
                  </a:lnTo>
                  <a:lnTo>
                    <a:pt x="1371533" y="2090447"/>
                  </a:lnTo>
                  <a:lnTo>
                    <a:pt x="1388882" y="2106525"/>
                  </a:lnTo>
                  <a:lnTo>
                    <a:pt x="1407019" y="2106780"/>
                  </a:lnTo>
                  <a:lnTo>
                    <a:pt x="1405990" y="2122350"/>
                  </a:lnTo>
                  <a:lnTo>
                    <a:pt x="1442392" y="2136738"/>
                  </a:lnTo>
                  <a:lnTo>
                    <a:pt x="1444349" y="2172923"/>
                  </a:lnTo>
                  <a:lnTo>
                    <a:pt x="1464851" y="2163632"/>
                  </a:lnTo>
                  <a:lnTo>
                    <a:pt x="1461712" y="2182609"/>
                  </a:lnTo>
                  <a:lnTo>
                    <a:pt x="1451289" y="2213151"/>
                  </a:lnTo>
                  <a:lnTo>
                    <a:pt x="1427140" y="2246872"/>
                  </a:lnTo>
                  <a:lnTo>
                    <a:pt x="1399749" y="2252617"/>
                  </a:lnTo>
                  <a:lnTo>
                    <a:pt x="1394132" y="2304512"/>
                  </a:lnTo>
                  <a:lnTo>
                    <a:pt x="1361377" y="2351693"/>
                  </a:lnTo>
                  <a:lnTo>
                    <a:pt x="1360716" y="2401364"/>
                  </a:lnTo>
                  <a:lnTo>
                    <a:pt x="1327301" y="2417709"/>
                  </a:lnTo>
                  <a:lnTo>
                    <a:pt x="1276461" y="2406855"/>
                  </a:lnTo>
                  <a:lnTo>
                    <a:pt x="1283121" y="2368419"/>
                  </a:lnTo>
                  <a:lnTo>
                    <a:pt x="1244748" y="2365153"/>
                  </a:lnTo>
                  <a:lnTo>
                    <a:pt x="1239410" y="2379922"/>
                  </a:lnTo>
                  <a:lnTo>
                    <a:pt x="1206910" y="2372220"/>
                  </a:lnTo>
                  <a:lnTo>
                    <a:pt x="1196996" y="2349850"/>
                  </a:lnTo>
                  <a:lnTo>
                    <a:pt x="1177155" y="2347307"/>
                  </a:lnTo>
                  <a:lnTo>
                    <a:pt x="1149625" y="2359332"/>
                  </a:lnTo>
                  <a:lnTo>
                    <a:pt x="1144274" y="2381155"/>
                  </a:lnTo>
                  <a:lnTo>
                    <a:pt x="1124828" y="2378142"/>
                  </a:lnTo>
                  <a:lnTo>
                    <a:pt x="1101200" y="2387040"/>
                  </a:lnTo>
                  <a:lnTo>
                    <a:pt x="1104720" y="2348617"/>
                  </a:lnTo>
                  <a:lnTo>
                    <a:pt x="1146092" y="2284176"/>
                  </a:lnTo>
                  <a:lnTo>
                    <a:pt x="1160454" y="2284570"/>
                  </a:lnTo>
                  <a:lnTo>
                    <a:pt x="1172847" y="2274758"/>
                  </a:lnTo>
                  <a:lnTo>
                    <a:pt x="1167763" y="2268631"/>
                  </a:lnTo>
                  <a:lnTo>
                    <a:pt x="1148316" y="2265263"/>
                  </a:lnTo>
                  <a:lnTo>
                    <a:pt x="1132784" y="2201356"/>
                  </a:lnTo>
                  <a:lnTo>
                    <a:pt x="1116592" y="2189587"/>
                  </a:lnTo>
                  <a:lnTo>
                    <a:pt x="1123646" y="2169466"/>
                  </a:lnTo>
                  <a:lnTo>
                    <a:pt x="1118282" y="2150630"/>
                  </a:lnTo>
                  <a:lnTo>
                    <a:pt x="1110719" y="2133115"/>
                  </a:lnTo>
                  <a:lnTo>
                    <a:pt x="1125603" y="2125947"/>
                  </a:lnTo>
                  <a:lnTo>
                    <a:pt x="1154837" y="2083723"/>
                  </a:lnTo>
                  <a:lnTo>
                    <a:pt x="1172186" y="2067124"/>
                  </a:lnTo>
                  <a:lnTo>
                    <a:pt x="1178846" y="2066081"/>
                  </a:lnTo>
                  <a:lnTo>
                    <a:pt x="1199589" y="2080711"/>
                  </a:lnTo>
                  <a:lnTo>
                    <a:pt x="1218654" y="2097310"/>
                  </a:lnTo>
                  <a:lnTo>
                    <a:pt x="1224666" y="2112995"/>
                  </a:lnTo>
                  <a:lnTo>
                    <a:pt x="1227933" y="2153134"/>
                  </a:lnTo>
                  <a:lnTo>
                    <a:pt x="1235495" y="2159489"/>
                  </a:lnTo>
                  <a:lnTo>
                    <a:pt x="1241495" y="2154405"/>
                  </a:lnTo>
                  <a:lnTo>
                    <a:pt x="1245155" y="2136776"/>
                  </a:lnTo>
                  <a:lnTo>
                    <a:pt x="1246706" y="2117926"/>
                  </a:lnTo>
                  <a:lnTo>
                    <a:pt x="1232610" y="2089837"/>
                  </a:lnTo>
                  <a:lnTo>
                    <a:pt x="1225963" y="2084346"/>
                  </a:lnTo>
                  <a:lnTo>
                    <a:pt x="1214752" y="2074280"/>
                  </a:lnTo>
                  <a:lnTo>
                    <a:pt x="1204584" y="2055214"/>
                  </a:lnTo>
                  <a:lnTo>
                    <a:pt x="1206796" y="2032603"/>
                  </a:lnTo>
                  <a:lnTo>
                    <a:pt x="1201839" y="2022930"/>
                  </a:lnTo>
                  <a:lnTo>
                    <a:pt x="1194924" y="2020706"/>
                  </a:lnTo>
                  <a:lnTo>
                    <a:pt x="1197136" y="2010385"/>
                  </a:lnTo>
                  <a:lnTo>
                    <a:pt x="1207838" y="2011034"/>
                  </a:lnTo>
                  <a:lnTo>
                    <a:pt x="1211753" y="1986732"/>
                  </a:lnTo>
                  <a:lnTo>
                    <a:pt x="1230539" y="1991422"/>
                  </a:lnTo>
                  <a:lnTo>
                    <a:pt x="1237732" y="1963193"/>
                  </a:lnTo>
                  <a:lnTo>
                    <a:pt x="1232509" y="1927515"/>
                  </a:lnTo>
                  <a:lnTo>
                    <a:pt x="1246718" y="1912085"/>
                  </a:lnTo>
                  <a:lnTo>
                    <a:pt x="1280642" y="1898510"/>
                  </a:lnTo>
                  <a:lnTo>
                    <a:pt x="1293962" y="1892740"/>
                  </a:lnTo>
                  <a:lnTo>
                    <a:pt x="1301410" y="1882165"/>
                  </a:lnTo>
                  <a:lnTo>
                    <a:pt x="1330123" y="1872365"/>
                  </a:lnTo>
                  <a:lnTo>
                    <a:pt x="1343952" y="1896286"/>
                  </a:lnTo>
                  <a:lnTo>
                    <a:pt x="1328026" y="1900328"/>
                  </a:lnTo>
                  <a:lnTo>
                    <a:pt x="1325026" y="1913928"/>
                  </a:lnTo>
                  <a:lnTo>
                    <a:pt x="1308503" y="1915097"/>
                  </a:lnTo>
                  <a:lnTo>
                    <a:pt x="1304448" y="1934696"/>
                  </a:lnTo>
                  <a:lnTo>
                    <a:pt x="1277833" y="1940060"/>
                  </a:lnTo>
                  <a:lnTo>
                    <a:pt x="1273130" y="1958490"/>
                  </a:lnTo>
                  <a:close/>
                  <a:moveTo>
                    <a:pt x="1449866" y="1239321"/>
                  </a:moveTo>
                  <a:lnTo>
                    <a:pt x="1512642" y="1273817"/>
                  </a:lnTo>
                  <a:lnTo>
                    <a:pt x="1555856" y="1337368"/>
                  </a:lnTo>
                  <a:lnTo>
                    <a:pt x="1598003" y="1363627"/>
                  </a:lnTo>
                  <a:lnTo>
                    <a:pt x="1593821" y="1384929"/>
                  </a:lnTo>
                  <a:lnTo>
                    <a:pt x="1554165" y="1409244"/>
                  </a:lnTo>
                  <a:lnTo>
                    <a:pt x="1522848" y="1472235"/>
                  </a:lnTo>
                  <a:lnTo>
                    <a:pt x="1434296" y="1511167"/>
                  </a:lnTo>
                  <a:lnTo>
                    <a:pt x="1421370" y="1521335"/>
                  </a:lnTo>
                  <a:lnTo>
                    <a:pt x="1437893" y="1558576"/>
                  </a:lnTo>
                  <a:lnTo>
                    <a:pt x="1460771" y="1597978"/>
                  </a:lnTo>
                  <a:lnTo>
                    <a:pt x="1456729" y="1620589"/>
                  </a:lnTo>
                  <a:lnTo>
                    <a:pt x="1439634" y="1642807"/>
                  </a:lnTo>
                  <a:lnTo>
                    <a:pt x="1436888" y="1668430"/>
                  </a:lnTo>
                  <a:lnTo>
                    <a:pt x="1430241" y="1684369"/>
                  </a:lnTo>
                  <a:lnTo>
                    <a:pt x="1379731" y="1691182"/>
                  </a:lnTo>
                  <a:lnTo>
                    <a:pt x="1316307" y="1723592"/>
                  </a:lnTo>
                  <a:lnTo>
                    <a:pt x="1309138" y="1735998"/>
                  </a:lnTo>
                  <a:lnTo>
                    <a:pt x="1292424" y="1786978"/>
                  </a:lnTo>
                  <a:lnTo>
                    <a:pt x="1312265" y="1811280"/>
                  </a:lnTo>
                  <a:lnTo>
                    <a:pt x="1325319" y="1826710"/>
                  </a:lnTo>
                  <a:lnTo>
                    <a:pt x="1304308" y="1842268"/>
                  </a:lnTo>
                  <a:lnTo>
                    <a:pt x="1287988" y="1862388"/>
                  </a:lnTo>
                  <a:lnTo>
                    <a:pt x="1264767" y="1864358"/>
                  </a:lnTo>
                  <a:lnTo>
                    <a:pt x="1246363" y="1875975"/>
                  </a:lnTo>
                  <a:lnTo>
                    <a:pt x="1230310" y="1878733"/>
                  </a:lnTo>
                  <a:lnTo>
                    <a:pt x="1222086" y="1874539"/>
                  </a:lnTo>
                  <a:lnTo>
                    <a:pt x="1216341" y="1863316"/>
                  </a:lnTo>
                  <a:lnTo>
                    <a:pt x="1204737" y="1862388"/>
                  </a:lnTo>
                  <a:lnTo>
                    <a:pt x="1198737" y="1870624"/>
                  </a:lnTo>
                  <a:lnTo>
                    <a:pt x="1191683" y="1866442"/>
                  </a:lnTo>
                  <a:lnTo>
                    <a:pt x="1178973" y="1869849"/>
                  </a:lnTo>
                  <a:lnTo>
                    <a:pt x="1175313" y="1879242"/>
                  </a:lnTo>
                  <a:lnTo>
                    <a:pt x="1168259" y="1897811"/>
                  </a:lnTo>
                  <a:lnTo>
                    <a:pt x="1183651" y="1906302"/>
                  </a:lnTo>
                  <a:lnTo>
                    <a:pt x="1190590" y="1912657"/>
                  </a:lnTo>
                  <a:lnTo>
                    <a:pt x="1191620" y="1926257"/>
                  </a:lnTo>
                  <a:lnTo>
                    <a:pt x="1192802" y="1941153"/>
                  </a:lnTo>
                  <a:lnTo>
                    <a:pt x="1190323" y="1951080"/>
                  </a:lnTo>
                  <a:lnTo>
                    <a:pt x="1178439" y="1969128"/>
                  </a:lnTo>
                  <a:lnTo>
                    <a:pt x="1175452" y="1988727"/>
                  </a:lnTo>
                  <a:lnTo>
                    <a:pt x="1177003" y="2006623"/>
                  </a:lnTo>
                  <a:lnTo>
                    <a:pt x="1186917" y="2009636"/>
                  </a:lnTo>
                  <a:lnTo>
                    <a:pt x="1182354" y="2020490"/>
                  </a:lnTo>
                  <a:lnTo>
                    <a:pt x="1171016" y="2021532"/>
                  </a:lnTo>
                  <a:lnTo>
                    <a:pt x="1162399" y="2026769"/>
                  </a:lnTo>
                  <a:lnTo>
                    <a:pt x="1157963" y="2044283"/>
                  </a:lnTo>
                  <a:lnTo>
                    <a:pt x="1150769" y="2061150"/>
                  </a:lnTo>
                  <a:lnTo>
                    <a:pt x="1135898" y="2084028"/>
                  </a:lnTo>
                  <a:lnTo>
                    <a:pt x="1119985" y="2101823"/>
                  </a:lnTo>
                  <a:lnTo>
                    <a:pt x="1110579" y="2109779"/>
                  </a:lnTo>
                  <a:lnTo>
                    <a:pt x="1100920" y="2111483"/>
                  </a:lnTo>
                  <a:lnTo>
                    <a:pt x="1088794" y="2098149"/>
                  </a:lnTo>
                  <a:lnTo>
                    <a:pt x="1069729" y="2082071"/>
                  </a:lnTo>
                  <a:lnTo>
                    <a:pt x="1068814" y="2071369"/>
                  </a:lnTo>
                  <a:lnTo>
                    <a:pt x="1081524" y="2035158"/>
                  </a:lnTo>
                  <a:lnTo>
                    <a:pt x="1079173" y="2019334"/>
                  </a:lnTo>
                  <a:lnTo>
                    <a:pt x="1071610" y="1985868"/>
                  </a:lnTo>
                  <a:lnTo>
                    <a:pt x="1068610" y="1973335"/>
                  </a:lnTo>
                  <a:lnTo>
                    <a:pt x="1068877" y="1967438"/>
                  </a:lnTo>
                  <a:lnTo>
                    <a:pt x="1073313" y="1957778"/>
                  </a:lnTo>
                  <a:lnTo>
                    <a:pt x="1074737" y="1949796"/>
                  </a:lnTo>
                  <a:lnTo>
                    <a:pt x="1089887" y="1929816"/>
                  </a:lnTo>
                  <a:lnTo>
                    <a:pt x="1094844" y="1911894"/>
                  </a:lnTo>
                  <a:lnTo>
                    <a:pt x="1095493" y="1907191"/>
                  </a:lnTo>
                  <a:lnTo>
                    <a:pt x="1093268" y="1899095"/>
                  </a:lnTo>
                  <a:lnTo>
                    <a:pt x="1087015" y="1894380"/>
                  </a:lnTo>
                  <a:lnTo>
                    <a:pt x="1068610" y="1902756"/>
                  </a:lnTo>
                  <a:lnTo>
                    <a:pt x="1058684" y="1916864"/>
                  </a:lnTo>
                  <a:lnTo>
                    <a:pt x="1061950" y="1938179"/>
                  </a:lnTo>
                  <a:lnTo>
                    <a:pt x="1062090" y="1952160"/>
                  </a:lnTo>
                  <a:lnTo>
                    <a:pt x="1055735" y="1961057"/>
                  </a:lnTo>
                  <a:lnTo>
                    <a:pt x="1041398" y="1967984"/>
                  </a:lnTo>
                  <a:lnTo>
                    <a:pt x="1040864" y="1974136"/>
                  </a:lnTo>
                  <a:lnTo>
                    <a:pt x="1049354" y="1989299"/>
                  </a:lnTo>
                  <a:lnTo>
                    <a:pt x="1047638" y="1996481"/>
                  </a:lnTo>
                  <a:lnTo>
                    <a:pt x="1029514" y="2002098"/>
                  </a:lnTo>
                  <a:lnTo>
                    <a:pt x="1010982" y="1996735"/>
                  </a:lnTo>
                  <a:lnTo>
                    <a:pt x="1012152" y="1984584"/>
                  </a:lnTo>
                  <a:lnTo>
                    <a:pt x="1018151" y="1977123"/>
                  </a:lnTo>
                  <a:lnTo>
                    <a:pt x="1012673" y="1966955"/>
                  </a:lnTo>
                  <a:lnTo>
                    <a:pt x="1007449" y="1965252"/>
                  </a:lnTo>
                  <a:lnTo>
                    <a:pt x="995578" y="1972191"/>
                  </a:lnTo>
                  <a:lnTo>
                    <a:pt x="990633" y="1981330"/>
                  </a:lnTo>
                  <a:lnTo>
                    <a:pt x="973907" y="1967082"/>
                  </a:lnTo>
                  <a:lnTo>
                    <a:pt x="952909" y="1936882"/>
                  </a:lnTo>
                  <a:lnTo>
                    <a:pt x="932955" y="1922647"/>
                  </a:lnTo>
                  <a:lnTo>
                    <a:pt x="913241" y="1919774"/>
                  </a:lnTo>
                  <a:lnTo>
                    <a:pt x="856719" y="1907344"/>
                  </a:lnTo>
                  <a:lnTo>
                    <a:pt x="848508" y="1918593"/>
                  </a:lnTo>
                  <a:lnTo>
                    <a:pt x="836624" y="1914932"/>
                  </a:lnTo>
                  <a:lnTo>
                    <a:pt x="837552" y="1903569"/>
                  </a:lnTo>
                  <a:lnTo>
                    <a:pt x="848381" y="1860049"/>
                  </a:lnTo>
                  <a:lnTo>
                    <a:pt x="857507" y="1846830"/>
                  </a:lnTo>
                  <a:lnTo>
                    <a:pt x="874488" y="1818474"/>
                  </a:lnTo>
                  <a:lnTo>
                    <a:pt x="903187" y="1807035"/>
                  </a:lnTo>
                  <a:lnTo>
                    <a:pt x="907903" y="1803387"/>
                  </a:lnTo>
                  <a:lnTo>
                    <a:pt x="920155" y="1780776"/>
                  </a:lnTo>
                  <a:lnTo>
                    <a:pt x="934759" y="1752012"/>
                  </a:lnTo>
                  <a:lnTo>
                    <a:pt x="918719" y="1743522"/>
                  </a:lnTo>
                  <a:lnTo>
                    <a:pt x="931772" y="1720504"/>
                  </a:lnTo>
                  <a:lnTo>
                    <a:pt x="954740" y="1727050"/>
                  </a:lnTo>
                  <a:lnTo>
                    <a:pt x="970653" y="1698553"/>
                  </a:lnTo>
                  <a:lnTo>
                    <a:pt x="970386" y="1658694"/>
                  </a:lnTo>
                  <a:lnTo>
                    <a:pt x="950431" y="1643277"/>
                  </a:lnTo>
                  <a:lnTo>
                    <a:pt x="924591" y="1632931"/>
                  </a:lnTo>
                  <a:lnTo>
                    <a:pt x="870979" y="1581454"/>
                  </a:lnTo>
                  <a:lnTo>
                    <a:pt x="862235" y="1593605"/>
                  </a:lnTo>
                  <a:lnTo>
                    <a:pt x="824257" y="1603418"/>
                  </a:lnTo>
                  <a:lnTo>
                    <a:pt x="767061" y="1572824"/>
                  </a:lnTo>
                  <a:lnTo>
                    <a:pt x="790816" y="1554394"/>
                  </a:lnTo>
                  <a:lnTo>
                    <a:pt x="811153" y="1530092"/>
                  </a:lnTo>
                  <a:lnTo>
                    <a:pt x="822236" y="1513226"/>
                  </a:lnTo>
                  <a:lnTo>
                    <a:pt x="843513" y="1498330"/>
                  </a:lnTo>
                  <a:lnTo>
                    <a:pt x="868170" y="1477027"/>
                  </a:lnTo>
                  <a:lnTo>
                    <a:pt x="884351" y="1469401"/>
                  </a:lnTo>
                  <a:lnTo>
                    <a:pt x="902234" y="1462487"/>
                  </a:lnTo>
                  <a:lnTo>
                    <a:pt x="919329" y="1455420"/>
                  </a:lnTo>
                  <a:lnTo>
                    <a:pt x="938521" y="1447578"/>
                  </a:lnTo>
                  <a:lnTo>
                    <a:pt x="958349" y="1444184"/>
                  </a:lnTo>
                  <a:lnTo>
                    <a:pt x="973360" y="1429148"/>
                  </a:lnTo>
                  <a:lnTo>
                    <a:pt x="970882" y="1417378"/>
                  </a:lnTo>
                  <a:lnTo>
                    <a:pt x="965543" y="1387840"/>
                  </a:lnTo>
                  <a:lnTo>
                    <a:pt x="945207" y="1364313"/>
                  </a:lnTo>
                  <a:lnTo>
                    <a:pt x="921197" y="1348247"/>
                  </a:lnTo>
                  <a:lnTo>
                    <a:pt x="910622" y="1360525"/>
                  </a:lnTo>
                  <a:lnTo>
                    <a:pt x="876572" y="1372676"/>
                  </a:lnTo>
                  <a:lnTo>
                    <a:pt x="858040" y="1374774"/>
                  </a:lnTo>
                  <a:lnTo>
                    <a:pt x="866518" y="1417124"/>
                  </a:lnTo>
                  <a:lnTo>
                    <a:pt x="855562" y="1430063"/>
                  </a:lnTo>
                  <a:lnTo>
                    <a:pt x="838721" y="1449929"/>
                  </a:lnTo>
                  <a:lnTo>
                    <a:pt x="818105" y="1449662"/>
                  </a:lnTo>
                  <a:lnTo>
                    <a:pt x="787435" y="1426135"/>
                  </a:lnTo>
                  <a:lnTo>
                    <a:pt x="730011" y="1443383"/>
                  </a:lnTo>
                  <a:lnTo>
                    <a:pt x="694422" y="1484310"/>
                  </a:lnTo>
                  <a:lnTo>
                    <a:pt x="679691" y="1528478"/>
                  </a:lnTo>
                  <a:lnTo>
                    <a:pt x="644852" y="1583247"/>
                  </a:lnTo>
                  <a:lnTo>
                    <a:pt x="622381" y="1585064"/>
                  </a:lnTo>
                  <a:lnTo>
                    <a:pt x="611679" y="1560762"/>
                  </a:lnTo>
                  <a:lnTo>
                    <a:pt x="588965" y="1562326"/>
                  </a:lnTo>
                  <a:lnTo>
                    <a:pt x="563138" y="1552526"/>
                  </a:lnTo>
                  <a:lnTo>
                    <a:pt x="542916" y="1521030"/>
                  </a:lnTo>
                  <a:lnTo>
                    <a:pt x="468129" y="1533321"/>
                  </a:lnTo>
                  <a:lnTo>
                    <a:pt x="463045" y="1493919"/>
                  </a:lnTo>
                  <a:lnTo>
                    <a:pt x="427940" y="1464254"/>
                  </a:lnTo>
                  <a:lnTo>
                    <a:pt x="449992" y="1432109"/>
                  </a:lnTo>
                  <a:lnTo>
                    <a:pt x="386975" y="1400969"/>
                  </a:lnTo>
                  <a:lnTo>
                    <a:pt x="385157" y="1393254"/>
                  </a:lnTo>
                  <a:lnTo>
                    <a:pt x="378624" y="1363716"/>
                  </a:lnTo>
                  <a:lnTo>
                    <a:pt x="363105" y="1348553"/>
                  </a:lnTo>
                  <a:lnTo>
                    <a:pt x="317946" y="1303724"/>
                  </a:lnTo>
                  <a:lnTo>
                    <a:pt x="305935" y="1262555"/>
                  </a:lnTo>
                  <a:lnTo>
                    <a:pt x="299808" y="1241520"/>
                  </a:lnTo>
                  <a:lnTo>
                    <a:pt x="252691" y="1243337"/>
                  </a:lnTo>
                  <a:lnTo>
                    <a:pt x="233779" y="1220866"/>
                  </a:lnTo>
                  <a:lnTo>
                    <a:pt x="168525" y="1200339"/>
                  </a:lnTo>
                  <a:lnTo>
                    <a:pt x="156895" y="1165043"/>
                  </a:lnTo>
                  <a:lnTo>
                    <a:pt x="111888" y="1153934"/>
                  </a:lnTo>
                  <a:lnTo>
                    <a:pt x="112142" y="1123887"/>
                  </a:lnTo>
                  <a:lnTo>
                    <a:pt x="139672" y="1108177"/>
                  </a:lnTo>
                  <a:lnTo>
                    <a:pt x="100398" y="1055265"/>
                  </a:lnTo>
                  <a:lnTo>
                    <a:pt x="74037" y="998272"/>
                  </a:lnTo>
                  <a:lnTo>
                    <a:pt x="106537" y="988193"/>
                  </a:lnTo>
                  <a:lnTo>
                    <a:pt x="108100" y="942322"/>
                  </a:lnTo>
                  <a:lnTo>
                    <a:pt x="129377" y="931098"/>
                  </a:lnTo>
                  <a:lnTo>
                    <a:pt x="137003" y="917359"/>
                  </a:lnTo>
                  <a:lnTo>
                    <a:pt x="150565" y="904954"/>
                  </a:lnTo>
                  <a:lnTo>
                    <a:pt x="152014" y="870636"/>
                  </a:lnTo>
                  <a:lnTo>
                    <a:pt x="146536" y="837704"/>
                  </a:lnTo>
                  <a:lnTo>
                    <a:pt x="162970" y="811012"/>
                  </a:lnTo>
                  <a:lnTo>
                    <a:pt x="156958" y="761087"/>
                  </a:lnTo>
                  <a:lnTo>
                    <a:pt x="147057" y="739480"/>
                  </a:lnTo>
                  <a:lnTo>
                    <a:pt x="163580" y="712165"/>
                  </a:lnTo>
                  <a:lnTo>
                    <a:pt x="149751" y="682487"/>
                  </a:lnTo>
                  <a:lnTo>
                    <a:pt x="159678" y="666676"/>
                  </a:lnTo>
                  <a:lnTo>
                    <a:pt x="138071" y="631901"/>
                  </a:lnTo>
                  <a:lnTo>
                    <a:pt x="131271" y="602667"/>
                  </a:lnTo>
                  <a:lnTo>
                    <a:pt x="147070" y="573916"/>
                  </a:lnTo>
                  <a:lnTo>
                    <a:pt x="145112" y="550924"/>
                  </a:lnTo>
                  <a:lnTo>
                    <a:pt x="125272" y="540196"/>
                  </a:lnTo>
                  <a:lnTo>
                    <a:pt x="114049" y="516530"/>
                  </a:lnTo>
                  <a:lnTo>
                    <a:pt x="69805" y="521894"/>
                  </a:lnTo>
                  <a:lnTo>
                    <a:pt x="0" y="544505"/>
                  </a:lnTo>
                  <a:lnTo>
                    <a:pt x="127" y="421394"/>
                  </a:lnTo>
                  <a:lnTo>
                    <a:pt x="104262" y="417848"/>
                  </a:lnTo>
                  <a:lnTo>
                    <a:pt x="174168" y="320996"/>
                  </a:lnTo>
                  <a:lnTo>
                    <a:pt x="188924" y="302312"/>
                  </a:lnTo>
                  <a:lnTo>
                    <a:pt x="259784" y="286106"/>
                  </a:lnTo>
                  <a:lnTo>
                    <a:pt x="251942" y="245066"/>
                  </a:lnTo>
                  <a:lnTo>
                    <a:pt x="261474" y="171740"/>
                  </a:lnTo>
                  <a:lnTo>
                    <a:pt x="292131" y="137753"/>
                  </a:lnTo>
                  <a:lnTo>
                    <a:pt x="369130" y="151226"/>
                  </a:lnTo>
                  <a:lnTo>
                    <a:pt x="406066" y="184272"/>
                  </a:lnTo>
                  <a:lnTo>
                    <a:pt x="455928" y="168334"/>
                  </a:lnTo>
                  <a:lnTo>
                    <a:pt x="507595" y="207545"/>
                  </a:lnTo>
                  <a:lnTo>
                    <a:pt x="555766" y="168982"/>
                  </a:lnTo>
                  <a:lnTo>
                    <a:pt x="584072" y="158127"/>
                  </a:lnTo>
                  <a:lnTo>
                    <a:pt x="628316" y="178655"/>
                  </a:lnTo>
                  <a:lnTo>
                    <a:pt x="732985" y="167673"/>
                  </a:lnTo>
                  <a:lnTo>
                    <a:pt x="804353" y="191594"/>
                  </a:lnTo>
                  <a:lnTo>
                    <a:pt x="899679" y="201914"/>
                  </a:lnTo>
                  <a:lnTo>
                    <a:pt x="1046355" y="138656"/>
                  </a:lnTo>
                  <a:lnTo>
                    <a:pt x="1073885" y="108863"/>
                  </a:lnTo>
                  <a:lnTo>
                    <a:pt x="1051185" y="40622"/>
                  </a:lnTo>
                  <a:lnTo>
                    <a:pt x="1083672" y="21938"/>
                  </a:lnTo>
                  <a:lnTo>
                    <a:pt x="1124269" y="33047"/>
                  </a:lnTo>
                  <a:lnTo>
                    <a:pt x="1155065" y="0"/>
                  </a:lnTo>
                  <a:lnTo>
                    <a:pt x="1168894" y="35029"/>
                  </a:lnTo>
                  <a:lnTo>
                    <a:pt x="1165500" y="81028"/>
                  </a:lnTo>
                  <a:lnTo>
                    <a:pt x="1187820" y="80646"/>
                  </a:lnTo>
                  <a:lnTo>
                    <a:pt x="1254243" y="54374"/>
                  </a:lnTo>
                  <a:lnTo>
                    <a:pt x="1313358" y="86251"/>
                  </a:lnTo>
                  <a:lnTo>
                    <a:pt x="1334241" y="135275"/>
                  </a:lnTo>
                  <a:lnTo>
                    <a:pt x="1299796" y="188721"/>
                  </a:lnTo>
                  <a:lnTo>
                    <a:pt x="1281519" y="289246"/>
                  </a:lnTo>
                  <a:lnTo>
                    <a:pt x="1289145" y="301270"/>
                  </a:lnTo>
                  <a:lnTo>
                    <a:pt x="1296072" y="356419"/>
                  </a:lnTo>
                  <a:lnTo>
                    <a:pt x="1332080" y="402685"/>
                  </a:lnTo>
                  <a:lnTo>
                    <a:pt x="1329742" y="408951"/>
                  </a:lnTo>
                  <a:lnTo>
                    <a:pt x="1337965" y="436913"/>
                  </a:lnTo>
                  <a:lnTo>
                    <a:pt x="1361708" y="452458"/>
                  </a:lnTo>
                  <a:lnTo>
                    <a:pt x="1411824" y="447628"/>
                  </a:lnTo>
                  <a:lnTo>
                    <a:pt x="1446917" y="499740"/>
                  </a:lnTo>
                  <a:lnTo>
                    <a:pt x="1429707" y="569544"/>
                  </a:lnTo>
                  <a:lnTo>
                    <a:pt x="1466758" y="640251"/>
                  </a:lnTo>
                  <a:lnTo>
                    <a:pt x="1435313" y="713042"/>
                  </a:lnTo>
                  <a:lnTo>
                    <a:pt x="1452026" y="758138"/>
                  </a:lnTo>
                  <a:lnTo>
                    <a:pt x="1446015" y="819846"/>
                  </a:lnTo>
                  <a:lnTo>
                    <a:pt x="1405952" y="848584"/>
                  </a:lnTo>
                  <a:lnTo>
                    <a:pt x="1394068" y="881923"/>
                  </a:lnTo>
                  <a:lnTo>
                    <a:pt x="1394996" y="907343"/>
                  </a:lnTo>
                  <a:lnTo>
                    <a:pt x="1414836" y="934657"/>
                  </a:lnTo>
                  <a:lnTo>
                    <a:pt x="1393420" y="969420"/>
                  </a:lnTo>
                  <a:lnTo>
                    <a:pt x="1373719" y="1000140"/>
                  </a:lnTo>
                  <a:lnTo>
                    <a:pt x="1391335" y="1050320"/>
                  </a:lnTo>
                  <a:lnTo>
                    <a:pt x="1421992" y="1090459"/>
                  </a:lnTo>
                  <a:lnTo>
                    <a:pt x="1419781" y="1112943"/>
                  </a:lnTo>
                  <a:lnTo>
                    <a:pt x="1413909" y="1170711"/>
                  </a:lnTo>
                  <a:close/>
                </a:path>
              </a:pathLst>
            </a:custGeom>
            <a:noFill/>
            <a:ln w="3810" cap="flat">
              <a:solidFill>
                <a:srgbClr val="E6E4E2"/>
              </a:solidFill>
              <a:prstDash val="solid"/>
              <a:miter/>
            </a:ln>
          </p:spPr>
          <p:txBody>
            <a:bodyPr rtlCol="0" anchor="ctr"/>
            <a:lstStyle/>
            <a:p>
              <a:endParaRPr lang="de-CH"/>
            </a:p>
          </p:txBody>
        </p:sp>
        <p:sp>
          <p:nvSpPr>
            <p:cNvPr id="53" name="Freihandform: Form 52">
              <a:extLst>
                <a:ext uri="{FF2B5EF4-FFF2-40B4-BE49-F238E27FC236}">
                  <a16:creationId xmlns:a16="http://schemas.microsoft.com/office/drawing/2014/main" id="{6B823ABB-D650-620B-F812-69911822C492}"/>
                </a:ext>
              </a:extLst>
            </p:cNvPr>
            <p:cNvSpPr/>
            <p:nvPr/>
          </p:nvSpPr>
          <p:spPr>
            <a:xfrm>
              <a:off x="1698023" y="2982389"/>
              <a:ext cx="2441401" cy="2351349"/>
            </a:xfrm>
            <a:custGeom>
              <a:avLst/>
              <a:gdLst>
                <a:gd name="connsiteX0" fmla="*/ 402342 w 2441401"/>
                <a:gd name="connsiteY0" fmla="*/ 1060603 h 2351349"/>
                <a:gd name="connsiteX1" fmla="*/ 409269 w 2441401"/>
                <a:gd name="connsiteY1" fmla="*/ 1054985 h 2351349"/>
                <a:gd name="connsiteX2" fmla="*/ 413425 w 2441401"/>
                <a:gd name="connsiteY2" fmla="*/ 1048630 h 2351349"/>
                <a:gd name="connsiteX3" fmla="*/ 420619 w 2441401"/>
                <a:gd name="connsiteY3" fmla="*/ 1048096 h 2351349"/>
                <a:gd name="connsiteX4" fmla="*/ 423491 w 2441401"/>
                <a:gd name="connsiteY4" fmla="*/ 1040915 h 2351349"/>
                <a:gd name="connsiteX5" fmla="*/ 435236 w 2441401"/>
                <a:gd name="connsiteY5" fmla="*/ 1033835 h 2351349"/>
                <a:gd name="connsiteX6" fmla="*/ 448670 w 2441401"/>
                <a:gd name="connsiteY6" fmla="*/ 1029793 h 2351349"/>
                <a:gd name="connsiteX7" fmla="*/ 523190 w 2441401"/>
                <a:gd name="connsiteY7" fmla="*/ 964183 h 2351349"/>
                <a:gd name="connsiteX8" fmla="*/ 542370 w 2441401"/>
                <a:gd name="connsiteY8" fmla="*/ 952820 h 2351349"/>
                <a:gd name="connsiteX9" fmla="*/ 546424 w 2441401"/>
                <a:gd name="connsiteY9" fmla="*/ 944978 h 2351349"/>
                <a:gd name="connsiteX10" fmla="*/ 545242 w 2441401"/>
                <a:gd name="connsiteY10" fmla="*/ 931912 h 2351349"/>
                <a:gd name="connsiteX11" fmla="*/ 559071 w 2441401"/>
                <a:gd name="connsiteY11" fmla="*/ 912427 h 2351349"/>
                <a:gd name="connsiteX12" fmla="*/ 556732 w 2441401"/>
                <a:gd name="connsiteY12" fmla="*/ 906936 h 2351349"/>
                <a:gd name="connsiteX13" fmla="*/ 549551 w 2441401"/>
                <a:gd name="connsiteY13" fmla="*/ 906021 h 2351349"/>
                <a:gd name="connsiteX14" fmla="*/ 538455 w 2441401"/>
                <a:gd name="connsiteY14" fmla="*/ 920003 h 2351349"/>
                <a:gd name="connsiteX15" fmla="*/ 467214 w 2441401"/>
                <a:gd name="connsiteY15" fmla="*/ 971110 h 2351349"/>
                <a:gd name="connsiteX16" fmla="*/ 404934 w 2441401"/>
                <a:gd name="connsiteY16" fmla="*/ 1021544 h 2351349"/>
                <a:gd name="connsiteX17" fmla="*/ 385755 w 2441401"/>
                <a:gd name="connsiteY17" fmla="*/ 1049266 h 2351349"/>
                <a:gd name="connsiteX18" fmla="*/ 375434 w 2441401"/>
                <a:gd name="connsiteY18" fmla="*/ 1056446 h 2351349"/>
                <a:gd name="connsiteX19" fmla="*/ 374926 w 2441401"/>
                <a:gd name="connsiteY19" fmla="*/ 1066615 h 2351349"/>
                <a:gd name="connsiteX20" fmla="*/ 380531 w 2441401"/>
                <a:gd name="connsiteY20" fmla="*/ 1070796 h 2351349"/>
                <a:gd name="connsiteX21" fmla="*/ 393317 w 2441401"/>
                <a:gd name="connsiteY21" fmla="*/ 1059357 h 2351349"/>
                <a:gd name="connsiteX22" fmla="*/ 398134 w 2441401"/>
                <a:gd name="connsiteY22" fmla="*/ 1062878 h 2351349"/>
                <a:gd name="connsiteX23" fmla="*/ 242091 w 2441401"/>
                <a:gd name="connsiteY23" fmla="*/ 1868972 h 2351349"/>
                <a:gd name="connsiteX24" fmla="*/ 217548 w 2441401"/>
                <a:gd name="connsiteY24" fmla="*/ 1849093 h 2351349"/>
                <a:gd name="connsiteX25" fmla="*/ 208282 w 2441401"/>
                <a:gd name="connsiteY25" fmla="*/ 1857736 h 2351349"/>
                <a:gd name="connsiteX26" fmla="*/ 207011 w 2441401"/>
                <a:gd name="connsiteY26" fmla="*/ 1878390 h 2351349"/>
                <a:gd name="connsiteX27" fmla="*/ 1463059 w 2441401"/>
                <a:gd name="connsiteY27" fmla="*/ 756575 h 2351349"/>
                <a:gd name="connsiteX28" fmla="*/ 1491504 w 2441401"/>
                <a:gd name="connsiteY28" fmla="*/ 712661 h 2351349"/>
                <a:gd name="connsiteX29" fmla="*/ 1495546 w 2441401"/>
                <a:gd name="connsiteY29" fmla="*/ 676323 h 2351349"/>
                <a:gd name="connsiteX30" fmla="*/ 1468664 w 2441401"/>
                <a:gd name="connsiteY30" fmla="*/ 664960 h 2351349"/>
                <a:gd name="connsiteX31" fmla="*/ 1418281 w 2441401"/>
                <a:gd name="connsiteY31" fmla="*/ 722854 h 2351349"/>
                <a:gd name="connsiteX32" fmla="*/ 1438401 w 2441401"/>
                <a:gd name="connsiteY32" fmla="*/ 752393 h 2351349"/>
                <a:gd name="connsiteX33" fmla="*/ 1602871 w 2441401"/>
                <a:gd name="connsiteY33" fmla="*/ 722461 h 2351349"/>
                <a:gd name="connsiteX34" fmla="*/ 1629232 w 2441401"/>
                <a:gd name="connsiteY34" fmla="*/ 740623 h 2351349"/>
                <a:gd name="connsiteX35" fmla="*/ 1650509 w 2441401"/>
                <a:gd name="connsiteY35" fmla="*/ 746775 h 2351349"/>
                <a:gd name="connsiteX36" fmla="*/ 1658466 w 2441401"/>
                <a:gd name="connsiteY36" fmla="*/ 736060 h 2351349"/>
                <a:gd name="connsiteX37" fmla="*/ 1654157 w 2441401"/>
                <a:gd name="connsiteY37" fmla="*/ 729782 h 2351349"/>
                <a:gd name="connsiteX38" fmla="*/ 1659635 w 2441401"/>
                <a:gd name="connsiteY38" fmla="*/ 721813 h 2351349"/>
                <a:gd name="connsiteX39" fmla="*/ 1691754 w 2441401"/>
                <a:gd name="connsiteY39" fmla="*/ 671620 h 2351349"/>
                <a:gd name="connsiteX40" fmla="*/ 1672307 w 2441401"/>
                <a:gd name="connsiteY40" fmla="*/ 648093 h 2351349"/>
                <a:gd name="connsiteX41" fmla="*/ 1662762 w 2441401"/>
                <a:gd name="connsiteY41" fmla="*/ 640251 h 2351349"/>
                <a:gd name="connsiteX42" fmla="*/ 1652988 w 2441401"/>
                <a:gd name="connsiteY42" fmla="*/ 631240 h 2351349"/>
                <a:gd name="connsiteX43" fmla="*/ 1630935 w 2441401"/>
                <a:gd name="connsiteY43" fmla="*/ 597519 h 2351349"/>
                <a:gd name="connsiteX44" fmla="*/ 1618924 w 2441401"/>
                <a:gd name="connsiteY44" fmla="*/ 607052 h 2351349"/>
                <a:gd name="connsiteX45" fmla="*/ 1600126 w 2441401"/>
                <a:gd name="connsiteY45" fmla="*/ 636730 h 2351349"/>
                <a:gd name="connsiteX46" fmla="*/ 1583425 w 2441401"/>
                <a:gd name="connsiteY46" fmla="*/ 660880 h 2351349"/>
                <a:gd name="connsiteX47" fmla="*/ 1555627 w 2441401"/>
                <a:gd name="connsiteY47" fmla="*/ 705569 h 2351349"/>
                <a:gd name="connsiteX48" fmla="*/ 1510354 w 2441401"/>
                <a:gd name="connsiteY48" fmla="*/ 711924 h 2351349"/>
                <a:gd name="connsiteX49" fmla="*/ 1498342 w 2441401"/>
                <a:gd name="connsiteY49" fmla="*/ 730989 h 2351349"/>
                <a:gd name="connsiteX50" fmla="*/ 1509044 w 2441401"/>
                <a:gd name="connsiteY50" fmla="*/ 742238 h 2351349"/>
                <a:gd name="connsiteX51" fmla="*/ 1535927 w 2441401"/>
                <a:gd name="connsiteY51" fmla="*/ 738323 h 2351349"/>
                <a:gd name="connsiteX52" fmla="*/ 1546489 w 2441401"/>
                <a:gd name="connsiteY52" fmla="*/ 735705 h 2351349"/>
                <a:gd name="connsiteX53" fmla="*/ 1558894 w 2441401"/>
                <a:gd name="connsiteY53" fmla="*/ 719753 h 2351349"/>
                <a:gd name="connsiteX54" fmla="*/ 1581213 w 2441401"/>
                <a:gd name="connsiteY54" fmla="*/ 713475 h 2351349"/>
                <a:gd name="connsiteX55" fmla="*/ 2017999 w 2441401"/>
                <a:gd name="connsiteY55" fmla="*/ 196385 h 2351349"/>
                <a:gd name="connsiteX56" fmla="*/ 2033124 w 2441401"/>
                <a:gd name="connsiteY56" fmla="*/ 207825 h 2351349"/>
                <a:gd name="connsiteX57" fmla="*/ 2047360 w 2441401"/>
                <a:gd name="connsiteY57" fmla="*/ 210964 h 2351349"/>
                <a:gd name="connsiteX58" fmla="*/ 2067988 w 2441401"/>
                <a:gd name="connsiteY58" fmla="*/ 210417 h 2351349"/>
                <a:gd name="connsiteX59" fmla="*/ 2108038 w 2441401"/>
                <a:gd name="connsiteY59" fmla="*/ 187692 h 2351349"/>
                <a:gd name="connsiteX60" fmla="*/ 2119478 w 2441401"/>
                <a:gd name="connsiteY60" fmla="*/ 203109 h 2351349"/>
                <a:gd name="connsiteX61" fmla="*/ 2121956 w 2441401"/>
                <a:gd name="connsiteY61" fmla="*/ 215006 h 2351349"/>
                <a:gd name="connsiteX62" fmla="*/ 2105433 w 2441401"/>
                <a:gd name="connsiteY62" fmla="*/ 237757 h 2351349"/>
                <a:gd name="connsiteX63" fmla="*/ 2087295 w 2441401"/>
                <a:gd name="connsiteY63" fmla="*/ 240299 h 2351349"/>
                <a:gd name="connsiteX64" fmla="*/ 2061455 w 2441401"/>
                <a:gd name="connsiteY64" fmla="*/ 286564 h 2351349"/>
                <a:gd name="connsiteX65" fmla="*/ 2071369 w 2441401"/>
                <a:gd name="connsiteY65" fmla="*/ 319509 h 2351349"/>
                <a:gd name="connsiteX66" fmla="*/ 2057935 w 2441401"/>
                <a:gd name="connsiteY66" fmla="*/ 334532 h 2351349"/>
                <a:gd name="connsiteX67" fmla="*/ 2054122 w 2441401"/>
                <a:gd name="connsiteY67" fmla="*/ 337926 h 2351349"/>
                <a:gd name="connsiteX68" fmla="*/ 2051643 w 2441401"/>
                <a:gd name="connsiteY68" fmla="*/ 342108 h 2351349"/>
                <a:gd name="connsiteX69" fmla="*/ 2037281 w 2441401"/>
                <a:gd name="connsiteY69" fmla="*/ 361173 h 2351349"/>
                <a:gd name="connsiteX70" fmla="*/ 2006357 w 2441401"/>
                <a:gd name="connsiteY70" fmla="*/ 384293 h 2351349"/>
                <a:gd name="connsiteX71" fmla="*/ 1995388 w 2441401"/>
                <a:gd name="connsiteY71" fmla="*/ 366778 h 2351349"/>
                <a:gd name="connsiteX72" fmla="*/ 2014720 w 2441401"/>
                <a:gd name="connsiteY72" fmla="*/ 346912 h 2351349"/>
                <a:gd name="connsiteX73" fmla="*/ 2000879 w 2441401"/>
                <a:gd name="connsiteY73" fmla="*/ 297635 h 2351349"/>
                <a:gd name="connsiteX74" fmla="*/ 1968252 w 2441401"/>
                <a:gd name="connsiteY74" fmla="*/ 282993 h 2351349"/>
                <a:gd name="connsiteX75" fmla="*/ 1949440 w 2441401"/>
                <a:gd name="connsiteY75" fmla="*/ 305363 h 2351349"/>
                <a:gd name="connsiteX76" fmla="*/ 1922673 w 2441401"/>
                <a:gd name="connsiteY76" fmla="*/ 287708 h 2351349"/>
                <a:gd name="connsiteX77" fmla="*/ 1954651 w 2441401"/>
                <a:gd name="connsiteY77" fmla="*/ 257915 h 2351349"/>
                <a:gd name="connsiteX78" fmla="*/ 1903226 w 2441401"/>
                <a:gd name="connsiteY78" fmla="*/ 201571 h 2351349"/>
                <a:gd name="connsiteX79" fmla="*/ 1910140 w 2441401"/>
                <a:gd name="connsiteY79" fmla="*/ 170609 h 2351349"/>
                <a:gd name="connsiteX80" fmla="*/ 1857825 w 2441401"/>
                <a:gd name="connsiteY80" fmla="*/ 142761 h 2351349"/>
                <a:gd name="connsiteX81" fmla="*/ 1893185 w 2441401"/>
                <a:gd name="connsiteY81" fmla="*/ 112447 h 2351349"/>
                <a:gd name="connsiteX82" fmla="*/ 1892016 w 2441401"/>
                <a:gd name="connsiteY82" fmla="*/ 103550 h 2351349"/>
                <a:gd name="connsiteX83" fmla="*/ 1898371 w 2441401"/>
                <a:gd name="connsiteY83" fmla="*/ 95059 h 2351349"/>
                <a:gd name="connsiteX84" fmla="*/ 1930731 w 2441401"/>
                <a:gd name="connsiteY84" fmla="*/ 75194 h 2351349"/>
                <a:gd name="connsiteX85" fmla="*/ 1988677 w 2441401"/>
                <a:gd name="connsiteY85" fmla="*/ 39605 h 2351349"/>
                <a:gd name="connsiteX86" fmla="*/ 1994155 w 2441401"/>
                <a:gd name="connsiteY86" fmla="*/ 26666 h 2351349"/>
                <a:gd name="connsiteX87" fmla="*/ 2008899 w 2441401"/>
                <a:gd name="connsiteY87" fmla="*/ 13066 h 2351349"/>
                <a:gd name="connsiteX88" fmla="*/ 2016080 w 2441401"/>
                <a:gd name="connsiteY88" fmla="*/ 0 h 2351349"/>
                <a:gd name="connsiteX89" fmla="*/ 2060566 w 2441401"/>
                <a:gd name="connsiteY89" fmla="*/ 19472 h 2351349"/>
                <a:gd name="connsiteX90" fmla="*/ 2057960 w 2441401"/>
                <a:gd name="connsiteY90" fmla="*/ 71495 h 2351349"/>
                <a:gd name="connsiteX91" fmla="*/ 2065586 w 2441401"/>
                <a:gd name="connsiteY91" fmla="*/ 103003 h 2351349"/>
                <a:gd name="connsiteX92" fmla="*/ 2055939 w 2441401"/>
                <a:gd name="connsiteY92" fmla="*/ 118548 h 2351349"/>
                <a:gd name="connsiteX93" fmla="*/ 2035603 w 2441401"/>
                <a:gd name="connsiteY93" fmla="*/ 128716 h 2351349"/>
                <a:gd name="connsiteX94" fmla="*/ 2016944 w 2441401"/>
                <a:gd name="connsiteY94" fmla="*/ 149497 h 2351349"/>
                <a:gd name="connsiteX95" fmla="*/ 2002721 w 2441401"/>
                <a:gd name="connsiteY95" fmla="*/ 162576 h 2351349"/>
                <a:gd name="connsiteX96" fmla="*/ 2005060 w 2441401"/>
                <a:gd name="connsiteY96" fmla="*/ 178133 h 2351349"/>
                <a:gd name="connsiteX97" fmla="*/ 1821410 w 2441401"/>
                <a:gd name="connsiteY97" fmla="*/ 2039581 h 2351349"/>
                <a:gd name="connsiteX98" fmla="*/ 1804048 w 2441401"/>
                <a:gd name="connsiteY98" fmla="*/ 2029781 h 2351349"/>
                <a:gd name="connsiteX99" fmla="*/ 1794389 w 2441401"/>
                <a:gd name="connsiteY99" fmla="*/ 2017884 h 2351349"/>
                <a:gd name="connsiteX100" fmla="*/ 1793346 w 2441401"/>
                <a:gd name="connsiteY100" fmla="*/ 1997739 h 2351349"/>
                <a:gd name="connsiteX101" fmla="*/ 1785720 w 2441401"/>
                <a:gd name="connsiteY101" fmla="*/ 1968200 h 2351349"/>
                <a:gd name="connsiteX102" fmla="*/ 1786394 w 2441401"/>
                <a:gd name="connsiteY102" fmla="*/ 1940238 h 2351349"/>
                <a:gd name="connsiteX103" fmla="*/ 1784424 w 2441401"/>
                <a:gd name="connsiteY103" fmla="*/ 1929777 h 2351349"/>
                <a:gd name="connsiteX104" fmla="*/ 1780369 w 2441401"/>
                <a:gd name="connsiteY104" fmla="*/ 1922075 h 2351349"/>
                <a:gd name="connsiteX105" fmla="*/ 1758978 w 2441401"/>
                <a:gd name="connsiteY105" fmla="*/ 1896057 h 2351349"/>
                <a:gd name="connsiteX106" fmla="*/ 1746700 w 2441401"/>
                <a:gd name="connsiteY106" fmla="*/ 1894888 h 2351349"/>
                <a:gd name="connsiteX107" fmla="*/ 1722436 w 2441401"/>
                <a:gd name="connsiteY107" fmla="*/ 1898409 h 2351349"/>
                <a:gd name="connsiteX108" fmla="*/ 1711607 w 2441401"/>
                <a:gd name="connsiteY108" fmla="*/ 1891875 h 2351349"/>
                <a:gd name="connsiteX109" fmla="*/ 1699469 w 2441401"/>
                <a:gd name="connsiteY109" fmla="*/ 1867726 h 2351349"/>
                <a:gd name="connsiteX110" fmla="*/ 1687597 w 2441401"/>
                <a:gd name="connsiteY110" fmla="*/ 1856477 h 2351349"/>
                <a:gd name="connsiteX111" fmla="*/ 1682768 w 2441401"/>
                <a:gd name="connsiteY111" fmla="*/ 1845649 h 2351349"/>
                <a:gd name="connsiteX112" fmla="*/ 1693203 w 2441401"/>
                <a:gd name="connsiteY112" fmla="*/ 1817788 h 2351349"/>
                <a:gd name="connsiteX113" fmla="*/ 1693597 w 2441401"/>
                <a:gd name="connsiteY113" fmla="*/ 1798443 h 2351349"/>
                <a:gd name="connsiteX114" fmla="*/ 1688767 w 2441401"/>
                <a:gd name="connsiteY114" fmla="*/ 1785110 h 2351349"/>
                <a:gd name="connsiteX115" fmla="*/ 1659991 w 2441401"/>
                <a:gd name="connsiteY115" fmla="*/ 1758304 h 2351349"/>
                <a:gd name="connsiteX116" fmla="*/ 1636630 w 2441401"/>
                <a:gd name="connsiteY116" fmla="*/ 1729795 h 2351349"/>
                <a:gd name="connsiteX117" fmla="*/ 1639769 w 2441401"/>
                <a:gd name="connsiteY117" fmla="*/ 1727062 h 2351349"/>
                <a:gd name="connsiteX118" fmla="*/ 1655949 w 2441401"/>
                <a:gd name="connsiteY118" fmla="*/ 1732426 h 2351349"/>
                <a:gd name="connsiteX119" fmla="*/ 1674214 w 2441401"/>
                <a:gd name="connsiteY119" fmla="*/ 1728498 h 2351349"/>
                <a:gd name="connsiteX120" fmla="*/ 1696533 w 2441401"/>
                <a:gd name="connsiteY120" fmla="*/ 1727062 h 2351349"/>
                <a:gd name="connsiteX121" fmla="*/ 1709459 w 2441401"/>
                <a:gd name="connsiteY121" fmla="*/ 1732286 h 2351349"/>
                <a:gd name="connsiteX122" fmla="*/ 1721851 w 2441401"/>
                <a:gd name="connsiteY122" fmla="*/ 1726528 h 2351349"/>
                <a:gd name="connsiteX123" fmla="*/ 1759563 w 2441401"/>
                <a:gd name="connsiteY123" fmla="*/ 1729287 h 2351349"/>
                <a:gd name="connsiteX124" fmla="*/ 1768968 w 2441401"/>
                <a:gd name="connsiteY124" fmla="*/ 1722093 h 2351349"/>
                <a:gd name="connsiteX125" fmla="*/ 1772235 w 2441401"/>
                <a:gd name="connsiteY125" fmla="*/ 1708887 h 2351349"/>
                <a:gd name="connsiteX126" fmla="*/ 1784869 w 2441401"/>
                <a:gd name="connsiteY126" fmla="*/ 1690203 h 2351349"/>
                <a:gd name="connsiteX127" fmla="*/ 1769616 w 2441401"/>
                <a:gd name="connsiteY127" fmla="*/ 1652072 h 2351349"/>
                <a:gd name="connsiteX128" fmla="*/ 1764799 w 2441401"/>
                <a:gd name="connsiteY128" fmla="*/ 1637964 h 2351349"/>
                <a:gd name="connsiteX129" fmla="*/ 1756830 w 2441401"/>
                <a:gd name="connsiteY129" fmla="*/ 1628952 h 2351349"/>
                <a:gd name="connsiteX130" fmla="*/ 1745734 w 2441401"/>
                <a:gd name="connsiteY130" fmla="*/ 1631164 h 2351349"/>
                <a:gd name="connsiteX131" fmla="*/ 1738832 w 2441401"/>
                <a:gd name="connsiteY131" fmla="*/ 1624491 h 2351349"/>
                <a:gd name="connsiteX132" fmla="*/ 1738311 w 2441401"/>
                <a:gd name="connsiteY132" fmla="*/ 1611031 h 2351349"/>
                <a:gd name="connsiteX133" fmla="*/ 1723949 w 2441401"/>
                <a:gd name="connsiteY133" fmla="*/ 1596402 h 2351349"/>
                <a:gd name="connsiteX134" fmla="*/ 1708035 w 2441401"/>
                <a:gd name="connsiteY134" fmla="*/ 1599922 h 2351349"/>
                <a:gd name="connsiteX135" fmla="*/ 1678535 w 2441401"/>
                <a:gd name="connsiteY135" fmla="*/ 1590517 h 2351349"/>
                <a:gd name="connsiteX136" fmla="*/ 1676057 w 2441401"/>
                <a:gd name="connsiteY136" fmla="*/ 1577972 h 2351349"/>
                <a:gd name="connsiteX137" fmla="*/ 1648272 w 2441401"/>
                <a:gd name="connsiteY137" fmla="*/ 1572608 h 2351349"/>
                <a:gd name="connsiteX138" fmla="*/ 1635562 w 2441401"/>
                <a:gd name="connsiteY138" fmla="*/ 1566596 h 2351349"/>
                <a:gd name="connsiteX139" fmla="*/ 1623424 w 2441401"/>
                <a:gd name="connsiteY139" fmla="*/ 1546069 h 2351349"/>
                <a:gd name="connsiteX140" fmla="*/ 1598118 w 2441401"/>
                <a:gd name="connsiteY140" fmla="*/ 1540057 h 2351349"/>
                <a:gd name="connsiteX141" fmla="*/ 1587949 w 2441401"/>
                <a:gd name="connsiteY141" fmla="*/ 1533143 h 2351349"/>
                <a:gd name="connsiteX142" fmla="*/ 1582738 w 2441401"/>
                <a:gd name="connsiteY142" fmla="*/ 1514446 h 2351349"/>
                <a:gd name="connsiteX143" fmla="*/ 1544112 w 2441401"/>
                <a:gd name="connsiteY143" fmla="*/ 1508561 h 2351349"/>
                <a:gd name="connsiteX144" fmla="*/ 1514345 w 2441401"/>
                <a:gd name="connsiteY144" fmla="*/ 1502816 h 2351349"/>
                <a:gd name="connsiteX145" fmla="*/ 1489026 w 2441401"/>
                <a:gd name="connsiteY145" fmla="*/ 1495622 h 2351349"/>
                <a:gd name="connsiteX146" fmla="*/ 1468690 w 2441401"/>
                <a:gd name="connsiteY146" fmla="*/ 1493792 h 2351349"/>
                <a:gd name="connsiteX147" fmla="*/ 1432288 w 2441401"/>
                <a:gd name="connsiteY147" fmla="*/ 1475502 h 2351349"/>
                <a:gd name="connsiteX148" fmla="*/ 1415841 w 2441401"/>
                <a:gd name="connsiteY148" fmla="*/ 1456551 h 2351349"/>
                <a:gd name="connsiteX149" fmla="*/ 1399521 w 2441401"/>
                <a:gd name="connsiteY149" fmla="*/ 1447921 h 2351349"/>
                <a:gd name="connsiteX150" fmla="*/ 1385311 w 2441401"/>
                <a:gd name="connsiteY150" fmla="*/ 1447921 h 2351349"/>
                <a:gd name="connsiteX151" fmla="*/ 1372906 w 2441401"/>
                <a:gd name="connsiteY151" fmla="*/ 1456551 h 2351349"/>
                <a:gd name="connsiteX152" fmla="*/ 1354641 w 2441401"/>
                <a:gd name="connsiteY152" fmla="*/ 1456551 h 2351349"/>
                <a:gd name="connsiteX153" fmla="*/ 1338321 w 2441401"/>
                <a:gd name="connsiteY153" fmla="*/ 1444654 h 2351349"/>
                <a:gd name="connsiteX154" fmla="*/ 1316917 w 2441401"/>
                <a:gd name="connsiteY154" fmla="*/ 1426352 h 2351349"/>
                <a:gd name="connsiteX155" fmla="*/ 1290429 w 2441401"/>
                <a:gd name="connsiteY155" fmla="*/ 1412371 h 2351349"/>
                <a:gd name="connsiteX156" fmla="*/ 1262632 w 2441401"/>
                <a:gd name="connsiteY156" fmla="*/ 1403219 h 2351349"/>
                <a:gd name="connsiteX157" fmla="*/ 1244494 w 2441401"/>
                <a:gd name="connsiteY157" fmla="*/ 1401262 h 2351349"/>
                <a:gd name="connsiteX158" fmla="*/ 1237834 w 2441401"/>
                <a:gd name="connsiteY158" fmla="*/ 1397728 h 2351349"/>
                <a:gd name="connsiteX159" fmla="*/ 1192688 w 2441401"/>
                <a:gd name="connsiteY159" fmla="*/ 1399431 h 2351349"/>
                <a:gd name="connsiteX160" fmla="*/ 1173241 w 2441401"/>
                <a:gd name="connsiteY160" fmla="*/ 1393941 h 2351349"/>
                <a:gd name="connsiteX161" fmla="*/ 1148189 w 2441401"/>
                <a:gd name="connsiteY161" fmla="*/ 1386734 h 2351349"/>
                <a:gd name="connsiteX162" fmla="*/ 1110211 w 2441401"/>
                <a:gd name="connsiteY162" fmla="*/ 1373808 h 2351349"/>
                <a:gd name="connsiteX163" fmla="*/ 1090764 w 2441401"/>
                <a:gd name="connsiteY163" fmla="*/ 1358251 h 2351349"/>
                <a:gd name="connsiteX164" fmla="*/ 1079401 w 2441401"/>
                <a:gd name="connsiteY164" fmla="*/ 1358644 h 2351349"/>
                <a:gd name="connsiteX165" fmla="*/ 1064925 w 2441401"/>
                <a:gd name="connsiteY165" fmla="*/ 1359915 h 2351349"/>
                <a:gd name="connsiteX166" fmla="*/ 1052786 w 2441401"/>
                <a:gd name="connsiteY166" fmla="*/ 1371354 h 2351349"/>
                <a:gd name="connsiteX167" fmla="*/ 1022117 w 2441401"/>
                <a:gd name="connsiteY167" fmla="*/ 1388742 h 2351349"/>
                <a:gd name="connsiteX168" fmla="*/ 978139 w 2441401"/>
                <a:gd name="connsiteY168" fmla="*/ 1387967 h 2351349"/>
                <a:gd name="connsiteX169" fmla="*/ 949401 w 2441401"/>
                <a:gd name="connsiteY169" fmla="*/ 1366665 h 2351349"/>
                <a:gd name="connsiteX170" fmla="*/ 924350 w 2441401"/>
                <a:gd name="connsiteY170" fmla="*/ 1361695 h 2351349"/>
                <a:gd name="connsiteX171" fmla="*/ 911639 w 2441401"/>
                <a:gd name="connsiteY171" fmla="*/ 1369143 h 2351349"/>
                <a:gd name="connsiteX172" fmla="*/ 893235 w 2441401"/>
                <a:gd name="connsiteY172" fmla="*/ 1397906 h 2351349"/>
                <a:gd name="connsiteX173" fmla="*/ 874055 w 2441401"/>
                <a:gd name="connsiteY173" fmla="*/ 1404033 h 2351349"/>
                <a:gd name="connsiteX174" fmla="*/ 864268 w 2441401"/>
                <a:gd name="connsiteY174" fmla="*/ 1429135 h 2351349"/>
                <a:gd name="connsiteX175" fmla="*/ 858002 w 2441401"/>
                <a:gd name="connsiteY175" fmla="*/ 1436202 h 2351349"/>
                <a:gd name="connsiteX176" fmla="*/ 841949 w 2441401"/>
                <a:gd name="connsiteY176" fmla="*/ 1435668 h 2351349"/>
                <a:gd name="connsiteX177" fmla="*/ 823037 w 2441401"/>
                <a:gd name="connsiteY177" fmla="*/ 1452268 h 2351349"/>
                <a:gd name="connsiteX178" fmla="*/ 822236 w 2441401"/>
                <a:gd name="connsiteY178" fmla="*/ 1471333 h 2351349"/>
                <a:gd name="connsiteX179" fmla="*/ 818601 w 2441401"/>
                <a:gd name="connsiteY179" fmla="*/ 1474358 h 2351349"/>
                <a:gd name="connsiteX180" fmla="*/ 808140 w 2441401"/>
                <a:gd name="connsiteY180" fmla="*/ 1471600 h 2351349"/>
                <a:gd name="connsiteX181" fmla="*/ 794426 w 2441401"/>
                <a:gd name="connsiteY181" fmla="*/ 1486140 h 2351349"/>
                <a:gd name="connsiteX182" fmla="*/ 767938 w 2441401"/>
                <a:gd name="connsiteY182" fmla="*/ 1495292 h 2351349"/>
                <a:gd name="connsiteX183" fmla="*/ 737522 w 2441401"/>
                <a:gd name="connsiteY183" fmla="*/ 1500376 h 2351349"/>
                <a:gd name="connsiteX184" fmla="*/ 713792 w 2441401"/>
                <a:gd name="connsiteY184" fmla="*/ 1517624 h 2351349"/>
                <a:gd name="connsiteX185" fmla="*/ 709611 w 2441401"/>
                <a:gd name="connsiteY185" fmla="*/ 1525072 h 2351349"/>
                <a:gd name="connsiteX186" fmla="*/ 692516 w 2441401"/>
                <a:gd name="connsiteY186" fmla="*/ 1529253 h 2351349"/>
                <a:gd name="connsiteX187" fmla="*/ 676335 w 2441401"/>
                <a:gd name="connsiteY187" fmla="*/ 1523762 h 2351349"/>
                <a:gd name="connsiteX188" fmla="*/ 662761 w 2441401"/>
                <a:gd name="connsiteY188" fmla="*/ 1512133 h 2351349"/>
                <a:gd name="connsiteX189" fmla="*/ 649580 w 2441401"/>
                <a:gd name="connsiteY189" fmla="*/ 1511230 h 2351349"/>
                <a:gd name="connsiteX190" fmla="*/ 594520 w 2441401"/>
                <a:gd name="connsiteY190" fmla="*/ 1521030 h 2351349"/>
                <a:gd name="connsiteX191" fmla="*/ 584593 w 2441401"/>
                <a:gd name="connsiteY191" fmla="*/ 1521157 h 2351349"/>
                <a:gd name="connsiteX192" fmla="*/ 569710 w 2441401"/>
                <a:gd name="connsiteY192" fmla="*/ 1533562 h 2351349"/>
                <a:gd name="connsiteX193" fmla="*/ 557317 w 2441401"/>
                <a:gd name="connsiteY193" fmla="*/ 1552119 h 2351349"/>
                <a:gd name="connsiteX194" fmla="*/ 528605 w 2441401"/>
                <a:gd name="connsiteY194" fmla="*/ 1573561 h 2351349"/>
                <a:gd name="connsiteX195" fmla="*/ 520648 w 2441401"/>
                <a:gd name="connsiteY195" fmla="*/ 1588190 h 2351349"/>
                <a:gd name="connsiteX196" fmla="*/ 506286 w 2441401"/>
                <a:gd name="connsiteY196" fmla="*/ 1605985 h 2351349"/>
                <a:gd name="connsiteX197" fmla="*/ 501850 w 2441401"/>
                <a:gd name="connsiteY197" fmla="*/ 1613700 h 2351349"/>
                <a:gd name="connsiteX198" fmla="*/ 481234 w 2441401"/>
                <a:gd name="connsiteY198" fmla="*/ 1625978 h 2351349"/>
                <a:gd name="connsiteX199" fmla="*/ 468524 w 2441401"/>
                <a:gd name="connsiteY199" fmla="*/ 1633604 h 2351349"/>
                <a:gd name="connsiteX200" fmla="*/ 465982 w 2441401"/>
                <a:gd name="connsiteY200" fmla="*/ 1660296 h 2351349"/>
                <a:gd name="connsiteX201" fmla="*/ 448886 w 2441401"/>
                <a:gd name="connsiteY201" fmla="*/ 1685119 h 2351349"/>
                <a:gd name="connsiteX202" fmla="*/ 449801 w 2441401"/>
                <a:gd name="connsiteY202" fmla="*/ 1708912 h 2351349"/>
                <a:gd name="connsiteX203" fmla="*/ 439633 w 2441401"/>
                <a:gd name="connsiteY203" fmla="*/ 1714937 h 2351349"/>
                <a:gd name="connsiteX204" fmla="*/ 431791 w 2441401"/>
                <a:gd name="connsiteY204" fmla="*/ 1730087 h 2351349"/>
                <a:gd name="connsiteX205" fmla="*/ 410006 w 2441401"/>
                <a:gd name="connsiteY205" fmla="*/ 1722118 h 2351349"/>
                <a:gd name="connsiteX206" fmla="*/ 400486 w 2441401"/>
                <a:gd name="connsiteY206" fmla="*/ 1722652 h 2351349"/>
                <a:gd name="connsiteX207" fmla="*/ 378167 w 2441401"/>
                <a:gd name="connsiteY207" fmla="*/ 1741463 h 2351349"/>
                <a:gd name="connsiteX208" fmla="*/ 347243 w 2441401"/>
                <a:gd name="connsiteY208" fmla="*/ 1785644 h 2351349"/>
                <a:gd name="connsiteX209" fmla="*/ 333541 w 2441401"/>
                <a:gd name="connsiteY209" fmla="*/ 1799625 h 2351349"/>
                <a:gd name="connsiteX210" fmla="*/ 303558 w 2441401"/>
                <a:gd name="connsiteY210" fmla="*/ 1838213 h 2351349"/>
                <a:gd name="connsiteX211" fmla="*/ 237528 w 2441401"/>
                <a:gd name="connsiteY211" fmla="*/ 1803196 h 2351349"/>
                <a:gd name="connsiteX212" fmla="*/ 225123 w 2441401"/>
                <a:gd name="connsiteY212" fmla="*/ 1809552 h 2351349"/>
                <a:gd name="connsiteX213" fmla="*/ 222251 w 2441401"/>
                <a:gd name="connsiteY213" fmla="*/ 1826545 h 2351349"/>
                <a:gd name="connsiteX214" fmla="*/ 268846 w 2441401"/>
                <a:gd name="connsiteY214" fmla="*/ 1848229 h 2351349"/>
                <a:gd name="connsiteX215" fmla="*/ 264410 w 2441401"/>
                <a:gd name="connsiteY215" fmla="*/ 1869683 h 2351349"/>
                <a:gd name="connsiteX216" fmla="*/ 292716 w 2441401"/>
                <a:gd name="connsiteY216" fmla="*/ 1881034 h 2351349"/>
                <a:gd name="connsiteX217" fmla="*/ 278493 w 2441401"/>
                <a:gd name="connsiteY217" fmla="*/ 1921554 h 2351349"/>
                <a:gd name="connsiteX218" fmla="*/ 267156 w 2441401"/>
                <a:gd name="connsiteY218" fmla="*/ 1948106 h 2351349"/>
                <a:gd name="connsiteX219" fmla="*/ 250048 w 2441401"/>
                <a:gd name="connsiteY219" fmla="*/ 1966586 h 2351349"/>
                <a:gd name="connsiteX220" fmla="*/ 238837 w 2441401"/>
                <a:gd name="connsiteY220" fmla="*/ 1984228 h 2351349"/>
                <a:gd name="connsiteX221" fmla="*/ 226686 w 2441401"/>
                <a:gd name="connsiteY221" fmla="*/ 2000751 h 2351349"/>
                <a:gd name="connsiteX222" fmla="*/ 215603 w 2441401"/>
                <a:gd name="connsiteY222" fmla="*/ 2007945 h 2351349"/>
                <a:gd name="connsiteX223" fmla="*/ 152561 w 2441401"/>
                <a:gd name="connsiteY223" fmla="*/ 1979843 h 2351349"/>
                <a:gd name="connsiteX224" fmla="*/ 119934 w 2441401"/>
                <a:gd name="connsiteY224" fmla="*/ 1937493 h 2351349"/>
                <a:gd name="connsiteX225" fmla="*/ 135071 w 2441401"/>
                <a:gd name="connsiteY225" fmla="*/ 1919851 h 2351349"/>
                <a:gd name="connsiteX226" fmla="*/ 151251 w 2441401"/>
                <a:gd name="connsiteY226" fmla="*/ 1890439 h 2351349"/>
                <a:gd name="connsiteX227" fmla="*/ 151912 w 2441401"/>
                <a:gd name="connsiteY227" fmla="*/ 1875937 h 2351349"/>
                <a:gd name="connsiteX228" fmla="*/ 191568 w 2441401"/>
                <a:gd name="connsiteY228" fmla="*/ 1842077 h 2351349"/>
                <a:gd name="connsiteX229" fmla="*/ 194975 w 2441401"/>
                <a:gd name="connsiteY229" fmla="*/ 1817381 h 2351349"/>
                <a:gd name="connsiteX230" fmla="*/ 216239 w 2441401"/>
                <a:gd name="connsiteY230" fmla="*/ 1798417 h 2351349"/>
                <a:gd name="connsiteX231" fmla="*/ 198622 w 2441401"/>
                <a:gd name="connsiteY231" fmla="*/ 1771726 h 2351349"/>
                <a:gd name="connsiteX232" fmla="*/ 193144 w 2441401"/>
                <a:gd name="connsiteY232" fmla="*/ 1757605 h 2351349"/>
                <a:gd name="connsiteX233" fmla="*/ 175007 w 2441401"/>
                <a:gd name="connsiteY233" fmla="*/ 1763757 h 2351349"/>
                <a:gd name="connsiteX234" fmla="*/ 110401 w 2441401"/>
                <a:gd name="connsiteY234" fmla="*/ 1705201 h 2351349"/>
                <a:gd name="connsiteX235" fmla="*/ 91615 w 2441401"/>
                <a:gd name="connsiteY235" fmla="*/ 1703231 h 2351349"/>
                <a:gd name="connsiteX236" fmla="*/ 63945 w 2441401"/>
                <a:gd name="connsiteY236" fmla="*/ 1670693 h 2351349"/>
                <a:gd name="connsiteX237" fmla="*/ 10702 w 2441401"/>
                <a:gd name="connsiteY237" fmla="*/ 1654093 h 2351349"/>
                <a:gd name="connsiteX238" fmla="*/ 0 w 2441401"/>
                <a:gd name="connsiteY238" fmla="*/ 1644942 h 2351349"/>
                <a:gd name="connsiteX239" fmla="*/ 22967 w 2441401"/>
                <a:gd name="connsiteY239" fmla="*/ 1598156 h 2351349"/>
                <a:gd name="connsiteX240" fmla="*/ 42287 w 2441401"/>
                <a:gd name="connsiteY240" fmla="*/ 1576447 h 2351349"/>
                <a:gd name="connsiteX241" fmla="*/ 17222 w 2441401"/>
                <a:gd name="connsiteY241" fmla="*/ 1533448 h 2351349"/>
                <a:gd name="connsiteX242" fmla="*/ 21658 w 2441401"/>
                <a:gd name="connsiteY242" fmla="*/ 1498952 h 2351349"/>
                <a:gd name="connsiteX243" fmla="*/ 71393 w 2441401"/>
                <a:gd name="connsiteY243" fmla="*/ 1452420 h 2351349"/>
                <a:gd name="connsiteX244" fmla="*/ 105190 w 2441401"/>
                <a:gd name="connsiteY244" fmla="*/ 1367720 h 2351349"/>
                <a:gd name="connsiteX245" fmla="*/ 197440 w 2441401"/>
                <a:gd name="connsiteY245" fmla="*/ 1263687 h 2351349"/>
                <a:gd name="connsiteX246" fmla="*/ 186751 w 2441401"/>
                <a:gd name="connsiteY246" fmla="*/ 1252565 h 2351349"/>
                <a:gd name="connsiteX247" fmla="*/ 104135 w 2441401"/>
                <a:gd name="connsiteY247" fmla="*/ 1169186 h 2351349"/>
                <a:gd name="connsiteX248" fmla="*/ 191428 w 2441401"/>
                <a:gd name="connsiteY248" fmla="*/ 1084091 h 2351349"/>
                <a:gd name="connsiteX249" fmla="*/ 232101 w 2441401"/>
                <a:gd name="connsiteY249" fmla="*/ 1062128 h 2351349"/>
                <a:gd name="connsiteX250" fmla="*/ 328940 w 2441401"/>
                <a:gd name="connsiteY250" fmla="*/ 968682 h 2351349"/>
                <a:gd name="connsiteX251" fmla="*/ 362609 w 2441401"/>
                <a:gd name="connsiteY251" fmla="*/ 928569 h 2351349"/>
                <a:gd name="connsiteX252" fmla="*/ 429974 w 2441401"/>
                <a:gd name="connsiteY252" fmla="*/ 868170 h 2351349"/>
                <a:gd name="connsiteX253" fmla="*/ 433507 w 2441401"/>
                <a:gd name="connsiteY253" fmla="*/ 852918 h 2351349"/>
                <a:gd name="connsiteX254" fmla="*/ 513505 w 2441401"/>
                <a:gd name="connsiteY254" fmla="*/ 810568 h 2351349"/>
                <a:gd name="connsiteX255" fmla="*/ 622457 w 2441401"/>
                <a:gd name="connsiteY255" fmla="*/ 743394 h 2351349"/>
                <a:gd name="connsiteX256" fmla="*/ 634862 w 2441401"/>
                <a:gd name="connsiteY256" fmla="*/ 718559 h 2351349"/>
                <a:gd name="connsiteX257" fmla="*/ 666638 w 2441401"/>
                <a:gd name="connsiteY257" fmla="*/ 710932 h 2351349"/>
                <a:gd name="connsiteX258" fmla="*/ 684432 w 2441401"/>
                <a:gd name="connsiteY258" fmla="*/ 693685 h 2351349"/>
                <a:gd name="connsiteX259" fmla="*/ 678560 w 2441401"/>
                <a:gd name="connsiteY259" fmla="*/ 680085 h 2351349"/>
                <a:gd name="connsiteX260" fmla="*/ 703878 w 2441401"/>
                <a:gd name="connsiteY260" fmla="*/ 656431 h 2351349"/>
                <a:gd name="connsiteX261" fmla="*/ 740420 w 2441401"/>
                <a:gd name="connsiteY261" fmla="*/ 653165 h 2351349"/>
                <a:gd name="connsiteX262" fmla="*/ 775399 w 2441401"/>
                <a:gd name="connsiteY262" fmla="*/ 626905 h 2351349"/>
                <a:gd name="connsiteX263" fmla="*/ 785847 w 2441401"/>
                <a:gd name="connsiteY263" fmla="*/ 610941 h 2351349"/>
                <a:gd name="connsiteX264" fmla="*/ 799675 w 2441401"/>
                <a:gd name="connsiteY264" fmla="*/ 600099 h 2351349"/>
                <a:gd name="connsiteX265" fmla="*/ 819376 w 2441401"/>
                <a:gd name="connsiteY265" fmla="*/ 550708 h 2351349"/>
                <a:gd name="connsiteX266" fmla="*/ 778398 w 2441401"/>
                <a:gd name="connsiteY266" fmla="*/ 507823 h 2351349"/>
                <a:gd name="connsiteX267" fmla="*/ 771090 w 2441401"/>
                <a:gd name="connsiteY267" fmla="*/ 475540 h 2351349"/>
                <a:gd name="connsiteX268" fmla="*/ 784792 w 2441401"/>
                <a:gd name="connsiteY268" fmla="*/ 461304 h 2351349"/>
                <a:gd name="connsiteX269" fmla="*/ 794312 w 2441401"/>
                <a:gd name="connsiteY269" fmla="*/ 409281 h 2351349"/>
                <a:gd name="connsiteX270" fmla="*/ 831896 w 2441401"/>
                <a:gd name="connsiteY270" fmla="*/ 360258 h 2351349"/>
                <a:gd name="connsiteX271" fmla="*/ 876801 w 2441401"/>
                <a:gd name="connsiteY271" fmla="*/ 375167 h 2351349"/>
                <a:gd name="connsiteX272" fmla="*/ 940085 w 2441401"/>
                <a:gd name="connsiteY272" fmla="*/ 350585 h 2351349"/>
                <a:gd name="connsiteX273" fmla="*/ 969318 w 2441401"/>
                <a:gd name="connsiteY273" fmla="*/ 339858 h 2351349"/>
                <a:gd name="connsiteX274" fmla="*/ 1042656 w 2441401"/>
                <a:gd name="connsiteY274" fmla="*/ 290288 h 2351349"/>
                <a:gd name="connsiteX275" fmla="*/ 1058188 w 2441401"/>
                <a:gd name="connsiteY275" fmla="*/ 280743 h 2351349"/>
                <a:gd name="connsiteX276" fmla="*/ 1091730 w 2441401"/>
                <a:gd name="connsiteY276" fmla="*/ 265491 h 2351349"/>
                <a:gd name="connsiteX277" fmla="*/ 1124879 w 2441401"/>
                <a:gd name="connsiteY277" fmla="*/ 258958 h 2351349"/>
                <a:gd name="connsiteX278" fmla="*/ 1162590 w 2441401"/>
                <a:gd name="connsiteY278" fmla="*/ 252679 h 2351349"/>
                <a:gd name="connsiteX279" fmla="*/ 1180600 w 2441401"/>
                <a:gd name="connsiteY279" fmla="*/ 244048 h 2351349"/>
                <a:gd name="connsiteX280" fmla="*/ 1212312 w 2441401"/>
                <a:gd name="connsiteY280" fmla="*/ 200923 h 2351349"/>
                <a:gd name="connsiteX281" fmla="*/ 1247024 w 2441401"/>
                <a:gd name="connsiteY281" fmla="*/ 167330 h 2351349"/>
                <a:gd name="connsiteX282" fmla="*/ 1366830 w 2441401"/>
                <a:gd name="connsiteY282" fmla="*/ 113210 h 2351349"/>
                <a:gd name="connsiteX283" fmla="*/ 1372181 w 2441401"/>
                <a:gd name="connsiteY283" fmla="*/ 128462 h 2351349"/>
                <a:gd name="connsiteX284" fmla="*/ 1357552 w 2441401"/>
                <a:gd name="connsiteY284" fmla="*/ 202448 h 2351349"/>
                <a:gd name="connsiteX285" fmla="*/ 1403880 w 2441401"/>
                <a:gd name="connsiteY285" fmla="*/ 243743 h 2351349"/>
                <a:gd name="connsiteX286" fmla="*/ 1400372 w 2441401"/>
                <a:gd name="connsiteY286" fmla="*/ 267410 h 2351349"/>
                <a:gd name="connsiteX287" fmla="*/ 1404681 w 2441401"/>
                <a:gd name="connsiteY287" fmla="*/ 268846 h 2351349"/>
                <a:gd name="connsiteX288" fmla="*/ 1403232 w 2441401"/>
                <a:gd name="connsiteY288" fmla="*/ 283221 h 2351349"/>
                <a:gd name="connsiteX289" fmla="*/ 1396877 w 2441401"/>
                <a:gd name="connsiteY289" fmla="*/ 306354 h 2351349"/>
                <a:gd name="connsiteX290" fmla="*/ 1438503 w 2441401"/>
                <a:gd name="connsiteY290" fmla="*/ 309354 h 2351349"/>
                <a:gd name="connsiteX291" fmla="*/ 1432249 w 2441401"/>
                <a:gd name="connsiteY291" fmla="*/ 326741 h 2351349"/>
                <a:gd name="connsiteX292" fmla="*/ 1416057 w 2441401"/>
                <a:gd name="connsiteY292" fmla="*/ 340074 h 2351349"/>
                <a:gd name="connsiteX293" fmla="*/ 1403664 w 2441401"/>
                <a:gd name="connsiteY293" fmla="*/ 344256 h 2351349"/>
                <a:gd name="connsiteX294" fmla="*/ 1386061 w 2441401"/>
                <a:gd name="connsiteY294" fmla="*/ 364783 h 2351349"/>
                <a:gd name="connsiteX295" fmla="*/ 1375892 w 2441401"/>
                <a:gd name="connsiteY295" fmla="*/ 366613 h 2351349"/>
                <a:gd name="connsiteX296" fmla="*/ 1355264 w 2441401"/>
                <a:gd name="connsiteY296" fmla="*/ 378637 h 2351349"/>
                <a:gd name="connsiteX297" fmla="*/ 1327301 w 2441401"/>
                <a:gd name="connsiteY297" fmla="*/ 413145 h 2351349"/>
                <a:gd name="connsiteX298" fmla="*/ 1313320 w 2441401"/>
                <a:gd name="connsiteY298" fmla="*/ 417594 h 2351349"/>
                <a:gd name="connsiteX299" fmla="*/ 1304969 w 2441401"/>
                <a:gd name="connsiteY299" fmla="*/ 426351 h 2351349"/>
                <a:gd name="connsiteX300" fmla="*/ 1296072 w 2441401"/>
                <a:gd name="connsiteY300" fmla="*/ 429351 h 2351349"/>
                <a:gd name="connsiteX301" fmla="*/ 1287175 w 2441401"/>
                <a:gd name="connsiteY301" fmla="*/ 446217 h 2351349"/>
                <a:gd name="connsiteX302" fmla="*/ 1277770 w 2441401"/>
                <a:gd name="connsiteY302" fmla="*/ 451174 h 2351349"/>
                <a:gd name="connsiteX303" fmla="*/ 1273080 w 2441401"/>
                <a:gd name="connsiteY303" fmla="*/ 457707 h 2351349"/>
                <a:gd name="connsiteX304" fmla="*/ 1260674 w 2441401"/>
                <a:gd name="connsiteY304" fmla="*/ 460719 h 2351349"/>
                <a:gd name="connsiteX305" fmla="*/ 1239792 w 2441401"/>
                <a:gd name="connsiteY305" fmla="*/ 472222 h 2351349"/>
                <a:gd name="connsiteX306" fmla="*/ 1189675 w 2441401"/>
                <a:gd name="connsiteY306" fmla="*/ 512742 h 2351349"/>
                <a:gd name="connsiteX307" fmla="*/ 1190603 w 2441401"/>
                <a:gd name="connsiteY307" fmla="*/ 529202 h 2351349"/>
                <a:gd name="connsiteX308" fmla="*/ 1192039 w 2441401"/>
                <a:gd name="connsiteY308" fmla="*/ 538099 h 2351349"/>
                <a:gd name="connsiteX309" fmla="*/ 1203771 w 2441401"/>
                <a:gd name="connsiteY309" fmla="*/ 550670 h 2351349"/>
                <a:gd name="connsiteX310" fmla="*/ 1214079 w 2441401"/>
                <a:gd name="connsiteY310" fmla="*/ 561638 h 2351349"/>
                <a:gd name="connsiteX311" fmla="*/ 1238012 w 2441401"/>
                <a:gd name="connsiteY311" fmla="*/ 559567 h 2351349"/>
                <a:gd name="connsiteX312" fmla="*/ 1244812 w 2441401"/>
                <a:gd name="connsiteY312" fmla="*/ 554737 h 2351349"/>
                <a:gd name="connsiteX313" fmla="*/ 1258374 w 2441401"/>
                <a:gd name="connsiteY313" fmla="*/ 554203 h 2351349"/>
                <a:gd name="connsiteX314" fmla="*/ 1268949 w 2441401"/>
                <a:gd name="connsiteY314" fmla="*/ 544035 h 2351349"/>
                <a:gd name="connsiteX315" fmla="*/ 1356916 w 2441401"/>
                <a:gd name="connsiteY315" fmla="*/ 499981 h 2351349"/>
                <a:gd name="connsiteX316" fmla="*/ 1384701 w 2441401"/>
                <a:gd name="connsiteY316" fmla="*/ 498024 h 2351349"/>
                <a:gd name="connsiteX317" fmla="*/ 1395390 w 2441401"/>
                <a:gd name="connsiteY317" fmla="*/ 502193 h 2351349"/>
                <a:gd name="connsiteX318" fmla="*/ 1405062 w 2441401"/>
                <a:gd name="connsiteY318" fmla="*/ 498799 h 2351349"/>
                <a:gd name="connsiteX319" fmla="*/ 1422539 w 2441401"/>
                <a:gd name="connsiteY319" fmla="*/ 511992 h 2351349"/>
                <a:gd name="connsiteX320" fmla="*/ 1440435 w 2441401"/>
                <a:gd name="connsiteY320" fmla="*/ 510823 h 2351349"/>
                <a:gd name="connsiteX321" fmla="*/ 1458051 w 2441401"/>
                <a:gd name="connsiteY321" fmla="*/ 493308 h 2351349"/>
                <a:gd name="connsiteX322" fmla="*/ 1477625 w 2441401"/>
                <a:gd name="connsiteY322" fmla="*/ 512539 h 2351349"/>
                <a:gd name="connsiteX323" fmla="*/ 1492496 w 2441401"/>
                <a:gd name="connsiteY323" fmla="*/ 518411 h 2351349"/>
                <a:gd name="connsiteX324" fmla="*/ 1471359 w 2441401"/>
                <a:gd name="connsiteY324" fmla="*/ 545344 h 2351349"/>
                <a:gd name="connsiteX325" fmla="*/ 1480091 w 2441401"/>
                <a:gd name="connsiteY325" fmla="*/ 555143 h 2351349"/>
                <a:gd name="connsiteX326" fmla="*/ 1490932 w 2441401"/>
                <a:gd name="connsiteY326" fmla="*/ 544823 h 2351349"/>
                <a:gd name="connsiteX327" fmla="*/ 1520547 w 2441401"/>
                <a:gd name="connsiteY327" fmla="*/ 571730 h 2351349"/>
                <a:gd name="connsiteX328" fmla="*/ 1553835 w 2441401"/>
                <a:gd name="connsiteY328" fmla="*/ 583627 h 2351349"/>
                <a:gd name="connsiteX329" fmla="*/ 1560101 w 2441401"/>
                <a:gd name="connsiteY329" fmla="*/ 589118 h 2351349"/>
                <a:gd name="connsiteX330" fmla="*/ 1576142 w 2441401"/>
                <a:gd name="connsiteY330" fmla="*/ 601015 h 2351349"/>
                <a:gd name="connsiteX331" fmla="*/ 1612556 w 2441401"/>
                <a:gd name="connsiteY331" fmla="*/ 584809 h 2351349"/>
                <a:gd name="connsiteX332" fmla="*/ 1633299 w 2441401"/>
                <a:gd name="connsiteY332" fmla="*/ 564282 h 2351349"/>
                <a:gd name="connsiteX333" fmla="*/ 1655352 w 2441401"/>
                <a:gd name="connsiteY333" fmla="*/ 568095 h 2351349"/>
                <a:gd name="connsiteX334" fmla="*/ 1681865 w 2441401"/>
                <a:gd name="connsiteY334" fmla="*/ 593185 h 2351349"/>
                <a:gd name="connsiteX335" fmla="*/ 1740180 w 2441401"/>
                <a:gd name="connsiteY335" fmla="*/ 571235 h 2351349"/>
                <a:gd name="connsiteX336" fmla="*/ 1751415 w 2441401"/>
                <a:gd name="connsiteY336" fmla="*/ 582674 h 2351349"/>
                <a:gd name="connsiteX337" fmla="*/ 1763681 w 2441401"/>
                <a:gd name="connsiteY337" fmla="*/ 563608 h 2351349"/>
                <a:gd name="connsiteX338" fmla="*/ 1772730 w 2441401"/>
                <a:gd name="connsiteY338" fmla="*/ 534146 h 2351349"/>
                <a:gd name="connsiteX339" fmla="*/ 1782390 w 2441401"/>
                <a:gd name="connsiteY339" fmla="*/ 527486 h 2351349"/>
                <a:gd name="connsiteX340" fmla="*/ 1793829 w 2441401"/>
                <a:gd name="connsiteY340" fmla="*/ 505129 h 2351349"/>
                <a:gd name="connsiteX341" fmla="*/ 1744895 w 2441401"/>
                <a:gd name="connsiteY341" fmla="*/ 492063 h 2351349"/>
                <a:gd name="connsiteX342" fmla="*/ 1740840 w 2441401"/>
                <a:gd name="connsiteY342" fmla="*/ 450882 h 2351349"/>
                <a:gd name="connsiteX343" fmla="*/ 1745658 w 2441401"/>
                <a:gd name="connsiteY343" fmla="*/ 418877 h 2351349"/>
                <a:gd name="connsiteX344" fmla="*/ 1769807 w 2441401"/>
                <a:gd name="connsiteY344" fmla="*/ 381764 h 2351349"/>
                <a:gd name="connsiteX345" fmla="*/ 1791872 w 2441401"/>
                <a:gd name="connsiteY345" fmla="*/ 361745 h 2351349"/>
                <a:gd name="connsiteX346" fmla="*/ 1765765 w 2441401"/>
                <a:gd name="connsiteY346" fmla="*/ 337036 h 2351349"/>
                <a:gd name="connsiteX347" fmla="*/ 1773595 w 2441401"/>
                <a:gd name="connsiteY347" fmla="*/ 309722 h 2351349"/>
                <a:gd name="connsiteX348" fmla="*/ 1752979 w 2441401"/>
                <a:gd name="connsiteY348" fmla="*/ 282268 h 2351349"/>
                <a:gd name="connsiteX349" fmla="*/ 1712903 w 2441401"/>
                <a:gd name="connsiteY349" fmla="*/ 261614 h 2351349"/>
                <a:gd name="connsiteX350" fmla="*/ 1734841 w 2441401"/>
                <a:gd name="connsiteY350" fmla="*/ 242015 h 2351349"/>
                <a:gd name="connsiteX351" fmla="*/ 1734841 w 2441401"/>
                <a:gd name="connsiteY351" fmla="*/ 233118 h 2351349"/>
                <a:gd name="connsiteX352" fmla="*/ 1778158 w 2441401"/>
                <a:gd name="connsiteY352" fmla="*/ 206846 h 2351349"/>
                <a:gd name="connsiteX353" fmla="*/ 1784170 w 2441401"/>
                <a:gd name="connsiteY353" fmla="*/ 246311 h 2351349"/>
                <a:gd name="connsiteX354" fmla="*/ 1810009 w 2441401"/>
                <a:gd name="connsiteY354" fmla="*/ 255488 h 2351349"/>
                <a:gd name="connsiteX355" fmla="*/ 1851368 w 2441401"/>
                <a:gd name="connsiteY355" fmla="*/ 325788 h 2351349"/>
                <a:gd name="connsiteX356" fmla="*/ 1871082 w 2441401"/>
                <a:gd name="connsiteY356" fmla="*/ 320170 h 2351349"/>
                <a:gd name="connsiteX357" fmla="*/ 1857901 w 2441401"/>
                <a:gd name="connsiteY357" fmla="*/ 271947 h 2351349"/>
                <a:gd name="connsiteX358" fmla="*/ 1881657 w 2441401"/>
                <a:gd name="connsiteY358" fmla="*/ 262923 h 2351349"/>
                <a:gd name="connsiteX359" fmla="*/ 1908920 w 2441401"/>
                <a:gd name="connsiteY359" fmla="*/ 299516 h 2351349"/>
                <a:gd name="connsiteX360" fmla="*/ 1912454 w 2441401"/>
                <a:gd name="connsiteY360" fmla="*/ 304231 h 2351349"/>
                <a:gd name="connsiteX361" fmla="*/ 1897201 w 2441401"/>
                <a:gd name="connsiteY361" fmla="*/ 322661 h 2351349"/>
                <a:gd name="connsiteX362" fmla="*/ 1878797 w 2441401"/>
                <a:gd name="connsiteY362" fmla="*/ 368011 h 2351349"/>
                <a:gd name="connsiteX363" fmla="*/ 1904027 w 2441401"/>
                <a:gd name="connsiteY363" fmla="*/ 401960 h 2351349"/>
                <a:gd name="connsiteX364" fmla="*/ 1918631 w 2441401"/>
                <a:gd name="connsiteY364" fmla="*/ 432287 h 2351349"/>
                <a:gd name="connsiteX365" fmla="*/ 1891367 w 2441401"/>
                <a:gd name="connsiteY365" fmla="*/ 454631 h 2351349"/>
                <a:gd name="connsiteX366" fmla="*/ 1863049 w 2441401"/>
                <a:gd name="connsiteY366" fmla="*/ 438693 h 2351349"/>
                <a:gd name="connsiteX367" fmla="*/ 1848699 w 2441401"/>
                <a:gd name="connsiteY367" fmla="*/ 465219 h 2351349"/>
                <a:gd name="connsiteX368" fmla="*/ 1861753 w 2441401"/>
                <a:gd name="connsiteY368" fmla="*/ 506654 h 2351349"/>
                <a:gd name="connsiteX369" fmla="*/ 1848572 w 2441401"/>
                <a:gd name="connsiteY369" fmla="*/ 552017 h 2351349"/>
                <a:gd name="connsiteX370" fmla="*/ 1808497 w 2441401"/>
                <a:gd name="connsiteY370" fmla="*/ 577628 h 2351349"/>
                <a:gd name="connsiteX371" fmla="*/ 1787881 w 2441401"/>
                <a:gd name="connsiteY371" fmla="*/ 619457 h 2351349"/>
                <a:gd name="connsiteX372" fmla="*/ 1758012 w 2441401"/>
                <a:gd name="connsiteY372" fmla="*/ 633184 h 2351349"/>
                <a:gd name="connsiteX373" fmla="*/ 1749903 w 2441401"/>
                <a:gd name="connsiteY373" fmla="*/ 661541 h 2351349"/>
                <a:gd name="connsiteX374" fmla="*/ 1772781 w 2441401"/>
                <a:gd name="connsiteY374" fmla="*/ 666510 h 2351349"/>
                <a:gd name="connsiteX375" fmla="*/ 1791186 w 2441401"/>
                <a:gd name="connsiteY375" fmla="*/ 659965 h 2351349"/>
                <a:gd name="connsiteX376" fmla="*/ 1812793 w 2441401"/>
                <a:gd name="connsiteY376" fmla="*/ 685855 h 2351349"/>
                <a:gd name="connsiteX377" fmla="*/ 1802358 w 2441401"/>
                <a:gd name="connsiteY377" fmla="*/ 717872 h 2351349"/>
                <a:gd name="connsiteX378" fmla="*/ 1800413 w 2441401"/>
                <a:gd name="connsiteY378" fmla="*/ 728473 h 2351349"/>
                <a:gd name="connsiteX379" fmla="*/ 1775997 w 2441401"/>
                <a:gd name="connsiteY379" fmla="*/ 755393 h 2351349"/>
                <a:gd name="connsiteX380" fmla="*/ 1767519 w 2441401"/>
                <a:gd name="connsiteY380" fmla="*/ 749368 h 2351349"/>
                <a:gd name="connsiteX381" fmla="*/ 1723402 w 2441401"/>
                <a:gd name="connsiteY381" fmla="*/ 795519 h 2351349"/>
                <a:gd name="connsiteX382" fmla="*/ 1711658 w 2441401"/>
                <a:gd name="connsiteY382" fmla="*/ 812627 h 2351349"/>
                <a:gd name="connsiteX383" fmla="*/ 1713996 w 2441401"/>
                <a:gd name="connsiteY383" fmla="*/ 820482 h 2351349"/>
                <a:gd name="connsiteX384" fmla="*/ 1695745 w 2441401"/>
                <a:gd name="connsiteY384" fmla="*/ 846487 h 2351349"/>
                <a:gd name="connsiteX385" fmla="*/ 1680327 w 2441401"/>
                <a:gd name="connsiteY385" fmla="*/ 858790 h 2351349"/>
                <a:gd name="connsiteX386" fmla="*/ 1654360 w 2441401"/>
                <a:gd name="connsiteY386" fmla="*/ 889498 h 2351349"/>
                <a:gd name="connsiteX387" fmla="*/ 1669117 w 2441401"/>
                <a:gd name="connsiteY387" fmla="*/ 899170 h 2351349"/>
                <a:gd name="connsiteX388" fmla="*/ 1661148 w 2441401"/>
                <a:gd name="connsiteY388" fmla="*/ 936666 h 2351349"/>
                <a:gd name="connsiteX389" fmla="*/ 1631266 w 2441401"/>
                <a:gd name="connsiteY389" fmla="*/ 952312 h 2351349"/>
                <a:gd name="connsiteX390" fmla="*/ 1623830 w 2441401"/>
                <a:gd name="connsiteY390" fmla="*/ 948270 h 2351349"/>
                <a:gd name="connsiteX391" fmla="*/ 1611819 w 2441401"/>
                <a:gd name="connsiteY391" fmla="*/ 936246 h 2351349"/>
                <a:gd name="connsiteX392" fmla="*/ 1578773 w 2441401"/>
                <a:gd name="connsiteY392" fmla="*/ 937682 h 2351349"/>
                <a:gd name="connsiteX393" fmla="*/ 1558945 w 2441401"/>
                <a:gd name="connsiteY393" fmla="*/ 972966 h 2351349"/>
                <a:gd name="connsiteX394" fmla="*/ 1530881 w 2441401"/>
                <a:gd name="connsiteY394" fmla="*/ 973869 h 2351349"/>
                <a:gd name="connsiteX395" fmla="*/ 1528262 w 2441401"/>
                <a:gd name="connsiteY395" fmla="*/ 983948 h 2351349"/>
                <a:gd name="connsiteX396" fmla="*/ 1515489 w 2441401"/>
                <a:gd name="connsiteY396" fmla="*/ 1002771 h 2351349"/>
                <a:gd name="connsiteX397" fmla="*/ 1527080 w 2441401"/>
                <a:gd name="connsiteY397" fmla="*/ 1094005 h 2351349"/>
                <a:gd name="connsiteX398" fmla="*/ 1516658 w 2441401"/>
                <a:gd name="connsiteY398" fmla="*/ 1117646 h 2351349"/>
                <a:gd name="connsiteX399" fmla="*/ 1522009 w 2441401"/>
                <a:gd name="connsiteY399" fmla="*/ 1138694 h 2351349"/>
                <a:gd name="connsiteX400" fmla="*/ 1517954 w 2441401"/>
                <a:gd name="connsiteY400" fmla="*/ 1166276 h 2351349"/>
                <a:gd name="connsiteX401" fmla="*/ 1508816 w 2441401"/>
                <a:gd name="connsiteY401" fmla="*/ 1190577 h 2351349"/>
                <a:gd name="connsiteX402" fmla="*/ 1518082 w 2441401"/>
                <a:gd name="connsiteY402" fmla="*/ 1194251 h 2351349"/>
                <a:gd name="connsiteX403" fmla="*/ 1546527 w 2441401"/>
                <a:gd name="connsiteY403" fmla="*/ 1181947 h 2351349"/>
                <a:gd name="connsiteX404" fmla="*/ 1544849 w 2441401"/>
                <a:gd name="connsiteY404" fmla="*/ 1173469 h 2351349"/>
                <a:gd name="connsiteX405" fmla="*/ 1548662 w 2441401"/>
                <a:gd name="connsiteY405" fmla="*/ 1159997 h 2351349"/>
                <a:gd name="connsiteX406" fmla="*/ 1562504 w 2441401"/>
                <a:gd name="connsiteY406" fmla="*/ 1165360 h 2351349"/>
                <a:gd name="connsiteX407" fmla="*/ 1571896 w 2441401"/>
                <a:gd name="connsiteY407" fmla="*/ 1185226 h 2351349"/>
                <a:gd name="connsiteX408" fmla="*/ 1581683 w 2441401"/>
                <a:gd name="connsiteY408" fmla="*/ 1188239 h 2351349"/>
                <a:gd name="connsiteX409" fmla="*/ 1590822 w 2441401"/>
                <a:gd name="connsiteY409" fmla="*/ 1190984 h 2351349"/>
                <a:gd name="connsiteX410" fmla="*/ 1603075 w 2441401"/>
                <a:gd name="connsiteY410" fmla="*/ 1176863 h 2351349"/>
                <a:gd name="connsiteX411" fmla="*/ 1606468 w 2441401"/>
                <a:gd name="connsiteY411" fmla="*/ 1170978 h 2351349"/>
                <a:gd name="connsiteX412" fmla="*/ 1627745 w 2441401"/>
                <a:gd name="connsiteY412" fmla="*/ 1171372 h 2351349"/>
                <a:gd name="connsiteX413" fmla="*/ 1650623 w 2441401"/>
                <a:gd name="connsiteY413" fmla="*/ 1182875 h 2351349"/>
                <a:gd name="connsiteX414" fmla="*/ 1653165 w 2441401"/>
                <a:gd name="connsiteY414" fmla="*/ 1188760 h 2351349"/>
                <a:gd name="connsiteX415" fmla="*/ 1666753 w 2441401"/>
                <a:gd name="connsiteY415" fmla="*/ 1208626 h 2351349"/>
                <a:gd name="connsiteX416" fmla="*/ 1696494 w 2441401"/>
                <a:gd name="connsiteY416" fmla="*/ 1228962 h 2351349"/>
                <a:gd name="connsiteX417" fmla="*/ 1720644 w 2441401"/>
                <a:gd name="connsiteY417" fmla="*/ 1205957 h 2351349"/>
                <a:gd name="connsiteX418" fmla="*/ 1729376 w 2441401"/>
                <a:gd name="connsiteY418" fmla="*/ 1233665 h 2351349"/>
                <a:gd name="connsiteX419" fmla="*/ 1712560 w 2441401"/>
                <a:gd name="connsiteY419" fmla="*/ 1241507 h 2351349"/>
                <a:gd name="connsiteX420" fmla="*/ 1707858 w 2441401"/>
                <a:gd name="connsiteY420" fmla="*/ 1244647 h 2351349"/>
                <a:gd name="connsiteX421" fmla="*/ 1698465 w 2441401"/>
                <a:gd name="connsiteY421" fmla="*/ 1246744 h 2351349"/>
                <a:gd name="connsiteX422" fmla="*/ 1659190 w 2441401"/>
                <a:gd name="connsiteY422" fmla="*/ 1291954 h 2351349"/>
                <a:gd name="connsiteX423" fmla="*/ 1656305 w 2441401"/>
                <a:gd name="connsiteY423" fmla="*/ 1295093 h 2351349"/>
                <a:gd name="connsiteX424" fmla="*/ 1651869 w 2441401"/>
                <a:gd name="connsiteY424" fmla="*/ 1307651 h 2351349"/>
                <a:gd name="connsiteX425" fmla="*/ 1654220 w 2441401"/>
                <a:gd name="connsiteY425" fmla="*/ 1313523 h 2351349"/>
                <a:gd name="connsiteX426" fmla="*/ 1648221 w 2441401"/>
                <a:gd name="connsiteY426" fmla="*/ 1327771 h 2351349"/>
                <a:gd name="connsiteX427" fmla="*/ 1643518 w 2441401"/>
                <a:gd name="connsiteY427" fmla="*/ 1325420 h 2351349"/>
                <a:gd name="connsiteX428" fmla="*/ 1638155 w 2441401"/>
                <a:gd name="connsiteY428" fmla="*/ 1321899 h 2351349"/>
                <a:gd name="connsiteX429" fmla="*/ 1641167 w 2441401"/>
                <a:gd name="connsiteY429" fmla="*/ 1309481 h 2351349"/>
                <a:gd name="connsiteX430" fmla="*/ 1634647 w 2441401"/>
                <a:gd name="connsiteY430" fmla="*/ 1307651 h 2351349"/>
                <a:gd name="connsiteX431" fmla="*/ 1632943 w 2441401"/>
                <a:gd name="connsiteY431" fmla="*/ 1294051 h 2351349"/>
                <a:gd name="connsiteX432" fmla="*/ 1623297 w 2441401"/>
                <a:gd name="connsiteY432" fmla="*/ 1292996 h 2351349"/>
                <a:gd name="connsiteX433" fmla="*/ 1584784 w 2441401"/>
                <a:gd name="connsiteY433" fmla="*/ 1303164 h 2351349"/>
                <a:gd name="connsiteX434" fmla="*/ 1567842 w 2441401"/>
                <a:gd name="connsiteY434" fmla="*/ 1292691 h 2351349"/>
                <a:gd name="connsiteX435" fmla="*/ 1543959 w 2441401"/>
                <a:gd name="connsiteY435" fmla="*/ 1337787 h 2351349"/>
                <a:gd name="connsiteX436" fmla="*/ 1568350 w 2441401"/>
                <a:gd name="connsiteY436" fmla="*/ 1379222 h 2351349"/>
                <a:gd name="connsiteX437" fmla="*/ 1580095 w 2441401"/>
                <a:gd name="connsiteY437" fmla="*/ 1378320 h 2351349"/>
                <a:gd name="connsiteX438" fmla="*/ 1585179 w 2441401"/>
                <a:gd name="connsiteY438" fmla="*/ 1400397 h 2351349"/>
                <a:gd name="connsiteX439" fmla="*/ 1599783 w 2441401"/>
                <a:gd name="connsiteY439" fmla="*/ 1398046 h 2351349"/>
                <a:gd name="connsiteX440" fmla="*/ 1616624 w 2441401"/>
                <a:gd name="connsiteY440" fmla="*/ 1434626 h 2351349"/>
                <a:gd name="connsiteX441" fmla="*/ 1637240 w 2441401"/>
                <a:gd name="connsiteY441" fmla="*/ 1436088 h 2351349"/>
                <a:gd name="connsiteX442" fmla="*/ 1685907 w 2441401"/>
                <a:gd name="connsiteY442" fmla="*/ 1378701 h 2351349"/>
                <a:gd name="connsiteX443" fmla="*/ 1700130 w 2441401"/>
                <a:gd name="connsiteY443" fmla="*/ 1348908 h 2351349"/>
                <a:gd name="connsiteX444" fmla="*/ 1719195 w 2441401"/>
                <a:gd name="connsiteY444" fmla="*/ 1357259 h 2351349"/>
                <a:gd name="connsiteX445" fmla="*/ 1714619 w 2441401"/>
                <a:gd name="connsiteY445" fmla="*/ 1393470 h 2351349"/>
                <a:gd name="connsiteX446" fmla="*/ 1731575 w 2441401"/>
                <a:gd name="connsiteY446" fmla="*/ 1398046 h 2351349"/>
                <a:gd name="connsiteX447" fmla="*/ 1747386 w 2441401"/>
                <a:gd name="connsiteY447" fmla="*/ 1377392 h 2351349"/>
                <a:gd name="connsiteX448" fmla="*/ 1793829 w 2441401"/>
                <a:gd name="connsiteY448" fmla="*/ 1389797 h 2351349"/>
                <a:gd name="connsiteX449" fmla="*/ 1831960 w 2441401"/>
                <a:gd name="connsiteY449" fmla="*/ 1408367 h 2351349"/>
                <a:gd name="connsiteX450" fmla="*/ 1845153 w 2441401"/>
                <a:gd name="connsiteY450" fmla="*/ 1413070 h 2351349"/>
                <a:gd name="connsiteX451" fmla="*/ 1856363 w 2441401"/>
                <a:gd name="connsiteY451" fmla="*/ 1417264 h 2351349"/>
                <a:gd name="connsiteX452" fmla="*/ 1850224 w 2441401"/>
                <a:gd name="connsiteY452" fmla="*/ 1429415 h 2351349"/>
                <a:gd name="connsiteX453" fmla="*/ 1858334 w 2441401"/>
                <a:gd name="connsiteY453" fmla="*/ 1440396 h 2351349"/>
                <a:gd name="connsiteX454" fmla="*/ 1863278 w 2441401"/>
                <a:gd name="connsiteY454" fmla="*/ 1450844 h 2351349"/>
                <a:gd name="connsiteX455" fmla="*/ 1897481 w 2441401"/>
                <a:gd name="connsiteY455" fmla="*/ 1493449 h 2351349"/>
                <a:gd name="connsiteX456" fmla="*/ 1886906 w 2441401"/>
                <a:gd name="connsiteY456" fmla="*/ 1524691 h 2351349"/>
                <a:gd name="connsiteX457" fmla="*/ 1894863 w 2441401"/>
                <a:gd name="connsiteY457" fmla="*/ 1602464 h 2351349"/>
                <a:gd name="connsiteX458" fmla="*/ 1964413 w 2441401"/>
                <a:gd name="connsiteY458" fmla="*/ 1575010 h 2351349"/>
                <a:gd name="connsiteX459" fmla="*/ 1974988 w 2441401"/>
                <a:gd name="connsiteY459" fmla="*/ 1555805 h 2351349"/>
                <a:gd name="connsiteX460" fmla="*/ 1991969 w 2441401"/>
                <a:gd name="connsiteY460" fmla="*/ 1525084 h 2351349"/>
                <a:gd name="connsiteX461" fmla="*/ 2009572 w 2441401"/>
                <a:gd name="connsiteY461" fmla="*/ 1493309 h 2351349"/>
                <a:gd name="connsiteX462" fmla="*/ 2057604 w 2441401"/>
                <a:gd name="connsiteY462" fmla="*/ 1459334 h 2351349"/>
                <a:gd name="connsiteX463" fmla="*/ 2142674 w 2441401"/>
                <a:gd name="connsiteY463" fmla="*/ 1459334 h 2351349"/>
                <a:gd name="connsiteX464" fmla="*/ 2155727 w 2441401"/>
                <a:gd name="connsiteY464" fmla="*/ 1434359 h 2351349"/>
                <a:gd name="connsiteX465" fmla="*/ 2212109 w 2441401"/>
                <a:gd name="connsiteY465" fmla="*/ 1402583 h 2351349"/>
                <a:gd name="connsiteX466" fmla="*/ 2226459 w 2441401"/>
                <a:gd name="connsiteY466" fmla="*/ 1357628 h 2351349"/>
                <a:gd name="connsiteX467" fmla="*/ 2281011 w 2441401"/>
                <a:gd name="connsiteY467" fmla="*/ 1321683 h 2351349"/>
                <a:gd name="connsiteX468" fmla="*/ 2318850 w 2441401"/>
                <a:gd name="connsiteY468" fmla="*/ 1295538 h 2351349"/>
                <a:gd name="connsiteX469" fmla="*/ 2331128 w 2441401"/>
                <a:gd name="connsiteY469" fmla="*/ 1328725 h 2351349"/>
                <a:gd name="connsiteX470" fmla="*/ 2364797 w 2441401"/>
                <a:gd name="connsiteY470" fmla="*/ 1315925 h 2351349"/>
                <a:gd name="connsiteX471" fmla="*/ 2382935 w 2441401"/>
                <a:gd name="connsiteY471" fmla="*/ 1285205 h 2351349"/>
                <a:gd name="connsiteX472" fmla="*/ 2416223 w 2441401"/>
                <a:gd name="connsiteY472" fmla="*/ 1263369 h 2351349"/>
                <a:gd name="connsiteX473" fmla="*/ 2435123 w 2441401"/>
                <a:gd name="connsiteY473" fmla="*/ 1333961 h 2351349"/>
                <a:gd name="connsiteX474" fmla="*/ 2441402 w 2441401"/>
                <a:gd name="connsiteY474" fmla="*/ 1357361 h 2351349"/>
                <a:gd name="connsiteX475" fmla="*/ 2422603 w 2441401"/>
                <a:gd name="connsiteY475" fmla="*/ 1393903 h 2351349"/>
                <a:gd name="connsiteX476" fmla="*/ 2389442 w 2441401"/>
                <a:gd name="connsiteY476" fmla="*/ 1458725 h 2351349"/>
                <a:gd name="connsiteX477" fmla="*/ 2392582 w 2441401"/>
                <a:gd name="connsiteY477" fmla="*/ 1477281 h 2351349"/>
                <a:gd name="connsiteX478" fmla="*/ 2406296 w 2441401"/>
                <a:gd name="connsiteY478" fmla="*/ 1557152 h 2351349"/>
                <a:gd name="connsiteX479" fmla="*/ 2385794 w 2441401"/>
                <a:gd name="connsiteY479" fmla="*/ 1592563 h 2351349"/>
                <a:gd name="connsiteX480" fmla="*/ 2329552 w 2441401"/>
                <a:gd name="connsiteY480" fmla="*/ 1599884 h 2351349"/>
                <a:gd name="connsiteX481" fmla="*/ 2362166 w 2441401"/>
                <a:gd name="connsiteY481" fmla="*/ 1676603 h 2351349"/>
                <a:gd name="connsiteX482" fmla="*/ 2325904 w 2441401"/>
                <a:gd name="connsiteY482" fmla="*/ 1780522 h 2351349"/>
                <a:gd name="connsiteX483" fmla="*/ 2355519 w 2441401"/>
                <a:gd name="connsiteY483" fmla="*/ 1815017 h 2351349"/>
                <a:gd name="connsiteX484" fmla="*/ 2360221 w 2441401"/>
                <a:gd name="connsiteY484" fmla="*/ 1839166 h 2351349"/>
                <a:gd name="connsiteX485" fmla="*/ 2366221 w 2441401"/>
                <a:gd name="connsiteY485" fmla="*/ 1869874 h 2351349"/>
                <a:gd name="connsiteX486" fmla="*/ 2379020 w 2441401"/>
                <a:gd name="connsiteY486" fmla="*/ 1935230 h 2351349"/>
                <a:gd name="connsiteX487" fmla="*/ 2339339 w 2441401"/>
                <a:gd name="connsiteY487" fmla="*/ 1977695 h 2351349"/>
                <a:gd name="connsiteX488" fmla="*/ 2325777 w 2441401"/>
                <a:gd name="connsiteY488" fmla="*/ 2006191 h 2351349"/>
                <a:gd name="connsiteX489" fmla="*/ 2353828 w 2441401"/>
                <a:gd name="connsiteY489" fmla="*/ 2068802 h 2351349"/>
                <a:gd name="connsiteX490" fmla="*/ 2269941 w 2441401"/>
                <a:gd name="connsiteY490" fmla="*/ 2133497 h 2351349"/>
                <a:gd name="connsiteX491" fmla="*/ 2227921 w 2441401"/>
                <a:gd name="connsiteY491" fmla="*/ 2194277 h 2351349"/>
                <a:gd name="connsiteX492" fmla="*/ 2186422 w 2441401"/>
                <a:gd name="connsiteY492" fmla="*/ 2202767 h 2351349"/>
                <a:gd name="connsiteX493" fmla="*/ 2164103 w 2441401"/>
                <a:gd name="connsiteY493" fmla="*/ 2264462 h 2351349"/>
                <a:gd name="connsiteX494" fmla="*/ 2106818 w 2441401"/>
                <a:gd name="connsiteY494" fmla="*/ 2308516 h 2351349"/>
                <a:gd name="connsiteX495" fmla="*/ 2080127 w 2441401"/>
                <a:gd name="connsiteY495" fmla="*/ 2314871 h 2351349"/>
                <a:gd name="connsiteX496" fmla="*/ 2071382 w 2441401"/>
                <a:gd name="connsiteY496" fmla="*/ 2309914 h 2351349"/>
                <a:gd name="connsiteX497" fmla="*/ 1992172 w 2441401"/>
                <a:gd name="connsiteY497" fmla="*/ 2351349 h 2351349"/>
                <a:gd name="connsiteX498" fmla="*/ 1982385 w 2441401"/>
                <a:gd name="connsiteY498" fmla="*/ 2331216 h 2351349"/>
                <a:gd name="connsiteX499" fmla="*/ 1968811 w 2441401"/>
                <a:gd name="connsiteY499" fmla="*/ 2311744 h 2351349"/>
                <a:gd name="connsiteX500" fmla="*/ 1953406 w 2441401"/>
                <a:gd name="connsiteY500" fmla="*/ 2299848 h 2351349"/>
                <a:gd name="connsiteX501" fmla="*/ 1949885 w 2441401"/>
                <a:gd name="connsiteY501" fmla="*/ 2291599 h 2351349"/>
                <a:gd name="connsiteX502" fmla="*/ 1947013 w 2441401"/>
                <a:gd name="connsiteY502" fmla="*/ 2256709 h 2351349"/>
                <a:gd name="connsiteX503" fmla="*/ 1941929 w 2441401"/>
                <a:gd name="connsiteY503" fmla="*/ 2247037 h 2351349"/>
                <a:gd name="connsiteX504" fmla="*/ 1933438 w 2441401"/>
                <a:gd name="connsiteY504" fmla="*/ 2240771 h 2351349"/>
                <a:gd name="connsiteX505" fmla="*/ 1929790 w 2441401"/>
                <a:gd name="connsiteY505" fmla="*/ 2231352 h 2351349"/>
                <a:gd name="connsiteX506" fmla="*/ 1931061 w 2441401"/>
                <a:gd name="connsiteY506" fmla="*/ 2224832 h 2351349"/>
                <a:gd name="connsiteX507" fmla="*/ 1928049 w 2441401"/>
                <a:gd name="connsiteY507" fmla="*/ 2219468 h 2351349"/>
                <a:gd name="connsiteX508" fmla="*/ 1920423 w 2441401"/>
                <a:gd name="connsiteY508" fmla="*/ 2211753 h 2351349"/>
                <a:gd name="connsiteX509" fmla="*/ 1914805 w 2441401"/>
                <a:gd name="connsiteY509" fmla="*/ 2203250 h 2351349"/>
                <a:gd name="connsiteX510" fmla="*/ 1903366 w 2441401"/>
                <a:gd name="connsiteY510" fmla="*/ 2177512 h 2351349"/>
                <a:gd name="connsiteX511" fmla="*/ 1903900 w 2441401"/>
                <a:gd name="connsiteY511" fmla="*/ 2165615 h 2351349"/>
                <a:gd name="connsiteX512" fmla="*/ 1899591 w 2441401"/>
                <a:gd name="connsiteY512" fmla="*/ 2155536 h 2351349"/>
                <a:gd name="connsiteX513" fmla="*/ 1882496 w 2441401"/>
                <a:gd name="connsiteY513" fmla="*/ 2141555 h 2351349"/>
                <a:gd name="connsiteX514" fmla="*/ 1863964 w 2441401"/>
                <a:gd name="connsiteY514" fmla="*/ 2121295 h 2351349"/>
                <a:gd name="connsiteX515" fmla="*/ 1854965 w 2441401"/>
                <a:gd name="connsiteY515" fmla="*/ 2111877 h 2351349"/>
                <a:gd name="connsiteX516" fmla="*/ 1850784 w 2441401"/>
                <a:gd name="connsiteY516" fmla="*/ 2099471 h 2351349"/>
                <a:gd name="connsiteX517" fmla="*/ 1846221 w 2441401"/>
                <a:gd name="connsiteY517" fmla="*/ 2073326 h 2351349"/>
                <a:gd name="connsiteX518" fmla="*/ 1841912 w 2441401"/>
                <a:gd name="connsiteY518" fmla="*/ 2060387 h 2351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Lst>
              <a:rect l="l" t="t" r="r" b="b"/>
              <a:pathLst>
                <a:path w="2441401" h="2351349">
                  <a:moveTo>
                    <a:pt x="402342" y="1060603"/>
                  </a:moveTo>
                  <a:lnTo>
                    <a:pt x="409269" y="1054985"/>
                  </a:lnTo>
                  <a:lnTo>
                    <a:pt x="413425" y="1048630"/>
                  </a:lnTo>
                  <a:lnTo>
                    <a:pt x="420619" y="1048096"/>
                  </a:lnTo>
                  <a:lnTo>
                    <a:pt x="423491" y="1040915"/>
                  </a:lnTo>
                  <a:lnTo>
                    <a:pt x="435236" y="1033835"/>
                  </a:lnTo>
                  <a:lnTo>
                    <a:pt x="448670" y="1029793"/>
                  </a:lnTo>
                  <a:lnTo>
                    <a:pt x="523190" y="964183"/>
                  </a:lnTo>
                  <a:lnTo>
                    <a:pt x="542370" y="952820"/>
                  </a:lnTo>
                  <a:lnTo>
                    <a:pt x="546424" y="944978"/>
                  </a:lnTo>
                  <a:lnTo>
                    <a:pt x="545242" y="931912"/>
                  </a:lnTo>
                  <a:lnTo>
                    <a:pt x="559071" y="912427"/>
                  </a:lnTo>
                  <a:lnTo>
                    <a:pt x="556732" y="906936"/>
                  </a:lnTo>
                  <a:lnTo>
                    <a:pt x="549551" y="906021"/>
                  </a:lnTo>
                  <a:lnTo>
                    <a:pt x="538455" y="920003"/>
                  </a:lnTo>
                  <a:lnTo>
                    <a:pt x="467214" y="971110"/>
                  </a:lnTo>
                  <a:lnTo>
                    <a:pt x="404934" y="1021544"/>
                  </a:lnTo>
                  <a:lnTo>
                    <a:pt x="385755" y="1049266"/>
                  </a:lnTo>
                  <a:lnTo>
                    <a:pt x="375434" y="1056446"/>
                  </a:lnTo>
                  <a:lnTo>
                    <a:pt x="374926" y="1066615"/>
                  </a:lnTo>
                  <a:lnTo>
                    <a:pt x="380531" y="1070796"/>
                  </a:lnTo>
                  <a:lnTo>
                    <a:pt x="393317" y="1059357"/>
                  </a:lnTo>
                  <a:lnTo>
                    <a:pt x="398134" y="1062878"/>
                  </a:lnTo>
                  <a:close/>
                  <a:moveTo>
                    <a:pt x="242091" y="1868972"/>
                  </a:moveTo>
                  <a:lnTo>
                    <a:pt x="217548" y="1849093"/>
                  </a:lnTo>
                  <a:lnTo>
                    <a:pt x="208282" y="1857736"/>
                  </a:lnTo>
                  <a:lnTo>
                    <a:pt x="207011" y="1878390"/>
                  </a:lnTo>
                  <a:close/>
                  <a:moveTo>
                    <a:pt x="1463059" y="756575"/>
                  </a:moveTo>
                  <a:lnTo>
                    <a:pt x="1491504" y="712661"/>
                  </a:lnTo>
                  <a:lnTo>
                    <a:pt x="1495546" y="676323"/>
                  </a:lnTo>
                  <a:lnTo>
                    <a:pt x="1468664" y="664960"/>
                  </a:lnTo>
                  <a:lnTo>
                    <a:pt x="1418281" y="722854"/>
                  </a:lnTo>
                  <a:lnTo>
                    <a:pt x="1438401" y="752393"/>
                  </a:lnTo>
                  <a:close/>
                  <a:moveTo>
                    <a:pt x="1602871" y="722461"/>
                  </a:moveTo>
                  <a:lnTo>
                    <a:pt x="1629232" y="740623"/>
                  </a:lnTo>
                  <a:lnTo>
                    <a:pt x="1650509" y="746775"/>
                  </a:lnTo>
                  <a:lnTo>
                    <a:pt x="1658466" y="736060"/>
                  </a:lnTo>
                  <a:lnTo>
                    <a:pt x="1654157" y="729782"/>
                  </a:lnTo>
                  <a:lnTo>
                    <a:pt x="1659635" y="721813"/>
                  </a:lnTo>
                  <a:lnTo>
                    <a:pt x="1691754" y="671620"/>
                  </a:lnTo>
                  <a:lnTo>
                    <a:pt x="1672307" y="648093"/>
                  </a:lnTo>
                  <a:lnTo>
                    <a:pt x="1662762" y="640251"/>
                  </a:lnTo>
                  <a:lnTo>
                    <a:pt x="1652988" y="631240"/>
                  </a:lnTo>
                  <a:lnTo>
                    <a:pt x="1630935" y="597519"/>
                  </a:lnTo>
                  <a:lnTo>
                    <a:pt x="1618924" y="607052"/>
                  </a:lnTo>
                  <a:lnTo>
                    <a:pt x="1600126" y="636730"/>
                  </a:lnTo>
                  <a:lnTo>
                    <a:pt x="1583425" y="660880"/>
                  </a:lnTo>
                  <a:lnTo>
                    <a:pt x="1555627" y="705569"/>
                  </a:lnTo>
                  <a:lnTo>
                    <a:pt x="1510354" y="711924"/>
                  </a:lnTo>
                  <a:lnTo>
                    <a:pt x="1498342" y="730989"/>
                  </a:lnTo>
                  <a:lnTo>
                    <a:pt x="1509044" y="742238"/>
                  </a:lnTo>
                  <a:lnTo>
                    <a:pt x="1535927" y="738323"/>
                  </a:lnTo>
                  <a:lnTo>
                    <a:pt x="1546489" y="735705"/>
                  </a:lnTo>
                  <a:lnTo>
                    <a:pt x="1558894" y="719753"/>
                  </a:lnTo>
                  <a:lnTo>
                    <a:pt x="1581213" y="713475"/>
                  </a:lnTo>
                  <a:close/>
                  <a:moveTo>
                    <a:pt x="2017999" y="196385"/>
                  </a:moveTo>
                  <a:lnTo>
                    <a:pt x="2033124" y="207825"/>
                  </a:lnTo>
                  <a:lnTo>
                    <a:pt x="2047360" y="210964"/>
                  </a:lnTo>
                  <a:lnTo>
                    <a:pt x="2067988" y="210417"/>
                  </a:lnTo>
                  <a:lnTo>
                    <a:pt x="2108038" y="187692"/>
                  </a:lnTo>
                  <a:lnTo>
                    <a:pt x="2119478" y="203109"/>
                  </a:lnTo>
                  <a:lnTo>
                    <a:pt x="2121956" y="215006"/>
                  </a:lnTo>
                  <a:lnTo>
                    <a:pt x="2105433" y="237757"/>
                  </a:lnTo>
                  <a:lnTo>
                    <a:pt x="2087295" y="240299"/>
                  </a:lnTo>
                  <a:lnTo>
                    <a:pt x="2061455" y="286564"/>
                  </a:lnTo>
                  <a:lnTo>
                    <a:pt x="2071369" y="319509"/>
                  </a:lnTo>
                  <a:lnTo>
                    <a:pt x="2057935" y="334532"/>
                  </a:lnTo>
                  <a:lnTo>
                    <a:pt x="2054122" y="337926"/>
                  </a:lnTo>
                  <a:lnTo>
                    <a:pt x="2051643" y="342108"/>
                  </a:lnTo>
                  <a:lnTo>
                    <a:pt x="2037281" y="361173"/>
                  </a:lnTo>
                  <a:lnTo>
                    <a:pt x="2006357" y="384293"/>
                  </a:lnTo>
                  <a:lnTo>
                    <a:pt x="1995388" y="366778"/>
                  </a:lnTo>
                  <a:lnTo>
                    <a:pt x="2014720" y="346912"/>
                  </a:lnTo>
                  <a:lnTo>
                    <a:pt x="2000879" y="297635"/>
                  </a:lnTo>
                  <a:lnTo>
                    <a:pt x="1968252" y="282993"/>
                  </a:lnTo>
                  <a:lnTo>
                    <a:pt x="1949440" y="305363"/>
                  </a:lnTo>
                  <a:lnTo>
                    <a:pt x="1922673" y="287708"/>
                  </a:lnTo>
                  <a:lnTo>
                    <a:pt x="1954651" y="257915"/>
                  </a:lnTo>
                  <a:lnTo>
                    <a:pt x="1903226" y="201571"/>
                  </a:lnTo>
                  <a:lnTo>
                    <a:pt x="1910140" y="170609"/>
                  </a:lnTo>
                  <a:lnTo>
                    <a:pt x="1857825" y="142761"/>
                  </a:lnTo>
                  <a:lnTo>
                    <a:pt x="1893185" y="112447"/>
                  </a:lnTo>
                  <a:lnTo>
                    <a:pt x="1892016" y="103550"/>
                  </a:lnTo>
                  <a:lnTo>
                    <a:pt x="1898371" y="95059"/>
                  </a:lnTo>
                  <a:lnTo>
                    <a:pt x="1930731" y="75194"/>
                  </a:lnTo>
                  <a:lnTo>
                    <a:pt x="1988677" y="39605"/>
                  </a:lnTo>
                  <a:lnTo>
                    <a:pt x="1994155" y="26666"/>
                  </a:lnTo>
                  <a:lnTo>
                    <a:pt x="2008899" y="13066"/>
                  </a:lnTo>
                  <a:lnTo>
                    <a:pt x="2016080" y="0"/>
                  </a:lnTo>
                  <a:lnTo>
                    <a:pt x="2060566" y="19472"/>
                  </a:lnTo>
                  <a:lnTo>
                    <a:pt x="2057960" y="71495"/>
                  </a:lnTo>
                  <a:lnTo>
                    <a:pt x="2065586" y="103003"/>
                  </a:lnTo>
                  <a:lnTo>
                    <a:pt x="2055939" y="118548"/>
                  </a:lnTo>
                  <a:lnTo>
                    <a:pt x="2035603" y="128716"/>
                  </a:lnTo>
                  <a:lnTo>
                    <a:pt x="2016944" y="149497"/>
                  </a:lnTo>
                  <a:lnTo>
                    <a:pt x="2002721" y="162576"/>
                  </a:lnTo>
                  <a:lnTo>
                    <a:pt x="2005060" y="178133"/>
                  </a:lnTo>
                  <a:close/>
                  <a:moveTo>
                    <a:pt x="1821410" y="2039581"/>
                  </a:moveTo>
                  <a:lnTo>
                    <a:pt x="1804048" y="2029781"/>
                  </a:lnTo>
                  <a:lnTo>
                    <a:pt x="1794389" y="2017884"/>
                  </a:lnTo>
                  <a:lnTo>
                    <a:pt x="1793346" y="1997739"/>
                  </a:lnTo>
                  <a:lnTo>
                    <a:pt x="1785720" y="1968200"/>
                  </a:lnTo>
                  <a:lnTo>
                    <a:pt x="1786394" y="1940238"/>
                  </a:lnTo>
                  <a:lnTo>
                    <a:pt x="1784424" y="1929777"/>
                  </a:lnTo>
                  <a:lnTo>
                    <a:pt x="1780369" y="1922075"/>
                  </a:lnTo>
                  <a:lnTo>
                    <a:pt x="1758978" y="1896057"/>
                  </a:lnTo>
                  <a:lnTo>
                    <a:pt x="1746700" y="1894888"/>
                  </a:lnTo>
                  <a:lnTo>
                    <a:pt x="1722436" y="1898409"/>
                  </a:lnTo>
                  <a:lnTo>
                    <a:pt x="1711607" y="1891875"/>
                  </a:lnTo>
                  <a:lnTo>
                    <a:pt x="1699469" y="1867726"/>
                  </a:lnTo>
                  <a:lnTo>
                    <a:pt x="1687597" y="1856477"/>
                  </a:lnTo>
                  <a:lnTo>
                    <a:pt x="1682768" y="1845649"/>
                  </a:lnTo>
                  <a:lnTo>
                    <a:pt x="1693203" y="1817788"/>
                  </a:lnTo>
                  <a:lnTo>
                    <a:pt x="1693597" y="1798443"/>
                  </a:lnTo>
                  <a:lnTo>
                    <a:pt x="1688767" y="1785110"/>
                  </a:lnTo>
                  <a:lnTo>
                    <a:pt x="1659991" y="1758304"/>
                  </a:lnTo>
                  <a:lnTo>
                    <a:pt x="1636630" y="1729795"/>
                  </a:lnTo>
                  <a:lnTo>
                    <a:pt x="1639769" y="1727062"/>
                  </a:lnTo>
                  <a:lnTo>
                    <a:pt x="1655949" y="1732426"/>
                  </a:lnTo>
                  <a:lnTo>
                    <a:pt x="1674214" y="1728498"/>
                  </a:lnTo>
                  <a:lnTo>
                    <a:pt x="1696533" y="1727062"/>
                  </a:lnTo>
                  <a:lnTo>
                    <a:pt x="1709459" y="1732286"/>
                  </a:lnTo>
                  <a:lnTo>
                    <a:pt x="1721851" y="1726528"/>
                  </a:lnTo>
                  <a:lnTo>
                    <a:pt x="1759563" y="1729287"/>
                  </a:lnTo>
                  <a:lnTo>
                    <a:pt x="1768968" y="1722093"/>
                  </a:lnTo>
                  <a:lnTo>
                    <a:pt x="1772235" y="1708887"/>
                  </a:lnTo>
                  <a:lnTo>
                    <a:pt x="1784869" y="1690203"/>
                  </a:lnTo>
                  <a:lnTo>
                    <a:pt x="1769616" y="1652072"/>
                  </a:lnTo>
                  <a:lnTo>
                    <a:pt x="1764799" y="1637964"/>
                  </a:lnTo>
                  <a:lnTo>
                    <a:pt x="1756830" y="1628952"/>
                  </a:lnTo>
                  <a:lnTo>
                    <a:pt x="1745734" y="1631164"/>
                  </a:lnTo>
                  <a:lnTo>
                    <a:pt x="1738832" y="1624491"/>
                  </a:lnTo>
                  <a:lnTo>
                    <a:pt x="1738311" y="1611031"/>
                  </a:lnTo>
                  <a:lnTo>
                    <a:pt x="1723949" y="1596402"/>
                  </a:lnTo>
                  <a:lnTo>
                    <a:pt x="1708035" y="1599922"/>
                  </a:lnTo>
                  <a:lnTo>
                    <a:pt x="1678535" y="1590517"/>
                  </a:lnTo>
                  <a:lnTo>
                    <a:pt x="1676057" y="1577972"/>
                  </a:lnTo>
                  <a:lnTo>
                    <a:pt x="1648272" y="1572608"/>
                  </a:lnTo>
                  <a:lnTo>
                    <a:pt x="1635562" y="1566596"/>
                  </a:lnTo>
                  <a:lnTo>
                    <a:pt x="1623424" y="1546069"/>
                  </a:lnTo>
                  <a:lnTo>
                    <a:pt x="1598118" y="1540057"/>
                  </a:lnTo>
                  <a:lnTo>
                    <a:pt x="1587949" y="1533143"/>
                  </a:lnTo>
                  <a:lnTo>
                    <a:pt x="1582738" y="1514446"/>
                  </a:lnTo>
                  <a:lnTo>
                    <a:pt x="1544112" y="1508561"/>
                  </a:lnTo>
                  <a:lnTo>
                    <a:pt x="1514345" y="1502816"/>
                  </a:lnTo>
                  <a:lnTo>
                    <a:pt x="1489026" y="1495622"/>
                  </a:lnTo>
                  <a:lnTo>
                    <a:pt x="1468690" y="1493792"/>
                  </a:lnTo>
                  <a:lnTo>
                    <a:pt x="1432288" y="1475502"/>
                  </a:lnTo>
                  <a:lnTo>
                    <a:pt x="1415841" y="1456551"/>
                  </a:lnTo>
                  <a:lnTo>
                    <a:pt x="1399521" y="1447921"/>
                  </a:lnTo>
                  <a:lnTo>
                    <a:pt x="1385311" y="1447921"/>
                  </a:lnTo>
                  <a:lnTo>
                    <a:pt x="1372906" y="1456551"/>
                  </a:lnTo>
                  <a:lnTo>
                    <a:pt x="1354641" y="1456551"/>
                  </a:lnTo>
                  <a:lnTo>
                    <a:pt x="1338321" y="1444654"/>
                  </a:lnTo>
                  <a:lnTo>
                    <a:pt x="1316917" y="1426352"/>
                  </a:lnTo>
                  <a:lnTo>
                    <a:pt x="1290429" y="1412371"/>
                  </a:lnTo>
                  <a:lnTo>
                    <a:pt x="1262632" y="1403219"/>
                  </a:lnTo>
                  <a:lnTo>
                    <a:pt x="1244494" y="1401262"/>
                  </a:lnTo>
                  <a:lnTo>
                    <a:pt x="1237834" y="1397728"/>
                  </a:lnTo>
                  <a:lnTo>
                    <a:pt x="1192688" y="1399431"/>
                  </a:lnTo>
                  <a:lnTo>
                    <a:pt x="1173241" y="1393941"/>
                  </a:lnTo>
                  <a:lnTo>
                    <a:pt x="1148189" y="1386734"/>
                  </a:lnTo>
                  <a:lnTo>
                    <a:pt x="1110211" y="1373808"/>
                  </a:lnTo>
                  <a:lnTo>
                    <a:pt x="1090764" y="1358251"/>
                  </a:lnTo>
                  <a:lnTo>
                    <a:pt x="1079401" y="1358644"/>
                  </a:lnTo>
                  <a:lnTo>
                    <a:pt x="1064925" y="1359915"/>
                  </a:lnTo>
                  <a:lnTo>
                    <a:pt x="1052786" y="1371354"/>
                  </a:lnTo>
                  <a:lnTo>
                    <a:pt x="1022117" y="1388742"/>
                  </a:lnTo>
                  <a:lnTo>
                    <a:pt x="978139" y="1387967"/>
                  </a:lnTo>
                  <a:lnTo>
                    <a:pt x="949401" y="1366665"/>
                  </a:lnTo>
                  <a:lnTo>
                    <a:pt x="924350" y="1361695"/>
                  </a:lnTo>
                  <a:lnTo>
                    <a:pt x="911639" y="1369143"/>
                  </a:lnTo>
                  <a:lnTo>
                    <a:pt x="893235" y="1397906"/>
                  </a:lnTo>
                  <a:lnTo>
                    <a:pt x="874055" y="1404033"/>
                  </a:lnTo>
                  <a:lnTo>
                    <a:pt x="864268" y="1429135"/>
                  </a:lnTo>
                  <a:lnTo>
                    <a:pt x="858002" y="1436202"/>
                  </a:lnTo>
                  <a:lnTo>
                    <a:pt x="841949" y="1435668"/>
                  </a:lnTo>
                  <a:lnTo>
                    <a:pt x="823037" y="1452268"/>
                  </a:lnTo>
                  <a:lnTo>
                    <a:pt x="822236" y="1471333"/>
                  </a:lnTo>
                  <a:lnTo>
                    <a:pt x="818601" y="1474358"/>
                  </a:lnTo>
                  <a:lnTo>
                    <a:pt x="808140" y="1471600"/>
                  </a:lnTo>
                  <a:lnTo>
                    <a:pt x="794426" y="1486140"/>
                  </a:lnTo>
                  <a:lnTo>
                    <a:pt x="767938" y="1495292"/>
                  </a:lnTo>
                  <a:lnTo>
                    <a:pt x="737522" y="1500376"/>
                  </a:lnTo>
                  <a:lnTo>
                    <a:pt x="713792" y="1517624"/>
                  </a:lnTo>
                  <a:lnTo>
                    <a:pt x="709611" y="1525072"/>
                  </a:lnTo>
                  <a:lnTo>
                    <a:pt x="692516" y="1529253"/>
                  </a:lnTo>
                  <a:lnTo>
                    <a:pt x="676335" y="1523762"/>
                  </a:lnTo>
                  <a:lnTo>
                    <a:pt x="662761" y="1512133"/>
                  </a:lnTo>
                  <a:lnTo>
                    <a:pt x="649580" y="1511230"/>
                  </a:lnTo>
                  <a:lnTo>
                    <a:pt x="594520" y="1521030"/>
                  </a:lnTo>
                  <a:lnTo>
                    <a:pt x="584593" y="1521157"/>
                  </a:lnTo>
                  <a:lnTo>
                    <a:pt x="569710" y="1533562"/>
                  </a:lnTo>
                  <a:lnTo>
                    <a:pt x="557317" y="1552119"/>
                  </a:lnTo>
                  <a:lnTo>
                    <a:pt x="528605" y="1573561"/>
                  </a:lnTo>
                  <a:lnTo>
                    <a:pt x="520648" y="1588190"/>
                  </a:lnTo>
                  <a:lnTo>
                    <a:pt x="506286" y="1605985"/>
                  </a:lnTo>
                  <a:lnTo>
                    <a:pt x="501850" y="1613700"/>
                  </a:lnTo>
                  <a:lnTo>
                    <a:pt x="481234" y="1625978"/>
                  </a:lnTo>
                  <a:lnTo>
                    <a:pt x="468524" y="1633604"/>
                  </a:lnTo>
                  <a:lnTo>
                    <a:pt x="465982" y="1660296"/>
                  </a:lnTo>
                  <a:lnTo>
                    <a:pt x="448886" y="1685119"/>
                  </a:lnTo>
                  <a:lnTo>
                    <a:pt x="449801" y="1708912"/>
                  </a:lnTo>
                  <a:lnTo>
                    <a:pt x="439633" y="1714937"/>
                  </a:lnTo>
                  <a:lnTo>
                    <a:pt x="431791" y="1730087"/>
                  </a:lnTo>
                  <a:lnTo>
                    <a:pt x="410006" y="1722118"/>
                  </a:lnTo>
                  <a:lnTo>
                    <a:pt x="400486" y="1722652"/>
                  </a:lnTo>
                  <a:lnTo>
                    <a:pt x="378167" y="1741463"/>
                  </a:lnTo>
                  <a:lnTo>
                    <a:pt x="347243" y="1785644"/>
                  </a:lnTo>
                  <a:lnTo>
                    <a:pt x="333541" y="1799625"/>
                  </a:lnTo>
                  <a:lnTo>
                    <a:pt x="303558" y="1838213"/>
                  </a:lnTo>
                  <a:lnTo>
                    <a:pt x="237528" y="1803196"/>
                  </a:lnTo>
                  <a:lnTo>
                    <a:pt x="225123" y="1809552"/>
                  </a:lnTo>
                  <a:lnTo>
                    <a:pt x="222251" y="1826545"/>
                  </a:lnTo>
                  <a:lnTo>
                    <a:pt x="268846" y="1848229"/>
                  </a:lnTo>
                  <a:lnTo>
                    <a:pt x="264410" y="1869683"/>
                  </a:lnTo>
                  <a:lnTo>
                    <a:pt x="292716" y="1881034"/>
                  </a:lnTo>
                  <a:lnTo>
                    <a:pt x="278493" y="1921554"/>
                  </a:lnTo>
                  <a:lnTo>
                    <a:pt x="267156" y="1948106"/>
                  </a:lnTo>
                  <a:lnTo>
                    <a:pt x="250048" y="1966586"/>
                  </a:lnTo>
                  <a:lnTo>
                    <a:pt x="238837" y="1984228"/>
                  </a:lnTo>
                  <a:lnTo>
                    <a:pt x="226686" y="2000751"/>
                  </a:lnTo>
                  <a:lnTo>
                    <a:pt x="215603" y="2007945"/>
                  </a:lnTo>
                  <a:lnTo>
                    <a:pt x="152561" y="1979843"/>
                  </a:lnTo>
                  <a:lnTo>
                    <a:pt x="119934" y="1937493"/>
                  </a:lnTo>
                  <a:lnTo>
                    <a:pt x="135071" y="1919851"/>
                  </a:lnTo>
                  <a:lnTo>
                    <a:pt x="151251" y="1890439"/>
                  </a:lnTo>
                  <a:lnTo>
                    <a:pt x="151912" y="1875937"/>
                  </a:lnTo>
                  <a:lnTo>
                    <a:pt x="191568" y="1842077"/>
                  </a:lnTo>
                  <a:lnTo>
                    <a:pt x="194975" y="1817381"/>
                  </a:lnTo>
                  <a:lnTo>
                    <a:pt x="216239" y="1798417"/>
                  </a:lnTo>
                  <a:lnTo>
                    <a:pt x="198622" y="1771726"/>
                  </a:lnTo>
                  <a:lnTo>
                    <a:pt x="193144" y="1757605"/>
                  </a:lnTo>
                  <a:lnTo>
                    <a:pt x="175007" y="1763757"/>
                  </a:lnTo>
                  <a:lnTo>
                    <a:pt x="110401" y="1705201"/>
                  </a:lnTo>
                  <a:lnTo>
                    <a:pt x="91615" y="1703231"/>
                  </a:lnTo>
                  <a:lnTo>
                    <a:pt x="63945" y="1670693"/>
                  </a:lnTo>
                  <a:lnTo>
                    <a:pt x="10702" y="1654093"/>
                  </a:lnTo>
                  <a:lnTo>
                    <a:pt x="0" y="1644942"/>
                  </a:lnTo>
                  <a:lnTo>
                    <a:pt x="22967" y="1598156"/>
                  </a:lnTo>
                  <a:lnTo>
                    <a:pt x="42287" y="1576447"/>
                  </a:lnTo>
                  <a:lnTo>
                    <a:pt x="17222" y="1533448"/>
                  </a:lnTo>
                  <a:lnTo>
                    <a:pt x="21658" y="1498952"/>
                  </a:lnTo>
                  <a:lnTo>
                    <a:pt x="71393" y="1452420"/>
                  </a:lnTo>
                  <a:lnTo>
                    <a:pt x="105190" y="1367720"/>
                  </a:lnTo>
                  <a:lnTo>
                    <a:pt x="197440" y="1263687"/>
                  </a:lnTo>
                  <a:lnTo>
                    <a:pt x="186751" y="1252565"/>
                  </a:lnTo>
                  <a:lnTo>
                    <a:pt x="104135" y="1169186"/>
                  </a:lnTo>
                  <a:lnTo>
                    <a:pt x="191428" y="1084091"/>
                  </a:lnTo>
                  <a:lnTo>
                    <a:pt x="232101" y="1062128"/>
                  </a:lnTo>
                  <a:lnTo>
                    <a:pt x="328940" y="968682"/>
                  </a:lnTo>
                  <a:lnTo>
                    <a:pt x="362609" y="928569"/>
                  </a:lnTo>
                  <a:lnTo>
                    <a:pt x="429974" y="868170"/>
                  </a:lnTo>
                  <a:lnTo>
                    <a:pt x="433507" y="852918"/>
                  </a:lnTo>
                  <a:lnTo>
                    <a:pt x="513505" y="810568"/>
                  </a:lnTo>
                  <a:lnTo>
                    <a:pt x="622457" y="743394"/>
                  </a:lnTo>
                  <a:lnTo>
                    <a:pt x="634862" y="718559"/>
                  </a:lnTo>
                  <a:lnTo>
                    <a:pt x="666638" y="710932"/>
                  </a:lnTo>
                  <a:lnTo>
                    <a:pt x="684432" y="693685"/>
                  </a:lnTo>
                  <a:lnTo>
                    <a:pt x="678560" y="680085"/>
                  </a:lnTo>
                  <a:lnTo>
                    <a:pt x="703878" y="656431"/>
                  </a:lnTo>
                  <a:lnTo>
                    <a:pt x="740420" y="653165"/>
                  </a:lnTo>
                  <a:lnTo>
                    <a:pt x="775399" y="626905"/>
                  </a:lnTo>
                  <a:lnTo>
                    <a:pt x="785847" y="610941"/>
                  </a:lnTo>
                  <a:lnTo>
                    <a:pt x="799675" y="600099"/>
                  </a:lnTo>
                  <a:lnTo>
                    <a:pt x="819376" y="550708"/>
                  </a:lnTo>
                  <a:lnTo>
                    <a:pt x="778398" y="507823"/>
                  </a:lnTo>
                  <a:lnTo>
                    <a:pt x="771090" y="475540"/>
                  </a:lnTo>
                  <a:lnTo>
                    <a:pt x="784792" y="461304"/>
                  </a:lnTo>
                  <a:lnTo>
                    <a:pt x="794312" y="409281"/>
                  </a:lnTo>
                  <a:lnTo>
                    <a:pt x="831896" y="360258"/>
                  </a:lnTo>
                  <a:lnTo>
                    <a:pt x="876801" y="375167"/>
                  </a:lnTo>
                  <a:lnTo>
                    <a:pt x="940085" y="350585"/>
                  </a:lnTo>
                  <a:lnTo>
                    <a:pt x="969318" y="339858"/>
                  </a:lnTo>
                  <a:lnTo>
                    <a:pt x="1042656" y="290288"/>
                  </a:lnTo>
                  <a:lnTo>
                    <a:pt x="1058188" y="280743"/>
                  </a:lnTo>
                  <a:lnTo>
                    <a:pt x="1091730" y="265491"/>
                  </a:lnTo>
                  <a:lnTo>
                    <a:pt x="1124879" y="258958"/>
                  </a:lnTo>
                  <a:lnTo>
                    <a:pt x="1162590" y="252679"/>
                  </a:lnTo>
                  <a:lnTo>
                    <a:pt x="1180600" y="244048"/>
                  </a:lnTo>
                  <a:lnTo>
                    <a:pt x="1212312" y="200923"/>
                  </a:lnTo>
                  <a:lnTo>
                    <a:pt x="1247024" y="167330"/>
                  </a:lnTo>
                  <a:lnTo>
                    <a:pt x="1366830" y="113210"/>
                  </a:lnTo>
                  <a:lnTo>
                    <a:pt x="1372181" y="128462"/>
                  </a:lnTo>
                  <a:lnTo>
                    <a:pt x="1357552" y="202448"/>
                  </a:lnTo>
                  <a:lnTo>
                    <a:pt x="1403880" y="243743"/>
                  </a:lnTo>
                  <a:lnTo>
                    <a:pt x="1400372" y="267410"/>
                  </a:lnTo>
                  <a:lnTo>
                    <a:pt x="1404681" y="268846"/>
                  </a:lnTo>
                  <a:lnTo>
                    <a:pt x="1403232" y="283221"/>
                  </a:lnTo>
                  <a:lnTo>
                    <a:pt x="1396877" y="306354"/>
                  </a:lnTo>
                  <a:lnTo>
                    <a:pt x="1438503" y="309354"/>
                  </a:lnTo>
                  <a:lnTo>
                    <a:pt x="1432249" y="326741"/>
                  </a:lnTo>
                  <a:lnTo>
                    <a:pt x="1416057" y="340074"/>
                  </a:lnTo>
                  <a:lnTo>
                    <a:pt x="1403664" y="344256"/>
                  </a:lnTo>
                  <a:lnTo>
                    <a:pt x="1386061" y="364783"/>
                  </a:lnTo>
                  <a:lnTo>
                    <a:pt x="1375892" y="366613"/>
                  </a:lnTo>
                  <a:lnTo>
                    <a:pt x="1355264" y="378637"/>
                  </a:lnTo>
                  <a:lnTo>
                    <a:pt x="1327301" y="413145"/>
                  </a:lnTo>
                  <a:lnTo>
                    <a:pt x="1313320" y="417594"/>
                  </a:lnTo>
                  <a:lnTo>
                    <a:pt x="1304969" y="426351"/>
                  </a:lnTo>
                  <a:lnTo>
                    <a:pt x="1296072" y="429351"/>
                  </a:lnTo>
                  <a:lnTo>
                    <a:pt x="1287175" y="446217"/>
                  </a:lnTo>
                  <a:lnTo>
                    <a:pt x="1277770" y="451174"/>
                  </a:lnTo>
                  <a:lnTo>
                    <a:pt x="1273080" y="457707"/>
                  </a:lnTo>
                  <a:lnTo>
                    <a:pt x="1260674" y="460719"/>
                  </a:lnTo>
                  <a:lnTo>
                    <a:pt x="1239792" y="472222"/>
                  </a:lnTo>
                  <a:lnTo>
                    <a:pt x="1189675" y="512742"/>
                  </a:lnTo>
                  <a:lnTo>
                    <a:pt x="1190603" y="529202"/>
                  </a:lnTo>
                  <a:lnTo>
                    <a:pt x="1192039" y="538099"/>
                  </a:lnTo>
                  <a:lnTo>
                    <a:pt x="1203771" y="550670"/>
                  </a:lnTo>
                  <a:lnTo>
                    <a:pt x="1214079" y="561638"/>
                  </a:lnTo>
                  <a:lnTo>
                    <a:pt x="1238012" y="559567"/>
                  </a:lnTo>
                  <a:lnTo>
                    <a:pt x="1244812" y="554737"/>
                  </a:lnTo>
                  <a:lnTo>
                    <a:pt x="1258374" y="554203"/>
                  </a:lnTo>
                  <a:lnTo>
                    <a:pt x="1268949" y="544035"/>
                  </a:lnTo>
                  <a:lnTo>
                    <a:pt x="1356916" y="499981"/>
                  </a:lnTo>
                  <a:lnTo>
                    <a:pt x="1384701" y="498024"/>
                  </a:lnTo>
                  <a:lnTo>
                    <a:pt x="1395390" y="502193"/>
                  </a:lnTo>
                  <a:lnTo>
                    <a:pt x="1405062" y="498799"/>
                  </a:lnTo>
                  <a:lnTo>
                    <a:pt x="1422539" y="511992"/>
                  </a:lnTo>
                  <a:lnTo>
                    <a:pt x="1440435" y="510823"/>
                  </a:lnTo>
                  <a:lnTo>
                    <a:pt x="1458051" y="493308"/>
                  </a:lnTo>
                  <a:lnTo>
                    <a:pt x="1477625" y="512539"/>
                  </a:lnTo>
                  <a:lnTo>
                    <a:pt x="1492496" y="518411"/>
                  </a:lnTo>
                  <a:lnTo>
                    <a:pt x="1471359" y="545344"/>
                  </a:lnTo>
                  <a:lnTo>
                    <a:pt x="1480091" y="555143"/>
                  </a:lnTo>
                  <a:lnTo>
                    <a:pt x="1490932" y="544823"/>
                  </a:lnTo>
                  <a:lnTo>
                    <a:pt x="1520547" y="571730"/>
                  </a:lnTo>
                  <a:lnTo>
                    <a:pt x="1553835" y="583627"/>
                  </a:lnTo>
                  <a:lnTo>
                    <a:pt x="1560101" y="589118"/>
                  </a:lnTo>
                  <a:lnTo>
                    <a:pt x="1576142" y="601015"/>
                  </a:lnTo>
                  <a:lnTo>
                    <a:pt x="1612556" y="584809"/>
                  </a:lnTo>
                  <a:lnTo>
                    <a:pt x="1633299" y="564282"/>
                  </a:lnTo>
                  <a:lnTo>
                    <a:pt x="1655352" y="568095"/>
                  </a:lnTo>
                  <a:lnTo>
                    <a:pt x="1681865" y="593185"/>
                  </a:lnTo>
                  <a:lnTo>
                    <a:pt x="1740180" y="571235"/>
                  </a:lnTo>
                  <a:lnTo>
                    <a:pt x="1751415" y="582674"/>
                  </a:lnTo>
                  <a:lnTo>
                    <a:pt x="1763681" y="563608"/>
                  </a:lnTo>
                  <a:lnTo>
                    <a:pt x="1772730" y="534146"/>
                  </a:lnTo>
                  <a:lnTo>
                    <a:pt x="1782390" y="527486"/>
                  </a:lnTo>
                  <a:lnTo>
                    <a:pt x="1793829" y="505129"/>
                  </a:lnTo>
                  <a:lnTo>
                    <a:pt x="1744895" y="492063"/>
                  </a:lnTo>
                  <a:lnTo>
                    <a:pt x="1740840" y="450882"/>
                  </a:lnTo>
                  <a:lnTo>
                    <a:pt x="1745658" y="418877"/>
                  </a:lnTo>
                  <a:lnTo>
                    <a:pt x="1769807" y="381764"/>
                  </a:lnTo>
                  <a:lnTo>
                    <a:pt x="1791872" y="361745"/>
                  </a:lnTo>
                  <a:lnTo>
                    <a:pt x="1765765" y="337036"/>
                  </a:lnTo>
                  <a:lnTo>
                    <a:pt x="1773595" y="309722"/>
                  </a:lnTo>
                  <a:lnTo>
                    <a:pt x="1752979" y="282268"/>
                  </a:lnTo>
                  <a:lnTo>
                    <a:pt x="1712903" y="261614"/>
                  </a:lnTo>
                  <a:lnTo>
                    <a:pt x="1734841" y="242015"/>
                  </a:lnTo>
                  <a:lnTo>
                    <a:pt x="1734841" y="233118"/>
                  </a:lnTo>
                  <a:lnTo>
                    <a:pt x="1778158" y="206846"/>
                  </a:lnTo>
                  <a:lnTo>
                    <a:pt x="1784170" y="246311"/>
                  </a:lnTo>
                  <a:lnTo>
                    <a:pt x="1810009" y="255488"/>
                  </a:lnTo>
                  <a:lnTo>
                    <a:pt x="1851368" y="325788"/>
                  </a:lnTo>
                  <a:lnTo>
                    <a:pt x="1871082" y="320170"/>
                  </a:lnTo>
                  <a:lnTo>
                    <a:pt x="1857901" y="271947"/>
                  </a:lnTo>
                  <a:lnTo>
                    <a:pt x="1881657" y="262923"/>
                  </a:lnTo>
                  <a:lnTo>
                    <a:pt x="1908920" y="299516"/>
                  </a:lnTo>
                  <a:lnTo>
                    <a:pt x="1912454" y="304231"/>
                  </a:lnTo>
                  <a:lnTo>
                    <a:pt x="1897201" y="322661"/>
                  </a:lnTo>
                  <a:lnTo>
                    <a:pt x="1878797" y="368011"/>
                  </a:lnTo>
                  <a:lnTo>
                    <a:pt x="1904027" y="401960"/>
                  </a:lnTo>
                  <a:lnTo>
                    <a:pt x="1918631" y="432287"/>
                  </a:lnTo>
                  <a:lnTo>
                    <a:pt x="1891367" y="454631"/>
                  </a:lnTo>
                  <a:lnTo>
                    <a:pt x="1863049" y="438693"/>
                  </a:lnTo>
                  <a:lnTo>
                    <a:pt x="1848699" y="465219"/>
                  </a:lnTo>
                  <a:lnTo>
                    <a:pt x="1861753" y="506654"/>
                  </a:lnTo>
                  <a:lnTo>
                    <a:pt x="1848572" y="552017"/>
                  </a:lnTo>
                  <a:lnTo>
                    <a:pt x="1808497" y="577628"/>
                  </a:lnTo>
                  <a:lnTo>
                    <a:pt x="1787881" y="619457"/>
                  </a:lnTo>
                  <a:lnTo>
                    <a:pt x="1758012" y="633184"/>
                  </a:lnTo>
                  <a:lnTo>
                    <a:pt x="1749903" y="661541"/>
                  </a:lnTo>
                  <a:lnTo>
                    <a:pt x="1772781" y="666510"/>
                  </a:lnTo>
                  <a:lnTo>
                    <a:pt x="1791186" y="659965"/>
                  </a:lnTo>
                  <a:lnTo>
                    <a:pt x="1812793" y="685855"/>
                  </a:lnTo>
                  <a:lnTo>
                    <a:pt x="1802358" y="717872"/>
                  </a:lnTo>
                  <a:lnTo>
                    <a:pt x="1800413" y="728473"/>
                  </a:lnTo>
                  <a:lnTo>
                    <a:pt x="1775997" y="755393"/>
                  </a:lnTo>
                  <a:lnTo>
                    <a:pt x="1767519" y="749368"/>
                  </a:lnTo>
                  <a:lnTo>
                    <a:pt x="1723402" y="795519"/>
                  </a:lnTo>
                  <a:lnTo>
                    <a:pt x="1711658" y="812627"/>
                  </a:lnTo>
                  <a:lnTo>
                    <a:pt x="1713996" y="820482"/>
                  </a:lnTo>
                  <a:lnTo>
                    <a:pt x="1695745" y="846487"/>
                  </a:lnTo>
                  <a:lnTo>
                    <a:pt x="1680327" y="858790"/>
                  </a:lnTo>
                  <a:lnTo>
                    <a:pt x="1654360" y="889498"/>
                  </a:lnTo>
                  <a:lnTo>
                    <a:pt x="1669117" y="899170"/>
                  </a:lnTo>
                  <a:lnTo>
                    <a:pt x="1661148" y="936666"/>
                  </a:lnTo>
                  <a:lnTo>
                    <a:pt x="1631266" y="952312"/>
                  </a:lnTo>
                  <a:lnTo>
                    <a:pt x="1623830" y="948270"/>
                  </a:lnTo>
                  <a:lnTo>
                    <a:pt x="1611819" y="936246"/>
                  </a:lnTo>
                  <a:lnTo>
                    <a:pt x="1578773" y="937682"/>
                  </a:lnTo>
                  <a:lnTo>
                    <a:pt x="1558945" y="972966"/>
                  </a:lnTo>
                  <a:lnTo>
                    <a:pt x="1530881" y="973869"/>
                  </a:lnTo>
                  <a:lnTo>
                    <a:pt x="1528262" y="983948"/>
                  </a:lnTo>
                  <a:lnTo>
                    <a:pt x="1515489" y="1002771"/>
                  </a:lnTo>
                  <a:lnTo>
                    <a:pt x="1527080" y="1094005"/>
                  </a:lnTo>
                  <a:lnTo>
                    <a:pt x="1516658" y="1117646"/>
                  </a:lnTo>
                  <a:lnTo>
                    <a:pt x="1522009" y="1138694"/>
                  </a:lnTo>
                  <a:lnTo>
                    <a:pt x="1517954" y="1166276"/>
                  </a:lnTo>
                  <a:lnTo>
                    <a:pt x="1508816" y="1190577"/>
                  </a:lnTo>
                  <a:lnTo>
                    <a:pt x="1518082" y="1194251"/>
                  </a:lnTo>
                  <a:lnTo>
                    <a:pt x="1546527" y="1181947"/>
                  </a:lnTo>
                  <a:lnTo>
                    <a:pt x="1544849" y="1173469"/>
                  </a:lnTo>
                  <a:lnTo>
                    <a:pt x="1548662" y="1159997"/>
                  </a:lnTo>
                  <a:lnTo>
                    <a:pt x="1562504" y="1165360"/>
                  </a:lnTo>
                  <a:lnTo>
                    <a:pt x="1571896" y="1185226"/>
                  </a:lnTo>
                  <a:lnTo>
                    <a:pt x="1581683" y="1188239"/>
                  </a:lnTo>
                  <a:lnTo>
                    <a:pt x="1590822" y="1190984"/>
                  </a:lnTo>
                  <a:lnTo>
                    <a:pt x="1603075" y="1176863"/>
                  </a:lnTo>
                  <a:lnTo>
                    <a:pt x="1606468" y="1170978"/>
                  </a:lnTo>
                  <a:lnTo>
                    <a:pt x="1627745" y="1171372"/>
                  </a:lnTo>
                  <a:lnTo>
                    <a:pt x="1650623" y="1182875"/>
                  </a:lnTo>
                  <a:lnTo>
                    <a:pt x="1653165" y="1188760"/>
                  </a:lnTo>
                  <a:lnTo>
                    <a:pt x="1666753" y="1208626"/>
                  </a:lnTo>
                  <a:lnTo>
                    <a:pt x="1696494" y="1228962"/>
                  </a:lnTo>
                  <a:lnTo>
                    <a:pt x="1720644" y="1205957"/>
                  </a:lnTo>
                  <a:lnTo>
                    <a:pt x="1729376" y="1233665"/>
                  </a:lnTo>
                  <a:lnTo>
                    <a:pt x="1712560" y="1241507"/>
                  </a:lnTo>
                  <a:lnTo>
                    <a:pt x="1707858" y="1244647"/>
                  </a:lnTo>
                  <a:lnTo>
                    <a:pt x="1698465" y="1246744"/>
                  </a:lnTo>
                  <a:lnTo>
                    <a:pt x="1659190" y="1291954"/>
                  </a:lnTo>
                  <a:lnTo>
                    <a:pt x="1656305" y="1295093"/>
                  </a:lnTo>
                  <a:lnTo>
                    <a:pt x="1651869" y="1307651"/>
                  </a:lnTo>
                  <a:lnTo>
                    <a:pt x="1654220" y="1313523"/>
                  </a:lnTo>
                  <a:lnTo>
                    <a:pt x="1648221" y="1327771"/>
                  </a:lnTo>
                  <a:lnTo>
                    <a:pt x="1643518" y="1325420"/>
                  </a:lnTo>
                  <a:lnTo>
                    <a:pt x="1638155" y="1321899"/>
                  </a:lnTo>
                  <a:lnTo>
                    <a:pt x="1641167" y="1309481"/>
                  </a:lnTo>
                  <a:lnTo>
                    <a:pt x="1634647" y="1307651"/>
                  </a:lnTo>
                  <a:lnTo>
                    <a:pt x="1632943" y="1294051"/>
                  </a:lnTo>
                  <a:lnTo>
                    <a:pt x="1623297" y="1292996"/>
                  </a:lnTo>
                  <a:lnTo>
                    <a:pt x="1584784" y="1303164"/>
                  </a:lnTo>
                  <a:lnTo>
                    <a:pt x="1567842" y="1292691"/>
                  </a:lnTo>
                  <a:lnTo>
                    <a:pt x="1543959" y="1337787"/>
                  </a:lnTo>
                  <a:lnTo>
                    <a:pt x="1568350" y="1379222"/>
                  </a:lnTo>
                  <a:lnTo>
                    <a:pt x="1580095" y="1378320"/>
                  </a:lnTo>
                  <a:lnTo>
                    <a:pt x="1585179" y="1400397"/>
                  </a:lnTo>
                  <a:lnTo>
                    <a:pt x="1599783" y="1398046"/>
                  </a:lnTo>
                  <a:lnTo>
                    <a:pt x="1616624" y="1434626"/>
                  </a:lnTo>
                  <a:lnTo>
                    <a:pt x="1637240" y="1436088"/>
                  </a:lnTo>
                  <a:lnTo>
                    <a:pt x="1685907" y="1378701"/>
                  </a:lnTo>
                  <a:lnTo>
                    <a:pt x="1700130" y="1348908"/>
                  </a:lnTo>
                  <a:lnTo>
                    <a:pt x="1719195" y="1357259"/>
                  </a:lnTo>
                  <a:lnTo>
                    <a:pt x="1714619" y="1393470"/>
                  </a:lnTo>
                  <a:lnTo>
                    <a:pt x="1731575" y="1398046"/>
                  </a:lnTo>
                  <a:lnTo>
                    <a:pt x="1747386" y="1377392"/>
                  </a:lnTo>
                  <a:lnTo>
                    <a:pt x="1793829" y="1389797"/>
                  </a:lnTo>
                  <a:lnTo>
                    <a:pt x="1831960" y="1408367"/>
                  </a:lnTo>
                  <a:lnTo>
                    <a:pt x="1845153" y="1413070"/>
                  </a:lnTo>
                  <a:lnTo>
                    <a:pt x="1856363" y="1417264"/>
                  </a:lnTo>
                  <a:lnTo>
                    <a:pt x="1850224" y="1429415"/>
                  </a:lnTo>
                  <a:lnTo>
                    <a:pt x="1858334" y="1440396"/>
                  </a:lnTo>
                  <a:lnTo>
                    <a:pt x="1863278" y="1450844"/>
                  </a:lnTo>
                  <a:lnTo>
                    <a:pt x="1897481" y="1493449"/>
                  </a:lnTo>
                  <a:lnTo>
                    <a:pt x="1886906" y="1524691"/>
                  </a:lnTo>
                  <a:lnTo>
                    <a:pt x="1894863" y="1602464"/>
                  </a:lnTo>
                  <a:lnTo>
                    <a:pt x="1964413" y="1575010"/>
                  </a:lnTo>
                  <a:lnTo>
                    <a:pt x="1974988" y="1555805"/>
                  </a:lnTo>
                  <a:lnTo>
                    <a:pt x="1991969" y="1525084"/>
                  </a:lnTo>
                  <a:lnTo>
                    <a:pt x="2009572" y="1493309"/>
                  </a:lnTo>
                  <a:lnTo>
                    <a:pt x="2057604" y="1459334"/>
                  </a:lnTo>
                  <a:lnTo>
                    <a:pt x="2142674" y="1459334"/>
                  </a:lnTo>
                  <a:lnTo>
                    <a:pt x="2155727" y="1434359"/>
                  </a:lnTo>
                  <a:lnTo>
                    <a:pt x="2212109" y="1402583"/>
                  </a:lnTo>
                  <a:lnTo>
                    <a:pt x="2226459" y="1357628"/>
                  </a:lnTo>
                  <a:lnTo>
                    <a:pt x="2281011" y="1321683"/>
                  </a:lnTo>
                  <a:lnTo>
                    <a:pt x="2318850" y="1295538"/>
                  </a:lnTo>
                  <a:lnTo>
                    <a:pt x="2331128" y="1328725"/>
                  </a:lnTo>
                  <a:lnTo>
                    <a:pt x="2364797" y="1315925"/>
                  </a:lnTo>
                  <a:lnTo>
                    <a:pt x="2382935" y="1285205"/>
                  </a:lnTo>
                  <a:lnTo>
                    <a:pt x="2416223" y="1263369"/>
                  </a:lnTo>
                  <a:lnTo>
                    <a:pt x="2435123" y="1333961"/>
                  </a:lnTo>
                  <a:lnTo>
                    <a:pt x="2441402" y="1357361"/>
                  </a:lnTo>
                  <a:lnTo>
                    <a:pt x="2422603" y="1393903"/>
                  </a:lnTo>
                  <a:lnTo>
                    <a:pt x="2389442" y="1458725"/>
                  </a:lnTo>
                  <a:lnTo>
                    <a:pt x="2392582" y="1477281"/>
                  </a:lnTo>
                  <a:lnTo>
                    <a:pt x="2406296" y="1557152"/>
                  </a:lnTo>
                  <a:lnTo>
                    <a:pt x="2385794" y="1592563"/>
                  </a:lnTo>
                  <a:lnTo>
                    <a:pt x="2329552" y="1599884"/>
                  </a:lnTo>
                  <a:lnTo>
                    <a:pt x="2362166" y="1676603"/>
                  </a:lnTo>
                  <a:lnTo>
                    <a:pt x="2325904" y="1780522"/>
                  </a:lnTo>
                  <a:lnTo>
                    <a:pt x="2355519" y="1815017"/>
                  </a:lnTo>
                  <a:lnTo>
                    <a:pt x="2360221" y="1839166"/>
                  </a:lnTo>
                  <a:lnTo>
                    <a:pt x="2366221" y="1869874"/>
                  </a:lnTo>
                  <a:lnTo>
                    <a:pt x="2379020" y="1935230"/>
                  </a:lnTo>
                  <a:lnTo>
                    <a:pt x="2339339" y="1977695"/>
                  </a:lnTo>
                  <a:lnTo>
                    <a:pt x="2325777" y="2006191"/>
                  </a:lnTo>
                  <a:lnTo>
                    <a:pt x="2353828" y="2068802"/>
                  </a:lnTo>
                  <a:lnTo>
                    <a:pt x="2269941" y="2133497"/>
                  </a:lnTo>
                  <a:lnTo>
                    <a:pt x="2227921" y="2194277"/>
                  </a:lnTo>
                  <a:lnTo>
                    <a:pt x="2186422" y="2202767"/>
                  </a:lnTo>
                  <a:lnTo>
                    <a:pt x="2164103" y="2264462"/>
                  </a:lnTo>
                  <a:lnTo>
                    <a:pt x="2106818" y="2308516"/>
                  </a:lnTo>
                  <a:lnTo>
                    <a:pt x="2080127" y="2314871"/>
                  </a:lnTo>
                  <a:lnTo>
                    <a:pt x="2071382" y="2309914"/>
                  </a:lnTo>
                  <a:lnTo>
                    <a:pt x="1992172" y="2351349"/>
                  </a:lnTo>
                  <a:lnTo>
                    <a:pt x="1982385" y="2331216"/>
                  </a:lnTo>
                  <a:lnTo>
                    <a:pt x="1968811" y="2311744"/>
                  </a:lnTo>
                  <a:lnTo>
                    <a:pt x="1953406" y="2299848"/>
                  </a:lnTo>
                  <a:lnTo>
                    <a:pt x="1949885" y="2291599"/>
                  </a:lnTo>
                  <a:lnTo>
                    <a:pt x="1947013" y="2256709"/>
                  </a:lnTo>
                  <a:lnTo>
                    <a:pt x="1941929" y="2247037"/>
                  </a:lnTo>
                  <a:lnTo>
                    <a:pt x="1933438" y="2240771"/>
                  </a:lnTo>
                  <a:lnTo>
                    <a:pt x="1929790" y="2231352"/>
                  </a:lnTo>
                  <a:lnTo>
                    <a:pt x="1931061" y="2224832"/>
                  </a:lnTo>
                  <a:lnTo>
                    <a:pt x="1928049" y="2219468"/>
                  </a:lnTo>
                  <a:lnTo>
                    <a:pt x="1920423" y="2211753"/>
                  </a:lnTo>
                  <a:lnTo>
                    <a:pt x="1914805" y="2203250"/>
                  </a:lnTo>
                  <a:lnTo>
                    <a:pt x="1903366" y="2177512"/>
                  </a:lnTo>
                  <a:lnTo>
                    <a:pt x="1903900" y="2165615"/>
                  </a:lnTo>
                  <a:lnTo>
                    <a:pt x="1899591" y="2155536"/>
                  </a:lnTo>
                  <a:lnTo>
                    <a:pt x="1882496" y="2141555"/>
                  </a:lnTo>
                  <a:lnTo>
                    <a:pt x="1863964" y="2121295"/>
                  </a:lnTo>
                  <a:lnTo>
                    <a:pt x="1854965" y="2111877"/>
                  </a:lnTo>
                  <a:lnTo>
                    <a:pt x="1850784" y="2099471"/>
                  </a:lnTo>
                  <a:lnTo>
                    <a:pt x="1846221" y="2073326"/>
                  </a:lnTo>
                  <a:lnTo>
                    <a:pt x="1841912" y="2060387"/>
                  </a:lnTo>
                  <a:close/>
                </a:path>
              </a:pathLst>
            </a:custGeom>
            <a:solidFill>
              <a:srgbClr val="FFFFFF"/>
            </a:solidFill>
            <a:ln w="12700" cap="flat">
              <a:noFill/>
              <a:prstDash val="solid"/>
              <a:miter/>
            </a:ln>
          </p:spPr>
          <p:txBody>
            <a:bodyPr rtlCol="0" anchor="ctr"/>
            <a:lstStyle/>
            <a:p>
              <a:endParaRPr lang="de-CH"/>
            </a:p>
          </p:txBody>
        </p:sp>
        <p:sp>
          <p:nvSpPr>
            <p:cNvPr id="54" name="Freihandform: Form 53">
              <a:extLst>
                <a:ext uri="{FF2B5EF4-FFF2-40B4-BE49-F238E27FC236}">
                  <a16:creationId xmlns:a16="http://schemas.microsoft.com/office/drawing/2014/main" id="{7D795978-C163-F8CF-55D8-6217CCFC243C}"/>
                </a:ext>
              </a:extLst>
            </p:cNvPr>
            <p:cNvSpPr/>
            <p:nvPr/>
          </p:nvSpPr>
          <p:spPr>
            <a:xfrm>
              <a:off x="1698023" y="2982389"/>
              <a:ext cx="2441401" cy="2351349"/>
            </a:xfrm>
            <a:custGeom>
              <a:avLst/>
              <a:gdLst>
                <a:gd name="connsiteX0" fmla="*/ 402342 w 2441401"/>
                <a:gd name="connsiteY0" fmla="*/ 1060603 h 2351349"/>
                <a:gd name="connsiteX1" fmla="*/ 409269 w 2441401"/>
                <a:gd name="connsiteY1" fmla="*/ 1054985 h 2351349"/>
                <a:gd name="connsiteX2" fmla="*/ 413425 w 2441401"/>
                <a:gd name="connsiteY2" fmla="*/ 1048630 h 2351349"/>
                <a:gd name="connsiteX3" fmla="*/ 420619 w 2441401"/>
                <a:gd name="connsiteY3" fmla="*/ 1048096 h 2351349"/>
                <a:gd name="connsiteX4" fmla="*/ 423491 w 2441401"/>
                <a:gd name="connsiteY4" fmla="*/ 1040915 h 2351349"/>
                <a:gd name="connsiteX5" fmla="*/ 435236 w 2441401"/>
                <a:gd name="connsiteY5" fmla="*/ 1033835 h 2351349"/>
                <a:gd name="connsiteX6" fmla="*/ 448670 w 2441401"/>
                <a:gd name="connsiteY6" fmla="*/ 1029793 h 2351349"/>
                <a:gd name="connsiteX7" fmla="*/ 523190 w 2441401"/>
                <a:gd name="connsiteY7" fmla="*/ 964183 h 2351349"/>
                <a:gd name="connsiteX8" fmla="*/ 542370 w 2441401"/>
                <a:gd name="connsiteY8" fmla="*/ 952820 h 2351349"/>
                <a:gd name="connsiteX9" fmla="*/ 546424 w 2441401"/>
                <a:gd name="connsiteY9" fmla="*/ 944978 h 2351349"/>
                <a:gd name="connsiteX10" fmla="*/ 545242 w 2441401"/>
                <a:gd name="connsiteY10" fmla="*/ 931912 h 2351349"/>
                <a:gd name="connsiteX11" fmla="*/ 559071 w 2441401"/>
                <a:gd name="connsiteY11" fmla="*/ 912427 h 2351349"/>
                <a:gd name="connsiteX12" fmla="*/ 556732 w 2441401"/>
                <a:gd name="connsiteY12" fmla="*/ 906936 h 2351349"/>
                <a:gd name="connsiteX13" fmla="*/ 549551 w 2441401"/>
                <a:gd name="connsiteY13" fmla="*/ 906021 h 2351349"/>
                <a:gd name="connsiteX14" fmla="*/ 538455 w 2441401"/>
                <a:gd name="connsiteY14" fmla="*/ 920003 h 2351349"/>
                <a:gd name="connsiteX15" fmla="*/ 467214 w 2441401"/>
                <a:gd name="connsiteY15" fmla="*/ 971110 h 2351349"/>
                <a:gd name="connsiteX16" fmla="*/ 404934 w 2441401"/>
                <a:gd name="connsiteY16" fmla="*/ 1021544 h 2351349"/>
                <a:gd name="connsiteX17" fmla="*/ 385755 w 2441401"/>
                <a:gd name="connsiteY17" fmla="*/ 1049266 h 2351349"/>
                <a:gd name="connsiteX18" fmla="*/ 375434 w 2441401"/>
                <a:gd name="connsiteY18" fmla="*/ 1056446 h 2351349"/>
                <a:gd name="connsiteX19" fmla="*/ 374926 w 2441401"/>
                <a:gd name="connsiteY19" fmla="*/ 1066615 h 2351349"/>
                <a:gd name="connsiteX20" fmla="*/ 380531 w 2441401"/>
                <a:gd name="connsiteY20" fmla="*/ 1070796 h 2351349"/>
                <a:gd name="connsiteX21" fmla="*/ 393317 w 2441401"/>
                <a:gd name="connsiteY21" fmla="*/ 1059357 h 2351349"/>
                <a:gd name="connsiteX22" fmla="*/ 398134 w 2441401"/>
                <a:gd name="connsiteY22" fmla="*/ 1062878 h 2351349"/>
                <a:gd name="connsiteX23" fmla="*/ 242091 w 2441401"/>
                <a:gd name="connsiteY23" fmla="*/ 1868972 h 2351349"/>
                <a:gd name="connsiteX24" fmla="*/ 217548 w 2441401"/>
                <a:gd name="connsiteY24" fmla="*/ 1849093 h 2351349"/>
                <a:gd name="connsiteX25" fmla="*/ 208282 w 2441401"/>
                <a:gd name="connsiteY25" fmla="*/ 1857736 h 2351349"/>
                <a:gd name="connsiteX26" fmla="*/ 207011 w 2441401"/>
                <a:gd name="connsiteY26" fmla="*/ 1878390 h 2351349"/>
                <a:gd name="connsiteX27" fmla="*/ 1463059 w 2441401"/>
                <a:gd name="connsiteY27" fmla="*/ 756575 h 2351349"/>
                <a:gd name="connsiteX28" fmla="*/ 1491504 w 2441401"/>
                <a:gd name="connsiteY28" fmla="*/ 712661 h 2351349"/>
                <a:gd name="connsiteX29" fmla="*/ 1495546 w 2441401"/>
                <a:gd name="connsiteY29" fmla="*/ 676323 h 2351349"/>
                <a:gd name="connsiteX30" fmla="*/ 1468664 w 2441401"/>
                <a:gd name="connsiteY30" fmla="*/ 664960 h 2351349"/>
                <a:gd name="connsiteX31" fmla="*/ 1418281 w 2441401"/>
                <a:gd name="connsiteY31" fmla="*/ 722854 h 2351349"/>
                <a:gd name="connsiteX32" fmla="*/ 1438401 w 2441401"/>
                <a:gd name="connsiteY32" fmla="*/ 752393 h 2351349"/>
                <a:gd name="connsiteX33" fmla="*/ 1602871 w 2441401"/>
                <a:gd name="connsiteY33" fmla="*/ 722461 h 2351349"/>
                <a:gd name="connsiteX34" fmla="*/ 1629232 w 2441401"/>
                <a:gd name="connsiteY34" fmla="*/ 740623 h 2351349"/>
                <a:gd name="connsiteX35" fmla="*/ 1650509 w 2441401"/>
                <a:gd name="connsiteY35" fmla="*/ 746775 h 2351349"/>
                <a:gd name="connsiteX36" fmla="*/ 1658466 w 2441401"/>
                <a:gd name="connsiteY36" fmla="*/ 736060 h 2351349"/>
                <a:gd name="connsiteX37" fmla="*/ 1654157 w 2441401"/>
                <a:gd name="connsiteY37" fmla="*/ 729782 h 2351349"/>
                <a:gd name="connsiteX38" fmla="*/ 1659635 w 2441401"/>
                <a:gd name="connsiteY38" fmla="*/ 721813 h 2351349"/>
                <a:gd name="connsiteX39" fmla="*/ 1691754 w 2441401"/>
                <a:gd name="connsiteY39" fmla="*/ 671620 h 2351349"/>
                <a:gd name="connsiteX40" fmla="*/ 1672307 w 2441401"/>
                <a:gd name="connsiteY40" fmla="*/ 648093 h 2351349"/>
                <a:gd name="connsiteX41" fmla="*/ 1662762 w 2441401"/>
                <a:gd name="connsiteY41" fmla="*/ 640251 h 2351349"/>
                <a:gd name="connsiteX42" fmla="*/ 1652988 w 2441401"/>
                <a:gd name="connsiteY42" fmla="*/ 631240 h 2351349"/>
                <a:gd name="connsiteX43" fmla="*/ 1630935 w 2441401"/>
                <a:gd name="connsiteY43" fmla="*/ 597519 h 2351349"/>
                <a:gd name="connsiteX44" fmla="*/ 1618924 w 2441401"/>
                <a:gd name="connsiteY44" fmla="*/ 607052 h 2351349"/>
                <a:gd name="connsiteX45" fmla="*/ 1600126 w 2441401"/>
                <a:gd name="connsiteY45" fmla="*/ 636730 h 2351349"/>
                <a:gd name="connsiteX46" fmla="*/ 1583425 w 2441401"/>
                <a:gd name="connsiteY46" fmla="*/ 660880 h 2351349"/>
                <a:gd name="connsiteX47" fmla="*/ 1555627 w 2441401"/>
                <a:gd name="connsiteY47" fmla="*/ 705569 h 2351349"/>
                <a:gd name="connsiteX48" fmla="*/ 1510354 w 2441401"/>
                <a:gd name="connsiteY48" fmla="*/ 711924 h 2351349"/>
                <a:gd name="connsiteX49" fmla="*/ 1498342 w 2441401"/>
                <a:gd name="connsiteY49" fmla="*/ 730989 h 2351349"/>
                <a:gd name="connsiteX50" fmla="*/ 1509044 w 2441401"/>
                <a:gd name="connsiteY50" fmla="*/ 742238 h 2351349"/>
                <a:gd name="connsiteX51" fmla="*/ 1535927 w 2441401"/>
                <a:gd name="connsiteY51" fmla="*/ 738323 h 2351349"/>
                <a:gd name="connsiteX52" fmla="*/ 1546489 w 2441401"/>
                <a:gd name="connsiteY52" fmla="*/ 735705 h 2351349"/>
                <a:gd name="connsiteX53" fmla="*/ 1558894 w 2441401"/>
                <a:gd name="connsiteY53" fmla="*/ 719753 h 2351349"/>
                <a:gd name="connsiteX54" fmla="*/ 1581213 w 2441401"/>
                <a:gd name="connsiteY54" fmla="*/ 713475 h 2351349"/>
                <a:gd name="connsiteX55" fmla="*/ 2017999 w 2441401"/>
                <a:gd name="connsiteY55" fmla="*/ 196385 h 2351349"/>
                <a:gd name="connsiteX56" fmla="*/ 2033124 w 2441401"/>
                <a:gd name="connsiteY56" fmla="*/ 207825 h 2351349"/>
                <a:gd name="connsiteX57" fmla="*/ 2047360 w 2441401"/>
                <a:gd name="connsiteY57" fmla="*/ 210964 h 2351349"/>
                <a:gd name="connsiteX58" fmla="*/ 2067988 w 2441401"/>
                <a:gd name="connsiteY58" fmla="*/ 210417 h 2351349"/>
                <a:gd name="connsiteX59" fmla="*/ 2108038 w 2441401"/>
                <a:gd name="connsiteY59" fmla="*/ 187692 h 2351349"/>
                <a:gd name="connsiteX60" fmla="*/ 2119478 w 2441401"/>
                <a:gd name="connsiteY60" fmla="*/ 203109 h 2351349"/>
                <a:gd name="connsiteX61" fmla="*/ 2121956 w 2441401"/>
                <a:gd name="connsiteY61" fmla="*/ 215006 h 2351349"/>
                <a:gd name="connsiteX62" fmla="*/ 2105433 w 2441401"/>
                <a:gd name="connsiteY62" fmla="*/ 237757 h 2351349"/>
                <a:gd name="connsiteX63" fmla="*/ 2087295 w 2441401"/>
                <a:gd name="connsiteY63" fmla="*/ 240299 h 2351349"/>
                <a:gd name="connsiteX64" fmla="*/ 2061455 w 2441401"/>
                <a:gd name="connsiteY64" fmla="*/ 286564 h 2351349"/>
                <a:gd name="connsiteX65" fmla="*/ 2071369 w 2441401"/>
                <a:gd name="connsiteY65" fmla="*/ 319509 h 2351349"/>
                <a:gd name="connsiteX66" fmla="*/ 2057935 w 2441401"/>
                <a:gd name="connsiteY66" fmla="*/ 334532 h 2351349"/>
                <a:gd name="connsiteX67" fmla="*/ 2054122 w 2441401"/>
                <a:gd name="connsiteY67" fmla="*/ 337926 h 2351349"/>
                <a:gd name="connsiteX68" fmla="*/ 2051643 w 2441401"/>
                <a:gd name="connsiteY68" fmla="*/ 342108 h 2351349"/>
                <a:gd name="connsiteX69" fmla="*/ 2037281 w 2441401"/>
                <a:gd name="connsiteY69" fmla="*/ 361173 h 2351349"/>
                <a:gd name="connsiteX70" fmla="*/ 2006357 w 2441401"/>
                <a:gd name="connsiteY70" fmla="*/ 384293 h 2351349"/>
                <a:gd name="connsiteX71" fmla="*/ 1995388 w 2441401"/>
                <a:gd name="connsiteY71" fmla="*/ 366778 h 2351349"/>
                <a:gd name="connsiteX72" fmla="*/ 2014720 w 2441401"/>
                <a:gd name="connsiteY72" fmla="*/ 346912 h 2351349"/>
                <a:gd name="connsiteX73" fmla="*/ 2000879 w 2441401"/>
                <a:gd name="connsiteY73" fmla="*/ 297635 h 2351349"/>
                <a:gd name="connsiteX74" fmla="*/ 1968252 w 2441401"/>
                <a:gd name="connsiteY74" fmla="*/ 282993 h 2351349"/>
                <a:gd name="connsiteX75" fmla="*/ 1949440 w 2441401"/>
                <a:gd name="connsiteY75" fmla="*/ 305363 h 2351349"/>
                <a:gd name="connsiteX76" fmla="*/ 1922673 w 2441401"/>
                <a:gd name="connsiteY76" fmla="*/ 287708 h 2351349"/>
                <a:gd name="connsiteX77" fmla="*/ 1954651 w 2441401"/>
                <a:gd name="connsiteY77" fmla="*/ 257915 h 2351349"/>
                <a:gd name="connsiteX78" fmla="*/ 1903226 w 2441401"/>
                <a:gd name="connsiteY78" fmla="*/ 201571 h 2351349"/>
                <a:gd name="connsiteX79" fmla="*/ 1910140 w 2441401"/>
                <a:gd name="connsiteY79" fmla="*/ 170609 h 2351349"/>
                <a:gd name="connsiteX80" fmla="*/ 1857825 w 2441401"/>
                <a:gd name="connsiteY80" fmla="*/ 142761 h 2351349"/>
                <a:gd name="connsiteX81" fmla="*/ 1893185 w 2441401"/>
                <a:gd name="connsiteY81" fmla="*/ 112447 h 2351349"/>
                <a:gd name="connsiteX82" fmla="*/ 1892016 w 2441401"/>
                <a:gd name="connsiteY82" fmla="*/ 103550 h 2351349"/>
                <a:gd name="connsiteX83" fmla="*/ 1898371 w 2441401"/>
                <a:gd name="connsiteY83" fmla="*/ 95059 h 2351349"/>
                <a:gd name="connsiteX84" fmla="*/ 1930731 w 2441401"/>
                <a:gd name="connsiteY84" fmla="*/ 75194 h 2351349"/>
                <a:gd name="connsiteX85" fmla="*/ 1988677 w 2441401"/>
                <a:gd name="connsiteY85" fmla="*/ 39605 h 2351349"/>
                <a:gd name="connsiteX86" fmla="*/ 1994155 w 2441401"/>
                <a:gd name="connsiteY86" fmla="*/ 26666 h 2351349"/>
                <a:gd name="connsiteX87" fmla="*/ 2008899 w 2441401"/>
                <a:gd name="connsiteY87" fmla="*/ 13066 h 2351349"/>
                <a:gd name="connsiteX88" fmla="*/ 2016080 w 2441401"/>
                <a:gd name="connsiteY88" fmla="*/ 0 h 2351349"/>
                <a:gd name="connsiteX89" fmla="*/ 2060566 w 2441401"/>
                <a:gd name="connsiteY89" fmla="*/ 19472 h 2351349"/>
                <a:gd name="connsiteX90" fmla="*/ 2057960 w 2441401"/>
                <a:gd name="connsiteY90" fmla="*/ 71495 h 2351349"/>
                <a:gd name="connsiteX91" fmla="*/ 2065586 w 2441401"/>
                <a:gd name="connsiteY91" fmla="*/ 103003 h 2351349"/>
                <a:gd name="connsiteX92" fmla="*/ 2055939 w 2441401"/>
                <a:gd name="connsiteY92" fmla="*/ 118548 h 2351349"/>
                <a:gd name="connsiteX93" fmla="*/ 2035603 w 2441401"/>
                <a:gd name="connsiteY93" fmla="*/ 128716 h 2351349"/>
                <a:gd name="connsiteX94" fmla="*/ 2016944 w 2441401"/>
                <a:gd name="connsiteY94" fmla="*/ 149497 h 2351349"/>
                <a:gd name="connsiteX95" fmla="*/ 2002721 w 2441401"/>
                <a:gd name="connsiteY95" fmla="*/ 162576 h 2351349"/>
                <a:gd name="connsiteX96" fmla="*/ 2005060 w 2441401"/>
                <a:gd name="connsiteY96" fmla="*/ 178133 h 2351349"/>
                <a:gd name="connsiteX97" fmla="*/ 1821410 w 2441401"/>
                <a:gd name="connsiteY97" fmla="*/ 2039581 h 2351349"/>
                <a:gd name="connsiteX98" fmla="*/ 1804048 w 2441401"/>
                <a:gd name="connsiteY98" fmla="*/ 2029781 h 2351349"/>
                <a:gd name="connsiteX99" fmla="*/ 1794389 w 2441401"/>
                <a:gd name="connsiteY99" fmla="*/ 2017884 h 2351349"/>
                <a:gd name="connsiteX100" fmla="*/ 1793346 w 2441401"/>
                <a:gd name="connsiteY100" fmla="*/ 1997739 h 2351349"/>
                <a:gd name="connsiteX101" fmla="*/ 1785720 w 2441401"/>
                <a:gd name="connsiteY101" fmla="*/ 1968200 h 2351349"/>
                <a:gd name="connsiteX102" fmla="*/ 1786394 w 2441401"/>
                <a:gd name="connsiteY102" fmla="*/ 1940238 h 2351349"/>
                <a:gd name="connsiteX103" fmla="*/ 1784424 w 2441401"/>
                <a:gd name="connsiteY103" fmla="*/ 1929777 h 2351349"/>
                <a:gd name="connsiteX104" fmla="*/ 1780369 w 2441401"/>
                <a:gd name="connsiteY104" fmla="*/ 1922075 h 2351349"/>
                <a:gd name="connsiteX105" fmla="*/ 1758978 w 2441401"/>
                <a:gd name="connsiteY105" fmla="*/ 1896057 h 2351349"/>
                <a:gd name="connsiteX106" fmla="*/ 1746700 w 2441401"/>
                <a:gd name="connsiteY106" fmla="*/ 1894888 h 2351349"/>
                <a:gd name="connsiteX107" fmla="*/ 1722436 w 2441401"/>
                <a:gd name="connsiteY107" fmla="*/ 1898409 h 2351349"/>
                <a:gd name="connsiteX108" fmla="*/ 1711607 w 2441401"/>
                <a:gd name="connsiteY108" fmla="*/ 1891875 h 2351349"/>
                <a:gd name="connsiteX109" fmla="*/ 1699469 w 2441401"/>
                <a:gd name="connsiteY109" fmla="*/ 1867726 h 2351349"/>
                <a:gd name="connsiteX110" fmla="*/ 1687597 w 2441401"/>
                <a:gd name="connsiteY110" fmla="*/ 1856477 h 2351349"/>
                <a:gd name="connsiteX111" fmla="*/ 1682768 w 2441401"/>
                <a:gd name="connsiteY111" fmla="*/ 1845649 h 2351349"/>
                <a:gd name="connsiteX112" fmla="*/ 1693203 w 2441401"/>
                <a:gd name="connsiteY112" fmla="*/ 1817788 h 2351349"/>
                <a:gd name="connsiteX113" fmla="*/ 1693597 w 2441401"/>
                <a:gd name="connsiteY113" fmla="*/ 1798443 h 2351349"/>
                <a:gd name="connsiteX114" fmla="*/ 1688767 w 2441401"/>
                <a:gd name="connsiteY114" fmla="*/ 1785110 h 2351349"/>
                <a:gd name="connsiteX115" fmla="*/ 1659991 w 2441401"/>
                <a:gd name="connsiteY115" fmla="*/ 1758304 h 2351349"/>
                <a:gd name="connsiteX116" fmla="*/ 1636630 w 2441401"/>
                <a:gd name="connsiteY116" fmla="*/ 1729795 h 2351349"/>
                <a:gd name="connsiteX117" fmla="*/ 1639769 w 2441401"/>
                <a:gd name="connsiteY117" fmla="*/ 1727062 h 2351349"/>
                <a:gd name="connsiteX118" fmla="*/ 1655949 w 2441401"/>
                <a:gd name="connsiteY118" fmla="*/ 1732426 h 2351349"/>
                <a:gd name="connsiteX119" fmla="*/ 1674214 w 2441401"/>
                <a:gd name="connsiteY119" fmla="*/ 1728498 h 2351349"/>
                <a:gd name="connsiteX120" fmla="*/ 1696533 w 2441401"/>
                <a:gd name="connsiteY120" fmla="*/ 1727062 h 2351349"/>
                <a:gd name="connsiteX121" fmla="*/ 1709459 w 2441401"/>
                <a:gd name="connsiteY121" fmla="*/ 1732286 h 2351349"/>
                <a:gd name="connsiteX122" fmla="*/ 1721851 w 2441401"/>
                <a:gd name="connsiteY122" fmla="*/ 1726528 h 2351349"/>
                <a:gd name="connsiteX123" fmla="*/ 1759563 w 2441401"/>
                <a:gd name="connsiteY123" fmla="*/ 1729287 h 2351349"/>
                <a:gd name="connsiteX124" fmla="*/ 1768968 w 2441401"/>
                <a:gd name="connsiteY124" fmla="*/ 1722093 h 2351349"/>
                <a:gd name="connsiteX125" fmla="*/ 1772235 w 2441401"/>
                <a:gd name="connsiteY125" fmla="*/ 1708887 h 2351349"/>
                <a:gd name="connsiteX126" fmla="*/ 1784869 w 2441401"/>
                <a:gd name="connsiteY126" fmla="*/ 1690203 h 2351349"/>
                <a:gd name="connsiteX127" fmla="*/ 1769616 w 2441401"/>
                <a:gd name="connsiteY127" fmla="*/ 1652072 h 2351349"/>
                <a:gd name="connsiteX128" fmla="*/ 1764799 w 2441401"/>
                <a:gd name="connsiteY128" fmla="*/ 1637964 h 2351349"/>
                <a:gd name="connsiteX129" fmla="*/ 1756830 w 2441401"/>
                <a:gd name="connsiteY129" fmla="*/ 1628952 h 2351349"/>
                <a:gd name="connsiteX130" fmla="*/ 1745734 w 2441401"/>
                <a:gd name="connsiteY130" fmla="*/ 1631164 h 2351349"/>
                <a:gd name="connsiteX131" fmla="*/ 1738832 w 2441401"/>
                <a:gd name="connsiteY131" fmla="*/ 1624491 h 2351349"/>
                <a:gd name="connsiteX132" fmla="*/ 1738311 w 2441401"/>
                <a:gd name="connsiteY132" fmla="*/ 1611031 h 2351349"/>
                <a:gd name="connsiteX133" fmla="*/ 1723949 w 2441401"/>
                <a:gd name="connsiteY133" fmla="*/ 1596402 h 2351349"/>
                <a:gd name="connsiteX134" fmla="*/ 1708035 w 2441401"/>
                <a:gd name="connsiteY134" fmla="*/ 1599922 h 2351349"/>
                <a:gd name="connsiteX135" fmla="*/ 1678535 w 2441401"/>
                <a:gd name="connsiteY135" fmla="*/ 1590517 h 2351349"/>
                <a:gd name="connsiteX136" fmla="*/ 1676057 w 2441401"/>
                <a:gd name="connsiteY136" fmla="*/ 1577972 h 2351349"/>
                <a:gd name="connsiteX137" fmla="*/ 1648272 w 2441401"/>
                <a:gd name="connsiteY137" fmla="*/ 1572608 h 2351349"/>
                <a:gd name="connsiteX138" fmla="*/ 1635562 w 2441401"/>
                <a:gd name="connsiteY138" fmla="*/ 1566596 h 2351349"/>
                <a:gd name="connsiteX139" fmla="*/ 1623424 w 2441401"/>
                <a:gd name="connsiteY139" fmla="*/ 1546069 h 2351349"/>
                <a:gd name="connsiteX140" fmla="*/ 1598118 w 2441401"/>
                <a:gd name="connsiteY140" fmla="*/ 1540057 h 2351349"/>
                <a:gd name="connsiteX141" fmla="*/ 1587949 w 2441401"/>
                <a:gd name="connsiteY141" fmla="*/ 1533143 h 2351349"/>
                <a:gd name="connsiteX142" fmla="*/ 1582738 w 2441401"/>
                <a:gd name="connsiteY142" fmla="*/ 1514446 h 2351349"/>
                <a:gd name="connsiteX143" fmla="*/ 1544112 w 2441401"/>
                <a:gd name="connsiteY143" fmla="*/ 1508561 h 2351349"/>
                <a:gd name="connsiteX144" fmla="*/ 1514345 w 2441401"/>
                <a:gd name="connsiteY144" fmla="*/ 1502816 h 2351349"/>
                <a:gd name="connsiteX145" fmla="*/ 1489026 w 2441401"/>
                <a:gd name="connsiteY145" fmla="*/ 1495622 h 2351349"/>
                <a:gd name="connsiteX146" fmla="*/ 1468690 w 2441401"/>
                <a:gd name="connsiteY146" fmla="*/ 1493792 h 2351349"/>
                <a:gd name="connsiteX147" fmla="*/ 1432288 w 2441401"/>
                <a:gd name="connsiteY147" fmla="*/ 1475502 h 2351349"/>
                <a:gd name="connsiteX148" fmla="*/ 1415841 w 2441401"/>
                <a:gd name="connsiteY148" fmla="*/ 1456551 h 2351349"/>
                <a:gd name="connsiteX149" fmla="*/ 1399521 w 2441401"/>
                <a:gd name="connsiteY149" fmla="*/ 1447921 h 2351349"/>
                <a:gd name="connsiteX150" fmla="*/ 1385311 w 2441401"/>
                <a:gd name="connsiteY150" fmla="*/ 1447921 h 2351349"/>
                <a:gd name="connsiteX151" fmla="*/ 1372906 w 2441401"/>
                <a:gd name="connsiteY151" fmla="*/ 1456551 h 2351349"/>
                <a:gd name="connsiteX152" fmla="*/ 1354641 w 2441401"/>
                <a:gd name="connsiteY152" fmla="*/ 1456551 h 2351349"/>
                <a:gd name="connsiteX153" fmla="*/ 1338321 w 2441401"/>
                <a:gd name="connsiteY153" fmla="*/ 1444654 h 2351349"/>
                <a:gd name="connsiteX154" fmla="*/ 1316917 w 2441401"/>
                <a:gd name="connsiteY154" fmla="*/ 1426352 h 2351349"/>
                <a:gd name="connsiteX155" fmla="*/ 1290429 w 2441401"/>
                <a:gd name="connsiteY155" fmla="*/ 1412371 h 2351349"/>
                <a:gd name="connsiteX156" fmla="*/ 1262632 w 2441401"/>
                <a:gd name="connsiteY156" fmla="*/ 1403219 h 2351349"/>
                <a:gd name="connsiteX157" fmla="*/ 1244494 w 2441401"/>
                <a:gd name="connsiteY157" fmla="*/ 1401262 h 2351349"/>
                <a:gd name="connsiteX158" fmla="*/ 1237834 w 2441401"/>
                <a:gd name="connsiteY158" fmla="*/ 1397728 h 2351349"/>
                <a:gd name="connsiteX159" fmla="*/ 1192688 w 2441401"/>
                <a:gd name="connsiteY159" fmla="*/ 1399431 h 2351349"/>
                <a:gd name="connsiteX160" fmla="*/ 1173241 w 2441401"/>
                <a:gd name="connsiteY160" fmla="*/ 1393941 h 2351349"/>
                <a:gd name="connsiteX161" fmla="*/ 1148189 w 2441401"/>
                <a:gd name="connsiteY161" fmla="*/ 1386734 h 2351349"/>
                <a:gd name="connsiteX162" fmla="*/ 1110211 w 2441401"/>
                <a:gd name="connsiteY162" fmla="*/ 1373808 h 2351349"/>
                <a:gd name="connsiteX163" fmla="*/ 1090764 w 2441401"/>
                <a:gd name="connsiteY163" fmla="*/ 1358251 h 2351349"/>
                <a:gd name="connsiteX164" fmla="*/ 1079401 w 2441401"/>
                <a:gd name="connsiteY164" fmla="*/ 1358644 h 2351349"/>
                <a:gd name="connsiteX165" fmla="*/ 1064925 w 2441401"/>
                <a:gd name="connsiteY165" fmla="*/ 1359915 h 2351349"/>
                <a:gd name="connsiteX166" fmla="*/ 1052786 w 2441401"/>
                <a:gd name="connsiteY166" fmla="*/ 1371354 h 2351349"/>
                <a:gd name="connsiteX167" fmla="*/ 1022117 w 2441401"/>
                <a:gd name="connsiteY167" fmla="*/ 1388742 h 2351349"/>
                <a:gd name="connsiteX168" fmla="*/ 978139 w 2441401"/>
                <a:gd name="connsiteY168" fmla="*/ 1387967 h 2351349"/>
                <a:gd name="connsiteX169" fmla="*/ 949401 w 2441401"/>
                <a:gd name="connsiteY169" fmla="*/ 1366665 h 2351349"/>
                <a:gd name="connsiteX170" fmla="*/ 924350 w 2441401"/>
                <a:gd name="connsiteY170" fmla="*/ 1361695 h 2351349"/>
                <a:gd name="connsiteX171" fmla="*/ 911639 w 2441401"/>
                <a:gd name="connsiteY171" fmla="*/ 1369143 h 2351349"/>
                <a:gd name="connsiteX172" fmla="*/ 893235 w 2441401"/>
                <a:gd name="connsiteY172" fmla="*/ 1397906 h 2351349"/>
                <a:gd name="connsiteX173" fmla="*/ 874055 w 2441401"/>
                <a:gd name="connsiteY173" fmla="*/ 1404033 h 2351349"/>
                <a:gd name="connsiteX174" fmla="*/ 864268 w 2441401"/>
                <a:gd name="connsiteY174" fmla="*/ 1429135 h 2351349"/>
                <a:gd name="connsiteX175" fmla="*/ 858002 w 2441401"/>
                <a:gd name="connsiteY175" fmla="*/ 1436202 h 2351349"/>
                <a:gd name="connsiteX176" fmla="*/ 841949 w 2441401"/>
                <a:gd name="connsiteY176" fmla="*/ 1435668 h 2351349"/>
                <a:gd name="connsiteX177" fmla="*/ 823037 w 2441401"/>
                <a:gd name="connsiteY177" fmla="*/ 1452268 h 2351349"/>
                <a:gd name="connsiteX178" fmla="*/ 822236 w 2441401"/>
                <a:gd name="connsiteY178" fmla="*/ 1471333 h 2351349"/>
                <a:gd name="connsiteX179" fmla="*/ 818601 w 2441401"/>
                <a:gd name="connsiteY179" fmla="*/ 1474358 h 2351349"/>
                <a:gd name="connsiteX180" fmla="*/ 808140 w 2441401"/>
                <a:gd name="connsiteY180" fmla="*/ 1471600 h 2351349"/>
                <a:gd name="connsiteX181" fmla="*/ 794426 w 2441401"/>
                <a:gd name="connsiteY181" fmla="*/ 1486140 h 2351349"/>
                <a:gd name="connsiteX182" fmla="*/ 767938 w 2441401"/>
                <a:gd name="connsiteY182" fmla="*/ 1495292 h 2351349"/>
                <a:gd name="connsiteX183" fmla="*/ 737522 w 2441401"/>
                <a:gd name="connsiteY183" fmla="*/ 1500376 h 2351349"/>
                <a:gd name="connsiteX184" fmla="*/ 713792 w 2441401"/>
                <a:gd name="connsiteY184" fmla="*/ 1517624 h 2351349"/>
                <a:gd name="connsiteX185" fmla="*/ 709611 w 2441401"/>
                <a:gd name="connsiteY185" fmla="*/ 1525072 h 2351349"/>
                <a:gd name="connsiteX186" fmla="*/ 692516 w 2441401"/>
                <a:gd name="connsiteY186" fmla="*/ 1529253 h 2351349"/>
                <a:gd name="connsiteX187" fmla="*/ 676335 w 2441401"/>
                <a:gd name="connsiteY187" fmla="*/ 1523762 h 2351349"/>
                <a:gd name="connsiteX188" fmla="*/ 662761 w 2441401"/>
                <a:gd name="connsiteY188" fmla="*/ 1512133 h 2351349"/>
                <a:gd name="connsiteX189" fmla="*/ 649580 w 2441401"/>
                <a:gd name="connsiteY189" fmla="*/ 1511230 h 2351349"/>
                <a:gd name="connsiteX190" fmla="*/ 594520 w 2441401"/>
                <a:gd name="connsiteY190" fmla="*/ 1521030 h 2351349"/>
                <a:gd name="connsiteX191" fmla="*/ 584593 w 2441401"/>
                <a:gd name="connsiteY191" fmla="*/ 1521157 h 2351349"/>
                <a:gd name="connsiteX192" fmla="*/ 569710 w 2441401"/>
                <a:gd name="connsiteY192" fmla="*/ 1533562 h 2351349"/>
                <a:gd name="connsiteX193" fmla="*/ 557317 w 2441401"/>
                <a:gd name="connsiteY193" fmla="*/ 1552119 h 2351349"/>
                <a:gd name="connsiteX194" fmla="*/ 528605 w 2441401"/>
                <a:gd name="connsiteY194" fmla="*/ 1573561 h 2351349"/>
                <a:gd name="connsiteX195" fmla="*/ 520648 w 2441401"/>
                <a:gd name="connsiteY195" fmla="*/ 1588190 h 2351349"/>
                <a:gd name="connsiteX196" fmla="*/ 506286 w 2441401"/>
                <a:gd name="connsiteY196" fmla="*/ 1605985 h 2351349"/>
                <a:gd name="connsiteX197" fmla="*/ 501850 w 2441401"/>
                <a:gd name="connsiteY197" fmla="*/ 1613700 h 2351349"/>
                <a:gd name="connsiteX198" fmla="*/ 481234 w 2441401"/>
                <a:gd name="connsiteY198" fmla="*/ 1625978 h 2351349"/>
                <a:gd name="connsiteX199" fmla="*/ 468524 w 2441401"/>
                <a:gd name="connsiteY199" fmla="*/ 1633604 h 2351349"/>
                <a:gd name="connsiteX200" fmla="*/ 465982 w 2441401"/>
                <a:gd name="connsiteY200" fmla="*/ 1660296 h 2351349"/>
                <a:gd name="connsiteX201" fmla="*/ 448886 w 2441401"/>
                <a:gd name="connsiteY201" fmla="*/ 1685119 h 2351349"/>
                <a:gd name="connsiteX202" fmla="*/ 449801 w 2441401"/>
                <a:gd name="connsiteY202" fmla="*/ 1708912 h 2351349"/>
                <a:gd name="connsiteX203" fmla="*/ 439633 w 2441401"/>
                <a:gd name="connsiteY203" fmla="*/ 1714937 h 2351349"/>
                <a:gd name="connsiteX204" fmla="*/ 431791 w 2441401"/>
                <a:gd name="connsiteY204" fmla="*/ 1730087 h 2351349"/>
                <a:gd name="connsiteX205" fmla="*/ 410006 w 2441401"/>
                <a:gd name="connsiteY205" fmla="*/ 1722118 h 2351349"/>
                <a:gd name="connsiteX206" fmla="*/ 400486 w 2441401"/>
                <a:gd name="connsiteY206" fmla="*/ 1722652 h 2351349"/>
                <a:gd name="connsiteX207" fmla="*/ 378167 w 2441401"/>
                <a:gd name="connsiteY207" fmla="*/ 1741463 h 2351349"/>
                <a:gd name="connsiteX208" fmla="*/ 347243 w 2441401"/>
                <a:gd name="connsiteY208" fmla="*/ 1785644 h 2351349"/>
                <a:gd name="connsiteX209" fmla="*/ 333541 w 2441401"/>
                <a:gd name="connsiteY209" fmla="*/ 1799625 h 2351349"/>
                <a:gd name="connsiteX210" fmla="*/ 303558 w 2441401"/>
                <a:gd name="connsiteY210" fmla="*/ 1838213 h 2351349"/>
                <a:gd name="connsiteX211" fmla="*/ 237528 w 2441401"/>
                <a:gd name="connsiteY211" fmla="*/ 1803196 h 2351349"/>
                <a:gd name="connsiteX212" fmla="*/ 225123 w 2441401"/>
                <a:gd name="connsiteY212" fmla="*/ 1809552 h 2351349"/>
                <a:gd name="connsiteX213" fmla="*/ 222251 w 2441401"/>
                <a:gd name="connsiteY213" fmla="*/ 1826545 h 2351349"/>
                <a:gd name="connsiteX214" fmla="*/ 268846 w 2441401"/>
                <a:gd name="connsiteY214" fmla="*/ 1848229 h 2351349"/>
                <a:gd name="connsiteX215" fmla="*/ 264410 w 2441401"/>
                <a:gd name="connsiteY215" fmla="*/ 1869683 h 2351349"/>
                <a:gd name="connsiteX216" fmla="*/ 292716 w 2441401"/>
                <a:gd name="connsiteY216" fmla="*/ 1881034 h 2351349"/>
                <a:gd name="connsiteX217" fmla="*/ 278493 w 2441401"/>
                <a:gd name="connsiteY217" fmla="*/ 1921554 h 2351349"/>
                <a:gd name="connsiteX218" fmla="*/ 267156 w 2441401"/>
                <a:gd name="connsiteY218" fmla="*/ 1948106 h 2351349"/>
                <a:gd name="connsiteX219" fmla="*/ 250048 w 2441401"/>
                <a:gd name="connsiteY219" fmla="*/ 1966586 h 2351349"/>
                <a:gd name="connsiteX220" fmla="*/ 238837 w 2441401"/>
                <a:gd name="connsiteY220" fmla="*/ 1984228 h 2351349"/>
                <a:gd name="connsiteX221" fmla="*/ 226686 w 2441401"/>
                <a:gd name="connsiteY221" fmla="*/ 2000751 h 2351349"/>
                <a:gd name="connsiteX222" fmla="*/ 215603 w 2441401"/>
                <a:gd name="connsiteY222" fmla="*/ 2007945 h 2351349"/>
                <a:gd name="connsiteX223" fmla="*/ 152561 w 2441401"/>
                <a:gd name="connsiteY223" fmla="*/ 1979843 h 2351349"/>
                <a:gd name="connsiteX224" fmla="*/ 119934 w 2441401"/>
                <a:gd name="connsiteY224" fmla="*/ 1937493 h 2351349"/>
                <a:gd name="connsiteX225" fmla="*/ 135071 w 2441401"/>
                <a:gd name="connsiteY225" fmla="*/ 1919851 h 2351349"/>
                <a:gd name="connsiteX226" fmla="*/ 151251 w 2441401"/>
                <a:gd name="connsiteY226" fmla="*/ 1890439 h 2351349"/>
                <a:gd name="connsiteX227" fmla="*/ 151912 w 2441401"/>
                <a:gd name="connsiteY227" fmla="*/ 1875937 h 2351349"/>
                <a:gd name="connsiteX228" fmla="*/ 191568 w 2441401"/>
                <a:gd name="connsiteY228" fmla="*/ 1842077 h 2351349"/>
                <a:gd name="connsiteX229" fmla="*/ 194975 w 2441401"/>
                <a:gd name="connsiteY229" fmla="*/ 1817381 h 2351349"/>
                <a:gd name="connsiteX230" fmla="*/ 216239 w 2441401"/>
                <a:gd name="connsiteY230" fmla="*/ 1798417 h 2351349"/>
                <a:gd name="connsiteX231" fmla="*/ 198622 w 2441401"/>
                <a:gd name="connsiteY231" fmla="*/ 1771726 h 2351349"/>
                <a:gd name="connsiteX232" fmla="*/ 193144 w 2441401"/>
                <a:gd name="connsiteY232" fmla="*/ 1757605 h 2351349"/>
                <a:gd name="connsiteX233" fmla="*/ 175007 w 2441401"/>
                <a:gd name="connsiteY233" fmla="*/ 1763757 h 2351349"/>
                <a:gd name="connsiteX234" fmla="*/ 110401 w 2441401"/>
                <a:gd name="connsiteY234" fmla="*/ 1705201 h 2351349"/>
                <a:gd name="connsiteX235" fmla="*/ 91615 w 2441401"/>
                <a:gd name="connsiteY235" fmla="*/ 1703231 h 2351349"/>
                <a:gd name="connsiteX236" fmla="*/ 63945 w 2441401"/>
                <a:gd name="connsiteY236" fmla="*/ 1670693 h 2351349"/>
                <a:gd name="connsiteX237" fmla="*/ 10702 w 2441401"/>
                <a:gd name="connsiteY237" fmla="*/ 1654093 h 2351349"/>
                <a:gd name="connsiteX238" fmla="*/ 0 w 2441401"/>
                <a:gd name="connsiteY238" fmla="*/ 1644942 h 2351349"/>
                <a:gd name="connsiteX239" fmla="*/ 22967 w 2441401"/>
                <a:gd name="connsiteY239" fmla="*/ 1598156 h 2351349"/>
                <a:gd name="connsiteX240" fmla="*/ 42287 w 2441401"/>
                <a:gd name="connsiteY240" fmla="*/ 1576447 h 2351349"/>
                <a:gd name="connsiteX241" fmla="*/ 17222 w 2441401"/>
                <a:gd name="connsiteY241" fmla="*/ 1533448 h 2351349"/>
                <a:gd name="connsiteX242" fmla="*/ 21658 w 2441401"/>
                <a:gd name="connsiteY242" fmla="*/ 1498952 h 2351349"/>
                <a:gd name="connsiteX243" fmla="*/ 71393 w 2441401"/>
                <a:gd name="connsiteY243" fmla="*/ 1452420 h 2351349"/>
                <a:gd name="connsiteX244" fmla="*/ 105190 w 2441401"/>
                <a:gd name="connsiteY244" fmla="*/ 1367720 h 2351349"/>
                <a:gd name="connsiteX245" fmla="*/ 197440 w 2441401"/>
                <a:gd name="connsiteY245" fmla="*/ 1263687 h 2351349"/>
                <a:gd name="connsiteX246" fmla="*/ 186751 w 2441401"/>
                <a:gd name="connsiteY246" fmla="*/ 1252565 h 2351349"/>
                <a:gd name="connsiteX247" fmla="*/ 104135 w 2441401"/>
                <a:gd name="connsiteY247" fmla="*/ 1169186 h 2351349"/>
                <a:gd name="connsiteX248" fmla="*/ 191428 w 2441401"/>
                <a:gd name="connsiteY248" fmla="*/ 1084091 h 2351349"/>
                <a:gd name="connsiteX249" fmla="*/ 232101 w 2441401"/>
                <a:gd name="connsiteY249" fmla="*/ 1062128 h 2351349"/>
                <a:gd name="connsiteX250" fmla="*/ 328940 w 2441401"/>
                <a:gd name="connsiteY250" fmla="*/ 968682 h 2351349"/>
                <a:gd name="connsiteX251" fmla="*/ 362609 w 2441401"/>
                <a:gd name="connsiteY251" fmla="*/ 928569 h 2351349"/>
                <a:gd name="connsiteX252" fmla="*/ 429974 w 2441401"/>
                <a:gd name="connsiteY252" fmla="*/ 868170 h 2351349"/>
                <a:gd name="connsiteX253" fmla="*/ 433507 w 2441401"/>
                <a:gd name="connsiteY253" fmla="*/ 852918 h 2351349"/>
                <a:gd name="connsiteX254" fmla="*/ 513505 w 2441401"/>
                <a:gd name="connsiteY254" fmla="*/ 810568 h 2351349"/>
                <a:gd name="connsiteX255" fmla="*/ 622457 w 2441401"/>
                <a:gd name="connsiteY255" fmla="*/ 743394 h 2351349"/>
                <a:gd name="connsiteX256" fmla="*/ 634862 w 2441401"/>
                <a:gd name="connsiteY256" fmla="*/ 718559 h 2351349"/>
                <a:gd name="connsiteX257" fmla="*/ 666638 w 2441401"/>
                <a:gd name="connsiteY257" fmla="*/ 710932 h 2351349"/>
                <a:gd name="connsiteX258" fmla="*/ 684432 w 2441401"/>
                <a:gd name="connsiteY258" fmla="*/ 693685 h 2351349"/>
                <a:gd name="connsiteX259" fmla="*/ 678560 w 2441401"/>
                <a:gd name="connsiteY259" fmla="*/ 680085 h 2351349"/>
                <a:gd name="connsiteX260" fmla="*/ 703878 w 2441401"/>
                <a:gd name="connsiteY260" fmla="*/ 656431 h 2351349"/>
                <a:gd name="connsiteX261" fmla="*/ 740420 w 2441401"/>
                <a:gd name="connsiteY261" fmla="*/ 653165 h 2351349"/>
                <a:gd name="connsiteX262" fmla="*/ 775399 w 2441401"/>
                <a:gd name="connsiteY262" fmla="*/ 626905 h 2351349"/>
                <a:gd name="connsiteX263" fmla="*/ 785847 w 2441401"/>
                <a:gd name="connsiteY263" fmla="*/ 610941 h 2351349"/>
                <a:gd name="connsiteX264" fmla="*/ 799675 w 2441401"/>
                <a:gd name="connsiteY264" fmla="*/ 600099 h 2351349"/>
                <a:gd name="connsiteX265" fmla="*/ 819376 w 2441401"/>
                <a:gd name="connsiteY265" fmla="*/ 550708 h 2351349"/>
                <a:gd name="connsiteX266" fmla="*/ 778398 w 2441401"/>
                <a:gd name="connsiteY266" fmla="*/ 507823 h 2351349"/>
                <a:gd name="connsiteX267" fmla="*/ 771090 w 2441401"/>
                <a:gd name="connsiteY267" fmla="*/ 475540 h 2351349"/>
                <a:gd name="connsiteX268" fmla="*/ 784792 w 2441401"/>
                <a:gd name="connsiteY268" fmla="*/ 461304 h 2351349"/>
                <a:gd name="connsiteX269" fmla="*/ 794312 w 2441401"/>
                <a:gd name="connsiteY269" fmla="*/ 409281 h 2351349"/>
                <a:gd name="connsiteX270" fmla="*/ 831896 w 2441401"/>
                <a:gd name="connsiteY270" fmla="*/ 360258 h 2351349"/>
                <a:gd name="connsiteX271" fmla="*/ 876801 w 2441401"/>
                <a:gd name="connsiteY271" fmla="*/ 375167 h 2351349"/>
                <a:gd name="connsiteX272" fmla="*/ 940085 w 2441401"/>
                <a:gd name="connsiteY272" fmla="*/ 350585 h 2351349"/>
                <a:gd name="connsiteX273" fmla="*/ 969318 w 2441401"/>
                <a:gd name="connsiteY273" fmla="*/ 339858 h 2351349"/>
                <a:gd name="connsiteX274" fmla="*/ 1042656 w 2441401"/>
                <a:gd name="connsiteY274" fmla="*/ 290288 h 2351349"/>
                <a:gd name="connsiteX275" fmla="*/ 1058188 w 2441401"/>
                <a:gd name="connsiteY275" fmla="*/ 280743 h 2351349"/>
                <a:gd name="connsiteX276" fmla="*/ 1091730 w 2441401"/>
                <a:gd name="connsiteY276" fmla="*/ 265491 h 2351349"/>
                <a:gd name="connsiteX277" fmla="*/ 1124879 w 2441401"/>
                <a:gd name="connsiteY277" fmla="*/ 258958 h 2351349"/>
                <a:gd name="connsiteX278" fmla="*/ 1162590 w 2441401"/>
                <a:gd name="connsiteY278" fmla="*/ 252679 h 2351349"/>
                <a:gd name="connsiteX279" fmla="*/ 1180600 w 2441401"/>
                <a:gd name="connsiteY279" fmla="*/ 244048 h 2351349"/>
                <a:gd name="connsiteX280" fmla="*/ 1212312 w 2441401"/>
                <a:gd name="connsiteY280" fmla="*/ 200923 h 2351349"/>
                <a:gd name="connsiteX281" fmla="*/ 1247024 w 2441401"/>
                <a:gd name="connsiteY281" fmla="*/ 167330 h 2351349"/>
                <a:gd name="connsiteX282" fmla="*/ 1366830 w 2441401"/>
                <a:gd name="connsiteY282" fmla="*/ 113210 h 2351349"/>
                <a:gd name="connsiteX283" fmla="*/ 1372181 w 2441401"/>
                <a:gd name="connsiteY283" fmla="*/ 128462 h 2351349"/>
                <a:gd name="connsiteX284" fmla="*/ 1357552 w 2441401"/>
                <a:gd name="connsiteY284" fmla="*/ 202448 h 2351349"/>
                <a:gd name="connsiteX285" fmla="*/ 1403880 w 2441401"/>
                <a:gd name="connsiteY285" fmla="*/ 243743 h 2351349"/>
                <a:gd name="connsiteX286" fmla="*/ 1400372 w 2441401"/>
                <a:gd name="connsiteY286" fmla="*/ 267410 h 2351349"/>
                <a:gd name="connsiteX287" fmla="*/ 1404681 w 2441401"/>
                <a:gd name="connsiteY287" fmla="*/ 268846 h 2351349"/>
                <a:gd name="connsiteX288" fmla="*/ 1403232 w 2441401"/>
                <a:gd name="connsiteY288" fmla="*/ 283221 h 2351349"/>
                <a:gd name="connsiteX289" fmla="*/ 1396877 w 2441401"/>
                <a:gd name="connsiteY289" fmla="*/ 306354 h 2351349"/>
                <a:gd name="connsiteX290" fmla="*/ 1438503 w 2441401"/>
                <a:gd name="connsiteY290" fmla="*/ 309354 h 2351349"/>
                <a:gd name="connsiteX291" fmla="*/ 1432249 w 2441401"/>
                <a:gd name="connsiteY291" fmla="*/ 326741 h 2351349"/>
                <a:gd name="connsiteX292" fmla="*/ 1416057 w 2441401"/>
                <a:gd name="connsiteY292" fmla="*/ 340074 h 2351349"/>
                <a:gd name="connsiteX293" fmla="*/ 1403664 w 2441401"/>
                <a:gd name="connsiteY293" fmla="*/ 344256 h 2351349"/>
                <a:gd name="connsiteX294" fmla="*/ 1386061 w 2441401"/>
                <a:gd name="connsiteY294" fmla="*/ 364783 h 2351349"/>
                <a:gd name="connsiteX295" fmla="*/ 1375892 w 2441401"/>
                <a:gd name="connsiteY295" fmla="*/ 366613 h 2351349"/>
                <a:gd name="connsiteX296" fmla="*/ 1355264 w 2441401"/>
                <a:gd name="connsiteY296" fmla="*/ 378637 h 2351349"/>
                <a:gd name="connsiteX297" fmla="*/ 1327301 w 2441401"/>
                <a:gd name="connsiteY297" fmla="*/ 413145 h 2351349"/>
                <a:gd name="connsiteX298" fmla="*/ 1313320 w 2441401"/>
                <a:gd name="connsiteY298" fmla="*/ 417594 h 2351349"/>
                <a:gd name="connsiteX299" fmla="*/ 1304969 w 2441401"/>
                <a:gd name="connsiteY299" fmla="*/ 426351 h 2351349"/>
                <a:gd name="connsiteX300" fmla="*/ 1296072 w 2441401"/>
                <a:gd name="connsiteY300" fmla="*/ 429351 h 2351349"/>
                <a:gd name="connsiteX301" fmla="*/ 1287175 w 2441401"/>
                <a:gd name="connsiteY301" fmla="*/ 446217 h 2351349"/>
                <a:gd name="connsiteX302" fmla="*/ 1277770 w 2441401"/>
                <a:gd name="connsiteY302" fmla="*/ 451174 h 2351349"/>
                <a:gd name="connsiteX303" fmla="*/ 1273080 w 2441401"/>
                <a:gd name="connsiteY303" fmla="*/ 457707 h 2351349"/>
                <a:gd name="connsiteX304" fmla="*/ 1260674 w 2441401"/>
                <a:gd name="connsiteY304" fmla="*/ 460719 h 2351349"/>
                <a:gd name="connsiteX305" fmla="*/ 1239792 w 2441401"/>
                <a:gd name="connsiteY305" fmla="*/ 472222 h 2351349"/>
                <a:gd name="connsiteX306" fmla="*/ 1189675 w 2441401"/>
                <a:gd name="connsiteY306" fmla="*/ 512742 h 2351349"/>
                <a:gd name="connsiteX307" fmla="*/ 1190603 w 2441401"/>
                <a:gd name="connsiteY307" fmla="*/ 529202 h 2351349"/>
                <a:gd name="connsiteX308" fmla="*/ 1192039 w 2441401"/>
                <a:gd name="connsiteY308" fmla="*/ 538099 h 2351349"/>
                <a:gd name="connsiteX309" fmla="*/ 1203771 w 2441401"/>
                <a:gd name="connsiteY309" fmla="*/ 550670 h 2351349"/>
                <a:gd name="connsiteX310" fmla="*/ 1214079 w 2441401"/>
                <a:gd name="connsiteY310" fmla="*/ 561638 h 2351349"/>
                <a:gd name="connsiteX311" fmla="*/ 1238012 w 2441401"/>
                <a:gd name="connsiteY311" fmla="*/ 559567 h 2351349"/>
                <a:gd name="connsiteX312" fmla="*/ 1244812 w 2441401"/>
                <a:gd name="connsiteY312" fmla="*/ 554737 h 2351349"/>
                <a:gd name="connsiteX313" fmla="*/ 1258374 w 2441401"/>
                <a:gd name="connsiteY313" fmla="*/ 554203 h 2351349"/>
                <a:gd name="connsiteX314" fmla="*/ 1268949 w 2441401"/>
                <a:gd name="connsiteY314" fmla="*/ 544035 h 2351349"/>
                <a:gd name="connsiteX315" fmla="*/ 1356916 w 2441401"/>
                <a:gd name="connsiteY315" fmla="*/ 499981 h 2351349"/>
                <a:gd name="connsiteX316" fmla="*/ 1384701 w 2441401"/>
                <a:gd name="connsiteY316" fmla="*/ 498024 h 2351349"/>
                <a:gd name="connsiteX317" fmla="*/ 1395390 w 2441401"/>
                <a:gd name="connsiteY317" fmla="*/ 502193 h 2351349"/>
                <a:gd name="connsiteX318" fmla="*/ 1405062 w 2441401"/>
                <a:gd name="connsiteY318" fmla="*/ 498799 h 2351349"/>
                <a:gd name="connsiteX319" fmla="*/ 1422539 w 2441401"/>
                <a:gd name="connsiteY319" fmla="*/ 511992 h 2351349"/>
                <a:gd name="connsiteX320" fmla="*/ 1440435 w 2441401"/>
                <a:gd name="connsiteY320" fmla="*/ 510823 h 2351349"/>
                <a:gd name="connsiteX321" fmla="*/ 1458051 w 2441401"/>
                <a:gd name="connsiteY321" fmla="*/ 493308 h 2351349"/>
                <a:gd name="connsiteX322" fmla="*/ 1477625 w 2441401"/>
                <a:gd name="connsiteY322" fmla="*/ 512539 h 2351349"/>
                <a:gd name="connsiteX323" fmla="*/ 1492496 w 2441401"/>
                <a:gd name="connsiteY323" fmla="*/ 518411 h 2351349"/>
                <a:gd name="connsiteX324" fmla="*/ 1471359 w 2441401"/>
                <a:gd name="connsiteY324" fmla="*/ 545344 h 2351349"/>
                <a:gd name="connsiteX325" fmla="*/ 1480091 w 2441401"/>
                <a:gd name="connsiteY325" fmla="*/ 555143 h 2351349"/>
                <a:gd name="connsiteX326" fmla="*/ 1490932 w 2441401"/>
                <a:gd name="connsiteY326" fmla="*/ 544823 h 2351349"/>
                <a:gd name="connsiteX327" fmla="*/ 1520547 w 2441401"/>
                <a:gd name="connsiteY327" fmla="*/ 571730 h 2351349"/>
                <a:gd name="connsiteX328" fmla="*/ 1553835 w 2441401"/>
                <a:gd name="connsiteY328" fmla="*/ 583627 h 2351349"/>
                <a:gd name="connsiteX329" fmla="*/ 1560101 w 2441401"/>
                <a:gd name="connsiteY329" fmla="*/ 589118 h 2351349"/>
                <a:gd name="connsiteX330" fmla="*/ 1576142 w 2441401"/>
                <a:gd name="connsiteY330" fmla="*/ 601015 h 2351349"/>
                <a:gd name="connsiteX331" fmla="*/ 1612556 w 2441401"/>
                <a:gd name="connsiteY331" fmla="*/ 584809 h 2351349"/>
                <a:gd name="connsiteX332" fmla="*/ 1633299 w 2441401"/>
                <a:gd name="connsiteY332" fmla="*/ 564282 h 2351349"/>
                <a:gd name="connsiteX333" fmla="*/ 1655352 w 2441401"/>
                <a:gd name="connsiteY333" fmla="*/ 568095 h 2351349"/>
                <a:gd name="connsiteX334" fmla="*/ 1681865 w 2441401"/>
                <a:gd name="connsiteY334" fmla="*/ 593185 h 2351349"/>
                <a:gd name="connsiteX335" fmla="*/ 1740180 w 2441401"/>
                <a:gd name="connsiteY335" fmla="*/ 571235 h 2351349"/>
                <a:gd name="connsiteX336" fmla="*/ 1751415 w 2441401"/>
                <a:gd name="connsiteY336" fmla="*/ 582674 h 2351349"/>
                <a:gd name="connsiteX337" fmla="*/ 1763681 w 2441401"/>
                <a:gd name="connsiteY337" fmla="*/ 563608 h 2351349"/>
                <a:gd name="connsiteX338" fmla="*/ 1772730 w 2441401"/>
                <a:gd name="connsiteY338" fmla="*/ 534146 h 2351349"/>
                <a:gd name="connsiteX339" fmla="*/ 1782390 w 2441401"/>
                <a:gd name="connsiteY339" fmla="*/ 527486 h 2351349"/>
                <a:gd name="connsiteX340" fmla="*/ 1793829 w 2441401"/>
                <a:gd name="connsiteY340" fmla="*/ 505129 h 2351349"/>
                <a:gd name="connsiteX341" fmla="*/ 1744895 w 2441401"/>
                <a:gd name="connsiteY341" fmla="*/ 492063 h 2351349"/>
                <a:gd name="connsiteX342" fmla="*/ 1740840 w 2441401"/>
                <a:gd name="connsiteY342" fmla="*/ 450882 h 2351349"/>
                <a:gd name="connsiteX343" fmla="*/ 1745658 w 2441401"/>
                <a:gd name="connsiteY343" fmla="*/ 418877 h 2351349"/>
                <a:gd name="connsiteX344" fmla="*/ 1769807 w 2441401"/>
                <a:gd name="connsiteY344" fmla="*/ 381764 h 2351349"/>
                <a:gd name="connsiteX345" fmla="*/ 1791872 w 2441401"/>
                <a:gd name="connsiteY345" fmla="*/ 361745 h 2351349"/>
                <a:gd name="connsiteX346" fmla="*/ 1765765 w 2441401"/>
                <a:gd name="connsiteY346" fmla="*/ 337036 h 2351349"/>
                <a:gd name="connsiteX347" fmla="*/ 1773595 w 2441401"/>
                <a:gd name="connsiteY347" fmla="*/ 309722 h 2351349"/>
                <a:gd name="connsiteX348" fmla="*/ 1752979 w 2441401"/>
                <a:gd name="connsiteY348" fmla="*/ 282268 h 2351349"/>
                <a:gd name="connsiteX349" fmla="*/ 1712903 w 2441401"/>
                <a:gd name="connsiteY349" fmla="*/ 261614 h 2351349"/>
                <a:gd name="connsiteX350" fmla="*/ 1734841 w 2441401"/>
                <a:gd name="connsiteY350" fmla="*/ 242015 h 2351349"/>
                <a:gd name="connsiteX351" fmla="*/ 1734841 w 2441401"/>
                <a:gd name="connsiteY351" fmla="*/ 233118 h 2351349"/>
                <a:gd name="connsiteX352" fmla="*/ 1778158 w 2441401"/>
                <a:gd name="connsiteY352" fmla="*/ 206846 h 2351349"/>
                <a:gd name="connsiteX353" fmla="*/ 1784170 w 2441401"/>
                <a:gd name="connsiteY353" fmla="*/ 246311 h 2351349"/>
                <a:gd name="connsiteX354" fmla="*/ 1810009 w 2441401"/>
                <a:gd name="connsiteY354" fmla="*/ 255488 h 2351349"/>
                <a:gd name="connsiteX355" fmla="*/ 1851368 w 2441401"/>
                <a:gd name="connsiteY355" fmla="*/ 325788 h 2351349"/>
                <a:gd name="connsiteX356" fmla="*/ 1871082 w 2441401"/>
                <a:gd name="connsiteY356" fmla="*/ 320170 h 2351349"/>
                <a:gd name="connsiteX357" fmla="*/ 1857901 w 2441401"/>
                <a:gd name="connsiteY357" fmla="*/ 271947 h 2351349"/>
                <a:gd name="connsiteX358" fmla="*/ 1881657 w 2441401"/>
                <a:gd name="connsiteY358" fmla="*/ 262923 h 2351349"/>
                <a:gd name="connsiteX359" fmla="*/ 1908920 w 2441401"/>
                <a:gd name="connsiteY359" fmla="*/ 299516 h 2351349"/>
                <a:gd name="connsiteX360" fmla="*/ 1912454 w 2441401"/>
                <a:gd name="connsiteY360" fmla="*/ 304231 h 2351349"/>
                <a:gd name="connsiteX361" fmla="*/ 1897201 w 2441401"/>
                <a:gd name="connsiteY361" fmla="*/ 322661 h 2351349"/>
                <a:gd name="connsiteX362" fmla="*/ 1878797 w 2441401"/>
                <a:gd name="connsiteY362" fmla="*/ 368011 h 2351349"/>
                <a:gd name="connsiteX363" fmla="*/ 1904027 w 2441401"/>
                <a:gd name="connsiteY363" fmla="*/ 401960 h 2351349"/>
                <a:gd name="connsiteX364" fmla="*/ 1918631 w 2441401"/>
                <a:gd name="connsiteY364" fmla="*/ 432287 h 2351349"/>
                <a:gd name="connsiteX365" fmla="*/ 1891367 w 2441401"/>
                <a:gd name="connsiteY365" fmla="*/ 454631 h 2351349"/>
                <a:gd name="connsiteX366" fmla="*/ 1863049 w 2441401"/>
                <a:gd name="connsiteY366" fmla="*/ 438693 h 2351349"/>
                <a:gd name="connsiteX367" fmla="*/ 1848699 w 2441401"/>
                <a:gd name="connsiteY367" fmla="*/ 465219 h 2351349"/>
                <a:gd name="connsiteX368" fmla="*/ 1861753 w 2441401"/>
                <a:gd name="connsiteY368" fmla="*/ 506654 h 2351349"/>
                <a:gd name="connsiteX369" fmla="*/ 1848572 w 2441401"/>
                <a:gd name="connsiteY369" fmla="*/ 552017 h 2351349"/>
                <a:gd name="connsiteX370" fmla="*/ 1808497 w 2441401"/>
                <a:gd name="connsiteY370" fmla="*/ 577628 h 2351349"/>
                <a:gd name="connsiteX371" fmla="*/ 1787881 w 2441401"/>
                <a:gd name="connsiteY371" fmla="*/ 619457 h 2351349"/>
                <a:gd name="connsiteX372" fmla="*/ 1758012 w 2441401"/>
                <a:gd name="connsiteY372" fmla="*/ 633184 h 2351349"/>
                <a:gd name="connsiteX373" fmla="*/ 1749903 w 2441401"/>
                <a:gd name="connsiteY373" fmla="*/ 661541 h 2351349"/>
                <a:gd name="connsiteX374" fmla="*/ 1772781 w 2441401"/>
                <a:gd name="connsiteY374" fmla="*/ 666510 h 2351349"/>
                <a:gd name="connsiteX375" fmla="*/ 1791186 w 2441401"/>
                <a:gd name="connsiteY375" fmla="*/ 659965 h 2351349"/>
                <a:gd name="connsiteX376" fmla="*/ 1812793 w 2441401"/>
                <a:gd name="connsiteY376" fmla="*/ 685855 h 2351349"/>
                <a:gd name="connsiteX377" fmla="*/ 1802358 w 2441401"/>
                <a:gd name="connsiteY377" fmla="*/ 717872 h 2351349"/>
                <a:gd name="connsiteX378" fmla="*/ 1800413 w 2441401"/>
                <a:gd name="connsiteY378" fmla="*/ 728473 h 2351349"/>
                <a:gd name="connsiteX379" fmla="*/ 1775997 w 2441401"/>
                <a:gd name="connsiteY379" fmla="*/ 755393 h 2351349"/>
                <a:gd name="connsiteX380" fmla="*/ 1767519 w 2441401"/>
                <a:gd name="connsiteY380" fmla="*/ 749368 h 2351349"/>
                <a:gd name="connsiteX381" fmla="*/ 1723402 w 2441401"/>
                <a:gd name="connsiteY381" fmla="*/ 795519 h 2351349"/>
                <a:gd name="connsiteX382" fmla="*/ 1711658 w 2441401"/>
                <a:gd name="connsiteY382" fmla="*/ 812627 h 2351349"/>
                <a:gd name="connsiteX383" fmla="*/ 1713996 w 2441401"/>
                <a:gd name="connsiteY383" fmla="*/ 820482 h 2351349"/>
                <a:gd name="connsiteX384" fmla="*/ 1695745 w 2441401"/>
                <a:gd name="connsiteY384" fmla="*/ 846487 h 2351349"/>
                <a:gd name="connsiteX385" fmla="*/ 1680327 w 2441401"/>
                <a:gd name="connsiteY385" fmla="*/ 858790 h 2351349"/>
                <a:gd name="connsiteX386" fmla="*/ 1654360 w 2441401"/>
                <a:gd name="connsiteY386" fmla="*/ 889498 h 2351349"/>
                <a:gd name="connsiteX387" fmla="*/ 1669117 w 2441401"/>
                <a:gd name="connsiteY387" fmla="*/ 899170 h 2351349"/>
                <a:gd name="connsiteX388" fmla="*/ 1661148 w 2441401"/>
                <a:gd name="connsiteY388" fmla="*/ 936666 h 2351349"/>
                <a:gd name="connsiteX389" fmla="*/ 1631266 w 2441401"/>
                <a:gd name="connsiteY389" fmla="*/ 952312 h 2351349"/>
                <a:gd name="connsiteX390" fmla="*/ 1623830 w 2441401"/>
                <a:gd name="connsiteY390" fmla="*/ 948270 h 2351349"/>
                <a:gd name="connsiteX391" fmla="*/ 1611819 w 2441401"/>
                <a:gd name="connsiteY391" fmla="*/ 936246 h 2351349"/>
                <a:gd name="connsiteX392" fmla="*/ 1578773 w 2441401"/>
                <a:gd name="connsiteY392" fmla="*/ 937682 h 2351349"/>
                <a:gd name="connsiteX393" fmla="*/ 1558945 w 2441401"/>
                <a:gd name="connsiteY393" fmla="*/ 972966 h 2351349"/>
                <a:gd name="connsiteX394" fmla="*/ 1530881 w 2441401"/>
                <a:gd name="connsiteY394" fmla="*/ 973869 h 2351349"/>
                <a:gd name="connsiteX395" fmla="*/ 1528262 w 2441401"/>
                <a:gd name="connsiteY395" fmla="*/ 983948 h 2351349"/>
                <a:gd name="connsiteX396" fmla="*/ 1515489 w 2441401"/>
                <a:gd name="connsiteY396" fmla="*/ 1002771 h 2351349"/>
                <a:gd name="connsiteX397" fmla="*/ 1527080 w 2441401"/>
                <a:gd name="connsiteY397" fmla="*/ 1094005 h 2351349"/>
                <a:gd name="connsiteX398" fmla="*/ 1516658 w 2441401"/>
                <a:gd name="connsiteY398" fmla="*/ 1117646 h 2351349"/>
                <a:gd name="connsiteX399" fmla="*/ 1522009 w 2441401"/>
                <a:gd name="connsiteY399" fmla="*/ 1138694 h 2351349"/>
                <a:gd name="connsiteX400" fmla="*/ 1517954 w 2441401"/>
                <a:gd name="connsiteY400" fmla="*/ 1166276 h 2351349"/>
                <a:gd name="connsiteX401" fmla="*/ 1508816 w 2441401"/>
                <a:gd name="connsiteY401" fmla="*/ 1190577 h 2351349"/>
                <a:gd name="connsiteX402" fmla="*/ 1518082 w 2441401"/>
                <a:gd name="connsiteY402" fmla="*/ 1194251 h 2351349"/>
                <a:gd name="connsiteX403" fmla="*/ 1546527 w 2441401"/>
                <a:gd name="connsiteY403" fmla="*/ 1181947 h 2351349"/>
                <a:gd name="connsiteX404" fmla="*/ 1544849 w 2441401"/>
                <a:gd name="connsiteY404" fmla="*/ 1173469 h 2351349"/>
                <a:gd name="connsiteX405" fmla="*/ 1548662 w 2441401"/>
                <a:gd name="connsiteY405" fmla="*/ 1159997 h 2351349"/>
                <a:gd name="connsiteX406" fmla="*/ 1562504 w 2441401"/>
                <a:gd name="connsiteY406" fmla="*/ 1165360 h 2351349"/>
                <a:gd name="connsiteX407" fmla="*/ 1571896 w 2441401"/>
                <a:gd name="connsiteY407" fmla="*/ 1185226 h 2351349"/>
                <a:gd name="connsiteX408" fmla="*/ 1581683 w 2441401"/>
                <a:gd name="connsiteY408" fmla="*/ 1188239 h 2351349"/>
                <a:gd name="connsiteX409" fmla="*/ 1590822 w 2441401"/>
                <a:gd name="connsiteY409" fmla="*/ 1190984 h 2351349"/>
                <a:gd name="connsiteX410" fmla="*/ 1603075 w 2441401"/>
                <a:gd name="connsiteY410" fmla="*/ 1176863 h 2351349"/>
                <a:gd name="connsiteX411" fmla="*/ 1606468 w 2441401"/>
                <a:gd name="connsiteY411" fmla="*/ 1170978 h 2351349"/>
                <a:gd name="connsiteX412" fmla="*/ 1627745 w 2441401"/>
                <a:gd name="connsiteY412" fmla="*/ 1171372 h 2351349"/>
                <a:gd name="connsiteX413" fmla="*/ 1650623 w 2441401"/>
                <a:gd name="connsiteY413" fmla="*/ 1182875 h 2351349"/>
                <a:gd name="connsiteX414" fmla="*/ 1653165 w 2441401"/>
                <a:gd name="connsiteY414" fmla="*/ 1188760 h 2351349"/>
                <a:gd name="connsiteX415" fmla="*/ 1666753 w 2441401"/>
                <a:gd name="connsiteY415" fmla="*/ 1208626 h 2351349"/>
                <a:gd name="connsiteX416" fmla="*/ 1696494 w 2441401"/>
                <a:gd name="connsiteY416" fmla="*/ 1228962 h 2351349"/>
                <a:gd name="connsiteX417" fmla="*/ 1720644 w 2441401"/>
                <a:gd name="connsiteY417" fmla="*/ 1205957 h 2351349"/>
                <a:gd name="connsiteX418" fmla="*/ 1729376 w 2441401"/>
                <a:gd name="connsiteY418" fmla="*/ 1233665 h 2351349"/>
                <a:gd name="connsiteX419" fmla="*/ 1712560 w 2441401"/>
                <a:gd name="connsiteY419" fmla="*/ 1241507 h 2351349"/>
                <a:gd name="connsiteX420" fmla="*/ 1707858 w 2441401"/>
                <a:gd name="connsiteY420" fmla="*/ 1244647 h 2351349"/>
                <a:gd name="connsiteX421" fmla="*/ 1698465 w 2441401"/>
                <a:gd name="connsiteY421" fmla="*/ 1246744 h 2351349"/>
                <a:gd name="connsiteX422" fmla="*/ 1659190 w 2441401"/>
                <a:gd name="connsiteY422" fmla="*/ 1291954 h 2351349"/>
                <a:gd name="connsiteX423" fmla="*/ 1656305 w 2441401"/>
                <a:gd name="connsiteY423" fmla="*/ 1295093 h 2351349"/>
                <a:gd name="connsiteX424" fmla="*/ 1651869 w 2441401"/>
                <a:gd name="connsiteY424" fmla="*/ 1307651 h 2351349"/>
                <a:gd name="connsiteX425" fmla="*/ 1654220 w 2441401"/>
                <a:gd name="connsiteY425" fmla="*/ 1313523 h 2351349"/>
                <a:gd name="connsiteX426" fmla="*/ 1648221 w 2441401"/>
                <a:gd name="connsiteY426" fmla="*/ 1327771 h 2351349"/>
                <a:gd name="connsiteX427" fmla="*/ 1643518 w 2441401"/>
                <a:gd name="connsiteY427" fmla="*/ 1325420 h 2351349"/>
                <a:gd name="connsiteX428" fmla="*/ 1638155 w 2441401"/>
                <a:gd name="connsiteY428" fmla="*/ 1321899 h 2351349"/>
                <a:gd name="connsiteX429" fmla="*/ 1641167 w 2441401"/>
                <a:gd name="connsiteY429" fmla="*/ 1309481 h 2351349"/>
                <a:gd name="connsiteX430" fmla="*/ 1634647 w 2441401"/>
                <a:gd name="connsiteY430" fmla="*/ 1307651 h 2351349"/>
                <a:gd name="connsiteX431" fmla="*/ 1632943 w 2441401"/>
                <a:gd name="connsiteY431" fmla="*/ 1294051 h 2351349"/>
                <a:gd name="connsiteX432" fmla="*/ 1623297 w 2441401"/>
                <a:gd name="connsiteY432" fmla="*/ 1292996 h 2351349"/>
                <a:gd name="connsiteX433" fmla="*/ 1584784 w 2441401"/>
                <a:gd name="connsiteY433" fmla="*/ 1303164 h 2351349"/>
                <a:gd name="connsiteX434" fmla="*/ 1567842 w 2441401"/>
                <a:gd name="connsiteY434" fmla="*/ 1292691 h 2351349"/>
                <a:gd name="connsiteX435" fmla="*/ 1543959 w 2441401"/>
                <a:gd name="connsiteY435" fmla="*/ 1337787 h 2351349"/>
                <a:gd name="connsiteX436" fmla="*/ 1568350 w 2441401"/>
                <a:gd name="connsiteY436" fmla="*/ 1379222 h 2351349"/>
                <a:gd name="connsiteX437" fmla="*/ 1580095 w 2441401"/>
                <a:gd name="connsiteY437" fmla="*/ 1378320 h 2351349"/>
                <a:gd name="connsiteX438" fmla="*/ 1585179 w 2441401"/>
                <a:gd name="connsiteY438" fmla="*/ 1400397 h 2351349"/>
                <a:gd name="connsiteX439" fmla="*/ 1599783 w 2441401"/>
                <a:gd name="connsiteY439" fmla="*/ 1398046 h 2351349"/>
                <a:gd name="connsiteX440" fmla="*/ 1616624 w 2441401"/>
                <a:gd name="connsiteY440" fmla="*/ 1434626 h 2351349"/>
                <a:gd name="connsiteX441" fmla="*/ 1637240 w 2441401"/>
                <a:gd name="connsiteY441" fmla="*/ 1436088 h 2351349"/>
                <a:gd name="connsiteX442" fmla="*/ 1685907 w 2441401"/>
                <a:gd name="connsiteY442" fmla="*/ 1378701 h 2351349"/>
                <a:gd name="connsiteX443" fmla="*/ 1700130 w 2441401"/>
                <a:gd name="connsiteY443" fmla="*/ 1348908 h 2351349"/>
                <a:gd name="connsiteX444" fmla="*/ 1719195 w 2441401"/>
                <a:gd name="connsiteY444" fmla="*/ 1357259 h 2351349"/>
                <a:gd name="connsiteX445" fmla="*/ 1714619 w 2441401"/>
                <a:gd name="connsiteY445" fmla="*/ 1393470 h 2351349"/>
                <a:gd name="connsiteX446" fmla="*/ 1731575 w 2441401"/>
                <a:gd name="connsiteY446" fmla="*/ 1398046 h 2351349"/>
                <a:gd name="connsiteX447" fmla="*/ 1747386 w 2441401"/>
                <a:gd name="connsiteY447" fmla="*/ 1377392 h 2351349"/>
                <a:gd name="connsiteX448" fmla="*/ 1793829 w 2441401"/>
                <a:gd name="connsiteY448" fmla="*/ 1389797 h 2351349"/>
                <a:gd name="connsiteX449" fmla="*/ 1831960 w 2441401"/>
                <a:gd name="connsiteY449" fmla="*/ 1408367 h 2351349"/>
                <a:gd name="connsiteX450" fmla="*/ 1845153 w 2441401"/>
                <a:gd name="connsiteY450" fmla="*/ 1413070 h 2351349"/>
                <a:gd name="connsiteX451" fmla="*/ 1856363 w 2441401"/>
                <a:gd name="connsiteY451" fmla="*/ 1417264 h 2351349"/>
                <a:gd name="connsiteX452" fmla="*/ 1850224 w 2441401"/>
                <a:gd name="connsiteY452" fmla="*/ 1429415 h 2351349"/>
                <a:gd name="connsiteX453" fmla="*/ 1858334 w 2441401"/>
                <a:gd name="connsiteY453" fmla="*/ 1440396 h 2351349"/>
                <a:gd name="connsiteX454" fmla="*/ 1863278 w 2441401"/>
                <a:gd name="connsiteY454" fmla="*/ 1450844 h 2351349"/>
                <a:gd name="connsiteX455" fmla="*/ 1897481 w 2441401"/>
                <a:gd name="connsiteY455" fmla="*/ 1493449 h 2351349"/>
                <a:gd name="connsiteX456" fmla="*/ 1886906 w 2441401"/>
                <a:gd name="connsiteY456" fmla="*/ 1524691 h 2351349"/>
                <a:gd name="connsiteX457" fmla="*/ 1894863 w 2441401"/>
                <a:gd name="connsiteY457" fmla="*/ 1602464 h 2351349"/>
                <a:gd name="connsiteX458" fmla="*/ 1964413 w 2441401"/>
                <a:gd name="connsiteY458" fmla="*/ 1575010 h 2351349"/>
                <a:gd name="connsiteX459" fmla="*/ 1974988 w 2441401"/>
                <a:gd name="connsiteY459" fmla="*/ 1555805 h 2351349"/>
                <a:gd name="connsiteX460" fmla="*/ 1991969 w 2441401"/>
                <a:gd name="connsiteY460" fmla="*/ 1525084 h 2351349"/>
                <a:gd name="connsiteX461" fmla="*/ 2009572 w 2441401"/>
                <a:gd name="connsiteY461" fmla="*/ 1493309 h 2351349"/>
                <a:gd name="connsiteX462" fmla="*/ 2057604 w 2441401"/>
                <a:gd name="connsiteY462" fmla="*/ 1459334 h 2351349"/>
                <a:gd name="connsiteX463" fmla="*/ 2142674 w 2441401"/>
                <a:gd name="connsiteY463" fmla="*/ 1459334 h 2351349"/>
                <a:gd name="connsiteX464" fmla="*/ 2155727 w 2441401"/>
                <a:gd name="connsiteY464" fmla="*/ 1434359 h 2351349"/>
                <a:gd name="connsiteX465" fmla="*/ 2212109 w 2441401"/>
                <a:gd name="connsiteY465" fmla="*/ 1402583 h 2351349"/>
                <a:gd name="connsiteX466" fmla="*/ 2226459 w 2441401"/>
                <a:gd name="connsiteY466" fmla="*/ 1357628 h 2351349"/>
                <a:gd name="connsiteX467" fmla="*/ 2281011 w 2441401"/>
                <a:gd name="connsiteY467" fmla="*/ 1321683 h 2351349"/>
                <a:gd name="connsiteX468" fmla="*/ 2318850 w 2441401"/>
                <a:gd name="connsiteY468" fmla="*/ 1295538 h 2351349"/>
                <a:gd name="connsiteX469" fmla="*/ 2331128 w 2441401"/>
                <a:gd name="connsiteY469" fmla="*/ 1328725 h 2351349"/>
                <a:gd name="connsiteX470" fmla="*/ 2364797 w 2441401"/>
                <a:gd name="connsiteY470" fmla="*/ 1315925 h 2351349"/>
                <a:gd name="connsiteX471" fmla="*/ 2382935 w 2441401"/>
                <a:gd name="connsiteY471" fmla="*/ 1285205 h 2351349"/>
                <a:gd name="connsiteX472" fmla="*/ 2416223 w 2441401"/>
                <a:gd name="connsiteY472" fmla="*/ 1263369 h 2351349"/>
                <a:gd name="connsiteX473" fmla="*/ 2435123 w 2441401"/>
                <a:gd name="connsiteY473" fmla="*/ 1333961 h 2351349"/>
                <a:gd name="connsiteX474" fmla="*/ 2441402 w 2441401"/>
                <a:gd name="connsiteY474" fmla="*/ 1357361 h 2351349"/>
                <a:gd name="connsiteX475" fmla="*/ 2422603 w 2441401"/>
                <a:gd name="connsiteY475" fmla="*/ 1393903 h 2351349"/>
                <a:gd name="connsiteX476" fmla="*/ 2389442 w 2441401"/>
                <a:gd name="connsiteY476" fmla="*/ 1458725 h 2351349"/>
                <a:gd name="connsiteX477" fmla="*/ 2392582 w 2441401"/>
                <a:gd name="connsiteY477" fmla="*/ 1477281 h 2351349"/>
                <a:gd name="connsiteX478" fmla="*/ 2406296 w 2441401"/>
                <a:gd name="connsiteY478" fmla="*/ 1557152 h 2351349"/>
                <a:gd name="connsiteX479" fmla="*/ 2385794 w 2441401"/>
                <a:gd name="connsiteY479" fmla="*/ 1592563 h 2351349"/>
                <a:gd name="connsiteX480" fmla="*/ 2329552 w 2441401"/>
                <a:gd name="connsiteY480" fmla="*/ 1599884 h 2351349"/>
                <a:gd name="connsiteX481" fmla="*/ 2362166 w 2441401"/>
                <a:gd name="connsiteY481" fmla="*/ 1676603 h 2351349"/>
                <a:gd name="connsiteX482" fmla="*/ 2325904 w 2441401"/>
                <a:gd name="connsiteY482" fmla="*/ 1780522 h 2351349"/>
                <a:gd name="connsiteX483" fmla="*/ 2355519 w 2441401"/>
                <a:gd name="connsiteY483" fmla="*/ 1815017 h 2351349"/>
                <a:gd name="connsiteX484" fmla="*/ 2360221 w 2441401"/>
                <a:gd name="connsiteY484" fmla="*/ 1839166 h 2351349"/>
                <a:gd name="connsiteX485" fmla="*/ 2366221 w 2441401"/>
                <a:gd name="connsiteY485" fmla="*/ 1869874 h 2351349"/>
                <a:gd name="connsiteX486" fmla="*/ 2379020 w 2441401"/>
                <a:gd name="connsiteY486" fmla="*/ 1935230 h 2351349"/>
                <a:gd name="connsiteX487" fmla="*/ 2339339 w 2441401"/>
                <a:gd name="connsiteY487" fmla="*/ 1977695 h 2351349"/>
                <a:gd name="connsiteX488" fmla="*/ 2325777 w 2441401"/>
                <a:gd name="connsiteY488" fmla="*/ 2006191 h 2351349"/>
                <a:gd name="connsiteX489" fmla="*/ 2353828 w 2441401"/>
                <a:gd name="connsiteY489" fmla="*/ 2068802 h 2351349"/>
                <a:gd name="connsiteX490" fmla="*/ 2269941 w 2441401"/>
                <a:gd name="connsiteY490" fmla="*/ 2133497 h 2351349"/>
                <a:gd name="connsiteX491" fmla="*/ 2227921 w 2441401"/>
                <a:gd name="connsiteY491" fmla="*/ 2194277 h 2351349"/>
                <a:gd name="connsiteX492" fmla="*/ 2186422 w 2441401"/>
                <a:gd name="connsiteY492" fmla="*/ 2202767 h 2351349"/>
                <a:gd name="connsiteX493" fmla="*/ 2164103 w 2441401"/>
                <a:gd name="connsiteY493" fmla="*/ 2264462 h 2351349"/>
                <a:gd name="connsiteX494" fmla="*/ 2106818 w 2441401"/>
                <a:gd name="connsiteY494" fmla="*/ 2308516 h 2351349"/>
                <a:gd name="connsiteX495" fmla="*/ 2080127 w 2441401"/>
                <a:gd name="connsiteY495" fmla="*/ 2314871 h 2351349"/>
                <a:gd name="connsiteX496" fmla="*/ 2071382 w 2441401"/>
                <a:gd name="connsiteY496" fmla="*/ 2309914 h 2351349"/>
                <a:gd name="connsiteX497" fmla="*/ 1992172 w 2441401"/>
                <a:gd name="connsiteY497" fmla="*/ 2351349 h 2351349"/>
                <a:gd name="connsiteX498" fmla="*/ 1982385 w 2441401"/>
                <a:gd name="connsiteY498" fmla="*/ 2331216 h 2351349"/>
                <a:gd name="connsiteX499" fmla="*/ 1968811 w 2441401"/>
                <a:gd name="connsiteY499" fmla="*/ 2311744 h 2351349"/>
                <a:gd name="connsiteX500" fmla="*/ 1953406 w 2441401"/>
                <a:gd name="connsiteY500" fmla="*/ 2299848 h 2351349"/>
                <a:gd name="connsiteX501" fmla="*/ 1949885 w 2441401"/>
                <a:gd name="connsiteY501" fmla="*/ 2291599 h 2351349"/>
                <a:gd name="connsiteX502" fmla="*/ 1947013 w 2441401"/>
                <a:gd name="connsiteY502" fmla="*/ 2256709 h 2351349"/>
                <a:gd name="connsiteX503" fmla="*/ 1941929 w 2441401"/>
                <a:gd name="connsiteY503" fmla="*/ 2247037 h 2351349"/>
                <a:gd name="connsiteX504" fmla="*/ 1933438 w 2441401"/>
                <a:gd name="connsiteY504" fmla="*/ 2240771 h 2351349"/>
                <a:gd name="connsiteX505" fmla="*/ 1929790 w 2441401"/>
                <a:gd name="connsiteY505" fmla="*/ 2231352 h 2351349"/>
                <a:gd name="connsiteX506" fmla="*/ 1931061 w 2441401"/>
                <a:gd name="connsiteY506" fmla="*/ 2224832 h 2351349"/>
                <a:gd name="connsiteX507" fmla="*/ 1928049 w 2441401"/>
                <a:gd name="connsiteY507" fmla="*/ 2219468 h 2351349"/>
                <a:gd name="connsiteX508" fmla="*/ 1920423 w 2441401"/>
                <a:gd name="connsiteY508" fmla="*/ 2211753 h 2351349"/>
                <a:gd name="connsiteX509" fmla="*/ 1914805 w 2441401"/>
                <a:gd name="connsiteY509" fmla="*/ 2203250 h 2351349"/>
                <a:gd name="connsiteX510" fmla="*/ 1903366 w 2441401"/>
                <a:gd name="connsiteY510" fmla="*/ 2177512 h 2351349"/>
                <a:gd name="connsiteX511" fmla="*/ 1903900 w 2441401"/>
                <a:gd name="connsiteY511" fmla="*/ 2165615 h 2351349"/>
                <a:gd name="connsiteX512" fmla="*/ 1899591 w 2441401"/>
                <a:gd name="connsiteY512" fmla="*/ 2155536 h 2351349"/>
                <a:gd name="connsiteX513" fmla="*/ 1882496 w 2441401"/>
                <a:gd name="connsiteY513" fmla="*/ 2141555 h 2351349"/>
                <a:gd name="connsiteX514" fmla="*/ 1863964 w 2441401"/>
                <a:gd name="connsiteY514" fmla="*/ 2121295 h 2351349"/>
                <a:gd name="connsiteX515" fmla="*/ 1854965 w 2441401"/>
                <a:gd name="connsiteY515" fmla="*/ 2111877 h 2351349"/>
                <a:gd name="connsiteX516" fmla="*/ 1850784 w 2441401"/>
                <a:gd name="connsiteY516" fmla="*/ 2099471 h 2351349"/>
                <a:gd name="connsiteX517" fmla="*/ 1846221 w 2441401"/>
                <a:gd name="connsiteY517" fmla="*/ 2073326 h 2351349"/>
                <a:gd name="connsiteX518" fmla="*/ 1841912 w 2441401"/>
                <a:gd name="connsiteY518" fmla="*/ 2060387 h 2351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Lst>
              <a:rect l="l" t="t" r="r" b="b"/>
              <a:pathLst>
                <a:path w="2441401" h="2351349">
                  <a:moveTo>
                    <a:pt x="402342" y="1060603"/>
                  </a:moveTo>
                  <a:lnTo>
                    <a:pt x="409269" y="1054985"/>
                  </a:lnTo>
                  <a:lnTo>
                    <a:pt x="413425" y="1048630"/>
                  </a:lnTo>
                  <a:lnTo>
                    <a:pt x="420619" y="1048096"/>
                  </a:lnTo>
                  <a:lnTo>
                    <a:pt x="423491" y="1040915"/>
                  </a:lnTo>
                  <a:lnTo>
                    <a:pt x="435236" y="1033835"/>
                  </a:lnTo>
                  <a:lnTo>
                    <a:pt x="448670" y="1029793"/>
                  </a:lnTo>
                  <a:lnTo>
                    <a:pt x="523190" y="964183"/>
                  </a:lnTo>
                  <a:lnTo>
                    <a:pt x="542370" y="952820"/>
                  </a:lnTo>
                  <a:lnTo>
                    <a:pt x="546424" y="944978"/>
                  </a:lnTo>
                  <a:lnTo>
                    <a:pt x="545242" y="931912"/>
                  </a:lnTo>
                  <a:lnTo>
                    <a:pt x="559071" y="912427"/>
                  </a:lnTo>
                  <a:lnTo>
                    <a:pt x="556732" y="906936"/>
                  </a:lnTo>
                  <a:lnTo>
                    <a:pt x="549551" y="906021"/>
                  </a:lnTo>
                  <a:lnTo>
                    <a:pt x="538455" y="920003"/>
                  </a:lnTo>
                  <a:lnTo>
                    <a:pt x="467214" y="971110"/>
                  </a:lnTo>
                  <a:lnTo>
                    <a:pt x="404934" y="1021544"/>
                  </a:lnTo>
                  <a:lnTo>
                    <a:pt x="385755" y="1049266"/>
                  </a:lnTo>
                  <a:lnTo>
                    <a:pt x="375434" y="1056446"/>
                  </a:lnTo>
                  <a:lnTo>
                    <a:pt x="374926" y="1066615"/>
                  </a:lnTo>
                  <a:lnTo>
                    <a:pt x="380531" y="1070796"/>
                  </a:lnTo>
                  <a:lnTo>
                    <a:pt x="393317" y="1059357"/>
                  </a:lnTo>
                  <a:lnTo>
                    <a:pt x="398134" y="1062878"/>
                  </a:lnTo>
                  <a:close/>
                  <a:moveTo>
                    <a:pt x="242091" y="1868972"/>
                  </a:moveTo>
                  <a:lnTo>
                    <a:pt x="217548" y="1849093"/>
                  </a:lnTo>
                  <a:lnTo>
                    <a:pt x="208282" y="1857736"/>
                  </a:lnTo>
                  <a:lnTo>
                    <a:pt x="207011" y="1878390"/>
                  </a:lnTo>
                  <a:close/>
                  <a:moveTo>
                    <a:pt x="1463059" y="756575"/>
                  </a:moveTo>
                  <a:lnTo>
                    <a:pt x="1491504" y="712661"/>
                  </a:lnTo>
                  <a:lnTo>
                    <a:pt x="1495546" y="676323"/>
                  </a:lnTo>
                  <a:lnTo>
                    <a:pt x="1468664" y="664960"/>
                  </a:lnTo>
                  <a:lnTo>
                    <a:pt x="1418281" y="722854"/>
                  </a:lnTo>
                  <a:lnTo>
                    <a:pt x="1438401" y="752393"/>
                  </a:lnTo>
                  <a:close/>
                  <a:moveTo>
                    <a:pt x="1602871" y="722461"/>
                  </a:moveTo>
                  <a:lnTo>
                    <a:pt x="1629232" y="740623"/>
                  </a:lnTo>
                  <a:lnTo>
                    <a:pt x="1650509" y="746775"/>
                  </a:lnTo>
                  <a:lnTo>
                    <a:pt x="1658466" y="736060"/>
                  </a:lnTo>
                  <a:lnTo>
                    <a:pt x="1654157" y="729782"/>
                  </a:lnTo>
                  <a:lnTo>
                    <a:pt x="1659635" y="721813"/>
                  </a:lnTo>
                  <a:lnTo>
                    <a:pt x="1691754" y="671620"/>
                  </a:lnTo>
                  <a:lnTo>
                    <a:pt x="1672307" y="648093"/>
                  </a:lnTo>
                  <a:lnTo>
                    <a:pt x="1662762" y="640251"/>
                  </a:lnTo>
                  <a:lnTo>
                    <a:pt x="1652988" y="631240"/>
                  </a:lnTo>
                  <a:lnTo>
                    <a:pt x="1630935" y="597519"/>
                  </a:lnTo>
                  <a:lnTo>
                    <a:pt x="1618924" y="607052"/>
                  </a:lnTo>
                  <a:lnTo>
                    <a:pt x="1600126" y="636730"/>
                  </a:lnTo>
                  <a:lnTo>
                    <a:pt x="1583425" y="660880"/>
                  </a:lnTo>
                  <a:lnTo>
                    <a:pt x="1555627" y="705569"/>
                  </a:lnTo>
                  <a:lnTo>
                    <a:pt x="1510354" y="711924"/>
                  </a:lnTo>
                  <a:lnTo>
                    <a:pt x="1498342" y="730989"/>
                  </a:lnTo>
                  <a:lnTo>
                    <a:pt x="1509044" y="742238"/>
                  </a:lnTo>
                  <a:lnTo>
                    <a:pt x="1535927" y="738323"/>
                  </a:lnTo>
                  <a:lnTo>
                    <a:pt x="1546489" y="735705"/>
                  </a:lnTo>
                  <a:lnTo>
                    <a:pt x="1558894" y="719753"/>
                  </a:lnTo>
                  <a:lnTo>
                    <a:pt x="1581213" y="713475"/>
                  </a:lnTo>
                  <a:close/>
                  <a:moveTo>
                    <a:pt x="2017999" y="196385"/>
                  </a:moveTo>
                  <a:lnTo>
                    <a:pt x="2033124" y="207825"/>
                  </a:lnTo>
                  <a:lnTo>
                    <a:pt x="2047360" y="210964"/>
                  </a:lnTo>
                  <a:lnTo>
                    <a:pt x="2067988" y="210417"/>
                  </a:lnTo>
                  <a:lnTo>
                    <a:pt x="2108038" y="187692"/>
                  </a:lnTo>
                  <a:lnTo>
                    <a:pt x="2119478" y="203109"/>
                  </a:lnTo>
                  <a:lnTo>
                    <a:pt x="2121956" y="215006"/>
                  </a:lnTo>
                  <a:lnTo>
                    <a:pt x="2105433" y="237757"/>
                  </a:lnTo>
                  <a:lnTo>
                    <a:pt x="2087295" y="240299"/>
                  </a:lnTo>
                  <a:lnTo>
                    <a:pt x="2061455" y="286564"/>
                  </a:lnTo>
                  <a:lnTo>
                    <a:pt x="2071369" y="319509"/>
                  </a:lnTo>
                  <a:lnTo>
                    <a:pt x="2057935" y="334532"/>
                  </a:lnTo>
                  <a:lnTo>
                    <a:pt x="2054122" y="337926"/>
                  </a:lnTo>
                  <a:lnTo>
                    <a:pt x="2051643" y="342108"/>
                  </a:lnTo>
                  <a:lnTo>
                    <a:pt x="2037281" y="361173"/>
                  </a:lnTo>
                  <a:lnTo>
                    <a:pt x="2006357" y="384293"/>
                  </a:lnTo>
                  <a:lnTo>
                    <a:pt x="1995388" y="366778"/>
                  </a:lnTo>
                  <a:lnTo>
                    <a:pt x="2014720" y="346912"/>
                  </a:lnTo>
                  <a:lnTo>
                    <a:pt x="2000879" y="297635"/>
                  </a:lnTo>
                  <a:lnTo>
                    <a:pt x="1968252" y="282993"/>
                  </a:lnTo>
                  <a:lnTo>
                    <a:pt x="1949440" y="305363"/>
                  </a:lnTo>
                  <a:lnTo>
                    <a:pt x="1922673" y="287708"/>
                  </a:lnTo>
                  <a:lnTo>
                    <a:pt x="1954651" y="257915"/>
                  </a:lnTo>
                  <a:lnTo>
                    <a:pt x="1903226" y="201571"/>
                  </a:lnTo>
                  <a:lnTo>
                    <a:pt x="1910140" y="170609"/>
                  </a:lnTo>
                  <a:lnTo>
                    <a:pt x="1857825" y="142761"/>
                  </a:lnTo>
                  <a:lnTo>
                    <a:pt x="1893185" y="112447"/>
                  </a:lnTo>
                  <a:lnTo>
                    <a:pt x="1892016" y="103550"/>
                  </a:lnTo>
                  <a:lnTo>
                    <a:pt x="1898371" y="95059"/>
                  </a:lnTo>
                  <a:lnTo>
                    <a:pt x="1930731" y="75194"/>
                  </a:lnTo>
                  <a:lnTo>
                    <a:pt x="1988677" y="39605"/>
                  </a:lnTo>
                  <a:lnTo>
                    <a:pt x="1994155" y="26666"/>
                  </a:lnTo>
                  <a:lnTo>
                    <a:pt x="2008899" y="13066"/>
                  </a:lnTo>
                  <a:lnTo>
                    <a:pt x="2016080" y="0"/>
                  </a:lnTo>
                  <a:lnTo>
                    <a:pt x="2060566" y="19472"/>
                  </a:lnTo>
                  <a:lnTo>
                    <a:pt x="2057960" y="71495"/>
                  </a:lnTo>
                  <a:lnTo>
                    <a:pt x="2065586" y="103003"/>
                  </a:lnTo>
                  <a:lnTo>
                    <a:pt x="2055939" y="118548"/>
                  </a:lnTo>
                  <a:lnTo>
                    <a:pt x="2035603" y="128716"/>
                  </a:lnTo>
                  <a:lnTo>
                    <a:pt x="2016944" y="149497"/>
                  </a:lnTo>
                  <a:lnTo>
                    <a:pt x="2002721" y="162576"/>
                  </a:lnTo>
                  <a:lnTo>
                    <a:pt x="2005060" y="178133"/>
                  </a:lnTo>
                  <a:close/>
                  <a:moveTo>
                    <a:pt x="1821410" y="2039581"/>
                  </a:moveTo>
                  <a:lnTo>
                    <a:pt x="1804048" y="2029781"/>
                  </a:lnTo>
                  <a:lnTo>
                    <a:pt x="1794389" y="2017884"/>
                  </a:lnTo>
                  <a:lnTo>
                    <a:pt x="1793346" y="1997739"/>
                  </a:lnTo>
                  <a:lnTo>
                    <a:pt x="1785720" y="1968200"/>
                  </a:lnTo>
                  <a:lnTo>
                    <a:pt x="1786394" y="1940238"/>
                  </a:lnTo>
                  <a:lnTo>
                    <a:pt x="1784424" y="1929777"/>
                  </a:lnTo>
                  <a:lnTo>
                    <a:pt x="1780369" y="1922075"/>
                  </a:lnTo>
                  <a:lnTo>
                    <a:pt x="1758978" y="1896057"/>
                  </a:lnTo>
                  <a:lnTo>
                    <a:pt x="1746700" y="1894888"/>
                  </a:lnTo>
                  <a:lnTo>
                    <a:pt x="1722436" y="1898409"/>
                  </a:lnTo>
                  <a:lnTo>
                    <a:pt x="1711607" y="1891875"/>
                  </a:lnTo>
                  <a:lnTo>
                    <a:pt x="1699469" y="1867726"/>
                  </a:lnTo>
                  <a:lnTo>
                    <a:pt x="1687597" y="1856477"/>
                  </a:lnTo>
                  <a:lnTo>
                    <a:pt x="1682768" y="1845649"/>
                  </a:lnTo>
                  <a:lnTo>
                    <a:pt x="1693203" y="1817788"/>
                  </a:lnTo>
                  <a:lnTo>
                    <a:pt x="1693597" y="1798443"/>
                  </a:lnTo>
                  <a:lnTo>
                    <a:pt x="1688767" y="1785110"/>
                  </a:lnTo>
                  <a:lnTo>
                    <a:pt x="1659991" y="1758304"/>
                  </a:lnTo>
                  <a:lnTo>
                    <a:pt x="1636630" y="1729795"/>
                  </a:lnTo>
                  <a:lnTo>
                    <a:pt x="1639769" y="1727062"/>
                  </a:lnTo>
                  <a:lnTo>
                    <a:pt x="1655949" y="1732426"/>
                  </a:lnTo>
                  <a:lnTo>
                    <a:pt x="1674214" y="1728498"/>
                  </a:lnTo>
                  <a:lnTo>
                    <a:pt x="1696533" y="1727062"/>
                  </a:lnTo>
                  <a:lnTo>
                    <a:pt x="1709459" y="1732286"/>
                  </a:lnTo>
                  <a:lnTo>
                    <a:pt x="1721851" y="1726528"/>
                  </a:lnTo>
                  <a:lnTo>
                    <a:pt x="1759563" y="1729287"/>
                  </a:lnTo>
                  <a:lnTo>
                    <a:pt x="1768968" y="1722093"/>
                  </a:lnTo>
                  <a:lnTo>
                    <a:pt x="1772235" y="1708887"/>
                  </a:lnTo>
                  <a:lnTo>
                    <a:pt x="1784869" y="1690203"/>
                  </a:lnTo>
                  <a:lnTo>
                    <a:pt x="1769616" y="1652072"/>
                  </a:lnTo>
                  <a:lnTo>
                    <a:pt x="1764799" y="1637964"/>
                  </a:lnTo>
                  <a:lnTo>
                    <a:pt x="1756830" y="1628952"/>
                  </a:lnTo>
                  <a:lnTo>
                    <a:pt x="1745734" y="1631164"/>
                  </a:lnTo>
                  <a:lnTo>
                    <a:pt x="1738832" y="1624491"/>
                  </a:lnTo>
                  <a:lnTo>
                    <a:pt x="1738311" y="1611031"/>
                  </a:lnTo>
                  <a:lnTo>
                    <a:pt x="1723949" y="1596402"/>
                  </a:lnTo>
                  <a:lnTo>
                    <a:pt x="1708035" y="1599922"/>
                  </a:lnTo>
                  <a:lnTo>
                    <a:pt x="1678535" y="1590517"/>
                  </a:lnTo>
                  <a:lnTo>
                    <a:pt x="1676057" y="1577972"/>
                  </a:lnTo>
                  <a:lnTo>
                    <a:pt x="1648272" y="1572608"/>
                  </a:lnTo>
                  <a:lnTo>
                    <a:pt x="1635562" y="1566596"/>
                  </a:lnTo>
                  <a:lnTo>
                    <a:pt x="1623424" y="1546069"/>
                  </a:lnTo>
                  <a:lnTo>
                    <a:pt x="1598118" y="1540057"/>
                  </a:lnTo>
                  <a:lnTo>
                    <a:pt x="1587949" y="1533143"/>
                  </a:lnTo>
                  <a:lnTo>
                    <a:pt x="1582738" y="1514446"/>
                  </a:lnTo>
                  <a:lnTo>
                    <a:pt x="1544112" y="1508561"/>
                  </a:lnTo>
                  <a:lnTo>
                    <a:pt x="1514345" y="1502816"/>
                  </a:lnTo>
                  <a:lnTo>
                    <a:pt x="1489026" y="1495622"/>
                  </a:lnTo>
                  <a:lnTo>
                    <a:pt x="1468690" y="1493792"/>
                  </a:lnTo>
                  <a:lnTo>
                    <a:pt x="1432288" y="1475502"/>
                  </a:lnTo>
                  <a:lnTo>
                    <a:pt x="1415841" y="1456551"/>
                  </a:lnTo>
                  <a:lnTo>
                    <a:pt x="1399521" y="1447921"/>
                  </a:lnTo>
                  <a:lnTo>
                    <a:pt x="1385311" y="1447921"/>
                  </a:lnTo>
                  <a:lnTo>
                    <a:pt x="1372906" y="1456551"/>
                  </a:lnTo>
                  <a:lnTo>
                    <a:pt x="1354641" y="1456551"/>
                  </a:lnTo>
                  <a:lnTo>
                    <a:pt x="1338321" y="1444654"/>
                  </a:lnTo>
                  <a:lnTo>
                    <a:pt x="1316917" y="1426352"/>
                  </a:lnTo>
                  <a:lnTo>
                    <a:pt x="1290429" y="1412371"/>
                  </a:lnTo>
                  <a:lnTo>
                    <a:pt x="1262632" y="1403219"/>
                  </a:lnTo>
                  <a:lnTo>
                    <a:pt x="1244494" y="1401262"/>
                  </a:lnTo>
                  <a:lnTo>
                    <a:pt x="1237834" y="1397728"/>
                  </a:lnTo>
                  <a:lnTo>
                    <a:pt x="1192688" y="1399431"/>
                  </a:lnTo>
                  <a:lnTo>
                    <a:pt x="1173241" y="1393941"/>
                  </a:lnTo>
                  <a:lnTo>
                    <a:pt x="1148189" y="1386734"/>
                  </a:lnTo>
                  <a:lnTo>
                    <a:pt x="1110211" y="1373808"/>
                  </a:lnTo>
                  <a:lnTo>
                    <a:pt x="1090764" y="1358251"/>
                  </a:lnTo>
                  <a:lnTo>
                    <a:pt x="1079401" y="1358644"/>
                  </a:lnTo>
                  <a:lnTo>
                    <a:pt x="1064925" y="1359915"/>
                  </a:lnTo>
                  <a:lnTo>
                    <a:pt x="1052786" y="1371354"/>
                  </a:lnTo>
                  <a:lnTo>
                    <a:pt x="1022117" y="1388742"/>
                  </a:lnTo>
                  <a:lnTo>
                    <a:pt x="978139" y="1387967"/>
                  </a:lnTo>
                  <a:lnTo>
                    <a:pt x="949401" y="1366665"/>
                  </a:lnTo>
                  <a:lnTo>
                    <a:pt x="924350" y="1361695"/>
                  </a:lnTo>
                  <a:lnTo>
                    <a:pt x="911639" y="1369143"/>
                  </a:lnTo>
                  <a:lnTo>
                    <a:pt x="893235" y="1397906"/>
                  </a:lnTo>
                  <a:lnTo>
                    <a:pt x="874055" y="1404033"/>
                  </a:lnTo>
                  <a:lnTo>
                    <a:pt x="864268" y="1429135"/>
                  </a:lnTo>
                  <a:lnTo>
                    <a:pt x="858002" y="1436202"/>
                  </a:lnTo>
                  <a:lnTo>
                    <a:pt x="841949" y="1435668"/>
                  </a:lnTo>
                  <a:lnTo>
                    <a:pt x="823037" y="1452268"/>
                  </a:lnTo>
                  <a:lnTo>
                    <a:pt x="822236" y="1471333"/>
                  </a:lnTo>
                  <a:lnTo>
                    <a:pt x="818601" y="1474358"/>
                  </a:lnTo>
                  <a:lnTo>
                    <a:pt x="808140" y="1471600"/>
                  </a:lnTo>
                  <a:lnTo>
                    <a:pt x="794426" y="1486140"/>
                  </a:lnTo>
                  <a:lnTo>
                    <a:pt x="767938" y="1495292"/>
                  </a:lnTo>
                  <a:lnTo>
                    <a:pt x="737522" y="1500376"/>
                  </a:lnTo>
                  <a:lnTo>
                    <a:pt x="713792" y="1517624"/>
                  </a:lnTo>
                  <a:lnTo>
                    <a:pt x="709611" y="1525072"/>
                  </a:lnTo>
                  <a:lnTo>
                    <a:pt x="692516" y="1529253"/>
                  </a:lnTo>
                  <a:lnTo>
                    <a:pt x="676335" y="1523762"/>
                  </a:lnTo>
                  <a:lnTo>
                    <a:pt x="662761" y="1512133"/>
                  </a:lnTo>
                  <a:lnTo>
                    <a:pt x="649580" y="1511230"/>
                  </a:lnTo>
                  <a:lnTo>
                    <a:pt x="594520" y="1521030"/>
                  </a:lnTo>
                  <a:lnTo>
                    <a:pt x="584593" y="1521157"/>
                  </a:lnTo>
                  <a:lnTo>
                    <a:pt x="569710" y="1533562"/>
                  </a:lnTo>
                  <a:lnTo>
                    <a:pt x="557317" y="1552119"/>
                  </a:lnTo>
                  <a:lnTo>
                    <a:pt x="528605" y="1573561"/>
                  </a:lnTo>
                  <a:lnTo>
                    <a:pt x="520648" y="1588190"/>
                  </a:lnTo>
                  <a:lnTo>
                    <a:pt x="506286" y="1605985"/>
                  </a:lnTo>
                  <a:lnTo>
                    <a:pt x="501850" y="1613700"/>
                  </a:lnTo>
                  <a:lnTo>
                    <a:pt x="481234" y="1625978"/>
                  </a:lnTo>
                  <a:lnTo>
                    <a:pt x="468524" y="1633604"/>
                  </a:lnTo>
                  <a:lnTo>
                    <a:pt x="465982" y="1660296"/>
                  </a:lnTo>
                  <a:lnTo>
                    <a:pt x="448886" y="1685119"/>
                  </a:lnTo>
                  <a:lnTo>
                    <a:pt x="449801" y="1708912"/>
                  </a:lnTo>
                  <a:lnTo>
                    <a:pt x="439633" y="1714937"/>
                  </a:lnTo>
                  <a:lnTo>
                    <a:pt x="431791" y="1730087"/>
                  </a:lnTo>
                  <a:lnTo>
                    <a:pt x="410006" y="1722118"/>
                  </a:lnTo>
                  <a:lnTo>
                    <a:pt x="400486" y="1722652"/>
                  </a:lnTo>
                  <a:lnTo>
                    <a:pt x="378167" y="1741463"/>
                  </a:lnTo>
                  <a:lnTo>
                    <a:pt x="347243" y="1785644"/>
                  </a:lnTo>
                  <a:lnTo>
                    <a:pt x="333541" y="1799625"/>
                  </a:lnTo>
                  <a:lnTo>
                    <a:pt x="303558" y="1838213"/>
                  </a:lnTo>
                  <a:lnTo>
                    <a:pt x="237528" y="1803196"/>
                  </a:lnTo>
                  <a:lnTo>
                    <a:pt x="225123" y="1809552"/>
                  </a:lnTo>
                  <a:lnTo>
                    <a:pt x="222251" y="1826545"/>
                  </a:lnTo>
                  <a:lnTo>
                    <a:pt x="268846" y="1848229"/>
                  </a:lnTo>
                  <a:lnTo>
                    <a:pt x="264410" y="1869683"/>
                  </a:lnTo>
                  <a:lnTo>
                    <a:pt x="292716" y="1881034"/>
                  </a:lnTo>
                  <a:lnTo>
                    <a:pt x="278493" y="1921554"/>
                  </a:lnTo>
                  <a:lnTo>
                    <a:pt x="267156" y="1948106"/>
                  </a:lnTo>
                  <a:lnTo>
                    <a:pt x="250048" y="1966586"/>
                  </a:lnTo>
                  <a:lnTo>
                    <a:pt x="238837" y="1984228"/>
                  </a:lnTo>
                  <a:lnTo>
                    <a:pt x="226686" y="2000751"/>
                  </a:lnTo>
                  <a:lnTo>
                    <a:pt x="215603" y="2007945"/>
                  </a:lnTo>
                  <a:lnTo>
                    <a:pt x="152561" y="1979843"/>
                  </a:lnTo>
                  <a:lnTo>
                    <a:pt x="119934" y="1937493"/>
                  </a:lnTo>
                  <a:lnTo>
                    <a:pt x="135071" y="1919851"/>
                  </a:lnTo>
                  <a:lnTo>
                    <a:pt x="151251" y="1890439"/>
                  </a:lnTo>
                  <a:lnTo>
                    <a:pt x="151912" y="1875937"/>
                  </a:lnTo>
                  <a:lnTo>
                    <a:pt x="191568" y="1842077"/>
                  </a:lnTo>
                  <a:lnTo>
                    <a:pt x="194975" y="1817381"/>
                  </a:lnTo>
                  <a:lnTo>
                    <a:pt x="216239" y="1798417"/>
                  </a:lnTo>
                  <a:lnTo>
                    <a:pt x="198622" y="1771726"/>
                  </a:lnTo>
                  <a:lnTo>
                    <a:pt x="193144" y="1757605"/>
                  </a:lnTo>
                  <a:lnTo>
                    <a:pt x="175007" y="1763757"/>
                  </a:lnTo>
                  <a:lnTo>
                    <a:pt x="110401" y="1705201"/>
                  </a:lnTo>
                  <a:lnTo>
                    <a:pt x="91615" y="1703231"/>
                  </a:lnTo>
                  <a:lnTo>
                    <a:pt x="63945" y="1670693"/>
                  </a:lnTo>
                  <a:lnTo>
                    <a:pt x="10702" y="1654093"/>
                  </a:lnTo>
                  <a:lnTo>
                    <a:pt x="0" y="1644942"/>
                  </a:lnTo>
                  <a:lnTo>
                    <a:pt x="22967" y="1598156"/>
                  </a:lnTo>
                  <a:lnTo>
                    <a:pt x="42287" y="1576447"/>
                  </a:lnTo>
                  <a:lnTo>
                    <a:pt x="17222" y="1533448"/>
                  </a:lnTo>
                  <a:lnTo>
                    <a:pt x="21658" y="1498952"/>
                  </a:lnTo>
                  <a:lnTo>
                    <a:pt x="71393" y="1452420"/>
                  </a:lnTo>
                  <a:lnTo>
                    <a:pt x="105190" y="1367720"/>
                  </a:lnTo>
                  <a:lnTo>
                    <a:pt x="197440" y="1263687"/>
                  </a:lnTo>
                  <a:lnTo>
                    <a:pt x="186751" y="1252565"/>
                  </a:lnTo>
                  <a:lnTo>
                    <a:pt x="104135" y="1169186"/>
                  </a:lnTo>
                  <a:lnTo>
                    <a:pt x="191428" y="1084091"/>
                  </a:lnTo>
                  <a:lnTo>
                    <a:pt x="232101" y="1062128"/>
                  </a:lnTo>
                  <a:lnTo>
                    <a:pt x="328940" y="968682"/>
                  </a:lnTo>
                  <a:lnTo>
                    <a:pt x="362609" y="928569"/>
                  </a:lnTo>
                  <a:lnTo>
                    <a:pt x="429974" y="868170"/>
                  </a:lnTo>
                  <a:lnTo>
                    <a:pt x="433507" y="852918"/>
                  </a:lnTo>
                  <a:lnTo>
                    <a:pt x="513505" y="810568"/>
                  </a:lnTo>
                  <a:lnTo>
                    <a:pt x="622457" y="743394"/>
                  </a:lnTo>
                  <a:lnTo>
                    <a:pt x="634862" y="718559"/>
                  </a:lnTo>
                  <a:lnTo>
                    <a:pt x="666638" y="710932"/>
                  </a:lnTo>
                  <a:lnTo>
                    <a:pt x="684432" y="693685"/>
                  </a:lnTo>
                  <a:lnTo>
                    <a:pt x="678560" y="680085"/>
                  </a:lnTo>
                  <a:lnTo>
                    <a:pt x="703878" y="656431"/>
                  </a:lnTo>
                  <a:lnTo>
                    <a:pt x="740420" y="653165"/>
                  </a:lnTo>
                  <a:lnTo>
                    <a:pt x="775399" y="626905"/>
                  </a:lnTo>
                  <a:lnTo>
                    <a:pt x="785847" y="610941"/>
                  </a:lnTo>
                  <a:lnTo>
                    <a:pt x="799675" y="600099"/>
                  </a:lnTo>
                  <a:lnTo>
                    <a:pt x="819376" y="550708"/>
                  </a:lnTo>
                  <a:lnTo>
                    <a:pt x="778398" y="507823"/>
                  </a:lnTo>
                  <a:lnTo>
                    <a:pt x="771090" y="475540"/>
                  </a:lnTo>
                  <a:lnTo>
                    <a:pt x="784792" y="461304"/>
                  </a:lnTo>
                  <a:lnTo>
                    <a:pt x="794312" y="409281"/>
                  </a:lnTo>
                  <a:lnTo>
                    <a:pt x="831896" y="360258"/>
                  </a:lnTo>
                  <a:lnTo>
                    <a:pt x="876801" y="375167"/>
                  </a:lnTo>
                  <a:lnTo>
                    <a:pt x="940085" y="350585"/>
                  </a:lnTo>
                  <a:lnTo>
                    <a:pt x="969318" y="339858"/>
                  </a:lnTo>
                  <a:lnTo>
                    <a:pt x="1042656" y="290288"/>
                  </a:lnTo>
                  <a:lnTo>
                    <a:pt x="1058188" y="280743"/>
                  </a:lnTo>
                  <a:lnTo>
                    <a:pt x="1091730" y="265491"/>
                  </a:lnTo>
                  <a:lnTo>
                    <a:pt x="1124879" y="258958"/>
                  </a:lnTo>
                  <a:lnTo>
                    <a:pt x="1162590" y="252679"/>
                  </a:lnTo>
                  <a:lnTo>
                    <a:pt x="1180600" y="244048"/>
                  </a:lnTo>
                  <a:lnTo>
                    <a:pt x="1212312" y="200923"/>
                  </a:lnTo>
                  <a:lnTo>
                    <a:pt x="1247024" y="167330"/>
                  </a:lnTo>
                  <a:lnTo>
                    <a:pt x="1366830" y="113210"/>
                  </a:lnTo>
                  <a:lnTo>
                    <a:pt x="1372181" y="128462"/>
                  </a:lnTo>
                  <a:lnTo>
                    <a:pt x="1357552" y="202448"/>
                  </a:lnTo>
                  <a:lnTo>
                    <a:pt x="1403880" y="243743"/>
                  </a:lnTo>
                  <a:lnTo>
                    <a:pt x="1400372" y="267410"/>
                  </a:lnTo>
                  <a:lnTo>
                    <a:pt x="1404681" y="268846"/>
                  </a:lnTo>
                  <a:lnTo>
                    <a:pt x="1403232" y="283221"/>
                  </a:lnTo>
                  <a:lnTo>
                    <a:pt x="1396877" y="306354"/>
                  </a:lnTo>
                  <a:lnTo>
                    <a:pt x="1438503" y="309354"/>
                  </a:lnTo>
                  <a:lnTo>
                    <a:pt x="1432249" y="326741"/>
                  </a:lnTo>
                  <a:lnTo>
                    <a:pt x="1416057" y="340074"/>
                  </a:lnTo>
                  <a:lnTo>
                    <a:pt x="1403664" y="344256"/>
                  </a:lnTo>
                  <a:lnTo>
                    <a:pt x="1386061" y="364783"/>
                  </a:lnTo>
                  <a:lnTo>
                    <a:pt x="1375892" y="366613"/>
                  </a:lnTo>
                  <a:lnTo>
                    <a:pt x="1355264" y="378637"/>
                  </a:lnTo>
                  <a:lnTo>
                    <a:pt x="1327301" y="413145"/>
                  </a:lnTo>
                  <a:lnTo>
                    <a:pt x="1313320" y="417594"/>
                  </a:lnTo>
                  <a:lnTo>
                    <a:pt x="1304969" y="426351"/>
                  </a:lnTo>
                  <a:lnTo>
                    <a:pt x="1296072" y="429351"/>
                  </a:lnTo>
                  <a:lnTo>
                    <a:pt x="1287175" y="446217"/>
                  </a:lnTo>
                  <a:lnTo>
                    <a:pt x="1277770" y="451174"/>
                  </a:lnTo>
                  <a:lnTo>
                    <a:pt x="1273080" y="457707"/>
                  </a:lnTo>
                  <a:lnTo>
                    <a:pt x="1260674" y="460719"/>
                  </a:lnTo>
                  <a:lnTo>
                    <a:pt x="1239792" y="472222"/>
                  </a:lnTo>
                  <a:lnTo>
                    <a:pt x="1189675" y="512742"/>
                  </a:lnTo>
                  <a:lnTo>
                    <a:pt x="1190603" y="529202"/>
                  </a:lnTo>
                  <a:lnTo>
                    <a:pt x="1192039" y="538099"/>
                  </a:lnTo>
                  <a:lnTo>
                    <a:pt x="1203771" y="550670"/>
                  </a:lnTo>
                  <a:lnTo>
                    <a:pt x="1214079" y="561638"/>
                  </a:lnTo>
                  <a:lnTo>
                    <a:pt x="1238012" y="559567"/>
                  </a:lnTo>
                  <a:lnTo>
                    <a:pt x="1244812" y="554737"/>
                  </a:lnTo>
                  <a:lnTo>
                    <a:pt x="1258374" y="554203"/>
                  </a:lnTo>
                  <a:lnTo>
                    <a:pt x="1268949" y="544035"/>
                  </a:lnTo>
                  <a:lnTo>
                    <a:pt x="1356916" y="499981"/>
                  </a:lnTo>
                  <a:lnTo>
                    <a:pt x="1384701" y="498024"/>
                  </a:lnTo>
                  <a:lnTo>
                    <a:pt x="1395390" y="502193"/>
                  </a:lnTo>
                  <a:lnTo>
                    <a:pt x="1405062" y="498799"/>
                  </a:lnTo>
                  <a:lnTo>
                    <a:pt x="1422539" y="511992"/>
                  </a:lnTo>
                  <a:lnTo>
                    <a:pt x="1440435" y="510823"/>
                  </a:lnTo>
                  <a:lnTo>
                    <a:pt x="1458051" y="493308"/>
                  </a:lnTo>
                  <a:lnTo>
                    <a:pt x="1477625" y="512539"/>
                  </a:lnTo>
                  <a:lnTo>
                    <a:pt x="1492496" y="518411"/>
                  </a:lnTo>
                  <a:lnTo>
                    <a:pt x="1471359" y="545344"/>
                  </a:lnTo>
                  <a:lnTo>
                    <a:pt x="1480091" y="555143"/>
                  </a:lnTo>
                  <a:lnTo>
                    <a:pt x="1490932" y="544823"/>
                  </a:lnTo>
                  <a:lnTo>
                    <a:pt x="1520547" y="571730"/>
                  </a:lnTo>
                  <a:lnTo>
                    <a:pt x="1553835" y="583627"/>
                  </a:lnTo>
                  <a:lnTo>
                    <a:pt x="1560101" y="589118"/>
                  </a:lnTo>
                  <a:lnTo>
                    <a:pt x="1576142" y="601015"/>
                  </a:lnTo>
                  <a:lnTo>
                    <a:pt x="1612556" y="584809"/>
                  </a:lnTo>
                  <a:lnTo>
                    <a:pt x="1633299" y="564282"/>
                  </a:lnTo>
                  <a:lnTo>
                    <a:pt x="1655352" y="568095"/>
                  </a:lnTo>
                  <a:lnTo>
                    <a:pt x="1681865" y="593185"/>
                  </a:lnTo>
                  <a:lnTo>
                    <a:pt x="1740180" y="571235"/>
                  </a:lnTo>
                  <a:lnTo>
                    <a:pt x="1751415" y="582674"/>
                  </a:lnTo>
                  <a:lnTo>
                    <a:pt x="1763681" y="563608"/>
                  </a:lnTo>
                  <a:lnTo>
                    <a:pt x="1772730" y="534146"/>
                  </a:lnTo>
                  <a:lnTo>
                    <a:pt x="1782390" y="527486"/>
                  </a:lnTo>
                  <a:lnTo>
                    <a:pt x="1793829" y="505129"/>
                  </a:lnTo>
                  <a:lnTo>
                    <a:pt x="1744895" y="492063"/>
                  </a:lnTo>
                  <a:lnTo>
                    <a:pt x="1740840" y="450882"/>
                  </a:lnTo>
                  <a:lnTo>
                    <a:pt x="1745658" y="418877"/>
                  </a:lnTo>
                  <a:lnTo>
                    <a:pt x="1769807" y="381764"/>
                  </a:lnTo>
                  <a:lnTo>
                    <a:pt x="1791872" y="361745"/>
                  </a:lnTo>
                  <a:lnTo>
                    <a:pt x="1765765" y="337036"/>
                  </a:lnTo>
                  <a:lnTo>
                    <a:pt x="1773595" y="309722"/>
                  </a:lnTo>
                  <a:lnTo>
                    <a:pt x="1752979" y="282268"/>
                  </a:lnTo>
                  <a:lnTo>
                    <a:pt x="1712903" y="261614"/>
                  </a:lnTo>
                  <a:lnTo>
                    <a:pt x="1734841" y="242015"/>
                  </a:lnTo>
                  <a:lnTo>
                    <a:pt x="1734841" y="233118"/>
                  </a:lnTo>
                  <a:lnTo>
                    <a:pt x="1778158" y="206846"/>
                  </a:lnTo>
                  <a:lnTo>
                    <a:pt x="1784170" y="246311"/>
                  </a:lnTo>
                  <a:lnTo>
                    <a:pt x="1810009" y="255488"/>
                  </a:lnTo>
                  <a:lnTo>
                    <a:pt x="1851368" y="325788"/>
                  </a:lnTo>
                  <a:lnTo>
                    <a:pt x="1871082" y="320170"/>
                  </a:lnTo>
                  <a:lnTo>
                    <a:pt x="1857901" y="271947"/>
                  </a:lnTo>
                  <a:lnTo>
                    <a:pt x="1881657" y="262923"/>
                  </a:lnTo>
                  <a:lnTo>
                    <a:pt x="1908920" y="299516"/>
                  </a:lnTo>
                  <a:lnTo>
                    <a:pt x="1912454" y="304231"/>
                  </a:lnTo>
                  <a:lnTo>
                    <a:pt x="1897201" y="322661"/>
                  </a:lnTo>
                  <a:lnTo>
                    <a:pt x="1878797" y="368011"/>
                  </a:lnTo>
                  <a:lnTo>
                    <a:pt x="1904027" y="401960"/>
                  </a:lnTo>
                  <a:lnTo>
                    <a:pt x="1918631" y="432287"/>
                  </a:lnTo>
                  <a:lnTo>
                    <a:pt x="1891367" y="454631"/>
                  </a:lnTo>
                  <a:lnTo>
                    <a:pt x="1863049" y="438693"/>
                  </a:lnTo>
                  <a:lnTo>
                    <a:pt x="1848699" y="465219"/>
                  </a:lnTo>
                  <a:lnTo>
                    <a:pt x="1861753" y="506654"/>
                  </a:lnTo>
                  <a:lnTo>
                    <a:pt x="1848572" y="552017"/>
                  </a:lnTo>
                  <a:lnTo>
                    <a:pt x="1808497" y="577628"/>
                  </a:lnTo>
                  <a:lnTo>
                    <a:pt x="1787881" y="619457"/>
                  </a:lnTo>
                  <a:lnTo>
                    <a:pt x="1758012" y="633184"/>
                  </a:lnTo>
                  <a:lnTo>
                    <a:pt x="1749903" y="661541"/>
                  </a:lnTo>
                  <a:lnTo>
                    <a:pt x="1772781" y="666510"/>
                  </a:lnTo>
                  <a:lnTo>
                    <a:pt x="1791186" y="659965"/>
                  </a:lnTo>
                  <a:lnTo>
                    <a:pt x="1812793" y="685855"/>
                  </a:lnTo>
                  <a:lnTo>
                    <a:pt x="1802358" y="717872"/>
                  </a:lnTo>
                  <a:lnTo>
                    <a:pt x="1800413" y="728473"/>
                  </a:lnTo>
                  <a:lnTo>
                    <a:pt x="1775997" y="755393"/>
                  </a:lnTo>
                  <a:lnTo>
                    <a:pt x="1767519" y="749368"/>
                  </a:lnTo>
                  <a:lnTo>
                    <a:pt x="1723402" y="795519"/>
                  </a:lnTo>
                  <a:lnTo>
                    <a:pt x="1711658" y="812627"/>
                  </a:lnTo>
                  <a:lnTo>
                    <a:pt x="1713996" y="820482"/>
                  </a:lnTo>
                  <a:lnTo>
                    <a:pt x="1695745" y="846487"/>
                  </a:lnTo>
                  <a:lnTo>
                    <a:pt x="1680327" y="858790"/>
                  </a:lnTo>
                  <a:lnTo>
                    <a:pt x="1654360" y="889498"/>
                  </a:lnTo>
                  <a:lnTo>
                    <a:pt x="1669117" y="899170"/>
                  </a:lnTo>
                  <a:lnTo>
                    <a:pt x="1661148" y="936666"/>
                  </a:lnTo>
                  <a:lnTo>
                    <a:pt x="1631266" y="952312"/>
                  </a:lnTo>
                  <a:lnTo>
                    <a:pt x="1623830" y="948270"/>
                  </a:lnTo>
                  <a:lnTo>
                    <a:pt x="1611819" y="936246"/>
                  </a:lnTo>
                  <a:lnTo>
                    <a:pt x="1578773" y="937682"/>
                  </a:lnTo>
                  <a:lnTo>
                    <a:pt x="1558945" y="972966"/>
                  </a:lnTo>
                  <a:lnTo>
                    <a:pt x="1530881" y="973869"/>
                  </a:lnTo>
                  <a:lnTo>
                    <a:pt x="1528262" y="983948"/>
                  </a:lnTo>
                  <a:lnTo>
                    <a:pt x="1515489" y="1002771"/>
                  </a:lnTo>
                  <a:lnTo>
                    <a:pt x="1527080" y="1094005"/>
                  </a:lnTo>
                  <a:lnTo>
                    <a:pt x="1516658" y="1117646"/>
                  </a:lnTo>
                  <a:lnTo>
                    <a:pt x="1522009" y="1138694"/>
                  </a:lnTo>
                  <a:lnTo>
                    <a:pt x="1517954" y="1166276"/>
                  </a:lnTo>
                  <a:lnTo>
                    <a:pt x="1508816" y="1190577"/>
                  </a:lnTo>
                  <a:lnTo>
                    <a:pt x="1518082" y="1194251"/>
                  </a:lnTo>
                  <a:lnTo>
                    <a:pt x="1546527" y="1181947"/>
                  </a:lnTo>
                  <a:lnTo>
                    <a:pt x="1544849" y="1173469"/>
                  </a:lnTo>
                  <a:lnTo>
                    <a:pt x="1548662" y="1159997"/>
                  </a:lnTo>
                  <a:lnTo>
                    <a:pt x="1562504" y="1165360"/>
                  </a:lnTo>
                  <a:lnTo>
                    <a:pt x="1571896" y="1185226"/>
                  </a:lnTo>
                  <a:lnTo>
                    <a:pt x="1581683" y="1188239"/>
                  </a:lnTo>
                  <a:lnTo>
                    <a:pt x="1590822" y="1190984"/>
                  </a:lnTo>
                  <a:lnTo>
                    <a:pt x="1603075" y="1176863"/>
                  </a:lnTo>
                  <a:lnTo>
                    <a:pt x="1606468" y="1170978"/>
                  </a:lnTo>
                  <a:lnTo>
                    <a:pt x="1627745" y="1171372"/>
                  </a:lnTo>
                  <a:lnTo>
                    <a:pt x="1650623" y="1182875"/>
                  </a:lnTo>
                  <a:lnTo>
                    <a:pt x="1653165" y="1188760"/>
                  </a:lnTo>
                  <a:lnTo>
                    <a:pt x="1666753" y="1208626"/>
                  </a:lnTo>
                  <a:lnTo>
                    <a:pt x="1696494" y="1228962"/>
                  </a:lnTo>
                  <a:lnTo>
                    <a:pt x="1720644" y="1205957"/>
                  </a:lnTo>
                  <a:lnTo>
                    <a:pt x="1729376" y="1233665"/>
                  </a:lnTo>
                  <a:lnTo>
                    <a:pt x="1712560" y="1241507"/>
                  </a:lnTo>
                  <a:lnTo>
                    <a:pt x="1707858" y="1244647"/>
                  </a:lnTo>
                  <a:lnTo>
                    <a:pt x="1698465" y="1246744"/>
                  </a:lnTo>
                  <a:lnTo>
                    <a:pt x="1659190" y="1291954"/>
                  </a:lnTo>
                  <a:lnTo>
                    <a:pt x="1656305" y="1295093"/>
                  </a:lnTo>
                  <a:lnTo>
                    <a:pt x="1651869" y="1307651"/>
                  </a:lnTo>
                  <a:lnTo>
                    <a:pt x="1654220" y="1313523"/>
                  </a:lnTo>
                  <a:lnTo>
                    <a:pt x="1648221" y="1327771"/>
                  </a:lnTo>
                  <a:lnTo>
                    <a:pt x="1643518" y="1325420"/>
                  </a:lnTo>
                  <a:lnTo>
                    <a:pt x="1638155" y="1321899"/>
                  </a:lnTo>
                  <a:lnTo>
                    <a:pt x="1641167" y="1309481"/>
                  </a:lnTo>
                  <a:lnTo>
                    <a:pt x="1634647" y="1307651"/>
                  </a:lnTo>
                  <a:lnTo>
                    <a:pt x="1632943" y="1294051"/>
                  </a:lnTo>
                  <a:lnTo>
                    <a:pt x="1623297" y="1292996"/>
                  </a:lnTo>
                  <a:lnTo>
                    <a:pt x="1584784" y="1303164"/>
                  </a:lnTo>
                  <a:lnTo>
                    <a:pt x="1567842" y="1292691"/>
                  </a:lnTo>
                  <a:lnTo>
                    <a:pt x="1543959" y="1337787"/>
                  </a:lnTo>
                  <a:lnTo>
                    <a:pt x="1568350" y="1379222"/>
                  </a:lnTo>
                  <a:lnTo>
                    <a:pt x="1580095" y="1378320"/>
                  </a:lnTo>
                  <a:lnTo>
                    <a:pt x="1585179" y="1400397"/>
                  </a:lnTo>
                  <a:lnTo>
                    <a:pt x="1599783" y="1398046"/>
                  </a:lnTo>
                  <a:lnTo>
                    <a:pt x="1616624" y="1434626"/>
                  </a:lnTo>
                  <a:lnTo>
                    <a:pt x="1637240" y="1436088"/>
                  </a:lnTo>
                  <a:lnTo>
                    <a:pt x="1685907" y="1378701"/>
                  </a:lnTo>
                  <a:lnTo>
                    <a:pt x="1700130" y="1348908"/>
                  </a:lnTo>
                  <a:lnTo>
                    <a:pt x="1719195" y="1357259"/>
                  </a:lnTo>
                  <a:lnTo>
                    <a:pt x="1714619" y="1393470"/>
                  </a:lnTo>
                  <a:lnTo>
                    <a:pt x="1731575" y="1398046"/>
                  </a:lnTo>
                  <a:lnTo>
                    <a:pt x="1747386" y="1377392"/>
                  </a:lnTo>
                  <a:lnTo>
                    <a:pt x="1793829" y="1389797"/>
                  </a:lnTo>
                  <a:lnTo>
                    <a:pt x="1831960" y="1408367"/>
                  </a:lnTo>
                  <a:lnTo>
                    <a:pt x="1845153" y="1413070"/>
                  </a:lnTo>
                  <a:lnTo>
                    <a:pt x="1856363" y="1417264"/>
                  </a:lnTo>
                  <a:lnTo>
                    <a:pt x="1850224" y="1429415"/>
                  </a:lnTo>
                  <a:lnTo>
                    <a:pt x="1858334" y="1440396"/>
                  </a:lnTo>
                  <a:lnTo>
                    <a:pt x="1863278" y="1450844"/>
                  </a:lnTo>
                  <a:lnTo>
                    <a:pt x="1897481" y="1493449"/>
                  </a:lnTo>
                  <a:lnTo>
                    <a:pt x="1886906" y="1524691"/>
                  </a:lnTo>
                  <a:lnTo>
                    <a:pt x="1894863" y="1602464"/>
                  </a:lnTo>
                  <a:lnTo>
                    <a:pt x="1964413" y="1575010"/>
                  </a:lnTo>
                  <a:lnTo>
                    <a:pt x="1974988" y="1555805"/>
                  </a:lnTo>
                  <a:lnTo>
                    <a:pt x="1991969" y="1525084"/>
                  </a:lnTo>
                  <a:lnTo>
                    <a:pt x="2009572" y="1493309"/>
                  </a:lnTo>
                  <a:lnTo>
                    <a:pt x="2057604" y="1459334"/>
                  </a:lnTo>
                  <a:lnTo>
                    <a:pt x="2142674" y="1459334"/>
                  </a:lnTo>
                  <a:lnTo>
                    <a:pt x="2155727" y="1434359"/>
                  </a:lnTo>
                  <a:lnTo>
                    <a:pt x="2212109" y="1402583"/>
                  </a:lnTo>
                  <a:lnTo>
                    <a:pt x="2226459" y="1357628"/>
                  </a:lnTo>
                  <a:lnTo>
                    <a:pt x="2281011" y="1321683"/>
                  </a:lnTo>
                  <a:lnTo>
                    <a:pt x="2318850" y="1295538"/>
                  </a:lnTo>
                  <a:lnTo>
                    <a:pt x="2331128" y="1328725"/>
                  </a:lnTo>
                  <a:lnTo>
                    <a:pt x="2364797" y="1315925"/>
                  </a:lnTo>
                  <a:lnTo>
                    <a:pt x="2382935" y="1285205"/>
                  </a:lnTo>
                  <a:lnTo>
                    <a:pt x="2416223" y="1263369"/>
                  </a:lnTo>
                  <a:lnTo>
                    <a:pt x="2435123" y="1333961"/>
                  </a:lnTo>
                  <a:lnTo>
                    <a:pt x="2441402" y="1357361"/>
                  </a:lnTo>
                  <a:lnTo>
                    <a:pt x="2422603" y="1393903"/>
                  </a:lnTo>
                  <a:lnTo>
                    <a:pt x="2389442" y="1458725"/>
                  </a:lnTo>
                  <a:lnTo>
                    <a:pt x="2392582" y="1477281"/>
                  </a:lnTo>
                  <a:lnTo>
                    <a:pt x="2406296" y="1557152"/>
                  </a:lnTo>
                  <a:lnTo>
                    <a:pt x="2385794" y="1592563"/>
                  </a:lnTo>
                  <a:lnTo>
                    <a:pt x="2329552" y="1599884"/>
                  </a:lnTo>
                  <a:lnTo>
                    <a:pt x="2362166" y="1676603"/>
                  </a:lnTo>
                  <a:lnTo>
                    <a:pt x="2325904" y="1780522"/>
                  </a:lnTo>
                  <a:lnTo>
                    <a:pt x="2355519" y="1815017"/>
                  </a:lnTo>
                  <a:lnTo>
                    <a:pt x="2360221" y="1839166"/>
                  </a:lnTo>
                  <a:lnTo>
                    <a:pt x="2366221" y="1869874"/>
                  </a:lnTo>
                  <a:lnTo>
                    <a:pt x="2379020" y="1935230"/>
                  </a:lnTo>
                  <a:lnTo>
                    <a:pt x="2339339" y="1977695"/>
                  </a:lnTo>
                  <a:lnTo>
                    <a:pt x="2325777" y="2006191"/>
                  </a:lnTo>
                  <a:lnTo>
                    <a:pt x="2353828" y="2068802"/>
                  </a:lnTo>
                  <a:lnTo>
                    <a:pt x="2269941" y="2133497"/>
                  </a:lnTo>
                  <a:lnTo>
                    <a:pt x="2227921" y="2194277"/>
                  </a:lnTo>
                  <a:lnTo>
                    <a:pt x="2186422" y="2202767"/>
                  </a:lnTo>
                  <a:lnTo>
                    <a:pt x="2164103" y="2264462"/>
                  </a:lnTo>
                  <a:lnTo>
                    <a:pt x="2106818" y="2308516"/>
                  </a:lnTo>
                  <a:lnTo>
                    <a:pt x="2080127" y="2314871"/>
                  </a:lnTo>
                  <a:lnTo>
                    <a:pt x="2071382" y="2309914"/>
                  </a:lnTo>
                  <a:lnTo>
                    <a:pt x="1992172" y="2351349"/>
                  </a:lnTo>
                  <a:lnTo>
                    <a:pt x="1982385" y="2331216"/>
                  </a:lnTo>
                  <a:lnTo>
                    <a:pt x="1968811" y="2311744"/>
                  </a:lnTo>
                  <a:lnTo>
                    <a:pt x="1953406" y="2299848"/>
                  </a:lnTo>
                  <a:lnTo>
                    <a:pt x="1949885" y="2291599"/>
                  </a:lnTo>
                  <a:lnTo>
                    <a:pt x="1947013" y="2256709"/>
                  </a:lnTo>
                  <a:lnTo>
                    <a:pt x="1941929" y="2247037"/>
                  </a:lnTo>
                  <a:lnTo>
                    <a:pt x="1933438" y="2240771"/>
                  </a:lnTo>
                  <a:lnTo>
                    <a:pt x="1929790" y="2231352"/>
                  </a:lnTo>
                  <a:lnTo>
                    <a:pt x="1931061" y="2224832"/>
                  </a:lnTo>
                  <a:lnTo>
                    <a:pt x="1928049" y="2219468"/>
                  </a:lnTo>
                  <a:lnTo>
                    <a:pt x="1920423" y="2211753"/>
                  </a:lnTo>
                  <a:lnTo>
                    <a:pt x="1914805" y="2203250"/>
                  </a:lnTo>
                  <a:lnTo>
                    <a:pt x="1903366" y="2177512"/>
                  </a:lnTo>
                  <a:lnTo>
                    <a:pt x="1903900" y="2165615"/>
                  </a:lnTo>
                  <a:lnTo>
                    <a:pt x="1899591" y="2155536"/>
                  </a:lnTo>
                  <a:lnTo>
                    <a:pt x="1882496" y="2141555"/>
                  </a:lnTo>
                  <a:lnTo>
                    <a:pt x="1863964" y="2121295"/>
                  </a:lnTo>
                  <a:lnTo>
                    <a:pt x="1854965" y="2111877"/>
                  </a:lnTo>
                  <a:lnTo>
                    <a:pt x="1850784" y="2099471"/>
                  </a:lnTo>
                  <a:lnTo>
                    <a:pt x="1846221" y="2073326"/>
                  </a:lnTo>
                  <a:lnTo>
                    <a:pt x="1841912" y="2060387"/>
                  </a:lnTo>
                  <a:close/>
                </a:path>
              </a:pathLst>
            </a:custGeom>
            <a:noFill/>
            <a:ln w="3810" cap="flat">
              <a:solidFill>
                <a:srgbClr val="E6E4E2"/>
              </a:solidFill>
              <a:prstDash val="solid"/>
              <a:miter/>
            </a:ln>
          </p:spPr>
          <p:txBody>
            <a:bodyPr rtlCol="0" anchor="ctr"/>
            <a:lstStyle/>
            <a:p>
              <a:endParaRPr lang="de-CH"/>
            </a:p>
          </p:txBody>
        </p:sp>
        <p:sp>
          <p:nvSpPr>
            <p:cNvPr id="55" name="Freihandform: Form 54">
              <a:extLst>
                <a:ext uri="{FF2B5EF4-FFF2-40B4-BE49-F238E27FC236}">
                  <a16:creationId xmlns:a16="http://schemas.microsoft.com/office/drawing/2014/main" id="{B4938123-1DB2-53A7-3250-5F23C8CDD86E}"/>
                </a:ext>
              </a:extLst>
            </p:cNvPr>
            <p:cNvSpPr/>
            <p:nvPr/>
          </p:nvSpPr>
          <p:spPr>
            <a:xfrm>
              <a:off x="3148410" y="3927456"/>
              <a:ext cx="3514905" cy="2393433"/>
            </a:xfrm>
            <a:custGeom>
              <a:avLst/>
              <a:gdLst>
                <a:gd name="connsiteX0" fmla="*/ 2829380 w 3514905"/>
                <a:gd name="connsiteY0" fmla="*/ 1058951 h 2393433"/>
                <a:gd name="connsiteX1" fmla="*/ 2794021 w 3514905"/>
                <a:gd name="connsiteY1" fmla="*/ 1090587 h 2393433"/>
                <a:gd name="connsiteX2" fmla="*/ 2778616 w 3514905"/>
                <a:gd name="connsiteY2" fmla="*/ 1123658 h 2393433"/>
                <a:gd name="connsiteX3" fmla="*/ 2758509 w 3514905"/>
                <a:gd name="connsiteY3" fmla="*/ 1133725 h 2393433"/>
                <a:gd name="connsiteX4" fmla="*/ 2743243 w 3514905"/>
                <a:gd name="connsiteY4" fmla="*/ 1159196 h 2393433"/>
                <a:gd name="connsiteX5" fmla="*/ 2723670 w 3514905"/>
                <a:gd name="connsiteY5" fmla="*/ 1168080 h 2393433"/>
                <a:gd name="connsiteX6" fmla="*/ 2725500 w 3514905"/>
                <a:gd name="connsiteY6" fmla="*/ 1181032 h 2393433"/>
                <a:gd name="connsiteX7" fmla="*/ 2714290 w 3514905"/>
                <a:gd name="connsiteY7" fmla="*/ 1186904 h 2393433"/>
                <a:gd name="connsiteX8" fmla="*/ 2728512 w 3514905"/>
                <a:gd name="connsiteY8" fmla="*/ 1198153 h 2393433"/>
                <a:gd name="connsiteX9" fmla="*/ 2760351 w 3514905"/>
                <a:gd name="connsiteY9" fmla="*/ 1208220 h 2393433"/>
                <a:gd name="connsiteX10" fmla="*/ 2776913 w 3514905"/>
                <a:gd name="connsiteY10" fmla="*/ 1247824 h 2393433"/>
                <a:gd name="connsiteX11" fmla="*/ 2791669 w 3514905"/>
                <a:gd name="connsiteY11" fmla="*/ 1250824 h 2393433"/>
                <a:gd name="connsiteX12" fmla="*/ 2804595 w 3514905"/>
                <a:gd name="connsiteY12" fmla="*/ 1275139 h 2393433"/>
                <a:gd name="connsiteX13" fmla="*/ 2831859 w 3514905"/>
                <a:gd name="connsiteY13" fmla="*/ 1280350 h 2393433"/>
                <a:gd name="connsiteX14" fmla="*/ 2850136 w 3514905"/>
                <a:gd name="connsiteY14" fmla="*/ 1332385 h 2393433"/>
                <a:gd name="connsiteX15" fmla="*/ 2859008 w 3514905"/>
                <a:gd name="connsiteY15" fmla="*/ 1376820 h 2393433"/>
                <a:gd name="connsiteX16" fmla="*/ 2883145 w 3514905"/>
                <a:gd name="connsiteY16" fmla="*/ 1399826 h 2393433"/>
                <a:gd name="connsiteX17" fmla="*/ 2892677 w 3514905"/>
                <a:gd name="connsiteY17" fmla="*/ 1430661 h 2393433"/>
                <a:gd name="connsiteX18" fmla="*/ 2857178 w 3514905"/>
                <a:gd name="connsiteY18" fmla="*/ 1474981 h 2393433"/>
                <a:gd name="connsiteX19" fmla="*/ 2869570 w 3514905"/>
                <a:gd name="connsiteY19" fmla="*/ 1517586 h 2393433"/>
                <a:gd name="connsiteX20" fmla="*/ 2849475 w 3514905"/>
                <a:gd name="connsiteY20" fmla="*/ 1553022 h 2393433"/>
                <a:gd name="connsiteX21" fmla="*/ 2828860 w 3514905"/>
                <a:gd name="connsiteY21" fmla="*/ 1562415 h 2393433"/>
                <a:gd name="connsiteX22" fmla="*/ 2811116 w 3514905"/>
                <a:gd name="connsiteY22" fmla="*/ 1557712 h 2393433"/>
                <a:gd name="connsiteX23" fmla="*/ 2787488 w 3514905"/>
                <a:gd name="connsiteY23" fmla="*/ 1576142 h 2393433"/>
                <a:gd name="connsiteX24" fmla="*/ 2779264 w 3514905"/>
                <a:gd name="connsiteY24" fmla="*/ 1613917 h 2393433"/>
                <a:gd name="connsiteX25" fmla="*/ 2747959 w 3514905"/>
                <a:gd name="connsiteY25" fmla="*/ 1640582 h 2393433"/>
                <a:gd name="connsiteX26" fmla="*/ 2687649 w 3514905"/>
                <a:gd name="connsiteY26" fmla="*/ 1650636 h 2393433"/>
                <a:gd name="connsiteX27" fmla="*/ 2649289 w 3514905"/>
                <a:gd name="connsiteY27" fmla="*/ 1664249 h 2393433"/>
                <a:gd name="connsiteX28" fmla="*/ 2614324 w 3514905"/>
                <a:gd name="connsiteY28" fmla="*/ 1667897 h 2393433"/>
                <a:gd name="connsiteX29" fmla="*/ 2607397 w 3514905"/>
                <a:gd name="connsiteY29" fmla="*/ 1715090 h 2393433"/>
                <a:gd name="connsiteX30" fmla="*/ 2593174 w 3514905"/>
                <a:gd name="connsiteY30" fmla="*/ 1734549 h 2393433"/>
                <a:gd name="connsiteX31" fmla="*/ 2594089 w 3514905"/>
                <a:gd name="connsiteY31" fmla="*/ 1776124 h 2393433"/>
                <a:gd name="connsiteX32" fmla="*/ 2615366 w 3514905"/>
                <a:gd name="connsiteY32" fmla="*/ 1829583 h 2393433"/>
                <a:gd name="connsiteX33" fmla="*/ 2578303 w 3514905"/>
                <a:gd name="connsiteY33" fmla="*/ 1864078 h 2393433"/>
                <a:gd name="connsiteX34" fmla="*/ 2586133 w 3514905"/>
                <a:gd name="connsiteY34" fmla="*/ 1885902 h 2393433"/>
                <a:gd name="connsiteX35" fmla="*/ 2572545 w 3514905"/>
                <a:gd name="connsiteY35" fmla="*/ 1904332 h 2393433"/>
                <a:gd name="connsiteX36" fmla="*/ 2573206 w 3514905"/>
                <a:gd name="connsiteY36" fmla="*/ 1930350 h 2393433"/>
                <a:gd name="connsiteX37" fmla="*/ 2549578 w 3514905"/>
                <a:gd name="connsiteY37" fmla="*/ 1928125 h 2393433"/>
                <a:gd name="connsiteX38" fmla="*/ 2523611 w 3514905"/>
                <a:gd name="connsiteY38" fmla="*/ 1978191 h 2393433"/>
                <a:gd name="connsiteX39" fmla="*/ 2493488 w 3514905"/>
                <a:gd name="connsiteY39" fmla="*/ 1971124 h 2393433"/>
                <a:gd name="connsiteX40" fmla="*/ 2462157 w 3514905"/>
                <a:gd name="connsiteY40" fmla="*/ 1977670 h 2393433"/>
                <a:gd name="connsiteX41" fmla="*/ 2435008 w 3514905"/>
                <a:gd name="connsiteY41" fmla="*/ 1971658 h 2393433"/>
                <a:gd name="connsiteX42" fmla="*/ 2356319 w 3514905"/>
                <a:gd name="connsiteY42" fmla="*/ 1975966 h 2393433"/>
                <a:gd name="connsiteX43" fmla="*/ 2325002 w 3514905"/>
                <a:gd name="connsiteY43" fmla="*/ 2027201 h 2393433"/>
                <a:gd name="connsiteX44" fmla="*/ 2297852 w 3514905"/>
                <a:gd name="connsiteY44" fmla="*/ 2045758 h 2393433"/>
                <a:gd name="connsiteX45" fmla="*/ 2299810 w 3514905"/>
                <a:gd name="connsiteY45" fmla="*/ 2108890 h 2393433"/>
                <a:gd name="connsiteX46" fmla="*/ 2283897 w 3514905"/>
                <a:gd name="connsiteY46" fmla="*/ 2126023 h 2393433"/>
                <a:gd name="connsiteX47" fmla="*/ 2280884 w 3514905"/>
                <a:gd name="connsiteY47" fmla="*/ 2154507 h 2393433"/>
                <a:gd name="connsiteX48" fmla="*/ 2296810 w 3514905"/>
                <a:gd name="connsiteY48" fmla="*/ 2184045 h 2393433"/>
                <a:gd name="connsiteX49" fmla="*/ 2287405 w 3514905"/>
                <a:gd name="connsiteY49" fmla="*/ 2203530 h 2393433"/>
                <a:gd name="connsiteX50" fmla="*/ 2257917 w 3514905"/>
                <a:gd name="connsiteY50" fmla="*/ 2218935 h 2393433"/>
                <a:gd name="connsiteX51" fmla="*/ 2246033 w 3514905"/>
                <a:gd name="connsiteY51" fmla="*/ 2206542 h 2393433"/>
                <a:gd name="connsiteX52" fmla="*/ 2199984 w 3514905"/>
                <a:gd name="connsiteY52" fmla="*/ 2200645 h 2393433"/>
                <a:gd name="connsiteX53" fmla="*/ 2168526 w 3514905"/>
                <a:gd name="connsiteY53" fmla="*/ 2187706 h 2393433"/>
                <a:gd name="connsiteX54" fmla="*/ 2136687 w 3514905"/>
                <a:gd name="connsiteY54" fmla="*/ 2221426 h 2393433"/>
                <a:gd name="connsiteX55" fmla="*/ 2059422 w 3514905"/>
                <a:gd name="connsiteY55" fmla="*/ 2155040 h 2393433"/>
                <a:gd name="connsiteX56" fmla="*/ 2027074 w 3514905"/>
                <a:gd name="connsiteY56" fmla="*/ 2148495 h 2393433"/>
                <a:gd name="connsiteX57" fmla="*/ 1994574 w 3514905"/>
                <a:gd name="connsiteY57" fmla="*/ 2194379 h 2393433"/>
                <a:gd name="connsiteX58" fmla="*/ 1964413 w 3514905"/>
                <a:gd name="connsiteY58" fmla="*/ 2195688 h 2393433"/>
                <a:gd name="connsiteX59" fmla="*/ 1937810 w 3514905"/>
                <a:gd name="connsiteY59" fmla="*/ 2162743 h 2393433"/>
                <a:gd name="connsiteX60" fmla="*/ 1940149 w 3514905"/>
                <a:gd name="connsiteY60" fmla="*/ 2121956 h 2393433"/>
                <a:gd name="connsiteX61" fmla="*/ 1915352 w 3514905"/>
                <a:gd name="connsiteY61" fmla="*/ 2103018 h 2393433"/>
                <a:gd name="connsiteX62" fmla="*/ 1884301 w 3514905"/>
                <a:gd name="connsiteY62" fmla="*/ 2100400 h 2393433"/>
                <a:gd name="connsiteX63" fmla="*/ 1855715 w 3514905"/>
                <a:gd name="connsiteY63" fmla="*/ 2049165 h 2393433"/>
                <a:gd name="connsiteX64" fmla="*/ 1835087 w 3514905"/>
                <a:gd name="connsiteY64" fmla="*/ 2043280 h 2393433"/>
                <a:gd name="connsiteX65" fmla="*/ 1800375 w 3514905"/>
                <a:gd name="connsiteY65" fmla="*/ 2060006 h 2393433"/>
                <a:gd name="connsiteX66" fmla="*/ 1761888 w 3514905"/>
                <a:gd name="connsiteY66" fmla="*/ 2054515 h 2393433"/>
                <a:gd name="connsiteX67" fmla="*/ 1737612 w 3514905"/>
                <a:gd name="connsiteY67" fmla="*/ 2062765 h 2393433"/>
                <a:gd name="connsiteX68" fmla="*/ 1679806 w 3514905"/>
                <a:gd name="connsiteY68" fmla="*/ 2053867 h 2393433"/>
                <a:gd name="connsiteX69" fmla="*/ 1663880 w 3514905"/>
                <a:gd name="connsiteY69" fmla="*/ 2003408 h 2393433"/>
                <a:gd name="connsiteX70" fmla="*/ 1639083 w 3514905"/>
                <a:gd name="connsiteY70" fmla="*/ 2014262 h 2393433"/>
                <a:gd name="connsiteX71" fmla="*/ 1608934 w 3514905"/>
                <a:gd name="connsiteY71" fmla="*/ 2014262 h 2393433"/>
                <a:gd name="connsiteX72" fmla="*/ 1597050 w 3514905"/>
                <a:gd name="connsiteY72" fmla="*/ 2044462 h 2393433"/>
                <a:gd name="connsiteX73" fmla="*/ 1605934 w 3514905"/>
                <a:gd name="connsiteY73" fmla="*/ 2088630 h 2393433"/>
                <a:gd name="connsiteX74" fmla="*/ 1588318 w 3514905"/>
                <a:gd name="connsiteY74" fmla="*/ 2104835 h 2393433"/>
                <a:gd name="connsiteX75" fmla="*/ 1558690 w 3514905"/>
                <a:gd name="connsiteY75" fmla="*/ 2098302 h 2393433"/>
                <a:gd name="connsiteX76" fmla="*/ 1544608 w 3514905"/>
                <a:gd name="connsiteY76" fmla="*/ 2087066 h 2393433"/>
                <a:gd name="connsiteX77" fmla="*/ 1525021 w 3514905"/>
                <a:gd name="connsiteY77" fmla="*/ 2090460 h 2393433"/>
                <a:gd name="connsiteX78" fmla="*/ 1503897 w 3514905"/>
                <a:gd name="connsiteY78" fmla="*/ 2086418 h 2393433"/>
                <a:gd name="connsiteX79" fmla="*/ 1486662 w 3514905"/>
                <a:gd name="connsiteY79" fmla="*/ 2104835 h 2393433"/>
                <a:gd name="connsiteX80" fmla="*/ 1463033 w 3514905"/>
                <a:gd name="connsiteY80" fmla="*/ 2111902 h 2393433"/>
                <a:gd name="connsiteX81" fmla="*/ 1454289 w 3514905"/>
                <a:gd name="connsiteY81" fmla="*/ 2124841 h 2393433"/>
                <a:gd name="connsiteX82" fmla="*/ 1460174 w 3514905"/>
                <a:gd name="connsiteY82" fmla="*/ 2162743 h 2393433"/>
                <a:gd name="connsiteX83" fmla="*/ 1430025 w 3514905"/>
                <a:gd name="connsiteY83" fmla="*/ 2163925 h 2393433"/>
                <a:gd name="connsiteX84" fmla="*/ 1415014 w 3514905"/>
                <a:gd name="connsiteY84" fmla="*/ 2175542 h 2393433"/>
                <a:gd name="connsiteX85" fmla="*/ 1396356 w 3514905"/>
                <a:gd name="connsiteY85" fmla="*/ 2178173 h 2393433"/>
                <a:gd name="connsiteX86" fmla="*/ 1375740 w 3514905"/>
                <a:gd name="connsiteY86" fmla="*/ 2211233 h 2393433"/>
                <a:gd name="connsiteX87" fmla="*/ 1326145 w 3514905"/>
                <a:gd name="connsiteY87" fmla="*/ 2246656 h 2393433"/>
                <a:gd name="connsiteX88" fmla="*/ 1305389 w 3514905"/>
                <a:gd name="connsiteY88" fmla="*/ 2240263 h 2393433"/>
                <a:gd name="connsiteX89" fmla="*/ 1290645 w 3514905"/>
                <a:gd name="connsiteY89" fmla="*/ 2266255 h 2393433"/>
                <a:gd name="connsiteX90" fmla="*/ 1265860 w 3514905"/>
                <a:gd name="connsiteY90" fmla="*/ 2281545 h 2393433"/>
                <a:gd name="connsiteX91" fmla="*/ 1232839 w 3514905"/>
                <a:gd name="connsiteY91" fmla="*/ 2259201 h 2393433"/>
                <a:gd name="connsiteX92" fmla="*/ 1212744 w 3514905"/>
                <a:gd name="connsiteY92" fmla="*/ 2257371 h 2393433"/>
                <a:gd name="connsiteX93" fmla="*/ 1200987 w 3514905"/>
                <a:gd name="connsiteY93" fmla="*/ 2235534 h 2393433"/>
                <a:gd name="connsiteX94" fmla="*/ 1179723 w 3514905"/>
                <a:gd name="connsiteY94" fmla="*/ 2227832 h 2393433"/>
                <a:gd name="connsiteX95" fmla="*/ 1144236 w 3514905"/>
                <a:gd name="connsiteY95" fmla="*/ 2243783 h 2393433"/>
                <a:gd name="connsiteX96" fmla="*/ 1128298 w 3514905"/>
                <a:gd name="connsiteY96" fmla="*/ 2234238 h 2393433"/>
                <a:gd name="connsiteX97" fmla="*/ 1120087 w 3514905"/>
                <a:gd name="connsiteY97" fmla="*/ 2218935 h 2393433"/>
                <a:gd name="connsiteX98" fmla="*/ 1079363 w 3514905"/>
                <a:gd name="connsiteY98" fmla="*/ 2210584 h 2393433"/>
                <a:gd name="connsiteX99" fmla="*/ 1068661 w 3514905"/>
                <a:gd name="connsiteY99" fmla="*/ 2218935 h 2393433"/>
                <a:gd name="connsiteX100" fmla="*/ 1049215 w 3514905"/>
                <a:gd name="connsiteY100" fmla="*/ 2262086 h 2393433"/>
                <a:gd name="connsiteX101" fmla="*/ 1010067 w 3514905"/>
                <a:gd name="connsiteY101" fmla="*/ 2303776 h 2393433"/>
                <a:gd name="connsiteX102" fmla="*/ 993633 w 3514905"/>
                <a:gd name="connsiteY102" fmla="*/ 2307690 h 2393433"/>
                <a:gd name="connsiteX103" fmla="*/ 985409 w 3514905"/>
                <a:gd name="connsiteY103" fmla="*/ 2290455 h 2393433"/>
                <a:gd name="connsiteX104" fmla="*/ 962442 w 3514905"/>
                <a:gd name="connsiteY104" fmla="*/ 2301157 h 2393433"/>
                <a:gd name="connsiteX105" fmla="*/ 943517 w 3514905"/>
                <a:gd name="connsiteY105" fmla="*/ 2294624 h 2393433"/>
                <a:gd name="connsiteX106" fmla="*/ 925239 w 3514905"/>
                <a:gd name="connsiteY106" fmla="*/ 2301678 h 2393433"/>
                <a:gd name="connsiteX107" fmla="*/ 919240 w 3514905"/>
                <a:gd name="connsiteY107" fmla="*/ 2317642 h 2393433"/>
                <a:gd name="connsiteX108" fmla="*/ 889358 w 3514905"/>
                <a:gd name="connsiteY108" fmla="*/ 2337623 h 2393433"/>
                <a:gd name="connsiteX109" fmla="*/ 889625 w 3514905"/>
                <a:gd name="connsiteY109" fmla="*/ 2375130 h 2393433"/>
                <a:gd name="connsiteX110" fmla="*/ 867166 w 3514905"/>
                <a:gd name="connsiteY110" fmla="*/ 2387815 h 2393433"/>
                <a:gd name="connsiteX111" fmla="*/ 832328 w 3514905"/>
                <a:gd name="connsiteY111" fmla="*/ 2373821 h 2393433"/>
                <a:gd name="connsiteX112" fmla="*/ 802967 w 3514905"/>
                <a:gd name="connsiteY112" fmla="*/ 2354362 h 2393433"/>
                <a:gd name="connsiteX113" fmla="*/ 801137 w 3514905"/>
                <a:gd name="connsiteY113" fmla="*/ 2334877 h 2393433"/>
                <a:gd name="connsiteX114" fmla="*/ 788744 w 3514905"/>
                <a:gd name="connsiteY114" fmla="*/ 2331878 h 2393433"/>
                <a:gd name="connsiteX115" fmla="*/ 755736 w 3514905"/>
                <a:gd name="connsiteY115" fmla="*/ 2348998 h 2393433"/>
                <a:gd name="connsiteX116" fmla="*/ 748669 w 3514905"/>
                <a:gd name="connsiteY116" fmla="*/ 2367428 h 2393433"/>
                <a:gd name="connsiteX117" fmla="*/ 712280 w 3514905"/>
                <a:gd name="connsiteY117" fmla="*/ 2389645 h 2393433"/>
                <a:gd name="connsiteX118" fmla="*/ 681864 w 3514905"/>
                <a:gd name="connsiteY118" fmla="*/ 2393433 h 2393433"/>
                <a:gd name="connsiteX119" fmla="*/ 664248 w 3514905"/>
                <a:gd name="connsiteY119" fmla="*/ 2369780 h 2393433"/>
                <a:gd name="connsiteX120" fmla="*/ 653012 w 3514905"/>
                <a:gd name="connsiteY120" fmla="*/ 2346126 h 2393433"/>
                <a:gd name="connsiteX121" fmla="*/ 660079 w 3514905"/>
                <a:gd name="connsiteY121" fmla="*/ 2332513 h 2393433"/>
                <a:gd name="connsiteX122" fmla="*/ 631100 w 3514905"/>
                <a:gd name="connsiteY122" fmla="*/ 2305872 h 2393433"/>
                <a:gd name="connsiteX123" fmla="*/ 624058 w 3514905"/>
                <a:gd name="connsiteY123" fmla="*/ 2285218 h 2393433"/>
                <a:gd name="connsiteX124" fmla="*/ 599261 w 3514905"/>
                <a:gd name="connsiteY124" fmla="*/ 2266255 h 2393433"/>
                <a:gd name="connsiteX125" fmla="*/ 595079 w 3514905"/>
                <a:gd name="connsiteY125" fmla="*/ 2232535 h 2393433"/>
                <a:gd name="connsiteX126" fmla="*/ 555550 w 3514905"/>
                <a:gd name="connsiteY126" fmla="*/ 2198166 h 2393433"/>
                <a:gd name="connsiteX127" fmla="*/ 537782 w 3514905"/>
                <a:gd name="connsiteY127" fmla="*/ 2150325 h 2393433"/>
                <a:gd name="connsiteX128" fmla="*/ 540794 w 3514905"/>
                <a:gd name="connsiteY128" fmla="*/ 2101836 h 2393433"/>
                <a:gd name="connsiteX129" fmla="*/ 504773 w 3514905"/>
                <a:gd name="connsiteY129" fmla="*/ 2087066 h 2393433"/>
                <a:gd name="connsiteX130" fmla="*/ 487297 w 3514905"/>
                <a:gd name="connsiteY130" fmla="*/ 2056091 h 2393433"/>
                <a:gd name="connsiteX131" fmla="*/ 494732 w 3514905"/>
                <a:gd name="connsiteY131" fmla="*/ 2035577 h 2393433"/>
                <a:gd name="connsiteX132" fmla="*/ 515856 w 3514905"/>
                <a:gd name="connsiteY132" fmla="*/ 2021838 h 2393433"/>
                <a:gd name="connsiteX133" fmla="*/ 490029 w 3514905"/>
                <a:gd name="connsiteY133" fmla="*/ 2003026 h 2393433"/>
                <a:gd name="connsiteX134" fmla="*/ 484157 w 3514905"/>
                <a:gd name="connsiteY134" fmla="*/ 1968124 h 2393433"/>
                <a:gd name="connsiteX135" fmla="*/ 463401 w 3514905"/>
                <a:gd name="connsiteY135" fmla="*/ 1971658 h 2393433"/>
                <a:gd name="connsiteX136" fmla="*/ 435083 w 3514905"/>
                <a:gd name="connsiteY136" fmla="*/ 1951665 h 2393433"/>
                <a:gd name="connsiteX137" fmla="*/ 426860 w 3514905"/>
                <a:gd name="connsiteY137" fmla="*/ 1911920 h 2393433"/>
                <a:gd name="connsiteX138" fmla="*/ 400893 w 3514905"/>
                <a:gd name="connsiteY138" fmla="*/ 1878327 h 2393433"/>
                <a:gd name="connsiteX139" fmla="*/ 386149 w 3514905"/>
                <a:gd name="connsiteY139" fmla="*/ 1877678 h 2393433"/>
                <a:gd name="connsiteX140" fmla="*/ 373108 w 3514905"/>
                <a:gd name="connsiteY140" fmla="*/ 1842255 h 2393433"/>
                <a:gd name="connsiteX141" fmla="*/ 357169 w 3514905"/>
                <a:gd name="connsiteY141" fmla="*/ 1814433 h 2393433"/>
                <a:gd name="connsiteX142" fmla="*/ 335384 w 3514905"/>
                <a:gd name="connsiteY142" fmla="*/ 1796117 h 2393433"/>
                <a:gd name="connsiteX143" fmla="*/ 341777 w 3514905"/>
                <a:gd name="connsiteY143" fmla="*/ 1777433 h 2393433"/>
                <a:gd name="connsiteX144" fmla="*/ 333554 w 3514905"/>
                <a:gd name="connsiteY144" fmla="*/ 1770112 h 2393433"/>
                <a:gd name="connsiteX145" fmla="*/ 319331 w 3514905"/>
                <a:gd name="connsiteY145" fmla="*/ 1778348 h 2393433"/>
                <a:gd name="connsiteX146" fmla="*/ 285662 w 3514905"/>
                <a:gd name="connsiteY146" fmla="*/ 1819123 h 2393433"/>
                <a:gd name="connsiteX147" fmla="*/ 258119 w 3514905"/>
                <a:gd name="connsiteY147" fmla="*/ 1823965 h 2393433"/>
                <a:gd name="connsiteX148" fmla="*/ 248459 w 3514905"/>
                <a:gd name="connsiteY148" fmla="*/ 1843958 h 2393433"/>
                <a:gd name="connsiteX149" fmla="*/ 212451 w 3514905"/>
                <a:gd name="connsiteY149" fmla="*/ 1826838 h 2393433"/>
                <a:gd name="connsiteX150" fmla="*/ 204100 w 3514905"/>
                <a:gd name="connsiteY150" fmla="*/ 1807620 h 2393433"/>
                <a:gd name="connsiteX151" fmla="*/ 221323 w 3514905"/>
                <a:gd name="connsiteY151" fmla="*/ 1754695 h 2393433"/>
                <a:gd name="connsiteX152" fmla="*/ 245739 w 3514905"/>
                <a:gd name="connsiteY152" fmla="*/ 1741222 h 2393433"/>
                <a:gd name="connsiteX153" fmla="*/ 244951 w 3514905"/>
                <a:gd name="connsiteY153" fmla="*/ 1709726 h 2393433"/>
                <a:gd name="connsiteX154" fmla="*/ 224844 w 3514905"/>
                <a:gd name="connsiteY154" fmla="*/ 1684903 h 2393433"/>
                <a:gd name="connsiteX155" fmla="*/ 250302 w 3514905"/>
                <a:gd name="connsiteY155" fmla="*/ 1641103 h 2393433"/>
                <a:gd name="connsiteX156" fmla="*/ 245612 w 3514905"/>
                <a:gd name="connsiteY156" fmla="*/ 1619280 h 2393433"/>
                <a:gd name="connsiteX157" fmla="*/ 265948 w 3514905"/>
                <a:gd name="connsiteY157" fmla="*/ 1592741 h 2393433"/>
                <a:gd name="connsiteX158" fmla="*/ 249641 w 3514905"/>
                <a:gd name="connsiteY158" fmla="*/ 1592614 h 2393433"/>
                <a:gd name="connsiteX159" fmla="*/ 226674 w 3514905"/>
                <a:gd name="connsiteY159" fmla="*/ 1603329 h 2393433"/>
                <a:gd name="connsiteX160" fmla="*/ 209579 w 3514905"/>
                <a:gd name="connsiteY160" fmla="*/ 1592093 h 2393433"/>
                <a:gd name="connsiteX161" fmla="*/ 155814 w 3514905"/>
                <a:gd name="connsiteY161" fmla="*/ 1587911 h 2393433"/>
                <a:gd name="connsiteX162" fmla="*/ 134537 w 3514905"/>
                <a:gd name="connsiteY162" fmla="*/ 1572481 h 2393433"/>
                <a:gd name="connsiteX163" fmla="*/ 89137 w 3514905"/>
                <a:gd name="connsiteY163" fmla="*/ 1575481 h 2393433"/>
                <a:gd name="connsiteX164" fmla="*/ 53891 w 3514905"/>
                <a:gd name="connsiteY164" fmla="*/ 1553530 h 2393433"/>
                <a:gd name="connsiteX165" fmla="*/ 38359 w 3514905"/>
                <a:gd name="connsiteY165" fmla="*/ 1511586 h 2393433"/>
                <a:gd name="connsiteX166" fmla="*/ 43075 w 3514905"/>
                <a:gd name="connsiteY166" fmla="*/ 1476557 h 2393433"/>
                <a:gd name="connsiteX167" fmla="*/ 85476 w 3514905"/>
                <a:gd name="connsiteY167" fmla="*/ 1419692 h 2393433"/>
                <a:gd name="connsiteX168" fmla="*/ 65763 w 3514905"/>
                <a:gd name="connsiteY168" fmla="*/ 1354603 h 2393433"/>
                <a:gd name="connsiteX169" fmla="*/ 98529 w 3514905"/>
                <a:gd name="connsiteY169" fmla="*/ 1295793 h 2393433"/>
                <a:gd name="connsiteX170" fmla="*/ 98529 w 3514905"/>
                <a:gd name="connsiteY170" fmla="*/ 1266775 h 2393433"/>
                <a:gd name="connsiteX171" fmla="*/ 126327 w 3514905"/>
                <a:gd name="connsiteY171" fmla="*/ 1249642 h 2393433"/>
                <a:gd name="connsiteX172" fmla="*/ 138071 w 3514905"/>
                <a:gd name="connsiteY172" fmla="*/ 1221807 h 2393433"/>
                <a:gd name="connsiteX173" fmla="*/ 164432 w 3514905"/>
                <a:gd name="connsiteY173" fmla="*/ 1202601 h 2393433"/>
                <a:gd name="connsiteX174" fmla="*/ 173965 w 3514905"/>
                <a:gd name="connsiteY174" fmla="*/ 1188608 h 2393433"/>
                <a:gd name="connsiteX175" fmla="*/ 178909 w 3514905"/>
                <a:gd name="connsiteY175" fmla="*/ 1147973 h 2393433"/>
                <a:gd name="connsiteX176" fmla="*/ 191314 w 3514905"/>
                <a:gd name="connsiteY176" fmla="*/ 1125476 h 2393433"/>
                <a:gd name="connsiteX177" fmla="*/ 184527 w 3514905"/>
                <a:gd name="connsiteY177" fmla="*/ 1096065 h 2393433"/>
                <a:gd name="connsiteX178" fmla="*/ 156475 w 3514905"/>
                <a:gd name="connsiteY178" fmla="*/ 1097641 h 2393433"/>
                <a:gd name="connsiteX179" fmla="*/ 118624 w 3514905"/>
                <a:gd name="connsiteY179" fmla="*/ 1065738 h 2393433"/>
                <a:gd name="connsiteX180" fmla="*/ 119794 w 3514905"/>
                <a:gd name="connsiteY180" fmla="*/ 1047448 h 2393433"/>
                <a:gd name="connsiteX181" fmla="*/ 103741 w 3514905"/>
                <a:gd name="connsiteY181" fmla="*/ 1019994 h 2393433"/>
                <a:gd name="connsiteX182" fmla="*/ 81434 w 3514905"/>
                <a:gd name="connsiteY182" fmla="*/ 1010067 h 2393433"/>
                <a:gd name="connsiteX183" fmla="*/ 59649 w 3514905"/>
                <a:gd name="connsiteY183" fmla="*/ 1011237 h 2393433"/>
                <a:gd name="connsiteX184" fmla="*/ 55467 w 3514905"/>
                <a:gd name="connsiteY184" fmla="*/ 978178 h 2393433"/>
                <a:gd name="connsiteX185" fmla="*/ 28827 w 3514905"/>
                <a:gd name="connsiteY185" fmla="*/ 975165 h 2393433"/>
                <a:gd name="connsiteX186" fmla="*/ 15926 w 3514905"/>
                <a:gd name="connsiteY186" fmla="*/ 931518 h 2393433"/>
                <a:gd name="connsiteX187" fmla="*/ 0 w 3514905"/>
                <a:gd name="connsiteY187" fmla="*/ 910737 h 2393433"/>
                <a:gd name="connsiteX188" fmla="*/ 2872 w 3514905"/>
                <a:gd name="connsiteY188" fmla="*/ 875314 h 2393433"/>
                <a:gd name="connsiteX189" fmla="*/ 46596 w 3514905"/>
                <a:gd name="connsiteY189" fmla="*/ 859884 h 2393433"/>
                <a:gd name="connsiteX190" fmla="*/ 72156 w 3514905"/>
                <a:gd name="connsiteY190" fmla="*/ 837552 h 2393433"/>
                <a:gd name="connsiteX191" fmla="*/ 67593 w 3514905"/>
                <a:gd name="connsiteY191" fmla="*/ 797807 h 2393433"/>
                <a:gd name="connsiteX192" fmla="*/ 75816 w 3514905"/>
                <a:gd name="connsiteY192" fmla="*/ 785262 h 2393433"/>
                <a:gd name="connsiteX193" fmla="*/ 114316 w 3514905"/>
                <a:gd name="connsiteY193" fmla="*/ 806043 h 2393433"/>
                <a:gd name="connsiteX194" fmla="*/ 128919 w 3514905"/>
                <a:gd name="connsiteY194" fmla="*/ 809564 h 2393433"/>
                <a:gd name="connsiteX195" fmla="*/ 161547 w 3514905"/>
                <a:gd name="connsiteY195" fmla="*/ 802904 h 2393433"/>
                <a:gd name="connsiteX196" fmla="*/ 172516 w 3514905"/>
                <a:gd name="connsiteY196" fmla="*/ 806551 h 2393433"/>
                <a:gd name="connsiteX197" fmla="*/ 181654 w 3514905"/>
                <a:gd name="connsiteY197" fmla="*/ 812843 h 2393433"/>
                <a:gd name="connsiteX198" fmla="*/ 187641 w 3514905"/>
                <a:gd name="connsiteY198" fmla="*/ 803832 h 2393433"/>
                <a:gd name="connsiteX199" fmla="*/ 183218 w 3514905"/>
                <a:gd name="connsiteY199" fmla="*/ 787486 h 2393433"/>
                <a:gd name="connsiteX200" fmla="*/ 186217 w 3514905"/>
                <a:gd name="connsiteY200" fmla="*/ 784728 h 2393433"/>
                <a:gd name="connsiteX201" fmla="*/ 209579 w 3514905"/>
                <a:gd name="connsiteY201" fmla="*/ 813237 h 2393433"/>
                <a:gd name="connsiteX202" fmla="*/ 238418 w 3514905"/>
                <a:gd name="connsiteY202" fmla="*/ 840018 h 2393433"/>
                <a:gd name="connsiteX203" fmla="*/ 243248 w 3514905"/>
                <a:gd name="connsiteY203" fmla="*/ 853350 h 2393433"/>
                <a:gd name="connsiteX204" fmla="*/ 242854 w 3514905"/>
                <a:gd name="connsiteY204" fmla="*/ 872695 h 2393433"/>
                <a:gd name="connsiteX205" fmla="*/ 232419 w 3514905"/>
                <a:gd name="connsiteY205" fmla="*/ 900556 h 2393433"/>
                <a:gd name="connsiteX206" fmla="*/ 237249 w 3514905"/>
                <a:gd name="connsiteY206" fmla="*/ 911385 h 2393433"/>
                <a:gd name="connsiteX207" fmla="*/ 249120 w 3514905"/>
                <a:gd name="connsiteY207" fmla="*/ 922634 h 2393433"/>
                <a:gd name="connsiteX208" fmla="*/ 261258 w 3514905"/>
                <a:gd name="connsiteY208" fmla="*/ 946809 h 2393433"/>
                <a:gd name="connsiteX209" fmla="*/ 272087 w 3514905"/>
                <a:gd name="connsiteY209" fmla="*/ 953342 h 2393433"/>
                <a:gd name="connsiteX210" fmla="*/ 296351 w 3514905"/>
                <a:gd name="connsiteY210" fmla="*/ 949821 h 2393433"/>
                <a:gd name="connsiteX211" fmla="*/ 308629 w 3514905"/>
                <a:gd name="connsiteY211" fmla="*/ 950990 h 2393433"/>
                <a:gd name="connsiteX212" fmla="*/ 330033 w 3514905"/>
                <a:gd name="connsiteY212" fmla="*/ 977008 h 2393433"/>
                <a:gd name="connsiteX213" fmla="*/ 334075 w 3514905"/>
                <a:gd name="connsiteY213" fmla="*/ 984710 h 2393433"/>
                <a:gd name="connsiteX214" fmla="*/ 336045 w 3514905"/>
                <a:gd name="connsiteY214" fmla="*/ 995171 h 2393433"/>
                <a:gd name="connsiteX215" fmla="*/ 335384 w 3514905"/>
                <a:gd name="connsiteY215" fmla="*/ 1023133 h 2393433"/>
                <a:gd name="connsiteX216" fmla="*/ 342947 w 3514905"/>
                <a:gd name="connsiteY216" fmla="*/ 1052672 h 2393433"/>
                <a:gd name="connsiteX217" fmla="*/ 344002 w 3514905"/>
                <a:gd name="connsiteY217" fmla="*/ 1072818 h 2393433"/>
                <a:gd name="connsiteX218" fmla="*/ 353661 w 3514905"/>
                <a:gd name="connsiteY218" fmla="*/ 1084714 h 2393433"/>
                <a:gd name="connsiteX219" fmla="*/ 371011 w 3514905"/>
                <a:gd name="connsiteY219" fmla="*/ 1094514 h 2393433"/>
                <a:gd name="connsiteX220" fmla="*/ 391373 w 3514905"/>
                <a:gd name="connsiteY220" fmla="*/ 1115422 h 2393433"/>
                <a:gd name="connsiteX221" fmla="*/ 395694 w 3514905"/>
                <a:gd name="connsiteY221" fmla="*/ 1128361 h 2393433"/>
                <a:gd name="connsiteX222" fmla="*/ 400244 w 3514905"/>
                <a:gd name="connsiteY222" fmla="*/ 1154506 h 2393433"/>
                <a:gd name="connsiteX223" fmla="*/ 404426 w 3514905"/>
                <a:gd name="connsiteY223" fmla="*/ 1166911 h 2393433"/>
                <a:gd name="connsiteX224" fmla="*/ 413425 w 3514905"/>
                <a:gd name="connsiteY224" fmla="*/ 1176330 h 2393433"/>
                <a:gd name="connsiteX225" fmla="*/ 431956 w 3514905"/>
                <a:gd name="connsiteY225" fmla="*/ 1196590 h 2393433"/>
                <a:gd name="connsiteX226" fmla="*/ 449052 w 3514905"/>
                <a:gd name="connsiteY226" fmla="*/ 1210558 h 2393433"/>
                <a:gd name="connsiteX227" fmla="*/ 453360 w 3514905"/>
                <a:gd name="connsiteY227" fmla="*/ 1220637 h 2393433"/>
                <a:gd name="connsiteX228" fmla="*/ 452826 w 3514905"/>
                <a:gd name="connsiteY228" fmla="*/ 1232534 h 2393433"/>
                <a:gd name="connsiteX229" fmla="*/ 464329 w 3514905"/>
                <a:gd name="connsiteY229" fmla="*/ 1258272 h 2393433"/>
                <a:gd name="connsiteX230" fmla="*/ 469934 w 3514905"/>
                <a:gd name="connsiteY230" fmla="*/ 1266775 h 2393433"/>
                <a:gd name="connsiteX231" fmla="*/ 477624 w 3514905"/>
                <a:gd name="connsiteY231" fmla="*/ 1274490 h 2393433"/>
                <a:gd name="connsiteX232" fmla="*/ 480636 w 3514905"/>
                <a:gd name="connsiteY232" fmla="*/ 1279841 h 2393433"/>
                <a:gd name="connsiteX233" fmla="*/ 479327 w 3514905"/>
                <a:gd name="connsiteY233" fmla="*/ 1286374 h 2393433"/>
                <a:gd name="connsiteX234" fmla="*/ 482988 w 3514905"/>
                <a:gd name="connsiteY234" fmla="*/ 1295793 h 2393433"/>
                <a:gd name="connsiteX235" fmla="*/ 491465 w 3514905"/>
                <a:gd name="connsiteY235" fmla="*/ 1302059 h 2393433"/>
                <a:gd name="connsiteX236" fmla="*/ 496562 w 3514905"/>
                <a:gd name="connsiteY236" fmla="*/ 1311731 h 2393433"/>
                <a:gd name="connsiteX237" fmla="*/ 499422 w 3514905"/>
                <a:gd name="connsiteY237" fmla="*/ 1346621 h 2393433"/>
                <a:gd name="connsiteX238" fmla="*/ 502943 w 3514905"/>
                <a:gd name="connsiteY238" fmla="*/ 1354870 h 2393433"/>
                <a:gd name="connsiteX239" fmla="*/ 518348 w 3514905"/>
                <a:gd name="connsiteY239" fmla="*/ 1366767 h 2393433"/>
                <a:gd name="connsiteX240" fmla="*/ 531922 w 3514905"/>
                <a:gd name="connsiteY240" fmla="*/ 1386238 h 2393433"/>
                <a:gd name="connsiteX241" fmla="*/ 541709 w 3514905"/>
                <a:gd name="connsiteY241" fmla="*/ 1406359 h 2393433"/>
                <a:gd name="connsiteX242" fmla="*/ 620919 w 3514905"/>
                <a:gd name="connsiteY242" fmla="*/ 1364936 h 2393433"/>
                <a:gd name="connsiteX243" fmla="*/ 629663 w 3514905"/>
                <a:gd name="connsiteY243" fmla="*/ 1369893 h 2393433"/>
                <a:gd name="connsiteX244" fmla="*/ 656419 w 3514905"/>
                <a:gd name="connsiteY244" fmla="*/ 1363500 h 2393433"/>
                <a:gd name="connsiteX245" fmla="*/ 713703 w 3514905"/>
                <a:gd name="connsiteY245" fmla="*/ 1319447 h 2393433"/>
                <a:gd name="connsiteX246" fmla="*/ 736023 w 3514905"/>
                <a:gd name="connsiteY246" fmla="*/ 1257751 h 2393433"/>
                <a:gd name="connsiteX247" fmla="*/ 777521 w 3514905"/>
                <a:gd name="connsiteY247" fmla="*/ 1249261 h 2393433"/>
                <a:gd name="connsiteX248" fmla="*/ 819541 w 3514905"/>
                <a:gd name="connsiteY248" fmla="*/ 1188480 h 2393433"/>
                <a:gd name="connsiteX249" fmla="*/ 903454 w 3514905"/>
                <a:gd name="connsiteY249" fmla="*/ 1123786 h 2393433"/>
                <a:gd name="connsiteX250" fmla="*/ 875403 w 3514905"/>
                <a:gd name="connsiteY250" fmla="*/ 1061175 h 2393433"/>
                <a:gd name="connsiteX251" fmla="*/ 888964 w 3514905"/>
                <a:gd name="connsiteY251" fmla="*/ 1032679 h 2393433"/>
                <a:gd name="connsiteX252" fmla="*/ 928646 w 3514905"/>
                <a:gd name="connsiteY252" fmla="*/ 990201 h 2393433"/>
                <a:gd name="connsiteX253" fmla="*/ 997942 w 3514905"/>
                <a:gd name="connsiteY253" fmla="*/ 980148 h 2393433"/>
                <a:gd name="connsiteX254" fmla="*/ 1017515 w 3514905"/>
                <a:gd name="connsiteY254" fmla="*/ 956227 h 2393433"/>
                <a:gd name="connsiteX255" fmla="*/ 1016727 w 3514905"/>
                <a:gd name="connsiteY255" fmla="*/ 897544 h 2393433"/>
                <a:gd name="connsiteX256" fmla="*/ 1121917 w 3514905"/>
                <a:gd name="connsiteY256" fmla="*/ 846817 h 2393433"/>
                <a:gd name="connsiteX257" fmla="*/ 1113948 w 3514905"/>
                <a:gd name="connsiteY257" fmla="*/ 930997 h 2393433"/>
                <a:gd name="connsiteX258" fmla="*/ 1133013 w 3514905"/>
                <a:gd name="connsiteY258" fmla="*/ 942894 h 2393433"/>
                <a:gd name="connsiteX259" fmla="*/ 1217307 w 3514905"/>
                <a:gd name="connsiteY259" fmla="*/ 913876 h 2393433"/>
                <a:gd name="connsiteX260" fmla="*/ 1264144 w 3514905"/>
                <a:gd name="connsiteY260" fmla="*/ 877017 h 2393433"/>
                <a:gd name="connsiteX261" fmla="*/ 1300305 w 3514905"/>
                <a:gd name="connsiteY261" fmla="*/ 850872 h 2393433"/>
                <a:gd name="connsiteX262" fmla="*/ 1380176 w 3514905"/>
                <a:gd name="connsiteY262" fmla="*/ 814801 h 2393433"/>
                <a:gd name="connsiteX263" fmla="*/ 1420238 w 3514905"/>
                <a:gd name="connsiteY263" fmla="*/ 842903 h 2393433"/>
                <a:gd name="connsiteX264" fmla="*/ 1464076 w 3514905"/>
                <a:gd name="connsiteY264" fmla="*/ 817279 h 2393433"/>
                <a:gd name="connsiteX265" fmla="*/ 1479608 w 3514905"/>
                <a:gd name="connsiteY265" fmla="*/ 860672 h 2393433"/>
                <a:gd name="connsiteX266" fmla="*/ 1505193 w 3514905"/>
                <a:gd name="connsiteY266" fmla="*/ 863150 h 2393433"/>
                <a:gd name="connsiteX267" fmla="*/ 1522009 w 3514905"/>
                <a:gd name="connsiteY267" fmla="*/ 845000 h 2393433"/>
                <a:gd name="connsiteX268" fmla="*/ 1585712 w 3514905"/>
                <a:gd name="connsiteY268" fmla="*/ 840691 h 2393433"/>
                <a:gd name="connsiteX269" fmla="*/ 1620678 w 3514905"/>
                <a:gd name="connsiteY269" fmla="*/ 806170 h 2393433"/>
                <a:gd name="connsiteX270" fmla="*/ 1560406 w 3514905"/>
                <a:gd name="connsiteY270" fmla="*/ 782923 h 2393433"/>
                <a:gd name="connsiteX271" fmla="*/ 1576714 w 3514905"/>
                <a:gd name="connsiteY271" fmla="*/ 744348 h 2393433"/>
                <a:gd name="connsiteX272" fmla="*/ 1630338 w 3514905"/>
                <a:gd name="connsiteY272" fmla="*/ 726579 h 2393433"/>
                <a:gd name="connsiteX273" fmla="*/ 1678484 w 3514905"/>
                <a:gd name="connsiteY273" fmla="*/ 731536 h 2393433"/>
                <a:gd name="connsiteX274" fmla="*/ 1711505 w 3514905"/>
                <a:gd name="connsiteY274" fmla="*/ 726579 h 2393433"/>
                <a:gd name="connsiteX275" fmla="*/ 1734079 w 3514905"/>
                <a:gd name="connsiteY275" fmla="*/ 665786 h 2393433"/>
                <a:gd name="connsiteX276" fmla="*/ 1765943 w 3514905"/>
                <a:gd name="connsiteY276" fmla="*/ 638739 h 2393433"/>
                <a:gd name="connsiteX277" fmla="*/ 1902184 w 3514905"/>
                <a:gd name="connsiteY277" fmla="*/ 692592 h 2393433"/>
                <a:gd name="connsiteX278" fmla="*/ 1928799 w 3514905"/>
                <a:gd name="connsiteY278" fmla="*/ 724863 h 2393433"/>
                <a:gd name="connsiteX279" fmla="*/ 1994447 w 3514905"/>
                <a:gd name="connsiteY279" fmla="*/ 703040 h 2393433"/>
                <a:gd name="connsiteX280" fmla="*/ 2012839 w 3514905"/>
                <a:gd name="connsiteY280" fmla="*/ 690380 h 2393433"/>
                <a:gd name="connsiteX281" fmla="*/ 2059028 w 3514905"/>
                <a:gd name="connsiteY281" fmla="*/ 654690 h 2393433"/>
                <a:gd name="connsiteX282" fmla="*/ 2212643 w 3514905"/>
                <a:gd name="connsiteY282" fmla="*/ 539154 h 2393433"/>
                <a:gd name="connsiteX283" fmla="*/ 2285714 w 3514905"/>
                <a:gd name="connsiteY283" fmla="*/ 538099 h 2393433"/>
                <a:gd name="connsiteX284" fmla="*/ 2389849 w 3514905"/>
                <a:gd name="connsiteY284" fmla="*/ 487373 h 2393433"/>
                <a:gd name="connsiteX285" fmla="*/ 2414265 w 3514905"/>
                <a:gd name="connsiteY285" fmla="*/ 451848 h 2393433"/>
                <a:gd name="connsiteX286" fmla="*/ 2467508 w 3514905"/>
                <a:gd name="connsiteY286" fmla="*/ 433278 h 2393433"/>
                <a:gd name="connsiteX287" fmla="*/ 2482239 w 3514905"/>
                <a:gd name="connsiteY287" fmla="*/ 401783 h 2393433"/>
                <a:gd name="connsiteX288" fmla="*/ 2456933 w 3514905"/>
                <a:gd name="connsiteY288" fmla="*/ 354729 h 2393433"/>
                <a:gd name="connsiteX289" fmla="*/ 2474817 w 3514905"/>
                <a:gd name="connsiteY289" fmla="*/ 335893 h 2393433"/>
                <a:gd name="connsiteX290" fmla="*/ 2507838 w 3514905"/>
                <a:gd name="connsiteY290" fmla="*/ 324136 h 2393433"/>
                <a:gd name="connsiteX291" fmla="*/ 2527666 w 3514905"/>
                <a:gd name="connsiteY291" fmla="*/ 296961 h 2393433"/>
                <a:gd name="connsiteX292" fmla="*/ 2576854 w 3514905"/>
                <a:gd name="connsiteY292" fmla="*/ 275252 h 2393433"/>
                <a:gd name="connsiteX293" fmla="*/ 2658416 w 3514905"/>
                <a:gd name="connsiteY293" fmla="*/ 314730 h 2393433"/>
                <a:gd name="connsiteX294" fmla="*/ 2682832 w 3514905"/>
                <a:gd name="connsiteY294" fmla="*/ 306240 h 2393433"/>
                <a:gd name="connsiteX295" fmla="*/ 2773519 w 3514905"/>
                <a:gd name="connsiteY295" fmla="*/ 330529 h 2393433"/>
                <a:gd name="connsiteX296" fmla="*/ 2796105 w 3514905"/>
                <a:gd name="connsiteY296" fmla="*/ 360741 h 2393433"/>
                <a:gd name="connsiteX297" fmla="*/ 2891762 w 3514905"/>
                <a:gd name="connsiteY297" fmla="*/ 374595 h 2393433"/>
                <a:gd name="connsiteX298" fmla="*/ 2912759 w 3514905"/>
                <a:gd name="connsiteY298" fmla="*/ 401783 h 2393433"/>
                <a:gd name="connsiteX299" fmla="*/ 3021216 w 3514905"/>
                <a:gd name="connsiteY299" fmla="*/ 384789 h 2393433"/>
                <a:gd name="connsiteX300" fmla="*/ 3062587 w 3514905"/>
                <a:gd name="connsiteY300" fmla="*/ 375231 h 2393433"/>
                <a:gd name="connsiteX301" fmla="*/ 3113098 w 3514905"/>
                <a:gd name="connsiteY301" fmla="*/ 348183 h 2393433"/>
                <a:gd name="connsiteX302" fmla="*/ 3175339 w 3514905"/>
                <a:gd name="connsiteY302" fmla="*/ 308845 h 2393433"/>
                <a:gd name="connsiteX303" fmla="*/ 3239018 w 3514905"/>
                <a:gd name="connsiteY303" fmla="*/ 273168 h 2393433"/>
                <a:gd name="connsiteX304" fmla="*/ 3281177 w 3514905"/>
                <a:gd name="connsiteY304" fmla="*/ 218133 h 2393433"/>
                <a:gd name="connsiteX305" fmla="*/ 3293430 w 3514905"/>
                <a:gd name="connsiteY305" fmla="*/ 64682 h 2393433"/>
                <a:gd name="connsiteX306" fmla="*/ 3333124 w 3514905"/>
                <a:gd name="connsiteY306" fmla="*/ 23654 h 2393433"/>
                <a:gd name="connsiteX307" fmla="*/ 3380355 w 3514905"/>
                <a:gd name="connsiteY307" fmla="*/ 0 h 2393433"/>
                <a:gd name="connsiteX308" fmla="*/ 3401632 w 3514905"/>
                <a:gd name="connsiteY308" fmla="*/ 16587 h 2393433"/>
                <a:gd name="connsiteX309" fmla="*/ 3397578 w 3514905"/>
                <a:gd name="connsiteY309" fmla="*/ 83252 h 2393433"/>
                <a:gd name="connsiteX310" fmla="*/ 3366005 w 3514905"/>
                <a:gd name="connsiteY310" fmla="*/ 206363 h 2393433"/>
                <a:gd name="connsiteX311" fmla="*/ 3406716 w 3514905"/>
                <a:gd name="connsiteY311" fmla="*/ 320996 h 2393433"/>
                <a:gd name="connsiteX312" fmla="*/ 3514905 w 3514905"/>
                <a:gd name="connsiteY312" fmla="*/ 378764 h 2393433"/>
                <a:gd name="connsiteX313" fmla="*/ 3444948 w 3514905"/>
                <a:gd name="connsiteY313" fmla="*/ 475616 h 2393433"/>
                <a:gd name="connsiteX314" fmla="*/ 3340814 w 3514905"/>
                <a:gd name="connsiteY314" fmla="*/ 479162 h 2393433"/>
                <a:gd name="connsiteX315" fmla="*/ 3340687 w 3514905"/>
                <a:gd name="connsiteY315" fmla="*/ 602286 h 2393433"/>
                <a:gd name="connsiteX316" fmla="*/ 3317707 w 3514905"/>
                <a:gd name="connsiteY316" fmla="*/ 613903 h 2393433"/>
                <a:gd name="connsiteX317" fmla="*/ 3282868 w 3514905"/>
                <a:gd name="connsiteY317" fmla="*/ 610369 h 2393433"/>
                <a:gd name="connsiteX318" fmla="*/ 3241636 w 3514905"/>
                <a:gd name="connsiteY318" fmla="*/ 663053 h 2393433"/>
                <a:gd name="connsiteX319" fmla="*/ 3201306 w 3514905"/>
                <a:gd name="connsiteY319" fmla="*/ 689325 h 2393433"/>
                <a:gd name="connsiteX320" fmla="*/ 3165680 w 3514905"/>
                <a:gd name="connsiteY320" fmla="*/ 686580 h 2393433"/>
                <a:gd name="connsiteX321" fmla="*/ 3135531 w 3514905"/>
                <a:gd name="connsiteY321" fmla="*/ 737561 h 2393433"/>
                <a:gd name="connsiteX322" fmla="*/ 3160062 w 3514905"/>
                <a:gd name="connsiteY322" fmla="*/ 751148 h 2393433"/>
                <a:gd name="connsiteX323" fmla="*/ 3178466 w 3514905"/>
                <a:gd name="connsiteY323" fmla="*/ 745784 h 2393433"/>
                <a:gd name="connsiteX324" fmla="*/ 3193731 w 3514905"/>
                <a:gd name="connsiteY324" fmla="*/ 768268 h 2393433"/>
                <a:gd name="connsiteX325" fmla="*/ 3191914 w 3514905"/>
                <a:gd name="connsiteY325" fmla="*/ 798468 h 2393433"/>
                <a:gd name="connsiteX326" fmla="*/ 3186690 w 3514905"/>
                <a:gd name="connsiteY326" fmla="*/ 832061 h 2393433"/>
                <a:gd name="connsiteX327" fmla="*/ 3124702 w 3514905"/>
                <a:gd name="connsiteY327" fmla="*/ 875835 h 2393433"/>
                <a:gd name="connsiteX328" fmla="*/ 3098074 w 3514905"/>
                <a:gd name="connsiteY328" fmla="*/ 866963 h 2393433"/>
                <a:gd name="connsiteX329" fmla="*/ 3083991 w 3514905"/>
                <a:gd name="connsiteY329" fmla="*/ 885889 h 2393433"/>
                <a:gd name="connsiteX330" fmla="*/ 3091033 w 3514905"/>
                <a:gd name="connsiteY330" fmla="*/ 903022 h 2393433"/>
                <a:gd name="connsiteX331" fmla="*/ 3092736 w 3514905"/>
                <a:gd name="connsiteY331" fmla="*/ 935039 h 2393433"/>
                <a:gd name="connsiteX332" fmla="*/ 3058533 w 3514905"/>
                <a:gd name="connsiteY332" fmla="*/ 930870 h 2393433"/>
                <a:gd name="connsiteX333" fmla="*/ 3049661 w 3514905"/>
                <a:gd name="connsiteY333" fmla="*/ 951511 h 2393433"/>
                <a:gd name="connsiteX334" fmla="*/ 3001896 w 3514905"/>
                <a:gd name="connsiteY334" fmla="*/ 964069 h 2393433"/>
                <a:gd name="connsiteX335" fmla="*/ 3005430 w 3514905"/>
                <a:gd name="connsiteY335" fmla="*/ 993595 h 2393433"/>
                <a:gd name="connsiteX336" fmla="*/ 2986504 w 3514905"/>
                <a:gd name="connsiteY336" fmla="*/ 1010728 h 2393433"/>
                <a:gd name="connsiteX337" fmla="*/ 2984674 w 3514905"/>
                <a:gd name="connsiteY337" fmla="*/ 1039746 h 2393433"/>
                <a:gd name="connsiteX338" fmla="*/ 2965876 w 3514905"/>
                <a:gd name="connsiteY338" fmla="*/ 1056205 h 2393433"/>
                <a:gd name="connsiteX339" fmla="*/ 2875201 w 3514905"/>
                <a:gd name="connsiteY339" fmla="*/ 1078169 h 2393433"/>
                <a:gd name="connsiteX340" fmla="*/ 2829380 w 3514905"/>
                <a:gd name="connsiteY340" fmla="*/ 1058951 h 2393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Lst>
              <a:rect l="l" t="t" r="r" b="b"/>
              <a:pathLst>
                <a:path w="3514905" h="2393433">
                  <a:moveTo>
                    <a:pt x="2829380" y="1058951"/>
                  </a:moveTo>
                  <a:lnTo>
                    <a:pt x="2794021" y="1090587"/>
                  </a:lnTo>
                  <a:lnTo>
                    <a:pt x="2778616" y="1123658"/>
                  </a:lnTo>
                  <a:lnTo>
                    <a:pt x="2758509" y="1133725"/>
                  </a:lnTo>
                  <a:lnTo>
                    <a:pt x="2743243" y="1159196"/>
                  </a:lnTo>
                  <a:lnTo>
                    <a:pt x="2723670" y="1168080"/>
                  </a:lnTo>
                  <a:lnTo>
                    <a:pt x="2725500" y="1181032"/>
                  </a:lnTo>
                  <a:lnTo>
                    <a:pt x="2714290" y="1186904"/>
                  </a:lnTo>
                  <a:lnTo>
                    <a:pt x="2728512" y="1198153"/>
                  </a:lnTo>
                  <a:lnTo>
                    <a:pt x="2760351" y="1208220"/>
                  </a:lnTo>
                  <a:lnTo>
                    <a:pt x="2776913" y="1247824"/>
                  </a:lnTo>
                  <a:lnTo>
                    <a:pt x="2791669" y="1250824"/>
                  </a:lnTo>
                  <a:lnTo>
                    <a:pt x="2804595" y="1275139"/>
                  </a:lnTo>
                  <a:lnTo>
                    <a:pt x="2831859" y="1280350"/>
                  </a:lnTo>
                  <a:lnTo>
                    <a:pt x="2850136" y="1332385"/>
                  </a:lnTo>
                  <a:lnTo>
                    <a:pt x="2859008" y="1376820"/>
                  </a:lnTo>
                  <a:lnTo>
                    <a:pt x="2883145" y="1399826"/>
                  </a:lnTo>
                  <a:lnTo>
                    <a:pt x="2892677" y="1430661"/>
                  </a:lnTo>
                  <a:lnTo>
                    <a:pt x="2857178" y="1474981"/>
                  </a:lnTo>
                  <a:lnTo>
                    <a:pt x="2869570" y="1517586"/>
                  </a:lnTo>
                  <a:lnTo>
                    <a:pt x="2849475" y="1553022"/>
                  </a:lnTo>
                  <a:lnTo>
                    <a:pt x="2828860" y="1562415"/>
                  </a:lnTo>
                  <a:lnTo>
                    <a:pt x="2811116" y="1557712"/>
                  </a:lnTo>
                  <a:lnTo>
                    <a:pt x="2787488" y="1576142"/>
                  </a:lnTo>
                  <a:lnTo>
                    <a:pt x="2779264" y="1613917"/>
                  </a:lnTo>
                  <a:lnTo>
                    <a:pt x="2747959" y="1640582"/>
                  </a:lnTo>
                  <a:lnTo>
                    <a:pt x="2687649" y="1650636"/>
                  </a:lnTo>
                  <a:lnTo>
                    <a:pt x="2649289" y="1664249"/>
                  </a:lnTo>
                  <a:lnTo>
                    <a:pt x="2614324" y="1667897"/>
                  </a:lnTo>
                  <a:lnTo>
                    <a:pt x="2607397" y="1715090"/>
                  </a:lnTo>
                  <a:lnTo>
                    <a:pt x="2593174" y="1734549"/>
                  </a:lnTo>
                  <a:lnTo>
                    <a:pt x="2594089" y="1776124"/>
                  </a:lnTo>
                  <a:lnTo>
                    <a:pt x="2615366" y="1829583"/>
                  </a:lnTo>
                  <a:lnTo>
                    <a:pt x="2578303" y="1864078"/>
                  </a:lnTo>
                  <a:lnTo>
                    <a:pt x="2586133" y="1885902"/>
                  </a:lnTo>
                  <a:lnTo>
                    <a:pt x="2572545" y="1904332"/>
                  </a:lnTo>
                  <a:lnTo>
                    <a:pt x="2573206" y="1930350"/>
                  </a:lnTo>
                  <a:lnTo>
                    <a:pt x="2549578" y="1928125"/>
                  </a:lnTo>
                  <a:lnTo>
                    <a:pt x="2523611" y="1978191"/>
                  </a:lnTo>
                  <a:lnTo>
                    <a:pt x="2493488" y="1971124"/>
                  </a:lnTo>
                  <a:lnTo>
                    <a:pt x="2462157" y="1977670"/>
                  </a:lnTo>
                  <a:lnTo>
                    <a:pt x="2435008" y="1971658"/>
                  </a:lnTo>
                  <a:lnTo>
                    <a:pt x="2356319" y="1975966"/>
                  </a:lnTo>
                  <a:lnTo>
                    <a:pt x="2325002" y="2027201"/>
                  </a:lnTo>
                  <a:lnTo>
                    <a:pt x="2297852" y="2045758"/>
                  </a:lnTo>
                  <a:lnTo>
                    <a:pt x="2299810" y="2108890"/>
                  </a:lnTo>
                  <a:lnTo>
                    <a:pt x="2283897" y="2126023"/>
                  </a:lnTo>
                  <a:lnTo>
                    <a:pt x="2280884" y="2154507"/>
                  </a:lnTo>
                  <a:lnTo>
                    <a:pt x="2296810" y="2184045"/>
                  </a:lnTo>
                  <a:lnTo>
                    <a:pt x="2287405" y="2203530"/>
                  </a:lnTo>
                  <a:lnTo>
                    <a:pt x="2257917" y="2218935"/>
                  </a:lnTo>
                  <a:lnTo>
                    <a:pt x="2246033" y="2206542"/>
                  </a:lnTo>
                  <a:lnTo>
                    <a:pt x="2199984" y="2200645"/>
                  </a:lnTo>
                  <a:lnTo>
                    <a:pt x="2168526" y="2187706"/>
                  </a:lnTo>
                  <a:lnTo>
                    <a:pt x="2136687" y="2221426"/>
                  </a:lnTo>
                  <a:lnTo>
                    <a:pt x="2059422" y="2155040"/>
                  </a:lnTo>
                  <a:lnTo>
                    <a:pt x="2027074" y="2148495"/>
                  </a:lnTo>
                  <a:lnTo>
                    <a:pt x="1994574" y="2194379"/>
                  </a:lnTo>
                  <a:lnTo>
                    <a:pt x="1964413" y="2195688"/>
                  </a:lnTo>
                  <a:lnTo>
                    <a:pt x="1937810" y="2162743"/>
                  </a:lnTo>
                  <a:lnTo>
                    <a:pt x="1940149" y="2121956"/>
                  </a:lnTo>
                  <a:lnTo>
                    <a:pt x="1915352" y="2103018"/>
                  </a:lnTo>
                  <a:lnTo>
                    <a:pt x="1884301" y="2100400"/>
                  </a:lnTo>
                  <a:lnTo>
                    <a:pt x="1855715" y="2049165"/>
                  </a:lnTo>
                  <a:lnTo>
                    <a:pt x="1835087" y="2043280"/>
                  </a:lnTo>
                  <a:lnTo>
                    <a:pt x="1800375" y="2060006"/>
                  </a:lnTo>
                  <a:lnTo>
                    <a:pt x="1761888" y="2054515"/>
                  </a:lnTo>
                  <a:lnTo>
                    <a:pt x="1737612" y="2062765"/>
                  </a:lnTo>
                  <a:lnTo>
                    <a:pt x="1679806" y="2053867"/>
                  </a:lnTo>
                  <a:lnTo>
                    <a:pt x="1663880" y="2003408"/>
                  </a:lnTo>
                  <a:lnTo>
                    <a:pt x="1639083" y="2014262"/>
                  </a:lnTo>
                  <a:lnTo>
                    <a:pt x="1608934" y="2014262"/>
                  </a:lnTo>
                  <a:lnTo>
                    <a:pt x="1597050" y="2044462"/>
                  </a:lnTo>
                  <a:lnTo>
                    <a:pt x="1605934" y="2088630"/>
                  </a:lnTo>
                  <a:lnTo>
                    <a:pt x="1588318" y="2104835"/>
                  </a:lnTo>
                  <a:lnTo>
                    <a:pt x="1558690" y="2098302"/>
                  </a:lnTo>
                  <a:lnTo>
                    <a:pt x="1544608" y="2087066"/>
                  </a:lnTo>
                  <a:lnTo>
                    <a:pt x="1525021" y="2090460"/>
                  </a:lnTo>
                  <a:lnTo>
                    <a:pt x="1503897" y="2086418"/>
                  </a:lnTo>
                  <a:lnTo>
                    <a:pt x="1486662" y="2104835"/>
                  </a:lnTo>
                  <a:lnTo>
                    <a:pt x="1463033" y="2111902"/>
                  </a:lnTo>
                  <a:lnTo>
                    <a:pt x="1454289" y="2124841"/>
                  </a:lnTo>
                  <a:lnTo>
                    <a:pt x="1460174" y="2162743"/>
                  </a:lnTo>
                  <a:lnTo>
                    <a:pt x="1430025" y="2163925"/>
                  </a:lnTo>
                  <a:lnTo>
                    <a:pt x="1415014" y="2175542"/>
                  </a:lnTo>
                  <a:lnTo>
                    <a:pt x="1396356" y="2178173"/>
                  </a:lnTo>
                  <a:lnTo>
                    <a:pt x="1375740" y="2211233"/>
                  </a:lnTo>
                  <a:lnTo>
                    <a:pt x="1326145" y="2246656"/>
                  </a:lnTo>
                  <a:lnTo>
                    <a:pt x="1305389" y="2240263"/>
                  </a:lnTo>
                  <a:lnTo>
                    <a:pt x="1290645" y="2266255"/>
                  </a:lnTo>
                  <a:lnTo>
                    <a:pt x="1265860" y="2281545"/>
                  </a:lnTo>
                  <a:lnTo>
                    <a:pt x="1232839" y="2259201"/>
                  </a:lnTo>
                  <a:lnTo>
                    <a:pt x="1212744" y="2257371"/>
                  </a:lnTo>
                  <a:lnTo>
                    <a:pt x="1200987" y="2235534"/>
                  </a:lnTo>
                  <a:lnTo>
                    <a:pt x="1179723" y="2227832"/>
                  </a:lnTo>
                  <a:lnTo>
                    <a:pt x="1144236" y="2243783"/>
                  </a:lnTo>
                  <a:lnTo>
                    <a:pt x="1128298" y="2234238"/>
                  </a:lnTo>
                  <a:lnTo>
                    <a:pt x="1120087" y="2218935"/>
                  </a:lnTo>
                  <a:lnTo>
                    <a:pt x="1079363" y="2210584"/>
                  </a:lnTo>
                  <a:lnTo>
                    <a:pt x="1068661" y="2218935"/>
                  </a:lnTo>
                  <a:lnTo>
                    <a:pt x="1049215" y="2262086"/>
                  </a:lnTo>
                  <a:lnTo>
                    <a:pt x="1010067" y="2303776"/>
                  </a:lnTo>
                  <a:lnTo>
                    <a:pt x="993633" y="2307690"/>
                  </a:lnTo>
                  <a:lnTo>
                    <a:pt x="985409" y="2290455"/>
                  </a:lnTo>
                  <a:lnTo>
                    <a:pt x="962442" y="2301157"/>
                  </a:lnTo>
                  <a:lnTo>
                    <a:pt x="943517" y="2294624"/>
                  </a:lnTo>
                  <a:lnTo>
                    <a:pt x="925239" y="2301678"/>
                  </a:lnTo>
                  <a:lnTo>
                    <a:pt x="919240" y="2317642"/>
                  </a:lnTo>
                  <a:lnTo>
                    <a:pt x="889358" y="2337623"/>
                  </a:lnTo>
                  <a:lnTo>
                    <a:pt x="889625" y="2375130"/>
                  </a:lnTo>
                  <a:lnTo>
                    <a:pt x="867166" y="2387815"/>
                  </a:lnTo>
                  <a:lnTo>
                    <a:pt x="832328" y="2373821"/>
                  </a:lnTo>
                  <a:lnTo>
                    <a:pt x="802967" y="2354362"/>
                  </a:lnTo>
                  <a:lnTo>
                    <a:pt x="801137" y="2334877"/>
                  </a:lnTo>
                  <a:lnTo>
                    <a:pt x="788744" y="2331878"/>
                  </a:lnTo>
                  <a:lnTo>
                    <a:pt x="755736" y="2348998"/>
                  </a:lnTo>
                  <a:lnTo>
                    <a:pt x="748669" y="2367428"/>
                  </a:lnTo>
                  <a:lnTo>
                    <a:pt x="712280" y="2389645"/>
                  </a:lnTo>
                  <a:lnTo>
                    <a:pt x="681864" y="2393433"/>
                  </a:lnTo>
                  <a:lnTo>
                    <a:pt x="664248" y="2369780"/>
                  </a:lnTo>
                  <a:lnTo>
                    <a:pt x="653012" y="2346126"/>
                  </a:lnTo>
                  <a:lnTo>
                    <a:pt x="660079" y="2332513"/>
                  </a:lnTo>
                  <a:lnTo>
                    <a:pt x="631100" y="2305872"/>
                  </a:lnTo>
                  <a:lnTo>
                    <a:pt x="624058" y="2285218"/>
                  </a:lnTo>
                  <a:lnTo>
                    <a:pt x="599261" y="2266255"/>
                  </a:lnTo>
                  <a:lnTo>
                    <a:pt x="595079" y="2232535"/>
                  </a:lnTo>
                  <a:lnTo>
                    <a:pt x="555550" y="2198166"/>
                  </a:lnTo>
                  <a:lnTo>
                    <a:pt x="537782" y="2150325"/>
                  </a:lnTo>
                  <a:lnTo>
                    <a:pt x="540794" y="2101836"/>
                  </a:lnTo>
                  <a:lnTo>
                    <a:pt x="504773" y="2087066"/>
                  </a:lnTo>
                  <a:lnTo>
                    <a:pt x="487297" y="2056091"/>
                  </a:lnTo>
                  <a:lnTo>
                    <a:pt x="494732" y="2035577"/>
                  </a:lnTo>
                  <a:lnTo>
                    <a:pt x="515856" y="2021838"/>
                  </a:lnTo>
                  <a:lnTo>
                    <a:pt x="490029" y="2003026"/>
                  </a:lnTo>
                  <a:lnTo>
                    <a:pt x="484157" y="1968124"/>
                  </a:lnTo>
                  <a:lnTo>
                    <a:pt x="463401" y="1971658"/>
                  </a:lnTo>
                  <a:lnTo>
                    <a:pt x="435083" y="1951665"/>
                  </a:lnTo>
                  <a:lnTo>
                    <a:pt x="426860" y="1911920"/>
                  </a:lnTo>
                  <a:lnTo>
                    <a:pt x="400893" y="1878327"/>
                  </a:lnTo>
                  <a:lnTo>
                    <a:pt x="386149" y="1877678"/>
                  </a:lnTo>
                  <a:lnTo>
                    <a:pt x="373108" y="1842255"/>
                  </a:lnTo>
                  <a:lnTo>
                    <a:pt x="357169" y="1814433"/>
                  </a:lnTo>
                  <a:lnTo>
                    <a:pt x="335384" y="1796117"/>
                  </a:lnTo>
                  <a:lnTo>
                    <a:pt x="341777" y="1777433"/>
                  </a:lnTo>
                  <a:lnTo>
                    <a:pt x="333554" y="1770112"/>
                  </a:lnTo>
                  <a:lnTo>
                    <a:pt x="319331" y="1778348"/>
                  </a:lnTo>
                  <a:lnTo>
                    <a:pt x="285662" y="1819123"/>
                  </a:lnTo>
                  <a:lnTo>
                    <a:pt x="258119" y="1823965"/>
                  </a:lnTo>
                  <a:lnTo>
                    <a:pt x="248459" y="1843958"/>
                  </a:lnTo>
                  <a:lnTo>
                    <a:pt x="212451" y="1826838"/>
                  </a:lnTo>
                  <a:lnTo>
                    <a:pt x="204100" y="1807620"/>
                  </a:lnTo>
                  <a:lnTo>
                    <a:pt x="221323" y="1754695"/>
                  </a:lnTo>
                  <a:lnTo>
                    <a:pt x="245739" y="1741222"/>
                  </a:lnTo>
                  <a:lnTo>
                    <a:pt x="244951" y="1709726"/>
                  </a:lnTo>
                  <a:lnTo>
                    <a:pt x="224844" y="1684903"/>
                  </a:lnTo>
                  <a:lnTo>
                    <a:pt x="250302" y="1641103"/>
                  </a:lnTo>
                  <a:lnTo>
                    <a:pt x="245612" y="1619280"/>
                  </a:lnTo>
                  <a:lnTo>
                    <a:pt x="265948" y="1592741"/>
                  </a:lnTo>
                  <a:lnTo>
                    <a:pt x="249641" y="1592614"/>
                  </a:lnTo>
                  <a:lnTo>
                    <a:pt x="226674" y="1603329"/>
                  </a:lnTo>
                  <a:lnTo>
                    <a:pt x="209579" y="1592093"/>
                  </a:lnTo>
                  <a:lnTo>
                    <a:pt x="155814" y="1587911"/>
                  </a:lnTo>
                  <a:lnTo>
                    <a:pt x="134537" y="1572481"/>
                  </a:lnTo>
                  <a:lnTo>
                    <a:pt x="89137" y="1575481"/>
                  </a:lnTo>
                  <a:lnTo>
                    <a:pt x="53891" y="1553530"/>
                  </a:lnTo>
                  <a:lnTo>
                    <a:pt x="38359" y="1511586"/>
                  </a:lnTo>
                  <a:lnTo>
                    <a:pt x="43075" y="1476557"/>
                  </a:lnTo>
                  <a:lnTo>
                    <a:pt x="85476" y="1419692"/>
                  </a:lnTo>
                  <a:lnTo>
                    <a:pt x="65763" y="1354603"/>
                  </a:lnTo>
                  <a:lnTo>
                    <a:pt x="98529" y="1295793"/>
                  </a:lnTo>
                  <a:lnTo>
                    <a:pt x="98529" y="1266775"/>
                  </a:lnTo>
                  <a:lnTo>
                    <a:pt x="126327" y="1249642"/>
                  </a:lnTo>
                  <a:lnTo>
                    <a:pt x="138071" y="1221807"/>
                  </a:lnTo>
                  <a:lnTo>
                    <a:pt x="164432" y="1202601"/>
                  </a:lnTo>
                  <a:lnTo>
                    <a:pt x="173965" y="1188608"/>
                  </a:lnTo>
                  <a:lnTo>
                    <a:pt x="178909" y="1147973"/>
                  </a:lnTo>
                  <a:lnTo>
                    <a:pt x="191314" y="1125476"/>
                  </a:lnTo>
                  <a:lnTo>
                    <a:pt x="184527" y="1096065"/>
                  </a:lnTo>
                  <a:lnTo>
                    <a:pt x="156475" y="1097641"/>
                  </a:lnTo>
                  <a:lnTo>
                    <a:pt x="118624" y="1065738"/>
                  </a:lnTo>
                  <a:lnTo>
                    <a:pt x="119794" y="1047448"/>
                  </a:lnTo>
                  <a:lnTo>
                    <a:pt x="103741" y="1019994"/>
                  </a:lnTo>
                  <a:lnTo>
                    <a:pt x="81434" y="1010067"/>
                  </a:lnTo>
                  <a:lnTo>
                    <a:pt x="59649" y="1011237"/>
                  </a:lnTo>
                  <a:lnTo>
                    <a:pt x="55467" y="978178"/>
                  </a:lnTo>
                  <a:lnTo>
                    <a:pt x="28827" y="975165"/>
                  </a:lnTo>
                  <a:lnTo>
                    <a:pt x="15926" y="931518"/>
                  </a:lnTo>
                  <a:lnTo>
                    <a:pt x="0" y="910737"/>
                  </a:lnTo>
                  <a:lnTo>
                    <a:pt x="2872" y="875314"/>
                  </a:lnTo>
                  <a:lnTo>
                    <a:pt x="46596" y="859884"/>
                  </a:lnTo>
                  <a:lnTo>
                    <a:pt x="72156" y="837552"/>
                  </a:lnTo>
                  <a:lnTo>
                    <a:pt x="67593" y="797807"/>
                  </a:lnTo>
                  <a:lnTo>
                    <a:pt x="75816" y="785262"/>
                  </a:lnTo>
                  <a:lnTo>
                    <a:pt x="114316" y="806043"/>
                  </a:lnTo>
                  <a:lnTo>
                    <a:pt x="128919" y="809564"/>
                  </a:lnTo>
                  <a:lnTo>
                    <a:pt x="161547" y="802904"/>
                  </a:lnTo>
                  <a:lnTo>
                    <a:pt x="172516" y="806551"/>
                  </a:lnTo>
                  <a:lnTo>
                    <a:pt x="181654" y="812843"/>
                  </a:lnTo>
                  <a:lnTo>
                    <a:pt x="187641" y="803832"/>
                  </a:lnTo>
                  <a:lnTo>
                    <a:pt x="183218" y="787486"/>
                  </a:lnTo>
                  <a:lnTo>
                    <a:pt x="186217" y="784728"/>
                  </a:lnTo>
                  <a:lnTo>
                    <a:pt x="209579" y="813237"/>
                  </a:lnTo>
                  <a:lnTo>
                    <a:pt x="238418" y="840018"/>
                  </a:lnTo>
                  <a:lnTo>
                    <a:pt x="243248" y="853350"/>
                  </a:lnTo>
                  <a:lnTo>
                    <a:pt x="242854" y="872695"/>
                  </a:lnTo>
                  <a:lnTo>
                    <a:pt x="232419" y="900556"/>
                  </a:lnTo>
                  <a:lnTo>
                    <a:pt x="237249" y="911385"/>
                  </a:lnTo>
                  <a:lnTo>
                    <a:pt x="249120" y="922634"/>
                  </a:lnTo>
                  <a:lnTo>
                    <a:pt x="261258" y="946809"/>
                  </a:lnTo>
                  <a:lnTo>
                    <a:pt x="272087" y="953342"/>
                  </a:lnTo>
                  <a:lnTo>
                    <a:pt x="296351" y="949821"/>
                  </a:lnTo>
                  <a:lnTo>
                    <a:pt x="308629" y="950990"/>
                  </a:lnTo>
                  <a:lnTo>
                    <a:pt x="330033" y="977008"/>
                  </a:lnTo>
                  <a:lnTo>
                    <a:pt x="334075" y="984710"/>
                  </a:lnTo>
                  <a:lnTo>
                    <a:pt x="336045" y="995171"/>
                  </a:lnTo>
                  <a:lnTo>
                    <a:pt x="335384" y="1023133"/>
                  </a:lnTo>
                  <a:lnTo>
                    <a:pt x="342947" y="1052672"/>
                  </a:lnTo>
                  <a:lnTo>
                    <a:pt x="344002" y="1072818"/>
                  </a:lnTo>
                  <a:lnTo>
                    <a:pt x="353661" y="1084714"/>
                  </a:lnTo>
                  <a:lnTo>
                    <a:pt x="371011" y="1094514"/>
                  </a:lnTo>
                  <a:lnTo>
                    <a:pt x="391373" y="1115422"/>
                  </a:lnTo>
                  <a:lnTo>
                    <a:pt x="395694" y="1128361"/>
                  </a:lnTo>
                  <a:lnTo>
                    <a:pt x="400244" y="1154506"/>
                  </a:lnTo>
                  <a:lnTo>
                    <a:pt x="404426" y="1166911"/>
                  </a:lnTo>
                  <a:lnTo>
                    <a:pt x="413425" y="1176330"/>
                  </a:lnTo>
                  <a:lnTo>
                    <a:pt x="431956" y="1196590"/>
                  </a:lnTo>
                  <a:lnTo>
                    <a:pt x="449052" y="1210558"/>
                  </a:lnTo>
                  <a:lnTo>
                    <a:pt x="453360" y="1220637"/>
                  </a:lnTo>
                  <a:lnTo>
                    <a:pt x="452826" y="1232534"/>
                  </a:lnTo>
                  <a:lnTo>
                    <a:pt x="464329" y="1258272"/>
                  </a:lnTo>
                  <a:lnTo>
                    <a:pt x="469934" y="1266775"/>
                  </a:lnTo>
                  <a:lnTo>
                    <a:pt x="477624" y="1274490"/>
                  </a:lnTo>
                  <a:lnTo>
                    <a:pt x="480636" y="1279841"/>
                  </a:lnTo>
                  <a:lnTo>
                    <a:pt x="479327" y="1286374"/>
                  </a:lnTo>
                  <a:lnTo>
                    <a:pt x="482988" y="1295793"/>
                  </a:lnTo>
                  <a:lnTo>
                    <a:pt x="491465" y="1302059"/>
                  </a:lnTo>
                  <a:lnTo>
                    <a:pt x="496562" y="1311731"/>
                  </a:lnTo>
                  <a:lnTo>
                    <a:pt x="499422" y="1346621"/>
                  </a:lnTo>
                  <a:lnTo>
                    <a:pt x="502943" y="1354870"/>
                  </a:lnTo>
                  <a:lnTo>
                    <a:pt x="518348" y="1366767"/>
                  </a:lnTo>
                  <a:lnTo>
                    <a:pt x="531922" y="1386238"/>
                  </a:lnTo>
                  <a:lnTo>
                    <a:pt x="541709" y="1406359"/>
                  </a:lnTo>
                  <a:lnTo>
                    <a:pt x="620919" y="1364936"/>
                  </a:lnTo>
                  <a:lnTo>
                    <a:pt x="629663" y="1369893"/>
                  </a:lnTo>
                  <a:lnTo>
                    <a:pt x="656419" y="1363500"/>
                  </a:lnTo>
                  <a:lnTo>
                    <a:pt x="713703" y="1319447"/>
                  </a:lnTo>
                  <a:lnTo>
                    <a:pt x="736023" y="1257751"/>
                  </a:lnTo>
                  <a:lnTo>
                    <a:pt x="777521" y="1249261"/>
                  </a:lnTo>
                  <a:lnTo>
                    <a:pt x="819541" y="1188480"/>
                  </a:lnTo>
                  <a:lnTo>
                    <a:pt x="903454" y="1123786"/>
                  </a:lnTo>
                  <a:lnTo>
                    <a:pt x="875403" y="1061175"/>
                  </a:lnTo>
                  <a:lnTo>
                    <a:pt x="888964" y="1032679"/>
                  </a:lnTo>
                  <a:lnTo>
                    <a:pt x="928646" y="990201"/>
                  </a:lnTo>
                  <a:lnTo>
                    <a:pt x="997942" y="980148"/>
                  </a:lnTo>
                  <a:lnTo>
                    <a:pt x="1017515" y="956227"/>
                  </a:lnTo>
                  <a:lnTo>
                    <a:pt x="1016727" y="897544"/>
                  </a:lnTo>
                  <a:lnTo>
                    <a:pt x="1121917" y="846817"/>
                  </a:lnTo>
                  <a:lnTo>
                    <a:pt x="1113948" y="930997"/>
                  </a:lnTo>
                  <a:lnTo>
                    <a:pt x="1133013" y="942894"/>
                  </a:lnTo>
                  <a:lnTo>
                    <a:pt x="1217307" y="913876"/>
                  </a:lnTo>
                  <a:lnTo>
                    <a:pt x="1264144" y="877017"/>
                  </a:lnTo>
                  <a:lnTo>
                    <a:pt x="1300305" y="850872"/>
                  </a:lnTo>
                  <a:lnTo>
                    <a:pt x="1380176" y="814801"/>
                  </a:lnTo>
                  <a:lnTo>
                    <a:pt x="1420238" y="842903"/>
                  </a:lnTo>
                  <a:lnTo>
                    <a:pt x="1464076" y="817279"/>
                  </a:lnTo>
                  <a:lnTo>
                    <a:pt x="1479608" y="860672"/>
                  </a:lnTo>
                  <a:lnTo>
                    <a:pt x="1505193" y="863150"/>
                  </a:lnTo>
                  <a:lnTo>
                    <a:pt x="1522009" y="845000"/>
                  </a:lnTo>
                  <a:lnTo>
                    <a:pt x="1585712" y="840691"/>
                  </a:lnTo>
                  <a:lnTo>
                    <a:pt x="1620678" y="806170"/>
                  </a:lnTo>
                  <a:lnTo>
                    <a:pt x="1560406" y="782923"/>
                  </a:lnTo>
                  <a:lnTo>
                    <a:pt x="1576714" y="744348"/>
                  </a:lnTo>
                  <a:lnTo>
                    <a:pt x="1630338" y="726579"/>
                  </a:lnTo>
                  <a:lnTo>
                    <a:pt x="1678484" y="731536"/>
                  </a:lnTo>
                  <a:lnTo>
                    <a:pt x="1711505" y="726579"/>
                  </a:lnTo>
                  <a:lnTo>
                    <a:pt x="1734079" y="665786"/>
                  </a:lnTo>
                  <a:lnTo>
                    <a:pt x="1765943" y="638739"/>
                  </a:lnTo>
                  <a:lnTo>
                    <a:pt x="1902184" y="692592"/>
                  </a:lnTo>
                  <a:lnTo>
                    <a:pt x="1928799" y="724863"/>
                  </a:lnTo>
                  <a:lnTo>
                    <a:pt x="1994447" y="703040"/>
                  </a:lnTo>
                  <a:lnTo>
                    <a:pt x="2012839" y="690380"/>
                  </a:lnTo>
                  <a:lnTo>
                    <a:pt x="2059028" y="654690"/>
                  </a:lnTo>
                  <a:lnTo>
                    <a:pt x="2212643" y="539154"/>
                  </a:lnTo>
                  <a:lnTo>
                    <a:pt x="2285714" y="538099"/>
                  </a:lnTo>
                  <a:lnTo>
                    <a:pt x="2389849" y="487373"/>
                  </a:lnTo>
                  <a:lnTo>
                    <a:pt x="2414265" y="451848"/>
                  </a:lnTo>
                  <a:lnTo>
                    <a:pt x="2467508" y="433278"/>
                  </a:lnTo>
                  <a:lnTo>
                    <a:pt x="2482239" y="401783"/>
                  </a:lnTo>
                  <a:lnTo>
                    <a:pt x="2456933" y="354729"/>
                  </a:lnTo>
                  <a:lnTo>
                    <a:pt x="2474817" y="335893"/>
                  </a:lnTo>
                  <a:lnTo>
                    <a:pt x="2507838" y="324136"/>
                  </a:lnTo>
                  <a:lnTo>
                    <a:pt x="2527666" y="296961"/>
                  </a:lnTo>
                  <a:lnTo>
                    <a:pt x="2576854" y="275252"/>
                  </a:lnTo>
                  <a:lnTo>
                    <a:pt x="2658416" y="314730"/>
                  </a:lnTo>
                  <a:lnTo>
                    <a:pt x="2682832" y="306240"/>
                  </a:lnTo>
                  <a:lnTo>
                    <a:pt x="2773519" y="330529"/>
                  </a:lnTo>
                  <a:lnTo>
                    <a:pt x="2796105" y="360741"/>
                  </a:lnTo>
                  <a:lnTo>
                    <a:pt x="2891762" y="374595"/>
                  </a:lnTo>
                  <a:lnTo>
                    <a:pt x="2912759" y="401783"/>
                  </a:lnTo>
                  <a:lnTo>
                    <a:pt x="3021216" y="384789"/>
                  </a:lnTo>
                  <a:lnTo>
                    <a:pt x="3062587" y="375231"/>
                  </a:lnTo>
                  <a:lnTo>
                    <a:pt x="3113098" y="348183"/>
                  </a:lnTo>
                  <a:lnTo>
                    <a:pt x="3175339" y="308845"/>
                  </a:lnTo>
                  <a:lnTo>
                    <a:pt x="3239018" y="273168"/>
                  </a:lnTo>
                  <a:lnTo>
                    <a:pt x="3281177" y="218133"/>
                  </a:lnTo>
                  <a:lnTo>
                    <a:pt x="3293430" y="64682"/>
                  </a:lnTo>
                  <a:lnTo>
                    <a:pt x="3333124" y="23654"/>
                  </a:lnTo>
                  <a:lnTo>
                    <a:pt x="3380355" y="0"/>
                  </a:lnTo>
                  <a:lnTo>
                    <a:pt x="3401632" y="16587"/>
                  </a:lnTo>
                  <a:lnTo>
                    <a:pt x="3397578" y="83252"/>
                  </a:lnTo>
                  <a:lnTo>
                    <a:pt x="3366005" y="206363"/>
                  </a:lnTo>
                  <a:lnTo>
                    <a:pt x="3406716" y="320996"/>
                  </a:lnTo>
                  <a:lnTo>
                    <a:pt x="3514905" y="378764"/>
                  </a:lnTo>
                  <a:lnTo>
                    <a:pt x="3444948" y="475616"/>
                  </a:lnTo>
                  <a:lnTo>
                    <a:pt x="3340814" y="479162"/>
                  </a:lnTo>
                  <a:lnTo>
                    <a:pt x="3340687" y="602286"/>
                  </a:lnTo>
                  <a:lnTo>
                    <a:pt x="3317707" y="613903"/>
                  </a:lnTo>
                  <a:lnTo>
                    <a:pt x="3282868" y="610369"/>
                  </a:lnTo>
                  <a:lnTo>
                    <a:pt x="3241636" y="663053"/>
                  </a:lnTo>
                  <a:lnTo>
                    <a:pt x="3201306" y="689325"/>
                  </a:lnTo>
                  <a:lnTo>
                    <a:pt x="3165680" y="686580"/>
                  </a:lnTo>
                  <a:lnTo>
                    <a:pt x="3135531" y="737561"/>
                  </a:lnTo>
                  <a:lnTo>
                    <a:pt x="3160062" y="751148"/>
                  </a:lnTo>
                  <a:lnTo>
                    <a:pt x="3178466" y="745784"/>
                  </a:lnTo>
                  <a:lnTo>
                    <a:pt x="3193731" y="768268"/>
                  </a:lnTo>
                  <a:lnTo>
                    <a:pt x="3191914" y="798468"/>
                  </a:lnTo>
                  <a:lnTo>
                    <a:pt x="3186690" y="832061"/>
                  </a:lnTo>
                  <a:lnTo>
                    <a:pt x="3124702" y="875835"/>
                  </a:lnTo>
                  <a:lnTo>
                    <a:pt x="3098074" y="866963"/>
                  </a:lnTo>
                  <a:lnTo>
                    <a:pt x="3083991" y="885889"/>
                  </a:lnTo>
                  <a:lnTo>
                    <a:pt x="3091033" y="903022"/>
                  </a:lnTo>
                  <a:lnTo>
                    <a:pt x="3092736" y="935039"/>
                  </a:lnTo>
                  <a:lnTo>
                    <a:pt x="3058533" y="930870"/>
                  </a:lnTo>
                  <a:lnTo>
                    <a:pt x="3049661" y="951511"/>
                  </a:lnTo>
                  <a:lnTo>
                    <a:pt x="3001896" y="964069"/>
                  </a:lnTo>
                  <a:lnTo>
                    <a:pt x="3005430" y="993595"/>
                  </a:lnTo>
                  <a:lnTo>
                    <a:pt x="2986504" y="1010728"/>
                  </a:lnTo>
                  <a:lnTo>
                    <a:pt x="2984674" y="1039746"/>
                  </a:lnTo>
                  <a:lnTo>
                    <a:pt x="2965876" y="1056205"/>
                  </a:lnTo>
                  <a:lnTo>
                    <a:pt x="2875201" y="1078169"/>
                  </a:lnTo>
                  <a:lnTo>
                    <a:pt x="2829380" y="1058951"/>
                  </a:lnTo>
                  <a:close/>
                </a:path>
              </a:pathLst>
            </a:custGeom>
            <a:solidFill>
              <a:srgbClr val="FFFFFF"/>
            </a:solidFill>
            <a:ln w="12700" cap="flat">
              <a:noFill/>
              <a:prstDash val="solid"/>
              <a:miter/>
            </a:ln>
          </p:spPr>
          <p:txBody>
            <a:bodyPr rtlCol="0" anchor="ctr"/>
            <a:lstStyle/>
            <a:p>
              <a:endParaRPr lang="de-CH"/>
            </a:p>
          </p:txBody>
        </p:sp>
        <p:sp>
          <p:nvSpPr>
            <p:cNvPr id="56" name="Freihandform: Form 55">
              <a:extLst>
                <a:ext uri="{FF2B5EF4-FFF2-40B4-BE49-F238E27FC236}">
                  <a16:creationId xmlns:a16="http://schemas.microsoft.com/office/drawing/2014/main" id="{22A171AD-F430-6A42-A0B6-2D443E1592B2}"/>
                </a:ext>
              </a:extLst>
            </p:cNvPr>
            <p:cNvSpPr/>
            <p:nvPr/>
          </p:nvSpPr>
          <p:spPr>
            <a:xfrm>
              <a:off x="3148410" y="3927456"/>
              <a:ext cx="3514905" cy="2393433"/>
            </a:xfrm>
            <a:custGeom>
              <a:avLst/>
              <a:gdLst>
                <a:gd name="connsiteX0" fmla="*/ 2829380 w 3514905"/>
                <a:gd name="connsiteY0" fmla="*/ 1058951 h 2393433"/>
                <a:gd name="connsiteX1" fmla="*/ 2794021 w 3514905"/>
                <a:gd name="connsiteY1" fmla="*/ 1090587 h 2393433"/>
                <a:gd name="connsiteX2" fmla="*/ 2778616 w 3514905"/>
                <a:gd name="connsiteY2" fmla="*/ 1123658 h 2393433"/>
                <a:gd name="connsiteX3" fmla="*/ 2758509 w 3514905"/>
                <a:gd name="connsiteY3" fmla="*/ 1133725 h 2393433"/>
                <a:gd name="connsiteX4" fmla="*/ 2743243 w 3514905"/>
                <a:gd name="connsiteY4" fmla="*/ 1159196 h 2393433"/>
                <a:gd name="connsiteX5" fmla="*/ 2723670 w 3514905"/>
                <a:gd name="connsiteY5" fmla="*/ 1168080 h 2393433"/>
                <a:gd name="connsiteX6" fmla="*/ 2725500 w 3514905"/>
                <a:gd name="connsiteY6" fmla="*/ 1181032 h 2393433"/>
                <a:gd name="connsiteX7" fmla="*/ 2714290 w 3514905"/>
                <a:gd name="connsiteY7" fmla="*/ 1186904 h 2393433"/>
                <a:gd name="connsiteX8" fmla="*/ 2728512 w 3514905"/>
                <a:gd name="connsiteY8" fmla="*/ 1198153 h 2393433"/>
                <a:gd name="connsiteX9" fmla="*/ 2760351 w 3514905"/>
                <a:gd name="connsiteY9" fmla="*/ 1208220 h 2393433"/>
                <a:gd name="connsiteX10" fmla="*/ 2776913 w 3514905"/>
                <a:gd name="connsiteY10" fmla="*/ 1247824 h 2393433"/>
                <a:gd name="connsiteX11" fmla="*/ 2791669 w 3514905"/>
                <a:gd name="connsiteY11" fmla="*/ 1250824 h 2393433"/>
                <a:gd name="connsiteX12" fmla="*/ 2804595 w 3514905"/>
                <a:gd name="connsiteY12" fmla="*/ 1275139 h 2393433"/>
                <a:gd name="connsiteX13" fmla="*/ 2831859 w 3514905"/>
                <a:gd name="connsiteY13" fmla="*/ 1280350 h 2393433"/>
                <a:gd name="connsiteX14" fmla="*/ 2850136 w 3514905"/>
                <a:gd name="connsiteY14" fmla="*/ 1332385 h 2393433"/>
                <a:gd name="connsiteX15" fmla="*/ 2859008 w 3514905"/>
                <a:gd name="connsiteY15" fmla="*/ 1376820 h 2393433"/>
                <a:gd name="connsiteX16" fmla="*/ 2883145 w 3514905"/>
                <a:gd name="connsiteY16" fmla="*/ 1399826 h 2393433"/>
                <a:gd name="connsiteX17" fmla="*/ 2892677 w 3514905"/>
                <a:gd name="connsiteY17" fmla="*/ 1430661 h 2393433"/>
                <a:gd name="connsiteX18" fmla="*/ 2857178 w 3514905"/>
                <a:gd name="connsiteY18" fmla="*/ 1474981 h 2393433"/>
                <a:gd name="connsiteX19" fmla="*/ 2869570 w 3514905"/>
                <a:gd name="connsiteY19" fmla="*/ 1517586 h 2393433"/>
                <a:gd name="connsiteX20" fmla="*/ 2849475 w 3514905"/>
                <a:gd name="connsiteY20" fmla="*/ 1553022 h 2393433"/>
                <a:gd name="connsiteX21" fmla="*/ 2828860 w 3514905"/>
                <a:gd name="connsiteY21" fmla="*/ 1562415 h 2393433"/>
                <a:gd name="connsiteX22" fmla="*/ 2811116 w 3514905"/>
                <a:gd name="connsiteY22" fmla="*/ 1557712 h 2393433"/>
                <a:gd name="connsiteX23" fmla="*/ 2787488 w 3514905"/>
                <a:gd name="connsiteY23" fmla="*/ 1576142 h 2393433"/>
                <a:gd name="connsiteX24" fmla="*/ 2779264 w 3514905"/>
                <a:gd name="connsiteY24" fmla="*/ 1613917 h 2393433"/>
                <a:gd name="connsiteX25" fmla="*/ 2747959 w 3514905"/>
                <a:gd name="connsiteY25" fmla="*/ 1640582 h 2393433"/>
                <a:gd name="connsiteX26" fmla="*/ 2687649 w 3514905"/>
                <a:gd name="connsiteY26" fmla="*/ 1650636 h 2393433"/>
                <a:gd name="connsiteX27" fmla="*/ 2649289 w 3514905"/>
                <a:gd name="connsiteY27" fmla="*/ 1664249 h 2393433"/>
                <a:gd name="connsiteX28" fmla="*/ 2614324 w 3514905"/>
                <a:gd name="connsiteY28" fmla="*/ 1667897 h 2393433"/>
                <a:gd name="connsiteX29" fmla="*/ 2607397 w 3514905"/>
                <a:gd name="connsiteY29" fmla="*/ 1715090 h 2393433"/>
                <a:gd name="connsiteX30" fmla="*/ 2593174 w 3514905"/>
                <a:gd name="connsiteY30" fmla="*/ 1734549 h 2393433"/>
                <a:gd name="connsiteX31" fmla="*/ 2594089 w 3514905"/>
                <a:gd name="connsiteY31" fmla="*/ 1776124 h 2393433"/>
                <a:gd name="connsiteX32" fmla="*/ 2615366 w 3514905"/>
                <a:gd name="connsiteY32" fmla="*/ 1829583 h 2393433"/>
                <a:gd name="connsiteX33" fmla="*/ 2578303 w 3514905"/>
                <a:gd name="connsiteY33" fmla="*/ 1864078 h 2393433"/>
                <a:gd name="connsiteX34" fmla="*/ 2586133 w 3514905"/>
                <a:gd name="connsiteY34" fmla="*/ 1885902 h 2393433"/>
                <a:gd name="connsiteX35" fmla="*/ 2572545 w 3514905"/>
                <a:gd name="connsiteY35" fmla="*/ 1904332 h 2393433"/>
                <a:gd name="connsiteX36" fmla="*/ 2573206 w 3514905"/>
                <a:gd name="connsiteY36" fmla="*/ 1930350 h 2393433"/>
                <a:gd name="connsiteX37" fmla="*/ 2549578 w 3514905"/>
                <a:gd name="connsiteY37" fmla="*/ 1928125 h 2393433"/>
                <a:gd name="connsiteX38" fmla="*/ 2523611 w 3514905"/>
                <a:gd name="connsiteY38" fmla="*/ 1978191 h 2393433"/>
                <a:gd name="connsiteX39" fmla="*/ 2493488 w 3514905"/>
                <a:gd name="connsiteY39" fmla="*/ 1971124 h 2393433"/>
                <a:gd name="connsiteX40" fmla="*/ 2462157 w 3514905"/>
                <a:gd name="connsiteY40" fmla="*/ 1977670 h 2393433"/>
                <a:gd name="connsiteX41" fmla="*/ 2435008 w 3514905"/>
                <a:gd name="connsiteY41" fmla="*/ 1971658 h 2393433"/>
                <a:gd name="connsiteX42" fmla="*/ 2356319 w 3514905"/>
                <a:gd name="connsiteY42" fmla="*/ 1975966 h 2393433"/>
                <a:gd name="connsiteX43" fmla="*/ 2325002 w 3514905"/>
                <a:gd name="connsiteY43" fmla="*/ 2027201 h 2393433"/>
                <a:gd name="connsiteX44" fmla="*/ 2297852 w 3514905"/>
                <a:gd name="connsiteY44" fmla="*/ 2045758 h 2393433"/>
                <a:gd name="connsiteX45" fmla="*/ 2299810 w 3514905"/>
                <a:gd name="connsiteY45" fmla="*/ 2108890 h 2393433"/>
                <a:gd name="connsiteX46" fmla="*/ 2283897 w 3514905"/>
                <a:gd name="connsiteY46" fmla="*/ 2126023 h 2393433"/>
                <a:gd name="connsiteX47" fmla="*/ 2280884 w 3514905"/>
                <a:gd name="connsiteY47" fmla="*/ 2154507 h 2393433"/>
                <a:gd name="connsiteX48" fmla="*/ 2296810 w 3514905"/>
                <a:gd name="connsiteY48" fmla="*/ 2184045 h 2393433"/>
                <a:gd name="connsiteX49" fmla="*/ 2287405 w 3514905"/>
                <a:gd name="connsiteY49" fmla="*/ 2203530 h 2393433"/>
                <a:gd name="connsiteX50" fmla="*/ 2257917 w 3514905"/>
                <a:gd name="connsiteY50" fmla="*/ 2218935 h 2393433"/>
                <a:gd name="connsiteX51" fmla="*/ 2246033 w 3514905"/>
                <a:gd name="connsiteY51" fmla="*/ 2206542 h 2393433"/>
                <a:gd name="connsiteX52" fmla="*/ 2199984 w 3514905"/>
                <a:gd name="connsiteY52" fmla="*/ 2200645 h 2393433"/>
                <a:gd name="connsiteX53" fmla="*/ 2168526 w 3514905"/>
                <a:gd name="connsiteY53" fmla="*/ 2187706 h 2393433"/>
                <a:gd name="connsiteX54" fmla="*/ 2136687 w 3514905"/>
                <a:gd name="connsiteY54" fmla="*/ 2221426 h 2393433"/>
                <a:gd name="connsiteX55" fmla="*/ 2059422 w 3514905"/>
                <a:gd name="connsiteY55" fmla="*/ 2155040 h 2393433"/>
                <a:gd name="connsiteX56" fmla="*/ 2027074 w 3514905"/>
                <a:gd name="connsiteY56" fmla="*/ 2148495 h 2393433"/>
                <a:gd name="connsiteX57" fmla="*/ 1994574 w 3514905"/>
                <a:gd name="connsiteY57" fmla="*/ 2194379 h 2393433"/>
                <a:gd name="connsiteX58" fmla="*/ 1964413 w 3514905"/>
                <a:gd name="connsiteY58" fmla="*/ 2195688 h 2393433"/>
                <a:gd name="connsiteX59" fmla="*/ 1937810 w 3514905"/>
                <a:gd name="connsiteY59" fmla="*/ 2162743 h 2393433"/>
                <a:gd name="connsiteX60" fmla="*/ 1940149 w 3514905"/>
                <a:gd name="connsiteY60" fmla="*/ 2121956 h 2393433"/>
                <a:gd name="connsiteX61" fmla="*/ 1915352 w 3514905"/>
                <a:gd name="connsiteY61" fmla="*/ 2103018 h 2393433"/>
                <a:gd name="connsiteX62" fmla="*/ 1884301 w 3514905"/>
                <a:gd name="connsiteY62" fmla="*/ 2100400 h 2393433"/>
                <a:gd name="connsiteX63" fmla="*/ 1855715 w 3514905"/>
                <a:gd name="connsiteY63" fmla="*/ 2049165 h 2393433"/>
                <a:gd name="connsiteX64" fmla="*/ 1835087 w 3514905"/>
                <a:gd name="connsiteY64" fmla="*/ 2043280 h 2393433"/>
                <a:gd name="connsiteX65" fmla="*/ 1800375 w 3514905"/>
                <a:gd name="connsiteY65" fmla="*/ 2060006 h 2393433"/>
                <a:gd name="connsiteX66" fmla="*/ 1761888 w 3514905"/>
                <a:gd name="connsiteY66" fmla="*/ 2054515 h 2393433"/>
                <a:gd name="connsiteX67" fmla="*/ 1737612 w 3514905"/>
                <a:gd name="connsiteY67" fmla="*/ 2062765 h 2393433"/>
                <a:gd name="connsiteX68" fmla="*/ 1679806 w 3514905"/>
                <a:gd name="connsiteY68" fmla="*/ 2053867 h 2393433"/>
                <a:gd name="connsiteX69" fmla="*/ 1663880 w 3514905"/>
                <a:gd name="connsiteY69" fmla="*/ 2003408 h 2393433"/>
                <a:gd name="connsiteX70" fmla="*/ 1639083 w 3514905"/>
                <a:gd name="connsiteY70" fmla="*/ 2014262 h 2393433"/>
                <a:gd name="connsiteX71" fmla="*/ 1608934 w 3514905"/>
                <a:gd name="connsiteY71" fmla="*/ 2014262 h 2393433"/>
                <a:gd name="connsiteX72" fmla="*/ 1597050 w 3514905"/>
                <a:gd name="connsiteY72" fmla="*/ 2044462 h 2393433"/>
                <a:gd name="connsiteX73" fmla="*/ 1605934 w 3514905"/>
                <a:gd name="connsiteY73" fmla="*/ 2088630 h 2393433"/>
                <a:gd name="connsiteX74" fmla="*/ 1588318 w 3514905"/>
                <a:gd name="connsiteY74" fmla="*/ 2104835 h 2393433"/>
                <a:gd name="connsiteX75" fmla="*/ 1558690 w 3514905"/>
                <a:gd name="connsiteY75" fmla="*/ 2098302 h 2393433"/>
                <a:gd name="connsiteX76" fmla="*/ 1544608 w 3514905"/>
                <a:gd name="connsiteY76" fmla="*/ 2087066 h 2393433"/>
                <a:gd name="connsiteX77" fmla="*/ 1525021 w 3514905"/>
                <a:gd name="connsiteY77" fmla="*/ 2090460 h 2393433"/>
                <a:gd name="connsiteX78" fmla="*/ 1503897 w 3514905"/>
                <a:gd name="connsiteY78" fmla="*/ 2086418 h 2393433"/>
                <a:gd name="connsiteX79" fmla="*/ 1486662 w 3514905"/>
                <a:gd name="connsiteY79" fmla="*/ 2104835 h 2393433"/>
                <a:gd name="connsiteX80" fmla="*/ 1463033 w 3514905"/>
                <a:gd name="connsiteY80" fmla="*/ 2111902 h 2393433"/>
                <a:gd name="connsiteX81" fmla="*/ 1454289 w 3514905"/>
                <a:gd name="connsiteY81" fmla="*/ 2124841 h 2393433"/>
                <a:gd name="connsiteX82" fmla="*/ 1460174 w 3514905"/>
                <a:gd name="connsiteY82" fmla="*/ 2162743 h 2393433"/>
                <a:gd name="connsiteX83" fmla="*/ 1430025 w 3514905"/>
                <a:gd name="connsiteY83" fmla="*/ 2163925 h 2393433"/>
                <a:gd name="connsiteX84" fmla="*/ 1415014 w 3514905"/>
                <a:gd name="connsiteY84" fmla="*/ 2175542 h 2393433"/>
                <a:gd name="connsiteX85" fmla="*/ 1396356 w 3514905"/>
                <a:gd name="connsiteY85" fmla="*/ 2178173 h 2393433"/>
                <a:gd name="connsiteX86" fmla="*/ 1375740 w 3514905"/>
                <a:gd name="connsiteY86" fmla="*/ 2211233 h 2393433"/>
                <a:gd name="connsiteX87" fmla="*/ 1326145 w 3514905"/>
                <a:gd name="connsiteY87" fmla="*/ 2246656 h 2393433"/>
                <a:gd name="connsiteX88" fmla="*/ 1305389 w 3514905"/>
                <a:gd name="connsiteY88" fmla="*/ 2240263 h 2393433"/>
                <a:gd name="connsiteX89" fmla="*/ 1290645 w 3514905"/>
                <a:gd name="connsiteY89" fmla="*/ 2266255 h 2393433"/>
                <a:gd name="connsiteX90" fmla="*/ 1265860 w 3514905"/>
                <a:gd name="connsiteY90" fmla="*/ 2281545 h 2393433"/>
                <a:gd name="connsiteX91" fmla="*/ 1232839 w 3514905"/>
                <a:gd name="connsiteY91" fmla="*/ 2259201 h 2393433"/>
                <a:gd name="connsiteX92" fmla="*/ 1212744 w 3514905"/>
                <a:gd name="connsiteY92" fmla="*/ 2257371 h 2393433"/>
                <a:gd name="connsiteX93" fmla="*/ 1200987 w 3514905"/>
                <a:gd name="connsiteY93" fmla="*/ 2235534 h 2393433"/>
                <a:gd name="connsiteX94" fmla="*/ 1179723 w 3514905"/>
                <a:gd name="connsiteY94" fmla="*/ 2227832 h 2393433"/>
                <a:gd name="connsiteX95" fmla="*/ 1144236 w 3514905"/>
                <a:gd name="connsiteY95" fmla="*/ 2243783 h 2393433"/>
                <a:gd name="connsiteX96" fmla="*/ 1128298 w 3514905"/>
                <a:gd name="connsiteY96" fmla="*/ 2234238 h 2393433"/>
                <a:gd name="connsiteX97" fmla="*/ 1120087 w 3514905"/>
                <a:gd name="connsiteY97" fmla="*/ 2218935 h 2393433"/>
                <a:gd name="connsiteX98" fmla="*/ 1079363 w 3514905"/>
                <a:gd name="connsiteY98" fmla="*/ 2210584 h 2393433"/>
                <a:gd name="connsiteX99" fmla="*/ 1068661 w 3514905"/>
                <a:gd name="connsiteY99" fmla="*/ 2218935 h 2393433"/>
                <a:gd name="connsiteX100" fmla="*/ 1049215 w 3514905"/>
                <a:gd name="connsiteY100" fmla="*/ 2262086 h 2393433"/>
                <a:gd name="connsiteX101" fmla="*/ 1010067 w 3514905"/>
                <a:gd name="connsiteY101" fmla="*/ 2303776 h 2393433"/>
                <a:gd name="connsiteX102" fmla="*/ 993633 w 3514905"/>
                <a:gd name="connsiteY102" fmla="*/ 2307690 h 2393433"/>
                <a:gd name="connsiteX103" fmla="*/ 985409 w 3514905"/>
                <a:gd name="connsiteY103" fmla="*/ 2290455 h 2393433"/>
                <a:gd name="connsiteX104" fmla="*/ 962442 w 3514905"/>
                <a:gd name="connsiteY104" fmla="*/ 2301157 h 2393433"/>
                <a:gd name="connsiteX105" fmla="*/ 943517 w 3514905"/>
                <a:gd name="connsiteY105" fmla="*/ 2294624 h 2393433"/>
                <a:gd name="connsiteX106" fmla="*/ 925239 w 3514905"/>
                <a:gd name="connsiteY106" fmla="*/ 2301678 h 2393433"/>
                <a:gd name="connsiteX107" fmla="*/ 919240 w 3514905"/>
                <a:gd name="connsiteY107" fmla="*/ 2317642 h 2393433"/>
                <a:gd name="connsiteX108" fmla="*/ 889358 w 3514905"/>
                <a:gd name="connsiteY108" fmla="*/ 2337623 h 2393433"/>
                <a:gd name="connsiteX109" fmla="*/ 889625 w 3514905"/>
                <a:gd name="connsiteY109" fmla="*/ 2375130 h 2393433"/>
                <a:gd name="connsiteX110" fmla="*/ 867166 w 3514905"/>
                <a:gd name="connsiteY110" fmla="*/ 2387815 h 2393433"/>
                <a:gd name="connsiteX111" fmla="*/ 832328 w 3514905"/>
                <a:gd name="connsiteY111" fmla="*/ 2373821 h 2393433"/>
                <a:gd name="connsiteX112" fmla="*/ 802967 w 3514905"/>
                <a:gd name="connsiteY112" fmla="*/ 2354362 h 2393433"/>
                <a:gd name="connsiteX113" fmla="*/ 801137 w 3514905"/>
                <a:gd name="connsiteY113" fmla="*/ 2334877 h 2393433"/>
                <a:gd name="connsiteX114" fmla="*/ 788744 w 3514905"/>
                <a:gd name="connsiteY114" fmla="*/ 2331878 h 2393433"/>
                <a:gd name="connsiteX115" fmla="*/ 755736 w 3514905"/>
                <a:gd name="connsiteY115" fmla="*/ 2348998 h 2393433"/>
                <a:gd name="connsiteX116" fmla="*/ 748669 w 3514905"/>
                <a:gd name="connsiteY116" fmla="*/ 2367428 h 2393433"/>
                <a:gd name="connsiteX117" fmla="*/ 712280 w 3514905"/>
                <a:gd name="connsiteY117" fmla="*/ 2389645 h 2393433"/>
                <a:gd name="connsiteX118" fmla="*/ 681864 w 3514905"/>
                <a:gd name="connsiteY118" fmla="*/ 2393433 h 2393433"/>
                <a:gd name="connsiteX119" fmla="*/ 664248 w 3514905"/>
                <a:gd name="connsiteY119" fmla="*/ 2369780 h 2393433"/>
                <a:gd name="connsiteX120" fmla="*/ 653012 w 3514905"/>
                <a:gd name="connsiteY120" fmla="*/ 2346126 h 2393433"/>
                <a:gd name="connsiteX121" fmla="*/ 660079 w 3514905"/>
                <a:gd name="connsiteY121" fmla="*/ 2332513 h 2393433"/>
                <a:gd name="connsiteX122" fmla="*/ 631100 w 3514905"/>
                <a:gd name="connsiteY122" fmla="*/ 2305872 h 2393433"/>
                <a:gd name="connsiteX123" fmla="*/ 624058 w 3514905"/>
                <a:gd name="connsiteY123" fmla="*/ 2285218 h 2393433"/>
                <a:gd name="connsiteX124" fmla="*/ 599261 w 3514905"/>
                <a:gd name="connsiteY124" fmla="*/ 2266255 h 2393433"/>
                <a:gd name="connsiteX125" fmla="*/ 595079 w 3514905"/>
                <a:gd name="connsiteY125" fmla="*/ 2232535 h 2393433"/>
                <a:gd name="connsiteX126" fmla="*/ 555550 w 3514905"/>
                <a:gd name="connsiteY126" fmla="*/ 2198166 h 2393433"/>
                <a:gd name="connsiteX127" fmla="*/ 537782 w 3514905"/>
                <a:gd name="connsiteY127" fmla="*/ 2150325 h 2393433"/>
                <a:gd name="connsiteX128" fmla="*/ 540794 w 3514905"/>
                <a:gd name="connsiteY128" fmla="*/ 2101836 h 2393433"/>
                <a:gd name="connsiteX129" fmla="*/ 504773 w 3514905"/>
                <a:gd name="connsiteY129" fmla="*/ 2087066 h 2393433"/>
                <a:gd name="connsiteX130" fmla="*/ 487297 w 3514905"/>
                <a:gd name="connsiteY130" fmla="*/ 2056091 h 2393433"/>
                <a:gd name="connsiteX131" fmla="*/ 494732 w 3514905"/>
                <a:gd name="connsiteY131" fmla="*/ 2035577 h 2393433"/>
                <a:gd name="connsiteX132" fmla="*/ 515856 w 3514905"/>
                <a:gd name="connsiteY132" fmla="*/ 2021838 h 2393433"/>
                <a:gd name="connsiteX133" fmla="*/ 490029 w 3514905"/>
                <a:gd name="connsiteY133" fmla="*/ 2003026 h 2393433"/>
                <a:gd name="connsiteX134" fmla="*/ 484157 w 3514905"/>
                <a:gd name="connsiteY134" fmla="*/ 1968124 h 2393433"/>
                <a:gd name="connsiteX135" fmla="*/ 463401 w 3514905"/>
                <a:gd name="connsiteY135" fmla="*/ 1971658 h 2393433"/>
                <a:gd name="connsiteX136" fmla="*/ 435083 w 3514905"/>
                <a:gd name="connsiteY136" fmla="*/ 1951665 h 2393433"/>
                <a:gd name="connsiteX137" fmla="*/ 426860 w 3514905"/>
                <a:gd name="connsiteY137" fmla="*/ 1911920 h 2393433"/>
                <a:gd name="connsiteX138" fmla="*/ 400893 w 3514905"/>
                <a:gd name="connsiteY138" fmla="*/ 1878327 h 2393433"/>
                <a:gd name="connsiteX139" fmla="*/ 386149 w 3514905"/>
                <a:gd name="connsiteY139" fmla="*/ 1877678 h 2393433"/>
                <a:gd name="connsiteX140" fmla="*/ 373108 w 3514905"/>
                <a:gd name="connsiteY140" fmla="*/ 1842255 h 2393433"/>
                <a:gd name="connsiteX141" fmla="*/ 357169 w 3514905"/>
                <a:gd name="connsiteY141" fmla="*/ 1814433 h 2393433"/>
                <a:gd name="connsiteX142" fmla="*/ 335384 w 3514905"/>
                <a:gd name="connsiteY142" fmla="*/ 1796117 h 2393433"/>
                <a:gd name="connsiteX143" fmla="*/ 341777 w 3514905"/>
                <a:gd name="connsiteY143" fmla="*/ 1777433 h 2393433"/>
                <a:gd name="connsiteX144" fmla="*/ 333554 w 3514905"/>
                <a:gd name="connsiteY144" fmla="*/ 1770112 h 2393433"/>
                <a:gd name="connsiteX145" fmla="*/ 319331 w 3514905"/>
                <a:gd name="connsiteY145" fmla="*/ 1778348 h 2393433"/>
                <a:gd name="connsiteX146" fmla="*/ 285662 w 3514905"/>
                <a:gd name="connsiteY146" fmla="*/ 1819123 h 2393433"/>
                <a:gd name="connsiteX147" fmla="*/ 258119 w 3514905"/>
                <a:gd name="connsiteY147" fmla="*/ 1823965 h 2393433"/>
                <a:gd name="connsiteX148" fmla="*/ 248459 w 3514905"/>
                <a:gd name="connsiteY148" fmla="*/ 1843958 h 2393433"/>
                <a:gd name="connsiteX149" fmla="*/ 212451 w 3514905"/>
                <a:gd name="connsiteY149" fmla="*/ 1826838 h 2393433"/>
                <a:gd name="connsiteX150" fmla="*/ 204100 w 3514905"/>
                <a:gd name="connsiteY150" fmla="*/ 1807620 h 2393433"/>
                <a:gd name="connsiteX151" fmla="*/ 221323 w 3514905"/>
                <a:gd name="connsiteY151" fmla="*/ 1754695 h 2393433"/>
                <a:gd name="connsiteX152" fmla="*/ 245739 w 3514905"/>
                <a:gd name="connsiteY152" fmla="*/ 1741222 h 2393433"/>
                <a:gd name="connsiteX153" fmla="*/ 244951 w 3514905"/>
                <a:gd name="connsiteY153" fmla="*/ 1709726 h 2393433"/>
                <a:gd name="connsiteX154" fmla="*/ 224844 w 3514905"/>
                <a:gd name="connsiteY154" fmla="*/ 1684903 h 2393433"/>
                <a:gd name="connsiteX155" fmla="*/ 250302 w 3514905"/>
                <a:gd name="connsiteY155" fmla="*/ 1641103 h 2393433"/>
                <a:gd name="connsiteX156" fmla="*/ 245612 w 3514905"/>
                <a:gd name="connsiteY156" fmla="*/ 1619280 h 2393433"/>
                <a:gd name="connsiteX157" fmla="*/ 265948 w 3514905"/>
                <a:gd name="connsiteY157" fmla="*/ 1592741 h 2393433"/>
                <a:gd name="connsiteX158" fmla="*/ 249641 w 3514905"/>
                <a:gd name="connsiteY158" fmla="*/ 1592614 h 2393433"/>
                <a:gd name="connsiteX159" fmla="*/ 226674 w 3514905"/>
                <a:gd name="connsiteY159" fmla="*/ 1603329 h 2393433"/>
                <a:gd name="connsiteX160" fmla="*/ 209579 w 3514905"/>
                <a:gd name="connsiteY160" fmla="*/ 1592093 h 2393433"/>
                <a:gd name="connsiteX161" fmla="*/ 155814 w 3514905"/>
                <a:gd name="connsiteY161" fmla="*/ 1587911 h 2393433"/>
                <a:gd name="connsiteX162" fmla="*/ 134537 w 3514905"/>
                <a:gd name="connsiteY162" fmla="*/ 1572481 h 2393433"/>
                <a:gd name="connsiteX163" fmla="*/ 89137 w 3514905"/>
                <a:gd name="connsiteY163" fmla="*/ 1575481 h 2393433"/>
                <a:gd name="connsiteX164" fmla="*/ 53891 w 3514905"/>
                <a:gd name="connsiteY164" fmla="*/ 1553530 h 2393433"/>
                <a:gd name="connsiteX165" fmla="*/ 38359 w 3514905"/>
                <a:gd name="connsiteY165" fmla="*/ 1511586 h 2393433"/>
                <a:gd name="connsiteX166" fmla="*/ 43075 w 3514905"/>
                <a:gd name="connsiteY166" fmla="*/ 1476557 h 2393433"/>
                <a:gd name="connsiteX167" fmla="*/ 85476 w 3514905"/>
                <a:gd name="connsiteY167" fmla="*/ 1419692 h 2393433"/>
                <a:gd name="connsiteX168" fmla="*/ 65763 w 3514905"/>
                <a:gd name="connsiteY168" fmla="*/ 1354603 h 2393433"/>
                <a:gd name="connsiteX169" fmla="*/ 98529 w 3514905"/>
                <a:gd name="connsiteY169" fmla="*/ 1295793 h 2393433"/>
                <a:gd name="connsiteX170" fmla="*/ 98529 w 3514905"/>
                <a:gd name="connsiteY170" fmla="*/ 1266775 h 2393433"/>
                <a:gd name="connsiteX171" fmla="*/ 126327 w 3514905"/>
                <a:gd name="connsiteY171" fmla="*/ 1249642 h 2393433"/>
                <a:gd name="connsiteX172" fmla="*/ 138071 w 3514905"/>
                <a:gd name="connsiteY172" fmla="*/ 1221807 h 2393433"/>
                <a:gd name="connsiteX173" fmla="*/ 164432 w 3514905"/>
                <a:gd name="connsiteY173" fmla="*/ 1202601 h 2393433"/>
                <a:gd name="connsiteX174" fmla="*/ 173965 w 3514905"/>
                <a:gd name="connsiteY174" fmla="*/ 1188608 h 2393433"/>
                <a:gd name="connsiteX175" fmla="*/ 178909 w 3514905"/>
                <a:gd name="connsiteY175" fmla="*/ 1147973 h 2393433"/>
                <a:gd name="connsiteX176" fmla="*/ 191314 w 3514905"/>
                <a:gd name="connsiteY176" fmla="*/ 1125476 h 2393433"/>
                <a:gd name="connsiteX177" fmla="*/ 184527 w 3514905"/>
                <a:gd name="connsiteY177" fmla="*/ 1096065 h 2393433"/>
                <a:gd name="connsiteX178" fmla="*/ 156475 w 3514905"/>
                <a:gd name="connsiteY178" fmla="*/ 1097641 h 2393433"/>
                <a:gd name="connsiteX179" fmla="*/ 118624 w 3514905"/>
                <a:gd name="connsiteY179" fmla="*/ 1065738 h 2393433"/>
                <a:gd name="connsiteX180" fmla="*/ 119794 w 3514905"/>
                <a:gd name="connsiteY180" fmla="*/ 1047448 h 2393433"/>
                <a:gd name="connsiteX181" fmla="*/ 103741 w 3514905"/>
                <a:gd name="connsiteY181" fmla="*/ 1019994 h 2393433"/>
                <a:gd name="connsiteX182" fmla="*/ 81434 w 3514905"/>
                <a:gd name="connsiteY182" fmla="*/ 1010067 h 2393433"/>
                <a:gd name="connsiteX183" fmla="*/ 59649 w 3514905"/>
                <a:gd name="connsiteY183" fmla="*/ 1011237 h 2393433"/>
                <a:gd name="connsiteX184" fmla="*/ 55467 w 3514905"/>
                <a:gd name="connsiteY184" fmla="*/ 978178 h 2393433"/>
                <a:gd name="connsiteX185" fmla="*/ 28827 w 3514905"/>
                <a:gd name="connsiteY185" fmla="*/ 975165 h 2393433"/>
                <a:gd name="connsiteX186" fmla="*/ 15926 w 3514905"/>
                <a:gd name="connsiteY186" fmla="*/ 931518 h 2393433"/>
                <a:gd name="connsiteX187" fmla="*/ 0 w 3514905"/>
                <a:gd name="connsiteY187" fmla="*/ 910737 h 2393433"/>
                <a:gd name="connsiteX188" fmla="*/ 2872 w 3514905"/>
                <a:gd name="connsiteY188" fmla="*/ 875314 h 2393433"/>
                <a:gd name="connsiteX189" fmla="*/ 46596 w 3514905"/>
                <a:gd name="connsiteY189" fmla="*/ 859884 h 2393433"/>
                <a:gd name="connsiteX190" fmla="*/ 72156 w 3514905"/>
                <a:gd name="connsiteY190" fmla="*/ 837552 h 2393433"/>
                <a:gd name="connsiteX191" fmla="*/ 67593 w 3514905"/>
                <a:gd name="connsiteY191" fmla="*/ 797807 h 2393433"/>
                <a:gd name="connsiteX192" fmla="*/ 75816 w 3514905"/>
                <a:gd name="connsiteY192" fmla="*/ 785262 h 2393433"/>
                <a:gd name="connsiteX193" fmla="*/ 114316 w 3514905"/>
                <a:gd name="connsiteY193" fmla="*/ 806043 h 2393433"/>
                <a:gd name="connsiteX194" fmla="*/ 128919 w 3514905"/>
                <a:gd name="connsiteY194" fmla="*/ 809564 h 2393433"/>
                <a:gd name="connsiteX195" fmla="*/ 161547 w 3514905"/>
                <a:gd name="connsiteY195" fmla="*/ 802904 h 2393433"/>
                <a:gd name="connsiteX196" fmla="*/ 172516 w 3514905"/>
                <a:gd name="connsiteY196" fmla="*/ 806551 h 2393433"/>
                <a:gd name="connsiteX197" fmla="*/ 181654 w 3514905"/>
                <a:gd name="connsiteY197" fmla="*/ 812843 h 2393433"/>
                <a:gd name="connsiteX198" fmla="*/ 187641 w 3514905"/>
                <a:gd name="connsiteY198" fmla="*/ 803832 h 2393433"/>
                <a:gd name="connsiteX199" fmla="*/ 183218 w 3514905"/>
                <a:gd name="connsiteY199" fmla="*/ 787486 h 2393433"/>
                <a:gd name="connsiteX200" fmla="*/ 186217 w 3514905"/>
                <a:gd name="connsiteY200" fmla="*/ 784728 h 2393433"/>
                <a:gd name="connsiteX201" fmla="*/ 209579 w 3514905"/>
                <a:gd name="connsiteY201" fmla="*/ 813237 h 2393433"/>
                <a:gd name="connsiteX202" fmla="*/ 238418 w 3514905"/>
                <a:gd name="connsiteY202" fmla="*/ 840018 h 2393433"/>
                <a:gd name="connsiteX203" fmla="*/ 243248 w 3514905"/>
                <a:gd name="connsiteY203" fmla="*/ 853350 h 2393433"/>
                <a:gd name="connsiteX204" fmla="*/ 242854 w 3514905"/>
                <a:gd name="connsiteY204" fmla="*/ 872695 h 2393433"/>
                <a:gd name="connsiteX205" fmla="*/ 232419 w 3514905"/>
                <a:gd name="connsiteY205" fmla="*/ 900556 h 2393433"/>
                <a:gd name="connsiteX206" fmla="*/ 237249 w 3514905"/>
                <a:gd name="connsiteY206" fmla="*/ 911385 h 2393433"/>
                <a:gd name="connsiteX207" fmla="*/ 249120 w 3514905"/>
                <a:gd name="connsiteY207" fmla="*/ 922634 h 2393433"/>
                <a:gd name="connsiteX208" fmla="*/ 261258 w 3514905"/>
                <a:gd name="connsiteY208" fmla="*/ 946809 h 2393433"/>
                <a:gd name="connsiteX209" fmla="*/ 272087 w 3514905"/>
                <a:gd name="connsiteY209" fmla="*/ 953342 h 2393433"/>
                <a:gd name="connsiteX210" fmla="*/ 296351 w 3514905"/>
                <a:gd name="connsiteY210" fmla="*/ 949821 h 2393433"/>
                <a:gd name="connsiteX211" fmla="*/ 308629 w 3514905"/>
                <a:gd name="connsiteY211" fmla="*/ 950990 h 2393433"/>
                <a:gd name="connsiteX212" fmla="*/ 330033 w 3514905"/>
                <a:gd name="connsiteY212" fmla="*/ 977008 h 2393433"/>
                <a:gd name="connsiteX213" fmla="*/ 334075 w 3514905"/>
                <a:gd name="connsiteY213" fmla="*/ 984710 h 2393433"/>
                <a:gd name="connsiteX214" fmla="*/ 336045 w 3514905"/>
                <a:gd name="connsiteY214" fmla="*/ 995171 h 2393433"/>
                <a:gd name="connsiteX215" fmla="*/ 335384 w 3514905"/>
                <a:gd name="connsiteY215" fmla="*/ 1023133 h 2393433"/>
                <a:gd name="connsiteX216" fmla="*/ 342947 w 3514905"/>
                <a:gd name="connsiteY216" fmla="*/ 1052672 h 2393433"/>
                <a:gd name="connsiteX217" fmla="*/ 344002 w 3514905"/>
                <a:gd name="connsiteY217" fmla="*/ 1072818 h 2393433"/>
                <a:gd name="connsiteX218" fmla="*/ 353661 w 3514905"/>
                <a:gd name="connsiteY218" fmla="*/ 1084714 h 2393433"/>
                <a:gd name="connsiteX219" fmla="*/ 371011 w 3514905"/>
                <a:gd name="connsiteY219" fmla="*/ 1094514 h 2393433"/>
                <a:gd name="connsiteX220" fmla="*/ 391373 w 3514905"/>
                <a:gd name="connsiteY220" fmla="*/ 1115422 h 2393433"/>
                <a:gd name="connsiteX221" fmla="*/ 395694 w 3514905"/>
                <a:gd name="connsiteY221" fmla="*/ 1128361 h 2393433"/>
                <a:gd name="connsiteX222" fmla="*/ 400244 w 3514905"/>
                <a:gd name="connsiteY222" fmla="*/ 1154506 h 2393433"/>
                <a:gd name="connsiteX223" fmla="*/ 404426 w 3514905"/>
                <a:gd name="connsiteY223" fmla="*/ 1166911 h 2393433"/>
                <a:gd name="connsiteX224" fmla="*/ 413425 w 3514905"/>
                <a:gd name="connsiteY224" fmla="*/ 1176330 h 2393433"/>
                <a:gd name="connsiteX225" fmla="*/ 431956 w 3514905"/>
                <a:gd name="connsiteY225" fmla="*/ 1196590 h 2393433"/>
                <a:gd name="connsiteX226" fmla="*/ 449052 w 3514905"/>
                <a:gd name="connsiteY226" fmla="*/ 1210558 h 2393433"/>
                <a:gd name="connsiteX227" fmla="*/ 453360 w 3514905"/>
                <a:gd name="connsiteY227" fmla="*/ 1220637 h 2393433"/>
                <a:gd name="connsiteX228" fmla="*/ 452826 w 3514905"/>
                <a:gd name="connsiteY228" fmla="*/ 1232534 h 2393433"/>
                <a:gd name="connsiteX229" fmla="*/ 464329 w 3514905"/>
                <a:gd name="connsiteY229" fmla="*/ 1258272 h 2393433"/>
                <a:gd name="connsiteX230" fmla="*/ 469934 w 3514905"/>
                <a:gd name="connsiteY230" fmla="*/ 1266775 h 2393433"/>
                <a:gd name="connsiteX231" fmla="*/ 477624 w 3514905"/>
                <a:gd name="connsiteY231" fmla="*/ 1274490 h 2393433"/>
                <a:gd name="connsiteX232" fmla="*/ 480636 w 3514905"/>
                <a:gd name="connsiteY232" fmla="*/ 1279841 h 2393433"/>
                <a:gd name="connsiteX233" fmla="*/ 479327 w 3514905"/>
                <a:gd name="connsiteY233" fmla="*/ 1286374 h 2393433"/>
                <a:gd name="connsiteX234" fmla="*/ 482988 w 3514905"/>
                <a:gd name="connsiteY234" fmla="*/ 1295793 h 2393433"/>
                <a:gd name="connsiteX235" fmla="*/ 491465 w 3514905"/>
                <a:gd name="connsiteY235" fmla="*/ 1302059 h 2393433"/>
                <a:gd name="connsiteX236" fmla="*/ 496562 w 3514905"/>
                <a:gd name="connsiteY236" fmla="*/ 1311731 h 2393433"/>
                <a:gd name="connsiteX237" fmla="*/ 499422 w 3514905"/>
                <a:gd name="connsiteY237" fmla="*/ 1346621 h 2393433"/>
                <a:gd name="connsiteX238" fmla="*/ 502943 w 3514905"/>
                <a:gd name="connsiteY238" fmla="*/ 1354870 h 2393433"/>
                <a:gd name="connsiteX239" fmla="*/ 518348 w 3514905"/>
                <a:gd name="connsiteY239" fmla="*/ 1366767 h 2393433"/>
                <a:gd name="connsiteX240" fmla="*/ 531922 w 3514905"/>
                <a:gd name="connsiteY240" fmla="*/ 1386238 h 2393433"/>
                <a:gd name="connsiteX241" fmla="*/ 541709 w 3514905"/>
                <a:gd name="connsiteY241" fmla="*/ 1406359 h 2393433"/>
                <a:gd name="connsiteX242" fmla="*/ 620919 w 3514905"/>
                <a:gd name="connsiteY242" fmla="*/ 1364936 h 2393433"/>
                <a:gd name="connsiteX243" fmla="*/ 629663 w 3514905"/>
                <a:gd name="connsiteY243" fmla="*/ 1369893 h 2393433"/>
                <a:gd name="connsiteX244" fmla="*/ 656419 w 3514905"/>
                <a:gd name="connsiteY244" fmla="*/ 1363500 h 2393433"/>
                <a:gd name="connsiteX245" fmla="*/ 713703 w 3514905"/>
                <a:gd name="connsiteY245" fmla="*/ 1319447 h 2393433"/>
                <a:gd name="connsiteX246" fmla="*/ 736023 w 3514905"/>
                <a:gd name="connsiteY246" fmla="*/ 1257751 h 2393433"/>
                <a:gd name="connsiteX247" fmla="*/ 777521 w 3514905"/>
                <a:gd name="connsiteY247" fmla="*/ 1249261 h 2393433"/>
                <a:gd name="connsiteX248" fmla="*/ 819541 w 3514905"/>
                <a:gd name="connsiteY248" fmla="*/ 1188480 h 2393433"/>
                <a:gd name="connsiteX249" fmla="*/ 903454 w 3514905"/>
                <a:gd name="connsiteY249" fmla="*/ 1123786 h 2393433"/>
                <a:gd name="connsiteX250" fmla="*/ 875403 w 3514905"/>
                <a:gd name="connsiteY250" fmla="*/ 1061175 h 2393433"/>
                <a:gd name="connsiteX251" fmla="*/ 888964 w 3514905"/>
                <a:gd name="connsiteY251" fmla="*/ 1032679 h 2393433"/>
                <a:gd name="connsiteX252" fmla="*/ 928646 w 3514905"/>
                <a:gd name="connsiteY252" fmla="*/ 990201 h 2393433"/>
                <a:gd name="connsiteX253" fmla="*/ 997942 w 3514905"/>
                <a:gd name="connsiteY253" fmla="*/ 980148 h 2393433"/>
                <a:gd name="connsiteX254" fmla="*/ 1017515 w 3514905"/>
                <a:gd name="connsiteY254" fmla="*/ 956227 h 2393433"/>
                <a:gd name="connsiteX255" fmla="*/ 1016727 w 3514905"/>
                <a:gd name="connsiteY255" fmla="*/ 897544 h 2393433"/>
                <a:gd name="connsiteX256" fmla="*/ 1121917 w 3514905"/>
                <a:gd name="connsiteY256" fmla="*/ 846817 h 2393433"/>
                <a:gd name="connsiteX257" fmla="*/ 1113948 w 3514905"/>
                <a:gd name="connsiteY257" fmla="*/ 930997 h 2393433"/>
                <a:gd name="connsiteX258" fmla="*/ 1133013 w 3514905"/>
                <a:gd name="connsiteY258" fmla="*/ 942894 h 2393433"/>
                <a:gd name="connsiteX259" fmla="*/ 1217307 w 3514905"/>
                <a:gd name="connsiteY259" fmla="*/ 913876 h 2393433"/>
                <a:gd name="connsiteX260" fmla="*/ 1264144 w 3514905"/>
                <a:gd name="connsiteY260" fmla="*/ 877017 h 2393433"/>
                <a:gd name="connsiteX261" fmla="*/ 1300305 w 3514905"/>
                <a:gd name="connsiteY261" fmla="*/ 850872 h 2393433"/>
                <a:gd name="connsiteX262" fmla="*/ 1380176 w 3514905"/>
                <a:gd name="connsiteY262" fmla="*/ 814801 h 2393433"/>
                <a:gd name="connsiteX263" fmla="*/ 1420238 w 3514905"/>
                <a:gd name="connsiteY263" fmla="*/ 842903 h 2393433"/>
                <a:gd name="connsiteX264" fmla="*/ 1464076 w 3514905"/>
                <a:gd name="connsiteY264" fmla="*/ 817279 h 2393433"/>
                <a:gd name="connsiteX265" fmla="*/ 1479608 w 3514905"/>
                <a:gd name="connsiteY265" fmla="*/ 860672 h 2393433"/>
                <a:gd name="connsiteX266" fmla="*/ 1505193 w 3514905"/>
                <a:gd name="connsiteY266" fmla="*/ 863150 h 2393433"/>
                <a:gd name="connsiteX267" fmla="*/ 1522009 w 3514905"/>
                <a:gd name="connsiteY267" fmla="*/ 845000 h 2393433"/>
                <a:gd name="connsiteX268" fmla="*/ 1585712 w 3514905"/>
                <a:gd name="connsiteY268" fmla="*/ 840691 h 2393433"/>
                <a:gd name="connsiteX269" fmla="*/ 1620678 w 3514905"/>
                <a:gd name="connsiteY269" fmla="*/ 806170 h 2393433"/>
                <a:gd name="connsiteX270" fmla="*/ 1560406 w 3514905"/>
                <a:gd name="connsiteY270" fmla="*/ 782923 h 2393433"/>
                <a:gd name="connsiteX271" fmla="*/ 1576714 w 3514905"/>
                <a:gd name="connsiteY271" fmla="*/ 744348 h 2393433"/>
                <a:gd name="connsiteX272" fmla="*/ 1630338 w 3514905"/>
                <a:gd name="connsiteY272" fmla="*/ 726579 h 2393433"/>
                <a:gd name="connsiteX273" fmla="*/ 1678484 w 3514905"/>
                <a:gd name="connsiteY273" fmla="*/ 731536 h 2393433"/>
                <a:gd name="connsiteX274" fmla="*/ 1711505 w 3514905"/>
                <a:gd name="connsiteY274" fmla="*/ 726579 h 2393433"/>
                <a:gd name="connsiteX275" fmla="*/ 1734079 w 3514905"/>
                <a:gd name="connsiteY275" fmla="*/ 665786 h 2393433"/>
                <a:gd name="connsiteX276" fmla="*/ 1765943 w 3514905"/>
                <a:gd name="connsiteY276" fmla="*/ 638739 h 2393433"/>
                <a:gd name="connsiteX277" fmla="*/ 1902184 w 3514905"/>
                <a:gd name="connsiteY277" fmla="*/ 692592 h 2393433"/>
                <a:gd name="connsiteX278" fmla="*/ 1928799 w 3514905"/>
                <a:gd name="connsiteY278" fmla="*/ 724863 h 2393433"/>
                <a:gd name="connsiteX279" fmla="*/ 1994447 w 3514905"/>
                <a:gd name="connsiteY279" fmla="*/ 703040 h 2393433"/>
                <a:gd name="connsiteX280" fmla="*/ 2012839 w 3514905"/>
                <a:gd name="connsiteY280" fmla="*/ 690380 h 2393433"/>
                <a:gd name="connsiteX281" fmla="*/ 2059028 w 3514905"/>
                <a:gd name="connsiteY281" fmla="*/ 654690 h 2393433"/>
                <a:gd name="connsiteX282" fmla="*/ 2212643 w 3514905"/>
                <a:gd name="connsiteY282" fmla="*/ 539154 h 2393433"/>
                <a:gd name="connsiteX283" fmla="*/ 2285714 w 3514905"/>
                <a:gd name="connsiteY283" fmla="*/ 538099 h 2393433"/>
                <a:gd name="connsiteX284" fmla="*/ 2389849 w 3514905"/>
                <a:gd name="connsiteY284" fmla="*/ 487373 h 2393433"/>
                <a:gd name="connsiteX285" fmla="*/ 2414265 w 3514905"/>
                <a:gd name="connsiteY285" fmla="*/ 451848 h 2393433"/>
                <a:gd name="connsiteX286" fmla="*/ 2467508 w 3514905"/>
                <a:gd name="connsiteY286" fmla="*/ 433278 h 2393433"/>
                <a:gd name="connsiteX287" fmla="*/ 2482239 w 3514905"/>
                <a:gd name="connsiteY287" fmla="*/ 401783 h 2393433"/>
                <a:gd name="connsiteX288" fmla="*/ 2456933 w 3514905"/>
                <a:gd name="connsiteY288" fmla="*/ 354729 h 2393433"/>
                <a:gd name="connsiteX289" fmla="*/ 2474817 w 3514905"/>
                <a:gd name="connsiteY289" fmla="*/ 335893 h 2393433"/>
                <a:gd name="connsiteX290" fmla="*/ 2507838 w 3514905"/>
                <a:gd name="connsiteY290" fmla="*/ 324136 h 2393433"/>
                <a:gd name="connsiteX291" fmla="*/ 2527666 w 3514905"/>
                <a:gd name="connsiteY291" fmla="*/ 296961 h 2393433"/>
                <a:gd name="connsiteX292" fmla="*/ 2576854 w 3514905"/>
                <a:gd name="connsiteY292" fmla="*/ 275252 h 2393433"/>
                <a:gd name="connsiteX293" fmla="*/ 2658416 w 3514905"/>
                <a:gd name="connsiteY293" fmla="*/ 314730 h 2393433"/>
                <a:gd name="connsiteX294" fmla="*/ 2682832 w 3514905"/>
                <a:gd name="connsiteY294" fmla="*/ 306240 h 2393433"/>
                <a:gd name="connsiteX295" fmla="*/ 2773519 w 3514905"/>
                <a:gd name="connsiteY295" fmla="*/ 330529 h 2393433"/>
                <a:gd name="connsiteX296" fmla="*/ 2796105 w 3514905"/>
                <a:gd name="connsiteY296" fmla="*/ 360741 h 2393433"/>
                <a:gd name="connsiteX297" fmla="*/ 2891762 w 3514905"/>
                <a:gd name="connsiteY297" fmla="*/ 374595 h 2393433"/>
                <a:gd name="connsiteX298" fmla="*/ 2912759 w 3514905"/>
                <a:gd name="connsiteY298" fmla="*/ 401783 h 2393433"/>
                <a:gd name="connsiteX299" fmla="*/ 3021216 w 3514905"/>
                <a:gd name="connsiteY299" fmla="*/ 384789 h 2393433"/>
                <a:gd name="connsiteX300" fmla="*/ 3062587 w 3514905"/>
                <a:gd name="connsiteY300" fmla="*/ 375231 h 2393433"/>
                <a:gd name="connsiteX301" fmla="*/ 3113098 w 3514905"/>
                <a:gd name="connsiteY301" fmla="*/ 348183 h 2393433"/>
                <a:gd name="connsiteX302" fmla="*/ 3175339 w 3514905"/>
                <a:gd name="connsiteY302" fmla="*/ 308845 h 2393433"/>
                <a:gd name="connsiteX303" fmla="*/ 3239018 w 3514905"/>
                <a:gd name="connsiteY303" fmla="*/ 273168 h 2393433"/>
                <a:gd name="connsiteX304" fmla="*/ 3281177 w 3514905"/>
                <a:gd name="connsiteY304" fmla="*/ 218133 h 2393433"/>
                <a:gd name="connsiteX305" fmla="*/ 3293430 w 3514905"/>
                <a:gd name="connsiteY305" fmla="*/ 64682 h 2393433"/>
                <a:gd name="connsiteX306" fmla="*/ 3333124 w 3514905"/>
                <a:gd name="connsiteY306" fmla="*/ 23654 h 2393433"/>
                <a:gd name="connsiteX307" fmla="*/ 3380355 w 3514905"/>
                <a:gd name="connsiteY307" fmla="*/ 0 h 2393433"/>
                <a:gd name="connsiteX308" fmla="*/ 3401632 w 3514905"/>
                <a:gd name="connsiteY308" fmla="*/ 16587 h 2393433"/>
                <a:gd name="connsiteX309" fmla="*/ 3397578 w 3514905"/>
                <a:gd name="connsiteY309" fmla="*/ 83252 h 2393433"/>
                <a:gd name="connsiteX310" fmla="*/ 3366005 w 3514905"/>
                <a:gd name="connsiteY310" fmla="*/ 206363 h 2393433"/>
                <a:gd name="connsiteX311" fmla="*/ 3406716 w 3514905"/>
                <a:gd name="connsiteY311" fmla="*/ 320996 h 2393433"/>
                <a:gd name="connsiteX312" fmla="*/ 3514905 w 3514905"/>
                <a:gd name="connsiteY312" fmla="*/ 378764 h 2393433"/>
                <a:gd name="connsiteX313" fmla="*/ 3444948 w 3514905"/>
                <a:gd name="connsiteY313" fmla="*/ 475616 h 2393433"/>
                <a:gd name="connsiteX314" fmla="*/ 3340814 w 3514905"/>
                <a:gd name="connsiteY314" fmla="*/ 479162 h 2393433"/>
                <a:gd name="connsiteX315" fmla="*/ 3340687 w 3514905"/>
                <a:gd name="connsiteY315" fmla="*/ 602286 h 2393433"/>
                <a:gd name="connsiteX316" fmla="*/ 3317707 w 3514905"/>
                <a:gd name="connsiteY316" fmla="*/ 613903 h 2393433"/>
                <a:gd name="connsiteX317" fmla="*/ 3282868 w 3514905"/>
                <a:gd name="connsiteY317" fmla="*/ 610369 h 2393433"/>
                <a:gd name="connsiteX318" fmla="*/ 3241636 w 3514905"/>
                <a:gd name="connsiteY318" fmla="*/ 663053 h 2393433"/>
                <a:gd name="connsiteX319" fmla="*/ 3201306 w 3514905"/>
                <a:gd name="connsiteY319" fmla="*/ 689325 h 2393433"/>
                <a:gd name="connsiteX320" fmla="*/ 3165680 w 3514905"/>
                <a:gd name="connsiteY320" fmla="*/ 686580 h 2393433"/>
                <a:gd name="connsiteX321" fmla="*/ 3135531 w 3514905"/>
                <a:gd name="connsiteY321" fmla="*/ 737561 h 2393433"/>
                <a:gd name="connsiteX322" fmla="*/ 3160062 w 3514905"/>
                <a:gd name="connsiteY322" fmla="*/ 751148 h 2393433"/>
                <a:gd name="connsiteX323" fmla="*/ 3178466 w 3514905"/>
                <a:gd name="connsiteY323" fmla="*/ 745784 h 2393433"/>
                <a:gd name="connsiteX324" fmla="*/ 3193731 w 3514905"/>
                <a:gd name="connsiteY324" fmla="*/ 768268 h 2393433"/>
                <a:gd name="connsiteX325" fmla="*/ 3191914 w 3514905"/>
                <a:gd name="connsiteY325" fmla="*/ 798468 h 2393433"/>
                <a:gd name="connsiteX326" fmla="*/ 3186690 w 3514905"/>
                <a:gd name="connsiteY326" fmla="*/ 832061 h 2393433"/>
                <a:gd name="connsiteX327" fmla="*/ 3124702 w 3514905"/>
                <a:gd name="connsiteY327" fmla="*/ 875835 h 2393433"/>
                <a:gd name="connsiteX328" fmla="*/ 3098074 w 3514905"/>
                <a:gd name="connsiteY328" fmla="*/ 866963 h 2393433"/>
                <a:gd name="connsiteX329" fmla="*/ 3083991 w 3514905"/>
                <a:gd name="connsiteY329" fmla="*/ 885889 h 2393433"/>
                <a:gd name="connsiteX330" fmla="*/ 3091033 w 3514905"/>
                <a:gd name="connsiteY330" fmla="*/ 903022 h 2393433"/>
                <a:gd name="connsiteX331" fmla="*/ 3092736 w 3514905"/>
                <a:gd name="connsiteY331" fmla="*/ 935039 h 2393433"/>
                <a:gd name="connsiteX332" fmla="*/ 3058533 w 3514905"/>
                <a:gd name="connsiteY332" fmla="*/ 930870 h 2393433"/>
                <a:gd name="connsiteX333" fmla="*/ 3049661 w 3514905"/>
                <a:gd name="connsiteY333" fmla="*/ 951511 h 2393433"/>
                <a:gd name="connsiteX334" fmla="*/ 3001896 w 3514905"/>
                <a:gd name="connsiteY334" fmla="*/ 964069 h 2393433"/>
                <a:gd name="connsiteX335" fmla="*/ 3005430 w 3514905"/>
                <a:gd name="connsiteY335" fmla="*/ 993595 h 2393433"/>
                <a:gd name="connsiteX336" fmla="*/ 2986504 w 3514905"/>
                <a:gd name="connsiteY336" fmla="*/ 1010728 h 2393433"/>
                <a:gd name="connsiteX337" fmla="*/ 2984674 w 3514905"/>
                <a:gd name="connsiteY337" fmla="*/ 1039746 h 2393433"/>
                <a:gd name="connsiteX338" fmla="*/ 2965876 w 3514905"/>
                <a:gd name="connsiteY338" fmla="*/ 1056205 h 2393433"/>
                <a:gd name="connsiteX339" fmla="*/ 2875201 w 3514905"/>
                <a:gd name="connsiteY339" fmla="*/ 1078169 h 2393433"/>
                <a:gd name="connsiteX340" fmla="*/ 2829380 w 3514905"/>
                <a:gd name="connsiteY340" fmla="*/ 1058951 h 2393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Lst>
              <a:rect l="l" t="t" r="r" b="b"/>
              <a:pathLst>
                <a:path w="3514905" h="2393433">
                  <a:moveTo>
                    <a:pt x="2829380" y="1058951"/>
                  </a:moveTo>
                  <a:lnTo>
                    <a:pt x="2794021" y="1090587"/>
                  </a:lnTo>
                  <a:lnTo>
                    <a:pt x="2778616" y="1123658"/>
                  </a:lnTo>
                  <a:lnTo>
                    <a:pt x="2758509" y="1133725"/>
                  </a:lnTo>
                  <a:lnTo>
                    <a:pt x="2743243" y="1159196"/>
                  </a:lnTo>
                  <a:lnTo>
                    <a:pt x="2723670" y="1168080"/>
                  </a:lnTo>
                  <a:lnTo>
                    <a:pt x="2725500" y="1181032"/>
                  </a:lnTo>
                  <a:lnTo>
                    <a:pt x="2714290" y="1186904"/>
                  </a:lnTo>
                  <a:lnTo>
                    <a:pt x="2728512" y="1198153"/>
                  </a:lnTo>
                  <a:lnTo>
                    <a:pt x="2760351" y="1208220"/>
                  </a:lnTo>
                  <a:lnTo>
                    <a:pt x="2776913" y="1247824"/>
                  </a:lnTo>
                  <a:lnTo>
                    <a:pt x="2791669" y="1250824"/>
                  </a:lnTo>
                  <a:lnTo>
                    <a:pt x="2804595" y="1275139"/>
                  </a:lnTo>
                  <a:lnTo>
                    <a:pt x="2831859" y="1280350"/>
                  </a:lnTo>
                  <a:lnTo>
                    <a:pt x="2850136" y="1332385"/>
                  </a:lnTo>
                  <a:lnTo>
                    <a:pt x="2859008" y="1376820"/>
                  </a:lnTo>
                  <a:lnTo>
                    <a:pt x="2883145" y="1399826"/>
                  </a:lnTo>
                  <a:lnTo>
                    <a:pt x="2892677" y="1430661"/>
                  </a:lnTo>
                  <a:lnTo>
                    <a:pt x="2857178" y="1474981"/>
                  </a:lnTo>
                  <a:lnTo>
                    <a:pt x="2869570" y="1517586"/>
                  </a:lnTo>
                  <a:lnTo>
                    <a:pt x="2849475" y="1553022"/>
                  </a:lnTo>
                  <a:lnTo>
                    <a:pt x="2828860" y="1562415"/>
                  </a:lnTo>
                  <a:lnTo>
                    <a:pt x="2811116" y="1557712"/>
                  </a:lnTo>
                  <a:lnTo>
                    <a:pt x="2787488" y="1576142"/>
                  </a:lnTo>
                  <a:lnTo>
                    <a:pt x="2779264" y="1613917"/>
                  </a:lnTo>
                  <a:lnTo>
                    <a:pt x="2747959" y="1640582"/>
                  </a:lnTo>
                  <a:lnTo>
                    <a:pt x="2687649" y="1650636"/>
                  </a:lnTo>
                  <a:lnTo>
                    <a:pt x="2649289" y="1664249"/>
                  </a:lnTo>
                  <a:lnTo>
                    <a:pt x="2614324" y="1667897"/>
                  </a:lnTo>
                  <a:lnTo>
                    <a:pt x="2607397" y="1715090"/>
                  </a:lnTo>
                  <a:lnTo>
                    <a:pt x="2593174" y="1734549"/>
                  </a:lnTo>
                  <a:lnTo>
                    <a:pt x="2594089" y="1776124"/>
                  </a:lnTo>
                  <a:lnTo>
                    <a:pt x="2615366" y="1829583"/>
                  </a:lnTo>
                  <a:lnTo>
                    <a:pt x="2578303" y="1864078"/>
                  </a:lnTo>
                  <a:lnTo>
                    <a:pt x="2586133" y="1885902"/>
                  </a:lnTo>
                  <a:lnTo>
                    <a:pt x="2572545" y="1904332"/>
                  </a:lnTo>
                  <a:lnTo>
                    <a:pt x="2573206" y="1930350"/>
                  </a:lnTo>
                  <a:lnTo>
                    <a:pt x="2549578" y="1928125"/>
                  </a:lnTo>
                  <a:lnTo>
                    <a:pt x="2523611" y="1978191"/>
                  </a:lnTo>
                  <a:lnTo>
                    <a:pt x="2493488" y="1971124"/>
                  </a:lnTo>
                  <a:lnTo>
                    <a:pt x="2462157" y="1977670"/>
                  </a:lnTo>
                  <a:lnTo>
                    <a:pt x="2435008" y="1971658"/>
                  </a:lnTo>
                  <a:lnTo>
                    <a:pt x="2356319" y="1975966"/>
                  </a:lnTo>
                  <a:lnTo>
                    <a:pt x="2325002" y="2027201"/>
                  </a:lnTo>
                  <a:lnTo>
                    <a:pt x="2297852" y="2045758"/>
                  </a:lnTo>
                  <a:lnTo>
                    <a:pt x="2299810" y="2108890"/>
                  </a:lnTo>
                  <a:lnTo>
                    <a:pt x="2283897" y="2126023"/>
                  </a:lnTo>
                  <a:lnTo>
                    <a:pt x="2280884" y="2154507"/>
                  </a:lnTo>
                  <a:lnTo>
                    <a:pt x="2296810" y="2184045"/>
                  </a:lnTo>
                  <a:lnTo>
                    <a:pt x="2287405" y="2203530"/>
                  </a:lnTo>
                  <a:lnTo>
                    <a:pt x="2257917" y="2218935"/>
                  </a:lnTo>
                  <a:lnTo>
                    <a:pt x="2246033" y="2206542"/>
                  </a:lnTo>
                  <a:lnTo>
                    <a:pt x="2199984" y="2200645"/>
                  </a:lnTo>
                  <a:lnTo>
                    <a:pt x="2168526" y="2187706"/>
                  </a:lnTo>
                  <a:lnTo>
                    <a:pt x="2136687" y="2221426"/>
                  </a:lnTo>
                  <a:lnTo>
                    <a:pt x="2059422" y="2155040"/>
                  </a:lnTo>
                  <a:lnTo>
                    <a:pt x="2027074" y="2148495"/>
                  </a:lnTo>
                  <a:lnTo>
                    <a:pt x="1994574" y="2194379"/>
                  </a:lnTo>
                  <a:lnTo>
                    <a:pt x="1964413" y="2195688"/>
                  </a:lnTo>
                  <a:lnTo>
                    <a:pt x="1937810" y="2162743"/>
                  </a:lnTo>
                  <a:lnTo>
                    <a:pt x="1940149" y="2121956"/>
                  </a:lnTo>
                  <a:lnTo>
                    <a:pt x="1915352" y="2103018"/>
                  </a:lnTo>
                  <a:lnTo>
                    <a:pt x="1884301" y="2100400"/>
                  </a:lnTo>
                  <a:lnTo>
                    <a:pt x="1855715" y="2049165"/>
                  </a:lnTo>
                  <a:lnTo>
                    <a:pt x="1835087" y="2043280"/>
                  </a:lnTo>
                  <a:lnTo>
                    <a:pt x="1800375" y="2060006"/>
                  </a:lnTo>
                  <a:lnTo>
                    <a:pt x="1761888" y="2054515"/>
                  </a:lnTo>
                  <a:lnTo>
                    <a:pt x="1737612" y="2062765"/>
                  </a:lnTo>
                  <a:lnTo>
                    <a:pt x="1679806" y="2053867"/>
                  </a:lnTo>
                  <a:lnTo>
                    <a:pt x="1663880" y="2003408"/>
                  </a:lnTo>
                  <a:lnTo>
                    <a:pt x="1639083" y="2014262"/>
                  </a:lnTo>
                  <a:lnTo>
                    <a:pt x="1608934" y="2014262"/>
                  </a:lnTo>
                  <a:lnTo>
                    <a:pt x="1597050" y="2044462"/>
                  </a:lnTo>
                  <a:lnTo>
                    <a:pt x="1605934" y="2088630"/>
                  </a:lnTo>
                  <a:lnTo>
                    <a:pt x="1588318" y="2104835"/>
                  </a:lnTo>
                  <a:lnTo>
                    <a:pt x="1558690" y="2098302"/>
                  </a:lnTo>
                  <a:lnTo>
                    <a:pt x="1544608" y="2087066"/>
                  </a:lnTo>
                  <a:lnTo>
                    <a:pt x="1525021" y="2090460"/>
                  </a:lnTo>
                  <a:lnTo>
                    <a:pt x="1503897" y="2086418"/>
                  </a:lnTo>
                  <a:lnTo>
                    <a:pt x="1486662" y="2104835"/>
                  </a:lnTo>
                  <a:lnTo>
                    <a:pt x="1463033" y="2111902"/>
                  </a:lnTo>
                  <a:lnTo>
                    <a:pt x="1454289" y="2124841"/>
                  </a:lnTo>
                  <a:lnTo>
                    <a:pt x="1460174" y="2162743"/>
                  </a:lnTo>
                  <a:lnTo>
                    <a:pt x="1430025" y="2163925"/>
                  </a:lnTo>
                  <a:lnTo>
                    <a:pt x="1415014" y="2175542"/>
                  </a:lnTo>
                  <a:lnTo>
                    <a:pt x="1396356" y="2178173"/>
                  </a:lnTo>
                  <a:lnTo>
                    <a:pt x="1375740" y="2211233"/>
                  </a:lnTo>
                  <a:lnTo>
                    <a:pt x="1326145" y="2246656"/>
                  </a:lnTo>
                  <a:lnTo>
                    <a:pt x="1305389" y="2240263"/>
                  </a:lnTo>
                  <a:lnTo>
                    <a:pt x="1290645" y="2266255"/>
                  </a:lnTo>
                  <a:lnTo>
                    <a:pt x="1265860" y="2281545"/>
                  </a:lnTo>
                  <a:lnTo>
                    <a:pt x="1232839" y="2259201"/>
                  </a:lnTo>
                  <a:lnTo>
                    <a:pt x="1212744" y="2257371"/>
                  </a:lnTo>
                  <a:lnTo>
                    <a:pt x="1200987" y="2235534"/>
                  </a:lnTo>
                  <a:lnTo>
                    <a:pt x="1179723" y="2227832"/>
                  </a:lnTo>
                  <a:lnTo>
                    <a:pt x="1144236" y="2243783"/>
                  </a:lnTo>
                  <a:lnTo>
                    <a:pt x="1128298" y="2234238"/>
                  </a:lnTo>
                  <a:lnTo>
                    <a:pt x="1120087" y="2218935"/>
                  </a:lnTo>
                  <a:lnTo>
                    <a:pt x="1079363" y="2210584"/>
                  </a:lnTo>
                  <a:lnTo>
                    <a:pt x="1068661" y="2218935"/>
                  </a:lnTo>
                  <a:lnTo>
                    <a:pt x="1049215" y="2262086"/>
                  </a:lnTo>
                  <a:lnTo>
                    <a:pt x="1010067" y="2303776"/>
                  </a:lnTo>
                  <a:lnTo>
                    <a:pt x="993633" y="2307690"/>
                  </a:lnTo>
                  <a:lnTo>
                    <a:pt x="985409" y="2290455"/>
                  </a:lnTo>
                  <a:lnTo>
                    <a:pt x="962442" y="2301157"/>
                  </a:lnTo>
                  <a:lnTo>
                    <a:pt x="943517" y="2294624"/>
                  </a:lnTo>
                  <a:lnTo>
                    <a:pt x="925239" y="2301678"/>
                  </a:lnTo>
                  <a:lnTo>
                    <a:pt x="919240" y="2317642"/>
                  </a:lnTo>
                  <a:lnTo>
                    <a:pt x="889358" y="2337623"/>
                  </a:lnTo>
                  <a:lnTo>
                    <a:pt x="889625" y="2375130"/>
                  </a:lnTo>
                  <a:lnTo>
                    <a:pt x="867166" y="2387815"/>
                  </a:lnTo>
                  <a:lnTo>
                    <a:pt x="832328" y="2373821"/>
                  </a:lnTo>
                  <a:lnTo>
                    <a:pt x="802967" y="2354362"/>
                  </a:lnTo>
                  <a:lnTo>
                    <a:pt x="801137" y="2334877"/>
                  </a:lnTo>
                  <a:lnTo>
                    <a:pt x="788744" y="2331878"/>
                  </a:lnTo>
                  <a:lnTo>
                    <a:pt x="755736" y="2348998"/>
                  </a:lnTo>
                  <a:lnTo>
                    <a:pt x="748669" y="2367428"/>
                  </a:lnTo>
                  <a:lnTo>
                    <a:pt x="712280" y="2389645"/>
                  </a:lnTo>
                  <a:lnTo>
                    <a:pt x="681864" y="2393433"/>
                  </a:lnTo>
                  <a:lnTo>
                    <a:pt x="664248" y="2369780"/>
                  </a:lnTo>
                  <a:lnTo>
                    <a:pt x="653012" y="2346126"/>
                  </a:lnTo>
                  <a:lnTo>
                    <a:pt x="660079" y="2332513"/>
                  </a:lnTo>
                  <a:lnTo>
                    <a:pt x="631100" y="2305872"/>
                  </a:lnTo>
                  <a:lnTo>
                    <a:pt x="624058" y="2285218"/>
                  </a:lnTo>
                  <a:lnTo>
                    <a:pt x="599261" y="2266255"/>
                  </a:lnTo>
                  <a:lnTo>
                    <a:pt x="595079" y="2232535"/>
                  </a:lnTo>
                  <a:lnTo>
                    <a:pt x="555550" y="2198166"/>
                  </a:lnTo>
                  <a:lnTo>
                    <a:pt x="537782" y="2150325"/>
                  </a:lnTo>
                  <a:lnTo>
                    <a:pt x="540794" y="2101836"/>
                  </a:lnTo>
                  <a:lnTo>
                    <a:pt x="504773" y="2087066"/>
                  </a:lnTo>
                  <a:lnTo>
                    <a:pt x="487297" y="2056091"/>
                  </a:lnTo>
                  <a:lnTo>
                    <a:pt x="494732" y="2035577"/>
                  </a:lnTo>
                  <a:lnTo>
                    <a:pt x="515856" y="2021838"/>
                  </a:lnTo>
                  <a:lnTo>
                    <a:pt x="490029" y="2003026"/>
                  </a:lnTo>
                  <a:lnTo>
                    <a:pt x="484157" y="1968124"/>
                  </a:lnTo>
                  <a:lnTo>
                    <a:pt x="463401" y="1971658"/>
                  </a:lnTo>
                  <a:lnTo>
                    <a:pt x="435083" y="1951665"/>
                  </a:lnTo>
                  <a:lnTo>
                    <a:pt x="426860" y="1911920"/>
                  </a:lnTo>
                  <a:lnTo>
                    <a:pt x="400893" y="1878327"/>
                  </a:lnTo>
                  <a:lnTo>
                    <a:pt x="386149" y="1877678"/>
                  </a:lnTo>
                  <a:lnTo>
                    <a:pt x="373108" y="1842255"/>
                  </a:lnTo>
                  <a:lnTo>
                    <a:pt x="357169" y="1814433"/>
                  </a:lnTo>
                  <a:lnTo>
                    <a:pt x="335384" y="1796117"/>
                  </a:lnTo>
                  <a:lnTo>
                    <a:pt x="341777" y="1777433"/>
                  </a:lnTo>
                  <a:lnTo>
                    <a:pt x="333554" y="1770112"/>
                  </a:lnTo>
                  <a:lnTo>
                    <a:pt x="319331" y="1778348"/>
                  </a:lnTo>
                  <a:lnTo>
                    <a:pt x="285662" y="1819123"/>
                  </a:lnTo>
                  <a:lnTo>
                    <a:pt x="258119" y="1823965"/>
                  </a:lnTo>
                  <a:lnTo>
                    <a:pt x="248459" y="1843958"/>
                  </a:lnTo>
                  <a:lnTo>
                    <a:pt x="212451" y="1826838"/>
                  </a:lnTo>
                  <a:lnTo>
                    <a:pt x="204100" y="1807620"/>
                  </a:lnTo>
                  <a:lnTo>
                    <a:pt x="221323" y="1754695"/>
                  </a:lnTo>
                  <a:lnTo>
                    <a:pt x="245739" y="1741222"/>
                  </a:lnTo>
                  <a:lnTo>
                    <a:pt x="244951" y="1709726"/>
                  </a:lnTo>
                  <a:lnTo>
                    <a:pt x="224844" y="1684903"/>
                  </a:lnTo>
                  <a:lnTo>
                    <a:pt x="250302" y="1641103"/>
                  </a:lnTo>
                  <a:lnTo>
                    <a:pt x="245612" y="1619280"/>
                  </a:lnTo>
                  <a:lnTo>
                    <a:pt x="265948" y="1592741"/>
                  </a:lnTo>
                  <a:lnTo>
                    <a:pt x="249641" y="1592614"/>
                  </a:lnTo>
                  <a:lnTo>
                    <a:pt x="226674" y="1603329"/>
                  </a:lnTo>
                  <a:lnTo>
                    <a:pt x="209579" y="1592093"/>
                  </a:lnTo>
                  <a:lnTo>
                    <a:pt x="155814" y="1587911"/>
                  </a:lnTo>
                  <a:lnTo>
                    <a:pt x="134537" y="1572481"/>
                  </a:lnTo>
                  <a:lnTo>
                    <a:pt x="89137" y="1575481"/>
                  </a:lnTo>
                  <a:lnTo>
                    <a:pt x="53891" y="1553530"/>
                  </a:lnTo>
                  <a:lnTo>
                    <a:pt x="38359" y="1511586"/>
                  </a:lnTo>
                  <a:lnTo>
                    <a:pt x="43075" y="1476557"/>
                  </a:lnTo>
                  <a:lnTo>
                    <a:pt x="85476" y="1419692"/>
                  </a:lnTo>
                  <a:lnTo>
                    <a:pt x="65763" y="1354603"/>
                  </a:lnTo>
                  <a:lnTo>
                    <a:pt x="98529" y="1295793"/>
                  </a:lnTo>
                  <a:lnTo>
                    <a:pt x="98529" y="1266775"/>
                  </a:lnTo>
                  <a:lnTo>
                    <a:pt x="126327" y="1249642"/>
                  </a:lnTo>
                  <a:lnTo>
                    <a:pt x="138071" y="1221807"/>
                  </a:lnTo>
                  <a:lnTo>
                    <a:pt x="164432" y="1202601"/>
                  </a:lnTo>
                  <a:lnTo>
                    <a:pt x="173965" y="1188608"/>
                  </a:lnTo>
                  <a:lnTo>
                    <a:pt x="178909" y="1147973"/>
                  </a:lnTo>
                  <a:lnTo>
                    <a:pt x="191314" y="1125476"/>
                  </a:lnTo>
                  <a:lnTo>
                    <a:pt x="184527" y="1096065"/>
                  </a:lnTo>
                  <a:lnTo>
                    <a:pt x="156475" y="1097641"/>
                  </a:lnTo>
                  <a:lnTo>
                    <a:pt x="118624" y="1065738"/>
                  </a:lnTo>
                  <a:lnTo>
                    <a:pt x="119794" y="1047448"/>
                  </a:lnTo>
                  <a:lnTo>
                    <a:pt x="103741" y="1019994"/>
                  </a:lnTo>
                  <a:lnTo>
                    <a:pt x="81434" y="1010067"/>
                  </a:lnTo>
                  <a:lnTo>
                    <a:pt x="59649" y="1011237"/>
                  </a:lnTo>
                  <a:lnTo>
                    <a:pt x="55467" y="978178"/>
                  </a:lnTo>
                  <a:lnTo>
                    <a:pt x="28827" y="975165"/>
                  </a:lnTo>
                  <a:lnTo>
                    <a:pt x="15926" y="931518"/>
                  </a:lnTo>
                  <a:lnTo>
                    <a:pt x="0" y="910737"/>
                  </a:lnTo>
                  <a:lnTo>
                    <a:pt x="2872" y="875314"/>
                  </a:lnTo>
                  <a:lnTo>
                    <a:pt x="46596" y="859884"/>
                  </a:lnTo>
                  <a:lnTo>
                    <a:pt x="72156" y="837552"/>
                  </a:lnTo>
                  <a:lnTo>
                    <a:pt x="67593" y="797807"/>
                  </a:lnTo>
                  <a:lnTo>
                    <a:pt x="75816" y="785262"/>
                  </a:lnTo>
                  <a:lnTo>
                    <a:pt x="114316" y="806043"/>
                  </a:lnTo>
                  <a:lnTo>
                    <a:pt x="128919" y="809564"/>
                  </a:lnTo>
                  <a:lnTo>
                    <a:pt x="161547" y="802904"/>
                  </a:lnTo>
                  <a:lnTo>
                    <a:pt x="172516" y="806551"/>
                  </a:lnTo>
                  <a:lnTo>
                    <a:pt x="181654" y="812843"/>
                  </a:lnTo>
                  <a:lnTo>
                    <a:pt x="187641" y="803832"/>
                  </a:lnTo>
                  <a:lnTo>
                    <a:pt x="183218" y="787486"/>
                  </a:lnTo>
                  <a:lnTo>
                    <a:pt x="186217" y="784728"/>
                  </a:lnTo>
                  <a:lnTo>
                    <a:pt x="209579" y="813237"/>
                  </a:lnTo>
                  <a:lnTo>
                    <a:pt x="238418" y="840018"/>
                  </a:lnTo>
                  <a:lnTo>
                    <a:pt x="243248" y="853350"/>
                  </a:lnTo>
                  <a:lnTo>
                    <a:pt x="242854" y="872695"/>
                  </a:lnTo>
                  <a:lnTo>
                    <a:pt x="232419" y="900556"/>
                  </a:lnTo>
                  <a:lnTo>
                    <a:pt x="237249" y="911385"/>
                  </a:lnTo>
                  <a:lnTo>
                    <a:pt x="249120" y="922634"/>
                  </a:lnTo>
                  <a:lnTo>
                    <a:pt x="261258" y="946809"/>
                  </a:lnTo>
                  <a:lnTo>
                    <a:pt x="272087" y="953342"/>
                  </a:lnTo>
                  <a:lnTo>
                    <a:pt x="296351" y="949821"/>
                  </a:lnTo>
                  <a:lnTo>
                    <a:pt x="308629" y="950990"/>
                  </a:lnTo>
                  <a:lnTo>
                    <a:pt x="330033" y="977008"/>
                  </a:lnTo>
                  <a:lnTo>
                    <a:pt x="334075" y="984710"/>
                  </a:lnTo>
                  <a:lnTo>
                    <a:pt x="336045" y="995171"/>
                  </a:lnTo>
                  <a:lnTo>
                    <a:pt x="335384" y="1023133"/>
                  </a:lnTo>
                  <a:lnTo>
                    <a:pt x="342947" y="1052672"/>
                  </a:lnTo>
                  <a:lnTo>
                    <a:pt x="344002" y="1072818"/>
                  </a:lnTo>
                  <a:lnTo>
                    <a:pt x="353661" y="1084714"/>
                  </a:lnTo>
                  <a:lnTo>
                    <a:pt x="371011" y="1094514"/>
                  </a:lnTo>
                  <a:lnTo>
                    <a:pt x="391373" y="1115422"/>
                  </a:lnTo>
                  <a:lnTo>
                    <a:pt x="395694" y="1128361"/>
                  </a:lnTo>
                  <a:lnTo>
                    <a:pt x="400244" y="1154506"/>
                  </a:lnTo>
                  <a:lnTo>
                    <a:pt x="404426" y="1166911"/>
                  </a:lnTo>
                  <a:lnTo>
                    <a:pt x="413425" y="1176330"/>
                  </a:lnTo>
                  <a:lnTo>
                    <a:pt x="431956" y="1196590"/>
                  </a:lnTo>
                  <a:lnTo>
                    <a:pt x="449052" y="1210558"/>
                  </a:lnTo>
                  <a:lnTo>
                    <a:pt x="453360" y="1220637"/>
                  </a:lnTo>
                  <a:lnTo>
                    <a:pt x="452826" y="1232534"/>
                  </a:lnTo>
                  <a:lnTo>
                    <a:pt x="464329" y="1258272"/>
                  </a:lnTo>
                  <a:lnTo>
                    <a:pt x="469934" y="1266775"/>
                  </a:lnTo>
                  <a:lnTo>
                    <a:pt x="477624" y="1274490"/>
                  </a:lnTo>
                  <a:lnTo>
                    <a:pt x="480636" y="1279841"/>
                  </a:lnTo>
                  <a:lnTo>
                    <a:pt x="479327" y="1286374"/>
                  </a:lnTo>
                  <a:lnTo>
                    <a:pt x="482988" y="1295793"/>
                  </a:lnTo>
                  <a:lnTo>
                    <a:pt x="491465" y="1302059"/>
                  </a:lnTo>
                  <a:lnTo>
                    <a:pt x="496562" y="1311731"/>
                  </a:lnTo>
                  <a:lnTo>
                    <a:pt x="499422" y="1346621"/>
                  </a:lnTo>
                  <a:lnTo>
                    <a:pt x="502943" y="1354870"/>
                  </a:lnTo>
                  <a:lnTo>
                    <a:pt x="518348" y="1366767"/>
                  </a:lnTo>
                  <a:lnTo>
                    <a:pt x="531922" y="1386238"/>
                  </a:lnTo>
                  <a:lnTo>
                    <a:pt x="541709" y="1406359"/>
                  </a:lnTo>
                  <a:lnTo>
                    <a:pt x="620919" y="1364936"/>
                  </a:lnTo>
                  <a:lnTo>
                    <a:pt x="629663" y="1369893"/>
                  </a:lnTo>
                  <a:lnTo>
                    <a:pt x="656419" y="1363500"/>
                  </a:lnTo>
                  <a:lnTo>
                    <a:pt x="713703" y="1319447"/>
                  </a:lnTo>
                  <a:lnTo>
                    <a:pt x="736023" y="1257751"/>
                  </a:lnTo>
                  <a:lnTo>
                    <a:pt x="777521" y="1249261"/>
                  </a:lnTo>
                  <a:lnTo>
                    <a:pt x="819541" y="1188480"/>
                  </a:lnTo>
                  <a:lnTo>
                    <a:pt x="903454" y="1123786"/>
                  </a:lnTo>
                  <a:lnTo>
                    <a:pt x="875403" y="1061175"/>
                  </a:lnTo>
                  <a:lnTo>
                    <a:pt x="888964" y="1032679"/>
                  </a:lnTo>
                  <a:lnTo>
                    <a:pt x="928646" y="990201"/>
                  </a:lnTo>
                  <a:lnTo>
                    <a:pt x="997942" y="980148"/>
                  </a:lnTo>
                  <a:lnTo>
                    <a:pt x="1017515" y="956227"/>
                  </a:lnTo>
                  <a:lnTo>
                    <a:pt x="1016727" y="897544"/>
                  </a:lnTo>
                  <a:lnTo>
                    <a:pt x="1121917" y="846817"/>
                  </a:lnTo>
                  <a:lnTo>
                    <a:pt x="1113948" y="930997"/>
                  </a:lnTo>
                  <a:lnTo>
                    <a:pt x="1133013" y="942894"/>
                  </a:lnTo>
                  <a:lnTo>
                    <a:pt x="1217307" y="913876"/>
                  </a:lnTo>
                  <a:lnTo>
                    <a:pt x="1264144" y="877017"/>
                  </a:lnTo>
                  <a:lnTo>
                    <a:pt x="1300305" y="850872"/>
                  </a:lnTo>
                  <a:lnTo>
                    <a:pt x="1380176" y="814801"/>
                  </a:lnTo>
                  <a:lnTo>
                    <a:pt x="1420238" y="842903"/>
                  </a:lnTo>
                  <a:lnTo>
                    <a:pt x="1464076" y="817279"/>
                  </a:lnTo>
                  <a:lnTo>
                    <a:pt x="1479608" y="860672"/>
                  </a:lnTo>
                  <a:lnTo>
                    <a:pt x="1505193" y="863150"/>
                  </a:lnTo>
                  <a:lnTo>
                    <a:pt x="1522009" y="845000"/>
                  </a:lnTo>
                  <a:lnTo>
                    <a:pt x="1585712" y="840691"/>
                  </a:lnTo>
                  <a:lnTo>
                    <a:pt x="1620678" y="806170"/>
                  </a:lnTo>
                  <a:lnTo>
                    <a:pt x="1560406" y="782923"/>
                  </a:lnTo>
                  <a:lnTo>
                    <a:pt x="1576714" y="744348"/>
                  </a:lnTo>
                  <a:lnTo>
                    <a:pt x="1630338" y="726579"/>
                  </a:lnTo>
                  <a:lnTo>
                    <a:pt x="1678484" y="731536"/>
                  </a:lnTo>
                  <a:lnTo>
                    <a:pt x="1711505" y="726579"/>
                  </a:lnTo>
                  <a:lnTo>
                    <a:pt x="1734079" y="665786"/>
                  </a:lnTo>
                  <a:lnTo>
                    <a:pt x="1765943" y="638739"/>
                  </a:lnTo>
                  <a:lnTo>
                    <a:pt x="1902184" y="692592"/>
                  </a:lnTo>
                  <a:lnTo>
                    <a:pt x="1928799" y="724863"/>
                  </a:lnTo>
                  <a:lnTo>
                    <a:pt x="1994447" y="703040"/>
                  </a:lnTo>
                  <a:lnTo>
                    <a:pt x="2012839" y="690380"/>
                  </a:lnTo>
                  <a:lnTo>
                    <a:pt x="2059028" y="654690"/>
                  </a:lnTo>
                  <a:lnTo>
                    <a:pt x="2212643" y="539154"/>
                  </a:lnTo>
                  <a:lnTo>
                    <a:pt x="2285714" y="538099"/>
                  </a:lnTo>
                  <a:lnTo>
                    <a:pt x="2389849" y="487373"/>
                  </a:lnTo>
                  <a:lnTo>
                    <a:pt x="2414265" y="451848"/>
                  </a:lnTo>
                  <a:lnTo>
                    <a:pt x="2467508" y="433278"/>
                  </a:lnTo>
                  <a:lnTo>
                    <a:pt x="2482239" y="401783"/>
                  </a:lnTo>
                  <a:lnTo>
                    <a:pt x="2456933" y="354729"/>
                  </a:lnTo>
                  <a:lnTo>
                    <a:pt x="2474817" y="335893"/>
                  </a:lnTo>
                  <a:lnTo>
                    <a:pt x="2507838" y="324136"/>
                  </a:lnTo>
                  <a:lnTo>
                    <a:pt x="2527666" y="296961"/>
                  </a:lnTo>
                  <a:lnTo>
                    <a:pt x="2576854" y="275252"/>
                  </a:lnTo>
                  <a:lnTo>
                    <a:pt x="2658416" y="314730"/>
                  </a:lnTo>
                  <a:lnTo>
                    <a:pt x="2682832" y="306240"/>
                  </a:lnTo>
                  <a:lnTo>
                    <a:pt x="2773519" y="330529"/>
                  </a:lnTo>
                  <a:lnTo>
                    <a:pt x="2796105" y="360741"/>
                  </a:lnTo>
                  <a:lnTo>
                    <a:pt x="2891762" y="374595"/>
                  </a:lnTo>
                  <a:lnTo>
                    <a:pt x="2912759" y="401783"/>
                  </a:lnTo>
                  <a:lnTo>
                    <a:pt x="3021216" y="384789"/>
                  </a:lnTo>
                  <a:lnTo>
                    <a:pt x="3062587" y="375231"/>
                  </a:lnTo>
                  <a:lnTo>
                    <a:pt x="3113098" y="348183"/>
                  </a:lnTo>
                  <a:lnTo>
                    <a:pt x="3175339" y="308845"/>
                  </a:lnTo>
                  <a:lnTo>
                    <a:pt x="3239018" y="273168"/>
                  </a:lnTo>
                  <a:lnTo>
                    <a:pt x="3281177" y="218133"/>
                  </a:lnTo>
                  <a:lnTo>
                    <a:pt x="3293430" y="64682"/>
                  </a:lnTo>
                  <a:lnTo>
                    <a:pt x="3333124" y="23654"/>
                  </a:lnTo>
                  <a:lnTo>
                    <a:pt x="3380355" y="0"/>
                  </a:lnTo>
                  <a:lnTo>
                    <a:pt x="3401632" y="16587"/>
                  </a:lnTo>
                  <a:lnTo>
                    <a:pt x="3397578" y="83252"/>
                  </a:lnTo>
                  <a:lnTo>
                    <a:pt x="3366005" y="206363"/>
                  </a:lnTo>
                  <a:lnTo>
                    <a:pt x="3406716" y="320996"/>
                  </a:lnTo>
                  <a:lnTo>
                    <a:pt x="3514905" y="378764"/>
                  </a:lnTo>
                  <a:lnTo>
                    <a:pt x="3444948" y="475616"/>
                  </a:lnTo>
                  <a:lnTo>
                    <a:pt x="3340814" y="479162"/>
                  </a:lnTo>
                  <a:lnTo>
                    <a:pt x="3340687" y="602286"/>
                  </a:lnTo>
                  <a:lnTo>
                    <a:pt x="3317707" y="613903"/>
                  </a:lnTo>
                  <a:lnTo>
                    <a:pt x="3282868" y="610369"/>
                  </a:lnTo>
                  <a:lnTo>
                    <a:pt x="3241636" y="663053"/>
                  </a:lnTo>
                  <a:lnTo>
                    <a:pt x="3201306" y="689325"/>
                  </a:lnTo>
                  <a:lnTo>
                    <a:pt x="3165680" y="686580"/>
                  </a:lnTo>
                  <a:lnTo>
                    <a:pt x="3135531" y="737561"/>
                  </a:lnTo>
                  <a:lnTo>
                    <a:pt x="3160062" y="751148"/>
                  </a:lnTo>
                  <a:lnTo>
                    <a:pt x="3178466" y="745784"/>
                  </a:lnTo>
                  <a:lnTo>
                    <a:pt x="3193731" y="768268"/>
                  </a:lnTo>
                  <a:lnTo>
                    <a:pt x="3191914" y="798468"/>
                  </a:lnTo>
                  <a:lnTo>
                    <a:pt x="3186690" y="832061"/>
                  </a:lnTo>
                  <a:lnTo>
                    <a:pt x="3124702" y="875835"/>
                  </a:lnTo>
                  <a:lnTo>
                    <a:pt x="3098074" y="866963"/>
                  </a:lnTo>
                  <a:lnTo>
                    <a:pt x="3083991" y="885889"/>
                  </a:lnTo>
                  <a:lnTo>
                    <a:pt x="3091033" y="903022"/>
                  </a:lnTo>
                  <a:lnTo>
                    <a:pt x="3092736" y="935039"/>
                  </a:lnTo>
                  <a:lnTo>
                    <a:pt x="3058533" y="930870"/>
                  </a:lnTo>
                  <a:lnTo>
                    <a:pt x="3049661" y="951511"/>
                  </a:lnTo>
                  <a:lnTo>
                    <a:pt x="3001896" y="964069"/>
                  </a:lnTo>
                  <a:lnTo>
                    <a:pt x="3005430" y="993595"/>
                  </a:lnTo>
                  <a:lnTo>
                    <a:pt x="2986504" y="1010728"/>
                  </a:lnTo>
                  <a:lnTo>
                    <a:pt x="2984674" y="1039746"/>
                  </a:lnTo>
                  <a:lnTo>
                    <a:pt x="2965876" y="1056205"/>
                  </a:lnTo>
                  <a:lnTo>
                    <a:pt x="2875201" y="1078169"/>
                  </a:lnTo>
                  <a:lnTo>
                    <a:pt x="2829380" y="1058951"/>
                  </a:lnTo>
                  <a:close/>
                </a:path>
              </a:pathLst>
            </a:custGeom>
            <a:noFill/>
            <a:ln w="3810" cap="flat">
              <a:solidFill>
                <a:srgbClr val="E6E4E2"/>
              </a:solidFill>
              <a:prstDash val="solid"/>
              <a:miter/>
            </a:ln>
          </p:spPr>
          <p:txBody>
            <a:bodyPr rtlCol="0" anchor="ctr"/>
            <a:lstStyle/>
            <a:p>
              <a:endParaRPr lang="de-CH"/>
            </a:p>
          </p:txBody>
        </p:sp>
        <p:sp>
          <p:nvSpPr>
            <p:cNvPr id="57" name="Freihandform: Form 56">
              <a:extLst>
                <a:ext uri="{FF2B5EF4-FFF2-40B4-BE49-F238E27FC236}">
                  <a16:creationId xmlns:a16="http://schemas.microsoft.com/office/drawing/2014/main" id="{04F2362F-326F-647D-1D28-9F130BC3E8FF}"/>
                </a:ext>
              </a:extLst>
            </p:cNvPr>
            <p:cNvSpPr/>
            <p:nvPr/>
          </p:nvSpPr>
          <p:spPr>
            <a:xfrm>
              <a:off x="2476727" y="2413773"/>
              <a:ext cx="1337901" cy="943808"/>
            </a:xfrm>
            <a:custGeom>
              <a:avLst/>
              <a:gdLst>
                <a:gd name="connsiteX0" fmla="*/ 943529 w 1337901"/>
                <a:gd name="connsiteY0" fmla="*/ 556008 h 943808"/>
                <a:gd name="connsiteX1" fmla="*/ 923168 w 1337901"/>
                <a:gd name="connsiteY1" fmla="*/ 565159 h 943808"/>
                <a:gd name="connsiteX2" fmla="*/ 900848 w 1337901"/>
                <a:gd name="connsiteY2" fmla="*/ 583462 h 943808"/>
                <a:gd name="connsiteX3" fmla="*/ 903200 w 1337901"/>
                <a:gd name="connsiteY3" fmla="*/ 623969 h 943808"/>
                <a:gd name="connsiteX4" fmla="*/ 895370 w 1337901"/>
                <a:gd name="connsiteY4" fmla="*/ 639132 h 943808"/>
                <a:gd name="connsiteX5" fmla="*/ 894722 w 1337901"/>
                <a:gd name="connsiteY5" fmla="*/ 656266 h 943808"/>
                <a:gd name="connsiteX6" fmla="*/ 873178 w 1337901"/>
                <a:gd name="connsiteY6" fmla="*/ 669599 h 943808"/>
                <a:gd name="connsiteX7" fmla="*/ 844860 w 1337901"/>
                <a:gd name="connsiteY7" fmla="*/ 676907 h 943808"/>
                <a:gd name="connsiteX8" fmla="*/ 829722 w 1337901"/>
                <a:gd name="connsiteY8" fmla="*/ 694689 h 943808"/>
                <a:gd name="connsiteX9" fmla="*/ 830116 w 1337901"/>
                <a:gd name="connsiteY9" fmla="*/ 710500 h 943808"/>
                <a:gd name="connsiteX10" fmla="*/ 825032 w 1337901"/>
                <a:gd name="connsiteY10" fmla="*/ 715216 h 943808"/>
                <a:gd name="connsiteX11" fmla="*/ 813034 w 1337901"/>
                <a:gd name="connsiteY11" fmla="*/ 711949 h 943808"/>
                <a:gd name="connsiteX12" fmla="*/ 760426 w 1337901"/>
                <a:gd name="connsiteY12" fmla="*/ 745924 h 943808"/>
                <a:gd name="connsiteX13" fmla="*/ 715025 w 1337901"/>
                <a:gd name="connsiteY13" fmla="*/ 801607 h 943808"/>
                <a:gd name="connsiteX14" fmla="*/ 705874 w 1337901"/>
                <a:gd name="connsiteY14" fmla="*/ 811801 h 943808"/>
                <a:gd name="connsiteX15" fmla="*/ 689300 w 1337901"/>
                <a:gd name="connsiteY15" fmla="*/ 820685 h 943808"/>
                <a:gd name="connsiteX16" fmla="*/ 678089 w 1337901"/>
                <a:gd name="connsiteY16" fmla="*/ 835442 h 943808"/>
                <a:gd name="connsiteX17" fmla="*/ 668811 w 1337901"/>
                <a:gd name="connsiteY17" fmla="*/ 854799 h 943808"/>
                <a:gd name="connsiteX18" fmla="*/ 662163 w 1337901"/>
                <a:gd name="connsiteY18" fmla="*/ 865654 h 943808"/>
                <a:gd name="connsiteX19" fmla="*/ 659812 w 1337901"/>
                <a:gd name="connsiteY19" fmla="*/ 878059 h 943808"/>
                <a:gd name="connsiteX20" fmla="*/ 618186 w 1337901"/>
                <a:gd name="connsiteY20" fmla="*/ 875059 h 943808"/>
                <a:gd name="connsiteX21" fmla="*/ 624579 w 1337901"/>
                <a:gd name="connsiteY21" fmla="*/ 851914 h 943808"/>
                <a:gd name="connsiteX22" fmla="*/ 626016 w 1337901"/>
                <a:gd name="connsiteY22" fmla="*/ 837552 h 943808"/>
                <a:gd name="connsiteX23" fmla="*/ 621707 w 1337901"/>
                <a:gd name="connsiteY23" fmla="*/ 836115 h 943808"/>
                <a:gd name="connsiteX24" fmla="*/ 625228 w 1337901"/>
                <a:gd name="connsiteY24" fmla="*/ 812449 h 943808"/>
                <a:gd name="connsiteX25" fmla="*/ 578899 w 1337901"/>
                <a:gd name="connsiteY25" fmla="*/ 771141 h 943808"/>
                <a:gd name="connsiteX26" fmla="*/ 593528 w 1337901"/>
                <a:gd name="connsiteY26" fmla="*/ 697167 h 943808"/>
                <a:gd name="connsiteX27" fmla="*/ 588165 w 1337901"/>
                <a:gd name="connsiteY27" fmla="*/ 681877 h 943808"/>
                <a:gd name="connsiteX28" fmla="*/ 468371 w 1337901"/>
                <a:gd name="connsiteY28" fmla="*/ 735997 h 943808"/>
                <a:gd name="connsiteX29" fmla="*/ 433659 w 1337901"/>
                <a:gd name="connsiteY29" fmla="*/ 769590 h 943808"/>
                <a:gd name="connsiteX30" fmla="*/ 401948 w 1337901"/>
                <a:gd name="connsiteY30" fmla="*/ 812703 h 943808"/>
                <a:gd name="connsiteX31" fmla="*/ 383937 w 1337901"/>
                <a:gd name="connsiteY31" fmla="*/ 821333 h 943808"/>
                <a:gd name="connsiteX32" fmla="*/ 346226 w 1337901"/>
                <a:gd name="connsiteY32" fmla="*/ 827612 h 943808"/>
                <a:gd name="connsiteX33" fmla="*/ 313065 w 1337901"/>
                <a:gd name="connsiteY33" fmla="*/ 834145 h 943808"/>
                <a:gd name="connsiteX34" fmla="*/ 279523 w 1337901"/>
                <a:gd name="connsiteY34" fmla="*/ 849436 h 943808"/>
                <a:gd name="connsiteX35" fmla="*/ 264004 w 1337901"/>
                <a:gd name="connsiteY35" fmla="*/ 858994 h 943808"/>
                <a:gd name="connsiteX36" fmla="*/ 190666 w 1337901"/>
                <a:gd name="connsiteY36" fmla="*/ 908512 h 943808"/>
                <a:gd name="connsiteX37" fmla="*/ 161420 w 1337901"/>
                <a:gd name="connsiteY37" fmla="*/ 919227 h 943808"/>
                <a:gd name="connsiteX38" fmla="*/ 98135 w 1337901"/>
                <a:gd name="connsiteY38" fmla="*/ 943809 h 943808"/>
                <a:gd name="connsiteX39" fmla="*/ 53243 w 1337901"/>
                <a:gd name="connsiteY39" fmla="*/ 928912 h 943808"/>
                <a:gd name="connsiteX40" fmla="*/ 60030 w 1337901"/>
                <a:gd name="connsiteY40" fmla="*/ 856896 h 943808"/>
                <a:gd name="connsiteX41" fmla="*/ 60818 w 1337901"/>
                <a:gd name="connsiteY41" fmla="*/ 804988 h 943808"/>
                <a:gd name="connsiteX42" fmla="*/ 0 w 1337901"/>
                <a:gd name="connsiteY42" fmla="*/ 697561 h 943808"/>
                <a:gd name="connsiteX43" fmla="*/ 40978 w 1337901"/>
                <a:gd name="connsiteY43" fmla="*/ 666332 h 943808"/>
                <a:gd name="connsiteX44" fmla="*/ 77647 w 1337901"/>
                <a:gd name="connsiteY44" fmla="*/ 614297 h 943808"/>
                <a:gd name="connsiteX45" fmla="*/ 109880 w 1337901"/>
                <a:gd name="connsiteY45" fmla="*/ 583462 h 943808"/>
                <a:gd name="connsiteX46" fmla="*/ 131805 w 1337901"/>
                <a:gd name="connsiteY46" fmla="*/ 563990 h 943808"/>
                <a:gd name="connsiteX47" fmla="*/ 148646 w 1337901"/>
                <a:gd name="connsiteY47" fmla="*/ 589207 h 943808"/>
                <a:gd name="connsiteX48" fmla="*/ 283056 w 1337901"/>
                <a:gd name="connsiteY48" fmla="*/ 540069 h 943808"/>
                <a:gd name="connsiteX49" fmla="*/ 325991 w 1337901"/>
                <a:gd name="connsiteY49" fmla="*/ 516009 h 943808"/>
                <a:gd name="connsiteX50" fmla="*/ 350395 w 1337901"/>
                <a:gd name="connsiteY50" fmla="*/ 502422 h 943808"/>
                <a:gd name="connsiteX51" fmla="*/ 379361 w 1337901"/>
                <a:gd name="connsiteY51" fmla="*/ 505955 h 943808"/>
                <a:gd name="connsiteX52" fmla="*/ 418916 w 1337901"/>
                <a:gd name="connsiteY52" fmla="*/ 478768 h 943808"/>
                <a:gd name="connsiteX53" fmla="*/ 453754 w 1337901"/>
                <a:gd name="connsiteY53" fmla="*/ 411328 h 943808"/>
                <a:gd name="connsiteX54" fmla="*/ 501519 w 1337901"/>
                <a:gd name="connsiteY54" fmla="*/ 378904 h 943808"/>
                <a:gd name="connsiteX55" fmla="*/ 546399 w 1337901"/>
                <a:gd name="connsiteY55" fmla="*/ 375256 h 943808"/>
                <a:gd name="connsiteX56" fmla="*/ 588546 w 1337901"/>
                <a:gd name="connsiteY56" fmla="*/ 336172 h 943808"/>
                <a:gd name="connsiteX57" fmla="*/ 551750 w 1337901"/>
                <a:gd name="connsiteY57" fmla="*/ 318518 h 943808"/>
                <a:gd name="connsiteX58" fmla="*/ 532710 w 1337901"/>
                <a:gd name="connsiteY58" fmla="*/ 288852 h 943808"/>
                <a:gd name="connsiteX59" fmla="*/ 553580 w 1337901"/>
                <a:gd name="connsiteY59" fmla="*/ 280095 h 943808"/>
                <a:gd name="connsiteX60" fmla="*/ 560622 w 1337901"/>
                <a:gd name="connsiteY60" fmla="*/ 267156 h 943808"/>
                <a:gd name="connsiteX61" fmla="*/ 561156 w 1337901"/>
                <a:gd name="connsiteY61" fmla="*/ 258259 h 943808"/>
                <a:gd name="connsiteX62" fmla="*/ 556186 w 1337901"/>
                <a:gd name="connsiteY62" fmla="*/ 250302 h 943808"/>
                <a:gd name="connsiteX63" fmla="*/ 555411 w 1337901"/>
                <a:gd name="connsiteY63" fmla="*/ 242320 h 943808"/>
                <a:gd name="connsiteX64" fmla="*/ 561816 w 1337901"/>
                <a:gd name="connsiteY64" fmla="*/ 236308 h 943808"/>
                <a:gd name="connsiteX65" fmla="*/ 580348 w 1337901"/>
                <a:gd name="connsiteY65" fmla="*/ 228072 h 943808"/>
                <a:gd name="connsiteX66" fmla="*/ 622228 w 1337901"/>
                <a:gd name="connsiteY66" fmla="*/ 224157 h 943808"/>
                <a:gd name="connsiteX67" fmla="*/ 642717 w 1337901"/>
                <a:gd name="connsiteY67" fmla="*/ 210290 h 943808"/>
                <a:gd name="connsiteX68" fmla="*/ 643886 w 1337901"/>
                <a:gd name="connsiteY68" fmla="*/ 192000 h 943808"/>
                <a:gd name="connsiteX69" fmla="*/ 632663 w 1337901"/>
                <a:gd name="connsiteY69" fmla="*/ 180116 h 943808"/>
                <a:gd name="connsiteX70" fmla="*/ 632663 w 1337901"/>
                <a:gd name="connsiteY70" fmla="*/ 167165 h 943808"/>
                <a:gd name="connsiteX71" fmla="*/ 644420 w 1337901"/>
                <a:gd name="connsiteY71" fmla="*/ 164165 h 943808"/>
                <a:gd name="connsiteX72" fmla="*/ 656813 w 1337901"/>
                <a:gd name="connsiteY72" fmla="*/ 151226 h 943808"/>
                <a:gd name="connsiteX73" fmla="*/ 678089 w 1337901"/>
                <a:gd name="connsiteY73" fmla="*/ 134092 h 943808"/>
                <a:gd name="connsiteX74" fmla="*/ 707704 w 1337901"/>
                <a:gd name="connsiteY74" fmla="*/ 128093 h 943808"/>
                <a:gd name="connsiteX75" fmla="*/ 738628 w 1337901"/>
                <a:gd name="connsiteY75" fmla="*/ 113972 h 943808"/>
                <a:gd name="connsiteX76" fmla="*/ 748949 w 1337901"/>
                <a:gd name="connsiteY76" fmla="*/ 105075 h 943808"/>
                <a:gd name="connsiteX77" fmla="*/ 765523 w 1337901"/>
                <a:gd name="connsiteY77" fmla="*/ 101542 h 943808"/>
                <a:gd name="connsiteX78" fmla="*/ 770874 w 1337901"/>
                <a:gd name="connsiteY78" fmla="*/ 89137 h 943808"/>
                <a:gd name="connsiteX79" fmla="*/ 779733 w 1337901"/>
                <a:gd name="connsiteY79" fmla="*/ 87967 h 943808"/>
                <a:gd name="connsiteX80" fmla="*/ 810403 w 1337901"/>
                <a:gd name="connsiteY80" fmla="*/ 56586 h 943808"/>
                <a:gd name="connsiteX81" fmla="*/ 827511 w 1337901"/>
                <a:gd name="connsiteY81" fmla="*/ 48362 h 943808"/>
                <a:gd name="connsiteX82" fmla="*/ 831019 w 1337901"/>
                <a:gd name="connsiteY82" fmla="*/ 38817 h 943808"/>
                <a:gd name="connsiteX83" fmla="*/ 842267 w 1337901"/>
                <a:gd name="connsiteY83" fmla="*/ 29920 h 943808"/>
                <a:gd name="connsiteX84" fmla="*/ 852308 w 1337901"/>
                <a:gd name="connsiteY84" fmla="*/ 28750 h 943808"/>
                <a:gd name="connsiteX85" fmla="*/ 873305 w 1337901"/>
                <a:gd name="connsiteY85" fmla="*/ 127 h 943808"/>
                <a:gd name="connsiteX86" fmla="*/ 879826 w 1337901"/>
                <a:gd name="connsiteY86" fmla="*/ 0 h 943808"/>
                <a:gd name="connsiteX87" fmla="*/ 913368 w 1337901"/>
                <a:gd name="connsiteY87" fmla="*/ 84447 h 943808"/>
                <a:gd name="connsiteX88" fmla="*/ 929307 w 1337901"/>
                <a:gd name="connsiteY88" fmla="*/ 124827 h 943808"/>
                <a:gd name="connsiteX89" fmla="*/ 882584 w 1337901"/>
                <a:gd name="connsiteY89" fmla="*/ 214357 h 943808"/>
                <a:gd name="connsiteX90" fmla="*/ 877106 w 1337901"/>
                <a:gd name="connsiteY90" fmla="*/ 224678 h 943808"/>
                <a:gd name="connsiteX91" fmla="*/ 888964 w 1337901"/>
                <a:gd name="connsiteY91" fmla="*/ 240363 h 943808"/>
                <a:gd name="connsiteX92" fmla="*/ 928391 w 1337901"/>
                <a:gd name="connsiteY92" fmla="*/ 219836 h 943808"/>
                <a:gd name="connsiteX93" fmla="*/ 993887 w 1337901"/>
                <a:gd name="connsiteY93" fmla="*/ 181158 h 943808"/>
                <a:gd name="connsiteX94" fmla="*/ 1036962 w 1337901"/>
                <a:gd name="connsiteY94" fmla="*/ 167686 h 943808"/>
                <a:gd name="connsiteX95" fmla="*/ 1062662 w 1337901"/>
                <a:gd name="connsiteY95" fmla="*/ 158801 h 943808"/>
                <a:gd name="connsiteX96" fmla="*/ 1103259 w 1337901"/>
                <a:gd name="connsiteY96" fmla="*/ 152395 h 943808"/>
                <a:gd name="connsiteX97" fmla="*/ 1128958 w 1337901"/>
                <a:gd name="connsiteY97" fmla="*/ 147438 h 943808"/>
                <a:gd name="connsiteX98" fmla="*/ 1176851 w 1337901"/>
                <a:gd name="connsiteY98" fmla="*/ 124687 h 943808"/>
                <a:gd name="connsiteX99" fmla="*/ 1201521 w 1337901"/>
                <a:gd name="connsiteY99" fmla="*/ 126517 h 943808"/>
                <a:gd name="connsiteX100" fmla="*/ 1227882 w 1337901"/>
                <a:gd name="connsiteY100" fmla="*/ 109130 h 943808"/>
                <a:gd name="connsiteX101" fmla="*/ 1241850 w 1337901"/>
                <a:gd name="connsiteY101" fmla="*/ 124166 h 943808"/>
                <a:gd name="connsiteX102" fmla="*/ 1207914 w 1337901"/>
                <a:gd name="connsiteY102" fmla="*/ 161153 h 943808"/>
                <a:gd name="connsiteX103" fmla="*/ 1242766 w 1337901"/>
                <a:gd name="connsiteY103" fmla="*/ 171079 h 943808"/>
                <a:gd name="connsiteX104" fmla="*/ 1330847 w 1337901"/>
                <a:gd name="connsiteY104" fmla="*/ 233041 h 943808"/>
                <a:gd name="connsiteX105" fmla="*/ 1336859 w 1337901"/>
                <a:gd name="connsiteY105" fmla="*/ 253174 h 943808"/>
                <a:gd name="connsiteX106" fmla="*/ 1316358 w 1337901"/>
                <a:gd name="connsiteY106" fmla="*/ 269901 h 943808"/>
                <a:gd name="connsiteX107" fmla="*/ 1337902 w 1337901"/>
                <a:gd name="connsiteY107" fmla="*/ 323360 h 943808"/>
                <a:gd name="connsiteX108" fmla="*/ 1328229 w 1337901"/>
                <a:gd name="connsiteY108" fmla="*/ 322712 h 943808"/>
                <a:gd name="connsiteX109" fmla="*/ 1311147 w 1337901"/>
                <a:gd name="connsiteY109" fmla="*/ 332117 h 943808"/>
                <a:gd name="connsiteX110" fmla="*/ 1308655 w 1337901"/>
                <a:gd name="connsiteY110" fmla="*/ 337354 h 943808"/>
                <a:gd name="connsiteX111" fmla="*/ 1312697 w 1337901"/>
                <a:gd name="connsiteY111" fmla="*/ 343620 h 943808"/>
                <a:gd name="connsiteX112" fmla="*/ 1299275 w 1337901"/>
                <a:gd name="connsiteY112" fmla="*/ 358784 h 943808"/>
                <a:gd name="connsiteX113" fmla="*/ 1287518 w 1337901"/>
                <a:gd name="connsiteY113" fmla="*/ 363486 h 943808"/>
                <a:gd name="connsiteX114" fmla="*/ 1268199 w 1337901"/>
                <a:gd name="connsiteY114" fmla="*/ 366753 h 943808"/>
                <a:gd name="connsiteX115" fmla="*/ 1247329 w 1337901"/>
                <a:gd name="connsiteY115" fmla="*/ 379425 h 943808"/>
                <a:gd name="connsiteX116" fmla="*/ 1234530 w 1337901"/>
                <a:gd name="connsiteY116" fmla="*/ 392898 h 943808"/>
                <a:gd name="connsiteX117" fmla="*/ 1226700 w 1337901"/>
                <a:gd name="connsiteY117" fmla="*/ 406612 h 943808"/>
                <a:gd name="connsiteX118" fmla="*/ 1226573 w 1337901"/>
                <a:gd name="connsiteY118" fmla="*/ 424775 h 943808"/>
                <a:gd name="connsiteX119" fmla="*/ 1227628 w 1337901"/>
                <a:gd name="connsiteY119" fmla="*/ 435248 h 943808"/>
                <a:gd name="connsiteX120" fmla="*/ 1223980 w 1337901"/>
                <a:gd name="connsiteY120" fmla="*/ 457199 h 943808"/>
                <a:gd name="connsiteX121" fmla="*/ 1219531 w 1337901"/>
                <a:gd name="connsiteY121" fmla="*/ 476556 h 943808"/>
                <a:gd name="connsiteX122" fmla="*/ 1210139 w 1337901"/>
                <a:gd name="connsiteY122" fmla="*/ 479403 h 943808"/>
                <a:gd name="connsiteX123" fmla="*/ 1201902 w 1337901"/>
                <a:gd name="connsiteY123" fmla="*/ 488834 h 943808"/>
                <a:gd name="connsiteX124" fmla="*/ 1196564 w 1337901"/>
                <a:gd name="connsiteY124" fmla="*/ 482289 h 943808"/>
                <a:gd name="connsiteX125" fmla="*/ 1187044 w 1337901"/>
                <a:gd name="connsiteY125" fmla="*/ 482289 h 943808"/>
                <a:gd name="connsiteX126" fmla="*/ 1180765 w 1337901"/>
                <a:gd name="connsiteY126" fmla="*/ 488034 h 943808"/>
                <a:gd name="connsiteX127" fmla="*/ 1152205 w 1337901"/>
                <a:gd name="connsiteY127" fmla="*/ 481628 h 943808"/>
                <a:gd name="connsiteX128" fmla="*/ 1145011 w 1337901"/>
                <a:gd name="connsiteY128" fmla="*/ 470392 h 943808"/>
                <a:gd name="connsiteX129" fmla="*/ 1132759 w 1337901"/>
                <a:gd name="connsiteY129" fmla="*/ 463478 h 943808"/>
                <a:gd name="connsiteX130" fmla="*/ 1118396 w 1337901"/>
                <a:gd name="connsiteY130" fmla="*/ 459677 h 943808"/>
                <a:gd name="connsiteX131" fmla="*/ 1095289 w 1337901"/>
                <a:gd name="connsiteY131" fmla="*/ 475234 h 943808"/>
                <a:gd name="connsiteX132" fmla="*/ 1077800 w 1337901"/>
                <a:gd name="connsiteY132" fmla="*/ 490004 h 943808"/>
                <a:gd name="connsiteX133" fmla="*/ 1076631 w 1337901"/>
                <a:gd name="connsiteY133" fmla="*/ 498380 h 943808"/>
                <a:gd name="connsiteX134" fmla="*/ 1068140 w 1337901"/>
                <a:gd name="connsiteY134" fmla="*/ 506463 h 943808"/>
                <a:gd name="connsiteX135" fmla="*/ 1054833 w 1337901"/>
                <a:gd name="connsiteY135" fmla="*/ 506603 h 943808"/>
                <a:gd name="connsiteX136" fmla="*/ 1051312 w 1337901"/>
                <a:gd name="connsiteY136" fmla="*/ 514306 h 943808"/>
                <a:gd name="connsiteX137" fmla="*/ 1027035 w 1337901"/>
                <a:gd name="connsiteY137" fmla="*/ 522809 h 943808"/>
                <a:gd name="connsiteX138" fmla="*/ 1015304 w 1337901"/>
                <a:gd name="connsiteY138" fmla="*/ 529596 h 943808"/>
                <a:gd name="connsiteX139" fmla="*/ 1006419 w 1337901"/>
                <a:gd name="connsiteY139" fmla="*/ 527245 h 943808"/>
                <a:gd name="connsiteX140" fmla="*/ 985143 w 1337901"/>
                <a:gd name="connsiteY140" fmla="*/ 539141 h 943808"/>
                <a:gd name="connsiteX141" fmla="*/ 981635 w 1337901"/>
                <a:gd name="connsiteY141" fmla="*/ 545026 h 943808"/>
                <a:gd name="connsiteX142" fmla="*/ 969763 w 1337901"/>
                <a:gd name="connsiteY142" fmla="*/ 553262 h 943808"/>
                <a:gd name="connsiteX143" fmla="*/ 943529 w 1337901"/>
                <a:gd name="connsiteY143" fmla="*/ 556008 h 943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1337901" h="943808">
                  <a:moveTo>
                    <a:pt x="943529" y="556008"/>
                  </a:moveTo>
                  <a:lnTo>
                    <a:pt x="923168" y="565159"/>
                  </a:lnTo>
                  <a:lnTo>
                    <a:pt x="900848" y="583462"/>
                  </a:lnTo>
                  <a:lnTo>
                    <a:pt x="903200" y="623969"/>
                  </a:lnTo>
                  <a:lnTo>
                    <a:pt x="895370" y="639132"/>
                  </a:lnTo>
                  <a:lnTo>
                    <a:pt x="894722" y="656266"/>
                  </a:lnTo>
                  <a:lnTo>
                    <a:pt x="873178" y="669599"/>
                  </a:lnTo>
                  <a:lnTo>
                    <a:pt x="844860" y="676907"/>
                  </a:lnTo>
                  <a:lnTo>
                    <a:pt x="829722" y="694689"/>
                  </a:lnTo>
                  <a:lnTo>
                    <a:pt x="830116" y="710500"/>
                  </a:lnTo>
                  <a:lnTo>
                    <a:pt x="825032" y="715216"/>
                  </a:lnTo>
                  <a:lnTo>
                    <a:pt x="813034" y="711949"/>
                  </a:lnTo>
                  <a:lnTo>
                    <a:pt x="760426" y="745924"/>
                  </a:lnTo>
                  <a:lnTo>
                    <a:pt x="715025" y="801607"/>
                  </a:lnTo>
                  <a:lnTo>
                    <a:pt x="705874" y="811801"/>
                  </a:lnTo>
                  <a:lnTo>
                    <a:pt x="689300" y="820685"/>
                  </a:lnTo>
                  <a:lnTo>
                    <a:pt x="678089" y="835442"/>
                  </a:lnTo>
                  <a:lnTo>
                    <a:pt x="668811" y="854799"/>
                  </a:lnTo>
                  <a:lnTo>
                    <a:pt x="662163" y="865654"/>
                  </a:lnTo>
                  <a:lnTo>
                    <a:pt x="659812" y="878059"/>
                  </a:lnTo>
                  <a:lnTo>
                    <a:pt x="618186" y="875059"/>
                  </a:lnTo>
                  <a:lnTo>
                    <a:pt x="624579" y="851914"/>
                  </a:lnTo>
                  <a:lnTo>
                    <a:pt x="626016" y="837552"/>
                  </a:lnTo>
                  <a:lnTo>
                    <a:pt x="621707" y="836115"/>
                  </a:lnTo>
                  <a:lnTo>
                    <a:pt x="625228" y="812449"/>
                  </a:lnTo>
                  <a:lnTo>
                    <a:pt x="578899" y="771141"/>
                  </a:lnTo>
                  <a:lnTo>
                    <a:pt x="593528" y="697167"/>
                  </a:lnTo>
                  <a:lnTo>
                    <a:pt x="588165" y="681877"/>
                  </a:lnTo>
                  <a:lnTo>
                    <a:pt x="468371" y="735997"/>
                  </a:lnTo>
                  <a:lnTo>
                    <a:pt x="433659" y="769590"/>
                  </a:lnTo>
                  <a:lnTo>
                    <a:pt x="401948" y="812703"/>
                  </a:lnTo>
                  <a:lnTo>
                    <a:pt x="383937" y="821333"/>
                  </a:lnTo>
                  <a:lnTo>
                    <a:pt x="346226" y="827612"/>
                  </a:lnTo>
                  <a:lnTo>
                    <a:pt x="313065" y="834145"/>
                  </a:lnTo>
                  <a:lnTo>
                    <a:pt x="279523" y="849436"/>
                  </a:lnTo>
                  <a:lnTo>
                    <a:pt x="264004" y="858994"/>
                  </a:lnTo>
                  <a:lnTo>
                    <a:pt x="190666" y="908512"/>
                  </a:lnTo>
                  <a:lnTo>
                    <a:pt x="161420" y="919227"/>
                  </a:lnTo>
                  <a:lnTo>
                    <a:pt x="98135" y="943809"/>
                  </a:lnTo>
                  <a:lnTo>
                    <a:pt x="53243" y="928912"/>
                  </a:lnTo>
                  <a:lnTo>
                    <a:pt x="60030" y="856896"/>
                  </a:lnTo>
                  <a:lnTo>
                    <a:pt x="60818" y="804988"/>
                  </a:lnTo>
                  <a:lnTo>
                    <a:pt x="0" y="697561"/>
                  </a:lnTo>
                  <a:lnTo>
                    <a:pt x="40978" y="666332"/>
                  </a:lnTo>
                  <a:lnTo>
                    <a:pt x="77647" y="614297"/>
                  </a:lnTo>
                  <a:lnTo>
                    <a:pt x="109880" y="583462"/>
                  </a:lnTo>
                  <a:lnTo>
                    <a:pt x="131805" y="563990"/>
                  </a:lnTo>
                  <a:lnTo>
                    <a:pt x="148646" y="589207"/>
                  </a:lnTo>
                  <a:lnTo>
                    <a:pt x="283056" y="540069"/>
                  </a:lnTo>
                  <a:lnTo>
                    <a:pt x="325991" y="516009"/>
                  </a:lnTo>
                  <a:lnTo>
                    <a:pt x="350395" y="502422"/>
                  </a:lnTo>
                  <a:lnTo>
                    <a:pt x="379361" y="505955"/>
                  </a:lnTo>
                  <a:lnTo>
                    <a:pt x="418916" y="478768"/>
                  </a:lnTo>
                  <a:lnTo>
                    <a:pt x="453754" y="411328"/>
                  </a:lnTo>
                  <a:lnTo>
                    <a:pt x="501519" y="378904"/>
                  </a:lnTo>
                  <a:lnTo>
                    <a:pt x="546399" y="375256"/>
                  </a:lnTo>
                  <a:lnTo>
                    <a:pt x="588546" y="336172"/>
                  </a:lnTo>
                  <a:lnTo>
                    <a:pt x="551750" y="318518"/>
                  </a:lnTo>
                  <a:lnTo>
                    <a:pt x="532710" y="288852"/>
                  </a:lnTo>
                  <a:lnTo>
                    <a:pt x="553580" y="280095"/>
                  </a:lnTo>
                  <a:lnTo>
                    <a:pt x="560622" y="267156"/>
                  </a:lnTo>
                  <a:lnTo>
                    <a:pt x="561156" y="258259"/>
                  </a:lnTo>
                  <a:lnTo>
                    <a:pt x="556186" y="250302"/>
                  </a:lnTo>
                  <a:lnTo>
                    <a:pt x="555411" y="242320"/>
                  </a:lnTo>
                  <a:lnTo>
                    <a:pt x="561816" y="236308"/>
                  </a:lnTo>
                  <a:lnTo>
                    <a:pt x="580348" y="228072"/>
                  </a:lnTo>
                  <a:lnTo>
                    <a:pt x="622228" y="224157"/>
                  </a:lnTo>
                  <a:lnTo>
                    <a:pt x="642717" y="210290"/>
                  </a:lnTo>
                  <a:lnTo>
                    <a:pt x="643886" y="192000"/>
                  </a:lnTo>
                  <a:lnTo>
                    <a:pt x="632663" y="180116"/>
                  </a:lnTo>
                  <a:lnTo>
                    <a:pt x="632663" y="167165"/>
                  </a:lnTo>
                  <a:lnTo>
                    <a:pt x="644420" y="164165"/>
                  </a:lnTo>
                  <a:lnTo>
                    <a:pt x="656813" y="151226"/>
                  </a:lnTo>
                  <a:lnTo>
                    <a:pt x="678089" y="134092"/>
                  </a:lnTo>
                  <a:lnTo>
                    <a:pt x="707704" y="128093"/>
                  </a:lnTo>
                  <a:lnTo>
                    <a:pt x="738628" y="113972"/>
                  </a:lnTo>
                  <a:lnTo>
                    <a:pt x="748949" y="105075"/>
                  </a:lnTo>
                  <a:lnTo>
                    <a:pt x="765523" y="101542"/>
                  </a:lnTo>
                  <a:lnTo>
                    <a:pt x="770874" y="89137"/>
                  </a:lnTo>
                  <a:lnTo>
                    <a:pt x="779733" y="87967"/>
                  </a:lnTo>
                  <a:lnTo>
                    <a:pt x="810403" y="56586"/>
                  </a:lnTo>
                  <a:lnTo>
                    <a:pt x="827511" y="48362"/>
                  </a:lnTo>
                  <a:lnTo>
                    <a:pt x="831019" y="38817"/>
                  </a:lnTo>
                  <a:lnTo>
                    <a:pt x="842267" y="29920"/>
                  </a:lnTo>
                  <a:lnTo>
                    <a:pt x="852308" y="28750"/>
                  </a:lnTo>
                  <a:lnTo>
                    <a:pt x="873305" y="127"/>
                  </a:lnTo>
                  <a:lnTo>
                    <a:pt x="879826" y="0"/>
                  </a:lnTo>
                  <a:lnTo>
                    <a:pt x="913368" y="84447"/>
                  </a:lnTo>
                  <a:lnTo>
                    <a:pt x="929307" y="124827"/>
                  </a:lnTo>
                  <a:lnTo>
                    <a:pt x="882584" y="214357"/>
                  </a:lnTo>
                  <a:lnTo>
                    <a:pt x="877106" y="224678"/>
                  </a:lnTo>
                  <a:lnTo>
                    <a:pt x="888964" y="240363"/>
                  </a:lnTo>
                  <a:lnTo>
                    <a:pt x="928391" y="219836"/>
                  </a:lnTo>
                  <a:lnTo>
                    <a:pt x="993887" y="181158"/>
                  </a:lnTo>
                  <a:lnTo>
                    <a:pt x="1036962" y="167686"/>
                  </a:lnTo>
                  <a:lnTo>
                    <a:pt x="1062662" y="158801"/>
                  </a:lnTo>
                  <a:lnTo>
                    <a:pt x="1103259" y="152395"/>
                  </a:lnTo>
                  <a:lnTo>
                    <a:pt x="1128958" y="147438"/>
                  </a:lnTo>
                  <a:lnTo>
                    <a:pt x="1176851" y="124687"/>
                  </a:lnTo>
                  <a:lnTo>
                    <a:pt x="1201521" y="126517"/>
                  </a:lnTo>
                  <a:lnTo>
                    <a:pt x="1227882" y="109130"/>
                  </a:lnTo>
                  <a:lnTo>
                    <a:pt x="1241850" y="124166"/>
                  </a:lnTo>
                  <a:lnTo>
                    <a:pt x="1207914" y="161153"/>
                  </a:lnTo>
                  <a:lnTo>
                    <a:pt x="1242766" y="171079"/>
                  </a:lnTo>
                  <a:lnTo>
                    <a:pt x="1330847" y="233041"/>
                  </a:lnTo>
                  <a:lnTo>
                    <a:pt x="1336859" y="253174"/>
                  </a:lnTo>
                  <a:lnTo>
                    <a:pt x="1316358" y="269901"/>
                  </a:lnTo>
                  <a:lnTo>
                    <a:pt x="1337902" y="323360"/>
                  </a:lnTo>
                  <a:lnTo>
                    <a:pt x="1328229" y="322712"/>
                  </a:lnTo>
                  <a:lnTo>
                    <a:pt x="1311147" y="332117"/>
                  </a:lnTo>
                  <a:lnTo>
                    <a:pt x="1308655" y="337354"/>
                  </a:lnTo>
                  <a:lnTo>
                    <a:pt x="1312697" y="343620"/>
                  </a:lnTo>
                  <a:lnTo>
                    <a:pt x="1299275" y="358784"/>
                  </a:lnTo>
                  <a:lnTo>
                    <a:pt x="1287518" y="363486"/>
                  </a:lnTo>
                  <a:lnTo>
                    <a:pt x="1268199" y="366753"/>
                  </a:lnTo>
                  <a:lnTo>
                    <a:pt x="1247329" y="379425"/>
                  </a:lnTo>
                  <a:lnTo>
                    <a:pt x="1234530" y="392898"/>
                  </a:lnTo>
                  <a:lnTo>
                    <a:pt x="1226700" y="406612"/>
                  </a:lnTo>
                  <a:lnTo>
                    <a:pt x="1226573" y="424775"/>
                  </a:lnTo>
                  <a:lnTo>
                    <a:pt x="1227628" y="435248"/>
                  </a:lnTo>
                  <a:lnTo>
                    <a:pt x="1223980" y="457199"/>
                  </a:lnTo>
                  <a:lnTo>
                    <a:pt x="1219531" y="476556"/>
                  </a:lnTo>
                  <a:lnTo>
                    <a:pt x="1210139" y="479403"/>
                  </a:lnTo>
                  <a:lnTo>
                    <a:pt x="1201902" y="488834"/>
                  </a:lnTo>
                  <a:lnTo>
                    <a:pt x="1196564" y="482289"/>
                  </a:lnTo>
                  <a:lnTo>
                    <a:pt x="1187044" y="482289"/>
                  </a:lnTo>
                  <a:lnTo>
                    <a:pt x="1180765" y="488034"/>
                  </a:lnTo>
                  <a:lnTo>
                    <a:pt x="1152205" y="481628"/>
                  </a:lnTo>
                  <a:lnTo>
                    <a:pt x="1145011" y="470392"/>
                  </a:lnTo>
                  <a:lnTo>
                    <a:pt x="1132759" y="463478"/>
                  </a:lnTo>
                  <a:lnTo>
                    <a:pt x="1118396" y="459677"/>
                  </a:lnTo>
                  <a:lnTo>
                    <a:pt x="1095289" y="475234"/>
                  </a:lnTo>
                  <a:lnTo>
                    <a:pt x="1077800" y="490004"/>
                  </a:lnTo>
                  <a:lnTo>
                    <a:pt x="1076631" y="498380"/>
                  </a:lnTo>
                  <a:lnTo>
                    <a:pt x="1068140" y="506463"/>
                  </a:lnTo>
                  <a:lnTo>
                    <a:pt x="1054833" y="506603"/>
                  </a:lnTo>
                  <a:lnTo>
                    <a:pt x="1051312" y="514306"/>
                  </a:lnTo>
                  <a:lnTo>
                    <a:pt x="1027035" y="522809"/>
                  </a:lnTo>
                  <a:lnTo>
                    <a:pt x="1015304" y="529596"/>
                  </a:lnTo>
                  <a:lnTo>
                    <a:pt x="1006419" y="527245"/>
                  </a:lnTo>
                  <a:lnTo>
                    <a:pt x="985143" y="539141"/>
                  </a:lnTo>
                  <a:lnTo>
                    <a:pt x="981635" y="545026"/>
                  </a:lnTo>
                  <a:lnTo>
                    <a:pt x="969763" y="553262"/>
                  </a:lnTo>
                  <a:lnTo>
                    <a:pt x="943529" y="556008"/>
                  </a:lnTo>
                  <a:close/>
                </a:path>
              </a:pathLst>
            </a:custGeom>
            <a:solidFill>
              <a:srgbClr val="FFFFFF"/>
            </a:solidFill>
            <a:ln w="12700" cap="flat">
              <a:noFill/>
              <a:prstDash val="solid"/>
              <a:miter/>
            </a:ln>
          </p:spPr>
          <p:txBody>
            <a:bodyPr rtlCol="0" anchor="ctr"/>
            <a:lstStyle/>
            <a:p>
              <a:endParaRPr lang="de-CH"/>
            </a:p>
          </p:txBody>
        </p:sp>
        <p:sp>
          <p:nvSpPr>
            <p:cNvPr id="58" name="Freihandform: Form 57">
              <a:extLst>
                <a:ext uri="{FF2B5EF4-FFF2-40B4-BE49-F238E27FC236}">
                  <a16:creationId xmlns:a16="http://schemas.microsoft.com/office/drawing/2014/main" id="{EA23F343-D3DD-1C60-1DF0-DAD21CDFB6B9}"/>
                </a:ext>
              </a:extLst>
            </p:cNvPr>
            <p:cNvSpPr/>
            <p:nvPr/>
          </p:nvSpPr>
          <p:spPr>
            <a:xfrm>
              <a:off x="2476727" y="2413773"/>
              <a:ext cx="1337901" cy="943808"/>
            </a:xfrm>
            <a:custGeom>
              <a:avLst/>
              <a:gdLst>
                <a:gd name="connsiteX0" fmla="*/ 943529 w 1337901"/>
                <a:gd name="connsiteY0" fmla="*/ 556008 h 943808"/>
                <a:gd name="connsiteX1" fmla="*/ 923168 w 1337901"/>
                <a:gd name="connsiteY1" fmla="*/ 565159 h 943808"/>
                <a:gd name="connsiteX2" fmla="*/ 900848 w 1337901"/>
                <a:gd name="connsiteY2" fmla="*/ 583462 h 943808"/>
                <a:gd name="connsiteX3" fmla="*/ 903200 w 1337901"/>
                <a:gd name="connsiteY3" fmla="*/ 623969 h 943808"/>
                <a:gd name="connsiteX4" fmla="*/ 895370 w 1337901"/>
                <a:gd name="connsiteY4" fmla="*/ 639132 h 943808"/>
                <a:gd name="connsiteX5" fmla="*/ 894722 w 1337901"/>
                <a:gd name="connsiteY5" fmla="*/ 656266 h 943808"/>
                <a:gd name="connsiteX6" fmla="*/ 873178 w 1337901"/>
                <a:gd name="connsiteY6" fmla="*/ 669599 h 943808"/>
                <a:gd name="connsiteX7" fmla="*/ 844860 w 1337901"/>
                <a:gd name="connsiteY7" fmla="*/ 676907 h 943808"/>
                <a:gd name="connsiteX8" fmla="*/ 829722 w 1337901"/>
                <a:gd name="connsiteY8" fmla="*/ 694689 h 943808"/>
                <a:gd name="connsiteX9" fmla="*/ 830116 w 1337901"/>
                <a:gd name="connsiteY9" fmla="*/ 710500 h 943808"/>
                <a:gd name="connsiteX10" fmla="*/ 825032 w 1337901"/>
                <a:gd name="connsiteY10" fmla="*/ 715216 h 943808"/>
                <a:gd name="connsiteX11" fmla="*/ 813034 w 1337901"/>
                <a:gd name="connsiteY11" fmla="*/ 711949 h 943808"/>
                <a:gd name="connsiteX12" fmla="*/ 760426 w 1337901"/>
                <a:gd name="connsiteY12" fmla="*/ 745924 h 943808"/>
                <a:gd name="connsiteX13" fmla="*/ 715025 w 1337901"/>
                <a:gd name="connsiteY13" fmla="*/ 801607 h 943808"/>
                <a:gd name="connsiteX14" fmla="*/ 705874 w 1337901"/>
                <a:gd name="connsiteY14" fmla="*/ 811801 h 943808"/>
                <a:gd name="connsiteX15" fmla="*/ 689300 w 1337901"/>
                <a:gd name="connsiteY15" fmla="*/ 820685 h 943808"/>
                <a:gd name="connsiteX16" fmla="*/ 678089 w 1337901"/>
                <a:gd name="connsiteY16" fmla="*/ 835442 h 943808"/>
                <a:gd name="connsiteX17" fmla="*/ 668811 w 1337901"/>
                <a:gd name="connsiteY17" fmla="*/ 854799 h 943808"/>
                <a:gd name="connsiteX18" fmla="*/ 662163 w 1337901"/>
                <a:gd name="connsiteY18" fmla="*/ 865654 h 943808"/>
                <a:gd name="connsiteX19" fmla="*/ 659812 w 1337901"/>
                <a:gd name="connsiteY19" fmla="*/ 878059 h 943808"/>
                <a:gd name="connsiteX20" fmla="*/ 618186 w 1337901"/>
                <a:gd name="connsiteY20" fmla="*/ 875059 h 943808"/>
                <a:gd name="connsiteX21" fmla="*/ 624579 w 1337901"/>
                <a:gd name="connsiteY21" fmla="*/ 851914 h 943808"/>
                <a:gd name="connsiteX22" fmla="*/ 626016 w 1337901"/>
                <a:gd name="connsiteY22" fmla="*/ 837552 h 943808"/>
                <a:gd name="connsiteX23" fmla="*/ 621707 w 1337901"/>
                <a:gd name="connsiteY23" fmla="*/ 836115 h 943808"/>
                <a:gd name="connsiteX24" fmla="*/ 625228 w 1337901"/>
                <a:gd name="connsiteY24" fmla="*/ 812449 h 943808"/>
                <a:gd name="connsiteX25" fmla="*/ 578899 w 1337901"/>
                <a:gd name="connsiteY25" fmla="*/ 771141 h 943808"/>
                <a:gd name="connsiteX26" fmla="*/ 593528 w 1337901"/>
                <a:gd name="connsiteY26" fmla="*/ 697167 h 943808"/>
                <a:gd name="connsiteX27" fmla="*/ 588165 w 1337901"/>
                <a:gd name="connsiteY27" fmla="*/ 681877 h 943808"/>
                <a:gd name="connsiteX28" fmla="*/ 468371 w 1337901"/>
                <a:gd name="connsiteY28" fmla="*/ 735997 h 943808"/>
                <a:gd name="connsiteX29" fmla="*/ 433659 w 1337901"/>
                <a:gd name="connsiteY29" fmla="*/ 769590 h 943808"/>
                <a:gd name="connsiteX30" fmla="*/ 401948 w 1337901"/>
                <a:gd name="connsiteY30" fmla="*/ 812703 h 943808"/>
                <a:gd name="connsiteX31" fmla="*/ 383937 w 1337901"/>
                <a:gd name="connsiteY31" fmla="*/ 821333 h 943808"/>
                <a:gd name="connsiteX32" fmla="*/ 346226 w 1337901"/>
                <a:gd name="connsiteY32" fmla="*/ 827612 h 943808"/>
                <a:gd name="connsiteX33" fmla="*/ 313065 w 1337901"/>
                <a:gd name="connsiteY33" fmla="*/ 834145 h 943808"/>
                <a:gd name="connsiteX34" fmla="*/ 279523 w 1337901"/>
                <a:gd name="connsiteY34" fmla="*/ 849436 h 943808"/>
                <a:gd name="connsiteX35" fmla="*/ 264004 w 1337901"/>
                <a:gd name="connsiteY35" fmla="*/ 858994 h 943808"/>
                <a:gd name="connsiteX36" fmla="*/ 190666 w 1337901"/>
                <a:gd name="connsiteY36" fmla="*/ 908512 h 943808"/>
                <a:gd name="connsiteX37" fmla="*/ 161420 w 1337901"/>
                <a:gd name="connsiteY37" fmla="*/ 919227 h 943808"/>
                <a:gd name="connsiteX38" fmla="*/ 98135 w 1337901"/>
                <a:gd name="connsiteY38" fmla="*/ 943809 h 943808"/>
                <a:gd name="connsiteX39" fmla="*/ 53243 w 1337901"/>
                <a:gd name="connsiteY39" fmla="*/ 928912 h 943808"/>
                <a:gd name="connsiteX40" fmla="*/ 60030 w 1337901"/>
                <a:gd name="connsiteY40" fmla="*/ 856896 h 943808"/>
                <a:gd name="connsiteX41" fmla="*/ 60818 w 1337901"/>
                <a:gd name="connsiteY41" fmla="*/ 804988 h 943808"/>
                <a:gd name="connsiteX42" fmla="*/ 0 w 1337901"/>
                <a:gd name="connsiteY42" fmla="*/ 697561 h 943808"/>
                <a:gd name="connsiteX43" fmla="*/ 40978 w 1337901"/>
                <a:gd name="connsiteY43" fmla="*/ 666332 h 943808"/>
                <a:gd name="connsiteX44" fmla="*/ 77647 w 1337901"/>
                <a:gd name="connsiteY44" fmla="*/ 614297 h 943808"/>
                <a:gd name="connsiteX45" fmla="*/ 109880 w 1337901"/>
                <a:gd name="connsiteY45" fmla="*/ 583462 h 943808"/>
                <a:gd name="connsiteX46" fmla="*/ 131805 w 1337901"/>
                <a:gd name="connsiteY46" fmla="*/ 563990 h 943808"/>
                <a:gd name="connsiteX47" fmla="*/ 148646 w 1337901"/>
                <a:gd name="connsiteY47" fmla="*/ 589207 h 943808"/>
                <a:gd name="connsiteX48" fmla="*/ 283056 w 1337901"/>
                <a:gd name="connsiteY48" fmla="*/ 540069 h 943808"/>
                <a:gd name="connsiteX49" fmla="*/ 325991 w 1337901"/>
                <a:gd name="connsiteY49" fmla="*/ 516009 h 943808"/>
                <a:gd name="connsiteX50" fmla="*/ 350395 w 1337901"/>
                <a:gd name="connsiteY50" fmla="*/ 502422 h 943808"/>
                <a:gd name="connsiteX51" fmla="*/ 379361 w 1337901"/>
                <a:gd name="connsiteY51" fmla="*/ 505955 h 943808"/>
                <a:gd name="connsiteX52" fmla="*/ 418916 w 1337901"/>
                <a:gd name="connsiteY52" fmla="*/ 478768 h 943808"/>
                <a:gd name="connsiteX53" fmla="*/ 453754 w 1337901"/>
                <a:gd name="connsiteY53" fmla="*/ 411328 h 943808"/>
                <a:gd name="connsiteX54" fmla="*/ 501519 w 1337901"/>
                <a:gd name="connsiteY54" fmla="*/ 378904 h 943808"/>
                <a:gd name="connsiteX55" fmla="*/ 546399 w 1337901"/>
                <a:gd name="connsiteY55" fmla="*/ 375256 h 943808"/>
                <a:gd name="connsiteX56" fmla="*/ 588546 w 1337901"/>
                <a:gd name="connsiteY56" fmla="*/ 336172 h 943808"/>
                <a:gd name="connsiteX57" fmla="*/ 551750 w 1337901"/>
                <a:gd name="connsiteY57" fmla="*/ 318518 h 943808"/>
                <a:gd name="connsiteX58" fmla="*/ 532710 w 1337901"/>
                <a:gd name="connsiteY58" fmla="*/ 288852 h 943808"/>
                <a:gd name="connsiteX59" fmla="*/ 553580 w 1337901"/>
                <a:gd name="connsiteY59" fmla="*/ 280095 h 943808"/>
                <a:gd name="connsiteX60" fmla="*/ 560622 w 1337901"/>
                <a:gd name="connsiteY60" fmla="*/ 267156 h 943808"/>
                <a:gd name="connsiteX61" fmla="*/ 561156 w 1337901"/>
                <a:gd name="connsiteY61" fmla="*/ 258259 h 943808"/>
                <a:gd name="connsiteX62" fmla="*/ 556186 w 1337901"/>
                <a:gd name="connsiteY62" fmla="*/ 250302 h 943808"/>
                <a:gd name="connsiteX63" fmla="*/ 555411 w 1337901"/>
                <a:gd name="connsiteY63" fmla="*/ 242320 h 943808"/>
                <a:gd name="connsiteX64" fmla="*/ 561816 w 1337901"/>
                <a:gd name="connsiteY64" fmla="*/ 236308 h 943808"/>
                <a:gd name="connsiteX65" fmla="*/ 580348 w 1337901"/>
                <a:gd name="connsiteY65" fmla="*/ 228072 h 943808"/>
                <a:gd name="connsiteX66" fmla="*/ 622228 w 1337901"/>
                <a:gd name="connsiteY66" fmla="*/ 224157 h 943808"/>
                <a:gd name="connsiteX67" fmla="*/ 642717 w 1337901"/>
                <a:gd name="connsiteY67" fmla="*/ 210290 h 943808"/>
                <a:gd name="connsiteX68" fmla="*/ 643886 w 1337901"/>
                <a:gd name="connsiteY68" fmla="*/ 192000 h 943808"/>
                <a:gd name="connsiteX69" fmla="*/ 632663 w 1337901"/>
                <a:gd name="connsiteY69" fmla="*/ 180116 h 943808"/>
                <a:gd name="connsiteX70" fmla="*/ 632663 w 1337901"/>
                <a:gd name="connsiteY70" fmla="*/ 167165 h 943808"/>
                <a:gd name="connsiteX71" fmla="*/ 644420 w 1337901"/>
                <a:gd name="connsiteY71" fmla="*/ 164165 h 943808"/>
                <a:gd name="connsiteX72" fmla="*/ 656813 w 1337901"/>
                <a:gd name="connsiteY72" fmla="*/ 151226 h 943808"/>
                <a:gd name="connsiteX73" fmla="*/ 678089 w 1337901"/>
                <a:gd name="connsiteY73" fmla="*/ 134092 h 943808"/>
                <a:gd name="connsiteX74" fmla="*/ 707704 w 1337901"/>
                <a:gd name="connsiteY74" fmla="*/ 128093 h 943808"/>
                <a:gd name="connsiteX75" fmla="*/ 738628 w 1337901"/>
                <a:gd name="connsiteY75" fmla="*/ 113972 h 943808"/>
                <a:gd name="connsiteX76" fmla="*/ 748949 w 1337901"/>
                <a:gd name="connsiteY76" fmla="*/ 105075 h 943808"/>
                <a:gd name="connsiteX77" fmla="*/ 765523 w 1337901"/>
                <a:gd name="connsiteY77" fmla="*/ 101542 h 943808"/>
                <a:gd name="connsiteX78" fmla="*/ 770874 w 1337901"/>
                <a:gd name="connsiteY78" fmla="*/ 89137 h 943808"/>
                <a:gd name="connsiteX79" fmla="*/ 779733 w 1337901"/>
                <a:gd name="connsiteY79" fmla="*/ 87967 h 943808"/>
                <a:gd name="connsiteX80" fmla="*/ 810403 w 1337901"/>
                <a:gd name="connsiteY80" fmla="*/ 56586 h 943808"/>
                <a:gd name="connsiteX81" fmla="*/ 827511 w 1337901"/>
                <a:gd name="connsiteY81" fmla="*/ 48362 h 943808"/>
                <a:gd name="connsiteX82" fmla="*/ 831019 w 1337901"/>
                <a:gd name="connsiteY82" fmla="*/ 38817 h 943808"/>
                <a:gd name="connsiteX83" fmla="*/ 842267 w 1337901"/>
                <a:gd name="connsiteY83" fmla="*/ 29920 h 943808"/>
                <a:gd name="connsiteX84" fmla="*/ 852308 w 1337901"/>
                <a:gd name="connsiteY84" fmla="*/ 28750 h 943808"/>
                <a:gd name="connsiteX85" fmla="*/ 873305 w 1337901"/>
                <a:gd name="connsiteY85" fmla="*/ 127 h 943808"/>
                <a:gd name="connsiteX86" fmla="*/ 879826 w 1337901"/>
                <a:gd name="connsiteY86" fmla="*/ 0 h 943808"/>
                <a:gd name="connsiteX87" fmla="*/ 913368 w 1337901"/>
                <a:gd name="connsiteY87" fmla="*/ 84447 h 943808"/>
                <a:gd name="connsiteX88" fmla="*/ 929307 w 1337901"/>
                <a:gd name="connsiteY88" fmla="*/ 124827 h 943808"/>
                <a:gd name="connsiteX89" fmla="*/ 882584 w 1337901"/>
                <a:gd name="connsiteY89" fmla="*/ 214357 h 943808"/>
                <a:gd name="connsiteX90" fmla="*/ 877106 w 1337901"/>
                <a:gd name="connsiteY90" fmla="*/ 224678 h 943808"/>
                <a:gd name="connsiteX91" fmla="*/ 888964 w 1337901"/>
                <a:gd name="connsiteY91" fmla="*/ 240363 h 943808"/>
                <a:gd name="connsiteX92" fmla="*/ 928391 w 1337901"/>
                <a:gd name="connsiteY92" fmla="*/ 219836 h 943808"/>
                <a:gd name="connsiteX93" fmla="*/ 993887 w 1337901"/>
                <a:gd name="connsiteY93" fmla="*/ 181158 h 943808"/>
                <a:gd name="connsiteX94" fmla="*/ 1036962 w 1337901"/>
                <a:gd name="connsiteY94" fmla="*/ 167686 h 943808"/>
                <a:gd name="connsiteX95" fmla="*/ 1062662 w 1337901"/>
                <a:gd name="connsiteY95" fmla="*/ 158801 h 943808"/>
                <a:gd name="connsiteX96" fmla="*/ 1103259 w 1337901"/>
                <a:gd name="connsiteY96" fmla="*/ 152395 h 943808"/>
                <a:gd name="connsiteX97" fmla="*/ 1128958 w 1337901"/>
                <a:gd name="connsiteY97" fmla="*/ 147438 h 943808"/>
                <a:gd name="connsiteX98" fmla="*/ 1176851 w 1337901"/>
                <a:gd name="connsiteY98" fmla="*/ 124687 h 943808"/>
                <a:gd name="connsiteX99" fmla="*/ 1201521 w 1337901"/>
                <a:gd name="connsiteY99" fmla="*/ 126517 h 943808"/>
                <a:gd name="connsiteX100" fmla="*/ 1227882 w 1337901"/>
                <a:gd name="connsiteY100" fmla="*/ 109130 h 943808"/>
                <a:gd name="connsiteX101" fmla="*/ 1241850 w 1337901"/>
                <a:gd name="connsiteY101" fmla="*/ 124166 h 943808"/>
                <a:gd name="connsiteX102" fmla="*/ 1207914 w 1337901"/>
                <a:gd name="connsiteY102" fmla="*/ 161153 h 943808"/>
                <a:gd name="connsiteX103" fmla="*/ 1242766 w 1337901"/>
                <a:gd name="connsiteY103" fmla="*/ 171079 h 943808"/>
                <a:gd name="connsiteX104" fmla="*/ 1330847 w 1337901"/>
                <a:gd name="connsiteY104" fmla="*/ 233041 h 943808"/>
                <a:gd name="connsiteX105" fmla="*/ 1336859 w 1337901"/>
                <a:gd name="connsiteY105" fmla="*/ 253174 h 943808"/>
                <a:gd name="connsiteX106" fmla="*/ 1316358 w 1337901"/>
                <a:gd name="connsiteY106" fmla="*/ 269901 h 943808"/>
                <a:gd name="connsiteX107" fmla="*/ 1337902 w 1337901"/>
                <a:gd name="connsiteY107" fmla="*/ 323360 h 943808"/>
                <a:gd name="connsiteX108" fmla="*/ 1328229 w 1337901"/>
                <a:gd name="connsiteY108" fmla="*/ 322712 h 943808"/>
                <a:gd name="connsiteX109" fmla="*/ 1311147 w 1337901"/>
                <a:gd name="connsiteY109" fmla="*/ 332117 h 943808"/>
                <a:gd name="connsiteX110" fmla="*/ 1308655 w 1337901"/>
                <a:gd name="connsiteY110" fmla="*/ 337354 h 943808"/>
                <a:gd name="connsiteX111" fmla="*/ 1312697 w 1337901"/>
                <a:gd name="connsiteY111" fmla="*/ 343620 h 943808"/>
                <a:gd name="connsiteX112" fmla="*/ 1299275 w 1337901"/>
                <a:gd name="connsiteY112" fmla="*/ 358784 h 943808"/>
                <a:gd name="connsiteX113" fmla="*/ 1287518 w 1337901"/>
                <a:gd name="connsiteY113" fmla="*/ 363486 h 943808"/>
                <a:gd name="connsiteX114" fmla="*/ 1268199 w 1337901"/>
                <a:gd name="connsiteY114" fmla="*/ 366753 h 943808"/>
                <a:gd name="connsiteX115" fmla="*/ 1247329 w 1337901"/>
                <a:gd name="connsiteY115" fmla="*/ 379425 h 943808"/>
                <a:gd name="connsiteX116" fmla="*/ 1234530 w 1337901"/>
                <a:gd name="connsiteY116" fmla="*/ 392898 h 943808"/>
                <a:gd name="connsiteX117" fmla="*/ 1226700 w 1337901"/>
                <a:gd name="connsiteY117" fmla="*/ 406612 h 943808"/>
                <a:gd name="connsiteX118" fmla="*/ 1226573 w 1337901"/>
                <a:gd name="connsiteY118" fmla="*/ 424775 h 943808"/>
                <a:gd name="connsiteX119" fmla="*/ 1227628 w 1337901"/>
                <a:gd name="connsiteY119" fmla="*/ 435248 h 943808"/>
                <a:gd name="connsiteX120" fmla="*/ 1223980 w 1337901"/>
                <a:gd name="connsiteY120" fmla="*/ 457199 h 943808"/>
                <a:gd name="connsiteX121" fmla="*/ 1219531 w 1337901"/>
                <a:gd name="connsiteY121" fmla="*/ 476556 h 943808"/>
                <a:gd name="connsiteX122" fmla="*/ 1210139 w 1337901"/>
                <a:gd name="connsiteY122" fmla="*/ 479403 h 943808"/>
                <a:gd name="connsiteX123" fmla="*/ 1201902 w 1337901"/>
                <a:gd name="connsiteY123" fmla="*/ 488834 h 943808"/>
                <a:gd name="connsiteX124" fmla="*/ 1196564 w 1337901"/>
                <a:gd name="connsiteY124" fmla="*/ 482289 h 943808"/>
                <a:gd name="connsiteX125" fmla="*/ 1187044 w 1337901"/>
                <a:gd name="connsiteY125" fmla="*/ 482289 h 943808"/>
                <a:gd name="connsiteX126" fmla="*/ 1180765 w 1337901"/>
                <a:gd name="connsiteY126" fmla="*/ 488034 h 943808"/>
                <a:gd name="connsiteX127" fmla="*/ 1152205 w 1337901"/>
                <a:gd name="connsiteY127" fmla="*/ 481628 h 943808"/>
                <a:gd name="connsiteX128" fmla="*/ 1145011 w 1337901"/>
                <a:gd name="connsiteY128" fmla="*/ 470392 h 943808"/>
                <a:gd name="connsiteX129" fmla="*/ 1132759 w 1337901"/>
                <a:gd name="connsiteY129" fmla="*/ 463478 h 943808"/>
                <a:gd name="connsiteX130" fmla="*/ 1118396 w 1337901"/>
                <a:gd name="connsiteY130" fmla="*/ 459677 h 943808"/>
                <a:gd name="connsiteX131" fmla="*/ 1095289 w 1337901"/>
                <a:gd name="connsiteY131" fmla="*/ 475234 h 943808"/>
                <a:gd name="connsiteX132" fmla="*/ 1077800 w 1337901"/>
                <a:gd name="connsiteY132" fmla="*/ 490004 h 943808"/>
                <a:gd name="connsiteX133" fmla="*/ 1076631 w 1337901"/>
                <a:gd name="connsiteY133" fmla="*/ 498380 h 943808"/>
                <a:gd name="connsiteX134" fmla="*/ 1068140 w 1337901"/>
                <a:gd name="connsiteY134" fmla="*/ 506463 h 943808"/>
                <a:gd name="connsiteX135" fmla="*/ 1054833 w 1337901"/>
                <a:gd name="connsiteY135" fmla="*/ 506603 h 943808"/>
                <a:gd name="connsiteX136" fmla="*/ 1051312 w 1337901"/>
                <a:gd name="connsiteY136" fmla="*/ 514306 h 943808"/>
                <a:gd name="connsiteX137" fmla="*/ 1027035 w 1337901"/>
                <a:gd name="connsiteY137" fmla="*/ 522809 h 943808"/>
                <a:gd name="connsiteX138" fmla="*/ 1015304 w 1337901"/>
                <a:gd name="connsiteY138" fmla="*/ 529596 h 943808"/>
                <a:gd name="connsiteX139" fmla="*/ 1006419 w 1337901"/>
                <a:gd name="connsiteY139" fmla="*/ 527245 h 943808"/>
                <a:gd name="connsiteX140" fmla="*/ 985143 w 1337901"/>
                <a:gd name="connsiteY140" fmla="*/ 539141 h 943808"/>
                <a:gd name="connsiteX141" fmla="*/ 981635 w 1337901"/>
                <a:gd name="connsiteY141" fmla="*/ 545026 h 943808"/>
                <a:gd name="connsiteX142" fmla="*/ 969763 w 1337901"/>
                <a:gd name="connsiteY142" fmla="*/ 553262 h 943808"/>
                <a:gd name="connsiteX143" fmla="*/ 943529 w 1337901"/>
                <a:gd name="connsiteY143" fmla="*/ 556008 h 943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1337901" h="943808">
                  <a:moveTo>
                    <a:pt x="943529" y="556008"/>
                  </a:moveTo>
                  <a:lnTo>
                    <a:pt x="923168" y="565159"/>
                  </a:lnTo>
                  <a:lnTo>
                    <a:pt x="900848" y="583462"/>
                  </a:lnTo>
                  <a:lnTo>
                    <a:pt x="903200" y="623969"/>
                  </a:lnTo>
                  <a:lnTo>
                    <a:pt x="895370" y="639132"/>
                  </a:lnTo>
                  <a:lnTo>
                    <a:pt x="894722" y="656266"/>
                  </a:lnTo>
                  <a:lnTo>
                    <a:pt x="873178" y="669599"/>
                  </a:lnTo>
                  <a:lnTo>
                    <a:pt x="844860" y="676907"/>
                  </a:lnTo>
                  <a:lnTo>
                    <a:pt x="829722" y="694689"/>
                  </a:lnTo>
                  <a:lnTo>
                    <a:pt x="830116" y="710500"/>
                  </a:lnTo>
                  <a:lnTo>
                    <a:pt x="825032" y="715216"/>
                  </a:lnTo>
                  <a:lnTo>
                    <a:pt x="813034" y="711949"/>
                  </a:lnTo>
                  <a:lnTo>
                    <a:pt x="760426" y="745924"/>
                  </a:lnTo>
                  <a:lnTo>
                    <a:pt x="715025" y="801607"/>
                  </a:lnTo>
                  <a:lnTo>
                    <a:pt x="705874" y="811801"/>
                  </a:lnTo>
                  <a:lnTo>
                    <a:pt x="689300" y="820685"/>
                  </a:lnTo>
                  <a:lnTo>
                    <a:pt x="678089" y="835442"/>
                  </a:lnTo>
                  <a:lnTo>
                    <a:pt x="668811" y="854799"/>
                  </a:lnTo>
                  <a:lnTo>
                    <a:pt x="662163" y="865654"/>
                  </a:lnTo>
                  <a:lnTo>
                    <a:pt x="659812" y="878059"/>
                  </a:lnTo>
                  <a:lnTo>
                    <a:pt x="618186" y="875059"/>
                  </a:lnTo>
                  <a:lnTo>
                    <a:pt x="624579" y="851914"/>
                  </a:lnTo>
                  <a:lnTo>
                    <a:pt x="626016" y="837552"/>
                  </a:lnTo>
                  <a:lnTo>
                    <a:pt x="621707" y="836115"/>
                  </a:lnTo>
                  <a:lnTo>
                    <a:pt x="625228" y="812449"/>
                  </a:lnTo>
                  <a:lnTo>
                    <a:pt x="578899" y="771141"/>
                  </a:lnTo>
                  <a:lnTo>
                    <a:pt x="593528" y="697167"/>
                  </a:lnTo>
                  <a:lnTo>
                    <a:pt x="588165" y="681877"/>
                  </a:lnTo>
                  <a:lnTo>
                    <a:pt x="468371" y="735997"/>
                  </a:lnTo>
                  <a:lnTo>
                    <a:pt x="433659" y="769590"/>
                  </a:lnTo>
                  <a:lnTo>
                    <a:pt x="401948" y="812703"/>
                  </a:lnTo>
                  <a:lnTo>
                    <a:pt x="383937" y="821333"/>
                  </a:lnTo>
                  <a:lnTo>
                    <a:pt x="346226" y="827612"/>
                  </a:lnTo>
                  <a:lnTo>
                    <a:pt x="313065" y="834145"/>
                  </a:lnTo>
                  <a:lnTo>
                    <a:pt x="279523" y="849436"/>
                  </a:lnTo>
                  <a:lnTo>
                    <a:pt x="264004" y="858994"/>
                  </a:lnTo>
                  <a:lnTo>
                    <a:pt x="190666" y="908512"/>
                  </a:lnTo>
                  <a:lnTo>
                    <a:pt x="161420" y="919227"/>
                  </a:lnTo>
                  <a:lnTo>
                    <a:pt x="98135" y="943809"/>
                  </a:lnTo>
                  <a:lnTo>
                    <a:pt x="53243" y="928912"/>
                  </a:lnTo>
                  <a:lnTo>
                    <a:pt x="60030" y="856896"/>
                  </a:lnTo>
                  <a:lnTo>
                    <a:pt x="60818" y="804988"/>
                  </a:lnTo>
                  <a:lnTo>
                    <a:pt x="0" y="697561"/>
                  </a:lnTo>
                  <a:lnTo>
                    <a:pt x="40978" y="666332"/>
                  </a:lnTo>
                  <a:lnTo>
                    <a:pt x="77647" y="614297"/>
                  </a:lnTo>
                  <a:lnTo>
                    <a:pt x="109880" y="583462"/>
                  </a:lnTo>
                  <a:lnTo>
                    <a:pt x="131805" y="563990"/>
                  </a:lnTo>
                  <a:lnTo>
                    <a:pt x="148646" y="589207"/>
                  </a:lnTo>
                  <a:lnTo>
                    <a:pt x="283056" y="540069"/>
                  </a:lnTo>
                  <a:lnTo>
                    <a:pt x="325991" y="516009"/>
                  </a:lnTo>
                  <a:lnTo>
                    <a:pt x="350395" y="502422"/>
                  </a:lnTo>
                  <a:lnTo>
                    <a:pt x="379361" y="505955"/>
                  </a:lnTo>
                  <a:lnTo>
                    <a:pt x="418916" y="478768"/>
                  </a:lnTo>
                  <a:lnTo>
                    <a:pt x="453754" y="411328"/>
                  </a:lnTo>
                  <a:lnTo>
                    <a:pt x="501519" y="378904"/>
                  </a:lnTo>
                  <a:lnTo>
                    <a:pt x="546399" y="375256"/>
                  </a:lnTo>
                  <a:lnTo>
                    <a:pt x="588546" y="336172"/>
                  </a:lnTo>
                  <a:lnTo>
                    <a:pt x="551750" y="318518"/>
                  </a:lnTo>
                  <a:lnTo>
                    <a:pt x="532710" y="288852"/>
                  </a:lnTo>
                  <a:lnTo>
                    <a:pt x="553580" y="280095"/>
                  </a:lnTo>
                  <a:lnTo>
                    <a:pt x="560622" y="267156"/>
                  </a:lnTo>
                  <a:lnTo>
                    <a:pt x="561156" y="258259"/>
                  </a:lnTo>
                  <a:lnTo>
                    <a:pt x="556186" y="250302"/>
                  </a:lnTo>
                  <a:lnTo>
                    <a:pt x="555411" y="242320"/>
                  </a:lnTo>
                  <a:lnTo>
                    <a:pt x="561816" y="236308"/>
                  </a:lnTo>
                  <a:lnTo>
                    <a:pt x="580348" y="228072"/>
                  </a:lnTo>
                  <a:lnTo>
                    <a:pt x="622228" y="224157"/>
                  </a:lnTo>
                  <a:lnTo>
                    <a:pt x="642717" y="210290"/>
                  </a:lnTo>
                  <a:lnTo>
                    <a:pt x="643886" y="192000"/>
                  </a:lnTo>
                  <a:lnTo>
                    <a:pt x="632663" y="180116"/>
                  </a:lnTo>
                  <a:lnTo>
                    <a:pt x="632663" y="167165"/>
                  </a:lnTo>
                  <a:lnTo>
                    <a:pt x="644420" y="164165"/>
                  </a:lnTo>
                  <a:lnTo>
                    <a:pt x="656813" y="151226"/>
                  </a:lnTo>
                  <a:lnTo>
                    <a:pt x="678089" y="134092"/>
                  </a:lnTo>
                  <a:lnTo>
                    <a:pt x="707704" y="128093"/>
                  </a:lnTo>
                  <a:lnTo>
                    <a:pt x="738628" y="113972"/>
                  </a:lnTo>
                  <a:lnTo>
                    <a:pt x="748949" y="105075"/>
                  </a:lnTo>
                  <a:lnTo>
                    <a:pt x="765523" y="101542"/>
                  </a:lnTo>
                  <a:lnTo>
                    <a:pt x="770874" y="89137"/>
                  </a:lnTo>
                  <a:lnTo>
                    <a:pt x="779733" y="87967"/>
                  </a:lnTo>
                  <a:lnTo>
                    <a:pt x="810403" y="56586"/>
                  </a:lnTo>
                  <a:lnTo>
                    <a:pt x="827511" y="48362"/>
                  </a:lnTo>
                  <a:lnTo>
                    <a:pt x="831019" y="38817"/>
                  </a:lnTo>
                  <a:lnTo>
                    <a:pt x="842267" y="29920"/>
                  </a:lnTo>
                  <a:lnTo>
                    <a:pt x="852308" y="28750"/>
                  </a:lnTo>
                  <a:lnTo>
                    <a:pt x="873305" y="127"/>
                  </a:lnTo>
                  <a:lnTo>
                    <a:pt x="879826" y="0"/>
                  </a:lnTo>
                  <a:lnTo>
                    <a:pt x="913368" y="84447"/>
                  </a:lnTo>
                  <a:lnTo>
                    <a:pt x="929307" y="124827"/>
                  </a:lnTo>
                  <a:lnTo>
                    <a:pt x="882584" y="214357"/>
                  </a:lnTo>
                  <a:lnTo>
                    <a:pt x="877106" y="224678"/>
                  </a:lnTo>
                  <a:lnTo>
                    <a:pt x="888964" y="240363"/>
                  </a:lnTo>
                  <a:lnTo>
                    <a:pt x="928391" y="219836"/>
                  </a:lnTo>
                  <a:lnTo>
                    <a:pt x="993887" y="181158"/>
                  </a:lnTo>
                  <a:lnTo>
                    <a:pt x="1036962" y="167686"/>
                  </a:lnTo>
                  <a:lnTo>
                    <a:pt x="1062662" y="158801"/>
                  </a:lnTo>
                  <a:lnTo>
                    <a:pt x="1103259" y="152395"/>
                  </a:lnTo>
                  <a:lnTo>
                    <a:pt x="1128958" y="147438"/>
                  </a:lnTo>
                  <a:lnTo>
                    <a:pt x="1176851" y="124687"/>
                  </a:lnTo>
                  <a:lnTo>
                    <a:pt x="1201521" y="126517"/>
                  </a:lnTo>
                  <a:lnTo>
                    <a:pt x="1227882" y="109130"/>
                  </a:lnTo>
                  <a:lnTo>
                    <a:pt x="1241850" y="124166"/>
                  </a:lnTo>
                  <a:lnTo>
                    <a:pt x="1207914" y="161153"/>
                  </a:lnTo>
                  <a:lnTo>
                    <a:pt x="1242766" y="171079"/>
                  </a:lnTo>
                  <a:lnTo>
                    <a:pt x="1330847" y="233041"/>
                  </a:lnTo>
                  <a:lnTo>
                    <a:pt x="1336859" y="253174"/>
                  </a:lnTo>
                  <a:lnTo>
                    <a:pt x="1316358" y="269901"/>
                  </a:lnTo>
                  <a:lnTo>
                    <a:pt x="1337902" y="323360"/>
                  </a:lnTo>
                  <a:lnTo>
                    <a:pt x="1328229" y="322712"/>
                  </a:lnTo>
                  <a:lnTo>
                    <a:pt x="1311147" y="332117"/>
                  </a:lnTo>
                  <a:lnTo>
                    <a:pt x="1308655" y="337354"/>
                  </a:lnTo>
                  <a:lnTo>
                    <a:pt x="1312697" y="343620"/>
                  </a:lnTo>
                  <a:lnTo>
                    <a:pt x="1299275" y="358784"/>
                  </a:lnTo>
                  <a:lnTo>
                    <a:pt x="1287518" y="363486"/>
                  </a:lnTo>
                  <a:lnTo>
                    <a:pt x="1268199" y="366753"/>
                  </a:lnTo>
                  <a:lnTo>
                    <a:pt x="1247329" y="379425"/>
                  </a:lnTo>
                  <a:lnTo>
                    <a:pt x="1234530" y="392898"/>
                  </a:lnTo>
                  <a:lnTo>
                    <a:pt x="1226700" y="406612"/>
                  </a:lnTo>
                  <a:lnTo>
                    <a:pt x="1226573" y="424775"/>
                  </a:lnTo>
                  <a:lnTo>
                    <a:pt x="1227628" y="435248"/>
                  </a:lnTo>
                  <a:lnTo>
                    <a:pt x="1223980" y="457199"/>
                  </a:lnTo>
                  <a:lnTo>
                    <a:pt x="1219531" y="476556"/>
                  </a:lnTo>
                  <a:lnTo>
                    <a:pt x="1210139" y="479403"/>
                  </a:lnTo>
                  <a:lnTo>
                    <a:pt x="1201902" y="488834"/>
                  </a:lnTo>
                  <a:lnTo>
                    <a:pt x="1196564" y="482289"/>
                  </a:lnTo>
                  <a:lnTo>
                    <a:pt x="1187044" y="482289"/>
                  </a:lnTo>
                  <a:lnTo>
                    <a:pt x="1180765" y="488034"/>
                  </a:lnTo>
                  <a:lnTo>
                    <a:pt x="1152205" y="481628"/>
                  </a:lnTo>
                  <a:lnTo>
                    <a:pt x="1145011" y="470392"/>
                  </a:lnTo>
                  <a:lnTo>
                    <a:pt x="1132759" y="463478"/>
                  </a:lnTo>
                  <a:lnTo>
                    <a:pt x="1118396" y="459677"/>
                  </a:lnTo>
                  <a:lnTo>
                    <a:pt x="1095289" y="475234"/>
                  </a:lnTo>
                  <a:lnTo>
                    <a:pt x="1077800" y="490004"/>
                  </a:lnTo>
                  <a:lnTo>
                    <a:pt x="1076631" y="498380"/>
                  </a:lnTo>
                  <a:lnTo>
                    <a:pt x="1068140" y="506463"/>
                  </a:lnTo>
                  <a:lnTo>
                    <a:pt x="1054833" y="506603"/>
                  </a:lnTo>
                  <a:lnTo>
                    <a:pt x="1051312" y="514306"/>
                  </a:lnTo>
                  <a:lnTo>
                    <a:pt x="1027035" y="522809"/>
                  </a:lnTo>
                  <a:lnTo>
                    <a:pt x="1015304" y="529596"/>
                  </a:lnTo>
                  <a:lnTo>
                    <a:pt x="1006419" y="527245"/>
                  </a:lnTo>
                  <a:lnTo>
                    <a:pt x="985143" y="539141"/>
                  </a:lnTo>
                  <a:lnTo>
                    <a:pt x="981635" y="545026"/>
                  </a:lnTo>
                  <a:lnTo>
                    <a:pt x="969763" y="553262"/>
                  </a:lnTo>
                  <a:lnTo>
                    <a:pt x="943529" y="556008"/>
                  </a:lnTo>
                  <a:close/>
                </a:path>
              </a:pathLst>
            </a:custGeom>
            <a:noFill/>
            <a:ln w="3810" cap="flat">
              <a:solidFill>
                <a:srgbClr val="E6E4E2"/>
              </a:solidFill>
              <a:prstDash val="solid"/>
              <a:miter/>
            </a:ln>
          </p:spPr>
          <p:txBody>
            <a:bodyPr rtlCol="0" anchor="ctr"/>
            <a:lstStyle/>
            <a:p>
              <a:endParaRPr lang="de-CH"/>
            </a:p>
          </p:txBody>
        </p:sp>
        <p:sp>
          <p:nvSpPr>
            <p:cNvPr id="59" name="Freihandform: Form 58">
              <a:extLst>
                <a:ext uri="{FF2B5EF4-FFF2-40B4-BE49-F238E27FC236}">
                  <a16:creationId xmlns:a16="http://schemas.microsoft.com/office/drawing/2014/main" id="{1443EDD5-08CA-83FD-8FE5-313A71005B5F}"/>
                </a:ext>
              </a:extLst>
            </p:cNvPr>
            <p:cNvSpPr/>
            <p:nvPr/>
          </p:nvSpPr>
          <p:spPr>
            <a:xfrm>
              <a:off x="1454305" y="4785471"/>
              <a:ext cx="749380" cy="698527"/>
            </a:xfrm>
            <a:custGeom>
              <a:avLst/>
              <a:gdLst>
                <a:gd name="connsiteX0" fmla="*/ 353064 w 749380"/>
                <a:gd name="connsiteY0" fmla="*/ 149713 h 698527"/>
                <a:gd name="connsiteX1" fmla="*/ 349543 w 749380"/>
                <a:gd name="connsiteY1" fmla="*/ 176888 h 698527"/>
                <a:gd name="connsiteX2" fmla="*/ 354500 w 749380"/>
                <a:gd name="connsiteY2" fmla="*/ 198495 h 698527"/>
                <a:gd name="connsiteX3" fmla="*/ 335321 w 749380"/>
                <a:gd name="connsiteY3" fmla="*/ 201228 h 698527"/>
                <a:gd name="connsiteX4" fmla="*/ 311692 w 749380"/>
                <a:gd name="connsiteY4" fmla="*/ 226725 h 698527"/>
                <a:gd name="connsiteX5" fmla="*/ 312874 w 749380"/>
                <a:gd name="connsiteY5" fmla="*/ 255590 h 698527"/>
                <a:gd name="connsiteX6" fmla="*/ 350840 w 749380"/>
                <a:gd name="connsiteY6" fmla="*/ 307371 h 698527"/>
                <a:gd name="connsiteX7" fmla="*/ 358809 w 749380"/>
                <a:gd name="connsiteY7" fmla="*/ 337418 h 698527"/>
                <a:gd name="connsiteX8" fmla="*/ 337164 w 749380"/>
                <a:gd name="connsiteY8" fmla="*/ 357970 h 698527"/>
                <a:gd name="connsiteX9" fmla="*/ 311743 w 749380"/>
                <a:gd name="connsiteY9" fmla="*/ 368037 h 698527"/>
                <a:gd name="connsiteX10" fmla="*/ 287594 w 749380"/>
                <a:gd name="connsiteY10" fmla="*/ 342540 h 698527"/>
                <a:gd name="connsiteX11" fmla="*/ 246870 w 749380"/>
                <a:gd name="connsiteY11" fmla="*/ 357970 h 698527"/>
                <a:gd name="connsiteX12" fmla="*/ 233283 w 749380"/>
                <a:gd name="connsiteY12" fmla="*/ 345018 h 698527"/>
                <a:gd name="connsiteX13" fmla="*/ 215489 w 749380"/>
                <a:gd name="connsiteY13" fmla="*/ 356788 h 698527"/>
                <a:gd name="connsiteX14" fmla="*/ 195407 w 749380"/>
                <a:gd name="connsiteY14" fmla="*/ 383975 h 698527"/>
                <a:gd name="connsiteX15" fmla="*/ 171791 w 749380"/>
                <a:gd name="connsiteY15" fmla="*/ 363321 h 698527"/>
                <a:gd name="connsiteX16" fmla="*/ 152345 w 749380"/>
                <a:gd name="connsiteY16" fmla="*/ 376273 h 698527"/>
                <a:gd name="connsiteX17" fmla="*/ 132771 w 749380"/>
                <a:gd name="connsiteY17" fmla="*/ 384636 h 698527"/>
                <a:gd name="connsiteX18" fmla="*/ 105622 w 749380"/>
                <a:gd name="connsiteY18" fmla="*/ 418369 h 698527"/>
                <a:gd name="connsiteX19" fmla="*/ 76134 w 749380"/>
                <a:gd name="connsiteY19" fmla="*/ 417695 h 698527"/>
                <a:gd name="connsiteX20" fmla="*/ 71940 w 749380"/>
                <a:gd name="connsiteY20" fmla="*/ 429592 h 698527"/>
                <a:gd name="connsiteX21" fmla="*/ 51997 w 749380"/>
                <a:gd name="connsiteY21" fmla="*/ 428931 h 698527"/>
                <a:gd name="connsiteX22" fmla="*/ 34750 w 749380"/>
                <a:gd name="connsiteY22" fmla="*/ 453767 h 698527"/>
                <a:gd name="connsiteX23" fmla="*/ 34241 w 749380"/>
                <a:gd name="connsiteY23" fmla="*/ 472718 h 698527"/>
                <a:gd name="connsiteX24" fmla="*/ 18354 w 749380"/>
                <a:gd name="connsiteY24" fmla="*/ 493970 h 698527"/>
                <a:gd name="connsiteX25" fmla="*/ 58429 w 749380"/>
                <a:gd name="connsiteY25" fmla="*/ 511764 h 698527"/>
                <a:gd name="connsiteX26" fmla="*/ 85031 w 749380"/>
                <a:gd name="connsiteY26" fmla="*/ 535913 h 698527"/>
                <a:gd name="connsiteX27" fmla="*/ 82032 w 749380"/>
                <a:gd name="connsiteY27" fmla="*/ 552894 h 698527"/>
                <a:gd name="connsiteX28" fmla="*/ 79680 w 749380"/>
                <a:gd name="connsiteY28" fmla="*/ 569633 h 698527"/>
                <a:gd name="connsiteX29" fmla="*/ 75638 w 749380"/>
                <a:gd name="connsiteY29" fmla="*/ 571997 h 698527"/>
                <a:gd name="connsiteX30" fmla="*/ 63246 w 749380"/>
                <a:gd name="connsiteY30" fmla="*/ 564918 h 698527"/>
                <a:gd name="connsiteX31" fmla="*/ 62064 w 749380"/>
                <a:gd name="connsiteY31" fmla="*/ 578530 h 698527"/>
                <a:gd name="connsiteX32" fmla="*/ 48019 w 749380"/>
                <a:gd name="connsiteY32" fmla="*/ 600888 h 698527"/>
                <a:gd name="connsiteX33" fmla="*/ 23094 w 749380"/>
                <a:gd name="connsiteY33" fmla="*/ 650038 h 698527"/>
                <a:gd name="connsiteX34" fmla="*/ 29627 w 749380"/>
                <a:gd name="connsiteY34" fmla="*/ 663625 h 698527"/>
                <a:gd name="connsiteX35" fmla="*/ 23094 w 749380"/>
                <a:gd name="connsiteY35" fmla="*/ 674861 h 698527"/>
                <a:gd name="connsiteX36" fmla="*/ 0 w 749380"/>
                <a:gd name="connsiteY36" fmla="*/ 687279 h 698527"/>
                <a:gd name="connsiteX37" fmla="*/ 7715 w 749380"/>
                <a:gd name="connsiteY37" fmla="*/ 698527 h 698527"/>
                <a:gd name="connsiteX38" fmla="*/ 48553 w 749380"/>
                <a:gd name="connsiteY38" fmla="*/ 683123 h 698527"/>
                <a:gd name="connsiteX39" fmla="*/ 61073 w 749380"/>
                <a:gd name="connsiteY39" fmla="*/ 656431 h 698527"/>
                <a:gd name="connsiteX40" fmla="*/ 85743 w 749380"/>
                <a:gd name="connsiteY40" fmla="*/ 655923 h 698527"/>
                <a:gd name="connsiteX41" fmla="*/ 114074 w 749380"/>
                <a:gd name="connsiteY41" fmla="*/ 665455 h 698527"/>
                <a:gd name="connsiteX42" fmla="*/ 146828 w 749380"/>
                <a:gd name="connsiteY42" fmla="*/ 661922 h 698527"/>
                <a:gd name="connsiteX43" fmla="*/ 170304 w 749380"/>
                <a:gd name="connsiteY43" fmla="*/ 681661 h 698527"/>
                <a:gd name="connsiteX44" fmla="*/ 199016 w 749380"/>
                <a:gd name="connsiteY44" fmla="*/ 663117 h 698527"/>
                <a:gd name="connsiteX45" fmla="*/ 209057 w 749380"/>
                <a:gd name="connsiteY45" fmla="*/ 638789 h 698527"/>
                <a:gd name="connsiteX46" fmla="*/ 249260 w 749380"/>
                <a:gd name="connsiteY46" fmla="*/ 645335 h 698527"/>
                <a:gd name="connsiteX47" fmla="*/ 274591 w 749380"/>
                <a:gd name="connsiteY47" fmla="*/ 638268 h 698527"/>
                <a:gd name="connsiteX48" fmla="*/ 286463 w 749380"/>
                <a:gd name="connsiteY48" fmla="*/ 636451 h 698527"/>
                <a:gd name="connsiteX49" fmla="*/ 295360 w 749380"/>
                <a:gd name="connsiteY49" fmla="*/ 660244 h 698527"/>
                <a:gd name="connsiteX50" fmla="*/ 367414 w 749380"/>
                <a:gd name="connsiteY50" fmla="*/ 666600 h 698527"/>
                <a:gd name="connsiteX51" fmla="*/ 400282 w 749380"/>
                <a:gd name="connsiteY51" fmla="*/ 647242 h 698527"/>
                <a:gd name="connsiteX52" fmla="*/ 461291 w 749380"/>
                <a:gd name="connsiteY52" fmla="*/ 614322 h 698527"/>
                <a:gd name="connsiteX53" fmla="*/ 489356 w 749380"/>
                <a:gd name="connsiteY53" fmla="*/ 590897 h 698527"/>
                <a:gd name="connsiteX54" fmla="*/ 484005 w 749380"/>
                <a:gd name="connsiteY54" fmla="*/ 555627 h 698527"/>
                <a:gd name="connsiteX55" fmla="*/ 512069 w 749380"/>
                <a:gd name="connsiteY55" fmla="*/ 543603 h 698527"/>
                <a:gd name="connsiteX56" fmla="*/ 528592 w 749380"/>
                <a:gd name="connsiteY56" fmla="*/ 521106 h 698527"/>
                <a:gd name="connsiteX57" fmla="*/ 552195 w 749380"/>
                <a:gd name="connsiteY57" fmla="*/ 508713 h 698527"/>
                <a:gd name="connsiteX58" fmla="*/ 564219 w 749380"/>
                <a:gd name="connsiteY58" fmla="*/ 488173 h 698527"/>
                <a:gd name="connsiteX59" fmla="*/ 598790 w 749380"/>
                <a:gd name="connsiteY59" fmla="*/ 474993 h 698527"/>
                <a:gd name="connsiteX60" fmla="*/ 616153 w 749380"/>
                <a:gd name="connsiteY60" fmla="*/ 477065 h 698527"/>
                <a:gd name="connsiteX61" fmla="*/ 639641 w 749380"/>
                <a:gd name="connsiteY61" fmla="*/ 461914 h 698527"/>
                <a:gd name="connsiteX62" fmla="*/ 673183 w 749380"/>
                <a:gd name="connsiteY62" fmla="*/ 453665 h 698527"/>
                <a:gd name="connsiteX63" fmla="*/ 714542 w 749380"/>
                <a:gd name="connsiteY63" fmla="*/ 423478 h 698527"/>
                <a:gd name="connsiteX64" fmla="*/ 742861 w 749380"/>
                <a:gd name="connsiteY64" fmla="*/ 363880 h 698527"/>
                <a:gd name="connsiteX65" fmla="*/ 749381 w 749380"/>
                <a:gd name="connsiteY65" fmla="*/ 331215 h 698527"/>
                <a:gd name="connsiteX66" fmla="*/ 741691 w 749380"/>
                <a:gd name="connsiteY66" fmla="*/ 321263 h 698527"/>
                <a:gd name="connsiteX67" fmla="*/ 713729 w 749380"/>
                <a:gd name="connsiteY67" fmla="*/ 327936 h 698527"/>
                <a:gd name="connsiteX68" fmla="*/ 720402 w 749380"/>
                <a:gd name="connsiteY68" fmla="*/ 313548 h 698527"/>
                <a:gd name="connsiteX69" fmla="*/ 721050 w 749380"/>
                <a:gd name="connsiteY69" fmla="*/ 300482 h 698527"/>
                <a:gd name="connsiteX70" fmla="*/ 705658 w 749380"/>
                <a:gd name="connsiteY70" fmla="*/ 298779 h 698527"/>
                <a:gd name="connsiteX71" fmla="*/ 684381 w 749380"/>
                <a:gd name="connsiteY71" fmla="*/ 328839 h 698527"/>
                <a:gd name="connsiteX72" fmla="*/ 659062 w 749380"/>
                <a:gd name="connsiteY72" fmla="*/ 345451 h 698527"/>
                <a:gd name="connsiteX73" fmla="*/ 646009 w 749380"/>
                <a:gd name="connsiteY73" fmla="*/ 341917 h 698527"/>
                <a:gd name="connsiteX74" fmla="*/ 648348 w 749380"/>
                <a:gd name="connsiteY74" fmla="*/ 328839 h 698527"/>
                <a:gd name="connsiteX75" fmla="*/ 619978 w 749380"/>
                <a:gd name="connsiteY75" fmla="*/ 307714 h 698527"/>
                <a:gd name="connsiteX76" fmla="*/ 611755 w 749380"/>
                <a:gd name="connsiteY76" fmla="*/ 278709 h 698527"/>
                <a:gd name="connsiteX77" fmla="*/ 595232 w 749380"/>
                <a:gd name="connsiteY77" fmla="*/ 261322 h 698527"/>
                <a:gd name="connsiteX78" fmla="*/ 609988 w 749380"/>
                <a:gd name="connsiteY78" fmla="*/ 242625 h 698527"/>
                <a:gd name="connsiteX79" fmla="*/ 624198 w 749380"/>
                <a:gd name="connsiteY79" fmla="*/ 236092 h 698527"/>
                <a:gd name="connsiteX80" fmla="*/ 633591 w 749380"/>
                <a:gd name="connsiteY80" fmla="*/ 222505 h 698527"/>
                <a:gd name="connsiteX81" fmla="*/ 625380 w 749380"/>
                <a:gd name="connsiteY81" fmla="*/ 188187 h 698527"/>
                <a:gd name="connsiteX82" fmla="*/ 605273 w 749380"/>
                <a:gd name="connsiteY82" fmla="*/ 184133 h 698527"/>
                <a:gd name="connsiteX83" fmla="*/ 606722 w 749380"/>
                <a:gd name="connsiteY83" fmla="*/ 199957 h 698527"/>
                <a:gd name="connsiteX84" fmla="*/ 591063 w 749380"/>
                <a:gd name="connsiteY84" fmla="*/ 227017 h 698527"/>
                <a:gd name="connsiteX85" fmla="*/ 576840 w 749380"/>
                <a:gd name="connsiteY85" fmla="*/ 237185 h 698527"/>
                <a:gd name="connsiteX86" fmla="*/ 551508 w 749380"/>
                <a:gd name="connsiteY86" fmla="*/ 278366 h 698527"/>
                <a:gd name="connsiteX87" fmla="*/ 537032 w 749380"/>
                <a:gd name="connsiteY87" fmla="*/ 296669 h 698527"/>
                <a:gd name="connsiteX88" fmla="*/ 515094 w 749380"/>
                <a:gd name="connsiteY88" fmla="*/ 300863 h 698527"/>
                <a:gd name="connsiteX89" fmla="*/ 504544 w 749380"/>
                <a:gd name="connsiteY89" fmla="*/ 319789 h 698527"/>
                <a:gd name="connsiteX90" fmla="*/ 499969 w 749380"/>
                <a:gd name="connsiteY90" fmla="*/ 356013 h 698527"/>
                <a:gd name="connsiteX91" fmla="*/ 502968 w 749380"/>
                <a:gd name="connsiteY91" fmla="*/ 376794 h 698527"/>
                <a:gd name="connsiteX92" fmla="*/ 457021 w 749380"/>
                <a:gd name="connsiteY92" fmla="*/ 455203 h 698527"/>
                <a:gd name="connsiteX93" fmla="*/ 419322 w 749380"/>
                <a:gd name="connsiteY93" fmla="*/ 477306 h 698527"/>
                <a:gd name="connsiteX94" fmla="*/ 406396 w 749380"/>
                <a:gd name="connsiteY94" fmla="*/ 469680 h 698527"/>
                <a:gd name="connsiteX95" fmla="*/ 409396 w 749380"/>
                <a:gd name="connsiteY95" fmla="*/ 466655 h 698527"/>
                <a:gd name="connsiteX96" fmla="*/ 420352 w 749380"/>
                <a:gd name="connsiteY96" fmla="*/ 455280 h 698527"/>
                <a:gd name="connsiteX97" fmla="*/ 420098 w 749380"/>
                <a:gd name="connsiteY97" fmla="*/ 442735 h 698527"/>
                <a:gd name="connsiteX98" fmla="*/ 419704 w 749380"/>
                <a:gd name="connsiteY98" fmla="*/ 427482 h 698527"/>
                <a:gd name="connsiteX99" fmla="*/ 412078 w 749380"/>
                <a:gd name="connsiteY99" fmla="*/ 411137 h 698527"/>
                <a:gd name="connsiteX100" fmla="*/ 415725 w 749380"/>
                <a:gd name="connsiteY100" fmla="*/ 391398 h 698527"/>
                <a:gd name="connsiteX101" fmla="*/ 420301 w 749380"/>
                <a:gd name="connsiteY101" fmla="*/ 354157 h 698527"/>
                <a:gd name="connsiteX102" fmla="*/ 420034 w 749380"/>
                <a:gd name="connsiteY102" fmla="*/ 339248 h 698527"/>
                <a:gd name="connsiteX103" fmla="*/ 430342 w 749380"/>
                <a:gd name="connsiteY103" fmla="*/ 326182 h 698527"/>
                <a:gd name="connsiteX104" fmla="*/ 438299 w 749380"/>
                <a:gd name="connsiteY104" fmla="*/ 308006 h 698527"/>
                <a:gd name="connsiteX105" fmla="*/ 448213 w 749380"/>
                <a:gd name="connsiteY105" fmla="*/ 302782 h 698527"/>
                <a:gd name="connsiteX106" fmla="*/ 455140 w 749380"/>
                <a:gd name="connsiteY106" fmla="*/ 281607 h 698527"/>
                <a:gd name="connsiteX107" fmla="*/ 459843 w 749380"/>
                <a:gd name="connsiteY107" fmla="*/ 263571 h 698527"/>
                <a:gd name="connsiteX108" fmla="*/ 452661 w 749380"/>
                <a:gd name="connsiteY108" fmla="*/ 244887 h 698527"/>
                <a:gd name="connsiteX109" fmla="*/ 459448 w 749380"/>
                <a:gd name="connsiteY109" fmla="*/ 204901 h 698527"/>
                <a:gd name="connsiteX110" fmla="*/ 396406 w 749380"/>
                <a:gd name="connsiteY110" fmla="*/ 176786 h 698527"/>
                <a:gd name="connsiteX111" fmla="*/ 363791 w 749380"/>
                <a:gd name="connsiteY111" fmla="*/ 134436 h 698527"/>
                <a:gd name="connsiteX112" fmla="*/ 451975 w 749380"/>
                <a:gd name="connsiteY112" fmla="*/ 54692 h 698527"/>
                <a:gd name="connsiteX113" fmla="*/ 450704 w 749380"/>
                <a:gd name="connsiteY113" fmla="*/ 75346 h 698527"/>
                <a:gd name="connsiteX114" fmla="*/ 485822 w 749380"/>
                <a:gd name="connsiteY114" fmla="*/ 65915 h 698527"/>
                <a:gd name="connsiteX115" fmla="*/ 461266 w 749380"/>
                <a:gd name="connsiteY115" fmla="*/ 46062 h 698527"/>
                <a:gd name="connsiteX116" fmla="*/ 468816 w 749380"/>
                <a:gd name="connsiteY116" fmla="*/ 6393 h 698527"/>
                <a:gd name="connsiteX117" fmla="*/ 465943 w 749380"/>
                <a:gd name="connsiteY117" fmla="*/ 23387 h 698527"/>
                <a:gd name="connsiteX118" fmla="*/ 512539 w 749380"/>
                <a:gd name="connsiteY118" fmla="*/ 45083 h 698527"/>
                <a:gd name="connsiteX119" fmla="*/ 508103 w 749380"/>
                <a:gd name="connsiteY119" fmla="*/ 66513 h 698527"/>
                <a:gd name="connsiteX120" fmla="*/ 536409 w 749380"/>
                <a:gd name="connsiteY120" fmla="*/ 77876 h 698527"/>
                <a:gd name="connsiteX121" fmla="*/ 538951 w 749380"/>
                <a:gd name="connsiteY121" fmla="*/ 53319 h 698527"/>
                <a:gd name="connsiteX122" fmla="*/ 547301 w 749380"/>
                <a:gd name="connsiteY122" fmla="*/ 35029 h 698527"/>
                <a:gd name="connsiteX123" fmla="*/ 481285 w 749380"/>
                <a:gd name="connsiteY123" fmla="*/ 0 h 698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749380" h="698527">
                  <a:moveTo>
                    <a:pt x="353064" y="149713"/>
                  </a:moveTo>
                  <a:lnTo>
                    <a:pt x="349543" y="176888"/>
                  </a:lnTo>
                  <a:lnTo>
                    <a:pt x="354500" y="198495"/>
                  </a:lnTo>
                  <a:lnTo>
                    <a:pt x="335321" y="201228"/>
                  </a:lnTo>
                  <a:lnTo>
                    <a:pt x="311692" y="226725"/>
                  </a:lnTo>
                  <a:lnTo>
                    <a:pt x="312874" y="255590"/>
                  </a:lnTo>
                  <a:lnTo>
                    <a:pt x="350840" y="307371"/>
                  </a:lnTo>
                  <a:lnTo>
                    <a:pt x="358809" y="337418"/>
                  </a:lnTo>
                  <a:lnTo>
                    <a:pt x="337164" y="357970"/>
                  </a:lnTo>
                  <a:lnTo>
                    <a:pt x="311743" y="368037"/>
                  </a:lnTo>
                  <a:lnTo>
                    <a:pt x="287594" y="342540"/>
                  </a:lnTo>
                  <a:lnTo>
                    <a:pt x="246870" y="357970"/>
                  </a:lnTo>
                  <a:lnTo>
                    <a:pt x="233283" y="345018"/>
                  </a:lnTo>
                  <a:lnTo>
                    <a:pt x="215489" y="356788"/>
                  </a:lnTo>
                  <a:lnTo>
                    <a:pt x="195407" y="383975"/>
                  </a:lnTo>
                  <a:lnTo>
                    <a:pt x="171791" y="363321"/>
                  </a:lnTo>
                  <a:lnTo>
                    <a:pt x="152345" y="376273"/>
                  </a:lnTo>
                  <a:lnTo>
                    <a:pt x="132771" y="384636"/>
                  </a:lnTo>
                  <a:lnTo>
                    <a:pt x="105622" y="418369"/>
                  </a:lnTo>
                  <a:lnTo>
                    <a:pt x="76134" y="417695"/>
                  </a:lnTo>
                  <a:lnTo>
                    <a:pt x="71940" y="429592"/>
                  </a:lnTo>
                  <a:lnTo>
                    <a:pt x="51997" y="428931"/>
                  </a:lnTo>
                  <a:lnTo>
                    <a:pt x="34750" y="453767"/>
                  </a:lnTo>
                  <a:lnTo>
                    <a:pt x="34241" y="472718"/>
                  </a:lnTo>
                  <a:lnTo>
                    <a:pt x="18354" y="493970"/>
                  </a:lnTo>
                  <a:lnTo>
                    <a:pt x="58429" y="511764"/>
                  </a:lnTo>
                  <a:lnTo>
                    <a:pt x="85031" y="535913"/>
                  </a:lnTo>
                  <a:lnTo>
                    <a:pt x="82032" y="552894"/>
                  </a:lnTo>
                  <a:lnTo>
                    <a:pt x="79680" y="569633"/>
                  </a:lnTo>
                  <a:lnTo>
                    <a:pt x="75638" y="571997"/>
                  </a:lnTo>
                  <a:lnTo>
                    <a:pt x="63246" y="564918"/>
                  </a:lnTo>
                  <a:lnTo>
                    <a:pt x="62064" y="578530"/>
                  </a:lnTo>
                  <a:lnTo>
                    <a:pt x="48019" y="600888"/>
                  </a:lnTo>
                  <a:lnTo>
                    <a:pt x="23094" y="650038"/>
                  </a:lnTo>
                  <a:lnTo>
                    <a:pt x="29627" y="663625"/>
                  </a:lnTo>
                  <a:lnTo>
                    <a:pt x="23094" y="674861"/>
                  </a:lnTo>
                  <a:lnTo>
                    <a:pt x="0" y="687279"/>
                  </a:lnTo>
                  <a:lnTo>
                    <a:pt x="7715" y="698527"/>
                  </a:lnTo>
                  <a:lnTo>
                    <a:pt x="48553" y="683123"/>
                  </a:lnTo>
                  <a:lnTo>
                    <a:pt x="61073" y="656431"/>
                  </a:lnTo>
                  <a:lnTo>
                    <a:pt x="85743" y="655923"/>
                  </a:lnTo>
                  <a:lnTo>
                    <a:pt x="114074" y="665455"/>
                  </a:lnTo>
                  <a:lnTo>
                    <a:pt x="146828" y="661922"/>
                  </a:lnTo>
                  <a:lnTo>
                    <a:pt x="170304" y="681661"/>
                  </a:lnTo>
                  <a:lnTo>
                    <a:pt x="199016" y="663117"/>
                  </a:lnTo>
                  <a:lnTo>
                    <a:pt x="209057" y="638789"/>
                  </a:lnTo>
                  <a:lnTo>
                    <a:pt x="249260" y="645335"/>
                  </a:lnTo>
                  <a:lnTo>
                    <a:pt x="274591" y="638268"/>
                  </a:lnTo>
                  <a:lnTo>
                    <a:pt x="286463" y="636451"/>
                  </a:lnTo>
                  <a:lnTo>
                    <a:pt x="295360" y="660244"/>
                  </a:lnTo>
                  <a:lnTo>
                    <a:pt x="367414" y="666600"/>
                  </a:lnTo>
                  <a:lnTo>
                    <a:pt x="400282" y="647242"/>
                  </a:lnTo>
                  <a:lnTo>
                    <a:pt x="461291" y="614322"/>
                  </a:lnTo>
                  <a:lnTo>
                    <a:pt x="489356" y="590897"/>
                  </a:lnTo>
                  <a:lnTo>
                    <a:pt x="484005" y="555627"/>
                  </a:lnTo>
                  <a:lnTo>
                    <a:pt x="512069" y="543603"/>
                  </a:lnTo>
                  <a:lnTo>
                    <a:pt x="528592" y="521106"/>
                  </a:lnTo>
                  <a:lnTo>
                    <a:pt x="552195" y="508713"/>
                  </a:lnTo>
                  <a:lnTo>
                    <a:pt x="564219" y="488173"/>
                  </a:lnTo>
                  <a:lnTo>
                    <a:pt x="598790" y="474993"/>
                  </a:lnTo>
                  <a:lnTo>
                    <a:pt x="616153" y="477065"/>
                  </a:lnTo>
                  <a:lnTo>
                    <a:pt x="639641" y="461914"/>
                  </a:lnTo>
                  <a:lnTo>
                    <a:pt x="673183" y="453665"/>
                  </a:lnTo>
                  <a:lnTo>
                    <a:pt x="714542" y="423478"/>
                  </a:lnTo>
                  <a:lnTo>
                    <a:pt x="742861" y="363880"/>
                  </a:lnTo>
                  <a:lnTo>
                    <a:pt x="749381" y="331215"/>
                  </a:lnTo>
                  <a:lnTo>
                    <a:pt x="741691" y="321263"/>
                  </a:lnTo>
                  <a:lnTo>
                    <a:pt x="713729" y="327936"/>
                  </a:lnTo>
                  <a:lnTo>
                    <a:pt x="720402" y="313548"/>
                  </a:lnTo>
                  <a:lnTo>
                    <a:pt x="721050" y="300482"/>
                  </a:lnTo>
                  <a:lnTo>
                    <a:pt x="705658" y="298779"/>
                  </a:lnTo>
                  <a:lnTo>
                    <a:pt x="684381" y="328839"/>
                  </a:lnTo>
                  <a:lnTo>
                    <a:pt x="659062" y="345451"/>
                  </a:lnTo>
                  <a:lnTo>
                    <a:pt x="646009" y="341917"/>
                  </a:lnTo>
                  <a:lnTo>
                    <a:pt x="648348" y="328839"/>
                  </a:lnTo>
                  <a:lnTo>
                    <a:pt x="619978" y="307714"/>
                  </a:lnTo>
                  <a:lnTo>
                    <a:pt x="611755" y="278709"/>
                  </a:lnTo>
                  <a:lnTo>
                    <a:pt x="595232" y="261322"/>
                  </a:lnTo>
                  <a:lnTo>
                    <a:pt x="609988" y="242625"/>
                  </a:lnTo>
                  <a:lnTo>
                    <a:pt x="624198" y="236092"/>
                  </a:lnTo>
                  <a:lnTo>
                    <a:pt x="633591" y="222505"/>
                  </a:lnTo>
                  <a:lnTo>
                    <a:pt x="625380" y="188187"/>
                  </a:lnTo>
                  <a:lnTo>
                    <a:pt x="605273" y="184133"/>
                  </a:lnTo>
                  <a:lnTo>
                    <a:pt x="606722" y="199957"/>
                  </a:lnTo>
                  <a:lnTo>
                    <a:pt x="591063" y="227017"/>
                  </a:lnTo>
                  <a:lnTo>
                    <a:pt x="576840" y="237185"/>
                  </a:lnTo>
                  <a:lnTo>
                    <a:pt x="551508" y="278366"/>
                  </a:lnTo>
                  <a:lnTo>
                    <a:pt x="537032" y="296669"/>
                  </a:lnTo>
                  <a:lnTo>
                    <a:pt x="515094" y="300863"/>
                  </a:lnTo>
                  <a:lnTo>
                    <a:pt x="504544" y="319789"/>
                  </a:lnTo>
                  <a:lnTo>
                    <a:pt x="499969" y="356013"/>
                  </a:lnTo>
                  <a:lnTo>
                    <a:pt x="502968" y="376794"/>
                  </a:lnTo>
                  <a:lnTo>
                    <a:pt x="457021" y="455203"/>
                  </a:lnTo>
                  <a:lnTo>
                    <a:pt x="419322" y="477306"/>
                  </a:lnTo>
                  <a:lnTo>
                    <a:pt x="406396" y="469680"/>
                  </a:lnTo>
                  <a:lnTo>
                    <a:pt x="409396" y="466655"/>
                  </a:lnTo>
                  <a:lnTo>
                    <a:pt x="420352" y="455280"/>
                  </a:lnTo>
                  <a:lnTo>
                    <a:pt x="420098" y="442735"/>
                  </a:lnTo>
                  <a:lnTo>
                    <a:pt x="419704" y="427482"/>
                  </a:lnTo>
                  <a:lnTo>
                    <a:pt x="412078" y="411137"/>
                  </a:lnTo>
                  <a:lnTo>
                    <a:pt x="415725" y="391398"/>
                  </a:lnTo>
                  <a:lnTo>
                    <a:pt x="420301" y="354157"/>
                  </a:lnTo>
                  <a:lnTo>
                    <a:pt x="420034" y="339248"/>
                  </a:lnTo>
                  <a:lnTo>
                    <a:pt x="430342" y="326182"/>
                  </a:lnTo>
                  <a:lnTo>
                    <a:pt x="438299" y="308006"/>
                  </a:lnTo>
                  <a:lnTo>
                    <a:pt x="448213" y="302782"/>
                  </a:lnTo>
                  <a:lnTo>
                    <a:pt x="455140" y="281607"/>
                  </a:lnTo>
                  <a:lnTo>
                    <a:pt x="459843" y="263571"/>
                  </a:lnTo>
                  <a:lnTo>
                    <a:pt x="452661" y="244887"/>
                  </a:lnTo>
                  <a:lnTo>
                    <a:pt x="459448" y="204901"/>
                  </a:lnTo>
                  <a:lnTo>
                    <a:pt x="396406" y="176786"/>
                  </a:lnTo>
                  <a:lnTo>
                    <a:pt x="363791" y="134436"/>
                  </a:lnTo>
                  <a:close/>
                  <a:moveTo>
                    <a:pt x="451975" y="54692"/>
                  </a:moveTo>
                  <a:lnTo>
                    <a:pt x="450704" y="75346"/>
                  </a:lnTo>
                  <a:lnTo>
                    <a:pt x="485822" y="65915"/>
                  </a:lnTo>
                  <a:lnTo>
                    <a:pt x="461266" y="46062"/>
                  </a:lnTo>
                  <a:close/>
                  <a:moveTo>
                    <a:pt x="468816" y="6393"/>
                  </a:moveTo>
                  <a:lnTo>
                    <a:pt x="465943" y="23387"/>
                  </a:lnTo>
                  <a:lnTo>
                    <a:pt x="512539" y="45083"/>
                  </a:lnTo>
                  <a:lnTo>
                    <a:pt x="508103" y="66513"/>
                  </a:lnTo>
                  <a:lnTo>
                    <a:pt x="536409" y="77876"/>
                  </a:lnTo>
                  <a:lnTo>
                    <a:pt x="538951" y="53319"/>
                  </a:lnTo>
                  <a:lnTo>
                    <a:pt x="547301" y="35029"/>
                  </a:lnTo>
                  <a:lnTo>
                    <a:pt x="481285" y="0"/>
                  </a:lnTo>
                  <a:close/>
                </a:path>
              </a:pathLst>
            </a:custGeom>
            <a:solidFill>
              <a:srgbClr val="FFFFFF"/>
            </a:solidFill>
            <a:ln w="12700" cap="flat">
              <a:noFill/>
              <a:prstDash val="solid"/>
              <a:miter/>
            </a:ln>
          </p:spPr>
          <p:txBody>
            <a:bodyPr rtlCol="0" anchor="ctr"/>
            <a:lstStyle/>
            <a:p>
              <a:endParaRPr lang="de-CH"/>
            </a:p>
          </p:txBody>
        </p:sp>
        <p:sp>
          <p:nvSpPr>
            <p:cNvPr id="60" name="Freihandform: Form 59">
              <a:extLst>
                <a:ext uri="{FF2B5EF4-FFF2-40B4-BE49-F238E27FC236}">
                  <a16:creationId xmlns:a16="http://schemas.microsoft.com/office/drawing/2014/main" id="{5323788C-48FA-E316-3E04-3A42DF4A3D91}"/>
                </a:ext>
              </a:extLst>
            </p:cNvPr>
            <p:cNvSpPr/>
            <p:nvPr/>
          </p:nvSpPr>
          <p:spPr>
            <a:xfrm>
              <a:off x="1454254" y="4785573"/>
              <a:ext cx="749393" cy="698425"/>
            </a:xfrm>
            <a:custGeom>
              <a:avLst/>
              <a:gdLst>
                <a:gd name="connsiteX0" fmla="*/ 468879 w 749393"/>
                <a:gd name="connsiteY0" fmla="*/ 6355 h 698425"/>
                <a:gd name="connsiteX1" fmla="*/ 481285 w 749393"/>
                <a:gd name="connsiteY1" fmla="*/ 0 h 698425"/>
                <a:gd name="connsiteX2" fmla="*/ 547378 w 749393"/>
                <a:gd name="connsiteY2" fmla="*/ 35017 h 698425"/>
                <a:gd name="connsiteX3" fmla="*/ 539027 w 749393"/>
                <a:gd name="connsiteY3" fmla="*/ 53307 h 698425"/>
                <a:gd name="connsiteX4" fmla="*/ 536485 w 749393"/>
                <a:gd name="connsiteY4" fmla="*/ 77876 h 698425"/>
                <a:gd name="connsiteX5" fmla="*/ 508167 w 749393"/>
                <a:gd name="connsiteY5" fmla="*/ 66525 h 698425"/>
                <a:gd name="connsiteX6" fmla="*/ 512615 w 749393"/>
                <a:gd name="connsiteY6" fmla="*/ 45071 h 698425"/>
                <a:gd name="connsiteX7" fmla="*/ 466020 w 749393"/>
                <a:gd name="connsiteY7" fmla="*/ 23374 h 698425"/>
                <a:gd name="connsiteX8" fmla="*/ 452051 w 749393"/>
                <a:gd name="connsiteY8" fmla="*/ 54654 h 698425"/>
                <a:gd name="connsiteX9" fmla="*/ 461317 w 749393"/>
                <a:gd name="connsiteY9" fmla="*/ 46011 h 698425"/>
                <a:gd name="connsiteX10" fmla="*/ 485860 w 749393"/>
                <a:gd name="connsiteY10" fmla="*/ 65877 h 698425"/>
                <a:gd name="connsiteX11" fmla="*/ 450742 w 749393"/>
                <a:gd name="connsiteY11" fmla="*/ 75308 h 698425"/>
                <a:gd name="connsiteX12" fmla="*/ 609963 w 749393"/>
                <a:gd name="connsiteY12" fmla="*/ 242587 h 698425"/>
                <a:gd name="connsiteX13" fmla="*/ 595206 w 749393"/>
                <a:gd name="connsiteY13" fmla="*/ 261271 h 698425"/>
                <a:gd name="connsiteX14" fmla="*/ 611729 w 749393"/>
                <a:gd name="connsiteY14" fmla="*/ 278659 h 698425"/>
                <a:gd name="connsiteX15" fmla="*/ 620029 w 749393"/>
                <a:gd name="connsiteY15" fmla="*/ 307612 h 698425"/>
                <a:gd name="connsiteX16" fmla="*/ 648348 w 749393"/>
                <a:gd name="connsiteY16" fmla="*/ 328788 h 698425"/>
                <a:gd name="connsiteX17" fmla="*/ 645996 w 749393"/>
                <a:gd name="connsiteY17" fmla="*/ 341866 h 698425"/>
                <a:gd name="connsiteX18" fmla="*/ 659050 w 749393"/>
                <a:gd name="connsiteY18" fmla="*/ 345400 h 698425"/>
                <a:gd name="connsiteX19" fmla="*/ 684356 w 749393"/>
                <a:gd name="connsiteY19" fmla="*/ 328788 h 698425"/>
                <a:gd name="connsiteX20" fmla="*/ 705645 w 749393"/>
                <a:gd name="connsiteY20" fmla="*/ 298728 h 698425"/>
                <a:gd name="connsiteX21" fmla="*/ 721037 w 749393"/>
                <a:gd name="connsiteY21" fmla="*/ 300431 h 698425"/>
                <a:gd name="connsiteX22" fmla="*/ 720389 w 749393"/>
                <a:gd name="connsiteY22" fmla="*/ 313497 h 698425"/>
                <a:gd name="connsiteX23" fmla="*/ 713729 w 749393"/>
                <a:gd name="connsiteY23" fmla="*/ 327885 h 698425"/>
                <a:gd name="connsiteX24" fmla="*/ 741691 w 749393"/>
                <a:gd name="connsiteY24" fmla="*/ 321212 h 698425"/>
                <a:gd name="connsiteX25" fmla="*/ 749394 w 749393"/>
                <a:gd name="connsiteY25" fmla="*/ 331152 h 698425"/>
                <a:gd name="connsiteX26" fmla="*/ 742873 w 749393"/>
                <a:gd name="connsiteY26" fmla="*/ 363830 h 698425"/>
                <a:gd name="connsiteX27" fmla="*/ 714555 w 749393"/>
                <a:gd name="connsiteY27" fmla="*/ 423428 h 698425"/>
                <a:gd name="connsiteX28" fmla="*/ 673183 w 749393"/>
                <a:gd name="connsiteY28" fmla="*/ 453614 h 698425"/>
                <a:gd name="connsiteX29" fmla="*/ 639641 w 749393"/>
                <a:gd name="connsiteY29" fmla="*/ 461864 h 698425"/>
                <a:gd name="connsiteX30" fmla="*/ 616153 w 749393"/>
                <a:gd name="connsiteY30" fmla="*/ 477027 h 698425"/>
                <a:gd name="connsiteX31" fmla="*/ 598803 w 749393"/>
                <a:gd name="connsiteY31" fmla="*/ 474929 h 698425"/>
                <a:gd name="connsiteX32" fmla="*/ 564104 w 749393"/>
                <a:gd name="connsiteY32" fmla="*/ 488123 h 698425"/>
                <a:gd name="connsiteX33" fmla="*/ 552093 w 749393"/>
                <a:gd name="connsiteY33" fmla="*/ 508650 h 698425"/>
                <a:gd name="connsiteX34" fmla="*/ 528478 w 749393"/>
                <a:gd name="connsiteY34" fmla="*/ 521055 h 698425"/>
                <a:gd name="connsiteX35" fmla="*/ 511954 w 749393"/>
                <a:gd name="connsiteY35" fmla="*/ 543552 h 698425"/>
                <a:gd name="connsiteX36" fmla="*/ 483890 w 749393"/>
                <a:gd name="connsiteY36" fmla="*/ 555576 h 698425"/>
                <a:gd name="connsiteX37" fmla="*/ 489254 w 749393"/>
                <a:gd name="connsiteY37" fmla="*/ 590859 h 698425"/>
                <a:gd name="connsiteX38" fmla="*/ 461152 w 749393"/>
                <a:gd name="connsiteY38" fmla="*/ 614259 h 698425"/>
                <a:gd name="connsiteX39" fmla="*/ 400143 w 749393"/>
                <a:gd name="connsiteY39" fmla="*/ 647191 h 698425"/>
                <a:gd name="connsiteX40" fmla="*/ 367261 w 749393"/>
                <a:gd name="connsiteY40" fmla="*/ 666536 h 698425"/>
                <a:gd name="connsiteX41" fmla="*/ 295220 w 749393"/>
                <a:gd name="connsiteY41" fmla="*/ 660181 h 698425"/>
                <a:gd name="connsiteX42" fmla="*/ 286323 w 749393"/>
                <a:gd name="connsiteY42" fmla="*/ 636400 h 698425"/>
                <a:gd name="connsiteX43" fmla="*/ 274451 w 749393"/>
                <a:gd name="connsiteY43" fmla="*/ 638218 h 698425"/>
                <a:gd name="connsiteX44" fmla="*/ 249120 w 749393"/>
                <a:gd name="connsiteY44" fmla="*/ 645284 h 698425"/>
                <a:gd name="connsiteX45" fmla="*/ 208930 w 749393"/>
                <a:gd name="connsiteY45" fmla="*/ 638739 h 698425"/>
                <a:gd name="connsiteX46" fmla="*/ 198889 w 749393"/>
                <a:gd name="connsiteY46" fmla="*/ 663066 h 698425"/>
                <a:gd name="connsiteX47" fmla="*/ 170177 w 749393"/>
                <a:gd name="connsiteY47" fmla="*/ 681623 h 698425"/>
                <a:gd name="connsiteX48" fmla="*/ 146688 w 749393"/>
                <a:gd name="connsiteY48" fmla="*/ 661871 h 698425"/>
                <a:gd name="connsiteX49" fmla="*/ 113934 w 749393"/>
                <a:gd name="connsiteY49" fmla="*/ 665405 h 698425"/>
                <a:gd name="connsiteX50" fmla="*/ 85616 w 749393"/>
                <a:gd name="connsiteY50" fmla="*/ 655872 h 698425"/>
                <a:gd name="connsiteX51" fmla="*/ 60945 w 749393"/>
                <a:gd name="connsiteY51" fmla="*/ 656380 h 698425"/>
                <a:gd name="connsiteX52" fmla="*/ 48413 w 749393"/>
                <a:gd name="connsiteY52" fmla="*/ 683072 h 698425"/>
                <a:gd name="connsiteX53" fmla="*/ 7702 w 749393"/>
                <a:gd name="connsiteY53" fmla="*/ 698426 h 698425"/>
                <a:gd name="connsiteX54" fmla="*/ 0 w 749393"/>
                <a:gd name="connsiteY54" fmla="*/ 687177 h 698425"/>
                <a:gd name="connsiteX55" fmla="*/ 23094 w 749393"/>
                <a:gd name="connsiteY55" fmla="*/ 674759 h 698425"/>
                <a:gd name="connsiteX56" fmla="*/ 29615 w 749393"/>
                <a:gd name="connsiteY56" fmla="*/ 663524 h 698425"/>
                <a:gd name="connsiteX57" fmla="*/ 23094 w 749393"/>
                <a:gd name="connsiteY57" fmla="*/ 649936 h 698425"/>
                <a:gd name="connsiteX58" fmla="*/ 48070 w 749393"/>
                <a:gd name="connsiteY58" fmla="*/ 600786 h 698425"/>
                <a:gd name="connsiteX59" fmla="*/ 62166 w 749393"/>
                <a:gd name="connsiteY59" fmla="*/ 578454 h 698425"/>
                <a:gd name="connsiteX60" fmla="*/ 63335 w 749393"/>
                <a:gd name="connsiteY60" fmla="*/ 564841 h 698425"/>
                <a:gd name="connsiteX61" fmla="*/ 75740 w 749393"/>
                <a:gd name="connsiteY61" fmla="*/ 571908 h 698425"/>
                <a:gd name="connsiteX62" fmla="*/ 79782 w 749393"/>
                <a:gd name="connsiteY62" fmla="*/ 569544 h 698425"/>
                <a:gd name="connsiteX63" fmla="*/ 82133 w 749393"/>
                <a:gd name="connsiteY63" fmla="*/ 552818 h 698425"/>
                <a:gd name="connsiteX64" fmla="*/ 85082 w 749393"/>
                <a:gd name="connsiteY64" fmla="*/ 535811 h 698425"/>
                <a:gd name="connsiteX65" fmla="*/ 58467 w 749393"/>
                <a:gd name="connsiteY65" fmla="*/ 511662 h 698425"/>
                <a:gd name="connsiteX66" fmla="*/ 18404 w 749393"/>
                <a:gd name="connsiteY66" fmla="*/ 493868 h 698425"/>
                <a:gd name="connsiteX67" fmla="*/ 34318 w 749393"/>
                <a:gd name="connsiteY67" fmla="*/ 472565 h 698425"/>
                <a:gd name="connsiteX68" fmla="*/ 34839 w 749393"/>
                <a:gd name="connsiteY68" fmla="*/ 453614 h 698425"/>
                <a:gd name="connsiteX69" fmla="*/ 52074 w 749393"/>
                <a:gd name="connsiteY69" fmla="*/ 428779 h 698425"/>
                <a:gd name="connsiteX70" fmla="*/ 72029 w 749393"/>
                <a:gd name="connsiteY70" fmla="*/ 429440 h 698425"/>
                <a:gd name="connsiteX71" fmla="*/ 76210 w 749393"/>
                <a:gd name="connsiteY71" fmla="*/ 417543 h 698425"/>
                <a:gd name="connsiteX72" fmla="*/ 105698 w 749393"/>
                <a:gd name="connsiteY72" fmla="*/ 418204 h 698425"/>
                <a:gd name="connsiteX73" fmla="*/ 132847 w 749393"/>
                <a:gd name="connsiteY73" fmla="*/ 384484 h 698425"/>
                <a:gd name="connsiteX74" fmla="*/ 152421 w 749393"/>
                <a:gd name="connsiteY74" fmla="*/ 376108 h 698425"/>
                <a:gd name="connsiteX75" fmla="*/ 171867 w 749393"/>
                <a:gd name="connsiteY75" fmla="*/ 363169 h 698425"/>
                <a:gd name="connsiteX76" fmla="*/ 195496 w 749393"/>
                <a:gd name="connsiteY76" fmla="*/ 383823 h 698425"/>
                <a:gd name="connsiteX77" fmla="*/ 215578 w 749393"/>
                <a:gd name="connsiteY77" fmla="*/ 356636 h 698425"/>
                <a:gd name="connsiteX78" fmla="*/ 233372 w 749393"/>
                <a:gd name="connsiteY78" fmla="*/ 344866 h 698425"/>
                <a:gd name="connsiteX79" fmla="*/ 246908 w 749393"/>
                <a:gd name="connsiteY79" fmla="*/ 357869 h 698425"/>
                <a:gd name="connsiteX80" fmla="*/ 287581 w 749393"/>
                <a:gd name="connsiteY80" fmla="*/ 342451 h 698425"/>
                <a:gd name="connsiteX81" fmla="*/ 311730 w 749393"/>
                <a:gd name="connsiteY81" fmla="*/ 367948 h 698425"/>
                <a:gd name="connsiteX82" fmla="*/ 337151 w 749393"/>
                <a:gd name="connsiteY82" fmla="*/ 357869 h 698425"/>
                <a:gd name="connsiteX83" fmla="*/ 358758 w 749393"/>
                <a:gd name="connsiteY83" fmla="*/ 337354 h 698425"/>
                <a:gd name="connsiteX84" fmla="*/ 350789 w 749393"/>
                <a:gd name="connsiteY84" fmla="*/ 307307 h 698425"/>
                <a:gd name="connsiteX85" fmla="*/ 312824 w 749393"/>
                <a:gd name="connsiteY85" fmla="*/ 255526 h 698425"/>
                <a:gd name="connsiteX86" fmla="*/ 311642 w 749393"/>
                <a:gd name="connsiteY86" fmla="*/ 226661 h 698425"/>
                <a:gd name="connsiteX87" fmla="*/ 335270 w 749393"/>
                <a:gd name="connsiteY87" fmla="*/ 201152 h 698425"/>
                <a:gd name="connsiteX88" fmla="*/ 354449 w 749393"/>
                <a:gd name="connsiteY88" fmla="*/ 198419 h 698425"/>
                <a:gd name="connsiteX89" fmla="*/ 349492 w 749393"/>
                <a:gd name="connsiteY89" fmla="*/ 176812 h 698425"/>
                <a:gd name="connsiteX90" fmla="*/ 353115 w 749393"/>
                <a:gd name="connsiteY90" fmla="*/ 149599 h 698425"/>
                <a:gd name="connsiteX91" fmla="*/ 363690 w 749393"/>
                <a:gd name="connsiteY91" fmla="*/ 134347 h 698425"/>
                <a:gd name="connsiteX92" fmla="*/ 396317 w 749393"/>
                <a:gd name="connsiteY92" fmla="*/ 176697 h 698425"/>
                <a:gd name="connsiteX93" fmla="*/ 459347 w 749393"/>
                <a:gd name="connsiteY93" fmla="*/ 204800 h 698425"/>
                <a:gd name="connsiteX94" fmla="*/ 452560 w 749393"/>
                <a:gd name="connsiteY94" fmla="*/ 244799 h 698425"/>
                <a:gd name="connsiteX95" fmla="*/ 459741 w 749393"/>
                <a:gd name="connsiteY95" fmla="*/ 263483 h 698425"/>
                <a:gd name="connsiteX96" fmla="*/ 455038 w 749393"/>
                <a:gd name="connsiteY96" fmla="*/ 281519 h 698425"/>
                <a:gd name="connsiteX97" fmla="*/ 448124 w 749393"/>
                <a:gd name="connsiteY97" fmla="*/ 302694 h 698425"/>
                <a:gd name="connsiteX98" fmla="*/ 438210 w 749393"/>
                <a:gd name="connsiteY98" fmla="*/ 307918 h 698425"/>
                <a:gd name="connsiteX99" fmla="*/ 430240 w 749393"/>
                <a:gd name="connsiteY99" fmla="*/ 326093 h 698425"/>
                <a:gd name="connsiteX100" fmla="*/ 419932 w 749393"/>
                <a:gd name="connsiteY100" fmla="*/ 339159 h 698425"/>
                <a:gd name="connsiteX101" fmla="*/ 420199 w 749393"/>
                <a:gd name="connsiteY101" fmla="*/ 354068 h 698425"/>
                <a:gd name="connsiteX102" fmla="*/ 415624 w 749393"/>
                <a:gd name="connsiteY102" fmla="*/ 391309 h 698425"/>
                <a:gd name="connsiteX103" fmla="*/ 411976 w 749393"/>
                <a:gd name="connsiteY103" fmla="*/ 411048 h 698425"/>
                <a:gd name="connsiteX104" fmla="*/ 419678 w 749393"/>
                <a:gd name="connsiteY104" fmla="*/ 427381 h 698425"/>
                <a:gd name="connsiteX105" fmla="*/ 420060 w 749393"/>
                <a:gd name="connsiteY105" fmla="*/ 442633 h 698425"/>
                <a:gd name="connsiteX106" fmla="*/ 420326 w 749393"/>
                <a:gd name="connsiteY106" fmla="*/ 455178 h 698425"/>
                <a:gd name="connsiteX107" fmla="*/ 409370 w 749393"/>
                <a:gd name="connsiteY107" fmla="*/ 466553 h 698425"/>
                <a:gd name="connsiteX108" fmla="*/ 406358 w 749393"/>
                <a:gd name="connsiteY108" fmla="*/ 469566 h 698425"/>
                <a:gd name="connsiteX109" fmla="*/ 419284 w 749393"/>
                <a:gd name="connsiteY109" fmla="*/ 477192 h 698425"/>
                <a:gd name="connsiteX110" fmla="*/ 456995 w 749393"/>
                <a:gd name="connsiteY110" fmla="*/ 455089 h 698425"/>
                <a:gd name="connsiteX111" fmla="*/ 502930 w 749393"/>
                <a:gd name="connsiteY111" fmla="*/ 376667 h 698425"/>
                <a:gd name="connsiteX112" fmla="*/ 499930 w 749393"/>
                <a:gd name="connsiteY112" fmla="*/ 355898 h 698425"/>
                <a:gd name="connsiteX113" fmla="*/ 504506 w 749393"/>
                <a:gd name="connsiteY113" fmla="*/ 319687 h 698425"/>
                <a:gd name="connsiteX114" fmla="*/ 515068 w 749393"/>
                <a:gd name="connsiteY114" fmla="*/ 300736 h 698425"/>
                <a:gd name="connsiteX115" fmla="*/ 537006 w 749393"/>
                <a:gd name="connsiteY115" fmla="*/ 296554 h 698425"/>
                <a:gd name="connsiteX116" fmla="*/ 551483 w 749393"/>
                <a:gd name="connsiteY116" fmla="*/ 278252 h 698425"/>
                <a:gd name="connsiteX117" fmla="*/ 576802 w 749393"/>
                <a:gd name="connsiteY117" fmla="*/ 237071 h 698425"/>
                <a:gd name="connsiteX118" fmla="*/ 591025 w 749393"/>
                <a:gd name="connsiteY118" fmla="*/ 226903 h 698425"/>
                <a:gd name="connsiteX119" fmla="*/ 606684 w 749393"/>
                <a:gd name="connsiteY119" fmla="*/ 199842 h 698425"/>
                <a:gd name="connsiteX120" fmla="*/ 605247 w 749393"/>
                <a:gd name="connsiteY120" fmla="*/ 184018 h 698425"/>
                <a:gd name="connsiteX121" fmla="*/ 625342 w 749393"/>
                <a:gd name="connsiteY121" fmla="*/ 188073 h 698425"/>
                <a:gd name="connsiteX122" fmla="*/ 633566 w 749393"/>
                <a:gd name="connsiteY122" fmla="*/ 222391 h 698425"/>
                <a:gd name="connsiteX123" fmla="*/ 624173 w 749393"/>
                <a:gd name="connsiteY123" fmla="*/ 235978 h 6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749393" h="698425">
                  <a:moveTo>
                    <a:pt x="468879" y="6355"/>
                  </a:moveTo>
                  <a:lnTo>
                    <a:pt x="481285" y="0"/>
                  </a:lnTo>
                  <a:lnTo>
                    <a:pt x="547378" y="35017"/>
                  </a:lnTo>
                  <a:lnTo>
                    <a:pt x="539027" y="53307"/>
                  </a:lnTo>
                  <a:lnTo>
                    <a:pt x="536485" y="77876"/>
                  </a:lnTo>
                  <a:lnTo>
                    <a:pt x="508167" y="66525"/>
                  </a:lnTo>
                  <a:lnTo>
                    <a:pt x="512615" y="45071"/>
                  </a:lnTo>
                  <a:lnTo>
                    <a:pt x="466020" y="23374"/>
                  </a:lnTo>
                  <a:close/>
                  <a:moveTo>
                    <a:pt x="452051" y="54654"/>
                  </a:moveTo>
                  <a:lnTo>
                    <a:pt x="461317" y="46011"/>
                  </a:lnTo>
                  <a:lnTo>
                    <a:pt x="485860" y="65877"/>
                  </a:lnTo>
                  <a:lnTo>
                    <a:pt x="450742" y="75308"/>
                  </a:lnTo>
                  <a:close/>
                  <a:moveTo>
                    <a:pt x="609963" y="242587"/>
                  </a:moveTo>
                  <a:lnTo>
                    <a:pt x="595206" y="261271"/>
                  </a:lnTo>
                  <a:lnTo>
                    <a:pt x="611729" y="278659"/>
                  </a:lnTo>
                  <a:lnTo>
                    <a:pt x="620029" y="307612"/>
                  </a:lnTo>
                  <a:lnTo>
                    <a:pt x="648348" y="328788"/>
                  </a:lnTo>
                  <a:lnTo>
                    <a:pt x="645996" y="341866"/>
                  </a:lnTo>
                  <a:lnTo>
                    <a:pt x="659050" y="345400"/>
                  </a:lnTo>
                  <a:lnTo>
                    <a:pt x="684356" y="328788"/>
                  </a:lnTo>
                  <a:lnTo>
                    <a:pt x="705645" y="298728"/>
                  </a:lnTo>
                  <a:lnTo>
                    <a:pt x="721037" y="300431"/>
                  </a:lnTo>
                  <a:lnTo>
                    <a:pt x="720389" y="313497"/>
                  </a:lnTo>
                  <a:lnTo>
                    <a:pt x="713729" y="327885"/>
                  </a:lnTo>
                  <a:lnTo>
                    <a:pt x="741691" y="321212"/>
                  </a:lnTo>
                  <a:lnTo>
                    <a:pt x="749394" y="331152"/>
                  </a:lnTo>
                  <a:lnTo>
                    <a:pt x="742873" y="363830"/>
                  </a:lnTo>
                  <a:lnTo>
                    <a:pt x="714555" y="423428"/>
                  </a:lnTo>
                  <a:lnTo>
                    <a:pt x="673183" y="453614"/>
                  </a:lnTo>
                  <a:lnTo>
                    <a:pt x="639641" y="461864"/>
                  </a:lnTo>
                  <a:lnTo>
                    <a:pt x="616153" y="477027"/>
                  </a:lnTo>
                  <a:lnTo>
                    <a:pt x="598803" y="474929"/>
                  </a:lnTo>
                  <a:lnTo>
                    <a:pt x="564104" y="488123"/>
                  </a:lnTo>
                  <a:lnTo>
                    <a:pt x="552093" y="508650"/>
                  </a:lnTo>
                  <a:lnTo>
                    <a:pt x="528478" y="521055"/>
                  </a:lnTo>
                  <a:lnTo>
                    <a:pt x="511954" y="543552"/>
                  </a:lnTo>
                  <a:lnTo>
                    <a:pt x="483890" y="555576"/>
                  </a:lnTo>
                  <a:lnTo>
                    <a:pt x="489254" y="590859"/>
                  </a:lnTo>
                  <a:lnTo>
                    <a:pt x="461152" y="614259"/>
                  </a:lnTo>
                  <a:lnTo>
                    <a:pt x="400143" y="647191"/>
                  </a:lnTo>
                  <a:lnTo>
                    <a:pt x="367261" y="666536"/>
                  </a:lnTo>
                  <a:lnTo>
                    <a:pt x="295220" y="660181"/>
                  </a:lnTo>
                  <a:lnTo>
                    <a:pt x="286323" y="636400"/>
                  </a:lnTo>
                  <a:lnTo>
                    <a:pt x="274451" y="638218"/>
                  </a:lnTo>
                  <a:lnTo>
                    <a:pt x="249120" y="645284"/>
                  </a:lnTo>
                  <a:lnTo>
                    <a:pt x="208930" y="638739"/>
                  </a:lnTo>
                  <a:lnTo>
                    <a:pt x="198889" y="663066"/>
                  </a:lnTo>
                  <a:lnTo>
                    <a:pt x="170177" y="681623"/>
                  </a:lnTo>
                  <a:lnTo>
                    <a:pt x="146688" y="661871"/>
                  </a:lnTo>
                  <a:lnTo>
                    <a:pt x="113934" y="665405"/>
                  </a:lnTo>
                  <a:lnTo>
                    <a:pt x="85616" y="655872"/>
                  </a:lnTo>
                  <a:lnTo>
                    <a:pt x="60945" y="656380"/>
                  </a:lnTo>
                  <a:lnTo>
                    <a:pt x="48413" y="683072"/>
                  </a:lnTo>
                  <a:lnTo>
                    <a:pt x="7702" y="698426"/>
                  </a:lnTo>
                  <a:lnTo>
                    <a:pt x="0" y="687177"/>
                  </a:lnTo>
                  <a:lnTo>
                    <a:pt x="23094" y="674759"/>
                  </a:lnTo>
                  <a:lnTo>
                    <a:pt x="29615" y="663524"/>
                  </a:lnTo>
                  <a:lnTo>
                    <a:pt x="23094" y="649936"/>
                  </a:lnTo>
                  <a:lnTo>
                    <a:pt x="48070" y="600786"/>
                  </a:lnTo>
                  <a:lnTo>
                    <a:pt x="62166" y="578454"/>
                  </a:lnTo>
                  <a:lnTo>
                    <a:pt x="63335" y="564841"/>
                  </a:lnTo>
                  <a:lnTo>
                    <a:pt x="75740" y="571908"/>
                  </a:lnTo>
                  <a:lnTo>
                    <a:pt x="79782" y="569544"/>
                  </a:lnTo>
                  <a:lnTo>
                    <a:pt x="82133" y="552818"/>
                  </a:lnTo>
                  <a:lnTo>
                    <a:pt x="85082" y="535811"/>
                  </a:lnTo>
                  <a:lnTo>
                    <a:pt x="58467" y="511662"/>
                  </a:lnTo>
                  <a:lnTo>
                    <a:pt x="18404" y="493868"/>
                  </a:lnTo>
                  <a:lnTo>
                    <a:pt x="34318" y="472565"/>
                  </a:lnTo>
                  <a:lnTo>
                    <a:pt x="34839" y="453614"/>
                  </a:lnTo>
                  <a:lnTo>
                    <a:pt x="52074" y="428779"/>
                  </a:lnTo>
                  <a:lnTo>
                    <a:pt x="72029" y="429440"/>
                  </a:lnTo>
                  <a:lnTo>
                    <a:pt x="76210" y="417543"/>
                  </a:lnTo>
                  <a:lnTo>
                    <a:pt x="105698" y="418204"/>
                  </a:lnTo>
                  <a:lnTo>
                    <a:pt x="132847" y="384484"/>
                  </a:lnTo>
                  <a:lnTo>
                    <a:pt x="152421" y="376108"/>
                  </a:lnTo>
                  <a:lnTo>
                    <a:pt x="171867" y="363169"/>
                  </a:lnTo>
                  <a:lnTo>
                    <a:pt x="195496" y="383823"/>
                  </a:lnTo>
                  <a:lnTo>
                    <a:pt x="215578" y="356636"/>
                  </a:lnTo>
                  <a:lnTo>
                    <a:pt x="233372" y="344866"/>
                  </a:lnTo>
                  <a:lnTo>
                    <a:pt x="246908" y="357869"/>
                  </a:lnTo>
                  <a:lnTo>
                    <a:pt x="287581" y="342451"/>
                  </a:lnTo>
                  <a:lnTo>
                    <a:pt x="311730" y="367948"/>
                  </a:lnTo>
                  <a:lnTo>
                    <a:pt x="337151" y="357869"/>
                  </a:lnTo>
                  <a:lnTo>
                    <a:pt x="358758" y="337354"/>
                  </a:lnTo>
                  <a:lnTo>
                    <a:pt x="350789" y="307307"/>
                  </a:lnTo>
                  <a:lnTo>
                    <a:pt x="312824" y="255526"/>
                  </a:lnTo>
                  <a:lnTo>
                    <a:pt x="311642" y="226661"/>
                  </a:lnTo>
                  <a:lnTo>
                    <a:pt x="335270" y="201152"/>
                  </a:lnTo>
                  <a:lnTo>
                    <a:pt x="354449" y="198419"/>
                  </a:lnTo>
                  <a:lnTo>
                    <a:pt x="349492" y="176812"/>
                  </a:lnTo>
                  <a:lnTo>
                    <a:pt x="353115" y="149599"/>
                  </a:lnTo>
                  <a:lnTo>
                    <a:pt x="363690" y="134347"/>
                  </a:lnTo>
                  <a:lnTo>
                    <a:pt x="396317" y="176697"/>
                  </a:lnTo>
                  <a:lnTo>
                    <a:pt x="459347" y="204800"/>
                  </a:lnTo>
                  <a:lnTo>
                    <a:pt x="452560" y="244799"/>
                  </a:lnTo>
                  <a:lnTo>
                    <a:pt x="459741" y="263483"/>
                  </a:lnTo>
                  <a:lnTo>
                    <a:pt x="455038" y="281519"/>
                  </a:lnTo>
                  <a:lnTo>
                    <a:pt x="448124" y="302694"/>
                  </a:lnTo>
                  <a:lnTo>
                    <a:pt x="438210" y="307918"/>
                  </a:lnTo>
                  <a:lnTo>
                    <a:pt x="430240" y="326093"/>
                  </a:lnTo>
                  <a:lnTo>
                    <a:pt x="419932" y="339159"/>
                  </a:lnTo>
                  <a:lnTo>
                    <a:pt x="420199" y="354068"/>
                  </a:lnTo>
                  <a:lnTo>
                    <a:pt x="415624" y="391309"/>
                  </a:lnTo>
                  <a:lnTo>
                    <a:pt x="411976" y="411048"/>
                  </a:lnTo>
                  <a:lnTo>
                    <a:pt x="419678" y="427381"/>
                  </a:lnTo>
                  <a:lnTo>
                    <a:pt x="420060" y="442633"/>
                  </a:lnTo>
                  <a:lnTo>
                    <a:pt x="420326" y="455178"/>
                  </a:lnTo>
                  <a:lnTo>
                    <a:pt x="409370" y="466553"/>
                  </a:lnTo>
                  <a:lnTo>
                    <a:pt x="406358" y="469566"/>
                  </a:lnTo>
                  <a:lnTo>
                    <a:pt x="419284" y="477192"/>
                  </a:lnTo>
                  <a:lnTo>
                    <a:pt x="456995" y="455089"/>
                  </a:lnTo>
                  <a:lnTo>
                    <a:pt x="502930" y="376667"/>
                  </a:lnTo>
                  <a:lnTo>
                    <a:pt x="499930" y="355898"/>
                  </a:lnTo>
                  <a:lnTo>
                    <a:pt x="504506" y="319687"/>
                  </a:lnTo>
                  <a:lnTo>
                    <a:pt x="515068" y="300736"/>
                  </a:lnTo>
                  <a:lnTo>
                    <a:pt x="537006" y="296554"/>
                  </a:lnTo>
                  <a:lnTo>
                    <a:pt x="551483" y="278252"/>
                  </a:lnTo>
                  <a:lnTo>
                    <a:pt x="576802" y="237071"/>
                  </a:lnTo>
                  <a:lnTo>
                    <a:pt x="591025" y="226903"/>
                  </a:lnTo>
                  <a:lnTo>
                    <a:pt x="606684" y="199842"/>
                  </a:lnTo>
                  <a:lnTo>
                    <a:pt x="605247" y="184018"/>
                  </a:lnTo>
                  <a:lnTo>
                    <a:pt x="625342" y="188073"/>
                  </a:lnTo>
                  <a:lnTo>
                    <a:pt x="633566" y="222391"/>
                  </a:lnTo>
                  <a:lnTo>
                    <a:pt x="624173" y="235978"/>
                  </a:lnTo>
                  <a:close/>
                </a:path>
              </a:pathLst>
            </a:custGeom>
            <a:noFill/>
            <a:ln w="3810" cap="flat">
              <a:solidFill>
                <a:srgbClr val="E6E4E2"/>
              </a:solidFill>
              <a:prstDash val="solid"/>
              <a:miter/>
            </a:ln>
          </p:spPr>
          <p:txBody>
            <a:bodyPr rtlCol="0" anchor="ctr"/>
            <a:lstStyle/>
            <a:p>
              <a:endParaRPr lang="de-CH"/>
            </a:p>
          </p:txBody>
        </p:sp>
        <p:sp>
          <p:nvSpPr>
            <p:cNvPr id="61" name="Freihandform: Form 60">
              <a:extLst>
                <a:ext uri="{FF2B5EF4-FFF2-40B4-BE49-F238E27FC236}">
                  <a16:creationId xmlns:a16="http://schemas.microsoft.com/office/drawing/2014/main" id="{DC4D8523-8DF8-58BC-A9F0-E980E3673878}"/>
                </a:ext>
              </a:extLst>
            </p:cNvPr>
            <p:cNvSpPr/>
            <p:nvPr/>
          </p:nvSpPr>
          <p:spPr>
            <a:xfrm>
              <a:off x="3311927" y="1405396"/>
              <a:ext cx="1451810" cy="1053866"/>
            </a:xfrm>
            <a:custGeom>
              <a:avLst/>
              <a:gdLst>
                <a:gd name="connsiteX0" fmla="*/ 1035780 w 1451810"/>
                <a:gd name="connsiteY0" fmla="*/ 594316 h 1053866"/>
                <a:gd name="connsiteX1" fmla="*/ 1033569 w 1451810"/>
                <a:gd name="connsiteY1" fmla="*/ 594965 h 1053866"/>
                <a:gd name="connsiteX2" fmla="*/ 1011771 w 1451810"/>
                <a:gd name="connsiteY2" fmla="*/ 594316 h 1053866"/>
                <a:gd name="connsiteX3" fmla="*/ 950825 w 1451810"/>
                <a:gd name="connsiteY3" fmla="*/ 647394 h 1053866"/>
                <a:gd name="connsiteX4" fmla="*/ 895370 w 1451810"/>
                <a:gd name="connsiteY4" fmla="*/ 657829 h 1053866"/>
                <a:gd name="connsiteX5" fmla="*/ 870967 w 1451810"/>
                <a:gd name="connsiteY5" fmla="*/ 655605 h 1053866"/>
                <a:gd name="connsiteX6" fmla="*/ 843945 w 1451810"/>
                <a:gd name="connsiteY6" fmla="*/ 654830 h 1053866"/>
                <a:gd name="connsiteX7" fmla="*/ 798671 w 1451810"/>
                <a:gd name="connsiteY7" fmla="*/ 646593 h 1053866"/>
                <a:gd name="connsiteX8" fmla="*/ 758736 w 1451810"/>
                <a:gd name="connsiteY8" fmla="*/ 644242 h 1053866"/>
                <a:gd name="connsiteX9" fmla="*/ 753906 w 1451810"/>
                <a:gd name="connsiteY9" fmla="*/ 644763 h 1053866"/>
                <a:gd name="connsiteX10" fmla="*/ 745022 w 1451810"/>
                <a:gd name="connsiteY10" fmla="*/ 624516 h 1053866"/>
                <a:gd name="connsiteX11" fmla="*/ 681610 w 1451810"/>
                <a:gd name="connsiteY11" fmla="*/ 628418 h 1053866"/>
                <a:gd name="connsiteX12" fmla="*/ 659024 w 1451810"/>
                <a:gd name="connsiteY12" fmla="*/ 631557 h 1053866"/>
                <a:gd name="connsiteX13" fmla="*/ 672738 w 1451810"/>
                <a:gd name="connsiteY13" fmla="*/ 661236 h 1053866"/>
                <a:gd name="connsiteX14" fmla="*/ 669726 w 1451810"/>
                <a:gd name="connsiteY14" fmla="*/ 686453 h 1053866"/>
                <a:gd name="connsiteX15" fmla="*/ 629155 w 1451810"/>
                <a:gd name="connsiteY15" fmla="*/ 702938 h 1053866"/>
                <a:gd name="connsiteX16" fmla="*/ 632549 w 1451810"/>
                <a:gd name="connsiteY16" fmla="*/ 770772 h 1053866"/>
                <a:gd name="connsiteX17" fmla="*/ 506603 w 1451810"/>
                <a:gd name="connsiteY17" fmla="*/ 798341 h 1053866"/>
                <a:gd name="connsiteX18" fmla="*/ 488326 w 1451810"/>
                <a:gd name="connsiteY18" fmla="*/ 765802 h 1053866"/>
                <a:gd name="connsiteX19" fmla="*/ 444870 w 1451810"/>
                <a:gd name="connsiteY19" fmla="*/ 783584 h 1053866"/>
                <a:gd name="connsiteX20" fmla="*/ 442646 w 1451810"/>
                <a:gd name="connsiteY20" fmla="*/ 787626 h 1053866"/>
                <a:gd name="connsiteX21" fmla="*/ 446179 w 1451810"/>
                <a:gd name="connsiteY21" fmla="*/ 815207 h 1053866"/>
                <a:gd name="connsiteX22" fmla="*/ 422157 w 1451810"/>
                <a:gd name="connsiteY22" fmla="*/ 828273 h 1053866"/>
                <a:gd name="connsiteX23" fmla="*/ 415903 w 1451810"/>
                <a:gd name="connsiteY23" fmla="*/ 844351 h 1053866"/>
                <a:gd name="connsiteX24" fmla="*/ 397766 w 1451810"/>
                <a:gd name="connsiteY24" fmla="*/ 878974 h 1053866"/>
                <a:gd name="connsiteX25" fmla="*/ 394766 w 1451810"/>
                <a:gd name="connsiteY25" fmla="*/ 884999 h 1053866"/>
                <a:gd name="connsiteX26" fmla="*/ 378573 w 1451810"/>
                <a:gd name="connsiteY26" fmla="*/ 914537 h 1053866"/>
                <a:gd name="connsiteX27" fmla="*/ 359140 w 1451810"/>
                <a:gd name="connsiteY27" fmla="*/ 923422 h 1053866"/>
                <a:gd name="connsiteX28" fmla="*/ 316332 w 1451810"/>
                <a:gd name="connsiteY28" fmla="*/ 939767 h 1053866"/>
                <a:gd name="connsiteX29" fmla="*/ 294915 w 1451810"/>
                <a:gd name="connsiteY29" fmla="*/ 978584 h 1053866"/>
                <a:gd name="connsiteX30" fmla="*/ 237122 w 1451810"/>
                <a:gd name="connsiteY30" fmla="*/ 964603 h 1053866"/>
                <a:gd name="connsiteX31" fmla="*/ 229165 w 1451810"/>
                <a:gd name="connsiteY31" fmla="*/ 944737 h 1053866"/>
                <a:gd name="connsiteX32" fmla="*/ 215451 w 1451810"/>
                <a:gd name="connsiteY32" fmla="*/ 950482 h 1053866"/>
                <a:gd name="connsiteX33" fmla="*/ 205155 w 1451810"/>
                <a:gd name="connsiteY33" fmla="*/ 965391 h 1053866"/>
                <a:gd name="connsiteX34" fmla="*/ 155293 w 1451810"/>
                <a:gd name="connsiteY34" fmla="*/ 1015698 h 1053866"/>
                <a:gd name="connsiteX35" fmla="*/ 89645 w 1451810"/>
                <a:gd name="connsiteY35" fmla="*/ 1053867 h 1053866"/>
                <a:gd name="connsiteX36" fmla="*/ 66424 w 1451810"/>
                <a:gd name="connsiteY36" fmla="*/ 983414 h 1053866"/>
                <a:gd name="connsiteX37" fmla="*/ 44626 w 1451810"/>
                <a:gd name="connsiteY37" fmla="*/ 1008377 h 1053866"/>
                <a:gd name="connsiteX38" fmla="*/ 38105 w 1451810"/>
                <a:gd name="connsiteY38" fmla="*/ 1008504 h 1053866"/>
                <a:gd name="connsiteX39" fmla="*/ 11223 w 1451810"/>
                <a:gd name="connsiteY39" fmla="*/ 1005237 h 1053866"/>
                <a:gd name="connsiteX40" fmla="*/ 0 w 1451810"/>
                <a:gd name="connsiteY40" fmla="*/ 986299 h 1053866"/>
                <a:gd name="connsiteX41" fmla="*/ 48934 w 1451810"/>
                <a:gd name="connsiteY41" fmla="*/ 962124 h 1053866"/>
                <a:gd name="connsiteX42" fmla="*/ 58467 w 1451810"/>
                <a:gd name="connsiteY42" fmla="*/ 949694 h 1053866"/>
                <a:gd name="connsiteX43" fmla="*/ 69042 w 1451810"/>
                <a:gd name="connsiteY43" fmla="*/ 950227 h 1053866"/>
                <a:gd name="connsiteX44" fmla="*/ 71393 w 1451810"/>
                <a:gd name="connsiteY44" fmla="*/ 929573 h 1053866"/>
                <a:gd name="connsiteX45" fmla="*/ 84955 w 1451810"/>
                <a:gd name="connsiteY45" fmla="*/ 905259 h 1053866"/>
                <a:gd name="connsiteX46" fmla="*/ 102432 w 1451810"/>
                <a:gd name="connsiteY46" fmla="*/ 890998 h 1053866"/>
                <a:gd name="connsiteX47" fmla="*/ 183612 w 1451810"/>
                <a:gd name="connsiteY47" fmla="*/ 818982 h 1053866"/>
                <a:gd name="connsiteX48" fmla="*/ 211282 w 1451810"/>
                <a:gd name="connsiteY48" fmla="*/ 803564 h 1053866"/>
                <a:gd name="connsiteX49" fmla="*/ 230983 w 1451810"/>
                <a:gd name="connsiteY49" fmla="*/ 773632 h 1053866"/>
                <a:gd name="connsiteX50" fmla="*/ 220293 w 1451810"/>
                <a:gd name="connsiteY50" fmla="*/ 751542 h 1053866"/>
                <a:gd name="connsiteX51" fmla="*/ 230856 w 1451810"/>
                <a:gd name="connsiteY51" fmla="*/ 701883 h 1053866"/>
                <a:gd name="connsiteX52" fmla="*/ 207748 w 1451810"/>
                <a:gd name="connsiteY52" fmla="*/ 650114 h 1053866"/>
                <a:gd name="connsiteX53" fmla="*/ 221603 w 1451810"/>
                <a:gd name="connsiteY53" fmla="*/ 635879 h 1053866"/>
                <a:gd name="connsiteX54" fmla="*/ 250950 w 1451810"/>
                <a:gd name="connsiteY54" fmla="*/ 629079 h 1053866"/>
                <a:gd name="connsiteX55" fmla="*/ 272227 w 1451810"/>
                <a:gd name="connsiteY55" fmla="*/ 632104 h 1053866"/>
                <a:gd name="connsiteX56" fmla="*/ 283959 w 1451810"/>
                <a:gd name="connsiteY56" fmla="*/ 621376 h 1053866"/>
                <a:gd name="connsiteX57" fmla="*/ 318302 w 1451810"/>
                <a:gd name="connsiteY57" fmla="*/ 619025 h 1053866"/>
                <a:gd name="connsiteX58" fmla="*/ 342311 w 1451810"/>
                <a:gd name="connsiteY58" fmla="*/ 600328 h 1053866"/>
                <a:gd name="connsiteX59" fmla="*/ 361224 w 1451810"/>
                <a:gd name="connsiteY59" fmla="*/ 566481 h 1053866"/>
                <a:gd name="connsiteX60" fmla="*/ 347116 w 1451810"/>
                <a:gd name="connsiteY60" fmla="*/ 544505 h 1053866"/>
                <a:gd name="connsiteX61" fmla="*/ 356649 w 1451810"/>
                <a:gd name="connsiteY61" fmla="*/ 530397 h 1053866"/>
                <a:gd name="connsiteX62" fmla="*/ 398554 w 1451810"/>
                <a:gd name="connsiteY62" fmla="*/ 525300 h 1053866"/>
                <a:gd name="connsiteX63" fmla="*/ 422703 w 1451810"/>
                <a:gd name="connsiteY63" fmla="*/ 522033 h 1053866"/>
                <a:gd name="connsiteX64" fmla="*/ 444234 w 1451810"/>
                <a:gd name="connsiteY64" fmla="*/ 507518 h 1053866"/>
                <a:gd name="connsiteX65" fmla="*/ 455191 w 1451810"/>
                <a:gd name="connsiteY65" fmla="*/ 478768 h 1053866"/>
                <a:gd name="connsiteX66" fmla="*/ 413285 w 1451810"/>
                <a:gd name="connsiteY66" fmla="*/ 462181 h 1053866"/>
                <a:gd name="connsiteX67" fmla="*/ 423873 w 1451810"/>
                <a:gd name="connsiteY67" fmla="*/ 427419 h 1053866"/>
                <a:gd name="connsiteX68" fmla="*/ 402723 w 1451810"/>
                <a:gd name="connsiteY68" fmla="*/ 423873 h 1053866"/>
                <a:gd name="connsiteX69" fmla="*/ 398287 w 1451810"/>
                <a:gd name="connsiteY69" fmla="*/ 407146 h 1053866"/>
                <a:gd name="connsiteX70" fmla="*/ 354055 w 1451810"/>
                <a:gd name="connsiteY70" fmla="*/ 392250 h 1053866"/>
                <a:gd name="connsiteX71" fmla="*/ 330046 w 1451810"/>
                <a:gd name="connsiteY71" fmla="*/ 420339 h 1053866"/>
                <a:gd name="connsiteX72" fmla="*/ 273791 w 1451810"/>
                <a:gd name="connsiteY72" fmla="*/ 428461 h 1053866"/>
                <a:gd name="connsiteX73" fmla="*/ 195369 w 1451810"/>
                <a:gd name="connsiteY73" fmla="*/ 434994 h 1053866"/>
                <a:gd name="connsiteX74" fmla="*/ 167686 w 1451810"/>
                <a:gd name="connsiteY74" fmla="*/ 443345 h 1053866"/>
                <a:gd name="connsiteX75" fmla="*/ 138986 w 1451810"/>
                <a:gd name="connsiteY75" fmla="*/ 431855 h 1053866"/>
                <a:gd name="connsiteX76" fmla="*/ 84320 w 1451810"/>
                <a:gd name="connsiteY76" fmla="*/ 447793 h 1053866"/>
                <a:gd name="connsiteX77" fmla="*/ 93827 w 1451810"/>
                <a:gd name="connsiteY77" fmla="*/ 390292 h 1053866"/>
                <a:gd name="connsiteX78" fmla="*/ 116934 w 1451810"/>
                <a:gd name="connsiteY78" fmla="*/ 367160 h 1053866"/>
                <a:gd name="connsiteX79" fmla="*/ 137690 w 1451810"/>
                <a:gd name="connsiteY79" fmla="*/ 362317 h 1053866"/>
                <a:gd name="connsiteX80" fmla="*/ 142240 w 1451810"/>
                <a:gd name="connsiteY80" fmla="*/ 322191 h 1053866"/>
                <a:gd name="connsiteX81" fmla="*/ 154632 w 1451810"/>
                <a:gd name="connsiteY81" fmla="*/ 315137 h 1053866"/>
                <a:gd name="connsiteX82" fmla="*/ 153463 w 1451810"/>
                <a:gd name="connsiteY82" fmla="*/ 291470 h 1053866"/>
                <a:gd name="connsiteX83" fmla="*/ 205664 w 1451810"/>
                <a:gd name="connsiteY83" fmla="*/ 292398 h 1053866"/>
                <a:gd name="connsiteX84" fmla="*/ 209718 w 1451810"/>
                <a:gd name="connsiteY84" fmla="*/ 211218 h 1053866"/>
                <a:gd name="connsiteX85" fmla="*/ 257356 w 1451810"/>
                <a:gd name="connsiteY85" fmla="*/ 204037 h 1053866"/>
                <a:gd name="connsiteX86" fmla="*/ 270791 w 1451810"/>
                <a:gd name="connsiteY86" fmla="*/ 170571 h 1053866"/>
                <a:gd name="connsiteX87" fmla="*/ 322331 w 1451810"/>
                <a:gd name="connsiteY87" fmla="*/ 163123 h 1053866"/>
                <a:gd name="connsiteX88" fmla="*/ 332906 w 1451810"/>
                <a:gd name="connsiteY88" fmla="*/ 124827 h 1053866"/>
                <a:gd name="connsiteX89" fmla="*/ 331991 w 1451810"/>
                <a:gd name="connsiteY89" fmla="*/ 110833 h 1053866"/>
                <a:gd name="connsiteX90" fmla="*/ 313065 w 1451810"/>
                <a:gd name="connsiteY90" fmla="*/ 111507 h 1053866"/>
                <a:gd name="connsiteX91" fmla="*/ 299885 w 1451810"/>
                <a:gd name="connsiteY91" fmla="*/ 78562 h 1053866"/>
                <a:gd name="connsiteX92" fmla="*/ 304079 w 1451810"/>
                <a:gd name="connsiteY92" fmla="*/ 57259 h 1053866"/>
                <a:gd name="connsiteX93" fmla="*/ 296758 w 1451810"/>
                <a:gd name="connsiteY93" fmla="*/ 29030 h 1053866"/>
                <a:gd name="connsiteX94" fmla="*/ 341917 w 1451810"/>
                <a:gd name="connsiteY94" fmla="*/ 4576 h 1053866"/>
                <a:gd name="connsiteX95" fmla="*/ 374926 w 1451810"/>
                <a:gd name="connsiteY95" fmla="*/ 0 h 1053866"/>
                <a:gd name="connsiteX96" fmla="*/ 406510 w 1451810"/>
                <a:gd name="connsiteY96" fmla="*/ 20794 h 1053866"/>
                <a:gd name="connsiteX97" fmla="*/ 413552 w 1451810"/>
                <a:gd name="connsiteY97" fmla="*/ 19739 h 1053866"/>
                <a:gd name="connsiteX98" fmla="*/ 463541 w 1451810"/>
                <a:gd name="connsiteY98" fmla="*/ 28890 h 1053866"/>
                <a:gd name="connsiteX99" fmla="*/ 482467 w 1451810"/>
                <a:gd name="connsiteY99" fmla="*/ 49011 h 1053866"/>
                <a:gd name="connsiteX100" fmla="*/ 504265 w 1451810"/>
                <a:gd name="connsiteY100" fmla="*/ 32424 h 1053866"/>
                <a:gd name="connsiteX101" fmla="*/ 524881 w 1451810"/>
                <a:gd name="connsiteY101" fmla="*/ 24188 h 1053866"/>
                <a:gd name="connsiteX102" fmla="*/ 557635 w 1451810"/>
                <a:gd name="connsiteY102" fmla="*/ 28890 h 1053866"/>
                <a:gd name="connsiteX103" fmla="*/ 589080 w 1451810"/>
                <a:gd name="connsiteY103" fmla="*/ 1970 h 1053866"/>
                <a:gd name="connsiteX104" fmla="*/ 614653 w 1451810"/>
                <a:gd name="connsiteY104" fmla="*/ 7575 h 1053866"/>
                <a:gd name="connsiteX105" fmla="*/ 641281 w 1451810"/>
                <a:gd name="connsiteY105" fmla="*/ 24709 h 1053866"/>
                <a:gd name="connsiteX106" fmla="*/ 653292 w 1451810"/>
                <a:gd name="connsiteY106" fmla="*/ 42350 h 1053866"/>
                <a:gd name="connsiteX107" fmla="*/ 694409 w 1451810"/>
                <a:gd name="connsiteY107" fmla="*/ 38957 h 1053866"/>
                <a:gd name="connsiteX108" fmla="*/ 735108 w 1451810"/>
                <a:gd name="connsiteY108" fmla="*/ 29411 h 1053866"/>
                <a:gd name="connsiteX109" fmla="*/ 740458 w 1451810"/>
                <a:gd name="connsiteY109" fmla="*/ 46011 h 1053866"/>
                <a:gd name="connsiteX110" fmla="*/ 723897 w 1451810"/>
                <a:gd name="connsiteY110" fmla="*/ 57768 h 1053866"/>
                <a:gd name="connsiteX111" fmla="*/ 691397 w 1451810"/>
                <a:gd name="connsiteY111" fmla="*/ 121433 h 1053866"/>
                <a:gd name="connsiteX112" fmla="*/ 691397 w 1451810"/>
                <a:gd name="connsiteY112" fmla="*/ 145354 h 1053866"/>
                <a:gd name="connsiteX113" fmla="*/ 674416 w 1451810"/>
                <a:gd name="connsiteY113" fmla="*/ 184692 h 1053866"/>
                <a:gd name="connsiteX114" fmla="*/ 719461 w 1451810"/>
                <a:gd name="connsiteY114" fmla="*/ 196589 h 1053866"/>
                <a:gd name="connsiteX115" fmla="*/ 739810 w 1451810"/>
                <a:gd name="connsiteY115" fmla="*/ 203249 h 1053866"/>
                <a:gd name="connsiteX116" fmla="*/ 777649 w 1451810"/>
                <a:gd name="connsiteY116" fmla="*/ 190310 h 1053866"/>
                <a:gd name="connsiteX117" fmla="*/ 807136 w 1451810"/>
                <a:gd name="connsiteY117" fmla="*/ 197364 h 1053866"/>
                <a:gd name="connsiteX118" fmla="*/ 826074 w 1451810"/>
                <a:gd name="connsiteY118" fmla="*/ 244684 h 1053866"/>
                <a:gd name="connsiteX119" fmla="*/ 872657 w 1451810"/>
                <a:gd name="connsiteY119" fmla="*/ 227551 h 1053866"/>
                <a:gd name="connsiteX120" fmla="*/ 898624 w 1451810"/>
                <a:gd name="connsiteY120" fmla="*/ 204558 h 1053866"/>
                <a:gd name="connsiteX121" fmla="*/ 922901 w 1451810"/>
                <a:gd name="connsiteY121" fmla="*/ 212133 h 1053866"/>
                <a:gd name="connsiteX122" fmla="*/ 941165 w 1451810"/>
                <a:gd name="connsiteY122" fmla="*/ 196195 h 1053866"/>
                <a:gd name="connsiteX123" fmla="*/ 992845 w 1451810"/>
                <a:gd name="connsiteY123" fmla="*/ 190971 h 1053866"/>
                <a:gd name="connsiteX124" fmla="*/ 989579 w 1451810"/>
                <a:gd name="connsiteY124" fmla="*/ 217878 h 1053866"/>
                <a:gd name="connsiteX125" fmla="*/ 1056790 w 1451810"/>
                <a:gd name="connsiteY125" fmla="*/ 252526 h 1053866"/>
                <a:gd name="connsiteX126" fmla="*/ 1052100 w 1451810"/>
                <a:gd name="connsiteY126" fmla="*/ 268986 h 1053866"/>
                <a:gd name="connsiteX127" fmla="*/ 1064111 w 1451810"/>
                <a:gd name="connsiteY127" fmla="*/ 269774 h 1053866"/>
                <a:gd name="connsiteX128" fmla="*/ 1089938 w 1451810"/>
                <a:gd name="connsiteY128" fmla="*/ 271477 h 1053866"/>
                <a:gd name="connsiteX129" fmla="*/ 1093332 w 1451810"/>
                <a:gd name="connsiteY129" fmla="*/ 285738 h 1053866"/>
                <a:gd name="connsiteX130" fmla="*/ 1165501 w 1451810"/>
                <a:gd name="connsiteY130" fmla="*/ 329766 h 1053866"/>
                <a:gd name="connsiteX131" fmla="*/ 1166161 w 1451810"/>
                <a:gd name="connsiteY131" fmla="*/ 345057 h 1053866"/>
                <a:gd name="connsiteX132" fmla="*/ 1162247 w 1451810"/>
                <a:gd name="connsiteY132" fmla="*/ 371596 h 1053866"/>
                <a:gd name="connsiteX133" fmla="*/ 1214053 w 1451810"/>
                <a:gd name="connsiteY133" fmla="*/ 370693 h 1053866"/>
                <a:gd name="connsiteX134" fmla="*/ 1211562 w 1451810"/>
                <a:gd name="connsiteY134" fmla="*/ 378904 h 1053866"/>
                <a:gd name="connsiteX135" fmla="*/ 1246935 w 1451810"/>
                <a:gd name="connsiteY135" fmla="*/ 393025 h 1053866"/>
                <a:gd name="connsiteX136" fmla="*/ 1256849 w 1451810"/>
                <a:gd name="connsiteY136" fmla="*/ 399685 h 1053866"/>
                <a:gd name="connsiteX137" fmla="*/ 1315710 w 1451810"/>
                <a:gd name="connsiteY137" fmla="*/ 404134 h 1053866"/>
                <a:gd name="connsiteX138" fmla="*/ 1329284 w 1451810"/>
                <a:gd name="connsiteY138" fmla="*/ 401134 h 1053866"/>
                <a:gd name="connsiteX139" fmla="*/ 1378867 w 1451810"/>
                <a:gd name="connsiteY139" fmla="*/ 396825 h 1053866"/>
                <a:gd name="connsiteX140" fmla="*/ 1420899 w 1451810"/>
                <a:gd name="connsiteY140" fmla="*/ 432503 h 1053866"/>
                <a:gd name="connsiteX141" fmla="*/ 1415421 w 1451810"/>
                <a:gd name="connsiteY141" fmla="*/ 462181 h 1053866"/>
                <a:gd name="connsiteX142" fmla="*/ 1446460 w 1451810"/>
                <a:gd name="connsiteY142" fmla="*/ 476683 h 1053866"/>
                <a:gd name="connsiteX143" fmla="*/ 1382794 w 1451810"/>
                <a:gd name="connsiteY143" fmla="*/ 537070 h 1053866"/>
                <a:gd name="connsiteX144" fmla="*/ 1402101 w 1451810"/>
                <a:gd name="connsiteY144" fmla="*/ 545052 h 1053866"/>
                <a:gd name="connsiteX145" fmla="*/ 1444642 w 1451810"/>
                <a:gd name="connsiteY145" fmla="*/ 527397 h 1053866"/>
                <a:gd name="connsiteX146" fmla="*/ 1451810 w 1451810"/>
                <a:gd name="connsiteY146" fmla="*/ 547899 h 1053866"/>
                <a:gd name="connsiteX147" fmla="*/ 1322357 w 1451810"/>
                <a:gd name="connsiteY147" fmla="*/ 605552 h 1053866"/>
                <a:gd name="connsiteX148" fmla="*/ 1288815 w 1451810"/>
                <a:gd name="connsiteY148" fmla="*/ 591177 h 1053866"/>
                <a:gd name="connsiteX149" fmla="*/ 1224107 w 1451810"/>
                <a:gd name="connsiteY149" fmla="*/ 586080 h 1053866"/>
                <a:gd name="connsiteX150" fmla="*/ 1220447 w 1451810"/>
                <a:gd name="connsiteY150" fmla="*/ 586728 h 1053866"/>
                <a:gd name="connsiteX151" fmla="*/ 1181693 w 1451810"/>
                <a:gd name="connsiteY151" fmla="*/ 591698 h 1053866"/>
                <a:gd name="connsiteX152" fmla="*/ 1119833 w 1451810"/>
                <a:gd name="connsiteY152" fmla="*/ 572874 h 1053866"/>
                <a:gd name="connsiteX153" fmla="*/ 1115905 w 1451810"/>
                <a:gd name="connsiteY153" fmla="*/ 565820 h 1053866"/>
                <a:gd name="connsiteX154" fmla="*/ 1108330 w 1451810"/>
                <a:gd name="connsiteY154" fmla="*/ 563481 h 1053866"/>
                <a:gd name="connsiteX155" fmla="*/ 1100640 w 1451810"/>
                <a:gd name="connsiteY155" fmla="*/ 561638 h 1053866"/>
                <a:gd name="connsiteX156" fmla="*/ 1035780 w 1451810"/>
                <a:gd name="connsiteY156" fmla="*/ 594316 h 105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451810" h="1053866">
                  <a:moveTo>
                    <a:pt x="1035780" y="594316"/>
                  </a:moveTo>
                  <a:lnTo>
                    <a:pt x="1033569" y="594965"/>
                  </a:lnTo>
                  <a:lnTo>
                    <a:pt x="1011771" y="594316"/>
                  </a:lnTo>
                  <a:lnTo>
                    <a:pt x="950825" y="647394"/>
                  </a:lnTo>
                  <a:lnTo>
                    <a:pt x="895370" y="657829"/>
                  </a:lnTo>
                  <a:lnTo>
                    <a:pt x="870967" y="655605"/>
                  </a:lnTo>
                  <a:lnTo>
                    <a:pt x="843945" y="654830"/>
                  </a:lnTo>
                  <a:lnTo>
                    <a:pt x="798671" y="646593"/>
                  </a:lnTo>
                  <a:lnTo>
                    <a:pt x="758736" y="644242"/>
                  </a:lnTo>
                  <a:lnTo>
                    <a:pt x="753906" y="644763"/>
                  </a:lnTo>
                  <a:lnTo>
                    <a:pt x="745022" y="624516"/>
                  </a:lnTo>
                  <a:lnTo>
                    <a:pt x="681610" y="628418"/>
                  </a:lnTo>
                  <a:lnTo>
                    <a:pt x="659024" y="631557"/>
                  </a:lnTo>
                  <a:lnTo>
                    <a:pt x="672738" y="661236"/>
                  </a:lnTo>
                  <a:lnTo>
                    <a:pt x="669726" y="686453"/>
                  </a:lnTo>
                  <a:lnTo>
                    <a:pt x="629155" y="702938"/>
                  </a:lnTo>
                  <a:lnTo>
                    <a:pt x="632549" y="770772"/>
                  </a:lnTo>
                  <a:lnTo>
                    <a:pt x="506603" y="798341"/>
                  </a:lnTo>
                  <a:lnTo>
                    <a:pt x="488326" y="765802"/>
                  </a:lnTo>
                  <a:lnTo>
                    <a:pt x="444870" y="783584"/>
                  </a:lnTo>
                  <a:lnTo>
                    <a:pt x="442646" y="787626"/>
                  </a:lnTo>
                  <a:lnTo>
                    <a:pt x="446179" y="815207"/>
                  </a:lnTo>
                  <a:lnTo>
                    <a:pt x="422157" y="828273"/>
                  </a:lnTo>
                  <a:lnTo>
                    <a:pt x="415903" y="844351"/>
                  </a:lnTo>
                  <a:lnTo>
                    <a:pt x="397766" y="878974"/>
                  </a:lnTo>
                  <a:lnTo>
                    <a:pt x="394766" y="884999"/>
                  </a:lnTo>
                  <a:lnTo>
                    <a:pt x="378573" y="914537"/>
                  </a:lnTo>
                  <a:lnTo>
                    <a:pt x="359140" y="923422"/>
                  </a:lnTo>
                  <a:lnTo>
                    <a:pt x="316332" y="939767"/>
                  </a:lnTo>
                  <a:lnTo>
                    <a:pt x="294915" y="978584"/>
                  </a:lnTo>
                  <a:lnTo>
                    <a:pt x="237122" y="964603"/>
                  </a:lnTo>
                  <a:lnTo>
                    <a:pt x="229165" y="944737"/>
                  </a:lnTo>
                  <a:lnTo>
                    <a:pt x="215451" y="950482"/>
                  </a:lnTo>
                  <a:lnTo>
                    <a:pt x="205155" y="965391"/>
                  </a:lnTo>
                  <a:lnTo>
                    <a:pt x="155293" y="1015698"/>
                  </a:lnTo>
                  <a:lnTo>
                    <a:pt x="89645" y="1053867"/>
                  </a:lnTo>
                  <a:lnTo>
                    <a:pt x="66424" y="983414"/>
                  </a:lnTo>
                  <a:lnTo>
                    <a:pt x="44626" y="1008377"/>
                  </a:lnTo>
                  <a:lnTo>
                    <a:pt x="38105" y="1008504"/>
                  </a:lnTo>
                  <a:lnTo>
                    <a:pt x="11223" y="1005237"/>
                  </a:lnTo>
                  <a:lnTo>
                    <a:pt x="0" y="986299"/>
                  </a:lnTo>
                  <a:lnTo>
                    <a:pt x="48934" y="962124"/>
                  </a:lnTo>
                  <a:lnTo>
                    <a:pt x="58467" y="949694"/>
                  </a:lnTo>
                  <a:lnTo>
                    <a:pt x="69042" y="950227"/>
                  </a:lnTo>
                  <a:lnTo>
                    <a:pt x="71393" y="929573"/>
                  </a:lnTo>
                  <a:lnTo>
                    <a:pt x="84955" y="905259"/>
                  </a:lnTo>
                  <a:lnTo>
                    <a:pt x="102432" y="890998"/>
                  </a:lnTo>
                  <a:lnTo>
                    <a:pt x="183612" y="818982"/>
                  </a:lnTo>
                  <a:lnTo>
                    <a:pt x="211282" y="803564"/>
                  </a:lnTo>
                  <a:lnTo>
                    <a:pt x="230983" y="773632"/>
                  </a:lnTo>
                  <a:lnTo>
                    <a:pt x="220293" y="751542"/>
                  </a:lnTo>
                  <a:lnTo>
                    <a:pt x="230856" y="701883"/>
                  </a:lnTo>
                  <a:lnTo>
                    <a:pt x="207748" y="650114"/>
                  </a:lnTo>
                  <a:lnTo>
                    <a:pt x="221603" y="635879"/>
                  </a:lnTo>
                  <a:lnTo>
                    <a:pt x="250950" y="629079"/>
                  </a:lnTo>
                  <a:lnTo>
                    <a:pt x="272227" y="632104"/>
                  </a:lnTo>
                  <a:lnTo>
                    <a:pt x="283959" y="621376"/>
                  </a:lnTo>
                  <a:lnTo>
                    <a:pt x="318302" y="619025"/>
                  </a:lnTo>
                  <a:lnTo>
                    <a:pt x="342311" y="600328"/>
                  </a:lnTo>
                  <a:lnTo>
                    <a:pt x="361224" y="566481"/>
                  </a:lnTo>
                  <a:lnTo>
                    <a:pt x="347116" y="544505"/>
                  </a:lnTo>
                  <a:lnTo>
                    <a:pt x="356649" y="530397"/>
                  </a:lnTo>
                  <a:lnTo>
                    <a:pt x="398554" y="525300"/>
                  </a:lnTo>
                  <a:lnTo>
                    <a:pt x="422703" y="522033"/>
                  </a:lnTo>
                  <a:lnTo>
                    <a:pt x="444234" y="507518"/>
                  </a:lnTo>
                  <a:lnTo>
                    <a:pt x="455191" y="478768"/>
                  </a:lnTo>
                  <a:lnTo>
                    <a:pt x="413285" y="462181"/>
                  </a:lnTo>
                  <a:lnTo>
                    <a:pt x="423873" y="427419"/>
                  </a:lnTo>
                  <a:lnTo>
                    <a:pt x="402723" y="423873"/>
                  </a:lnTo>
                  <a:lnTo>
                    <a:pt x="398287" y="407146"/>
                  </a:lnTo>
                  <a:lnTo>
                    <a:pt x="354055" y="392250"/>
                  </a:lnTo>
                  <a:lnTo>
                    <a:pt x="330046" y="420339"/>
                  </a:lnTo>
                  <a:lnTo>
                    <a:pt x="273791" y="428461"/>
                  </a:lnTo>
                  <a:lnTo>
                    <a:pt x="195369" y="434994"/>
                  </a:lnTo>
                  <a:lnTo>
                    <a:pt x="167686" y="443345"/>
                  </a:lnTo>
                  <a:lnTo>
                    <a:pt x="138986" y="431855"/>
                  </a:lnTo>
                  <a:lnTo>
                    <a:pt x="84320" y="447793"/>
                  </a:lnTo>
                  <a:lnTo>
                    <a:pt x="93827" y="390292"/>
                  </a:lnTo>
                  <a:lnTo>
                    <a:pt x="116934" y="367160"/>
                  </a:lnTo>
                  <a:lnTo>
                    <a:pt x="137690" y="362317"/>
                  </a:lnTo>
                  <a:lnTo>
                    <a:pt x="142240" y="322191"/>
                  </a:lnTo>
                  <a:lnTo>
                    <a:pt x="154632" y="315137"/>
                  </a:lnTo>
                  <a:lnTo>
                    <a:pt x="153463" y="291470"/>
                  </a:lnTo>
                  <a:lnTo>
                    <a:pt x="205664" y="292398"/>
                  </a:lnTo>
                  <a:lnTo>
                    <a:pt x="209718" y="211218"/>
                  </a:lnTo>
                  <a:lnTo>
                    <a:pt x="257356" y="204037"/>
                  </a:lnTo>
                  <a:lnTo>
                    <a:pt x="270791" y="170571"/>
                  </a:lnTo>
                  <a:lnTo>
                    <a:pt x="322331" y="163123"/>
                  </a:lnTo>
                  <a:lnTo>
                    <a:pt x="332906" y="124827"/>
                  </a:lnTo>
                  <a:lnTo>
                    <a:pt x="331991" y="110833"/>
                  </a:lnTo>
                  <a:lnTo>
                    <a:pt x="313065" y="111507"/>
                  </a:lnTo>
                  <a:lnTo>
                    <a:pt x="299885" y="78562"/>
                  </a:lnTo>
                  <a:lnTo>
                    <a:pt x="304079" y="57259"/>
                  </a:lnTo>
                  <a:lnTo>
                    <a:pt x="296758" y="29030"/>
                  </a:lnTo>
                  <a:lnTo>
                    <a:pt x="341917" y="4576"/>
                  </a:lnTo>
                  <a:lnTo>
                    <a:pt x="374926" y="0"/>
                  </a:lnTo>
                  <a:lnTo>
                    <a:pt x="406510" y="20794"/>
                  </a:lnTo>
                  <a:lnTo>
                    <a:pt x="413552" y="19739"/>
                  </a:lnTo>
                  <a:lnTo>
                    <a:pt x="463541" y="28890"/>
                  </a:lnTo>
                  <a:lnTo>
                    <a:pt x="482467" y="49011"/>
                  </a:lnTo>
                  <a:lnTo>
                    <a:pt x="504265" y="32424"/>
                  </a:lnTo>
                  <a:lnTo>
                    <a:pt x="524881" y="24188"/>
                  </a:lnTo>
                  <a:lnTo>
                    <a:pt x="557635" y="28890"/>
                  </a:lnTo>
                  <a:lnTo>
                    <a:pt x="589080" y="1970"/>
                  </a:lnTo>
                  <a:lnTo>
                    <a:pt x="614653" y="7575"/>
                  </a:lnTo>
                  <a:lnTo>
                    <a:pt x="641281" y="24709"/>
                  </a:lnTo>
                  <a:lnTo>
                    <a:pt x="653292" y="42350"/>
                  </a:lnTo>
                  <a:lnTo>
                    <a:pt x="694409" y="38957"/>
                  </a:lnTo>
                  <a:lnTo>
                    <a:pt x="735108" y="29411"/>
                  </a:lnTo>
                  <a:lnTo>
                    <a:pt x="740458" y="46011"/>
                  </a:lnTo>
                  <a:lnTo>
                    <a:pt x="723897" y="57768"/>
                  </a:lnTo>
                  <a:lnTo>
                    <a:pt x="691397" y="121433"/>
                  </a:lnTo>
                  <a:lnTo>
                    <a:pt x="691397" y="145354"/>
                  </a:lnTo>
                  <a:lnTo>
                    <a:pt x="674416" y="184692"/>
                  </a:lnTo>
                  <a:lnTo>
                    <a:pt x="719461" y="196589"/>
                  </a:lnTo>
                  <a:lnTo>
                    <a:pt x="739810" y="203249"/>
                  </a:lnTo>
                  <a:lnTo>
                    <a:pt x="777649" y="190310"/>
                  </a:lnTo>
                  <a:lnTo>
                    <a:pt x="807136" y="197364"/>
                  </a:lnTo>
                  <a:lnTo>
                    <a:pt x="826074" y="244684"/>
                  </a:lnTo>
                  <a:lnTo>
                    <a:pt x="872657" y="227551"/>
                  </a:lnTo>
                  <a:lnTo>
                    <a:pt x="898624" y="204558"/>
                  </a:lnTo>
                  <a:lnTo>
                    <a:pt x="922901" y="212133"/>
                  </a:lnTo>
                  <a:lnTo>
                    <a:pt x="941165" y="196195"/>
                  </a:lnTo>
                  <a:lnTo>
                    <a:pt x="992845" y="190971"/>
                  </a:lnTo>
                  <a:lnTo>
                    <a:pt x="989579" y="217878"/>
                  </a:lnTo>
                  <a:lnTo>
                    <a:pt x="1056790" y="252526"/>
                  </a:lnTo>
                  <a:lnTo>
                    <a:pt x="1052100" y="268986"/>
                  </a:lnTo>
                  <a:lnTo>
                    <a:pt x="1064111" y="269774"/>
                  </a:lnTo>
                  <a:lnTo>
                    <a:pt x="1089938" y="271477"/>
                  </a:lnTo>
                  <a:lnTo>
                    <a:pt x="1093332" y="285738"/>
                  </a:lnTo>
                  <a:lnTo>
                    <a:pt x="1165501" y="329766"/>
                  </a:lnTo>
                  <a:lnTo>
                    <a:pt x="1166161" y="345057"/>
                  </a:lnTo>
                  <a:lnTo>
                    <a:pt x="1162247" y="371596"/>
                  </a:lnTo>
                  <a:lnTo>
                    <a:pt x="1214053" y="370693"/>
                  </a:lnTo>
                  <a:lnTo>
                    <a:pt x="1211562" y="378904"/>
                  </a:lnTo>
                  <a:lnTo>
                    <a:pt x="1246935" y="393025"/>
                  </a:lnTo>
                  <a:lnTo>
                    <a:pt x="1256849" y="399685"/>
                  </a:lnTo>
                  <a:lnTo>
                    <a:pt x="1315710" y="404134"/>
                  </a:lnTo>
                  <a:lnTo>
                    <a:pt x="1329284" y="401134"/>
                  </a:lnTo>
                  <a:lnTo>
                    <a:pt x="1378867" y="396825"/>
                  </a:lnTo>
                  <a:lnTo>
                    <a:pt x="1420899" y="432503"/>
                  </a:lnTo>
                  <a:lnTo>
                    <a:pt x="1415421" y="462181"/>
                  </a:lnTo>
                  <a:lnTo>
                    <a:pt x="1446460" y="476683"/>
                  </a:lnTo>
                  <a:lnTo>
                    <a:pt x="1382794" y="537070"/>
                  </a:lnTo>
                  <a:lnTo>
                    <a:pt x="1402101" y="545052"/>
                  </a:lnTo>
                  <a:lnTo>
                    <a:pt x="1444642" y="527397"/>
                  </a:lnTo>
                  <a:lnTo>
                    <a:pt x="1451810" y="547899"/>
                  </a:lnTo>
                  <a:lnTo>
                    <a:pt x="1322357" y="605552"/>
                  </a:lnTo>
                  <a:lnTo>
                    <a:pt x="1288815" y="591177"/>
                  </a:lnTo>
                  <a:lnTo>
                    <a:pt x="1224107" y="586080"/>
                  </a:lnTo>
                  <a:lnTo>
                    <a:pt x="1220447" y="586728"/>
                  </a:lnTo>
                  <a:lnTo>
                    <a:pt x="1181693" y="591698"/>
                  </a:lnTo>
                  <a:lnTo>
                    <a:pt x="1119833" y="572874"/>
                  </a:lnTo>
                  <a:lnTo>
                    <a:pt x="1115905" y="565820"/>
                  </a:lnTo>
                  <a:lnTo>
                    <a:pt x="1108330" y="563481"/>
                  </a:lnTo>
                  <a:lnTo>
                    <a:pt x="1100640" y="561638"/>
                  </a:lnTo>
                  <a:lnTo>
                    <a:pt x="1035780" y="594316"/>
                  </a:lnTo>
                  <a:close/>
                </a:path>
              </a:pathLst>
            </a:custGeom>
            <a:solidFill>
              <a:srgbClr val="FFFFFF"/>
            </a:solidFill>
            <a:ln w="12700" cap="flat">
              <a:noFill/>
              <a:prstDash val="solid"/>
              <a:miter/>
            </a:ln>
          </p:spPr>
          <p:txBody>
            <a:bodyPr rtlCol="0" anchor="ctr"/>
            <a:lstStyle/>
            <a:p>
              <a:endParaRPr lang="de-CH"/>
            </a:p>
          </p:txBody>
        </p:sp>
        <p:sp>
          <p:nvSpPr>
            <p:cNvPr id="62" name="Freihandform: Form 61">
              <a:extLst>
                <a:ext uri="{FF2B5EF4-FFF2-40B4-BE49-F238E27FC236}">
                  <a16:creationId xmlns:a16="http://schemas.microsoft.com/office/drawing/2014/main" id="{B9D16823-E4D0-278F-C93F-F54E48B78B49}"/>
                </a:ext>
              </a:extLst>
            </p:cNvPr>
            <p:cNvSpPr/>
            <p:nvPr/>
          </p:nvSpPr>
          <p:spPr>
            <a:xfrm>
              <a:off x="3311927" y="1405396"/>
              <a:ext cx="1451810" cy="1053866"/>
            </a:xfrm>
            <a:custGeom>
              <a:avLst/>
              <a:gdLst>
                <a:gd name="connsiteX0" fmla="*/ 1035780 w 1451810"/>
                <a:gd name="connsiteY0" fmla="*/ 594316 h 1053866"/>
                <a:gd name="connsiteX1" fmla="*/ 1033569 w 1451810"/>
                <a:gd name="connsiteY1" fmla="*/ 594965 h 1053866"/>
                <a:gd name="connsiteX2" fmla="*/ 1011771 w 1451810"/>
                <a:gd name="connsiteY2" fmla="*/ 594316 h 1053866"/>
                <a:gd name="connsiteX3" fmla="*/ 950825 w 1451810"/>
                <a:gd name="connsiteY3" fmla="*/ 647394 h 1053866"/>
                <a:gd name="connsiteX4" fmla="*/ 895370 w 1451810"/>
                <a:gd name="connsiteY4" fmla="*/ 657829 h 1053866"/>
                <a:gd name="connsiteX5" fmla="*/ 870967 w 1451810"/>
                <a:gd name="connsiteY5" fmla="*/ 655605 h 1053866"/>
                <a:gd name="connsiteX6" fmla="*/ 843945 w 1451810"/>
                <a:gd name="connsiteY6" fmla="*/ 654830 h 1053866"/>
                <a:gd name="connsiteX7" fmla="*/ 798671 w 1451810"/>
                <a:gd name="connsiteY7" fmla="*/ 646593 h 1053866"/>
                <a:gd name="connsiteX8" fmla="*/ 758736 w 1451810"/>
                <a:gd name="connsiteY8" fmla="*/ 644242 h 1053866"/>
                <a:gd name="connsiteX9" fmla="*/ 753906 w 1451810"/>
                <a:gd name="connsiteY9" fmla="*/ 644763 h 1053866"/>
                <a:gd name="connsiteX10" fmla="*/ 745022 w 1451810"/>
                <a:gd name="connsiteY10" fmla="*/ 624516 h 1053866"/>
                <a:gd name="connsiteX11" fmla="*/ 681610 w 1451810"/>
                <a:gd name="connsiteY11" fmla="*/ 628418 h 1053866"/>
                <a:gd name="connsiteX12" fmla="*/ 659024 w 1451810"/>
                <a:gd name="connsiteY12" fmla="*/ 631557 h 1053866"/>
                <a:gd name="connsiteX13" fmla="*/ 672738 w 1451810"/>
                <a:gd name="connsiteY13" fmla="*/ 661236 h 1053866"/>
                <a:gd name="connsiteX14" fmla="*/ 669726 w 1451810"/>
                <a:gd name="connsiteY14" fmla="*/ 686453 h 1053866"/>
                <a:gd name="connsiteX15" fmla="*/ 629155 w 1451810"/>
                <a:gd name="connsiteY15" fmla="*/ 702938 h 1053866"/>
                <a:gd name="connsiteX16" fmla="*/ 632549 w 1451810"/>
                <a:gd name="connsiteY16" fmla="*/ 770772 h 1053866"/>
                <a:gd name="connsiteX17" fmla="*/ 506603 w 1451810"/>
                <a:gd name="connsiteY17" fmla="*/ 798341 h 1053866"/>
                <a:gd name="connsiteX18" fmla="*/ 488326 w 1451810"/>
                <a:gd name="connsiteY18" fmla="*/ 765802 h 1053866"/>
                <a:gd name="connsiteX19" fmla="*/ 444870 w 1451810"/>
                <a:gd name="connsiteY19" fmla="*/ 783584 h 1053866"/>
                <a:gd name="connsiteX20" fmla="*/ 442646 w 1451810"/>
                <a:gd name="connsiteY20" fmla="*/ 787626 h 1053866"/>
                <a:gd name="connsiteX21" fmla="*/ 446179 w 1451810"/>
                <a:gd name="connsiteY21" fmla="*/ 815207 h 1053866"/>
                <a:gd name="connsiteX22" fmla="*/ 422157 w 1451810"/>
                <a:gd name="connsiteY22" fmla="*/ 828273 h 1053866"/>
                <a:gd name="connsiteX23" fmla="*/ 415903 w 1451810"/>
                <a:gd name="connsiteY23" fmla="*/ 844351 h 1053866"/>
                <a:gd name="connsiteX24" fmla="*/ 397766 w 1451810"/>
                <a:gd name="connsiteY24" fmla="*/ 878974 h 1053866"/>
                <a:gd name="connsiteX25" fmla="*/ 394766 w 1451810"/>
                <a:gd name="connsiteY25" fmla="*/ 884999 h 1053866"/>
                <a:gd name="connsiteX26" fmla="*/ 378573 w 1451810"/>
                <a:gd name="connsiteY26" fmla="*/ 914537 h 1053866"/>
                <a:gd name="connsiteX27" fmla="*/ 359140 w 1451810"/>
                <a:gd name="connsiteY27" fmla="*/ 923422 h 1053866"/>
                <a:gd name="connsiteX28" fmla="*/ 316332 w 1451810"/>
                <a:gd name="connsiteY28" fmla="*/ 939767 h 1053866"/>
                <a:gd name="connsiteX29" fmla="*/ 294915 w 1451810"/>
                <a:gd name="connsiteY29" fmla="*/ 978584 h 1053866"/>
                <a:gd name="connsiteX30" fmla="*/ 237122 w 1451810"/>
                <a:gd name="connsiteY30" fmla="*/ 964603 h 1053866"/>
                <a:gd name="connsiteX31" fmla="*/ 229165 w 1451810"/>
                <a:gd name="connsiteY31" fmla="*/ 944737 h 1053866"/>
                <a:gd name="connsiteX32" fmla="*/ 215451 w 1451810"/>
                <a:gd name="connsiteY32" fmla="*/ 950482 h 1053866"/>
                <a:gd name="connsiteX33" fmla="*/ 205155 w 1451810"/>
                <a:gd name="connsiteY33" fmla="*/ 965391 h 1053866"/>
                <a:gd name="connsiteX34" fmla="*/ 155293 w 1451810"/>
                <a:gd name="connsiteY34" fmla="*/ 1015698 h 1053866"/>
                <a:gd name="connsiteX35" fmla="*/ 89645 w 1451810"/>
                <a:gd name="connsiteY35" fmla="*/ 1053867 h 1053866"/>
                <a:gd name="connsiteX36" fmla="*/ 66424 w 1451810"/>
                <a:gd name="connsiteY36" fmla="*/ 983414 h 1053866"/>
                <a:gd name="connsiteX37" fmla="*/ 44626 w 1451810"/>
                <a:gd name="connsiteY37" fmla="*/ 1008377 h 1053866"/>
                <a:gd name="connsiteX38" fmla="*/ 38105 w 1451810"/>
                <a:gd name="connsiteY38" fmla="*/ 1008504 h 1053866"/>
                <a:gd name="connsiteX39" fmla="*/ 11223 w 1451810"/>
                <a:gd name="connsiteY39" fmla="*/ 1005237 h 1053866"/>
                <a:gd name="connsiteX40" fmla="*/ 0 w 1451810"/>
                <a:gd name="connsiteY40" fmla="*/ 986299 h 1053866"/>
                <a:gd name="connsiteX41" fmla="*/ 48934 w 1451810"/>
                <a:gd name="connsiteY41" fmla="*/ 962124 h 1053866"/>
                <a:gd name="connsiteX42" fmla="*/ 58467 w 1451810"/>
                <a:gd name="connsiteY42" fmla="*/ 949694 h 1053866"/>
                <a:gd name="connsiteX43" fmla="*/ 69042 w 1451810"/>
                <a:gd name="connsiteY43" fmla="*/ 950227 h 1053866"/>
                <a:gd name="connsiteX44" fmla="*/ 71393 w 1451810"/>
                <a:gd name="connsiteY44" fmla="*/ 929573 h 1053866"/>
                <a:gd name="connsiteX45" fmla="*/ 84955 w 1451810"/>
                <a:gd name="connsiteY45" fmla="*/ 905259 h 1053866"/>
                <a:gd name="connsiteX46" fmla="*/ 102432 w 1451810"/>
                <a:gd name="connsiteY46" fmla="*/ 890998 h 1053866"/>
                <a:gd name="connsiteX47" fmla="*/ 183612 w 1451810"/>
                <a:gd name="connsiteY47" fmla="*/ 818982 h 1053866"/>
                <a:gd name="connsiteX48" fmla="*/ 211282 w 1451810"/>
                <a:gd name="connsiteY48" fmla="*/ 803564 h 1053866"/>
                <a:gd name="connsiteX49" fmla="*/ 230983 w 1451810"/>
                <a:gd name="connsiteY49" fmla="*/ 773632 h 1053866"/>
                <a:gd name="connsiteX50" fmla="*/ 220293 w 1451810"/>
                <a:gd name="connsiteY50" fmla="*/ 751542 h 1053866"/>
                <a:gd name="connsiteX51" fmla="*/ 230856 w 1451810"/>
                <a:gd name="connsiteY51" fmla="*/ 701883 h 1053866"/>
                <a:gd name="connsiteX52" fmla="*/ 207748 w 1451810"/>
                <a:gd name="connsiteY52" fmla="*/ 650114 h 1053866"/>
                <a:gd name="connsiteX53" fmla="*/ 221603 w 1451810"/>
                <a:gd name="connsiteY53" fmla="*/ 635879 h 1053866"/>
                <a:gd name="connsiteX54" fmla="*/ 250950 w 1451810"/>
                <a:gd name="connsiteY54" fmla="*/ 629079 h 1053866"/>
                <a:gd name="connsiteX55" fmla="*/ 272227 w 1451810"/>
                <a:gd name="connsiteY55" fmla="*/ 632104 h 1053866"/>
                <a:gd name="connsiteX56" fmla="*/ 283959 w 1451810"/>
                <a:gd name="connsiteY56" fmla="*/ 621376 h 1053866"/>
                <a:gd name="connsiteX57" fmla="*/ 318302 w 1451810"/>
                <a:gd name="connsiteY57" fmla="*/ 619025 h 1053866"/>
                <a:gd name="connsiteX58" fmla="*/ 342311 w 1451810"/>
                <a:gd name="connsiteY58" fmla="*/ 600328 h 1053866"/>
                <a:gd name="connsiteX59" fmla="*/ 361224 w 1451810"/>
                <a:gd name="connsiteY59" fmla="*/ 566481 h 1053866"/>
                <a:gd name="connsiteX60" fmla="*/ 347116 w 1451810"/>
                <a:gd name="connsiteY60" fmla="*/ 544505 h 1053866"/>
                <a:gd name="connsiteX61" fmla="*/ 356649 w 1451810"/>
                <a:gd name="connsiteY61" fmla="*/ 530397 h 1053866"/>
                <a:gd name="connsiteX62" fmla="*/ 398554 w 1451810"/>
                <a:gd name="connsiteY62" fmla="*/ 525300 h 1053866"/>
                <a:gd name="connsiteX63" fmla="*/ 422703 w 1451810"/>
                <a:gd name="connsiteY63" fmla="*/ 522033 h 1053866"/>
                <a:gd name="connsiteX64" fmla="*/ 444234 w 1451810"/>
                <a:gd name="connsiteY64" fmla="*/ 507518 h 1053866"/>
                <a:gd name="connsiteX65" fmla="*/ 455191 w 1451810"/>
                <a:gd name="connsiteY65" fmla="*/ 478768 h 1053866"/>
                <a:gd name="connsiteX66" fmla="*/ 413285 w 1451810"/>
                <a:gd name="connsiteY66" fmla="*/ 462181 h 1053866"/>
                <a:gd name="connsiteX67" fmla="*/ 423873 w 1451810"/>
                <a:gd name="connsiteY67" fmla="*/ 427419 h 1053866"/>
                <a:gd name="connsiteX68" fmla="*/ 402723 w 1451810"/>
                <a:gd name="connsiteY68" fmla="*/ 423873 h 1053866"/>
                <a:gd name="connsiteX69" fmla="*/ 398287 w 1451810"/>
                <a:gd name="connsiteY69" fmla="*/ 407146 h 1053866"/>
                <a:gd name="connsiteX70" fmla="*/ 354055 w 1451810"/>
                <a:gd name="connsiteY70" fmla="*/ 392250 h 1053866"/>
                <a:gd name="connsiteX71" fmla="*/ 330046 w 1451810"/>
                <a:gd name="connsiteY71" fmla="*/ 420339 h 1053866"/>
                <a:gd name="connsiteX72" fmla="*/ 273791 w 1451810"/>
                <a:gd name="connsiteY72" fmla="*/ 428461 h 1053866"/>
                <a:gd name="connsiteX73" fmla="*/ 195369 w 1451810"/>
                <a:gd name="connsiteY73" fmla="*/ 434994 h 1053866"/>
                <a:gd name="connsiteX74" fmla="*/ 167686 w 1451810"/>
                <a:gd name="connsiteY74" fmla="*/ 443345 h 1053866"/>
                <a:gd name="connsiteX75" fmla="*/ 138986 w 1451810"/>
                <a:gd name="connsiteY75" fmla="*/ 431855 h 1053866"/>
                <a:gd name="connsiteX76" fmla="*/ 84320 w 1451810"/>
                <a:gd name="connsiteY76" fmla="*/ 447793 h 1053866"/>
                <a:gd name="connsiteX77" fmla="*/ 93827 w 1451810"/>
                <a:gd name="connsiteY77" fmla="*/ 390292 h 1053866"/>
                <a:gd name="connsiteX78" fmla="*/ 116934 w 1451810"/>
                <a:gd name="connsiteY78" fmla="*/ 367160 h 1053866"/>
                <a:gd name="connsiteX79" fmla="*/ 137690 w 1451810"/>
                <a:gd name="connsiteY79" fmla="*/ 362317 h 1053866"/>
                <a:gd name="connsiteX80" fmla="*/ 142240 w 1451810"/>
                <a:gd name="connsiteY80" fmla="*/ 322191 h 1053866"/>
                <a:gd name="connsiteX81" fmla="*/ 154632 w 1451810"/>
                <a:gd name="connsiteY81" fmla="*/ 315137 h 1053866"/>
                <a:gd name="connsiteX82" fmla="*/ 153463 w 1451810"/>
                <a:gd name="connsiteY82" fmla="*/ 291470 h 1053866"/>
                <a:gd name="connsiteX83" fmla="*/ 205664 w 1451810"/>
                <a:gd name="connsiteY83" fmla="*/ 292398 h 1053866"/>
                <a:gd name="connsiteX84" fmla="*/ 209718 w 1451810"/>
                <a:gd name="connsiteY84" fmla="*/ 211218 h 1053866"/>
                <a:gd name="connsiteX85" fmla="*/ 257356 w 1451810"/>
                <a:gd name="connsiteY85" fmla="*/ 204037 h 1053866"/>
                <a:gd name="connsiteX86" fmla="*/ 270791 w 1451810"/>
                <a:gd name="connsiteY86" fmla="*/ 170571 h 1053866"/>
                <a:gd name="connsiteX87" fmla="*/ 322331 w 1451810"/>
                <a:gd name="connsiteY87" fmla="*/ 163123 h 1053866"/>
                <a:gd name="connsiteX88" fmla="*/ 332906 w 1451810"/>
                <a:gd name="connsiteY88" fmla="*/ 124827 h 1053866"/>
                <a:gd name="connsiteX89" fmla="*/ 331991 w 1451810"/>
                <a:gd name="connsiteY89" fmla="*/ 110833 h 1053866"/>
                <a:gd name="connsiteX90" fmla="*/ 313065 w 1451810"/>
                <a:gd name="connsiteY90" fmla="*/ 111507 h 1053866"/>
                <a:gd name="connsiteX91" fmla="*/ 299885 w 1451810"/>
                <a:gd name="connsiteY91" fmla="*/ 78562 h 1053866"/>
                <a:gd name="connsiteX92" fmla="*/ 304079 w 1451810"/>
                <a:gd name="connsiteY92" fmla="*/ 57259 h 1053866"/>
                <a:gd name="connsiteX93" fmla="*/ 296758 w 1451810"/>
                <a:gd name="connsiteY93" fmla="*/ 29030 h 1053866"/>
                <a:gd name="connsiteX94" fmla="*/ 341917 w 1451810"/>
                <a:gd name="connsiteY94" fmla="*/ 4576 h 1053866"/>
                <a:gd name="connsiteX95" fmla="*/ 374926 w 1451810"/>
                <a:gd name="connsiteY95" fmla="*/ 0 h 1053866"/>
                <a:gd name="connsiteX96" fmla="*/ 406510 w 1451810"/>
                <a:gd name="connsiteY96" fmla="*/ 20794 h 1053866"/>
                <a:gd name="connsiteX97" fmla="*/ 413552 w 1451810"/>
                <a:gd name="connsiteY97" fmla="*/ 19739 h 1053866"/>
                <a:gd name="connsiteX98" fmla="*/ 463541 w 1451810"/>
                <a:gd name="connsiteY98" fmla="*/ 28890 h 1053866"/>
                <a:gd name="connsiteX99" fmla="*/ 482467 w 1451810"/>
                <a:gd name="connsiteY99" fmla="*/ 49011 h 1053866"/>
                <a:gd name="connsiteX100" fmla="*/ 504265 w 1451810"/>
                <a:gd name="connsiteY100" fmla="*/ 32424 h 1053866"/>
                <a:gd name="connsiteX101" fmla="*/ 524881 w 1451810"/>
                <a:gd name="connsiteY101" fmla="*/ 24188 h 1053866"/>
                <a:gd name="connsiteX102" fmla="*/ 557635 w 1451810"/>
                <a:gd name="connsiteY102" fmla="*/ 28890 h 1053866"/>
                <a:gd name="connsiteX103" fmla="*/ 589080 w 1451810"/>
                <a:gd name="connsiteY103" fmla="*/ 1970 h 1053866"/>
                <a:gd name="connsiteX104" fmla="*/ 614653 w 1451810"/>
                <a:gd name="connsiteY104" fmla="*/ 7575 h 1053866"/>
                <a:gd name="connsiteX105" fmla="*/ 641281 w 1451810"/>
                <a:gd name="connsiteY105" fmla="*/ 24709 h 1053866"/>
                <a:gd name="connsiteX106" fmla="*/ 653292 w 1451810"/>
                <a:gd name="connsiteY106" fmla="*/ 42350 h 1053866"/>
                <a:gd name="connsiteX107" fmla="*/ 694409 w 1451810"/>
                <a:gd name="connsiteY107" fmla="*/ 38957 h 1053866"/>
                <a:gd name="connsiteX108" fmla="*/ 735108 w 1451810"/>
                <a:gd name="connsiteY108" fmla="*/ 29411 h 1053866"/>
                <a:gd name="connsiteX109" fmla="*/ 740458 w 1451810"/>
                <a:gd name="connsiteY109" fmla="*/ 46011 h 1053866"/>
                <a:gd name="connsiteX110" fmla="*/ 723897 w 1451810"/>
                <a:gd name="connsiteY110" fmla="*/ 57768 h 1053866"/>
                <a:gd name="connsiteX111" fmla="*/ 691397 w 1451810"/>
                <a:gd name="connsiteY111" fmla="*/ 121433 h 1053866"/>
                <a:gd name="connsiteX112" fmla="*/ 691397 w 1451810"/>
                <a:gd name="connsiteY112" fmla="*/ 145354 h 1053866"/>
                <a:gd name="connsiteX113" fmla="*/ 674416 w 1451810"/>
                <a:gd name="connsiteY113" fmla="*/ 184692 h 1053866"/>
                <a:gd name="connsiteX114" fmla="*/ 719461 w 1451810"/>
                <a:gd name="connsiteY114" fmla="*/ 196589 h 1053866"/>
                <a:gd name="connsiteX115" fmla="*/ 739810 w 1451810"/>
                <a:gd name="connsiteY115" fmla="*/ 203249 h 1053866"/>
                <a:gd name="connsiteX116" fmla="*/ 777649 w 1451810"/>
                <a:gd name="connsiteY116" fmla="*/ 190310 h 1053866"/>
                <a:gd name="connsiteX117" fmla="*/ 807136 w 1451810"/>
                <a:gd name="connsiteY117" fmla="*/ 197364 h 1053866"/>
                <a:gd name="connsiteX118" fmla="*/ 826074 w 1451810"/>
                <a:gd name="connsiteY118" fmla="*/ 244684 h 1053866"/>
                <a:gd name="connsiteX119" fmla="*/ 872657 w 1451810"/>
                <a:gd name="connsiteY119" fmla="*/ 227551 h 1053866"/>
                <a:gd name="connsiteX120" fmla="*/ 898624 w 1451810"/>
                <a:gd name="connsiteY120" fmla="*/ 204558 h 1053866"/>
                <a:gd name="connsiteX121" fmla="*/ 922901 w 1451810"/>
                <a:gd name="connsiteY121" fmla="*/ 212133 h 1053866"/>
                <a:gd name="connsiteX122" fmla="*/ 941165 w 1451810"/>
                <a:gd name="connsiteY122" fmla="*/ 196195 h 1053866"/>
                <a:gd name="connsiteX123" fmla="*/ 992845 w 1451810"/>
                <a:gd name="connsiteY123" fmla="*/ 190971 h 1053866"/>
                <a:gd name="connsiteX124" fmla="*/ 989579 w 1451810"/>
                <a:gd name="connsiteY124" fmla="*/ 217878 h 1053866"/>
                <a:gd name="connsiteX125" fmla="*/ 1056790 w 1451810"/>
                <a:gd name="connsiteY125" fmla="*/ 252526 h 1053866"/>
                <a:gd name="connsiteX126" fmla="*/ 1052100 w 1451810"/>
                <a:gd name="connsiteY126" fmla="*/ 268986 h 1053866"/>
                <a:gd name="connsiteX127" fmla="*/ 1064111 w 1451810"/>
                <a:gd name="connsiteY127" fmla="*/ 269774 h 1053866"/>
                <a:gd name="connsiteX128" fmla="*/ 1089938 w 1451810"/>
                <a:gd name="connsiteY128" fmla="*/ 271477 h 1053866"/>
                <a:gd name="connsiteX129" fmla="*/ 1093332 w 1451810"/>
                <a:gd name="connsiteY129" fmla="*/ 285738 h 1053866"/>
                <a:gd name="connsiteX130" fmla="*/ 1165501 w 1451810"/>
                <a:gd name="connsiteY130" fmla="*/ 329766 h 1053866"/>
                <a:gd name="connsiteX131" fmla="*/ 1166161 w 1451810"/>
                <a:gd name="connsiteY131" fmla="*/ 345057 h 1053866"/>
                <a:gd name="connsiteX132" fmla="*/ 1162247 w 1451810"/>
                <a:gd name="connsiteY132" fmla="*/ 371596 h 1053866"/>
                <a:gd name="connsiteX133" fmla="*/ 1214053 w 1451810"/>
                <a:gd name="connsiteY133" fmla="*/ 370693 h 1053866"/>
                <a:gd name="connsiteX134" fmla="*/ 1211562 w 1451810"/>
                <a:gd name="connsiteY134" fmla="*/ 378904 h 1053866"/>
                <a:gd name="connsiteX135" fmla="*/ 1246935 w 1451810"/>
                <a:gd name="connsiteY135" fmla="*/ 393025 h 1053866"/>
                <a:gd name="connsiteX136" fmla="*/ 1256849 w 1451810"/>
                <a:gd name="connsiteY136" fmla="*/ 399685 h 1053866"/>
                <a:gd name="connsiteX137" fmla="*/ 1315710 w 1451810"/>
                <a:gd name="connsiteY137" fmla="*/ 404134 h 1053866"/>
                <a:gd name="connsiteX138" fmla="*/ 1329284 w 1451810"/>
                <a:gd name="connsiteY138" fmla="*/ 401134 h 1053866"/>
                <a:gd name="connsiteX139" fmla="*/ 1378867 w 1451810"/>
                <a:gd name="connsiteY139" fmla="*/ 396825 h 1053866"/>
                <a:gd name="connsiteX140" fmla="*/ 1420899 w 1451810"/>
                <a:gd name="connsiteY140" fmla="*/ 432503 h 1053866"/>
                <a:gd name="connsiteX141" fmla="*/ 1415421 w 1451810"/>
                <a:gd name="connsiteY141" fmla="*/ 462181 h 1053866"/>
                <a:gd name="connsiteX142" fmla="*/ 1446460 w 1451810"/>
                <a:gd name="connsiteY142" fmla="*/ 476683 h 1053866"/>
                <a:gd name="connsiteX143" fmla="*/ 1382794 w 1451810"/>
                <a:gd name="connsiteY143" fmla="*/ 537070 h 1053866"/>
                <a:gd name="connsiteX144" fmla="*/ 1402101 w 1451810"/>
                <a:gd name="connsiteY144" fmla="*/ 545052 h 1053866"/>
                <a:gd name="connsiteX145" fmla="*/ 1444642 w 1451810"/>
                <a:gd name="connsiteY145" fmla="*/ 527397 h 1053866"/>
                <a:gd name="connsiteX146" fmla="*/ 1451810 w 1451810"/>
                <a:gd name="connsiteY146" fmla="*/ 547899 h 1053866"/>
                <a:gd name="connsiteX147" fmla="*/ 1322357 w 1451810"/>
                <a:gd name="connsiteY147" fmla="*/ 605552 h 1053866"/>
                <a:gd name="connsiteX148" fmla="*/ 1288815 w 1451810"/>
                <a:gd name="connsiteY148" fmla="*/ 591177 h 1053866"/>
                <a:gd name="connsiteX149" fmla="*/ 1224107 w 1451810"/>
                <a:gd name="connsiteY149" fmla="*/ 586080 h 1053866"/>
                <a:gd name="connsiteX150" fmla="*/ 1220447 w 1451810"/>
                <a:gd name="connsiteY150" fmla="*/ 586728 h 1053866"/>
                <a:gd name="connsiteX151" fmla="*/ 1181693 w 1451810"/>
                <a:gd name="connsiteY151" fmla="*/ 591698 h 1053866"/>
                <a:gd name="connsiteX152" fmla="*/ 1119833 w 1451810"/>
                <a:gd name="connsiteY152" fmla="*/ 572874 h 1053866"/>
                <a:gd name="connsiteX153" fmla="*/ 1115905 w 1451810"/>
                <a:gd name="connsiteY153" fmla="*/ 565820 h 1053866"/>
                <a:gd name="connsiteX154" fmla="*/ 1108330 w 1451810"/>
                <a:gd name="connsiteY154" fmla="*/ 563481 h 1053866"/>
                <a:gd name="connsiteX155" fmla="*/ 1100640 w 1451810"/>
                <a:gd name="connsiteY155" fmla="*/ 561638 h 1053866"/>
                <a:gd name="connsiteX156" fmla="*/ 1035780 w 1451810"/>
                <a:gd name="connsiteY156" fmla="*/ 594316 h 105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451810" h="1053866">
                  <a:moveTo>
                    <a:pt x="1035780" y="594316"/>
                  </a:moveTo>
                  <a:lnTo>
                    <a:pt x="1033569" y="594965"/>
                  </a:lnTo>
                  <a:lnTo>
                    <a:pt x="1011771" y="594316"/>
                  </a:lnTo>
                  <a:lnTo>
                    <a:pt x="950825" y="647394"/>
                  </a:lnTo>
                  <a:lnTo>
                    <a:pt x="895370" y="657829"/>
                  </a:lnTo>
                  <a:lnTo>
                    <a:pt x="870967" y="655605"/>
                  </a:lnTo>
                  <a:lnTo>
                    <a:pt x="843945" y="654830"/>
                  </a:lnTo>
                  <a:lnTo>
                    <a:pt x="798671" y="646593"/>
                  </a:lnTo>
                  <a:lnTo>
                    <a:pt x="758736" y="644242"/>
                  </a:lnTo>
                  <a:lnTo>
                    <a:pt x="753906" y="644763"/>
                  </a:lnTo>
                  <a:lnTo>
                    <a:pt x="745022" y="624516"/>
                  </a:lnTo>
                  <a:lnTo>
                    <a:pt x="681610" y="628418"/>
                  </a:lnTo>
                  <a:lnTo>
                    <a:pt x="659024" y="631557"/>
                  </a:lnTo>
                  <a:lnTo>
                    <a:pt x="672738" y="661236"/>
                  </a:lnTo>
                  <a:lnTo>
                    <a:pt x="669726" y="686453"/>
                  </a:lnTo>
                  <a:lnTo>
                    <a:pt x="629155" y="702938"/>
                  </a:lnTo>
                  <a:lnTo>
                    <a:pt x="632549" y="770772"/>
                  </a:lnTo>
                  <a:lnTo>
                    <a:pt x="506603" y="798341"/>
                  </a:lnTo>
                  <a:lnTo>
                    <a:pt x="488326" y="765802"/>
                  </a:lnTo>
                  <a:lnTo>
                    <a:pt x="444870" y="783584"/>
                  </a:lnTo>
                  <a:lnTo>
                    <a:pt x="442646" y="787626"/>
                  </a:lnTo>
                  <a:lnTo>
                    <a:pt x="446179" y="815207"/>
                  </a:lnTo>
                  <a:lnTo>
                    <a:pt x="422157" y="828273"/>
                  </a:lnTo>
                  <a:lnTo>
                    <a:pt x="415903" y="844351"/>
                  </a:lnTo>
                  <a:lnTo>
                    <a:pt x="397766" y="878974"/>
                  </a:lnTo>
                  <a:lnTo>
                    <a:pt x="394766" y="884999"/>
                  </a:lnTo>
                  <a:lnTo>
                    <a:pt x="378573" y="914537"/>
                  </a:lnTo>
                  <a:lnTo>
                    <a:pt x="359140" y="923422"/>
                  </a:lnTo>
                  <a:lnTo>
                    <a:pt x="316332" y="939767"/>
                  </a:lnTo>
                  <a:lnTo>
                    <a:pt x="294915" y="978584"/>
                  </a:lnTo>
                  <a:lnTo>
                    <a:pt x="237122" y="964603"/>
                  </a:lnTo>
                  <a:lnTo>
                    <a:pt x="229165" y="944737"/>
                  </a:lnTo>
                  <a:lnTo>
                    <a:pt x="215451" y="950482"/>
                  </a:lnTo>
                  <a:lnTo>
                    <a:pt x="205155" y="965391"/>
                  </a:lnTo>
                  <a:lnTo>
                    <a:pt x="155293" y="1015698"/>
                  </a:lnTo>
                  <a:lnTo>
                    <a:pt x="89645" y="1053867"/>
                  </a:lnTo>
                  <a:lnTo>
                    <a:pt x="66424" y="983414"/>
                  </a:lnTo>
                  <a:lnTo>
                    <a:pt x="44626" y="1008377"/>
                  </a:lnTo>
                  <a:lnTo>
                    <a:pt x="38105" y="1008504"/>
                  </a:lnTo>
                  <a:lnTo>
                    <a:pt x="11223" y="1005237"/>
                  </a:lnTo>
                  <a:lnTo>
                    <a:pt x="0" y="986299"/>
                  </a:lnTo>
                  <a:lnTo>
                    <a:pt x="48934" y="962124"/>
                  </a:lnTo>
                  <a:lnTo>
                    <a:pt x="58467" y="949694"/>
                  </a:lnTo>
                  <a:lnTo>
                    <a:pt x="69042" y="950227"/>
                  </a:lnTo>
                  <a:lnTo>
                    <a:pt x="71393" y="929573"/>
                  </a:lnTo>
                  <a:lnTo>
                    <a:pt x="84955" y="905259"/>
                  </a:lnTo>
                  <a:lnTo>
                    <a:pt x="102432" y="890998"/>
                  </a:lnTo>
                  <a:lnTo>
                    <a:pt x="183612" y="818982"/>
                  </a:lnTo>
                  <a:lnTo>
                    <a:pt x="211282" y="803564"/>
                  </a:lnTo>
                  <a:lnTo>
                    <a:pt x="230983" y="773632"/>
                  </a:lnTo>
                  <a:lnTo>
                    <a:pt x="220293" y="751542"/>
                  </a:lnTo>
                  <a:lnTo>
                    <a:pt x="230856" y="701883"/>
                  </a:lnTo>
                  <a:lnTo>
                    <a:pt x="207748" y="650114"/>
                  </a:lnTo>
                  <a:lnTo>
                    <a:pt x="221603" y="635879"/>
                  </a:lnTo>
                  <a:lnTo>
                    <a:pt x="250950" y="629079"/>
                  </a:lnTo>
                  <a:lnTo>
                    <a:pt x="272227" y="632104"/>
                  </a:lnTo>
                  <a:lnTo>
                    <a:pt x="283959" y="621376"/>
                  </a:lnTo>
                  <a:lnTo>
                    <a:pt x="318302" y="619025"/>
                  </a:lnTo>
                  <a:lnTo>
                    <a:pt x="342311" y="600328"/>
                  </a:lnTo>
                  <a:lnTo>
                    <a:pt x="361224" y="566481"/>
                  </a:lnTo>
                  <a:lnTo>
                    <a:pt x="347116" y="544505"/>
                  </a:lnTo>
                  <a:lnTo>
                    <a:pt x="356649" y="530397"/>
                  </a:lnTo>
                  <a:lnTo>
                    <a:pt x="398554" y="525300"/>
                  </a:lnTo>
                  <a:lnTo>
                    <a:pt x="422703" y="522033"/>
                  </a:lnTo>
                  <a:lnTo>
                    <a:pt x="444234" y="507518"/>
                  </a:lnTo>
                  <a:lnTo>
                    <a:pt x="455191" y="478768"/>
                  </a:lnTo>
                  <a:lnTo>
                    <a:pt x="413285" y="462181"/>
                  </a:lnTo>
                  <a:lnTo>
                    <a:pt x="423873" y="427419"/>
                  </a:lnTo>
                  <a:lnTo>
                    <a:pt x="402723" y="423873"/>
                  </a:lnTo>
                  <a:lnTo>
                    <a:pt x="398287" y="407146"/>
                  </a:lnTo>
                  <a:lnTo>
                    <a:pt x="354055" y="392250"/>
                  </a:lnTo>
                  <a:lnTo>
                    <a:pt x="330046" y="420339"/>
                  </a:lnTo>
                  <a:lnTo>
                    <a:pt x="273791" y="428461"/>
                  </a:lnTo>
                  <a:lnTo>
                    <a:pt x="195369" y="434994"/>
                  </a:lnTo>
                  <a:lnTo>
                    <a:pt x="167686" y="443345"/>
                  </a:lnTo>
                  <a:lnTo>
                    <a:pt x="138986" y="431855"/>
                  </a:lnTo>
                  <a:lnTo>
                    <a:pt x="84320" y="447793"/>
                  </a:lnTo>
                  <a:lnTo>
                    <a:pt x="93827" y="390292"/>
                  </a:lnTo>
                  <a:lnTo>
                    <a:pt x="116934" y="367160"/>
                  </a:lnTo>
                  <a:lnTo>
                    <a:pt x="137690" y="362317"/>
                  </a:lnTo>
                  <a:lnTo>
                    <a:pt x="142240" y="322191"/>
                  </a:lnTo>
                  <a:lnTo>
                    <a:pt x="154632" y="315137"/>
                  </a:lnTo>
                  <a:lnTo>
                    <a:pt x="153463" y="291470"/>
                  </a:lnTo>
                  <a:lnTo>
                    <a:pt x="205664" y="292398"/>
                  </a:lnTo>
                  <a:lnTo>
                    <a:pt x="209718" y="211218"/>
                  </a:lnTo>
                  <a:lnTo>
                    <a:pt x="257356" y="204037"/>
                  </a:lnTo>
                  <a:lnTo>
                    <a:pt x="270791" y="170571"/>
                  </a:lnTo>
                  <a:lnTo>
                    <a:pt x="322331" y="163123"/>
                  </a:lnTo>
                  <a:lnTo>
                    <a:pt x="332906" y="124827"/>
                  </a:lnTo>
                  <a:lnTo>
                    <a:pt x="331991" y="110833"/>
                  </a:lnTo>
                  <a:lnTo>
                    <a:pt x="313065" y="111507"/>
                  </a:lnTo>
                  <a:lnTo>
                    <a:pt x="299885" y="78562"/>
                  </a:lnTo>
                  <a:lnTo>
                    <a:pt x="304079" y="57259"/>
                  </a:lnTo>
                  <a:lnTo>
                    <a:pt x="296758" y="29030"/>
                  </a:lnTo>
                  <a:lnTo>
                    <a:pt x="341917" y="4576"/>
                  </a:lnTo>
                  <a:lnTo>
                    <a:pt x="374926" y="0"/>
                  </a:lnTo>
                  <a:lnTo>
                    <a:pt x="406510" y="20794"/>
                  </a:lnTo>
                  <a:lnTo>
                    <a:pt x="413552" y="19739"/>
                  </a:lnTo>
                  <a:lnTo>
                    <a:pt x="463541" y="28890"/>
                  </a:lnTo>
                  <a:lnTo>
                    <a:pt x="482467" y="49011"/>
                  </a:lnTo>
                  <a:lnTo>
                    <a:pt x="504265" y="32424"/>
                  </a:lnTo>
                  <a:lnTo>
                    <a:pt x="524881" y="24188"/>
                  </a:lnTo>
                  <a:lnTo>
                    <a:pt x="557635" y="28890"/>
                  </a:lnTo>
                  <a:lnTo>
                    <a:pt x="589080" y="1970"/>
                  </a:lnTo>
                  <a:lnTo>
                    <a:pt x="614653" y="7575"/>
                  </a:lnTo>
                  <a:lnTo>
                    <a:pt x="641281" y="24709"/>
                  </a:lnTo>
                  <a:lnTo>
                    <a:pt x="653292" y="42350"/>
                  </a:lnTo>
                  <a:lnTo>
                    <a:pt x="694409" y="38957"/>
                  </a:lnTo>
                  <a:lnTo>
                    <a:pt x="735108" y="29411"/>
                  </a:lnTo>
                  <a:lnTo>
                    <a:pt x="740458" y="46011"/>
                  </a:lnTo>
                  <a:lnTo>
                    <a:pt x="723897" y="57768"/>
                  </a:lnTo>
                  <a:lnTo>
                    <a:pt x="691397" y="121433"/>
                  </a:lnTo>
                  <a:lnTo>
                    <a:pt x="691397" y="145354"/>
                  </a:lnTo>
                  <a:lnTo>
                    <a:pt x="674416" y="184692"/>
                  </a:lnTo>
                  <a:lnTo>
                    <a:pt x="719461" y="196589"/>
                  </a:lnTo>
                  <a:lnTo>
                    <a:pt x="739810" y="203249"/>
                  </a:lnTo>
                  <a:lnTo>
                    <a:pt x="777649" y="190310"/>
                  </a:lnTo>
                  <a:lnTo>
                    <a:pt x="807136" y="197364"/>
                  </a:lnTo>
                  <a:lnTo>
                    <a:pt x="826074" y="244684"/>
                  </a:lnTo>
                  <a:lnTo>
                    <a:pt x="872657" y="227551"/>
                  </a:lnTo>
                  <a:lnTo>
                    <a:pt x="898624" y="204558"/>
                  </a:lnTo>
                  <a:lnTo>
                    <a:pt x="922901" y="212133"/>
                  </a:lnTo>
                  <a:lnTo>
                    <a:pt x="941165" y="196195"/>
                  </a:lnTo>
                  <a:lnTo>
                    <a:pt x="992845" y="190971"/>
                  </a:lnTo>
                  <a:lnTo>
                    <a:pt x="989579" y="217878"/>
                  </a:lnTo>
                  <a:lnTo>
                    <a:pt x="1056790" y="252526"/>
                  </a:lnTo>
                  <a:lnTo>
                    <a:pt x="1052100" y="268986"/>
                  </a:lnTo>
                  <a:lnTo>
                    <a:pt x="1064111" y="269774"/>
                  </a:lnTo>
                  <a:lnTo>
                    <a:pt x="1089938" y="271477"/>
                  </a:lnTo>
                  <a:lnTo>
                    <a:pt x="1093332" y="285738"/>
                  </a:lnTo>
                  <a:lnTo>
                    <a:pt x="1165501" y="329766"/>
                  </a:lnTo>
                  <a:lnTo>
                    <a:pt x="1166161" y="345057"/>
                  </a:lnTo>
                  <a:lnTo>
                    <a:pt x="1162247" y="371596"/>
                  </a:lnTo>
                  <a:lnTo>
                    <a:pt x="1214053" y="370693"/>
                  </a:lnTo>
                  <a:lnTo>
                    <a:pt x="1211562" y="378904"/>
                  </a:lnTo>
                  <a:lnTo>
                    <a:pt x="1246935" y="393025"/>
                  </a:lnTo>
                  <a:lnTo>
                    <a:pt x="1256849" y="399685"/>
                  </a:lnTo>
                  <a:lnTo>
                    <a:pt x="1315710" y="404134"/>
                  </a:lnTo>
                  <a:lnTo>
                    <a:pt x="1329284" y="401134"/>
                  </a:lnTo>
                  <a:lnTo>
                    <a:pt x="1378867" y="396825"/>
                  </a:lnTo>
                  <a:lnTo>
                    <a:pt x="1420899" y="432503"/>
                  </a:lnTo>
                  <a:lnTo>
                    <a:pt x="1415421" y="462181"/>
                  </a:lnTo>
                  <a:lnTo>
                    <a:pt x="1446460" y="476683"/>
                  </a:lnTo>
                  <a:lnTo>
                    <a:pt x="1382794" y="537070"/>
                  </a:lnTo>
                  <a:lnTo>
                    <a:pt x="1402101" y="545052"/>
                  </a:lnTo>
                  <a:lnTo>
                    <a:pt x="1444642" y="527397"/>
                  </a:lnTo>
                  <a:lnTo>
                    <a:pt x="1451810" y="547899"/>
                  </a:lnTo>
                  <a:lnTo>
                    <a:pt x="1322357" y="605552"/>
                  </a:lnTo>
                  <a:lnTo>
                    <a:pt x="1288815" y="591177"/>
                  </a:lnTo>
                  <a:lnTo>
                    <a:pt x="1224107" y="586080"/>
                  </a:lnTo>
                  <a:lnTo>
                    <a:pt x="1220447" y="586728"/>
                  </a:lnTo>
                  <a:lnTo>
                    <a:pt x="1181693" y="591698"/>
                  </a:lnTo>
                  <a:lnTo>
                    <a:pt x="1119833" y="572874"/>
                  </a:lnTo>
                  <a:lnTo>
                    <a:pt x="1115905" y="565820"/>
                  </a:lnTo>
                  <a:lnTo>
                    <a:pt x="1108330" y="563481"/>
                  </a:lnTo>
                  <a:lnTo>
                    <a:pt x="1100640" y="561638"/>
                  </a:lnTo>
                  <a:lnTo>
                    <a:pt x="1035780" y="594316"/>
                  </a:lnTo>
                  <a:close/>
                </a:path>
              </a:pathLst>
            </a:custGeom>
            <a:noFill/>
            <a:ln w="3810" cap="flat">
              <a:solidFill>
                <a:srgbClr val="E6E4E2"/>
              </a:solidFill>
              <a:prstDash val="solid"/>
              <a:miter/>
            </a:ln>
          </p:spPr>
          <p:txBody>
            <a:bodyPr rtlCol="0" anchor="ctr"/>
            <a:lstStyle/>
            <a:p>
              <a:endParaRPr lang="de-CH"/>
            </a:p>
          </p:txBody>
        </p:sp>
        <p:sp>
          <p:nvSpPr>
            <p:cNvPr id="63" name="Freihandform: Form 62">
              <a:extLst>
                <a:ext uri="{FF2B5EF4-FFF2-40B4-BE49-F238E27FC236}">
                  <a16:creationId xmlns:a16="http://schemas.microsoft.com/office/drawing/2014/main" id="{6699776B-C888-6A2A-B97E-0BAE19C98990}"/>
                </a:ext>
              </a:extLst>
            </p:cNvPr>
            <p:cNvSpPr/>
            <p:nvPr/>
          </p:nvSpPr>
          <p:spPr>
            <a:xfrm>
              <a:off x="6984350" y="1778936"/>
              <a:ext cx="113807" cy="155026"/>
            </a:xfrm>
            <a:custGeom>
              <a:avLst/>
              <a:gdLst>
                <a:gd name="connsiteX0" fmla="*/ 8490 w 113807"/>
                <a:gd name="connsiteY0" fmla="*/ 3012 h 155026"/>
                <a:gd name="connsiteX1" fmla="*/ 23628 w 113807"/>
                <a:gd name="connsiteY1" fmla="*/ 0 h 155026"/>
                <a:gd name="connsiteX2" fmla="*/ 44499 w 113807"/>
                <a:gd name="connsiteY2" fmla="*/ 26679 h 155026"/>
                <a:gd name="connsiteX3" fmla="*/ 57425 w 113807"/>
                <a:gd name="connsiteY3" fmla="*/ 33212 h 155026"/>
                <a:gd name="connsiteX4" fmla="*/ 73999 w 113807"/>
                <a:gd name="connsiteY4" fmla="*/ 60399 h 155026"/>
                <a:gd name="connsiteX5" fmla="*/ 76999 w 113807"/>
                <a:gd name="connsiteY5" fmla="*/ 69283 h 155026"/>
                <a:gd name="connsiteX6" fmla="*/ 75829 w 113807"/>
                <a:gd name="connsiteY6" fmla="*/ 87586 h 155026"/>
                <a:gd name="connsiteX7" fmla="*/ 79871 w 113807"/>
                <a:gd name="connsiteY7" fmla="*/ 96598 h 155026"/>
                <a:gd name="connsiteX8" fmla="*/ 92912 w 113807"/>
                <a:gd name="connsiteY8" fmla="*/ 107706 h 155026"/>
                <a:gd name="connsiteX9" fmla="*/ 113807 w 113807"/>
                <a:gd name="connsiteY9" fmla="*/ 119082 h 155026"/>
                <a:gd name="connsiteX10" fmla="*/ 113668 w 113807"/>
                <a:gd name="connsiteY10" fmla="*/ 131881 h 155026"/>
                <a:gd name="connsiteX11" fmla="*/ 110007 w 113807"/>
                <a:gd name="connsiteY11" fmla="*/ 140257 h 155026"/>
                <a:gd name="connsiteX12" fmla="*/ 98275 w 113807"/>
                <a:gd name="connsiteY12" fmla="*/ 140499 h 155026"/>
                <a:gd name="connsiteX13" fmla="*/ 94094 w 113807"/>
                <a:gd name="connsiteY13" fmla="*/ 147311 h 155026"/>
                <a:gd name="connsiteX14" fmla="*/ 94742 w 113807"/>
                <a:gd name="connsiteY14" fmla="*/ 155026 h 155026"/>
                <a:gd name="connsiteX15" fmla="*/ 81434 w 113807"/>
                <a:gd name="connsiteY15" fmla="*/ 154365 h 155026"/>
                <a:gd name="connsiteX16" fmla="*/ 77647 w 113807"/>
                <a:gd name="connsiteY16" fmla="*/ 145608 h 155026"/>
                <a:gd name="connsiteX17" fmla="*/ 78180 w 113807"/>
                <a:gd name="connsiteY17" fmla="*/ 136063 h 155026"/>
                <a:gd name="connsiteX18" fmla="*/ 72817 w 113807"/>
                <a:gd name="connsiteY18" fmla="*/ 127051 h 155026"/>
                <a:gd name="connsiteX19" fmla="*/ 63424 w 113807"/>
                <a:gd name="connsiteY19" fmla="*/ 105876 h 155026"/>
                <a:gd name="connsiteX20" fmla="*/ 46850 w 113807"/>
                <a:gd name="connsiteY20" fmla="*/ 81689 h 155026"/>
                <a:gd name="connsiteX21" fmla="*/ 36809 w 113807"/>
                <a:gd name="connsiteY21" fmla="*/ 79858 h 155026"/>
                <a:gd name="connsiteX22" fmla="*/ 29755 w 113807"/>
                <a:gd name="connsiteY22" fmla="*/ 73465 h 155026"/>
                <a:gd name="connsiteX23" fmla="*/ 24404 w 113807"/>
                <a:gd name="connsiteY23" fmla="*/ 60399 h 155026"/>
                <a:gd name="connsiteX24" fmla="*/ 17235 w 113807"/>
                <a:gd name="connsiteY24" fmla="*/ 56993 h 155026"/>
                <a:gd name="connsiteX25" fmla="*/ 9139 w 113807"/>
                <a:gd name="connsiteY25" fmla="*/ 46672 h 155026"/>
                <a:gd name="connsiteX26" fmla="*/ 1169 w 113807"/>
                <a:gd name="connsiteY26" fmla="*/ 33212 h 155026"/>
                <a:gd name="connsiteX27" fmla="*/ 0 w 113807"/>
                <a:gd name="connsiteY27" fmla="*/ 18176 h 155026"/>
                <a:gd name="connsiteX28" fmla="*/ 1970 w 113807"/>
                <a:gd name="connsiteY28" fmla="*/ 7715 h 155026"/>
                <a:gd name="connsiteX29" fmla="*/ 8490 w 113807"/>
                <a:gd name="connsiteY29" fmla="*/ 3012 h 1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3807" h="155026">
                  <a:moveTo>
                    <a:pt x="8490" y="3012"/>
                  </a:moveTo>
                  <a:lnTo>
                    <a:pt x="23628" y="0"/>
                  </a:lnTo>
                  <a:lnTo>
                    <a:pt x="44499" y="26679"/>
                  </a:lnTo>
                  <a:lnTo>
                    <a:pt x="57425" y="33212"/>
                  </a:lnTo>
                  <a:lnTo>
                    <a:pt x="73999" y="60399"/>
                  </a:lnTo>
                  <a:lnTo>
                    <a:pt x="76999" y="69283"/>
                  </a:lnTo>
                  <a:lnTo>
                    <a:pt x="75829" y="87586"/>
                  </a:lnTo>
                  <a:lnTo>
                    <a:pt x="79871" y="96598"/>
                  </a:lnTo>
                  <a:lnTo>
                    <a:pt x="92912" y="107706"/>
                  </a:lnTo>
                  <a:lnTo>
                    <a:pt x="113807" y="119082"/>
                  </a:lnTo>
                  <a:lnTo>
                    <a:pt x="113668" y="131881"/>
                  </a:lnTo>
                  <a:lnTo>
                    <a:pt x="110007" y="140257"/>
                  </a:lnTo>
                  <a:lnTo>
                    <a:pt x="98275" y="140499"/>
                  </a:lnTo>
                  <a:lnTo>
                    <a:pt x="94094" y="147311"/>
                  </a:lnTo>
                  <a:lnTo>
                    <a:pt x="94742" y="155026"/>
                  </a:lnTo>
                  <a:lnTo>
                    <a:pt x="81434" y="154365"/>
                  </a:lnTo>
                  <a:lnTo>
                    <a:pt x="77647" y="145608"/>
                  </a:lnTo>
                  <a:lnTo>
                    <a:pt x="78180" y="136063"/>
                  </a:lnTo>
                  <a:lnTo>
                    <a:pt x="72817" y="127051"/>
                  </a:lnTo>
                  <a:lnTo>
                    <a:pt x="63424" y="105876"/>
                  </a:lnTo>
                  <a:lnTo>
                    <a:pt x="46850" y="81689"/>
                  </a:lnTo>
                  <a:lnTo>
                    <a:pt x="36809" y="79858"/>
                  </a:lnTo>
                  <a:lnTo>
                    <a:pt x="29755" y="73465"/>
                  </a:lnTo>
                  <a:lnTo>
                    <a:pt x="24404" y="60399"/>
                  </a:lnTo>
                  <a:lnTo>
                    <a:pt x="17235" y="56993"/>
                  </a:lnTo>
                  <a:lnTo>
                    <a:pt x="9139" y="46672"/>
                  </a:lnTo>
                  <a:lnTo>
                    <a:pt x="1169" y="33212"/>
                  </a:lnTo>
                  <a:lnTo>
                    <a:pt x="0" y="18176"/>
                  </a:lnTo>
                  <a:lnTo>
                    <a:pt x="1970" y="7715"/>
                  </a:lnTo>
                  <a:lnTo>
                    <a:pt x="8490" y="3012"/>
                  </a:lnTo>
                  <a:close/>
                </a:path>
              </a:pathLst>
            </a:custGeom>
            <a:solidFill>
              <a:srgbClr val="BAE0DF"/>
            </a:solidFill>
            <a:ln w="12700" cap="flat">
              <a:noFill/>
              <a:prstDash val="solid"/>
              <a:miter/>
            </a:ln>
          </p:spPr>
          <p:txBody>
            <a:bodyPr rtlCol="0" anchor="ctr"/>
            <a:lstStyle/>
            <a:p>
              <a:endParaRPr lang="de-CH"/>
            </a:p>
          </p:txBody>
        </p:sp>
        <p:sp>
          <p:nvSpPr>
            <p:cNvPr id="64" name="Freihandform: Form 63">
              <a:extLst>
                <a:ext uri="{FF2B5EF4-FFF2-40B4-BE49-F238E27FC236}">
                  <a16:creationId xmlns:a16="http://schemas.microsoft.com/office/drawing/2014/main" id="{A7BCFE65-CAC1-CB53-F7EB-6722AC5590F4}"/>
                </a:ext>
              </a:extLst>
            </p:cNvPr>
            <p:cNvSpPr/>
            <p:nvPr/>
          </p:nvSpPr>
          <p:spPr>
            <a:xfrm>
              <a:off x="6749440" y="1803912"/>
              <a:ext cx="837551" cy="510276"/>
            </a:xfrm>
            <a:custGeom>
              <a:avLst/>
              <a:gdLst>
                <a:gd name="connsiteX0" fmla="*/ 14350 w 837551"/>
                <a:gd name="connsiteY0" fmla="*/ 91755 h 510276"/>
                <a:gd name="connsiteX1" fmla="*/ 0 w 837551"/>
                <a:gd name="connsiteY1" fmla="*/ 52671 h 510276"/>
                <a:gd name="connsiteX2" fmla="*/ 0 w 837551"/>
                <a:gd name="connsiteY2" fmla="*/ 42478 h 510276"/>
                <a:gd name="connsiteX3" fmla="*/ 1436 w 837551"/>
                <a:gd name="connsiteY3" fmla="*/ 14375 h 510276"/>
                <a:gd name="connsiteX4" fmla="*/ 2885 w 837551"/>
                <a:gd name="connsiteY4" fmla="*/ 5745 h 510276"/>
                <a:gd name="connsiteX5" fmla="*/ 6266 w 837551"/>
                <a:gd name="connsiteY5" fmla="*/ 4182 h 510276"/>
                <a:gd name="connsiteX6" fmla="*/ 10575 w 837551"/>
                <a:gd name="connsiteY6" fmla="*/ 2224 h 510276"/>
                <a:gd name="connsiteX7" fmla="*/ 15265 w 837551"/>
                <a:gd name="connsiteY7" fmla="*/ 0 h 510276"/>
                <a:gd name="connsiteX8" fmla="*/ 18278 w 837551"/>
                <a:gd name="connsiteY8" fmla="*/ 6800 h 510276"/>
                <a:gd name="connsiteX9" fmla="*/ 21912 w 837551"/>
                <a:gd name="connsiteY9" fmla="*/ 15545 h 510276"/>
                <a:gd name="connsiteX10" fmla="*/ 29361 w 837551"/>
                <a:gd name="connsiteY10" fmla="*/ 38944 h 510276"/>
                <a:gd name="connsiteX11" fmla="*/ 41499 w 837551"/>
                <a:gd name="connsiteY11" fmla="*/ 41829 h 510276"/>
                <a:gd name="connsiteX12" fmla="*/ 54285 w 837551"/>
                <a:gd name="connsiteY12" fmla="*/ 60780 h 510276"/>
                <a:gd name="connsiteX13" fmla="*/ 60946 w 837551"/>
                <a:gd name="connsiteY13" fmla="*/ 70326 h 510276"/>
                <a:gd name="connsiteX14" fmla="*/ 62776 w 837551"/>
                <a:gd name="connsiteY14" fmla="*/ 85082 h 510276"/>
                <a:gd name="connsiteX15" fmla="*/ 70211 w 837551"/>
                <a:gd name="connsiteY15" fmla="*/ 101415 h 510276"/>
                <a:gd name="connsiteX16" fmla="*/ 82858 w 837551"/>
                <a:gd name="connsiteY16" fmla="*/ 130826 h 510276"/>
                <a:gd name="connsiteX17" fmla="*/ 84040 w 837551"/>
                <a:gd name="connsiteY17" fmla="*/ 144172 h 510276"/>
                <a:gd name="connsiteX18" fmla="*/ 91221 w 837551"/>
                <a:gd name="connsiteY18" fmla="*/ 161153 h 510276"/>
                <a:gd name="connsiteX19" fmla="*/ 103614 w 837551"/>
                <a:gd name="connsiteY19" fmla="*/ 175401 h 510276"/>
                <a:gd name="connsiteX20" fmla="*/ 128157 w 837551"/>
                <a:gd name="connsiteY20" fmla="*/ 214103 h 510276"/>
                <a:gd name="connsiteX21" fmla="*/ 150590 w 837551"/>
                <a:gd name="connsiteY21" fmla="*/ 247557 h 510276"/>
                <a:gd name="connsiteX22" fmla="*/ 161699 w 837551"/>
                <a:gd name="connsiteY22" fmla="*/ 261792 h 510276"/>
                <a:gd name="connsiteX23" fmla="*/ 190793 w 837551"/>
                <a:gd name="connsiteY23" fmla="*/ 282586 h 510276"/>
                <a:gd name="connsiteX24" fmla="*/ 267919 w 837551"/>
                <a:gd name="connsiteY24" fmla="*/ 310548 h 510276"/>
                <a:gd name="connsiteX25" fmla="*/ 291026 w 837551"/>
                <a:gd name="connsiteY25" fmla="*/ 320882 h 510276"/>
                <a:gd name="connsiteX26" fmla="*/ 303939 w 837551"/>
                <a:gd name="connsiteY26" fmla="*/ 325191 h 510276"/>
                <a:gd name="connsiteX27" fmla="*/ 314641 w 837551"/>
                <a:gd name="connsiteY27" fmla="*/ 337863 h 510276"/>
                <a:gd name="connsiteX28" fmla="*/ 354056 w 837551"/>
                <a:gd name="connsiteY28" fmla="*/ 355504 h 510276"/>
                <a:gd name="connsiteX29" fmla="*/ 364618 w 837551"/>
                <a:gd name="connsiteY29" fmla="*/ 372244 h 510276"/>
                <a:gd name="connsiteX30" fmla="*/ 409116 w 837551"/>
                <a:gd name="connsiteY30" fmla="*/ 390013 h 510276"/>
                <a:gd name="connsiteX31" fmla="*/ 457669 w 837551"/>
                <a:gd name="connsiteY31" fmla="*/ 389237 h 510276"/>
                <a:gd name="connsiteX32" fmla="*/ 487551 w 837551"/>
                <a:gd name="connsiteY32" fmla="*/ 385310 h 510276"/>
                <a:gd name="connsiteX33" fmla="*/ 514306 w 837551"/>
                <a:gd name="connsiteY33" fmla="*/ 384916 h 510276"/>
                <a:gd name="connsiteX34" fmla="*/ 525656 w 837551"/>
                <a:gd name="connsiteY34" fmla="*/ 375383 h 510276"/>
                <a:gd name="connsiteX35" fmla="*/ 532049 w 837551"/>
                <a:gd name="connsiteY35" fmla="*/ 374087 h 510276"/>
                <a:gd name="connsiteX36" fmla="*/ 539879 w 837551"/>
                <a:gd name="connsiteY36" fmla="*/ 372498 h 510276"/>
                <a:gd name="connsiteX37" fmla="*/ 549399 w 837551"/>
                <a:gd name="connsiteY37" fmla="*/ 375637 h 510276"/>
                <a:gd name="connsiteX38" fmla="*/ 571069 w 837551"/>
                <a:gd name="connsiteY38" fmla="*/ 378523 h 510276"/>
                <a:gd name="connsiteX39" fmla="*/ 576421 w 837551"/>
                <a:gd name="connsiteY39" fmla="*/ 398516 h 510276"/>
                <a:gd name="connsiteX40" fmla="*/ 564422 w 837551"/>
                <a:gd name="connsiteY40" fmla="*/ 406091 h 510276"/>
                <a:gd name="connsiteX41" fmla="*/ 573942 w 837551"/>
                <a:gd name="connsiteY41" fmla="*/ 419424 h 510276"/>
                <a:gd name="connsiteX42" fmla="*/ 593516 w 837551"/>
                <a:gd name="connsiteY42" fmla="*/ 421381 h 510276"/>
                <a:gd name="connsiteX43" fmla="*/ 607344 w 837551"/>
                <a:gd name="connsiteY43" fmla="*/ 435630 h 510276"/>
                <a:gd name="connsiteX44" fmla="*/ 629536 w 837551"/>
                <a:gd name="connsiteY44" fmla="*/ 439570 h 510276"/>
                <a:gd name="connsiteX45" fmla="*/ 639578 w 837551"/>
                <a:gd name="connsiteY45" fmla="*/ 436163 h 510276"/>
                <a:gd name="connsiteX46" fmla="*/ 638027 w 837551"/>
                <a:gd name="connsiteY46" fmla="*/ 428054 h 510276"/>
                <a:gd name="connsiteX47" fmla="*/ 641408 w 837551"/>
                <a:gd name="connsiteY47" fmla="*/ 420860 h 510276"/>
                <a:gd name="connsiteX48" fmla="*/ 659939 w 837551"/>
                <a:gd name="connsiteY48" fmla="*/ 419170 h 510276"/>
                <a:gd name="connsiteX49" fmla="*/ 673247 w 837551"/>
                <a:gd name="connsiteY49" fmla="*/ 429490 h 510276"/>
                <a:gd name="connsiteX50" fmla="*/ 692693 w 837551"/>
                <a:gd name="connsiteY50" fmla="*/ 431588 h 510276"/>
                <a:gd name="connsiteX51" fmla="*/ 698311 w 837551"/>
                <a:gd name="connsiteY51" fmla="*/ 438121 h 510276"/>
                <a:gd name="connsiteX52" fmla="*/ 709268 w 837551"/>
                <a:gd name="connsiteY52" fmla="*/ 438121 h 510276"/>
                <a:gd name="connsiteX53" fmla="*/ 733684 w 837551"/>
                <a:gd name="connsiteY53" fmla="*/ 429490 h 510276"/>
                <a:gd name="connsiteX54" fmla="*/ 759511 w 837551"/>
                <a:gd name="connsiteY54" fmla="*/ 418115 h 510276"/>
                <a:gd name="connsiteX55" fmla="*/ 776606 w 837551"/>
                <a:gd name="connsiteY55" fmla="*/ 415649 h 510276"/>
                <a:gd name="connsiteX56" fmla="*/ 780661 w 837551"/>
                <a:gd name="connsiteY56" fmla="*/ 407400 h 510276"/>
                <a:gd name="connsiteX57" fmla="*/ 837552 w 837551"/>
                <a:gd name="connsiteY57" fmla="*/ 409370 h 510276"/>
                <a:gd name="connsiteX58" fmla="*/ 836764 w 837551"/>
                <a:gd name="connsiteY58" fmla="*/ 415649 h 510276"/>
                <a:gd name="connsiteX59" fmla="*/ 827371 w 837551"/>
                <a:gd name="connsiteY59" fmla="*/ 428321 h 510276"/>
                <a:gd name="connsiteX60" fmla="*/ 826862 w 837551"/>
                <a:gd name="connsiteY60" fmla="*/ 435248 h 510276"/>
                <a:gd name="connsiteX61" fmla="*/ 806755 w 837551"/>
                <a:gd name="connsiteY61" fmla="*/ 446484 h 510276"/>
                <a:gd name="connsiteX62" fmla="*/ 784842 w 837551"/>
                <a:gd name="connsiteY62" fmla="*/ 456538 h 510276"/>
                <a:gd name="connsiteX63" fmla="*/ 763299 w 837551"/>
                <a:gd name="connsiteY63" fmla="*/ 460592 h 510276"/>
                <a:gd name="connsiteX64" fmla="*/ 738501 w 837551"/>
                <a:gd name="connsiteY64" fmla="*/ 468968 h 510276"/>
                <a:gd name="connsiteX65" fmla="*/ 727024 w 837551"/>
                <a:gd name="connsiteY65" fmla="*/ 459804 h 510276"/>
                <a:gd name="connsiteX66" fmla="*/ 718152 w 837551"/>
                <a:gd name="connsiteY66" fmla="*/ 457453 h 510276"/>
                <a:gd name="connsiteX67" fmla="*/ 702226 w 837551"/>
                <a:gd name="connsiteY67" fmla="*/ 465956 h 510276"/>
                <a:gd name="connsiteX68" fmla="*/ 689961 w 837551"/>
                <a:gd name="connsiteY68" fmla="*/ 464113 h 510276"/>
                <a:gd name="connsiteX69" fmla="*/ 666078 w 837551"/>
                <a:gd name="connsiteY69" fmla="*/ 470799 h 510276"/>
                <a:gd name="connsiteX70" fmla="*/ 649364 w 837551"/>
                <a:gd name="connsiteY70" fmla="*/ 476137 h 510276"/>
                <a:gd name="connsiteX71" fmla="*/ 646492 w 837551"/>
                <a:gd name="connsiteY71" fmla="*/ 497579 h 510276"/>
                <a:gd name="connsiteX72" fmla="*/ 638408 w 837551"/>
                <a:gd name="connsiteY72" fmla="*/ 507137 h 510276"/>
                <a:gd name="connsiteX73" fmla="*/ 624313 w 837551"/>
                <a:gd name="connsiteY73" fmla="*/ 510277 h 510276"/>
                <a:gd name="connsiteX74" fmla="*/ 606950 w 837551"/>
                <a:gd name="connsiteY74" fmla="*/ 500197 h 510276"/>
                <a:gd name="connsiteX75" fmla="*/ 577336 w 837551"/>
                <a:gd name="connsiteY75" fmla="*/ 499549 h 510276"/>
                <a:gd name="connsiteX76" fmla="*/ 573027 w 837551"/>
                <a:gd name="connsiteY76" fmla="*/ 486089 h 510276"/>
                <a:gd name="connsiteX77" fmla="*/ 551496 w 837551"/>
                <a:gd name="connsiteY77" fmla="*/ 479950 h 510276"/>
                <a:gd name="connsiteX78" fmla="*/ 531655 w 837551"/>
                <a:gd name="connsiteY78" fmla="*/ 475107 h 510276"/>
                <a:gd name="connsiteX79" fmla="*/ 538061 w 837551"/>
                <a:gd name="connsiteY79" fmla="*/ 460071 h 510276"/>
                <a:gd name="connsiteX80" fmla="*/ 554368 w 837551"/>
                <a:gd name="connsiteY80" fmla="*/ 446230 h 510276"/>
                <a:gd name="connsiteX81" fmla="*/ 558410 w 837551"/>
                <a:gd name="connsiteY81" fmla="*/ 432630 h 510276"/>
                <a:gd name="connsiteX82" fmla="*/ 551763 w 837551"/>
                <a:gd name="connsiteY82" fmla="*/ 429490 h 510276"/>
                <a:gd name="connsiteX83" fmla="*/ 542243 w 837551"/>
                <a:gd name="connsiteY83" fmla="*/ 441120 h 510276"/>
                <a:gd name="connsiteX84" fmla="*/ 526978 w 837551"/>
                <a:gd name="connsiteY84" fmla="*/ 447920 h 510276"/>
                <a:gd name="connsiteX85" fmla="*/ 522669 w 837551"/>
                <a:gd name="connsiteY85" fmla="*/ 469095 h 510276"/>
                <a:gd name="connsiteX86" fmla="*/ 494986 w 837551"/>
                <a:gd name="connsiteY86" fmla="*/ 465435 h 510276"/>
                <a:gd name="connsiteX87" fmla="*/ 486115 w 837551"/>
                <a:gd name="connsiteY87" fmla="*/ 473010 h 510276"/>
                <a:gd name="connsiteX88" fmla="*/ 463668 w 837551"/>
                <a:gd name="connsiteY88" fmla="*/ 469477 h 510276"/>
                <a:gd name="connsiteX89" fmla="*/ 453360 w 837551"/>
                <a:gd name="connsiteY89" fmla="*/ 463605 h 510276"/>
                <a:gd name="connsiteX90" fmla="*/ 405722 w 837551"/>
                <a:gd name="connsiteY90" fmla="*/ 472489 h 510276"/>
                <a:gd name="connsiteX91" fmla="*/ 381967 w 837551"/>
                <a:gd name="connsiteY91" fmla="*/ 485822 h 510276"/>
                <a:gd name="connsiteX92" fmla="*/ 367745 w 837551"/>
                <a:gd name="connsiteY92" fmla="*/ 481907 h 510276"/>
                <a:gd name="connsiteX93" fmla="*/ 340214 w 837551"/>
                <a:gd name="connsiteY93" fmla="*/ 439570 h 510276"/>
                <a:gd name="connsiteX94" fmla="*/ 319980 w 837551"/>
                <a:gd name="connsiteY94" fmla="*/ 427266 h 510276"/>
                <a:gd name="connsiteX95" fmla="*/ 292703 w 837551"/>
                <a:gd name="connsiteY95" fmla="*/ 406218 h 510276"/>
                <a:gd name="connsiteX96" fmla="*/ 258399 w 837551"/>
                <a:gd name="connsiteY96" fmla="*/ 375116 h 510276"/>
                <a:gd name="connsiteX97" fmla="*/ 247430 w 837551"/>
                <a:gd name="connsiteY97" fmla="*/ 356826 h 510276"/>
                <a:gd name="connsiteX98" fmla="*/ 240248 w 837551"/>
                <a:gd name="connsiteY98" fmla="*/ 346480 h 510276"/>
                <a:gd name="connsiteX99" fmla="*/ 223941 w 837551"/>
                <a:gd name="connsiteY99" fmla="*/ 337596 h 510276"/>
                <a:gd name="connsiteX100" fmla="*/ 215324 w 837551"/>
                <a:gd name="connsiteY100" fmla="*/ 337863 h 510276"/>
                <a:gd name="connsiteX101" fmla="*/ 206706 w 837551"/>
                <a:gd name="connsiteY101" fmla="*/ 344269 h 510276"/>
                <a:gd name="connsiteX102" fmla="*/ 189624 w 837551"/>
                <a:gd name="connsiteY102" fmla="*/ 337596 h 510276"/>
                <a:gd name="connsiteX103" fmla="*/ 117976 w 837551"/>
                <a:gd name="connsiteY103" fmla="*/ 302452 h 510276"/>
                <a:gd name="connsiteX104" fmla="*/ 109371 w 837551"/>
                <a:gd name="connsiteY104" fmla="*/ 282179 h 510276"/>
                <a:gd name="connsiteX105" fmla="*/ 100754 w 837551"/>
                <a:gd name="connsiteY105" fmla="*/ 271871 h 510276"/>
                <a:gd name="connsiteX106" fmla="*/ 93433 w 837551"/>
                <a:gd name="connsiteY106" fmla="*/ 247684 h 510276"/>
                <a:gd name="connsiteX107" fmla="*/ 75041 w 837551"/>
                <a:gd name="connsiteY107" fmla="*/ 212133 h 510276"/>
                <a:gd name="connsiteX108" fmla="*/ 52722 w 837551"/>
                <a:gd name="connsiteY108" fmla="*/ 184819 h 510276"/>
                <a:gd name="connsiteX109" fmla="*/ 41372 w 837551"/>
                <a:gd name="connsiteY109" fmla="*/ 143765 h 510276"/>
                <a:gd name="connsiteX110" fmla="*/ 24404 w 837551"/>
                <a:gd name="connsiteY110" fmla="*/ 102876 h 510276"/>
                <a:gd name="connsiteX111" fmla="*/ 14350 w 837551"/>
                <a:gd name="connsiteY111" fmla="*/ 91755 h 510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837551" h="510276">
                  <a:moveTo>
                    <a:pt x="14350" y="91755"/>
                  </a:moveTo>
                  <a:lnTo>
                    <a:pt x="0" y="52671"/>
                  </a:lnTo>
                  <a:lnTo>
                    <a:pt x="0" y="42478"/>
                  </a:lnTo>
                  <a:lnTo>
                    <a:pt x="1436" y="14375"/>
                  </a:lnTo>
                  <a:lnTo>
                    <a:pt x="2885" y="5745"/>
                  </a:lnTo>
                  <a:lnTo>
                    <a:pt x="6266" y="4182"/>
                  </a:lnTo>
                  <a:lnTo>
                    <a:pt x="10575" y="2224"/>
                  </a:lnTo>
                  <a:lnTo>
                    <a:pt x="15265" y="0"/>
                  </a:lnTo>
                  <a:lnTo>
                    <a:pt x="18278" y="6800"/>
                  </a:lnTo>
                  <a:lnTo>
                    <a:pt x="21912" y="15545"/>
                  </a:lnTo>
                  <a:lnTo>
                    <a:pt x="29361" y="38944"/>
                  </a:lnTo>
                  <a:lnTo>
                    <a:pt x="41499" y="41829"/>
                  </a:lnTo>
                  <a:lnTo>
                    <a:pt x="54285" y="60780"/>
                  </a:lnTo>
                  <a:lnTo>
                    <a:pt x="60946" y="70326"/>
                  </a:lnTo>
                  <a:lnTo>
                    <a:pt x="62776" y="85082"/>
                  </a:lnTo>
                  <a:lnTo>
                    <a:pt x="70211" y="101415"/>
                  </a:lnTo>
                  <a:lnTo>
                    <a:pt x="82858" y="130826"/>
                  </a:lnTo>
                  <a:lnTo>
                    <a:pt x="84040" y="144172"/>
                  </a:lnTo>
                  <a:lnTo>
                    <a:pt x="91221" y="161153"/>
                  </a:lnTo>
                  <a:lnTo>
                    <a:pt x="103614" y="175401"/>
                  </a:lnTo>
                  <a:lnTo>
                    <a:pt x="128157" y="214103"/>
                  </a:lnTo>
                  <a:lnTo>
                    <a:pt x="150590" y="247557"/>
                  </a:lnTo>
                  <a:lnTo>
                    <a:pt x="161699" y="261792"/>
                  </a:lnTo>
                  <a:lnTo>
                    <a:pt x="190793" y="282586"/>
                  </a:lnTo>
                  <a:lnTo>
                    <a:pt x="267919" y="310548"/>
                  </a:lnTo>
                  <a:lnTo>
                    <a:pt x="291026" y="320882"/>
                  </a:lnTo>
                  <a:lnTo>
                    <a:pt x="303939" y="325191"/>
                  </a:lnTo>
                  <a:lnTo>
                    <a:pt x="314641" y="337863"/>
                  </a:lnTo>
                  <a:lnTo>
                    <a:pt x="354056" y="355504"/>
                  </a:lnTo>
                  <a:lnTo>
                    <a:pt x="364618" y="372244"/>
                  </a:lnTo>
                  <a:lnTo>
                    <a:pt x="409116" y="390013"/>
                  </a:lnTo>
                  <a:lnTo>
                    <a:pt x="457669" y="389237"/>
                  </a:lnTo>
                  <a:lnTo>
                    <a:pt x="487551" y="385310"/>
                  </a:lnTo>
                  <a:lnTo>
                    <a:pt x="514306" y="384916"/>
                  </a:lnTo>
                  <a:lnTo>
                    <a:pt x="525656" y="375383"/>
                  </a:lnTo>
                  <a:lnTo>
                    <a:pt x="532049" y="374087"/>
                  </a:lnTo>
                  <a:lnTo>
                    <a:pt x="539879" y="372498"/>
                  </a:lnTo>
                  <a:lnTo>
                    <a:pt x="549399" y="375637"/>
                  </a:lnTo>
                  <a:lnTo>
                    <a:pt x="571069" y="378523"/>
                  </a:lnTo>
                  <a:lnTo>
                    <a:pt x="576421" y="398516"/>
                  </a:lnTo>
                  <a:lnTo>
                    <a:pt x="564422" y="406091"/>
                  </a:lnTo>
                  <a:lnTo>
                    <a:pt x="573942" y="419424"/>
                  </a:lnTo>
                  <a:lnTo>
                    <a:pt x="593516" y="421381"/>
                  </a:lnTo>
                  <a:lnTo>
                    <a:pt x="607344" y="435630"/>
                  </a:lnTo>
                  <a:lnTo>
                    <a:pt x="629536" y="439570"/>
                  </a:lnTo>
                  <a:lnTo>
                    <a:pt x="639578" y="436163"/>
                  </a:lnTo>
                  <a:lnTo>
                    <a:pt x="638027" y="428054"/>
                  </a:lnTo>
                  <a:lnTo>
                    <a:pt x="641408" y="420860"/>
                  </a:lnTo>
                  <a:lnTo>
                    <a:pt x="659939" y="419170"/>
                  </a:lnTo>
                  <a:lnTo>
                    <a:pt x="673247" y="429490"/>
                  </a:lnTo>
                  <a:lnTo>
                    <a:pt x="692693" y="431588"/>
                  </a:lnTo>
                  <a:lnTo>
                    <a:pt x="698311" y="438121"/>
                  </a:lnTo>
                  <a:lnTo>
                    <a:pt x="709268" y="438121"/>
                  </a:lnTo>
                  <a:lnTo>
                    <a:pt x="733684" y="429490"/>
                  </a:lnTo>
                  <a:lnTo>
                    <a:pt x="759511" y="418115"/>
                  </a:lnTo>
                  <a:lnTo>
                    <a:pt x="776606" y="415649"/>
                  </a:lnTo>
                  <a:lnTo>
                    <a:pt x="780661" y="407400"/>
                  </a:lnTo>
                  <a:lnTo>
                    <a:pt x="837552" y="409370"/>
                  </a:lnTo>
                  <a:lnTo>
                    <a:pt x="836764" y="415649"/>
                  </a:lnTo>
                  <a:lnTo>
                    <a:pt x="827371" y="428321"/>
                  </a:lnTo>
                  <a:lnTo>
                    <a:pt x="826862" y="435248"/>
                  </a:lnTo>
                  <a:lnTo>
                    <a:pt x="806755" y="446484"/>
                  </a:lnTo>
                  <a:lnTo>
                    <a:pt x="784842" y="456538"/>
                  </a:lnTo>
                  <a:lnTo>
                    <a:pt x="763299" y="460592"/>
                  </a:lnTo>
                  <a:lnTo>
                    <a:pt x="738501" y="468968"/>
                  </a:lnTo>
                  <a:lnTo>
                    <a:pt x="727024" y="459804"/>
                  </a:lnTo>
                  <a:lnTo>
                    <a:pt x="718152" y="457453"/>
                  </a:lnTo>
                  <a:lnTo>
                    <a:pt x="702226" y="465956"/>
                  </a:lnTo>
                  <a:lnTo>
                    <a:pt x="689961" y="464113"/>
                  </a:lnTo>
                  <a:lnTo>
                    <a:pt x="666078" y="470799"/>
                  </a:lnTo>
                  <a:lnTo>
                    <a:pt x="649364" y="476137"/>
                  </a:lnTo>
                  <a:lnTo>
                    <a:pt x="646492" y="497579"/>
                  </a:lnTo>
                  <a:lnTo>
                    <a:pt x="638408" y="507137"/>
                  </a:lnTo>
                  <a:lnTo>
                    <a:pt x="624313" y="510277"/>
                  </a:lnTo>
                  <a:lnTo>
                    <a:pt x="606950" y="500197"/>
                  </a:lnTo>
                  <a:lnTo>
                    <a:pt x="577336" y="499549"/>
                  </a:lnTo>
                  <a:lnTo>
                    <a:pt x="573027" y="486089"/>
                  </a:lnTo>
                  <a:lnTo>
                    <a:pt x="551496" y="479950"/>
                  </a:lnTo>
                  <a:lnTo>
                    <a:pt x="531655" y="475107"/>
                  </a:lnTo>
                  <a:lnTo>
                    <a:pt x="538061" y="460071"/>
                  </a:lnTo>
                  <a:lnTo>
                    <a:pt x="554368" y="446230"/>
                  </a:lnTo>
                  <a:lnTo>
                    <a:pt x="558410" y="432630"/>
                  </a:lnTo>
                  <a:lnTo>
                    <a:pt x="551763" y="429490"/>
                  </a:lnTo>
                  <a:lnTo>
                    <a:pt x="542243" y="441120"/>
                  </a:lnTo>
                  <a:lnTo>
                    <a:pt x="526978" y="447920"/>
                  </a:lnTo>
                  <a:lnTo>
                    <a:pt x="522669" y="469095"/>
                  </a:lnTo>
                  <a:lnTo>
                    <a:pt x="494986" y="465435"/>
                  </a:lnTo>
                  <a:lnTo>
                    <a:pt x="486115" y="473010"/>
                  </a:lnTo>
                  <a:lnTo>
                    <a:pt x="463668" y="469477"/>
                  </a:lnTo>
                  <a:lnTo>
                    <a:pt x="453360" y="463605"/>
                  </a:lnTo>
                  <a:lnTo>
                    <a:pt x="405722" y="472489"/>
                  </a:lnTo>
                  <a:lnTo>
                    <a:pt x="381967" y="485822"/>
                  </a:lnTo>
                  <a:lnTo>
                    <a:pt x="367745" y="481907"/>
                  </a:lnTo>
                  <a:lnTo>
                    <a:pt x="340214" y="439570"/>
                  </a:lnTo>
                  <a:lnTo>
                    <a:pt x="319980" y="427266"/>
                  </a:lnTo>
                  <a:lnTo>
                    <a:pt x="292703" y="406218"/>
                  </a:lnTo>
                  <a:lnTo>
                    <a:pt x="258399" y="375116"/>
                  </a:lnTo>
                  <a:lnTo>
                    <a:pt x="247430" y="356826"/>
                  </a:lnTo>
                  <a:lnTo>
                    <a:pt x="240248" y="346480"/>
                  </a:lnTo>
                  <a:lnTo>
                    <a:pt x="223941" y="337596"/>
                  </a:lnTo>
                  <a:lnTo>
                    <a:pt x="215324" y="337863"/>
                  </a:lnTo>
                  <a:lnTo>
                    <a:pt x="206706" y="344269"/>
                  </a:lnTo>
                  <a:lnTo>
                    <a:pt x="189624" y="337596"/>
                  </a:lnTo>
                  <a:lnTo>
                    <a:pt x="117976" y="302452"/>
                  </a:lnTo>
                  <a:lnTo>
                    <a:pt x="109371" y="282179"/>
                  </a:lnTo>
                  <a:lnTo>
                    <a:pt x="100754" y="271871"/>
                  </a:lnTo>
                  <a:lnTo>
                    <a:pt x="93433" y="247684"/>
                  </a:lnTo>
                  <a:lnTo>
                    <a:pt x="75041" y="212133"/>
                  </a:lnTo>
                  <a:lnTo>
                    <a:pt x="52722" y="184819"/>
                  </a:lnTo>
                  <a:lnTo>
                    <a:pt x="41372" y="143765"/>
                  </a:lnTo>
                  <a:lnTo>
                    <a:pt x="24404" y="102876"/>
                  </a:lnTo>
                  <a:lnTo>
                    <a:pt x="14350" y="91755"/>
                  </a:lnTo>
                  <a:close/>
                </a:path>
              </a:pathLst>
            </a:custGeom>
            <a:solidFill>
              <a:srgbClr val="BAE0DF"/>
            </a:solidFill>
            <a:ln w="12700" cap="flat">
              <a:noFill/>
              <a:prstDash val="solid"/>
              <a:miter/>
            </a:ln>
          </p:spPr>
          <p:txBody>
            <a:bodyPr rtlCol="0" anchor="ctr"/>
            <a:lstStyle/>
            <a:p>
              <a:endParaRPr lang="de-CH"/>
            </a:p>
          </p:txBody>
        </p:sp>
        <p:sp>
          <p:nvSpPr>
            <p:cNvPr id="65" name="Freihandform: Form 64">
              <a:extLst>
                <a:ext uri="{FF2B5EF4-FFF2-40B4-BE49-F238E27FC236}">
                  <a16:creationId xmlns:a16="http://schemas.microsoft.com/office/drawing/2014/main" id="{697A294F-7DB9-172B-795E-C65DF4F77163}"/>
                </a:ext>
              </a:extLst>
            </p:cNvPr>
            <p:cNvSpPr/>
            <p:nvPr/>
          </p:nvSpPr>
          <p:spPr>
            <a:xfrm>
              <a:off x="4916959" y="3667736"/>
              <a:ext cx="410819" cy="269634"/>
            </a:xfrm>
            <a:custGeom>
              <a:avLst/>
              <a:gdLst>
                <a:gd name="connsiteX0" fmla="*/ 21404 w 410819"/>
                <a:gd name="connsiteY0" fmla="*/ 0 h 269634"/>
                <a:gd name="connsiteX1" fmla="*/ 40571 w 410819"/>
                <a:gd name="connsiteY1" fmla="*/ 13473 h 269634"/>
                <a:gd name="connsiteX2" fmla="*/ 62509 w 410819"/>
                <a:gd name="connsiteY2" fmla="*/ 38296 h 269634"/>
                <a:gd name="connsiteX3" fmla="*/ 85603 w 410819"/>
                <a:gd name="connsiteY3" fmla="*/ 56332 h 269634"/>
                <a:gd name="connsiteX4" fmla="*/ 101656 w 410819"/>
                <a:gd name="connsiteY4" fmla="*/ 60259 h 269634"/>
                <a:gd name="connsiteX5" fmla="*/ 120188 w 410819"/>
                <a:gd name="connsiteY5" fmla="*/ 89531 h 269634"/>
                <a:gd name="connsiteX6" fmla="*/ 161025 w 410819"/>
                <a:gd name="connsiteY6" fmla="*/ 105342 h 269634"/>
                <a:gd name="connsiteX7" fmla="*/ 197046 w 410819"/>
                <a:gd name="connsiteY7" fmla="*/ 117239 h 269634"/>
                <a:gd name="connsiteX8" fmla="*/ 231504 w 410819"/>
                <a:gd name="connsiteY8" fmla="*/ 155662 h 269634"/>
                <a:gd name="connsiteX9" fmla="*/ 244036 w 410819"/>
                <a:gd name="connsiteY9" fmla="*/ 191873 h 269634"/>
                <a:gd name="connsiteX10" fmla="*/ 263343 w 410819"/>
                <a:gd name="connsiteY10" fmla="*/ 196182 h 269634"/>
                <a:gd name="connsiteX11" fmla="*/ 276790 w 410819"/>
                <a:gd name="connsiteY11" fmla="*/ 190297 h 269634"/>
                <a:gd name="connsiteX12" fmla="*/ 306417 w 410819"/>
                <a:gd name="connsiteY12" fmla="*/ 190551 h 269634"/>
                <a:gd name="connsiteX13" fmla="*/ 334609 w 410819"/>
                <a:gd name="connsiteY13" fmla="*/ 180892 h 269634"/>
                <a:gd name="connsiteX14" fmla="*/ 351170 w 410819"/>
                <a:gd name="connsiteY14" fmla="*/ 183637 h 269634"/>
                <a:gd name="connsiteX15" fmla="*/ 373489 w 410819"/>
                <a:gd name="connsiteY15" fmla="*/ 190297 h 269634"/>
                <a:gd name="connsiteX16" fmla="*/ 397638 w 410819"/>
                <a:gd name="connsiteY16" fmla="*/ 216315 h 269634"/>
                <a:gd name="connsiteX17" fmla="*/ 408328 w 410819"/>
                <a:gd name="connsiteY17" fmla="*/ 220103 h 269634"/>
                <a:gd name="connsiteX18" fmla="*/ 410819 w 410819"/>
                <a:gd name="connsiteY18" fmla="*/ 229254 h 269634"/>
                <a:gd name="connsiteX19" fmla="*/ 405595 w 410819"/>
                <a:gd name="connsiteY19" fmla="*/ 239181 h 269634"/>
                <a:gd name="connsiteX20" fmla="*/ 395681 w 410819"/>
                <a:gd name="connsiteY20" fmla="*/ 249514 h 269634"/>
                <a:gd name="connsiteX21" fmla="*/ 382374 w 410819"/>
                <a:gd name="connsiteY21" fmla="*/ 253556 h 269634"/>
                <a:gd name="connsiteX22" fmla="*/ 366321 w 410819"/>
                <a:gd name="connsiteY22" fmla="*/ 240884 h 269634"/>
                <a:gd name="connsiteX23" fmla="*/ 356648 w 410819"/>
                <a:gd name="connsiteY23" fmla="*/ 240108 h 269634"/>
                <a:gd name="connsiteX24" fmla="*/ 335651 w 410819"/>
                <a:gd name="connsiteY24" fmla="*/ 253950 h 269634"/>
                <a:gd name="connsiteX25" fmla="*/ 298054 w 410819"/>
                <a:gd name="connsiteY25" fmla="*/ 266114 h 269634"/>
                <a:gd name="connsiteX26" fmla="*/ 269609 w 410819"/>
                <a:gd name="connsiteY26" fmla="*/ 269634 h 269634"/>
                <a:gd name="connsiteX27" fmla="*/ 254217 w 410819"/>
                <a:gd name="connsiteY27" fmla="*/ 265453 h 269634"/>
                <a:gd name="connsiteX28" fmla="*/ 233461 w 410819"/>
                <a:gd name="connsiteY28" fmla="*/ 248345 h 269634"/>
                <a:gd name="connsiteX29" fmla="*/ 198355 w 410819"/>
                <a:gd name="connsiteY29" fmla="*/ 237617 h 269634"/>
                <a:gd name="connsiteX30" fmla="*/ 153336 w 410819"/>
                <a:gd name="connsiteY30" fmla="*/ 216569 h 269634"/>
                <a:gd name="connsiteX31" fmla="*/ 156335 w 410819"/>
                <a:gd name="connsiteY31" fmla="*/ 195788 h 269634"/>
                <a:gd name="connsiteX32" fmla="*/ 148379 w 410819"/>
                <a:gd name="connsiteY32" fmla="*/ 185340 h 269634"/>
                <a:gd name="connsiteX33" fmla="*/ 133241 w 410819"/>
                <a:gd name="connsiteY33" fmla="*/ 178401 h 269634"/>
                <a:gd name="connsiteX34" fmla="*/ 123187 w 410819"/>
                <a:gd name="connsiteY34" fmla="*/ 161407 h 269634"/>
                <a:gd name="connsiteX35" fmla="*/ 106613 w 410819"/>
                <a:gd name="connsiteY35" fmla="*/ 153705 h 269634"/>
                <a:gd name="connsiteX36" fmla="*/ 85069 w 410819"/>
                <a:gd name="connsiteY36" fmla="*/ 152662 h 269634"/>
                <a:gd name="connsiteX37" fmla="*/ 70986 w 410819"/>
                <a:gd name="connsiteY37" fmla="*/ 145214 h 269634"/>
                <a:gd name="connsiteX38" fmla="*/ 63284 w 410819"/>
                <a:gd name="connsiteY38" fmla="*/ 128615 h 269634"/>
                <a:gd name="connsiteX39" fmla="*/ 31445 w 410819"/>
                <a:gd name="connsiteY39" fmla="*/ 102864 h 269634"/>
                <a:gd name="connsiteX40" fmla="*/ 30657 w 410819"/>
                <a:gd name="connsiteY40" fmla="*/ 88222 h 269634"/>
                <a:gd name="connsiteX41" fmla="*/ 24925 w 410819"/>
                <a:gd name="connsiteY41" fmla="*/ 82337 h 269634"/>
                <a:gd name="connsiteX42" fmla="*/ 20743 w 410819"/>
                <a:gd name="connsiteY42" fmla="*/ 77901 h 269634"/>
                <a:gd name="connsiteX43" fmla="*/ 11871 w 410819"/>
                <a:gd name="connsiteY43" fmla="*/ 79591 h 269634"/>
                <a:gd name="connsiteX44" fmla="*/ 0 w 410819"/>
                <a:gd name="connsiteY44" fmla="*/ 72156 h 269634"/>
                <a:gd name="connsiteX45" fmla="*/ 1042 w 410819"/>
                <a:gd name="connsiteY45" fmla="*/ 44435 h 269634"/>
                <a:gd name="connsiteX46" fmla="*/ 9659 w 410819"/>
                <a:gd name="connsiteY46" fmla="*/ 18417 h 269634"/>
                <a:gd name="connsiteX47" fmla="*/ 5872 w 410819"/>
                <a:gd name="connsiteY47" fmla="*/ 11503 h 269634"/>
                <a:gd name="connsiteX48" fmla="*/ 21404 w 410819"/>
                <a:gd name="connsiteY48" fmla="*/ 0 h 269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10819" h="269634">
                  <a:moveTo>
                    <a:pt x="21404" y="0"/>
                  </a:moveTo>
                  <a:lnTo>
                    <a:pt x="40571" y="13473"/>
                  </a:lnTo>
                  <a:lnTo>
                    <a:pt x="62509" y="38296"/>
                  </a:lnTo>
                  <a:lnTo>
                    <a:pt x="85603" y="56332"/>
                  </a:lnTo>
                  <a:lnTo>
                    <a:pt x="101656" y="60259"/>
                  </a:lnTo>
                  <a:lnTo>
                    <a:pt x="120188" y="89531"/>
                  </a:lnTo>
                  <a:lnTo>
                    <a:pt x="161025" y="105342"/>
                  </a:lnTo>
                  <a:lnTo>
                    <a:pt x="197046" y="117239"/>
                  </a:lnTo>
                  <a:lnTo>
                    <a:pt x="231504" y="155662"/>
                  </a:lnTo>
                  <a:lnTo>
                    <a:pt x="244036" y="191873"/>
                  </a:lnTo>
                  <a:lnTo>
                    <a:pt x="263343" y="196182"/>
                  </a:lnTo>
                  <a:lnTo>
                    <a:pt x="276790" y="190297"/>
                  </a:lnTo>
                  <a:lnTo>
                    <a:pt x="306417" y="190551"/>
                  </a:lnTo>
                  <a:lnTo>
                    <a:pt x="334609" y="180892"/>
                  </a:lnTo>
                  <a:lnTo>
                    <a:pt x="351170" y="183637"/>
                  </a:lnTo>
                  <a:lnTo>
                    <a:pt x="373489" y="190297"/>
                  </a:lnTo>
                  <a:lnTo>
                    <a:pt x="397638" y="216315"/>
                  </a:lnTo>
                  <a:lnTo>
                    <a:pt x="408328" y="220103"/>
                  </a:lnTo>
                  <a:lnTo>
                    <a:pt x="410819" y="229254"/>
                  </a:lnTo>
                  <a:lnTo>
                    <a:pt x="405595" y="239181"/>
                  </a:lnTo>
                  <a:lnTo>
                    <a:pt x="395681" y="249514"/>
                  </a:lnTo>
                  <a:lnTo>
                    <a:pt x="382374" y="253556"/>
                  </a:lnTo>
                  <a:lnTo>
                    <a:pt x="366321" y="240884"/>
                  </a:lnTo>
                  <a:lnTo>
                    <a:pt x="356648" y="240108"/>
                  </a:lnTo>
                  <a:lnTo>
                    <a:pt x="335651" y="253950"/>
                  </a:lnTo>
                  <a:lnTo>
                    <a:pt x="298054" y="266114"/>
                  </a:lnTo>
                  <a:lnTo>
                    <a:pt x="269609" y="269634"/>
                  </a:lnTo>
                  <a:lnTo>
                    <a:pt x="254217" y="265453"/>
                  </a:lnTo>
                  <a:lnTo>
                    <a:pt x="233461" y="248345"/>
                  </a:lnTo>
                  <a:lnTo>
                    <a:pt x="198355" y="237617"/>
                  </a:lnTo>
                  <a:lnTo>
                    <a:pt x="153336" y="216569"/>
                  </a:lnTo>
                  <a:lnTo>
                    <a:pt x="156335" y="195788"/>
                  </a:lnTo>
                  <a:lnTo>
                    <a:pt x="148379" y="185340"/>
                  </a:lnTo>
                  <a:lnTo>
                    <a:pt x="133241" y="178401"/>
                  </a:lnTo>
                  <a:lnTo>
                    <a:pt x="123187" y="161407"/>
                  </a:lnTo>
                  <a:lnTo>
                    <a:pt x="106613" y="153705"/>
                  </a:lnTo>
                  <a:lnTo>
                    <a:pt x="85069" y="152662"/>
                  </a:lnTo>
                  <a:lnTo>
                    <a:pt x="70986" y="145214"/>
                  </a:lnTo>
                  <a:lnTo>
                    <a:pt x="63284" y="128615"/>
                  </a:lnTo>
                  <a:lnTo>
                    <a:pt x="31445" y="102864"/>
                  </a:lnTo>
                  <a:lnTo>
                    <a:pt x="30657" y="88222"/>
                  </a:lnTo>
                  <a:lnTo>
                    <a:pt x="24925" y="82337"/>
                  </a:lnTo>
                  <a:lnTo>
                    <a:pt x="20743" y="77901"/>
                  </a:lnTo>
                  <a:lnTo>
                    <a:pt x="11871" y="79591"/>
                  </a:lnTo>
                  <a:lnTo>
                    <a:pt x="0" y="72156"/>
                  </a:lnTo>
                  <a:lnTo>
                    <a:pt x="1042" y="44435"/>
                  </a:lnTo>
                  <a:lnTo>
                    <a:pt x="9659" y="18417"/>
                  </a:lnTo>
                  <a:lnTo>
                    <a:pt x="5872" y="11503"/>
                  </a:lnTo>
                  <a:lnTo>
                    <a:pt x="21404" y="0"/>
                  </a:lnTo>
                  <a:close/>
                </a:path>
              </a:pathLst>
            </a:custGeom>
            <a:solidFill>
              <a:srgbClr val="BAE0DF"/>
            </a:solidFill>
            <a:ln w="12700" cap="flat">
              <a:noFill/>
              <a:prstDash val="solid"/>
              <a:miter/>
            </a:ln>
          </p:spPr>
          <p:txBody>
            <a:bodyPr rtlCol="0" anchor="ctr"/>
            <a:lstStyle/>
            <a:p>
              <a:endParaRPr lang="de-CH"/>
            </a:p>
          </p:txBody>
        </p:sp>
        <p:sp>
          <p:nvSpPr>
            <p:cNvPr id="66" name="Freihandform: Form 65">
              <a:extLst>
                <a:ext uri="{FF2B5EF4-FFF2-40B4-BE49-F238E27FC236}">
                  <a16:creationId xmlns:a16="http://schemas.microsoft.com/office/drawing/2014/main" id="{0DD5308A-EE6C-8E0A-1869-264582F86C69}"/>
                </a:ext>
              </a:extLst>
            </p:cNvPr>
            <p:cNvSpPr/>
            <p:nvPr/>
          </p:nvSpPr>
          <p:spPr>
            <a:xfrm>
              <a:off x="5440518" y="3631016"/>
              <a:ext cx="336947" cy="208078"/>
            </a:xfrm>
            <a:custGeom>
              <a:avLst/>
              <a:gdLst>
                <a:gd name="connsiteX0" fmla="*/ 230601 w 336947"/>
                <a:gd name="connsiteY0" fmla="*/ 9139 h 208078"/>
                <a:gd name="connsiteX1" fmla="*/ 248739 w 336947"/>
                <a:gd name="connsiteY1" fmla="*/ 9139 h 208078"/>
                <a:gd name="connsiteX2" fmla="*/ 268579 w 336947"/>
                <a:gd name="connsiteY2" fmla="*/ 0 h 208078"/>
                <a:gd name="connsiteX3" fmla="*/ 303545 w 336947"/>
                <a:gd name="connsiteY3" fmla="*/ 13587 h 208078"/>
                <a:gd name="connsiteX4" fmla="*/ 320640 w 336947"/>
                <a:gd name="connsiteY4" fmla="*/ 9393 h 208078"/>
                <a:gd name="connsiteX5" fmla="*/ 334355 w 336947"/>
                <a:gd name="connsiteY5" fmla="*/ 21290 h 208078"/>
                <a:gd name="connsiteX6" fmla="*/ 336948 w 336947"/>
                <a:gd name="connsiteY6" fmla="*/ 38677 h 208078"/>
                <a:gd name="connsiteX7" fmla="*/ 333554 w 336947"/>
                <a:gd name="connsiteY7" fmla="*/ 45083 h 208078"/>
                <a:gd name="connsiteX8" fmla="*/ 335905 w 336947"/>
                <a:gd name="connsiteY8" fmla="*/ 51616 h 208078"/>
                <a:gd name="connsiteX9" fmla="*/ 331215 w 336947"/>
                <a:gd name="connsiteY9" fmla="*/ 53968 h 208078"/>
                <a:gd name="connsiteX10" fmla="*/ 313205 w 336947"/>
                <a:gd name="connsiteY10" fmla="*/ 50574 h 208078"/>
                <a:gd name="connsiteX11" fmla="*/ 284887 w 336947"/>
                <a:gd name="connsiteY11" fmla="*/ 59598 h 208078"/>
                <a:gd name="connsiteX12" fmla="*/ 262580 w 336947"/>
                <a:gd name="connsiteY12" fmla="*/ 75537 h 208078"/>
                <a:gd name="connsiteX13" fmla="*/ 215730 w 336947"/>
                <a:gd name="connsiteY13" fmla="*/ 101809 h 208078"/>
                <a:gd name="connsiteX14" fmla="*/ 207113 w 336947"/>
                <a:gd name="connsiteY14" fmla="*/ 111735 h 208078"/>
                <a:gd name="connsiteX15" fmla="*/ 168613 w 336947"/>
                <a:gd name="connsiteY15" fmla="*/ 136838 h 208078"/>
                <a:gd name="connsiteX16" fmla="*/ 137156 w 336947"/>
                <a:gd name="connsiteY16" fmla="*/ 150171 h 208078"/>
                <a:gd name="connsiteX17" fmla="*/ 122285 w 336947"/>
                <a:gd name="connsiteY17" fmla="*/ 162462 h 208078"/>
                <a:gd name="connsiteX18" fmla="*/ 113286 w 336947"/>
                <a:gd name="connsiteY18" fmla="*/ 177625 h 208078"/>
                <a:gd name="connsiteX19" fmla="*/ 70999 w 336947"/>
                <a:gd name="connsiteY19" fmla="*/ 208079 h 208078"/>
                <a:gd name="connsiteX20" fmla="*/ 29500 w 336947"/>
                <a:gd name="connsiteY20" fmla="*/ 206121 h 208078"/>
                <a:gd name="connsiteX21" fmla="*/ 27149 w 336947"/>
                <a:gd name="connsiteY21" fmla="*/ 199957 h 208078"/>
                <a:gd name="connsiteX22" fmla="*/ 19053 w 336947"/>
                <a:gd name="connsiteY22" fmla="*/ 196182 h 208078"/>
                <a:gd name="connsiteX23" fmla="*/ 3660 w 336947"/>
                <a:gd name="connsiteY23" fmla="*/ 197224 h 208078"/>
                <a:gd name="connsiteX24" fmla="*/ 0 w 336947"/>
                <a:gd name="connsiteY24" fmla="*/ 194746 h 208078"/>
                <a:gd name="connsiteX25" fmla="*/ 915 w 336947"/>
                <a:gd name="connsiteY25" fmla="*/ 190157 h 208078"/>
                <a:gd name="connsiteX26" fmla="*/ 24543 w 336947"/>
                <a:gd name="connsiteY26" fmla="*/ 174994 h 208078"/>
                <a:gd name="connsiteX27" fmla="*/ 34203 w 336947"/>
                <a:gd name="connsiteY27" fmla="*/ 162589 h 208078"/>
                <a:gd name="connsiteX28" fmla="*/ 53777 w 336947"/>
                <a:gd name="connsiteY28" fmla="*/ 155128 h 208078"/>
                <a:gd name="connsiteX29" fmla="*/ 74647 w 336947"/>
                <a:gd name="connsiteY29" fmla="*/ 138795 h 208078"/>
                <a:gd name="connsiteX30" fmla="*/ 102190 w 336947"/>
                <a:gd name="connsiteY30" fmla="*/ 116972 h 208078"/>
                <a:gd name="connsiteX31" fmla="*/ 111062 w 336947"/>
                <a:gd name="connsiteY31" fmla="*/ 104300 h 208078"/>
                <a:gd name="connsiteX32" fmla="*/ 123454 w 336947"/>
                <a:gd name="connsiteY32" fmla="*/ 95936 h 208078"/>
                <a:gd name="connsiteX33" fmla="*/ 156463 w 336947"/>
                <a:gd name="connsiteY33" fmla="*/ 65216 h 208078"/>
                <a:gd name="connsiteX34" fmla="*/ 168880 w 336947"/>
                <a:gd name="connsiteY34" fmla="*/ 61683 h 208078"/>
                <a:gd name="connsiteX35" fmla="*/ 178921 w 336947"/>
                <a:gd name="connsiteY35" fmla="*/ 52798 h 208078"/>
                <a:gd name="connsiteX36" fmla="*/ 181260 w 336947"/>
                <a:gd name="connsiteY36" fmla="*/ 42211 h 208078"/>
                <a:gd name="connsiteX37" fmla="*/ 195102 w 336947"/>
                <a:gd name="connsiteY37" fmla="*/ 29538 h 208078"/>
                <a:gd name="connsiteX38" fmla="*/ 230601 w 336947"/>
                <a:gd name="connsiteY38" fmla="*/ 9139 h 20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36947" h="208078">
                  <a:moveTo>
                    <a:pt x="230601" y="9139"/>
                  </a:moveTo>
                  <a:lnTo>
                    <a:pt x="248739" y="9139"/>
                  </a:lnTo>
                  <a:lnTo>
                    <a:pt x="268579" y="0"/>
                  </a:lnTo>
                  <a:lnTo>
                    <a:pt x="303545" y="13587"/>
                  </a:lnTo>
                  <a:lnTo>
                    <a:pt x="320640" y="9393"/>
                  </a:lnTo>
                  <a:lnTo>
                    <a:pt x="334355" y="21290"/>
                  </a:lnTo>
                  <a:lnTo>
                    <a:pt x="336948" y="38677"/>
                  </a:lnTo>
                  <a:lnTo>
                    <a:pt x="333554" y="45083"/>
                  </a:lnTo>
                  <a:lnTo>
                    <a:pt x="335905" y="51616"/>
                  </a:lnTo>
                  <a:lnTo>
                    <a:pt x="331215" y="53968"/>
                  </a:lnTo>
                  <a:lnTo>
                    <a:pt x="313205" y="50574"/>
                  </a:lnTo>
                  <a:lnTo>
                    <a:pt x="284887" y="59598"/>
                  </a:lnTo>
                  <a:lnTo>
                    <a:pt x="262580" y="75537"/>
                  </a:lnTo>
                  <a:lnTo>
                    <a:pt x="215730" y="101809"/>
                  </a:lnTo>
                  <a:lnTo>
                    <a:pt x="207113" y="111735"/>
                  </a:lnTo>
                  <a:lnTo>
                    <a:pt x="168613" y="136838"/>
                  </a:lnTo>
                  <a:lnTo>
                    <a:pt x="137156" y="150171"/>
                  </a:lnTo>
                  <a:lnTo>
                    <a:pt x="122285" y="162462"/>
                  </a:lnTo>
                  <a:lnTo>
                    <a:pt x="113286" y="177625"/>
                  </a:lnTo>
                  <a:lnTo>
                    <a:pt x="70999" y="208079"/>
                  </a:lnTo>
                  <a:lnTo>
                    <a:pt x="29500" y="206121"/>
                  </a:lnTo>
                  <a:lnTo>
                    <a:pt x="27149" y="199957"/>
                  </a:lnTo>
                  <a:lnTo>
                    <a:pt x="19053" y="196182"/>
                  </a:lnTo>
                  <a:lnTo>
                    <a:pt x="3660" y="197224"/>
                  </a:lnTo>
                  <a:lnTo>
                    <a:pt x="0" y="194746"/>
                  </a:lnTo>
                  <a:lnTo>
                    <a:pt x="915" y="190157"/>
                  </a:lnTo>
                  <a:lnTo>
                    <a:pt x="24543" y="174994"/>
                  </a:lnTo>
                  <a:lnTo>
                    <a:pt x="34203" y="162589"/>
                  </a:lnTo>
                  <a:lnTo>
                    <a:pt x="53777" y="155128"/>
                  </a:lnTo>
                  <a:lnTo>
                    <a:pt x="74647" y="138795"/>
                  </a:lnTo>
                  <a:lnTo>
                    <a:pt x="102190" y="116972"/>
                  </a:lnTo>
                  <a:lnTo>
                    <a:pt x="111062" y="104300"/>
                  </a:lnTo>
                  <a:lnTo>
                    <a:pt x="123454" y="95936"/>
                  </a:lnTo>
                  <a:lnTo>
                    <a:pt x="156463" y="65216"/>
                  </a:lnTo>
                  <a:lnTo>
                    <a:pt x="168880" y="61683"/>
                  </a:lnTo>
                  <a:lnTo>
                    <a:pt x="178921" y="52798"/>
                  </a:lnTo>
                  <a:lnTo>
                    <a:pt x="181260" y="42211"/>
                  </a:lnTo>
                  <a:lnTo>
                    <a:pt x="195102" y="29538"/>
                  </a:lnTo>
                  <a:lnTo>
                    <a:pt x="230601" y="9139"/>
                  </a:lnTo>
                  <a:close/>
                </a:path>
              </a:pathLst>
            </a:custGeom>
            <a:solidFill>
              <a:srgbClr val="BAE0DF"/>
            </a:solidFill>
            <a:ln w="12700" cap="flat">
              <a:noFill/>
              <a:prstDash val="solid"/>
              <a:miter/>
            </a:ln>
          </p:spPr>
          <p:txBody>
            <a:bodyPr rtlCol="0" anchor="ctr"/>
            <a:lstStyle/>
            <a:p>
              <a:endParaRPr lang="de-CH"/>
            </a:p>
          </p:txBody>
        </p:sp>
        <p:sp>
          <p:nvSpPr>
            <p:cNvPr id="67" name="Freihandform: Form 66">
              <a:extLst>
                <a:ext uri="{FF2B5EF4-FFF2-40B4-BE49-F238E27FC236}">
                  <a16:creationId xmlns:a16="http://schemas.microsoft.com/office/drawing/2014/main" id="{3118B0AA-50B7-9285-6CA2-84C001EFA0F9}"/>
                </a:ext>
              </a:extLst>
            </p:cNvPr>
            <p:cNvSpPr/>
            <p:nvPr/>
          </p:nvSpPr>
          <p:spPr>
            <a:xfrm>
              <a:off x="3785382" y="2512315"/>
              <a:ext cx="330833" cy="284924"/>
            </a:xfrm>
            <a:custGeom>
              <a:avLst/>
              <a:gdLst>
                <a:gd name="connsiteX0" fmla="*/ 289971 w 330833"/>
                <a:gd name="connsiteY0" fmla="*/ 21302 h 284924"/>
                <a:gd name="connsiteX1" fmla="*/ 304981 w 330833"/>
                <a:gd name="connsiteY1" fmla="*/ 8770 h 284924"/>
                <a:gd name="connsiteX2" fmla="*/ 324555 w 330833"/>
                <a:gd name="connsiteY2" fmla="*/ 0 h 284924"/>
                <a:gd name="connsiteX3" fmla="*/ 329512 w 330833"/>
                <a:gd name="connsiteY3" fmla="*/ 3788 h 284924"/>
                <a:gd name="connsiteX4" fmla="*/ 330834 w 330833"/>
                <a:gd name="connsiteY4" fmla="*/ 9800 h 284924"/>
                <a:gd name="connsiteX5" fmla="*/ 315556 w 330833"/>
                <a:gd name="connsiteY5" fmla="*/ 29551 h 284924"/>
                <a:gd name="connsiteX6" fmla="*/ 299503 w 330833"/>
                <a:gd name="connsiteY6" fmla="*/ 53586 h 284924"/>
                <a:gd name="connsiteX7" fmla="*/ 292576 w 330833"/>
                <a:gd name="connsiteY7" fmla="*/ 78816 h 284924"/>
                <a:gd name="connsiteX8" fmla="*/ 283056 w 330833"/>
                <a:gd name="connsiteY8" fmla="*/ 88489 h 284924"/>
                <a:gd name="connsiteX9" fmla="*/ 277578 w 330833"/>
                <a:gd name="connsiteY9" fmla="*/ 103525 h 284924"/>
                <a:gd name="connsiteX10" fmla="*/ 265046 w 330833"/>
                <a:gd name="connsiteY10" fmla="*/ 118815 h 284924"/>
                <a:gd name="connsiteX11" fmla="*/ 263864 w 330833"/>
                <a:gd name="connsiteY11" fmla="*/ 130051 h 284924"/>
                <a:gd name="connsiteX12" fmla="*/ 266482 w 330833"/>
                <a:gd name="connsiteY12" fmla="*/ 137753 h 284924"/>
                <a:gd name="connsiteX13" fmla="*/ 263864 w 330833"/>
                <a:gd name="connsiteY13" fmla="*/ 144820 h 284924"/>
                <a:gd name="connsiteX14" fmla="*/ 256962 w 330833"/>
                <a:gd name="connsiteY14" fmla="*/ 152268 h 284924"/>
                <a:gd name="connsiteX15" fmla="*/ 237122 w 330833"/>
                <a:gd name="connsiteY15" fmla="*/ 189128 h 284924"/>
                <a:gd name="connsiteX16" fmla="*/ 229813 w 330833"/>
                <a:gd name="connsiteY16" fmla="*/ 204037 h 284924"/>
                <a:gd name="connsiteX17" fmla="*/ 219760 w 330833"/>
                <a:gd name="connsiteY17" fmla="*/ 209388 h 284924"/>
                <a:gd name="connsiteX18" fmla="*/ 211282 w 330833"/>
                <a:gd name="connsiteY18" fmla="*/ 203109 h 284924"/>
                <a:gd name="connsiteX19" fmla="*/ 208028 w 330833"/>
                <a:gd name="connsiteY19" fmla="*/ 207176 h 284924"/>
                <a:gd name="connsiteX20" fmla="*/ 207367 w 330833"/>
                <a:gd name="connsiteY20" fmla="*/ 216849 h 284924"/>
                <a:gd name="connsiteX21" fmla="*/ 206058 w 330833"/>
                <a:gd name="connsiteY21" fmla="*/ 224017 h 284924"/>
                <a:gd name="connsiteX22" fmla="*/ 198495 w 330833"/>
                <a:gd name="connsiteY22" fmla="*/ 232393 h 284924"/>
                <a:gd name="connsiteX23" fmla="*/ 183230 w 330833"/>
                <a:gd name="connsiteY23" fmla="*/ 248472 h 284924"/>
                <a:gd name="connsiteX24" fmla="*/ 168080 w 330833"/>
                <a:gd name="connsiteY24" fmla="*/ 255793 h 284924"/>
                <a:gd name="connsiteX25" fmla="*/ 154785 w 330833"/>
                <a:gd name="connsiteY25" fmla="*/ 255272 h 284924"/>
                <a:gd name="connsiteX26" fmla="*/ 147858 w 330833"/>
                <a:gd name="connsiteY26" fmla="*/ 258271 h 284924"/>
                <a:gd name="connsiteX27" fmla="*/ 133368 w 330833"/>
                <a:gd name="connsiteY27" fmla="*/ 268084 h 284924"/>
                <a:gd name="connsiteX28" fmla="*/ 94488 w 330833"/>
                <a:gd name="connsiteY28" fmla="*/ 284149 h 284924"/>
                <a:gd name="connsiteX29" fmla="*/ 73465 w 330833"/>
                <a:gd name="connsiteY29" fmla="*/ 284925 h 284924"/>
                <a:gd name="connsiteX30" fmla="*/ 66563 w 330833"/>
                <a:gd name="connsiteY30" fmla="*/ 281010 h 284924"/>
                <a:gd name="connsiteX31" fmla="*/ 57831 w 330833"/>
                <a:gd name="connsiteY31" fmla="*/ 267029 h 284924"/>
                <a:gd name="connsiteX32" fmla="*/ 58594 w 330833"/>
                <a:gd name="connsiteY32" fmla="*/ 262593 h 284924"/>
                <a:gd name="connsiteX33" fmla="*/ 99318 w 330833"/>
                <a:gd name="connsiteY33" fmla="*/ 235266 h 284924"/>
                <a:gd name="connsiteX34" fmla="*/ 122806 w 330833"/>
                <a:gd name="connsiteY34" fmla="*/ 219454 h 284924"/>
                <a:gd name="connsiteX35" fmla="*/ 133495 w 330833"/>
                <a:gd name="connsiteY35" fmla="*/ 204685 h 284924"/>
                <a:gd name="connsiteX36" fmla="*/ 146549 w 330833"/>
                <a:gd name="connsiteY36" fmla="*/ 191886 h 284924"/>
                <a:gd name="connsiteX37" fmla="*/ 152942 w 330833"/>
                <a:gd name="connsiteY37" fmla="*/ 181680 h 284924"/>
                <a:gd name="connsiteX38" fmla="*/ 151518 w 330833"/>
                <a:gd name="connsiteY38" fmla="*/ 174880 h 284924"/>
                <a:gd name="connsiteX39" fmla="*/ 138338 w 330833"/>
                <a:gd name="connsiteY39" fmla="*/ 168881 h 284924"/>
                <a:gd name="connsiteX40" fmla="*/ 134042 w 330833"/>
                <a:gd name="connsiteY40" fmla="*/ 174880 h 284924"/>
                <a:gd name="connsiteX41" fmla="*/ 134944 w 330833"/>
                <a:gd name="connsiteY41" fmla="*/ 180637 h 284924"/>
                <a:gd name="connsiteX42" fmla="*/ 121497 w 330833"/>
                <a:gd name="connsiteY42" fmla="*/ 206515 h 284924"/>
                <a:gd name="connsiteX43" fmla="*/ 93445 w 330833"/>
                <a:gd name="connsiteY43" fmla="*/ 226775 h 284924"/>
                <a:gd name="connsiteX44" fmla="*/ 71126 w 330833"/>
                <a:gd name="connsiteY44" fmla="*/ 244290 h 284924"/>
                <a:gd name="connsiteX45" fmla="*/ 48540 w 330833"/>
                <a:gd name="connsiteY45" fmla="*/ 258144 h 284924"/>
                <a:gd name="connsiteX46" fmla="*/ 31458 w 330833"/>
                <a:gd name="connsiteY46" fmla="*/ 258793 h 284924"/>
                <a:gd name="connsiteX47" fmla="*/ 23234 w 330833"/>
                <a:gd name="connsiteY47" fmla="*/ 259581 h 284924"/>
                <a:gd name="connsiteX48" fmla="*/ 12405 w 330833"/>
                <a:gd name="connsiteY48" fmla="*/ 258665 h 284924"/>
                <a:gd name="connsiteX49" fmla="*/ 4042 w 330833"/>
                <a:gd name="connsiteY49" fmla="*/ 245066 h 284924"/>
                <a:gd name="connsiteX50" fmla="*/ 0 w 330833"/>
                <a:gd name="connsiteY50" fmla="*/ 238799 h 284924"/>
                <a:gd name="connsiteX51" fmla="*/ 2491 w 330833"/>
                <a:gd name="connsiteY51" fmla="*/ 233563 h 284924"/>
                <a:gd name="connsiteX52" fmla="*/ 19574 w 330833"/>
                <a:gd name="connsiteY52" fmla="*/ 224157 h 284924"/>
                <a:gd name="connsiteX53" fmla="*/ 29246 w 330833"/>
                <a:gd name="connsiteY53" fmla="*/ 224805 h 284924"/>
                <a:gd name="connsiteX54" fmla="*/ 69169 w 330833"/>
                <a:gd name="connsiteY54" fmla="*/ 204685 h 284924"/>
                <a:gd name="connsiteX55" fmla="*/ 79871 w 330833"/>
                <a:gd name="connsiteY55" fmla="*/ 192267 h 284924"/>
                <a:gd name="connsiteX56" fmla="*/ 84434 w 330833"/>
                <a:gd name="connsiteY56" fmla="*/ 176583 h 284924"/>
                <a:gd name="connsiteX57" fmla="*/ 125018 w 330833"/>
                <a:gd name="connsiteY57" fmla="*/ 152129 h 284924"/>
                <a:gd name="connsiteX58" fmla="*/ 165487 w 330833"/>
                <a:gd name="connsiteY58" fmla="*/ 126911 h 284924"/>
                <a:gd name="connsiteX59" fmla="*/ 210634 w 330833"/>
                <a:gd name="connsiteY59" fmla="*/ 98161 h 284924"/>
                <a:gd name="connsiteX60" fmla="*/ 230474 w 330833"/>
                <a:gd name="connsiteY60" fmla="*/ 73325 h 284924"/>
                <a:gd name="connsiteX61" fmla="*/ 254865 w 330833"/>
                <a:gd name="connsiteY61" fmla="*/ 56472 h 284924"/>
                <a:gd name="connsiteX62" fmla="*/ 280311 w 330833"/>
                <a:gd name="connsiteY62" fmla="*/ 30454 h 284924"/>
                <a:gd name="connsiteX63" fmla="*/ 289971 w 330833"/>
                <a:gd name="connsiteY63" fmla="*/ 21302 h 284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330833" h="284924">
                  <a:moveTo>
                    <a:pt x="289971" y="21302"/>
                  </a:moveTo>
                  <a:lnTo>
                    <a:pt x="304981" y="8770"/>
                  </a:lnTo>
                  <a:lnTo>
                    <a:pt x="324555" y="0"/>
                  </a:lnTo>
                  <a:lnTo>
                    <a:pt x="329512" y="3788"/>
                  </a:lnTo>
                  <a:lnTo>
                    <a:pt x="330834" y="9800"/>
                  </a:lnTo>
                  <a:lnTo>
                    <a:pt x="315556" y="29551"/>
                  </a:lnTo>
                  <a:lnTo>
                    <a:pt x="299503" y="53586"/>
                  </a:lnTo>
                  <a:lnTo>
                    <a:pt x="292576" y="78816"/>
                  </a:lnTo>
                  <a:lnTo>
                    <a:pt x="283056" y="88489"/>
                  </a:lnTo>
                  <a:lnTo>
                    <a:pt x="277578" y="103525"/>
                  </a:lnTo>
                  <a:lnTo>
                    <a:pt x="265046" y="118815"/>
                  </a:lnTo>
                  <a:lnTo>
                    <a:pt x="263864" y="130051"/>
                  </a:lnTo>
                  <a:lnTo>
                    <a:pt x="266482" y="137753"/>
                  </a:lnTo>
                  <a:lnTo>
                    <a:pt x="263864" y="144820"/>
                  </a:lnTo>
                  <a:lnTo>
                    <a:pt x="256962" y="152268"/>
                  </a:lnTo>
                  <a:lnTo>
                    <a:pt x="237122" y="189128"/>
                  </a:lnTo>
                  <a:lnTo>
                    <a:pt x="229813" y="204037"/>
                  </a:lnTo>
                  <a:lnTo>
                    <a:pt x="219760" y="209388"/>
                  </a:lnTo>
                  <a:lnTo>
                    <a:pt x="211282" y="203109"/>
                  </a:lnTo>
                  <a:lnTo>
                    <a:pt x="208028" y="207176"/>
                  </a:lnTo>
                  <a:lnTo>
                    <a:pt x="207367" y="216849"/>
                  </a:lnTo>
                  <a:lnTo>
                    <a:pt x="206058" y="224017"/>
                  </a:lnTo>
                  <a:lnTo>
                    <a:pt x="198495" y="232393"/>
                  </a:lnTo>
                  <a:lnTo>
                    <a:pt x="183230" y="248472"/>
                  </a:lnTo>
                  <a:lnTo>
                    <a:pt x="168080" y="255793"/>
                  </a:lnTo>
                  <a:lnTo>
                    <a:pt x="154785" y="255272"/>
                  </a:lnTo>
                  <a:lnTo>
                    <a:pt x="147858" y="258271"/>
                  </a:lnTo>
                  <a:lnTo>
                    <a:pt x="133368" y="268084"/>
                  </a:lnTo>
                  <a:lnTo>
                    <a:pt x="94488" y="284149"/>
                  </a:lnTo>
                  <a:lnTo>
                    <a:pt x="73465" y="284925"/>
                  </a:lnTo>
                  <a:lnTo>
                    <a:pt x="66563" y="281010"/>
                  </a:lnTo>
                  <a:lnTo>
                    <a:pt x="57831" y="267029"/>
                  </a:lnTo>
                  <a:lnTo>
                    <a:pt x="58594" y="262593"/>
                  </a:lnTo>
                  <a:lnTo>
                    <a:pt x="99318" y="235266"/>
                  </a:lnTo>
                  <a:lnTo>
                    <a:pt x="122806" y="219454"/>
                  </a:lnTo>
                  <a:lnTo>
                    <a:pt x="133495" y="204685"/>
                  </a:lnTo>
                  <a:lnTo>
                    <a:pt x="146549" y="191886"/>
                  </a:lnTo>
                  <a:lnTo>
                    <a:pt x="152942" y="181680"/>
                  </a:lnTo>
                  <a:lnTo>
                    <a:pt x="151518" y="174880"/>
                  </a:lnTo>
                  <a:lnTo>
                    <a:pt x="138338" y="168881"/>
                  </a:lnTo>
                  <a:lnTo>
                    <a:pt x="134042" y="174880"/>
                  </a:lnTo>
                  <a:lnTo>
                    <a:pt x="134944" y="180637"/>
                  </a:lnTo>
                  <a:lnTo>
                    <a:pt x="121497" y="206515"/>
                  </a:lnTo>
                  <a:lnTo>
                    <a:pt x="93445" y="226775"/>
                  </a:lnTo>
                  <a:lnTo>
                    <a:pt x="71126" y="244290"/>
                  </a:lnTo>
                  <a:lnTo>
                    <a:pt x="48540" y="258144"/>
                  </a:lnTo>
                  <a:lnTo>
                    <a:pt x="31458" y="258793"/>
                  </a:lnTo>
                  <a:lnTo>
                    <a:pt x="23234" y="259581"/>
                  </a:lnTo>
                  <a:lnTo>
                    <a:pt x="12405" y="258665"/>
                  </a:lnTo>
                  <a:lnTo>
                    <a:pt x="4042" y="245066"/>
                  </a:lnTo>
                  <a:lnTo>
                    <a:pt x="0" y="238799"/>
                  </a:lnTo>
                  <a:lnTo>
                    <a:pt x="2491" y="233563"/>
                  </a:lnTo>
                  <a:lnTo>
                    <a:pt x="19574" y="224157"/>
                  </a:lnTo>
                  <a:lnTo>
                    <a:pt x="29246" y="224805"/>
                  </a:lnTo>
                  <a:lnTo>
                    <a:pt x="69169" y="204685"/>
                  </a:lnTo>
                  <a:lnTo>
                    <a:pt x="79871" y="192267"/>
                  </a:lnTo>
                  <a:lnTo>
                    <a:pt x="84434" y="176583"/>
                  </a:lnTo>
                  <a:lnTo>
                    <a:pt x="125018" y="152129"/>
                  </a:lnTo>
                  <a:lnTo>
                    <a:pt x="165487" y="126911"/>
                  </a:lnTo>
                  <a:lnTo>
                    <a:pt x="210634" y="98161"/>
                  </a:lnTo>
                  <a:lnTo>
                    <a:pt x="230474" y="73325"/>
                  </a:lnTo>
                  <a:lnTo>
                    <a:pt x="254865" y="56472"/>
                  </a:lnTo>
                  <a:lnTo>
                    <a:pt x="280311" y="30454"/>
                  </a:lnTo>
                  <a:lnTo>
                    <a:pt x="289971" y="21302"/>
                  </a:lnTo>
                  <a:close/>
                </a:path>
              </a:pathLst>
            </a:custGeom>
            <a:solidFill>
              <a:srgbClr val="BAE0DF"/>
            </a:solidFill>
            <a:ln w="12700" cap="flat">
              <a:noFill/>
              <a:prstDash val="solid"/>
              <a:miter/>
            </a:ln>
          </p:spPr>
          <p:txBody>
            <a:bodyPr rtlCol="0" anchor="ctr"/>
            <a:lstStyle/>
            <a:p>
              <a:endParaRPr lang="de-CH"/>
            </a:p>
          </p:txBody>
        </p:sp>
        <p:sp>
          <p:nvSpPr>
            <p:cNvPr id="68" name="Freihandform: Form 67">
              <a:extLst>
                <a:ext uri="{FF2B5EF4-FFF2-40B4-BE49-F238E27FC236}">
                  <a16:creationId xmlns:a16="http://schemas.microsoft.com/office/drawing/2014/main" id="{F3C0951A-EBF6-FE6B-2B0C-F45DD7F6DBB1}"/>
                </a:ext>
              </a:extLst>
            </p:cNvPr>
            <p:cNvSpPr/>
            <p:nvPr/>
          </p:nvSpPr>
          <p:spPr>
            <a:xfrm>
              <a:off x="2887800" y="2873450"/>
              <a:ext cx="848520" cy="670653"/>
            </a:xfrm>
            <a:custGeom>
              <a:avLst/>
              <a:gdLst>
                <a:gd name="connsiteX0" fmla="*/ 707310 w 848520"/>
                <a:gd name="connsiteY0" fmla="*/ 0 h 670653"/>
                <a:gd name="connsiteX1" fmla="*/ 721673 w 848520"/>
                <a:gd name="connsiteY1" fmla="*/ 3800 h 670653"/>
                <a:gd name="connsiteX2" fmla="*/ 733938 w 848520"/>
                <a:gd name="connsiteY2" fmla="*/ 10727 h 670653"/>
                <a:gd name="connsiteX3" fmla="*/ 741119 w 848520"/>
                <a:gd name="connsiteY3" fmla="*/ 21950 h 670653"/>
                <a:gd name="connsiteX4" fmla="*/ 769692 w 848520"/>
                <a:gd name="connsiteY4" fmla="*/ 28369 h 670653"/>
                <a:gd name="connsiteX5" fmla="*/ 775958 w 848520"/>
                <a:gd name="connsiteY5" fmla="*/ 22624 h 670653"/>
                <a:gd name="connsiteX6" fmla="*/ 785491 w 848520"/>
                <a:gd name="connsiteY6" fmla="*/ 22624 h 670653"/>
                <a:gd name="connsiteX7" fmla="*/ 790829 w 848520"/>
                <a:gd name="connsiteY7" fmla="*/ 29157 h 670653"/>
                <a:gd name="connsiteX8" fmla="*/ 799052 w 848520"/>
                <a:gd name="connsiteY8" fmla="*/ 19726 h 670653"/>
                <a:gd name="connsiteX9" fmla="*/ 808445 w 848520"/>
                <a:gd name="connsiteY9" fmla="*/ 16879 h 670653"/>
                <a:gd name="connsiteX10" fmla="*/ 829849 w 848520"/>
                <a:gd name="connsiteY10" fmla="*/ 39338 h 670653"/>
                <a:gd name="connsiteX11" fmla="*/ 848521 w 848520"/>
                <a:gd name="connsiteY11" fmla="*/ 73986 h 670653"/>
                <a:gd name="connsiteX12" fmla="*/ 837806 w 848520"/>
                <a:gd name="connsiteY12" fmla="*/ 82222 h 670653"/>
                <a:gd name="connsiteX13" fmla="*/ 830383 w 848520"/>
                <a:gd name="connsiteY13" fmla="*/ 90064 h 670653"/>
                <a:gd name="connsiteX14" fmla="*/ 820851 w 848520"/>
                <a:gd name="connsiteY14" fmla="*/ 93064 h 670653"/>
                <a:gd name="connsiteX15" fmla="*/ 826201 w 848520"/>
                <a:gd name="connsiteY15" fmla="*/ 98428 h 670653"/>
                <a:gd name="connsiteX16" fmla="*/ 826329 w 848520"/>
                <a:gd name="connsiteY16" fmla="*/ 109003 h 670653"/>
                <a:gd name="connsiteX17" fmla="*/ 819147 w 848520"/>
                <a:gd name="connsiteY17" fmla="*/ 122069 h 670653"/>
                <a:gd name="connsiteX18" fmla="*/ 804403 w 848520"/>
                <a:gd name="connsiteY18" fmla="*/ 135681 h 670653"/>
                <a:gd name="connsiteX19" fmla="*/ 798925 w 848520"/>
                <a:gd name="connsiteY19" fmla="*/ 148608 h 670653"/>
                <a:gd name="connsiteX20" fmla="*/ 740979 w 848520"/>
                <a:gd name="connsiteY20" fmla="*/ 184158 h 670653"/>
                <a:gd name="connsiteX21" fmla="*/ 708619 w 848520"/>
                <a:gd name="connsiteY21" fmla="*/ 204037 h 670653"/>
                <a:gd name="connsiteX22" fmla="*/ 702226 w 848520"/>
                <a:gd name="connsiteY22" fmla="*/ 212527 h 670653"/>
                <a:gd name="connsiteX23" fmla="*/ 703395 w 848520"/>
                <a:gd name="connsiteY23" fmla="*/ 221412 h 670653"/>
                <a:gd name="connsiteX24" fmla="*/ 668036 w 848520"/>
                <a:gd name="connsiteY24" fmla="*/ 251725 h 670653"/>
                <a:gd name="connsiteX25" fmla="*/ 653165 w 848520"/>
                <a:gd name="connsiteY25" fmla="*/ 261029 h 670653"/>
                <a:gd name="connsiteX26" fmla="*/ 644547 w 848520"/>
                <a:gd name="connsiteY26" fmla="*/ 272507 h 670653"/>
                <a:gd name="connsiteX27" fmla="*/ 613738 w 848520"/>
                <a:gd name="connsiteY27" fmla="*/ 296173 h 670653"/>
                <a:gd name="connsiteX28" fmla="*/ 600049 w 848520"/>
                <a:gd name="connsiteY28" fmla="*/ 301791 h 670653"/>
                <a:gd name="connsiteX29" fmla="*/ 598867 w 848520"/>
                <a:gd name="connsiteY29" fmla="*/ 309506 h 670653"/>
                <a:gd name="connsiteX30" fmla="*/ 594685 w 848520"/>
                <a:gd name="connsiteY30" fmla="*/ 316573 h 670653"/>
                <a:gd name="connsiteX31" fmla="*/ 588419 w 848520"/>
                <a:gd name="connsiteY31" fmla="*/ 315785 h 670653"/>
                <a:gd name="connsiteX32" fmla="*/ 545103 w 848520"/>
                <a:gd name="connsiteY32" fmla="*/ 342057 h 670653"/>
                <a:gd name="connsiteX33" fmla="*/ 545103 w 848520"/>
                <a:gd name="connsiteY33" fmla="*/ 350929 h 670653"/>
                <a:gd name="connsiteX34" fmla="*/ 523165 w 848520"/>
                <a:gd name="connsiteY34" fmla="*/ 370541 h 670653"/>
                <a:gd name="connsiteX35" fmla="*/ 485721 w 848520"/>
                <a:gd name="connsiteY35" fmla="*/ 415776 h 670653"/>
                <a:gd name="connsiteX36" fmla="*/ 477243 w 848520"/>
                <a:gd name="connsiteY36" fmla="*/ 429630 h 670653"/>
                <a:gd name="connsiteX37" fmla="*/ 467710 w 848520"/>
                <a:gd name="connsiteY37" fmla="*/ 435642 h 670653"/>
                <a:gd name="connsiteX38" fmla="*/ 458317 w 848520"/>
                <a:gd name="connsiteY38" fmla="*/ 441400 h 670653"/>
                <a:gd name="connsiteX39" fmla="*/ 455445 w 848520"/>
                <a:gd name="connsiteY39" fmla="*/ 448454 h 670653"/>
                <a:gd name="connsiteX40" fmla="*/ 444743 w 848520"/>
                <a:gd name="connsiteY40" fmla="*/ 451466 h 670653"/>
                <a:gd name="connsiteX41" fmla="*/ 430266 w 848520"/>
                <a:gd name="connsiteY41" fmla="*/ 463744 h 670653"/>
                <a:gd name="connsiteX42" fmla="*/ 400117 w 848520"/>
                <a:gd name="connsiteY42" fmla="*/ 496549 h 670653"/>
                <a:gd name="connsiteX43" fmla="*/ 373223 w 848520"/>
                <a:gd name="connsiteY43" fmla="*/ 508700 h 670653"/>
                <a:gd name="connsiteX44" fmla="*/ 361478 w 848520"/>
                <a:gd name="connsiteY44" fmla="*/ 510531 h 670653"/>
                <a:gd name="connsiteX45" fmla="*/ 351691 w 848520"/>
                <a:gd name="connsiteY45" fmla="*/ 518627 h 670653"/>
                <a:gd name="connsiteX46" fmla="*/ 321022 w 848520"/>
                <a:gd name="connsiteY46" fmla="*/ 548305 h 670653"/>
                <a:gd name="connsiteX47" fmla="*/ 268313 w 848520"/>
                <a:gd name="connsiteY47" fmla="*/ 602286 h 670653"/>
                <a:gd name="connsiteX48" fmla="*/ 250696 w 848520"/>
                <a:gd name="connsiteY48" fmla="*/ 619788 h 670653"/>
                <a:gd name="connsiteX49" fmla="*/ 232800 w 848520"/>
                <a:gd name="connsiteY49" fmla="*/ 620970 h 670653"/>
                <a:gd name="connsiteX50" fmla="*/ 215324 w 848520"/>
                <a:gd name="connsiteY50" fmla="*/ 607776 h 670653"/>
                <a:gd name="connsiteX51" fmla="*/ 205664 w 848520"/>
                <a:gd name="connsiteY51" fmla="*/ 611170 h 670653"/>
                <a:gd name="connsiteX52" fmla="*/ 194962 w 848520"/>
                <a:gd name="connsiteY52" fmla="*/ 606988 h 670653"/>
                <a:gd name="connsiteX53" fmla="*/ 167177 w 848520"/>
                <a:gd name="connsiteY53" fmla="*/ 608946 h 670653"/>
                <a:gd name="connsiteX54" fmla="*/ 79210 w 848520"/>
                <a:gd name="connsiteY54" fmla="*/ 653012 h 670653"/>
                <a:gd name="connsiteX55" fmla="*/ 68635 w 848520"/>
                <a:gd name="connsiteY55" fmla="*/ 663193 h 670653"/>
                <a:gd name="connsiteX56" fmla="*/ 55073 w 848520"/>
                <a:gd name="connsiteY56" fmla="*/ 663714 h 670653"/>
                <a:gd name="connsiteX57" fmla="*/ 48286 w 848520"/>
                <a:gd name="connsiteY57" fmla="*/ 668557 h 670653"/>
                <a:gd name="connsiteX58" fmla="*/ 24404 w 848520"/>
                <a:gd name="connsiteY58" fmla="*/ 670654 h 670653"/>
                <a:gd name="connsiteX59" fmla="*/ 14083 w 848520"/>
                <a:gd name="connsiteY59" fmla="*/ 659672 h 670653"/>
                <a:gd name="connsiteX60" fmla="*/ 2351 w 848520"/>
                <a:gd name="connsiteY60" fmla="*/ 647115 h 670653"/>
                <a:gd name="connsiteX61" fmla="*/ 915 w 848520"/>
                <a:gd name="connsiteY61" fmla="*/ 638230 h 670653"/>
                <a:gd name="connsiteX62" fmla="*/ 0 w 848520"/>
                <a:gd name="connsiteY62" fmla="*/ 621758 h 670653"/>
                <a:gd name="connsiteX63" fmla="*/ 50104 w 848520"/>
                <a:gd name="connsiteY63" fmla="*/ 581250 h 670653"/>
                <a:gd name="connsiteX64" fmla="*/ 70986 w 848520"/>
                <a:gd name="connsiteY64" fmla="*/ 569735 h 670653"/>
                <a:gd name="connsiteX65" fmla="*/ 83392 w 848520"/>
                <a:gd name="connsiteY65" fmla="*/ 566735 h 670653"/>
                <a:gd name="connsiteX66" fmla="*/ 88082 w 848520"/>
                <a:gd name="connsiteY66" fmla="*/ 560202 h 670653"/>
                <a:gd name="connsiteX67" fmla="*/ 97487 w 848520"/>
                <a:gd name="connsiteY67" fmla="*/ 555232 h 670653"/>
                <a:gd name="connsiteX68" fmla="*/ 106359 w 848520"/>
                <a:gd name="connsiteY68" fmla="*/ 538379 h 670653"/>
                <a:gd name="connsiteX69" fmla="*/ 115231 w 848520"/>
                <a:gd name="connsiteY69" fmla="*/ 535379 h 670653"/>
                <a:gd name="connsiteX70" fmla="*/ 123581 w 848520"/>
                <a:gd name="connsiteY70" fmla="*/ 526622 h 670653"/>
                <a:gd name="connsiteX71" fmla="*/ 137537 w 848520"/>
                <a:gd name="connsiteY71" fmla="*/ 522160 h 670653"/>
                <a:gd name="connsiteX72" fmla="*/ 165462 w 848520"/>
                <a:gd name="connsiteY72" fmla="*/ 487665 h 670653"/>
                <a:gd name="connsiteX73" fmla="*/ 186090 w 848520"/>
                <a:gd name="connsiteY73" fmla="*/ 475641 h 670653"/>
                <a:gd name="connsiteX74" fmla="*/ 196284 w 848520"/>
                <a:gd name="connsiteY74" fmla="*/ 473798 h 670653"/>
                <a:gd name="connsiteX75" fmla="*/ 213887 w 848520"/>
                <a:gd name="connsiteY75" fmla="*/ 453284 h 670653"/>
                <a:gd name="connsiteX76" fmla="*/ 226280 w 848520"/>
                <a:gd name="connsiteY76" fmla="*/ 449102 h 670653"/>
                <a:gd name="connsiteX77" fmla="*/ 242473 w 848520"/>
                <a:gd name="connsiteY77" fmla="*/ 435769 h 670653"/>
                <a:gd name="connsiteX78" fmla="*/ 248739 w 848520"/>
                <a:gd name="connsiteY78" fmla="*/ 418382 h 670653"/>
                <a:gd name="connsiteX79" fmla="*/ 251077 w 848520"/>
                <a:gd name="connsiteY79" fmla="*/ 405977 h 670653"/>
                <a:gd name="connsiteX80" fmla="*/ 257738 w 848520"/>
                <a:gd name="connsiteY80" fmla="*/ 395122 h 670653"/>
                <a:gd name="connsiteX81" fmla="*/ 267016 w 848520"/>
                <a:gd name="connsiteY81" fmla="*/ 375777 h 670653"/>
                <a:gd name="connsiteX82" fmla="*/ 278226 w 848520"/>
                <a:gd name="connsiteY82" fmla="*/ 361008 h 670653"/>
                <a:gd name="connsiteX83" fmla="*/ 294801 w 848520"/>
                <a:gd name="connsiteY83" fmla="*/ 352123 h 670653"/>
                <a:gd name="connsiteX84" fmla="*/ 303939 w 848520"/>
                <a:gd name="connsiteY84" fmla="*/ 341930 h 670653"/>
                <a:gd name="connsiteX85" fmla="*/ 349353 w 848520"/>
                <a:gd name="connsiteY85" fmla="*/ 286246 h 670653"/>
                <a:gd name="connsiteX86" fmla="*/ 401948 w 848520"/>
                <a:gd name="connsiteY86" fmla="*/ 252272 h 670653"/>
                <a:gd name="connsiteX87" fmla="*/ 413946 w 848520"/>
                <a:gd name="connsiteY87" fmla="*/ 255539 h 670653"/>
                <a:gd name="connsiteX88" fmla="*/ 419043 w 848520"/>
                <a:gd name="connsiteY88" fmla="*/ 250823 h 670653"/>
                <a:gd name="connsiteX89" fmla="*/ 418649 w 848520"/>
                <a:gd name="connsiteY89" fmla="*/ 235012 h 670653"/>
                <a:gd name="connsiteX90" fmla="*/ 433774 w 848520"/>
                <a:gd name="connsiteY90" fmla="*/ 217230 h 670653"/>
                <a:gd name="connsiteX91" fmla="*/ 462105 w 848520"/>
                <a:gd name="connsiteY91" fmla="*/ 209922 h 670653"/>
                <a:gd name="connsiteX92" fmla="*/ 483636 w 848520"/>
                <a:gd name="connsiteY92" fmla="*/ 196589 h 670653"/>
                <a:gd name="connsiteX93" fmla="*/ 484284 w 848520"/>
                <a:gd name="connsiteY93" fmla="*/ 179468 h 670653"/>
                <a:gd name="connsiteX94" fmla="*/ 492126 w 848520"/>
                <a:gd name="connsiteY94" fmla="*/ 164305 h 670653"/>
                <a:gd name="connsiteX95" fmla="*/ 489762 w 848520"/>
                <a:gd name="connsiteY95" fmla="*/ 123785 h 670653"/>
                <a:gd name="connsiteX96" fmla="*/ 512082 w 848520"/>
                <a:gd name="connsiteY96" fmla="*/ 105482 h 670653"/>
                <a:gd name="connsiteX97" fmla="*/ 532443 w 848520"/>
                <a:gd name="connsiteY97" fmla="*/ 96331 h 670653"/>
                <a:gd name="connsiteX98" fmla="*/ 558677 w 848520"/>
                <a:gd name="connsiteY98" fmla="*/ 93585 h 670653"/>
                <a:gd name="connsiteX99" fmla="*/ 570548 w 848520"/>
                <a:gd name="connsiteY99" fmla="*/ 85362 h 670653"/>
                <a:gd name="connsiteX100" fmla="*/ 574069 w 848520"/>
                <a:gd name="connsiteY100" fmla="*/ 79477 h 670653"/>
                <a:gd name="connsiteX101" fmla="*/ 595333 w 848520"/>
                <a:gd name="connsiteY101" fmla="*/ 67567 h 670653"/>
                <a:gd name="connsiteX102" fmla="*/ 604218 w 848520"/>
                <a:gd name="connsiteY102" fmla="*/ 69919 h 670653"/>
                <a:gd name="connsiteX103" fmla="*/ 615962 w 848520"/>
                <a:gd name="connsiteY103" fmla="*/ 63132 h 670653"/>
                <a:gd name="connsiteX104" fmla="*/ 640238 w 848520"/>
                <a:gd name="connsiteY104" fmla="*/ 54628 h 670653"/>
                <a:gd name="connsiteX105" fmla="*/ 643759 w 848520"/>
                <a:gd name="connsiteY105" fmla="*/ 46926 h 670653"/>
                <a:gd name="connsiteX106" fmla="*/ 657054 w 848520"/>
                <a:gd name="connsiteY106" fmla="*/ 46799 h 670653"/>
                <a:gd name="connsiteX107" fmla="*/ 665544 w 848520"/>
                <a:gd name="connsiteY107" fmla="*/ 38703 h 670653"/>
                <a:gd name="connsiteX108" fmla="*/ 666714 w 848520"/>
                <a:gd name="connsiteY108" fmla="*/ 30326 h 670653"/>
                <a:gd name="connsiteX109" fmla="*/ 684203 w 848520"/>
                <a:gd name="connsiteY109" fmla="*/ 15557 h 670653"/>
                <a:gd name="connsiteX110" fmla="*/ 707310 w 848520"/>
                <a:gd name="connsiteY110" fmla="*/ 0 h 670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848520" h="670653">
                  <a:moveTo>
                    <a:pt x="707310" y="0"/>
                  </a:moveTo>
                  <a:lnTo>
                    <a:pt x="721673" y="3800"/>
                  </a:lnTo>
                  <a:lnTo>
                    <a:pt x="733938" y="10727"/>
                  </a:lnTo>
                  <a:lnTo>
                    <a:pt x="741119" y="21950"/>
                  </a:lnTo>
                  <a:lnTo>
                    <a:pt x="769692" y="28369"/>
                  </a:lnTo>
                  <a:lnTo>
                    <a:pt x="775958" y="22624"/>
                  </a:lnTo>
                  <a:lnTo>
                    <a:pt x="785491" y="22624"/>
                  </a:lnTo>
                  <a:lnTo>
                    <a:pt x="790829" y="29157"/>
                  </a:lnTo>
                  <a:lnTo>
                    <a:pt x="799052" y="19726"/>
                  </a:lnTo>
                  <a:lnTo>
                    <a:pt x="808445" y="16879"/>
                  </a:lnTo>
                  <a:lnTo>
                    <a:pt x="829849" y="39338"/>
                  </a:lnTo>
                  <a:lnTo>
                    <a:pt x="848521" y="73986"/>
                  </a:lnTo>
                  <a:lnTo>
                    <a:pt x="837806" y="82222"/>
                  </a:lnTo>
                  <a:lnTo>
                    <a:pt x="830383" y="90064"/>
                  </a:lnTo>
                  <a:lnTo>
                    <a:pt x="820851" y="93064"/>
                  </a:lnTo>
                  <a:lnTo>
                    <a:pt x="826201" y="98428"/>
                  </a:lnTo>
                  <a:lnTo>
                    <a:pt x="826329" y="109003"/>
                  </a:lnTo>
                  <a:lnTo>
                    <a:pt x="819147" y="122069"/>
                  </a:lnTo>
                  <a:lnTo>
                    <a:pt x="804403" y="135681"/>
                  </a:lnTo>
                  <a:lnTo>
                    <a:pt x="798925" y="148608"/>
                  </a:lnTo>
                  <a:lnTo>
                    <a:pt x="740979" y="184158"/>
                  </a:lnTo>
                  <a:lnTo>
                    <a:pt x="708619" y="204037"/>
                  </a:lnTo>
                  <a:lnTo>
                    <a:pt x="702226" y="212527"/>
                  </a:lnTo>
                  <a:lnTo>
                    <a:pt x="703395" y="221412"/>
                  </a:lnTo>
                  <a:lnTo>
                    <a:pt x="668036" y="251725"/>
                  </a:lnTo>
                  <a:lnTo>
                    <a:pt x="653165" y="261029"/>
                  </a:lnTo>
                  <a:lnTo>
                    <a:pt x="644547" y="272507"/>
                  </a:lnTo>
                  <a:lnTo>
                    <a:pt x="613738" y="296173"/>
                  </a:lnTo>
                  <a:lnTo>
                    <a:pt x="600049" y="301791"/>
                  </a:lnTo>
                  <a:lnTo>
                    <a:pt x="598867" y="309506"/>
                  </a:lnTo>
                  <a:lnTo>
                    <a:pt x="594685" y="316573"/>
                  </a:lnTo>
                  <a:lnTo>
                    <a:pt x="588419" y="315785"/>
                  </a:lnTo>
                  <a:lnTo>
                    <a:pt x="545103" y="342057"/>
                  </a:lnTo>
                  <a:lnTo>
                    <a:pt x="545103" y="350929"/>
                  </a:lnTo>
                  <a:lnTo>
                    <a:pt x="523165" y="370541"/>
                  </a:lnTo>
                  <a:lnTo>
                    <a:pt x="485721" y="415776"/>
                  </a:lnTo>
                  <a:lnTo>
                    <a:pt x="477243" y="429630"/>
                  </a:lnTo>
                  <a:lnTo>
                    <a:pt x="467710" y="435642"/>
                  </a:lnTo>
                  <a:lnTo>
                    <a:pt x="458317" y="441400"/>
                  </a:lnTo>
                  <a:lnTo>
                    <a:pt x="455445" y="448454"/>
                  </a:lnTo>
                  <a:lnTo>
                    <a:pt x="444743" y="451466"/>
                  </a:lnTo>
                  <a:lnTo>
                    <a:pt x="430266" y="463744"/>
                  </a:lnTo>
                  <a:lnTo>
                    <a:pt x="400117" y="496549"/>
                  </a:lnTo>
                  <a:lnTo>
                    <a:pt x="373223" y="508700"/>
                  </a:lnTo>
                  <a:lnTo>
                    <a:pt x="361478" y="510531"/>
                  </a:lnTo>
                  <a:lnTo>
                    <a:pt x="351691" y="518627"/>
                  </a:lnTo>
                  <a:lnTo>
                    <a:pt x="321022" y="548305"/>
                  </a:lnTo>
                  <a:lnTo>
                    <a:pt x="268313" y="602286"/>
                  </a:lnTo>
                  <a:lnTo>
                    <a:pt x="250696" y="619788"/>
                  </a:lnTo>
                  <a:lnTo>
                    <a:pt x="232800" y="620970"/>
                  </a:lnTo>
                  <a:lnTo>
                    <a:pt x="215324" y="607776"/>
                  </a:lnTo>
                  <a:lnTo>
                    <a:pt x="205664" y="611170"/>
                  </a:lnTo>
                  <a:lnTo>
                    <a:pt x="194962" y="606988"/>
                  </a:lnTo>
                  <a:lnTo>
                    <a:pt x="167177" y="608946"/>
                  </a:lnTo>
                  <a:lnTo>
                    <a:pt x="79210" y="653012"/>
                  </a:lnTo>
                  <a:lnTo>
                    <a:pt x="68635" y="663193"/>
                  </a:lnTo>
                  <a:lnTo>
                    <a:pt x="55073" y="663714"/>
                  </a:lnTo>
                  <a:lnTo>
                    <a:pt x="48286" y="668557"/>
                  </a:lnTo>
                  <a:lnTo>
                    <a:pt x="24404" y="670654"/>
                  </a:lnTo>
                  <a:lnTo>
                    <a:pt x="14083" y="659672"/>
                  </a:lnTo>
                  <a:lnTo>
                    <a:pt x="2351" y="647115"/>
                  </a:lnTo>
                  <a:lnTo>
                    <a:pt x="915" y="638230"/>
                  </a:lnTo>
                  <a:lnTo>
                    <a:pt x="0" y="621758"/>
                  </a:lnTo>
                  <a:lnTo>
                    <a:pt x="50104" y="581250"/>
                  </a:lnTo>
                  <a:lnTo>
                    <a:pt x="70986" y="569735"/>
                  </a:lnTo>
                  <a:lnTo>
                    <a:pt x="83392" y="566735"/>
                  </a:lnTo>
                  <a:lnTo>
                    <a:pt x="88082" y="560202"/>
                  </a:lnTo>
                  <a:lnTo>
                    <a:pt x="97487" y="555232"/>
                  </a:lnTo>
                  <a:lnTo>
                    <a:pt x="106359" y="538379"/>
                  </a:lnTo>
                  <a:lnTo>
                    <a:pt x="115231" y="535379"/>
                  </a:lnTo>
                  <a:lnTo>
                    <a:pt x="123581" y="526622"/>
                  </a:lnTo>
                  <a:lnTo>
                    <a:pt x="137537" y="522160"/>
                  </a:lnTo>
                  <a:lnTo>
                    <a:pt x="165462" y="487665"/>
                  </a:lnTo>
                  <a:lnTo>
                    <a:pt x="186090" y="475641"/>
                  </a:lnTo>
                  <a:lnTo>
                    <a:pt x="196284" y="473798"/>
                  </a:lnTo>
                  <a:lnTo>
                    <a:pt x="213887" y="453284"/>
                  </a:lnTo>
                  <a:lnTo>
                    <a:pt x="226280" y="449102"/>
                  </a:lnTo>
                  <a:lnTo>
                    <a:pt x="242473" y="435769"/>
                  </a:lnTo>
                  <a:lnTo>
                    <a:pt x="248739" y="418382"/>
                  </a:lnTo>
                  <a:lnTo>
                    <a:pt x="251077" y="405977"/>
                  </a:lnTo>
                  <a:lnTo>
                    <a:pt x="257738" y="395122"/>
                  </a:lnTo>
                  <a:lnTo>
                    <a:pt x="267016" y="375777"/>
                  </a:lnTo>
                  <a:lnTo>
                    <a:pt x="278226" y="361008"/>
                  </a:lnTo>
                  <a:lnTo>
                    <a:pt x="294801" y="352123"/>
                  </a:lnTo>
                  <a:lnTo>
                    <a:pt x="303939" y="341930"/>
                  </a:lnTo>
                  <a:lnTo>
                    <a:pt x="349353" y="286246"/>
                  </a:lnTo>
                  <a:lnTo>
                    <a:pt x="401948" y="252272"/>
                  </a:lnTo>
                  <a:lnTo>
                    <a:pt x="413946" y="255539"/>
                  </a:lnTo>
                  <a:lnTo>
                    <a:pt x="419043" y="250823"/>
                  </a:lnTo>
                  <a:lnTo>
                    <a:pt x="418649" y="235012"/>
                  </a:lnTo>
                  <a:lnTo>
                    <a:pt x="433774" y="217230"/>
                  </a:lnTo>
                  <a:lnTo>
                    <a:pt x="462105" y="209922"/>
                  </a:lnTo>
                  <a:lnTo>
                    <a:pt x="483636" y="196589"/>
                  </a:lnTo>
                  <a:lnTo>
                    <a:pt x="484284" y="179468"/>
                  </a:lnTo>
                  <a:lnTo>
                    <a:pt x="492126" y="164305"/>
                  </a:lnTo>
                  <a:lnTo>
                    <a:pt x="489762" y="123785"/>
                  </a:lnTo>
                  <a:lnTo>
                    <a:pt x="512082" y="105482"/>
                  </a:lnTo>
                  <a:lnTo>
                    <a:pt x="532443" y="96331"/>
                  </a:lnTo>
                  <a:lnTo>
                    <a:pt x="558677" y="93585"/>
                  </a:lnTo>
                  <a:lnTo>
                    <a:pt x="570548" y="85362"/>
                  </a:lnTo>
                  <a:lnTo>
                    <a:pt x="574069" y="79477"/>
                  </a:lnTo>
                  <a:lnTo>
                    <a:pt x="595333" y="67567"/>
                  </a:lnTo>
                  <a:lnTo>
                    <a:pt x="604218" y="69919"/>
                  </a:lnTo>
                  <a:lnTo>
                    <a:pt x="615962" y="63132"/>
                  </a:lnTo>
                  <a:lnTo>
                    <a:pt x="640238" y="54628"/>
                  </a:lnTo>
                  <a:lnTo>
                    <a:pt x="643759" y="46926"/>
                  </a:lnTo>
                  <a:lnTo>
                    <a:pt x="657054" y="46799"/>
                  </a:lnTo>
                  <a:lnTo>
                    <a:pt x="665544" y="38703"/>
                  </a:lnTo>
                  <a:lnTo>
                    <a:pt x="666714" y="30326"/>
                  </a:lnTo>
                  <a:lnTo>
                    <a:pt x="684203" y="15557"/>
                  </a:lnTo>
                  <a:lnTo>
                    <a:pt x="707310" y="0"/>
                  </a:lnTo>
                  <a:close/>
                </a:path>
              </a:pathLst>
            </a:custGeom>
            <a:solidFill>
              <a:srgbClr val="BAE0DF"/>
            </a:solidFill>
            <a:ln w="12700" cap="flat">
              <a:noFill/>
              <a:prstDash val="solid"/>
              <a:miter/>
            </a:ln>
          </p:spPr>
          <p:txBody>
            <a:bodyPr rtlCol="0" anchor="ctr"/>
            <a:lstStyle/>
            <a:p>
              <a:endParaRPr lang="de-CH"/>
            </a:p>
          </p:txBody>
        </p:sp>
        <p:sp>
          <p:nvSpPr>
            <p:cNvPr id="69" name="Freihandform: Form 68">
              <a:extLst>
                <a:ext uri="{FF2B5EF4-FFF2-40B4-BE49-F238E27FC236}">
                  <a16:creationId xmlns:a16="http://schemas.microsoft.com/office/drawing/2014/main" id="{79410FC3-E0C2-B763-4035-DDD339A021FE}"/>
                </a:ext>
              </a:extLst>
            </p:cNvPr>
            <p:cNvSpPr/>
            <p:nvPr/>
          </p:nvSpPr>
          <p:spPr>
            <a:xfrm>
              <a:off x="6162063" y="2254311"/>
              <a:ext cx="68520" cy="118535"/>
            </a:xfrm>
            <a:custGeom>
              <a:avLst/>
              <a:gdLst>
                <a:gd name="connsiteX0" fmla="*/ 2872 w 68520"/>
                <a:gd name="connsiteY0" fmla="*/ 11630 h 118535"/>
                <a:gd name="connsiteX1" fmla="*/ 2872 w 68520"/>
                <a:gd name="connsiteY1" fmla="*/ 2606 h 118535"/>
                <a:gd name="connsiteX2" fmla="*/ 7448 w 68520"/>
                <a:gd name="connsiteY2" fmla="*/ 0 h 118535"/>
                <a:gd name="connsiteX3" fmla="*/ 13053 w 68520"/>
                <a:gd name="connsiteY3" fmla="*/ 4321 h 118535"/>
                <a:gd name="connsiteX4" fmla="*/ 23628 w 68520"/>
                <a:gd name="connsiteY4" fmla="*/ 5491 h 118535"/>
                <a:gd name="connsiteX5" fmla="*/ 34839 w 68520"/>
                <a:gd name="connsiteY5" fmla="*/ 4957 h 118535"/>
                <a:gd name="connsiteX6" fmla="*/ 42147 w 68520"/>
                <a:gd name="connsiteY6" fmla="*/ 14756 h 118535"/>
                <a:gd name="connsiteX7" fmla="*/ 52989 w 68520"/>
                <a:gd name="connsiteY7" fmla="*/ 61949 h 118535"/>
                <a:gd name="connsiteX8" fmla="*/ 59509 w 68520"/>
                <a:gd name="connsiteY8" fmla="*/ 73058 h 118535"/>
                <a:gd name="connsiteX9" fmla="*/ 65636 w 68520"/>
                <a:gd name="connsiteY9" fmla="*/ 85870 h 118535"/>
                <a:gd name="connsiteX10" fmla="*/ 68521 w 68520"/>
                <a:gd name="connsiteY10" fmla="*/ 98542 h 118535"/>
                <a:gd name="connsiteX11" fmla="*/ 66169 w 68520"/>
                <a:gd name="connsiteY11" fmla="*/ 108876 h 118535"/>
                <a:gd name="connsiteX12" fmla="*/ 61467 w 68520"/>
                <a:gd name="connsiteY12" fmla="*/ 112002 h 118535"/>
                <a:gd name="connsiteX13" fmla="*/ 61975 w 68520"/>
                <a:gd name="connsiteY13" fmla="*/ 117900 h 118535"/>
                <a:gd name="connsiteX14" fmla="*/ 58581 w 68520"/>
                <a:gd name="connsiteY14" fmla="*/ 118535 h 118535"/>
                <a:gd name="connsiteX15" fmla="*/ 52722 w 68520"/>
                <a:gd name="connsiteY15" fmla="*/ 114493 h 118535"/>
                <a:gd name="connsiteX16" fmla="*/ 49595 w 68520"/>
                <a:gd name="connsiteY16" fmla="*/ 107172 h 118535"/>
                <a:gd name="connsiteX17" fmla="*/ 42528 w 68520"/>
                <a:gd name="connsiteY17" fmla="*/ 103652 h 118535"/>
                <a:gd name="connsiteX18" fmla="*/ 28700 w 68520"/>
                <a:gd name="connsiteY18" fmla="*/ 78930 h 118535"/>
                <a:gd name="connsiteX19" fmla="*/ 28318 w 68520"/>
                <a:gd name="connsiteY19" fmla="*/ 70580 h 118535"/>
                <a:gd name="connsiteX20" fmla="*/ 22446 w 68520"/>
                <a:gd name="connsiteY20" fmla="*/ 67034 h 118535"/>
                <a:gd name="connsiteX21" fmla="*/ 16968 w 68520"/>
                <a:gd name="connsiteY21" fmla="*/ 53065 h 118535"/>
                <a:gd name="connsiteX22" fmla="*/ 0 w 68520"/>
                <a:gd name="connsiteY22" fmla="*/ 26920 h 118535"/>
                <a:gd name="connsiteX23" fmla="*/ 661 w 68520"/>
                <a:gd name="connsiteY23" fmla="*/ 21429 h 118535"/>
                <a:gd name="connsiteX24" fmla="*/ 5859 w 68520"/>
                <a:gd name="connsiteY24" fmla="*/ 19065 h 118535"/>
                <a:gd name="connsiteX25" fmla="*/ 2872 w 68520"/>
                <a:gd name="connsiteY25" fmla="*/ 11630 h 118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8520" h="118535">
                  <a:moveTo>
                    <a:pt x="2872" y="11630"/>
                  </a:moveTo>
                  <a:lnTo>
                    <a:pt x="2872" y="2606"/>
                  </a:lnTo>
                  <a:lnTo>
                    <a:pt x="7448" y="0"/>
                  </a:lnTo>
                  <a:lnTo>
                    <a:pt x="13053" y="4321"/>
                  </a:lnTo>
                  <a:lnTo>
                    <a:pt x="23628" y="5491"/>
                  </a:lnTo>
                  <a:lnTo>
                    <a:pt x="34839" y="4957"/>
                  </a:lnTo>
                  <a:lnTo>
                    <a:pt x="42147" y="14756"/>
                  </a:lnTo>
                  <a:lnTo>
                    <a:pt x="52989" y="61949"/>
                  </a:lnTo>
                  <a:lnTo>
                    <a:pt x="59509" y="73058"/>
                  </a:lnTo>
                  <a:lnTo>
                    <a:pt x="65636" y="85870"/>
                  </a:lnTo>
                  <a:lnTo>
                    <a:pt x="68521" y="98542"/>
                  </a:lnTo>
                  <a:lnTo>
                    <a:pt x="66169" y="108876"/>
                  </a:lnTo>
                  <a:lnTo>
                    <a:pt x="61467" y="112002"/>
                  </a:lnTo>
                  <a:lnTo>
                    <a:pt x="61975" y="117900"/>
                  </a:lnTo>
                  <a:lnTo>
                    <a:pt x="58581" y="118535"/>
                  </a:lnTo>
                  <a:lnTo>
                    <a:pt x="52722" y="114493"/>
                  </a:lnTo>
                  <a:lnTo>
                    <a:pt x="49595" y="107172"/>
                  </a:lnTo>
                  <a:lnTo>
                    <a:pt x="42528" y="103652"/>
                  </a:lnTo>
                  <a:lnTo>
                    <a:pt x="28700" y="78930"/>
                  </a:lnTo>
                  <a:lnTo>
                    <a:pt x="28318" y="70580"/>
                  </a:lnTo>
                  <a:lnTo>
                    <a:pt x="22446" y="67034"/>
                  </a:lnTo>
                  <a:lnTo>
                    <a:pt x="16968" y="53065"/>
                  </a:lnTo>
                  <a:lnTo>
                    <a:pt x="0" y="26920"/>
                  </a:lnTo>
                  <a:lnTo>
                    <a:pt x="661" y="21429"/>
                  </a:lnTo>
                  <a:lnTo>
                    <a:pt x="5859" y="19065"/>
                  </a:lnTo>
                  <a:lnTo>
                    <a:pt x="2872" y="11630"/>
                  </a:lnTo>
                  <a:close/>
                </a:path>
              </a:pathLst>
            </a:custGeom>
            <a:solidFill>
              <a:srgbClr val="BAE0DF"/>
            </a:solidFill>
            <a:ln w="12700" cap="flat">
              <a:noFill/>
              <a:prstDash val="solid"/>
              <a:miter/>
            </a:ln>
          </p:spPr>
          <p:txBody>
            <a:bodyPr rtlCol="0" anchor="ctr"/>
            <a:lstStyle/>
            <a:p>
              <a:endParaRPr lang="de-CH"/>
            </a:p>
          </p:txBody>
        </p:sp>
        <p:sp>
          <p:nvSpPr>
            <p:cNvPr id="70" name="Freihandform: Form 69">
              <a:extLst>
                <a:ext uri="{FF2B5EF4-FFF2-40B4-BE49-F238E27FC236}">
                  <a16:creationId xmlns:a16="http://schemas.microsoft.com/office/drawing/2014/main" id="{A258339D-5857-4141-21E3-5A1B19D17EC9}"/>
                </a:ext>
              </a:extLst>
            </p:cNvPr>
            <p:cNvSpPr/>
            <p:nvPr/>
          </p:nvSpPr>
          <p:spPr>
            <a:xfrm>
              <a:off x="5915155" y="2386205"/>
              <a:ext cx="143803" cy="165474"/>
            </a:xfrm>
            <a:custGeom>
              <a:avLst/>
              <a:gdLst>
                <a:gd name="connsiteX0" fmla="*/ 915 w 143803"/>
                <a:gd name="connsiteY0" fmla="*/ 24696 h 165474"/>
                <a:gd name="connsiteX1" fmla="*/ 7169 w 143803"/>
                <a:gd name="connsiteY1" fmla="*/ 13714 h 165474"/>
                <a:gd name="connsiteX2" fmla="*/ 0 w 143803"/>
                <a:gd name="connsiteY2" fmla="*/ 4690 h 165474"/>
                <a:gd name="connsiteX3" fmla="*/ 6775 w 143803"/>
                <a:gd name="connsiteY3" fmla="*/ 0 h 165474"/>
                <a:gd name="connsiteX4" fmla="*/ 23222 w 143803"/>
                <a:gd name="connsiteY4" fmla="*/ 8084 h 165474"/>
                <a:gd name="connsiteX5" fmla="*/ 46329 w 143803"/>
                <a:gd name="connsiteY5" fmla="*/ 30327 h 165474"/>
                <a:gd name="connsiteX6" fmla="*/ 67593 w 143803"/>
                <a:gd name="connsiteY6" fmla="*/ 54501 h 165474"/>
                <a:gd name="connsiteX7" fmla="*/ 107414 w 143803"/>
                <a:gd name="connsiteY7" fmla="*/ 82464 h 165474"/>
                <a:gd name="connsiteX8" fmla="*/ 127763 w 143803"/>
                <a:gd name="connsiteY8" fmla="*/ 98542 h 165474"/>
                <a:gd name="connsiteX9" fmla="*/ 142253 w 143803"/>
                <a:gd name="connsiteY9" fmla="*/ 121815 h 165474"/>
                <a:gd name="connsiteX10" fmla="*/ 143804 w 143803"/>
                <a:gd name="connsiteY10" fmla="*/ 137232 h 165474"/>
                <a:gd name="connsiteX11" fmla="*/ 137944 w 143803"/>
                <a:gd name="connsiteY11" fmla="*/ 147553 h 165474"/>
                <a:gd name="connsiteX12" fmla="*/ 132847 w 143803"/>
                <a:gd name="connsiteY12" fmla="*/ 156310 h 165474"/>
                <a:gd name="connsiteX13" fmla="*/ 127242 w 143803"/>
                <a:gd name="connsiteY13" fmla="*/ 164292 h 165474"/>
                <a:gd name="connsiteX14" fmla="*/ 117061 w 143803"/>
                <a:gd name="connsiteY14" fmla="*/ 165474 h 165474"/>
                <a:gd name="connsiteX15" fmla="*/ 99178 w 143803"/>
                <a:gd name="connsiteY15" fmla="*/ 152904 h 165474"/>
                <a:gd name="connsiteX16" fmla="*/ 52074 w 143803"/>
                <a:gd name="connsiteY16" fmla="*/ 120633 h 165474"/>
                <a:gd name="connsiteX17" fmla="*/ 17235 w 143803"/>
                <a:gd name="connsiteY17" fmla="*/ 82337 h 165474"/>
                <a:gd name="connsiteX18" fmla="*/ 5859 w 143803"/>
                <a:gd name="connsiteY18" fmla="*/ 70173 h 165474"/>
                <a:gd name="connsiteX19" fmla="*/ 2351 w 143803"/>
                <a:gd name="connsiteY19" fmla="*/ 57374 h 165474"/>
                <a:gd name="connsiteX20" fmla="*/ 4817 w 143803"/>
                <a:gd name="connsiteY20" fmla="*/ 43914 h 165474"/>
                <a:gd name="connsiteX21" fmla="*/ 1297 w 143803"/>
                <a:gd name="connsiteY21" fmla="*/ 34623 h 165474"/>
                <a:gd name="connsiteX22" fmla="*/ 915 w 143803"/>
                <a:gd name="connsiteY22" fmla="*/ 24696 h 165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3803" h="165474">
                  <a:moveTo>
                    <a:pt x="915" y="24696"/>
                  </a:moveTo>
                  <a:lnTo>
                    <a:pt x="7169" y="13714"/>
                  </a:lnTo>
                  <a:lnTo>
                    <a:pt x="0" y="4690"/>
                  </a:lnTo>
                  <a:lnTo>
                    <a:pt x="6775" y="0"/>
                  </a:lnTo>
                  <a:lnTo>
                    <a:pt x="23222" y="8084"/>
                  </a:lnTo>
                  <a:lnTo>
                    <a:pt x="46329" y="30327"/>
                  </a:lnTo>
                  <a:lnTo>
                    <a:pt x="67593" y="54501"/>
                  </a:lnTo>
                  <a:lnTo>
                    <a:pt x="107414" y="82464"/>
                  </a:lnTo>
                  <a:lnTo>
                    <a:pt x="127763" y="98542"/>
                  </a:lnTo>
                  <a:lnTo>
                    <a:pt x="142253" y="121815"/>
                  </a:lnTo>
                  <a:lnTo>
                    <a:pt x="143804" y="137232"/>
                  </a:lnTo>
                  <a:lnTo>
                    <a:pt x="137944" y="147553"/>
                  </a:lnTo>
                  <a:lnTo>
                    <a:pt x="132847" y="156310"/>
                  </a:lnTo>
                  <a:lnTo>
                    <a:pt x="127242" y="164292"/>
                  </a:lnTo>
                  <a:lnTo>
                    <a:pt x="117061" y="165474"/>
                  </a:lnTo>
                  <a:lnTo>
                    <a:pt x="99178" y="152904"/>
                  </a:lnTo>
                  <a:lnTo>
                    <a:pt x="52074" y="120633"/>
                  </a:lnTo>
                  <a:lnTo>
                    <a:pt x="17235" y="82337"/>
                  </a:lnTo>
                  <a:lnTo>
                    <a:pt x="5859" y="70173"/>
                  </a:lnTo>
                  <a:lnTo>
                    <a:pt x="2351" y="57374"/>
                  </a:lnTo>
                  <a:lnTo>
                    <a:pt x="4817" y="43914"/>
                  </a:lnTo>
                  <a:lnTo>
                    <a:pt x="1297" y="34623"/>
                  </a:lnTo>
                  <a:lnTo>
                    <a:pt x="915" y="24696"/>
                  </a:lnTo>
                  <a:close/>
                </a:path>
              </a:pathLst>
            </a:custGeom>
            <a:solidFill>
              <a:srgbClr val="BAE0DF"/>
            </a:solidFill>
            <a:ln w="12700" cap="flat">
              <a:noFill/>
              <a:prstDash val="solid"/>
              <a:miter/>
            </a:ln>
          </p:spPr>
          <p:txBody>
            <a:bodyPr rtlCol="0" anchor="ctr"/>
            <a:lstStyle/>
            <a:p>
              <a:endParaRPr lang="de-CH"/>
            </a:p>
          </p:txBody>
        </p:sp>
        <p:sp>
          <p:nvSpPr>
            <p:cNvPr id="71" name="Freihandform: Form 70">
              <a:extLst>
                <a:ext uri="{FF2B5EF4-FFF2-40B4-BE49-F238E27FC236}">
                  <a16:creationId xmlns:a16="http://schemas.microsoft.com/office/drawing/2014/main" id="{1A37673A-26FB-637A-FCB2-3C416ACB82F7}"/>
                </a:ext>
              </a:extLst>
            </p:cNvPr>
            <p:cNvSpPr/>
            <p:nvPr/>
          </p:nvSpPr>
          <p:spPr>
            <a:xfrm>
              <a:off x="6067448" y="1952126"/>
              <a:ext cx="72155" cy="218539"/>
            </a:xfrm>
            <a:custGeom>
              <a:avLst/>
              <a:gdLst>
                <a:gd name="connsiteX0" fmla="*/ 3266 w 72155"/>
                <a:gd name="connsiteY0" fmla="*/ 10460 h 218539"/>
                <a:gd name="connsiteX1" fmla="*/ 8490 w 72155"/>
                <a:gd name="connsiteY1" fmla="*/ 7321 h 218539"/>
                <a:gd name="connsiteX2" fmla="*/ 6660 w 72155"/>
                <a:gd name="connsiteY2" fmla="*/ 1042 h 218539"/>
                <a:gd name="connsiteX3" fmla="*/ 12138 w 72155"/>
                <a:gd name="connsiteY3" fmla="*/ 0 h 218539"/>
                <a:gd name="connsiteX4" fmla="*/ 20234 w 72155"/>
                <a:gd name="connsiteY4" fmla="*/ 5097 h 218539"/>
                <a:gd name="connsiteX5" fmla="*/ 31585 w 72155"/>
                <a:gd name="connsiteY5" fmla="*/ 19739 h 218539"/>
                <a:gd name="connsiteX6" fmla="*/ 36415 w 72155"/>
                <a:gd name="connsiteY6" fmla="*/ 29272 h 218539"/>
                <a:gd name="connsiteX7" fmla="*/ 47104 w 72155"/>
                <a:gd name="connsiteY7" fmla="*/ 77507 h 218539"/>
                <a:gd name="connsiteX8" fmla="*/ 60818 w 72155"/>
                <a:gd name="connsiteY8" fmla="*/ 121815 h 218539"/>
                <a:gd name="connsiteX9" fmla="*/ 62776 w 72155"/>
                <a:gd name="connsiteY9" fmla="*/ 127966 h 218539"/>
                <a:gd name="connsiteX10" fmla="*/ 61327 w 72155"/>
                <a:gd name="connsiteY10" fmla="*/ 138033 h 218539"/>
                <a:gd name="connsiteX11" fmla="*/ 71114 w 72155"/>
                <a:gd name="connsiteY11" fmla="*/ 159983 h 218539"/>
                <a:gd name="connsiteX12" fmla="*/ 72155 w 72155"/>
                <a:gd name="connsiteY12" fmla="*/ 170825 h 218539"/>
                <a:gd name="connsiteX13" fmla="*/ 65127 w 72155"/>
                <a:gd name="connsiteY13" fmla="*/ 185200 h 218539"/>
                <a:gd name="connsiteX14" fmla="*/ 60030 w 72155"/>
                <a:gd name="connsiteY14" fmla="*/ 199728 h 218539"/>
                <a:gd name="connsiteX15" fmla="*/ 65902 w 72155"/>
                <a:gd name="connsiteY15" fmla="*/ 206897 h 218539"/>
                <a:gd name="connsiteX16" fmla="*/ 66296 w 72155"/>
                <a:gd name="connsiteY16" fmla="*/ 212527 h 218539"/>
                <a:gd name="connsiteX17" fmla="*/ 60691 w 72155"/>
                <a:gd name="connsiteY17" fmla="*/ 217878 h 218539"/>
                <a:gd name="connsiteX18" fmla="*/ 54298 w 72155"/>
                <a:gd name="connsiteY18" fmla="*/ 218539 h 218539"/>
                <a:gd name="connsiteX19" fmla="*/ 44765 w 72155"/>
                <a:gd name="connsiteY19" fmla="*/ 199728 h 218539"/>
                <a:gd name="connsiteX20" fmla="*/ 31457 w 72155"/>
                <a:gd name="connsiteY20" fmla="*/ 165207 h 218539"/>
                <a:gd name="connsiteX21" fmla="*/ 29615 w 72155"/>
                <a:gd name="connsiteY21" fmla="*/ 152141 h 218539"/>
                <a:gd name="connsiteX22" fmla="*/ 23755 w 72155"/>
                <a:gd name="connsiteY22" fmla="*/ 145087 h 218539"/>
                <a:gd name="connsiteX23" fmla="*/ 18786 w 72155"/>
                <a:gd name="connsiteY23" fmla="*/ 121942 h 218539"/>
                <a:gd name="connsiteX24" fmla="*/ 17235 w 72155"/>
                <a:gd name="connsiteY24" fmla="*/ 114900 h 218539"/>
                <a:gd name="connsiteX25" fmla="*/ 5605 w 72155"/>
                <a:gd name="connsiteY25" fmla="*/ 62610 h 218539"/>
                <a:gd name="connsiteX26" fmla="*/ 0 w 72155"/>
                <a:gd name="connsiteY26" fmla="*/ 30848 h 218539"/>
                <a:gd name="connsiteX27" fmla="*/ 3266 w 72155"/>
                <a:gd name="connsiteY27" fmla="*/ 10460 h 21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72155" h="218539">
                  <a:moveTo>
                    <a:pt x="3266" y="10460"/>
                  </a:moveTo>
                  <a:lnTo>
                    <a:pt x="8490" y="7321"/>
                  </a:lnTo>
                  <a:lnTo>
                    <a:pt x="6660" y="1042"/>
                  </a:lnTo>
                  <a:lnTo>
                    <a:pt x="12138" y="0"/>
                  </a:lnTo>
                  <a:lnTo>
                    <a:pt x="20234" y="5097"/>
                  </a:lnTo>
                  <a:lnTo>
                    <a:pt x="31585" y="19739"/>
                  </a:lnTo>
                  <a:lnTo>
                    <a:pt x="36415" y="29272"/>
                  </a:lnTo>
                  <a:lnTo>
                    <a:pt x="47104" y="77507"/>
                  </a:lnTo>
                  <a:lnTo>
                    <a:pt x="60818" y="121815"/>
                  </a:lnTo>
                  <a:lnTo>
                    <a:pt x="62776" y="127966"/>
                  </a:lnTo>
                  <a:lnTo>
                    <a:pt x="61327" y="138033"/>
                  </a:lnTo>
                  <a:lnTo>
                    <a:pt x="71114" y="159983"/>
                  </a:lnTo>
                  <a:lnTo>
                    <a:pt x="72155" y="170825"/>
                  </a:lnTo>
                  <a:lnTo>
                    <a:pt x="65127" y="185200"/>
                  </a:lnTo>
                  <a:lnTo>
                    <a:pt x="60030" y="199728"/>
                  </a:lnTo>
                  <a:lnTo>
                    <a:pt x="65902" y="206897"/>
                  </a:lnTo>
                  <a:lnTo>
                    <a:pt x="66296" y="212527"/>
                  </a:lnTo>
                  <a:lnTo>
                    <a:pt x="60691" y="217878"/>
                  </a:lnTo>
                  <a:lnTo>
                    <a:pt x="54298" y="218539"/>
                  </a:lnTo>
                  <a:lnTo>
                    <a:pt x="44765" y="199728"/>
                  </a:lnTo>
                  <a:lnTo>
                    <a:pt x="31457" y="165207"/>
                  </a:lnTo>
                  <a:lnTo>
                    <a:pt x="29615" y="152141"/>
                  </a:lnTo>
                  <a:lnTo>
                    <a:pt x="23755" y="145087"/>
                  </a:lnTo>
                  <a:lnTo>
                    <a:pt x="18786" y="121942"/>
                  </a:lnTo>
                  <a:lnTo>
                    <a:pt x="17235" y="114900"/>
                  </a:lnTo>
                  <a:lnTo>
                    <a:pt x="5605" y="62610"/>
                  </a:lnTo>
                  <a:lnTo>
                    <a:pt x="0" y="30848"/>
                  </a:lnTo>
                  <a:lnTo>
                    <a:pt x="3266" y="10460"/>
                  </a:lnTo>
                  <a:close/>
                </a:path>
              </a:pathLst>
            </a:custGeom>
            <a:solidFill>
              <a:srgbClr val="BAE0DF"/>
            </a:solidFill>
            <a:ln w="12700" cap="flat">
              <a:noFill/>
              <a:prstDash val="solid"/>
              <a:miter/>
            </a:ln>
          </p:spPr>
          <p:txBody>
            <a:bodyPr rtlCol="0" anchor="ctr"/>
            <a:lstStyle/>
            <a:p>
              <a:endParaRPr lang="de-CH"/>
            </a:p>
          </p:txBody>
        </p:sp>
        <p:sp>
          <p:nvSpPr>
            <p:cNvPr id="72" name="Freihandform: Form 71">
              <a:extLst>
                <a:ext uri="{FF2B5EF4-FFF2-40B4-BE49-F238E27FC236}">
                  <a16:creationId xmlns:a16="http://schemas.microsoft.com/office/drawing/2014/main" id="{1CA0F228-50D9-703B-494B-614F22ABC7BA}"/>
                </a:ext>
              </a:extLst>
            </p:cNvPr>
            <p:cNvSpPr/>
            <p:nvPr/>
          </p:nvSpPr>
          <p:spPr>
            <a:xfrm>
              <a:off x="6588402" y="2356793"/>
              <a:ext cx="155178" cy="354080"/>
            </a:xfrm>
            <a:custGeom>
              <a:avLst/>
              <a:gdLst>
                <a:gd name="connsiteX0" fmla="*/ 1703 w 155178"/>
                <a:gd name="connsiteY0" fmla="*/ 23781 h 354080"/>
                <a:gd name="connsiteX1" fmla="*/ 19205 w 155178"/>
                <a:gd name="connsiteY1" fmla="*/ 7969 h 354080"/>
                <a:gd name="connsiteX2" fmla="*/ 45159 w 155178"/>
                <a:gd name="connsiteY2" fmla="*/ 0 h 354080"/>
                <a:gd name="connsiteX3" fmla="*/ 57437 w 155178"/>
                <a:gd name="connsiteY3" fmla="*/ 9012 h 354080"/>
                <a:gd name="connsiteX4" fmla="*/ 58988 w 155178"/>
                <a:gd name="connsiteY4" fmla="*/ 15939 h 354080"/>
                <a:gd name="connsiteX5" fmla="*/ 67872 w 155178"/>
                <a:gd name="connsiteY5" fmla="*/ 11236 h 354080"/>
                <a:gd name="connsiteX6" fmla="*/ 85222 w 155178"/>
                <a:gd name="connsiteY6" fmla="*/ 12392 h 354080"/>
                <a:gd name="connsiteX7" fmla="*/ 92657 w 155178"/>
                <a:gd name="connsiteY7" fmla="*/ 20120 h 354080"/>
                <a:gd name="connsiteX8" fmla="*/ 99724 w 155178"/>
                <a:gd name="connsiteY8" fmla="*/ 22472 h 354080"/>
                <a:gd name="connsiteX9" fmla="*/ 109765 w 155178"/>
                <a:gd name="connsiteY9" fmla="*/ 30708 h 354080"/>
                <a:gd name="connsiteX10" fmla="*/ 118879 w 155178"/>
                <a:gd name="connsiteY10" fmla="*/ 32004 h 354080"/>
                <a:gd name="connsiteX11" fmla="*/ 123200 w 155178"/>
                <a:gd name="connsiteY11" fmla="*/ 40647 h 354080"/>
                <a:gd name="connsiteX12" fmla="*/ 114074 w 155178"/>
                <a:gd name="connsiteY12" fmla="*/ 75155 h 354080"/>
                <a:gd name="connsiteX13" fmla="*/ 114582 w 155178"/>
                <a:gd name="connsiteY13" fmla="*/ 81689 h 354080"/>
                <a:gd name="connsiteX14" fmla="*/ 104147 w 155178"/>
                <a:gd name="connsiteY14" fmla="*/ 101415 h 354080"/>
                <a:gd name="connsiteX15" fmla="*/ 105838 w 155178"/>
                <a:gd name="connsiteY15" fmla="*/ 133432 h 354080"/>
                <a:gd name="connsiteX16" fmla="*/ 102190 w 155178"/>
                <a:gd name="connsiteY16" fmla="*/ 143104 h 354080"/>
                <a:gd name="connsiteX17" fmla="*/ 95008 w 155178"/>
                <a:gd name="connsiteY17" fmla="*/ 150171 h 354080"/>
                <a:gd name="connsiteX18" fmla="*/ 90980 w 155178"/>
                <a:gd name="connsiteY18" fmla="*/ 155535 h 354080"/>
                <a:gd name="connsiteX19" fmla="*/ 90980 w 155178"/>
                <a:gd name="connsiteY19" fmla="*/ 162589 h 354080"/>
                <a:gd name="connsiteX20" fmla="*/ 84968 w 155178"/>
                <a:gd name="connsiteY20" fmla="*/ 170278 h 354080"/>
                <a:gd name="connsiteX21" fmla="*/ 86264 w 155178"/>
                <a:gd name="connsiteY21" fmla="*/ 182188 h 354080"/>
                <a:gd name="connsiteX22" fmla="*/ 94360 w 155178"/>
                <a:gd name="connsiteY22" fmla="*/ 194224 h 354080"/>
                <a:gd name="connsiteX23" fmla="*/ 103105 w 155178"/>
                <a:gd name="connsiteY23" fmla="*/ 219975 h 354080"/>
                <a:gd name="connsiteX24" fmla="*/ 113273 w 155178"/>
                <a:gd name="connsiteY24" fmla="*/ 228847 h 354080"/>
                <a:gd name="connsiteX25" fmla="*/ 122018 w 155178"/>
                <a:gd name="connsiteY25" fmla="*/ 245574 h 354080"/>
                <a:gd name="connsiteX26" fmla="*/ 135198 w 155178"/>
                <a:gd name="connsiteY26" fmla="*/ 258398 h 354080"/>
                <a:gd name="connsiteX27" fmla="*/ 143307 w 155178"/>
                <a:gd name="connsiteY27" fmla="*/ 271465 h 354080"/>
                <a:gd name="connsiteX28" fmla="*/ 143180 w 155178"/>
                <a:gd name="connsiteY28" fmla="*/ 293822 h 354080"/>
                <a:gd name="connsiteX29" fmla="*/ 152039 w 155178"/>
                <a:gd name="connsiteY29" fmla="*/ 314069 h 354080"/>
                <a:gd name="connsiteX30" fmla="*/ 155179 w 155178"/>
                <a:gd name="connsiteY30" fmla="*/ 328584 h 354080"/>
                <a:gd name="connsiteX31" fmla="*/ 151251 w 155178"/>
                <a:gd name="connsiteY31" fmla="*/ 334850 h 354080"/>
                <a:gd name="connsiteX32" fmla="*/ 138338 w 155178"/>
                <a:gd name="connsiteY32" fmla="*/ 352365 h 354080"/>
                <a:gd name="connsiteX33" fmla="*/ 130635 w 155178"/>
                <a:gd name="connsiteY33" fmla="*/ 354081 h 354080"/>
                <a:gd name="connsiteX34" fmla="*/ 119158 w 155178"/>
                <a:gd name="connsiteY34" fmla="*/ 334469 h 354080"/>
                <a:gd name="connsiteX35" fmla="*/ 106880 w 155178"/>
                <a:gd name="connsiteY35" fmla="*/ 327682 h 354080"/>
                <a:gd name="connsiteX36" fmla="*/ 87967 w 155178"/>
                <a:gd name="connsiteY36" fmla="*/ 312887 h 354080"/>
                <a:gd name="connsiteX37" fmla="*/ 82095 w 155178"/>
                <a:gd name="connsiteY37" fmla="*/ 304536 h 354080"/>
                <a:gd name="connsiteX38" fmla="*/ 74799 w 155178"/>
                <a:gd name="connsiteY38" fmla="*/ 302045 h 354080"/>
                <a:gd name="connsiteX39" fmla="*/ 57310 w 155178"/>
                <a:gd name="connsiteY39" fmla="*/ 285585 h 354080"/>
                <a:gd name="connsiteX40" fmla="*/ 39541 w 155178"/>
                <a:gd name="connsiteY40" fmla="*/ 274210 h 354080"/>
                <a:gd name="connsiteX41" fmla="*/ 26373 w 155178"/>
                <a:gd name="connsiteY41" fmla="*/ 257089 h 354080"/>
                <a:gd name="connsiteX42" fmla="*/ 27276 w 155178"/>
                <a:gd name="connsiteY42" fmla="*/ 251471 h 354080"/>
                <a:gd name="connsiteX43" fmla="*/ 40075 w 155178"/>
                <a:gd name="connsiteY43" fmla="*/ 243629 h 354080"/>
                <a:gd name="connsiteX44" fmla="*/ 45680 w 155178"/>
                <a:gd name="connsiteY44" fmla="*/ 235253 h 354080"/>
                <a:gd name="connsiteX45" fmla="*/ 49595 w 155178"/>
                <a:gd name="connsiteY45" fmla="*/ 224678 h 354080"/>
                <a:gd name="connsiteX46" fmla="*/ 60157 w 155178"/>
                <a:gd name="connsiteY46" fmla="*/ 221806 h 354080"/>
                <a:gd name="connsiteX47" fmla="*/ 70084 w 155178"/>
                <a:gd name="connsiteY47" fmla="*/ 213824 h 354080"/>
                <a:gd name="connsiteX48" fmla="*/ 73745 w 155178"/>
                <a:gd name="connsiteY48" fmla="*/ 207532 h 354080"/>
                <a:gd name="connsiteX49" fmla="*/ 72702 w 155178"/>
                <a:gd name="connsiteY49" fmla="*/ 199830 h 354080"/>
                <a:gd name="connsiteX50" fmla="*/ 63297 w 155178"/>
                <a:gd name="connsiteY50" fmla="*/ 195788 h 354080"/>
                <a:gd name="connsiteX51" fmla="*/ 44117 w 155178"/>
                <a:gd name="connsiteY51" fmla="*/ 197745 h 354080"/>
                <a:gd name="connsiteX52" fmla="*/ 30670 w 155178"/>
                <a:gd name="connsiteY52" fmla="*/ 187031 h 354080"/>
                <a:gd name="connsiteX53" fmla="*/ 24810 w 155178"/>
                <a:gd name="connsiteY53" fmla="*/ 178807 h 354080"/>
                <a:gd name="connsiteX54" fmla="*/ 24810 w 155178"/>
                <a:gd name="connsiteY54" fmla="*/ 152255 h 354080"/>
                <a:gd name="connsiteX55" fmla="*/ 40723 w 155178"/>
                <a:gd name="connsiteY55" fmla="*/ 132529 h 354080"/>
                <a:gd name="connsiteX56" fmla="*/ 43075 w 155178"/>
                <a:gd name="connsiteY56" fmla="*/ 124827 h 354080"/>
                <a:gd name="connsiteX57" fmla="*/ 36542 w 155178"/>
                <a:gd name="connsiteY57" fmla="*/ 121281 h 354080"/>
                <a:gd name="connsiteX58" fmla="*/ 26755 w 155178"/>
                <a:gd name="connsiteY58" fmla="*/ 128487 h 354080"/>
                <a:gd name="connsiteX59" fmla="*/ 11223 w 155178"/>
                <a:gd name="connsiteY59" fmla="*/ 119857 h 354080"/>
                <a:gd name="connsiteX60" fmla="*/ 10181 w 155178"/>
                <a:gd name="connsiteY60" fmla="*/ 102457 h 354080"/>
                <a:gd name="connsiteX61" fmla="*/ 18417 w 155178"/>
                <a:gd name="connsiteY61" fmla="*/ 90179 h 354080"/>
                <a:gd name="connsiteX62" fmla="*/ 21798 w 155178"/>
                <a:gd name="connsiteY62" fmla="*/ 75664 h 354080"/>
                <a:gd name="connsiteX63" fmla="*/ 15278 w 155178"/>
                <a:gd name="connsiteY63" fmla="*/ 71609 h 354080"/>
                <a:gd name="connsiteX64" fmla="*/ 17629 w 155178"/>
                <a:gd name="connsiteY64" fmla="*/ 64682 h 354080"/>
                <a:gd name="connsiteX65" fmla="*/ 11757 w 155178"/>
                <a:gd name="connsiteY65" fmla="*/ 49138 h 354080"/>
                <a:gd name="connsiteX66" fmla="*/ 5745 w 155178"/>
                <a:gd name="connsiteY66" fmla="*/ 42604 h 354080"/>
                <a:gd name="connsiteX67" fmla="*/ 0 w 155178"/>
                <a:gd name="connsiteY67" fmla="*/ 33720 h 354080"/>
                <a:gd name="connsiteX68" fmla="*/ 1703 w 155178"/>
                <a:gd name="connsiteY68" fmla="*/ 23781 h 354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55178" h="354080">
                  <a:moveTo>
                    <a:pt x="1703" y="23781"/>
                  </a:moveTo>
                  <a:lnTo>
                    <a:pt x="19205" y="7969"/>
                  </a:lnTo>
                  <a:lnTo>
                    <a:pt x="45159" y="0"/>
                  </a:lnTo>
                  <a:lnTo>
                    <a:pt x="57437" y="9012"/>
                  </a:lnTo>
                  <a:lnTo>
                    <a:pt x="58988" y="15939"/>
                  </a:lnTo>
                  <a:lnTo>
                    <a:pt x="67872" y="11236"/>
                  </a:lnTo>
                  <a:lnTo>
                    <a:pt x="85222" y="12392"/>
                  </a:lnTo>
                  <a:lnTo>
                    <a:pt x="92657" y="20120"/>
                  </a:lnTo>
                  <a:lnTo>
                    <a:pt x="99724" y="22472"/>
                  </a:lnTo>
                  <a:lnTo>
                    <a:pt x="109765" y="30708"/>
                  </a:lnTo>
                  <a:lnTo>
                    <a:pt x="118879" y="32004"/>
                  </a:lnTo>
                  <a:lnTo>
                    <a:pt x="123200" y="40647"/>
                  </a:lnTo>
                  <a:lnTo>
                    <a:pt x="114074" y="75155"/>
                  </a:lnTo>
                  <a:lnTo>
                    <a:pt x="114582" y="81689"/>
                  </a:lnTo>
                  <a:lnTo>
                    <a:pt x="104147" y="101415"/>
                  </a:lnTo>
                  <a:lnTo>
                    <a:pt x="105838" y="133432"/>
                  </a:lnTo>
                  <a:lnTo>
                    <a:pt x="102190" y="143104"/>
                  </a:lnTo>
                  <a:lnTo>
                    <a:pt x="95008" y="150171"/>
                  </a:lnTo>
                  <a:lnTo>
                    <a:pt x="90980" y="155535"/>
                  </a:lnTo>
                  <a:lnTo>
                    <a:pt x="90980" y="162589"/>
                  </a:lnTo>
                  <a:lnTo>
                    <a:pt x="84968" y="170278"/>
                  </a:lnTo>
                  <a:lnTo>
                    <a:pt x="86264" y="182188"/>
                  </a:lnTo>
                  <a:lnTo>
                    <a:pt x="94360" y="194224"/>
                  </a:lnTo>
                  <a:lnTo>
                    <a:pt x="103105" y="219975"/>
                  </a:lnTo>
                  <a:lnTo>
                    <a:pt x="113273" y="228847"/>
                  </a:lnTo>
                  <a:lnTo>
                    <a:pt x="122018" y="245574"/>
                  </a:lnTo>
                  <a:lnTo>
                    <a:pt x="135198" y="258398"/>
                  </a:lnTo>
                  <a:lnTo>
                    <a:pt x="143307" y="271465"/>
                  </a:lnTo>
                  <a:lnTo>
                    <a:pt x="143180" y="293822"/>
                  </a:lnTo>
                  <a:lnTo>
                    <a:pt x="152039" y="314069"/>
                  </a:lnTo>
                  <a:lnTo>
                    <a:pt x="155179" y="328584"/>
                  </a:lnTo>
                  <a:lnTo>
                    <a:pt x="151251" y="334850"/>
                  </a:lnTo>
                  <a:lnTo>
                    <a:pt x="138338" y="352365"/>
                  </a:lnTo>
                  <a:lnTo>
                    <a:pt x="130635" y="354081"/>
                  </a:lnTo>
                  <a:lnTo>
                    <a:pt x="119158" y="334469"/>
                  </a:lnTo>
                  <a:lnTo>
                    <a:pt x="106880" y="327682"/>
                  </a:lnTo>
                  <a:lnTo>
                    <a:pt x="87967" y="312887"/>
                  </a:lnTo>
                  <a:lnTo>
                    <a:pt x="82095" y="304536"/>
                  </a:lnTo>
                  <a:lnTo>
                    <a:pt x="74799" y="302045"/>
                  </a:lnTo>
                  <a:lnTo>
                    <a:pt x="57310" y="285585"/>
                  </a:lnTo>
                  <a:lnTo>
                    <a:pt x="39541" y="274210"/>
                  </a:lnTo>
                  <a:lnTo>
                    <a:pt x="26373" y="257089"/>
                  </a:lnTo>
                  <a:lnTo>
                    <a:pt x="27276" y="251471"/>
                  </a:lnTo>
                  <a:lnTo>
                    <a:pt x="40075" y="243629"/>
                  </a:lnTo>
                  <a:lnTo>
                    <a:pt x="45680" y="235253"/>
                  </a:lnTo>
                  <a:lnTo>
                    <a:pt x="49595" y="224678"/>
                  </a:lnTo>
                  <a:lnTo>
                    <a:pt x="60157" y="221806"/>
                  </a:lnTo>
                  <a:lnTo>
                    <a:pt x="70084" y="213824"/>
                  </a:lnTo>
                  <a:lnTo>
                    <a:pt x="73745" y="207532"/>
                  </a:lnTo>
                  <a:lnTo>
                    <a:pt x="72702" y="199830"/>
                  </a:lnTo>
                  <a:lnTo>
                    <a:pt x="63297" y="195788"/>
                  </a:lnTo>
                  <a:lnTo>
                    <a:pt x="44117" y="197745"/>
                  </a:lnTo>
                  <a:lnTo>
                    <a:pt x="30670" y="187031"/>
                  </a:lnTo>
                  <a:lnTo>
                    <a:pt x="24810" y="178807"/>
                  </a:lnTo>
                  <a:lnTo>
                    <a:pt x="24810" y="152255"/>
                  </a:lnTo>
                  <a:lnTo>
                    <a:pt x="40723" y="132529"/>
                  </a:lnTo>
                  <a:lnTo>
                    <a:pt x="43075" y="124827"/>
                  </a:lnTo>
                  <a:lnTo>
                    <a:pt x="36542" y="121281"/>
                  </a:lnTo>
                  <a:lnTo>
                    <a:pt x="26755" y="128487"/>
                  </a:lnTo>
                  <a:lnTo>
                    <a:pt x="11223" y="119857"/>
                  </a:lnTo>
                  <a:lnTo>
                    <a:pt x="10181" y="102457"/>
                  </a:lnTo>
                  <a:lnTo>
                    <a:pt x="18417" y="90179"/>
                  </a:lnTo>
                  <a:lnTo>
                    <a:pt x="21798" y="75664"/>
                  </a:lnTo>
                  <a:lnTo>
                    <a:pt x="15278" y="71609"/>
                  </a:lnTo>
                  <a:lnTo>
                    <a:pt x="17629" y="64682"/>
                  </a:lnTo>
                  <a:lnTo>
                    <a:pt x="11757" y="49138"/>
                  </a:lnTo>
                  <a:lnTo>
                    <a:pt x="5745" y="42604"/>
                  </a:lnTo>
                  <a:lnTo>
                    <a:pt x="0" y="33720"/>
                  </a:lnTo>
                  <a:lnTo>
                    <a:pt x="1703" y="23781"/>
                  </a:lnTo>
                  <a:close/>
                </a:path>
              </a:pathLst>
            </a:custGeom>
            <a:solidFill>
              <a:srgbClr val="BAE0DF"/>
            </a:solidFill>
            <a:ln w="12700" cap="flat">
              <a:noFill/>
              <a:prstDash val="solid"/>
              <a:miter/>
            </a:ln>
          </p:spPr>
          <p:txBody>
            <a:bodyPr rtlCol="0" anchor="ctr"/>
            <a:lstStyle/>
            <a:p>
              <a:endParaRPr lang="de-CH"/>
            </a:p>
          </p:txBody>
        </p:sp>
        <p:sp>
          <p:nvSpPr>
            <p:cNvPr id="73" name="Freihandform: Form 72">
              <a:extLst>
                <a:ext uri="{FF2B5EF4-FFF2-40B4-BE49-F238E27FC236}">
                  <a16:creationId xmlns:a16="http://schemas.microsoft.com/office/drawing/2014/main" id="{BE2B5963-237F-D4EF-DC23-C3D33B04FF8F}"/>
                </a:ext>
              </a:extLst>
            </p:cNvPr>
            <p:cNvSpPr/>
            <p:nvPr/>
          </p:nvSpPr>
          <p:spPr>
            <a:xfrm>
              <a:off x="6295812" y="2654136"/>
              <a:ext cx="651728" cy="570522"/>
            </a:xfrm>
            <a:custGeom>
              <a:avLst/>
              <a:gdLst>
                <a:gd name="connsiteX0" fmla="*/ 49735 w 651728"/>
                <a:gd name="connsiteY0" fmla="*/ 301003 h 570522"/>
                <a:gd name="connsiteX1" fmla="*/ 30543 w 651728"/>
                <a:gd name="connsiteY1" fmla="*/ 308197 h 570522"/>
                <a:gd name="connsiteX2" fmla="*/ 15405 w 651728"/>
                <a:gd name="connsiteY2" fmla="*/ 307409 h 570522"/>
                <a:gd name="connsiteX3" fmla="*/ 15926 w 651728"/>
                <a:gd name="connsiteY3" fmla="*/ 287416 h 570522"/>
                <a:gd name="connsiteX4" fmla="*/ 22853 w 651728"/>
                <a:gd name="connsiteY4" fmla="*/ 279040 h 570522"/>
                <a:gd name="connsiteX5" fmla="*/ 15405 w 651728"/>
                <a:gd name="connsiteY5" fmla="*/ 252120 h 570522"/>
                <a:gd name="connsiteX6" fmla="*/ 0 w 651728"/>
                <a:gd name="connsiteY6" fmla="*/ 225339 h 570522"/>
                <a:gd name="connsiteX7" fmla="*/ 8236 w 651728"/>
                <a:gd name="connsiteY7" fmla="*/ 218260 h 570522"/>
                <a:gd name="connsiteX8" fmla="*/ 23641 w 651728"/>
                <a:gd name="connsiteY8" fmla="*/ 214218 h 570522"/>
                <a:gd name="connsiteX9" fmla="*/ 31064 w 651728"/>
                <a:gd name="connsiteY9" fmla="*/ 236041 h 570522"/>
                <a:gd name="connsiteX10" fmla="*/ 48426 w 651728"/>
                <a:gd name="connsiteY10" fmla="*/ 245726 h 570522"/>
                <a:gd name="connsiteX11" fmla="*/ 72957 w 651728"/>
                <a:gd name="connsiteY11" fmla="*/ 230690 h 570522"/>
                <a:gd name="connsiteX12" fmla="*/ 69436 w 651728"/>
                <a:gd name="connsiteY12" fmla="*/ 210430 h 570522"/>
                <a:gd name="connsiteX13" fmla="*/ 60030 w 651728"/>
                <a:gd name="connsiteY13" fmla="*/ 176964 h 570522"/>
                <a:gd name="connsiteX14" fmla="*/ 67097 w 651728"/>
                <a:gd name="connsiteY14" fmla="*/ 159844 h 570522"/>
                <a:gd name="connsiteX15" fmla="*/ 65267 w 651728"/>
                <a:gd name="connsiteY15" fmla="*/ 152128 h 570522"/>
                <a:gd name="connsiteX16" fmla="*/ 55594 w 651728"/>
                <a:gd name="connsiteY16" fmla="*/ 141020 h 570522"/>
                <a:gd name="connsiteX17" fmla="*/ 46329 w 651728"/>
                <a:gd name="connsiteY17" fmla="*/ 127560 h 570522"/>
                <a:gd name="connsiteX18" fmla="*/ 24417 w 651728"/>
                <a:gd name="connsiteY18" fmla="*/ 107033 h 570522"/>
                <a:gd name="connsiteX19" fmla="*/ 15278 w 651728"/>
                <a:gd name="connsiteY19" fmla="*/ 99851 h 570522"/>
                <a:gd name="connsiteX20" fmla="*/ 5237 w 651728"/>
                <a:gd name="connsiteY20" fmla="*/ 92149 h 570522"/>
                <a:gd name="connsiteX21" fmla="*/ 9673 w 651728"/>
                <a:gd name="connsiteY21" fmla="*/ 87052 h 570522"/>
                <a:gd name="connsiteX22" fmla="*/ 34979 w 651728"/>
                <a:gd name="connsiteY22" fmla="*/ 86010 h 570522"/>
                <a:gd name="connsiteX23" fmla="*/ 49989 w 651728"/>
                <a:gd name="connsiteY23" fmla="*/ 85463 h 570522"/>
                <a:gd name="connsiteX24" fmla="*/ 73999 w 651728"/>
                <a:gd name="connsiteY24" fmla="*/ 110439 h 570522"/>
                <a:gd name="connsiteX25" fmla="*/ 94755 w 651728"/>
                <a:gd name="connsiteY25" fmla="*/ 132262 h 570522"/>
                <a:gd name="connsiteX26" fmla="*/ 97487 w 651728"/>
                <a:gd name="connsiteY26" fmla="*/ 147171 h 570522"/>
                <a:gd name="connsiteX27" fmla="*/ 113528 w 651728"/>
                <a:gd name="connsiteY27" fmla="*/ 147426 h 570522"/>
                <a:gd name="connsiteX28" fmla="*/ 126073 w 651728"/>
                <a:gd name="connsiteY28" fmla="*/ 137893 h 570522"/>
                <a:gd name="connsiteX29" fmla="*/ 168232 w 651728"/>
                <a:gd name="connsiteY29" fmla="*/ 93051 h 570522"/>
                <a:gd name="connsiteX30" fmla="*/ 182188 w 651728"/>
                <a:gd name="connsiteY30" fmla="*/ 82337 h 570522"/>
                <a:gd name="connsiteX31" fmla="*/ 190285 w 651728"/>
                <a:gd name="connsiteY31" fmla="*/ 68876 h 570522"/>
                <a:gd name="connsiteX32" fmla="*/ 208422 w 651728"/>
                <a:gd name="connsiteY32" fmla="*/ 53332 h 570522"/>
                <a:gd name="connsiteX33" fmla="*/ 216518 w 651728"/>
                <a:gd name="connsiteY33" fmla="*/ 55810 h 570522"/>
                <a:gd name="connsiteX34" fmla="*/ 222911 w 651728"/>
                <a:gd name="connsiteY34" fmla="*/ 53332 h 570522"/>
                <a:gd name="connsiteX35" fmla="*/ 230080 w 651728"/>
                <a:gd name="connsiteY35" fmla="*/ 44041 h 570522"/>
                <a:gd name="connsiteX36" fmla="*/ 258920 w 651728"/>
                <a:gd name="connsiteY36" fmla="*/ 0 h 570522"/>
                <a:gd name="connsiteX37" fmla="*/ 265974 w 651728"/>
                <a:gd name="connsiteY37" fmla="*/ 1055 h 570522"/>
                <a:gd name="connsiteX38" fmla="*/ 268185 w 651728"/>
                <a:gd name="connsiteY38" fmla="*/ 6914 h 570522"/>
                <a:gd name="connsiteX39" fmla="*/ 259047 w 651728"/>
                <a:gd name="connsiteY39" fmla="*/ 22751 h 570522"/>
                <a:gd name="connsiteX40" fmla="*/ 250048 w 651728"/>
                <a:gd name="connsiteY40" fmla="*/ 49938 h 570522"/>
                <a:gd name="connsiteX41" fmla="*/ 250048 w 651728"/>
                <a:gd name="connsiteY41" fmla="*/ 59865 h 570522"/>
                <a:gd name="connsiteX42" fmla="*/ 243655 w 651728"/>
                <a:gd name="connsiteY42" fmla="*/ 66398 h 570522"/>
                <a:gd name="connsiteX43" fmla="*/ 243133 w 651728"/>
                <a:gd name="connsiteY43" fmla="*/ 87306 h 570522"/>
                <a:gd name="connsiteX44" fmla="*/ 235825 w 651728"/>
                <a:gd name="connsiteY44" fmla="*/ 97106 h 570522"/>
                <a:gd name="connsiteX45" fmla="*/ 226305 w 651728"/>
                <a:gd name="connsiteY45" fmla="*/ 112142 h 570522"/>
                <a:gd name="connsiteX46" fmla="*/ 196678 w 651728"/>
                <a:gd name="connsiteY46" fmla="*/ 133177 h 570522"/>
                <a:gd name="connsiteX47" fmla="*/ 179977 w 651728"/>
                <a:gd name="connsiteY47" fmla="*/ 158941 h 570522"/>
                <a:gd name="connsiteX48" fmla="*/ 193017 w 651728"/>
                <a:gd name="connsiteY48" fmla="*/ 167953 h 570522"/>
                <a:gd name="connsiteX49" fmla="*/ 209604 w 651728"/>
                <a:gd name="connsiteY49" fmla="*/ 158267 h 570522"/>
                <a:gd name="connsiteX50" fmla="*/ 231783 w 651728"/>
                <a:gd name="connsiteY50" fmla="*/ 160365 h 570522"/>
                <a:gd name="connsiteX51" fmla="*/ 263355 w 651728"/>
                <a:gd name="connsiteY51" fmla="*/ 150692 h 570522"/>
                <a:gd name="connsiteX52" fmla="*/ 279548 w 651728"/>
                <a:gd name="connsiteY52" fmla="*/ 156183 h 570522"/>
                <a:gd name="connsiteX53" fmla="*/ 296771 w 651728"/>
                <a:gd name="connsiteY53" fmla="*/ 168080 h 570522"/>
                <a:gd name="connsiteX54" fmla="*/ 307333 w 651728"/>
                <a:gd name="connsiteY54" fmla="*/ 174613 h 570522"/>
                <a:gd name="connsiteX55" fmla="*/ 327173 w 651728"/>
                <a:gd name="connsiteY55" fmla="*/ 173965 h 570522"/>
                <a:gd name="connsiteX56" fmla="*/ 341002 w 651728"/>
                <a:gd name="connsiteY56" fmla="*/ 192915 h 570522"/>
                <a:gd name="connsiteX57" fmla="*/ 355504 w 651728"/>
                <a:gd name="connsiteY57" fmla="*/ 202715 h 570522"/>
                <a:gd name="connsiteX58" fmla="*/ 362940 w 651728"/>
                <a:gd name="connsiteY58" fmla="*/ 235520 h 570522"/>
                <a:gd name="connsiteX59" fmla="*/ 346099 w 651728"/>
                <a:gd name="connsiteY59" fmla="*/ 245993 h 570522"/>
                <a:gd name="connsiteX60" fmla="*/ 341536 w 651728"/>
                <a:gd name="connsiteY60" fmla="*/ 254331 h 570522"/>
                <a:gd name="connsiteX61" fmla="*/ 345832 w 651728"/>
                <a:gd name="connsiteY61" fmla="*/ 260610 h 570522"/>
                <a:gd name="connsiteX62" fmla="*/ 355504 w 651728"/>
                <a:gd name="connsiteY62" fmla="*/ 262059 h 570522"/>
                <a:gd name="connsiteX63" fmla="*/ 381065 w 651728"/>
                <a:gd name="connsiteY63" fmla="*/ 270168 h 570522"/>
                <a:gd name="connsiteX64" fmla="*/ 398961 w 651728"/>
                <a:gd name="connsiteY64" fmla="*/ 266774 h 570522"/>
                <a:gd name="connsiteX65" fmla="*/ 431969 w 651728"/>
                <a:gd name="connsiteY65" fmla="*/ 261792 h 570522"/>
                <a:gd name="connsiteX66" fmla="*/ 470989 w 651728"/>
                <a:gd name="connsiteY66" fmla="*/ 277210 h 570522"/>
                <a:gd name="connsiteX67" fmla="*/ 497999 w 651728"/>
                <a:gd name="connsiteY67" fmla="*/ 275125 h 570522"/>
                <a:gd name="connsiteX68" fmla="*/ 512476 w 651728"/>
                <a:gd name="connsiteY68" fmla="*/ 267550 h 570522"/>
                <a:gd name="connsiteX69" fmla="*/ 544060 w 651728"/>
                <a:gd name="connsiteY69" fmla="*/ 243235 h 570522"/>
                <a:gd name="connsiteX70" fmla="*/ 567168 w 651728"/>
                <a:gd name="connsiteY70" fmla="*/ 237871 h 570522"/>
                <a:gd name="connsiteX71" fmla="*/ 576560 w 651728"/>
                <a:gd name="connsiteY71" fmla="*/ 241926 h 570522"/>
                <a:gd name="connsiteX72" fmla="*/ 577730 w 651728"/>
                <a:gd name="connsiteY72" fmla="*/ 249641 h 570522"/>
                <a:gd name="connsiteX73" fmla="*/ 583742 w 651728"/>
                <a:gd name="connsiteY73" fmla="*/ 255259 h 570522"/>
                <a:gd name="connsiteX74" fmla="*/ 600837 w 651728"/>
                <a:gd name="connsiteY74" fmla="*/ 261538 h 570522"/>
                <a:gd name="connsiteX75" fmla="*/ 614793 w 651728"/>
                <a:gd name="connsiteY75" fmla="*/ 261017 h 570522"/>
                <a:gd name="connsiteX76" fmla="*/ 617284 w 651728"/>
                <a:gd name="connsiteY76" fmla="*/ 274477 h 570522"/>
                <a:gd name="connsiteX77" fmla="*/ 622114 w 651728"/>
                <a:gd name="connsiteY77" fmla="*/ 279841 h 570522"/>
                <a:gd name="connsiteX78" fmla="*/ 620932 w 651728"/>
                <a:gd name="connsiteY78" fmla="*/ 291076 h 570522"/>
                <a:gd name="connsiteX79" fmla="*/ 617424 w 651728"/>
                <a:gd name="connsiteY79" fmla="*/ 310930 h 570522"/>
                <a:gd name="connsiteX80" fmla="*/ 628380 w 651728"/>
                <a:gd name="connsiteY80" fmla="*/ 355771 h 570522"/>
                <a:gd name="connsiteX81" fmla="*/ 640378 w 651728"/>
                <a:gd name="connsiteY81" fmla="*/ 381916 h 570522"/>
                <a:gd name="connsiteX82" fmla="*/ 641154 w 651728"/>
                <a:gd name="connsiteY82" fmla="*/ 397728 h 570522"/>
                <a:gd name="connsiteX83" fmla="*/ 621453 w 651728"/>
                <a:gd name="connsiteY83" fmla="*/ 447272 h 570522"/>
                <a:gd name="connsiteX84" fmla="*/ 626791 w 651728"/>
                <a:gd name="connsiteY84" fmla="*/ 462677 h 570522"/>
                <a:gd name="connsiteX85" fmla="*/ 645068 w 651728"/>
                <a:gd name="connsiteY85" fmla="*/ 480852 h 570522"/>
                <a:gd name="connsiteX86" fmla="*/ 648589 w 651728"/>
                <a:gd name="connsiteY86" fmla="*/ 492088 h 570522"/>
                <a:gd name="connsiteX87" fmla="*/ 645068 w 651728"/>
                <a:gd name="connsiteY87" fmla="*/ 505815 h 570522"/>
                <a:gd name="connsiteX88" fmla="*/ 650953 w 651728"/>
                <a:gd name="connsiteY88" fmla="*/ 514064 h 570522"/>
                <a:gd name="connsiteX89" fmla="*/ 651728 w 651728"/>
                <a:gd name="connsiteY89" fmla="*/ 529482 h 570522"/>
                <a:gd name="connsiteX90" fmla="*/ 628507 w 651728"/>
                <a:gd name="connsiteY90" fmla="*/ 542154 h 570522"/>
                <a:gd name="connsiteX91" fmla="*/ 613750 w 651728"/>
                <a:gd name="connsiteY91" fmla="*/ 558880 h 570522"/>
                <a:gd name="connsiteX92" fmla="*/ 613242 w 651728"/>
                <a:gd name="connsiteY92" fmla="*/ 570523 h 570522"/>
                <a:gd name="connsiteX93" fmla="*/ 603328 w 651728"/>
                <a:gd name="connsiteY93" fmla="*/ 569862 h 570522"/>
                <a:gd name="connsiteX94" fmla="*/ 590529 w 651728"/>
                <a:gd name="connsiteY94" fmla="*/ 551686 h 570522"/>
                <a:gd name="connsiteX95" fmla="*/ 587135 w 651728"/>
                <a:gd name="connsiteY95" fmla="*/ 509616 h 570522"/>
                <a:gd name="connsiteX96" fmla="*/ 593261 w 651728"/>
                <a:gd name="connsiteY96" fmla="*/ 486610 h 570522"/>
                <a:gd name="connsiteX97" fmla="*/ 594711 w 651728"/>
                <a:gd name="connsiteY97" fmla="*/ 480331 h 570522"/>
                <a:gd name="connsiteX98" fmla="*/ 579052 w 651728"/>
                <a:gd name="connsiteY98" fmla="*/ 468816 h 570522"/>
                <a:gd name="connsiteX99" fmla="*/ 560113 w 651728"/>
                <a:gd name="connsiteY99" fmla="*/ 445696 h 570522"/>
                <a:gd name="connsiteX100" fmla="*/ 569532 w 651728"/>
                <a:gd name="connsiteY100" fmla="*/ 408836 h 570522"/>
                <a:gd name="connsiteX101" fmla="*/ 577348 w 651728"/>
                <a:gd name="connsiteY101" fmla="*/ 374188 h 570522"/>
                <a:gd name="connsiteX102" fmla="*/ 587262 w 651728"/>
                <a:gd name="connsiteY102" fmla="*/ 353814 h 570522"/>
                <a:gd name="connsiteX103" fmla="*/ 588838 w 651728"/>
                <a:gd name="connsiteY103" fmla="*/ 339172 h 570522"/>
                <a:gd name="connsiteX104" fmla="*/ 582699 w 651728"/>
                <a:gd name="connsiteY104" fmla="*/ 314349 h 570522"/>
                <a:gd name="connsiteX105" fmla="*/ 592359 w 651728"/>
                <a:gd name="connsiteY105" fmla="*/ 291076 h 570522"/>
                <a:gd name="connsiteX106" fmla="*/ 590529 w 651728"/>
                <a:gd name="connsiteY106" fmla="*/ 281518 h 570522"/>
                <a:gd name="connsiteX107" fmla="*/ 580742 w 651728"/>
                <a:gd name="connsiteY107" fmla="*/ 276307 h 570522"/>
                <a:gd name="connsiteX108" fmla="*/ 568337 w 651728"/>
                <a:gd name="connsiteY108" fmla="*/ 277476 h 570522"/>
                <a:gd name="connsiteX109" fmla="*/ 546424 w 651728"/>
                <a:gd name="connsiteY109" fmla="*/ 289233 h 570522"/>
                <a:gd name="connsiteX110" fmla="*/ 523978 w 651728"/>
                <a:gd name="connsiteY110" fmla="*/ 301664 h 570522"/>
                <a:gd name="connsiteX111" fmla="*/ 517585 w 651728"/>
                <a:gd name="connsiteY111" fmla="*/ 310027 h 570522"/>
                <a:gd name="connsiteX112" fmla="*/ 495253 w 651728"/>
                <a:gd name="connsiteY112" fmla="*/ 321009 h 570522"/>
                <a:gd name="connsiteX113" fmla="*/ 448276 w 651728"/>
                <a:gd name="connsiteY113" fmla="*/ 333554 h 570522"/>
                <a:gd name="connsiteX114" fmla="*/ 422970 w 651728"/>
                <a:gd name="connsiteY114" fmla="*/ 349886 h 570522"/>
                <a:gd name="connsiteX115" fmla="*/ 387204 w 651728"/>
                <a:gd name="connsiteY115" fmla="*/ 354729 h 570522"/>
                <a:gd name="connsiteX116" fmla="*/ 354449 w 651728"/>
                <a:gd name="connsiteY116" fmla="*/ 347548 h 570522"/>
                <a:gd name="connsiteX117" fmla="*/ 336312 w 651728"/>
                <a:gd name="connsiteY117" fmla="*/ 330681 h 570522"/>
                <a:gd name="connsiteX118" fmla="*/ 327962 w 651728"/>
                <a:gd name="connsiteY118" fmla="*/ 327148 h 570522"/>
                <a:gd name="connsiteX119" fmla="*/ 290759 w 651728"/>
                <a:gd name="connsiteY119" fmla="*/ 327021 h 570522"/>
                <a:gd name="connsiteX120" fmla="*/ 279027 w 651728"/>
                <a:gd name="connsiteY120" fmla="*/ 321276 h 570522"/>
                <a:gd name="connsiteX121" fmla="*/ 265974 w 651728"/>
                <a:gd name="connsiteY121" fmla="*/ 318912 h 570522"/>
                <a:gd name="connsiteX122" fmla="*/ 244443 w 651728"/>
                <a:gd name="connsiteY122" fmla="*/ 315645 h 570522"/>
                <a:gd name="connsiteX123" fmla="*/ 241824 w 651728"/>
                <a:gd name="connsiteY123" fmla="*/ 307663 h 570522"/>
                <a:gd name="connsiteX124" fmla="*/ 230347 w 651728"/>
                <a:gd name="connsiteY124" fmla="*/ 302299 h 570522"/>
                <a:gd name="connsiteX125" fmla="*/ 230080 w 651728"/>
                <a:gd name="connsiteY125" fmla="*/ 285585 h 570522"/>
                <a:gd name="connsiteX126" fmla="*/ 274058 w 651728"/>
                <a:gd name="connsiteY126" fmla="*/ 262580 h 570522"/>
                <a:gd name="connsiteX127" fmla="*/ 309824 w 651728"/>
                <a:gd name="connsiteY127" fmla="*/ 259059 h 570522"/>
                <a:gd name="connsiteX128" fmla="*/ 316726 w 651728"/>
                <a:gd name="connsiteY128" fmla="*/ 250289 h 570522"/>
                <a:gd name="connsiteX129" fmla="*/ 314133 w 651728"/>
                <a:gd name="connsiteY129" fmla="*/ 243629 h 570522"/>
                <a:gd name="connsiteX130" fmla="*/ 248217 w 651728"/>
                <a:gd name="connsiteY130" fmla="*/ 237744 h 570522"/>
                <a:gd name="connsiteX131" fmla="*/ 237783 w 651728"/>
                <a:gd name="connsiteY131" fmla="*/ 237490 h 570522"/>
                <a:gd name="connsiteX132" fmla="*/ 179188 w 651728"/>
                <a:gd name="connsiteY132" fmla="*/ 232381 h 570522"/>
                <a:gd name="connsiteX133" fmla="*/ 159360 w 651728"/>
                <a:gd name="connsiteY133" fmla="*/ 235774 h 570522"/>
                <a:gd name="connsiteX134" fmla="*/ 128170 w 651728"/>
                <a:gd name="connsiteY134" fmla="*/ 234732 h 570522"/>
                <a:gd name="connsiteX135" fmla="*/ 119298 w 651728"/>
                <a:gd name="connsiteY135" fmla="*/ 242320 h 570522"/>
                <a:gd name="connsiteX136" fmla="*/ 116667 w 651728"/>
                <a:gd name="connsiteY136" fmla="*/ 253162 h 570522"/>
                <a:gd name="connsiteX137" fmla="*/ 101796 w 651728"/>
                <a:gd name="connsiteY137" fmla="*/ 269253 h 570522"/>
                <a:gd name="connsiteX138" fmla="*/ 86798 w 651728"/>
                <a:gd name="connsiteY138" fmla="*/ 295906 h 570522"/>
                <a:gd name="connsiteX139" fmla="*/ 57171 w 651728"/>
                <a:gd name="connsiteY139" fmla="*/ 304536 h 570522"/>
                <a:gd name="connsiteX140" fmla="*/ 49735 w 651728"/>
                <a:gd name="connsiteY140" fmla="*/ 301003 h 57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651728" h="570522">
                  <a:moveTo>
                    <a:pt x="49735" y="301003"/>
                  </a:moveTo>
                  <a:lnTo>
                    <a:pt x="30543" y="308197"/>
                  </a:lnTo>
                  <a:lnTo>
                    <a:pt x="15405" y="307409"/>
                  </a:lnTo>
                  <a:lnTo>
                    <a:pt x="15926" y="287416"/>
                  </a:lnTo>
                  <a:lnTo>
                    <a:pt x="22853" y="279040"/>
                  </a:lnTo>
                  <a:lnTo>
                    <a:pt x="15405" y="252120"/>
                  </a:lnTo>
                  <a:lnTo>
                    <a:pt x="0" y="225339"/>
                  </a:lnTo>
                  <a:lnTo>
                    <a:pt x="8236" y="218260"/>
                  </a:lnTo>
                  <a:lnTo>
                    <a:pt x="23641" y="214218"/>
                  </a:lnTo>
                  <a:lnTo>
                    <a:pt x="31064" y="236041"/>
                  </a:lnTo>
                  <a:lnTo>
                    <a:pt x="48426" y="245726"/>
                  </a:lnTo>
                  <a:lnTo>
                    <a:pt x="72957" y="230690"/>
                  </a:lnTo>
                  <a:lnTo>
                    <a:pt x="69436" y="210430"/>
                  </a:lnTo>
                  <a:lnTo>
                    <a:pt x="60030" y="176964"/>
                  </a:lnTo>
                  <a:lnTo>
                    <a:pt x="67097" y="159844"/>
                  </a:lnTo>
                  <a:lnTo>
                    <a:pt x="65267" y="152128"/>
                  </a:lnTo>
                  <a:lnTo>
                    <a:pt x="55594" y="141020"/>
                  </a:lnTo>
                  <a:lnTo>
                    <a:pt x="46329" y="127560"/>
                  </a:lnTo>
                  <a:lnTo>
                    <a:pt x="24417" y="107033"/>
                  </a:lnTo>
                  <a:lnTo>
                    <a:pt x="15278" y="99851"/>
                  </a:lnTo>
                  <a:lnTo>
                    <a:pt x="5237" y="92149"/>
                  </a:lnTo>
                  <a:lnTo>
                    <a:pt x="9673" y="87052"/>
                  </a:lnTo>
                  <a:lnTo>
                    <a:pt x="34979" y="86010"/>
                  </a:lnTo>
                  <a:lnTo>
                    <a:pt x="49989" y="85463"/>
                  </a:lnTo>
                  <a:lnTo>
                    <a:pt x="73999" y="110439"/>
                  </a:lnTo>
                  <a:lnTo>
                    <a:pt x="94755" y="132262"/>
                  </a:lnTo>
                  <a:lnTo>
                    <a:pt x="97487" y="147171"/>
                  </a:lnTo>
                  <a:lnTo>
                    <a:pt x="113528" y="147426"/>
                  </a:lnTo>
                  <a:lnTo>
                    <a:pt x="126073" y="137893"/>
                  </a:lnTo>
                  <a:lnTo>
                    <a:pt x="168232" y="93051"/>
                  </a:lnTo>
                  <a:lnTo>
                    <a:pt x="182188" y="82337"/>
                  </a:lnTo>
                  <a:lnTo>
                    <a:pt x="190285" y="68876"/>
                  </a:lnTo>
                  <a:lnTo>
                    <a:pt x="208422" y="53332"/>
                  </a:lnTo>
                  <a:lnTo>
                    <a:pt x="216518" y="55810"/>
                  </a:lnTo>
                  <a:lnTo>
                    <a:pt x="222911" y="53332"/>
                  </a:lnTo>
                  <a:lnTo>
                    <a:pt x="230080" y="44041"/>
                  </a:lnTo>
                  <a:lnTo>
                    <a:pt x="258920" y="0"/>
                  </a:lnTo>
                  <a:lnTo>
                    <a:pt x="265974" y="1055"/>
                  </a:lnTo>
                  <a:lnTo>
                    <a:pt x="268185" y="6914"/>
                  </a:lnTo>
                  <a:lnTo>
                    <a:pt x="259047" y="22751"/>
                  </a:lnTo>
                  <a:lnTo>
                    <a:pt x="250048" y="49938"/>
                  </a:lnTo>
                  <a:lnTo>
                    <a:pt x="250048" y="59865"/>
                  </a:lnTo>
                  <a:lnTo>
                    <a:pt x="243655" y="66398"/>
                  </a:lnTo>
                  <a:lnTo>
                    <a:pt x="243133" y="87306"/>
                  </a:lnTo>
                  <a:lnTo>
                    <a:pt x="235825" y="97106"/>
                  </a:lnTo>
                  <a:lnTo>
                    <a:pt x="226305" y="112142"/>
                  </a:lnTo>
                  <a:lnTo>
                    <a:pt x="196678" y="133177"/>
                  </a:lnTo>
                  <a:lnTo>
                    <a:pt x="179977" y="158941"/>
                  </a:lnTo>
                  <a:lnTo>
                    <a:pt x="193017" y="167953"/>
                  </a:lnTo>
                  <a:lnTo>
                    <a:pt x="209604" y="158267"/>
                  </a:lnTo>
                  <a:lnTo>
                    <a:pt x="231783" y="160365"/>
                  </a:lnTo>
                  <a:lnTo>
                    <a:pt x="263355" y="150692"/>
                  </a:lnTo>
                  <a:lnTo>
                    <a:pt x="279548" y="156183"/>
                  </a:lnTo>
                  <a:lnTo>
                    <a:pt x="296771" y="168080"/>
                  </a:lnTo>
                  <a:lnTo>
                    <a:pt x="307333" y="174613"/>
                  </a:lnTo>
                  <a:lnTo>
                    <a:pt x="327173" y="173965"/>
                  </a:lnTo>
                  <a:lnTo>
                    <a:pt x="341002" y="192915"/>
                  </a:lnTo>
                  <a:lnTo>
                    <a:pt x="355504" y="202715"/>
                  </a:lnTo>
                  <a:lnTo>
                    <a:pt x="362940" y="235520"/>
                  </a:lnTo>
                  <a:lnTo>
                    <a:pt x="346099" y="245993"/>
                  </a:lnTo>
                  <a:lnTo>
                    <a:pt x="341536" y="254331"/>
                  </a:lnTo>
                  <a:lnTo>
                    <a:pt x="345832" y="260610"/>
                  </a:lnTo>
                  <a:lnTo>
                    <a:pt x="355504" y="262059"/>
                  </a:lnTo>
                  <a:lnTo>
                    <a:pt x="381065" y="270168"/>
                  </a:lnTo>
                  <a:lnTo>
                    <a:pt x="398961" y="266774"/>
                  </a:lnTo>
                  <a:lnTo>
                    <a:pt x="431969" y="261792"/>
                  </a:lnTo>
                  <a:lnTo>
                    <a:pt x="470989" y="277210"/>
                  </a:lnTo>
                  <a:lnTo>
                    <a:pt x="497999" y="275125"/>
                  </a:lnTo>
                  <a:lnTo>
                    <a:pt x="512476" y="267550"/>
                  </a:lnTo>
                  <a:lnTo>
                    <a:pt x="544060" y="243235"/>
                  </a:lnTo>
                  <a:lnTo>
                    <a:pt x="567168" y="237871"/>
                  </a:lnTo>
                  <a:lnTo>
                    <a:pt x="576560" y="241926"/>
                  </a:lnTo>
                  <a:lnTo>
                    <a:pt x="577730" y="249641"/>
                  </a:lnTo>
                  <a:lnTo>
                    <a:pt x="583742" y="255259"/>
                  </a:lnTo>
                  <a:lnTo>
                    <a:pt x="600837" y="261538"/>
                  </a:lnTo>
                  <a:lnTo>
                    <a:pt x="614793" y="261017"/>
                  </a:lnTo>
                  <a:lnTo>
                    <a:pt x="617284" y="274477"/>
                  </a:lnTo>
                  <a:lnTo>
                    <a:pt x="622114" y="279841"/>
                  </a:lnTo>
                  <a:lnTo>
                    <a:pt x="620932" y="291076"/>
                  </a:lnTo>
                  <a:lnTo>
                    <a:pt x="617424" y="310930"/>
                  </a:lnTo>
                  <a:lnTo>
                    <a:pt x="628380" y="355771"/>
                  </a:lnTo>
                  <a:lnTo>
                    <a:pt x="640378" y="381916"/>
                  </a:lnTo>
                  <a:lnTo>
                    <a:pt x="641154" y="397728"/>
                  </a:lnTo>
                  <a:lnTo>
                    <a:pt x="621453" y="447272"/>
                  </a:lnTo>
                  <a:lnTo>
                    <a:pt x="626791" y="462677"/>
                  </a:lnTo>
                  <a:lnTo>
                    <a:pt x="645068" y="480852"/>
                  </a:lnTo>
                  <a:lnTo>
                    <a:pt x="648589" y="492088"/>
                  </a:lnTo>
                  <a:lnTo>
                    <a:pt x="645068" y="505815"/>
                  </a:lnTo>
                  <a:lnTo>
                    <a:pt x="650953" y="514064"/>
                  </a:lnTo>
                  <a:lnTo>
                    <a:pt x="651728" y="529482"/>
                  </a:lnTo>
                  <a:lnTo>
                    <a:pt x="628507" y="542154"/>
                  </a:lnTo>
                  <a:lnTo>
                    <a:pt x="613750" y="558880"/>
                  </a:lnTo>
                  <a:lnTo>
                    <a:pt x="613242" y="570523"/>
                  </a:lnTo>
                  <a:lnTo>
                    <a:pt x="603328" y="569862"/>
                  </a:lnTo>
                  <a:lnTo>
                    <a:pt x="590529" y="551686"/>
                  </a:lnTo>
                  <a:lnTo>
                    <a:pt x="587135" y="509616"/>
                  </a:lnTo>
                  <a:lnTo>
                    <a:pt x="593261" y="486610"/>
                  </a:lnTo>
                  <a:lnTo>
                    <a:pt x="594711" y="480331"/>
                  </a:lnTo>
                  <a:lnTo>
                    <a:pt x="579052" y="468816"/>
                  </a:lnTo>
                  <a:lnTo>
                    <a:pt x="560113" y="445696"/>
                  </a:lnTo>
                  <a:lnTo>
                    <a:pt x="569532" y="408836"/>
                  </a:lnTo>
                  <a:lnTo>
                    <a:pt x="577348" y="374188"/>
                  </a:lnTo>
                  <a:lnTo>
                    <a:pt x="587262" y="353814"/>
                  </a:lnTo>
                  <a:lnTo>
                    <a:pt x="588838" y="339172"/>
                  </a:lnTo>
                  <a:lnTo>
                    <a:pt x="582699" y="314349"/>
                  </a:lnTo>
                  <a:lnTo>
                    <a:pt x="592359" y="291076"/>
                  </a:lnTo>
                  <a:lnTo>
                    <a:pt x="590529" y="281518"/>
                  </a:lnTo>
                  <a:lnTo>
                    <a:pt x="580742" y="276307"/>
                  </a:lnTo>
                  <a:lnTo>
                    <a:pt x="568337" y="277476"/>
                  </a:lnTo>
                  <a:lnTo>
                    <a:pt x="546424" y="289233"/>
                  </a:lnTo>
                  <a:lnTo>
                    <a:pt x="523978" y="301664"/>
                  </a:lnTo>
                  <a:lnTo>
                    <a:pt x="517585" y="310027"/>
                  </a:lnTo>
                  <a:lnTo>
                    <a:pt x="495253" y="321009"/>
                  </a:lnTo>
                  <a:lnTo>
                    <a:pt x="448276" y="333554"/>
                  </a:lnTo>
                  <a:lnTo>
                    <a:pt x="422970" y="349886"/>
                  </a:lnTo>
                  <a:lnTo>
                    <a:pt x="387204" y="354729"/>
                  </a:lnTo>
                  <a:lnTo>
                    <a:pt x="354449" y="347548"/>
                  </a:lnTo>
                  <a:lnTo>
                    <a:pt x="336312" y="330681"/>
                  </a:lnTo>
                  <a:lnTo>
                    <a:pt x="327962" y="327148"/>
                  </a:lnTo>
                  <a:lnTo>
                    <a:pt x="290759" y="327021"/>
                  </a:lnTo>
                  <a:lnTo>
                    <a:pt x="279027" y="321276"/>
                  </a:lnTo>
                  <a:lnTo>
                    <a:pt x="265974" y="318912"/>
                  </a:lnTo>
                  <a:lnTo>
                    <a:pt x="244443" y="315645"/>
                  </a:lnTo>
                  <a:lnTo>
                    <a:pt x="241824" y="307663"/>
                  </a:lnTo>
                  <a:lnTo>
                    <a:pt x="230347" y="302299"/>
                  </a:lnTo>
                  <a:lnTo>
                    <a:pt x="230080" y="285585"/>
                  </a:lnTo>
                  <a:lnTo>
                    <a:pt x="274058" y="262580"/>
                  </a:lnTo>
                  <a:lnTo>
                    <a:pt x="309824" y="259059"/>
                  </a:lnTo>
                  <a:lnTo>
                    <a:pt x="316726" y="250289"/>
                  </a:lnTo>
                  <a:lnTo>
                    <a:pt x="314133" y="243629"/>
                  </a:lnTo>
                  <a:lnTo>
                    <a:pt x="248217" y="237744"/>
                  </a:lnTo>
                  <a:lnTo>
                    <a:pt x="237783" y="237490"/>
                  </a:lnTo>
                  <a:lnTo>
                    <a:pt x="179188" y="232381"/>
                  </a:lnTo>
                  <a:lnTo>
                    <a:pt x="159360" y="235774"/>
                  </a:lnTo>
                  <a:lnTo>
                    <a:pt x="128170" y="234732"/>
                  </a:lnTo>
                  <a:lnTo>
                    <a:pt x="119298" y="242320"/>
                  </a:lnTo>
                  <a:lnTo>
                    <a:pt x="116667" y="253162"/>
                  </a:lnTo>
                  <a:lnTo>
                    <a:pt x="101796" y="269253"/>
                  </a:lnTo>
                  <a:lnTo>
                    <a:pt x="86798" y="295906"/>
                  </a:lnTo>
                  <a:lnTo>
                    <a:pt x="57171" y="304536"/>
                  </a:lnTo>
                  <a:lnTo>
                    <a:pt x="49735" y="301003"/>
                  </a:lnTo>
                  <a:close/>
                </a:path>
              </a:pathLst>
            </a:custGeom>
            <a:solidFill>
              <a:srgbClr val="BAE0DF"/>
            </a:solidFill>
            <a:ln w="12700" cap="flat">
              <a:noFill/>
              <a:prstDash val="solid"/>
              <a:miter/>
            </a:ln>
          </p:spPr>
          <p:txBody>
            <a:bodyPr rtlCol="0" anchor="ctr"/>
            <a:lstStyle/>
            <a:p>
              <a:endParaRPr lang="de-CH"/>
            </a:p>
          </p:txBody>
        </p:sp>
        <p:sp>
          <p:nvSpPr>
            <p:cNvPr id="74" name="Freihandform: Form 73">
              <a:extLst>
                <a:ext uri="{FF2B5EF4-FFF2-40B4-BE49-F238E27FC236}">
                  <a16:creationId xmlns:a16="http://schemas.microsoft.com/office/drawing/2014/main" id="{C36DA56D-D1A2-AEC3-642D-415022ED2927}"/>
                </a:ext>
              </a:extLst>
            </p:cNvPr>
            <p:cNvSpPr/>
            <p:nvPr/>
          </p:nvSpPr>
          <p:spPr>
            <a:xfrm>
              <a:off x="6245582" y="2960121"/>
              <a:ext cx="116667" cy="84954"/>
            </a:xfrm>
            <a:custGeom>
              <a:avLst/>
              <a:gdLst>
                <a:gd name="connsiteX0" fmla="*/ 107401 w 116667"/>
                <a:gd name="connsiteY0" fmla="*/ 3127 h 84954"/>
                <a:gd name="connsiteX1" fmla="*/ 115752 w 116667"/>
                <a:gd name="connsiteY1" fmla="*/ 19866 h 84954"/>
                <a:gd name="connsiteX2" fmla="*/ 116667 w 116667"/>
                <a:gd name="connsiteY2" fmla="*/ 26526 h 84954"/>
                <a:gd name="connsiteX3" fmla="*/ 112485 w 116667"/>
                <a:gd name="connsiteY3" fmla="*/ 33059 h 84954"/>
                <a:gd name="connsiteX4" fmla="*/ 98136 w 116667"/>
                <a:gd name="connsiteY4" fmla="*/ 43647 h 84954"/>
                <a:gd name="connsiteX5" fmla="*/ 90814 w 116667"/>
                <a:gd name="connsiteY5" fmla="*/ 50968 h 84954"/>
                <a:gd name="connsiteX6" fmla="*/ 51413 w 116667"/>
                <a:gd name="connsiteY6" fmla="*/ 73986 h 84954"/>
                <a:gd name="connsiteX7" fmla="*/ 37063 w 116667"/>
                <a:gd name="connsiteY7" fmla="*/ 84955 h 84954"/>
                <a:gd name="connsiteX8" fmla="*/ 31458 w 116667"/>
                <a:gd name="connsiteY8" fmla="*/ 84955 h 84954"/>
                <a:gd name="connsiteX9" fmla="*/ 31051 w 116667"/>
                <a:gd name="connsiteY9" fmla="*/ 79731 h 84954"/>
                <a:gd name="connsiteX10" fmla="*/ 26882 w 116667"/>
                <a:gd name="connsiteY10" fmla="*/ 77888 h 84954"/>
                <a:gd name="connsiteX11" fmla="*/ 23349 w 116667"/>
                <a:gd name="connsiteY11" fmla="*/ 79731 h 84954"/>
                <a:gd name="connsiteX12" fmla="*/ 21671 w 116667"/>
                <a:gd name="connsiteY12" fmla="*/ 73185 h 84954"/>
                <a:gd name="connsiteX13" fmla="*/ 15151 w 116667"/>
                <a:gd name="connsiteY13" fmla="*/ 73185 h 84954"/>
                <a:gd name="connsiteX14" fmla="*/ 11617 w 116667"/>
                <a:gd name="connsiteY14" fmla="*/ 79731 h 84954"/>
                <a:gd name="connsiteX15" fmla="*/ 7702 w 116667"/>
                <a:gd name="connsiteY15" fmla="*/ 79731 h 84954"/>
                <a:gd name="connsiteX16" fmla="*/ 0 w 116667"/>
                <a:gd name="connsiteY16" fmla="*/ 77100 h 84954"/>
                <a:gd name="connsiteX17" fmla="*/ 4690 w 116667"/>
                <a:gd name="connsiteY17" fmla="*/ 65089 h 84954"/>
                <a:gd name="connsiteX18" fmla="*/ 18671 w 116667"/>
                <a:gd name="connsiteY18" fmla="*/ 59077 h 84954"/>
                <a:gd name="connsiteX19" fmla="*/ 28700 w 116667"/>
                <a:gd name="connsiteY19" fmla="*/ 45998 h 84954"/>
                <a:gd name="connsiteX20" fmla="*/ 39415 w 116667"/>
                <a:gd name="connsiteY20" fmla="*/ 40253 h 84954"/>
                <a:gd name="connsiteX21" fmla="*/ 48807 w 116667"/>
                <a:gd name="connsiteY21" fmla="*/ 38944 h 84954"/>
                <a:gd name="connsiteX22" fmla="*/ 56510 w 116667"/>
                <a:gd name="connsiteY22" fmla="*/ 33720 h 84954"/>
                <a:gd name="connsiteX23" fmla="*/ 71241 w 116667"/>
                <a:gd name="connsiteY23" fmla="*/ 34228 h 84954"/>
                <a:gd name="connsiteX24" fmla="*/ 83659 w 116667"/>
                <a:gd name="connsiteY24" fmla="*/ 26526 h 84954"/>
                <a:gd name="connsiteX25" fmla="*/ 93700 w 116667"/>
                <a:gd name="connsiteY25" fmla="*/ 25344 h 84954"/>
                <a:gd name="connsiteX26" fmla="*/ 101275 w 116667"/>
                <a:gd name="connsiteY26" fmla="*/ 20654 h 84954"/>
                <a:gd name="connsiteX27" fmla="*/ 104008 w 116667"/>
                <a:gd name="connsiteY27" fmla="*/ 13193 h 84954"/>
                <a:gd name="connsiteX28" fmla="*/ 101008 w 116667"/>
                <a:gd name="connsiteY28" fmla="*/ 0 h 84954"/>
                <a:gd name="connsiteX29" fmla="*/ 107401 w 116667"/>
                <a:gd name="connsiteY29" fmla="*/ 3127 h 84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6667" h="84954">
                  <a:moveTo>
                    <a:pt x="107401" y="3127"/>
                  </a:moveTo>
                  <a:lnTo>
                    <a:pt x="115752" y="19866"/>
                  </a:lnTo>
                  <a:lnTo>
                    <a:pt x="116667" y="26526"/>
                  </a:lnTo>
                  <a:lnTo>
                    <a:pt x="112485" y="33059"/>
                  </a:lnTo>
                  <a:lnTo>
                    <a:pt x="98136" y="43647"/>
                  </a:lnTo>
                  <a:lnTo>
                    <a:pt x="90814" y="50968"/>
                  </a:lnTo>
                  <a:lnTo>
                    <a:pt x="51413" y="73986"/>
                  </a:lnTo>
                  <a:lnTo>
                    <a:pt x="37063" y="84955"/>
                  </a:lnTo>
                  <a:lnTo>
                    <a:pt x="31458" y="84955"/>
                  </a:lnTo>
                  <a:lnTo>
                    <a:pt x="31051" y="79731"/>
                  </a:lnTo>
                  <a:lnTo>
                    <a:pt x="26882" y="77888"/>
                  </a:lnTo>
                  <a:lnTo>
                    <a:pt x="23349" y="79731"/>
                  </a:lnTo>
                  <a:lnTo>
                    <a:pt x="21671" y="73185"/>
                  </a:lnTo>
                  <a:lnTo>
                    <a:pt x="15151" y="73185"/>
                  </a:lnTo>
                  <a:lnTo>
                    <a:pt x="11617" y="79731"/>
                  </a:lnTo>
                  <a:lnTo>
                    <a:pt x="7702" y="79731"/>
                  </a:lnTo>
                  <a:lnTo>
                    <a:pt x="0" y="77100"/>
                  </a:lnTo>
                  <a:lnTo>
                    <a:pt x="4690" y="65089"/>
                  </a:lnTo>
                  <a:lnTo>
                    <a:pt x="18671" y="59077"/>
                  </a:lnTo>
                  <a:lnTo>
                    <a:pt x="28700" y="45998"/>
                  </a:lnTo>
                  <a:lnTo>
                    <a:pt x="39415" y="40253"/>
                  </a:lnTo>
                  <a:lnTo>
                    <a:pt x="48807" y="38944"/>
                  </a:lnTo>
                  <a:lnTo>
                    <a:pt x="56510" y="33720"/>
                  </a:lnTo>
                  <a:lnTo>
                    <a:pt x="71241" y="34228"/>
                  </a:lnTo>
                  <a:lnTo>
                    <a:pt x="83659" y="26526"/>
                  </a:lnTo>
                  <a:lnTo>
                    <a:pt x="93700" y="25344"/>
                  </a:lnTo>
                  <a:lnTo>
                    <a:pt x="101275" y="20654"/>
                  </a:lnTo>
                  <a:lnTo>
                    <a:pt x="104008" y="13193"/>
                  </a:lnTo>
                  <a:lnTo>
                    <a:pt x="101008" y="0"/>
                  </a:lnTo>
                  <a:lnTo>
                    <a:pt x="107401" y="3127"/>
                  </a:lnTo>
                  <a:close/>
                </a:path>
              </a:pathLst>
            </a:custGeom>
            <a:solidFill>
              <a:srgbClr val="BAE0DF"/>
            </a:solidFill>
            <a:ln w="12700" cap="flat">
              <a:noFill/>
              <a:prstDash val="solid"/>
              <a:miter/>
            </a:ln>
          </p:spPr>
          <p:txBody>
            <a:bodyPr rtlCol="0" anchor="ctr"/>
            <a:lstStyle/>
            <a:p>
              <a:endParaRPr lang="de-CH"/>
            </a:p>
          </p:txBody>
        </p:sp>
        <p:sp>
          <p:nvSpPr>
            <p:cNvPr id="75" name="Freihandform: Form 74">
              <a:extLst>
                <a:ext uri="{FF2B5EF4-FFF2-40B4-BE49-F238E27FC236}">
                  <a16:creationId xmlns:a16="http://schemas.microsoft.com/office/drawing/2014/main" id="{2A4DF1B1-77AB-35C8-2071-EB96811B641B}"/>
                </a:ext>
              </a:extLst>
            </p:cNvPr>
            <p:cNvSpPr/>
            <p:nvPr/>
          </p:nvSpPr>
          <p:spPr>
            <a:xfrm>
              <a:off x="7209333" y="2428021"/>
              <a:ext cx="126059" cy="206896"/>
            </a:xfrm>
            <a:custGeom>
              <a:avLst/>
              <a:gdLst>
                <a:gd name="connsiteX0" fmla="*/ 106613 w 126059"/>
                <a:gd name="connsiteY0" fmla="*/ 206897 h 206896"/>
                <a:gd name="connsiteX1" fmla="*/ 105965 w 126059"/>
                <a:gd name="connsiteY1" fmla="*/ 198012 h 206896"/>
                <a:gd name="connsiteX2" fmla="*/ 100080 w 126059"/>
                <a:gd name="connsiteY2" fmla="*/ 192649 h 206896"/>
                <a:gd name="connsiteX3" fmla="*/ 85984 w 126059"/>
                <a:gd name="connsiteY3" fmla="*/ 184031 h 206896"/>
                <a:gd name="connsiteX4" fmla="*/ 73071 w 126059"/>
                <a:gd name="connsiteY4" fmla="*/ 162729 h 206896"/>
                <a:gd name="connsiteX5" fmla="*/ 63818 w 126059"/>
                <a:gd name="connsiteY5" fmla="*/ 160110 h 206896"/>
                <a:gd name="connsiteX6" fmla="*/ 59242 w 126059"/>
                <a:gd name="connsiteY6" fmla="*/ 152522 h 206896"/>
                <a:gd name="connsiteX7" fmla="*/ 50103 w 126059"/>
                <a:gd name="connsiteY7" fmla="*/ 150171 h 206896"/>
                <a:gd name="connsiteX8" fmla="*/ 46583 w 126059"/>
                <a:gd name="connsiteY8" fmla="*/ 137766 h 206896"/>
                <a:gd name="connsiteX9" fmla="*/ 54794 w 126059"/>
                <a:gd name="connsiteY9" fmla="*/ 124700 h 206896"/>
                <a:gd name="connsiteX10" fmla="*/ 43456 w 126059"/>
                <a:gd name="connsiteY10" fmla="*/ 115155 h 206896"/>
                <a:gd name="connsiteX11" fmla="*/ 36923 w 126059"/>
                <a:gd name="connsiteY11" fmla="*/ 108367 h 206896"/>
                <a:gd name="connsiteX12" fmla="*/ 35754 w 126059"/>
                <a:gd name="connsiteY12" fmla="*/ 89264 h 206896"/>
                <a:gd name="connsiteX13" fmla="*/ 16307 w 126059"/>
                <a:gd name="connsiteY13" fmla="*/ 59725 h 206896"/>
                <a:gd name="connsiteX14" fmla="*/ 10041 w 126059"/>
                <a:gd name="connsiteY14" fmla="*/ 43914 h 206896"/>
                <a:gd name="connsiteX15" fmla="*/ 2593 w 126059"/>
                <a:gd name="connsiteY15" fmla="*/ 46138 h 206896"/>
                <a:gd name="connsiteX16" fmla="*/ 0 w 126059"/>
                <a:gd name="connsiteY16" fmla="*/ 41296 h 206896"/>
                <a:gd name="connsiteX17" fmla="*/ 7041 w 126059"/>
                <a:gd name="connsiteY17" fmla="*/ 33987 h 206896"/>
                <a:gd name="connsiteX18" fmla="*/ 9533 w 126059"/>
                <a:gd name="connsiteY18" fmla="*/ 19993 h 206896"/>
                <a:gd name="connsiteX19" fmla="*/ 15265 w 126059"/>
                <a:gd name="connsiteY19" fmla="*/ 13854 h 206896"/>
                <a:gd name="connsiteX20" fmla="*/ 23081 w 126059"/>
                <a:gd name="connsiteY20" fmla="*/ 17375 h 206896"/>
                <a:gd name="connsiteX21" fmla="*/ 31445 w 126059"/>
                <a:gd name="connsiteY21" fmla="*/ 15036 h 206896"/>
                <a:gd name="connsiteX22" fmla="*/ 39529 w 126059"/>
                <a:gd name="connsiteY22" fmla="*/ 11503 h 206896"/>
                <a:gd name="connsiteX23" fmla="*/ 42795 w 126059"/>
                <a:gd name="connsiteY23" fmla="*/ 0 h 206896"/>
                <a:gd name="connsiteX24" fmla="*/ 51273 w 126059"/>
                <a:gd name="connsiteY24" fmla="*/ 1830 h 206896"/>
                <a:gd name="connsiteX25" fmla="*/ 52722 w 126059"/>
                <a:gd name="connsiteY25" fmla="*/ 10194 h 206896"/>
                <a:gd name="connsiteX26" fmla="*/ 59509 w 126059"/>
                <a:gd name="connsiteY26" fmla="*/ 13981 h 206896"/>
                <a:gd name="connsiteX27" fmla="*/ 66284 w 126059"/>
                <a:gd name="connsiteY27" fmla="*/ 10588 h 206896"/>
                <a:gd name="connsiteX28" fmla="*/ 66284 w 126059"/>
                <a:gd name="connsiteY28" fmla="*/ 17502 h 206896"/>
                <a:gd name="connsiteX29" fmla="*/ 63411 w 126059"/>
                <a:gd name="connsiteY29" fmla="*/ 25878 h 206896"/>
                <a:gd name="connsiteX30" fmla="*/ 59509 w 126059"/>
                <a:gd name="connsiteY30" fmla="*/ 33847 h 206896"/>
                <a:gd name="connsiteX31" fmla="*/ 66945 w 126059"/>
                <a:gd name="connsiteY31" fmla="*/ 47701 h 206896"/>
                <a:gd name="connsiteX32" fmla="*/ 63411 w 126059"/>
                <a:gd name="connsiteY32" fmla="*/ 55811 h 206896"/>
                <a:gd name="connsiteX33" fmla="*/ 78676 w 126059"/>
                <a:gd name="connsiteY33" fmla="*/ 92149 h 206896"/>
                <a:gd name="connsiteX34" fmla="*/ 77253 w 126059"/>
                <a:gd name="connsiteY34" fmla="*/ 119463 h 206896"/>
                <a:gd name="connsiteX35" fmla="*/ 85197 w 126059"/>
                <a:gd name="connsiteY35" fmla="*/ 143511 h 206896"/>
                <a:gd name="connsiteX36" fmla="*/ 85603 w 126059"/>
                <a:gd name="connsiteY36" fmla="*/ 157238 h 206896"/>
                <a:gd name="connsiteX37" fmla="*/ 102698 w 126059"/>
                <a:gd name="connsiteY37" fmla="*/ 169910 h 206896"/>
                <a:gd name="connsiteX38" fmla="*/ 115752 w 126059"/>
                <a:gd name="connsiteY38" fmla="*/ 174626 h 206896"/>
                <a:gd name="connsiteX39" fmla="*/ 126060 w 126059"/>
                <a:gd name="connsiteY39" fmla="*/ 184565 h 206896"/>
                <a:gd name="connsiteX40" fmla="*/ 120709 w 126059"/>
                <a:gd name="connsiteY40" fmla="*/ 198940 h 206896"/>
                <a:gd name="connsiteX41" fmla="*/ 111837 w 126059"/>
                <a:gd name="connsiteY41" fmla="*/ 203897 h 206896"/>
                <a:gd name="connsiteX42" fmla="*/ 106613 w 126059"/>
                <a:gd name="connsiteY42" fmla="*/ 206897 h 206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6059" h="206896">
                  <a:moveTo>
                    <a:pt x="106613" y="206897"/>
                  </a:moveTo>
                  <a:lnTo>
                    <a:pt x="105965" y="198012"/>
                  </a:lnTo>
                  <a:lnTo>
                    <a:pt x="100080" y="192649"/>
                  </a:lnTo>
                  <a:lnTo>
                    <a:pt x="85984" y="184031"/>
                  </a:lnTo>
                  <a:lnTo>
                    <a:pt x="73071" y="162729"/>
                  </a:lnTo>
                  <a:lnTo>
                    <a:pt x="63818" y="160110"/>
                  </a:lnTo>
                  <a:lnTo>
                    <a:pt x="59242" y="152522"/>
                  </a:lnTo>
                  <a:lnTo>
                    <a:pt x="50103" y="150171"/>
                  </a:lnTo>
                  <a:lnTo>
                    <a:pt x="46583" y="137766"/>
                  </a:lnTo>
                  <a:lnTo>
                    <a:pt x="54794" y="124700"/>
                  </a:lnTo>
                  <a:lnTo>
                    <a:pt x="43456" y="115155"/>
                  </a:lnTo>
                  <a:lnTo>
                    <a:pt x="36923" y="108367"/>
                  </a:lnTo>
                  <a:lnTo>
                    <a:pt x="35754" y="89264"/>
                  </a:lnTo>
                  <a:lnTo>
                    <a:pt x="16307" y="59725"/>
                  </a:lnTo>
                  <a:lnTo>
                    <a:pt x="10041" y="43914"/>
                  </a:lnTo>
                  <a:lnTo>
                    <a:pt x="2593" y="46138"/>
                  </a:lnTo>
                  <a:lnTo>
                    <a:pt x="0" y="41296"/>
                  </a:lnTo>
                  <a:lnTo>
                    <a:pt x="7041" y="33987"/>
                  </a:lnTo>
                  <a:lnTo>
                    <a:pt x="9533" y="19993"/>
                  </a:lnTo>
                  <a:lnTo>
                    <a:pt x="15265" y="13854"/>
                  </a:lnTo>
                  <a:lnTo>
                    <a:pt x="23081" y="17375"/>
                  </a:lnTo>
                  <a:lnTo>
                    <a:pt x="31445" y="15036"/>
                  </a:lnTo>
                  <a:lnTo>
                    <a:pt x="39529" y="11503"/>
                  </a:lnTo>
                  <a:lnTo>
                    <a:pt x="42795" y="0"/>
                  </a:lnTo>
                  <a:lnTo>
                    <a:pt x="51273" y="1830"/>
                  </a:lnTo>
                  <a:lnTo>
                    <a:pt x="52722" y="10194"/>
                  </a:lnTo>
                  <a:lnTo>
                    <a:pt x="59509" y="13981"/>
                  </a:lnTo>
                  <a:lnTo>
                    <a:pt x="66284" y="10588"/>
                  </a:lnTo>
                  <a:lnTo>
                    <a:pt x="66284" y="17502"/>
                  </a:lnTo>
                  <a:lnTo>
                    <a:pt x="63411" y="25878"/>
                  </a:lnTo>
                  <a:lnTo>
                    <a:pt x="59509" y="33847"/>
                  </a:lnTo>
                  <a:lnTo>
                    <a:pt x="66945" y="47701"/>
                  </a:lnTo>
                  <a:lnTo>
                    <a:pt x="63411" y="55811"/>
                  </a:lnTo>
                  <a:lnTo>
                    <a:pt x="78676" y="92149"/>
                  </a:lnTo>
                  <a:lnTo>
                    <a:pt x="77253" y="119463"/>
                  </a:lnTo>
                  <a:lnTo>
                    <a:pt x="85197" y="143511"/>
                  </a:lnTo>
                  <a:lnTo>
                    <a:pt x="85603" y="157238"/>
                  </a:lnTo>
                  <a:lnTo>
                    <a:pt x="102698" y="169910"/>
                  </a:lnTo>
                  <a:lnTo>
                    <a:pt x="115752" y="174626"/>
                  </a:lnTo>
                  <a:lnTo>
                    <a:pt x="126060" y="184565"/>
                  </a:lnTo>
                  <a:lnTo>
                    <a:pt x="120709" y="198940"/>
                  </a:lnTo>
                  <a:lnTo>
                    <a:pt x="111837" y="203897"/>
                  </a:lnTo>
                  <a:lnTo>
                    <a:pt x="106613" y="206897"/>
                  </a:lnTo>
                  <a:close/>
                </a:path>
              </a:pathLst>
            </a:custGeom>
            <a:solidFill>
              <a:srgbClr val="BAE0DF"/>
            </a:solidFill>
            <a:ln w="12700" cap="flat">
              <a:noFill/>
              <a:prstDash val="solid"/>
              <a:miter/>
            </a:ln>
          </p:spPr>
          <p:txBody>
            <a:bodyPr rtlCol="0" anchor="ctr"/>
            <a:lstStyle/>
            <a:p>
              <a:endParaRPr lang="de-CH"/>
            </a:p>
          </p:txBody>
        </p:sp>
        <p:sp>
          <p:nvSpPr>
            <p:cNvPr id="76" name="Freihandform: Form 75">
              <a:extLst>
                <a:ext uri="{FF2B5EF4-FFF2-40B4-BE49-F238E27FC236}">
                  <a16:creationId xmlns:a16="http://schemas.microsoft.com/office/drawing/2014/main" id="{EAE59315-69C8-A890-3D48-360CB62905D6}"/>
                </a:ext>
              </a:extLst>
            </p:cNvPr>
            <p:cNvSpPr/>
            <p:nvPr/>
          </p:nvSpPr>
          <p:spPr>
            <a:xfrm>
              <a:off x="6062364" y="3232641"/>
              <a:ext cx="109358" cy="131220"/>
            </a:xfrm>
            <a:custGeom>
              <a:avLst/>
              <a:gdLst>
                <a:gd name="connsiteX0" fmla="*/ 2479 w 109358"/>
                <a:gd name="connsiteY0" fmla="*/ 101288 h 131220"/>
                <a:gd name="connsiteX1" fmla="*/ 8732 w 109358"/>
                <a:gd name="connsiteY1" fmla="*/ 88094 h 131220"/>
                <a:gd name="connsiteX2" fmla="*/ 13702 w 109358"/>
                <a:gd name="connsiteY2" fmla="*/ 70313 h 131220"/>
                <a:gd name="connsiteX3" fmla="*/ 55595 w 109358"/>
                <a:gd name="connsiteY3" fmla="*/ 48756 h 131220"/>
                <a:gd name="connsiteX4" fmla="*/ 74901 w 109358"/>
                <a:gd name="connsiteY4" fmla="*/ 34889 h 131220"/>
                <a:gd name="connsiteX5" fmla="*/ 77914 w 109358"/>
                <a:gd name="connsiteY5" fmla="*/ 23120 h 131220"/>
                <a:gd name="connsiteX6" fmla="*/ 87307 w 109358"/>
                <a:gd name="connsiteY6" fmla="*/ 11223 h 131220"/>
                <a:gd name="connsiteX7" fmla="*/ 89912 w 109358"/>
                <a:gd name="connsiteY7" fmla="*/ 1957 h 131220"/>
                <a:gd name="connsiteX8" fmla="*/ 95517 w 109358"/>
                <a:gd name="connsiteY8" fmla="*/ 3521 h 131220"/>
                <a:gd name="connsiteX9" fmla="*/ 101529 w 109358"/>
                <a:gd name="connsiteY9" fmla="*/ 1818 h 131220"/>
                <a:gd name="connsiteX10" fmla="*/ 105559 w 109358"/>
                <a:gd name="connsiteY10" fmla="*/ 0 h 131220"/>
                <a:gd name="connsiteX11" fmla="*/ 108571 w 109358"/>
                <a:gd name="connsiteY11" fmla="*/ 3012 h 131220"/>
                <a:gd name="connsiteX12" fmla="*/ 109359 w 109358"/>
                <a:gd name="connsiteY12" fmla="*/ 9800 h 131220"/>
                <a:gd name="connsiteX13" fmla="*/ 109092 w 109358"/>
                <a:gd name="connsiteY13" fmla="*/ 26005 h 131220"/>
                <a:gd name="connsiteX14" fmla="*/ 104135 w 109358"/>
                <a:gd name="connsiteY14" fmla="*/ 34496 h 131220"/>
                <a:gd name="connsiteX15" fmla="*/ 103347 w 109358"/>
                <a:gd name="connsiteY15" fmla="*/ 47714 h 131220"/>
                <a:gd name="connsiteX16" fmla="*/ 86646 w 109358"/>
                <a:gd name="connsiteY16" fmla="*/ 64822 h 131220"/>
                <a:gd name="connsiteX17" fmla="*/ 78168 w 109358"/>
                <a:gd name="connsiteY17" fmla="*/ 67313 h 131220"/>
                <a:gd name="connsiteX18" fmla="*/ 67199 w 109358"/>
                <a:gd name="connsiteY18" fmla="*/ 81689 h 131220"/>
                <a:gd name="connsiteX19" fmla="*/ 48553 w 109358"/>
                <a:gd name="connsiteY19" fmla="*/ 95136 h 131220"/>
                <a:gd name="connsiteX20" fmla="*/ 46710 w 109358"/>
                <a:gd name="connsiteY20" fmla="*/ 107833 h 131220"/>
                <a:gd name="connsiteX21" fmla="*/ 30797 w 109358"/>
                <a:gd name="connsiteY21" fmla="*/ 127038 h 131220"/>
                <a:gd name="connsiteX22" fmla="*/ 25459 w 109358"/>
                <a:gd name="connsiteY22" fmla="*/ 131220 h 131220"/>
                <a:gd name="connsiteX23" fmla="*/ 22319 w 109358"/>
                <a:gd name="connsiteY23" fmla="*/ 130178 h 131220"/>
                <a:gd name="connsiteX24" fmla="*/ 23362 w 109358"/>
                <a:gd name="connsiteY24" fmla="*/ 125081 h 131220"/>
                <a:gd name="connsiteX25" fmla="*/ 20616 w 109358"/>
                <a:gd name="connsiteY25" fmla="*/ 122590 h 131220"/>
                <a:gd name="connsiteX26" fmla="*/ 14490 w 109358"/>
                <a:gd name="connsiteY26" fmla="*/ 121942 h 131220"/>
                <a:gd name="connsiteX27" fmla="*/ 10702 w 109358"/>
                <a:gd name="connsiteY27" fmla="*/ 116057 h 131220"/>
                <a:gd name="connsiteX28" fmla="*/ 2619 w 109358"/>
                <a:gd name="connsiteY28" fmla="*/ 110693 h 131220"/>
                <a:gd name="connsiteX29" fmla="*/ 0 w 109358"/>
                <a:gd name="connsiteY29" fmla="*/ 107160 h 131220"/>
                <a:gd name="connsiteX30" fmla="*/ 2479 w 109358"/>
                <a:gd name="connsiteY30" fmla="*/ 101288 h 131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9358" h="131220">
                  <a:moveTo>
                    <a:pt x="2479" y="101288"/>
                  </a:moveTo>
                  <a:lnTo>
                    <a:pt x="8732" y="88094"/>
                  </a:lnTo>
                  <a:lnTo>
                    <a:pt x="13702" y="70313"/>
                  </a:lnTo>
                  <a:lnTo>
                    <a:pt x="55595" y="48756"/>
                  </a:lnTo>
                  <a:lnTo>
                    <a:pt x="74901" y="34889"/>
                  </a:lnTo>
                  <a:lnTo>
                    <a:pt x="77914" y="23120"/>
                  </a:lnTo>
                  <a:lnTo>
                    <a:pt x="87307" y="11223"/>
                  </a:lnTo>
                  <a:lnTo>
                    <a:pt x="89912" y="1957"/>
                  </a:lnTo>
                  <a:lnTo>
                    <a:pt x="95517" y="3521"/>
                  </a:lnTo>
                  <a:lnTo>
                    <a:pt x="101529" y="1818"/>
                  </a:lnTo>
                  <a:lnTo>
                    <a:pt x="105559" y="0"/>
                  </a:lnTo>
                  <a:lnTo>
                    <a:pt x="108571" y="3012"/>
                  </a:lnTo>
                  <a:lnTo>
                    <a:pt x="109359" y="9800"/>
                  </a:lnTo>
                  <a:lnTo>
                    <a:pt x="109092" y="26005"/>
                  </a:lnTo>
                  <a:lnTo>
                    <a:pt x="104135" y="34496"/>
                  </a:lnTo>
                  <a:lnTo>
                    <a:pt x="103347" y="47714"/>
                  </a:lnTo>
                  <a:lnTo>
                    <a:pt x="86646" y="64822"/>
                  </a:lnTo>
                  <a:lnTo>
                    <a:pt x="78168" y="67313"/>
                  </a:lnTo>
                  <a:lnTo>
                    <a:pt x="67199" y="81689"/>
                  </a:lnTo>
                  <a:lnTo>
                    <a:pt x="48553" y="95136"/>
                  </a:lnTo>
                  <a:lnTo>
                    <a:pt x="46710" y="107833"/>
                  </a:lnTo>
                  <a:lnTo>
                    <a:pt x="30797" y="127038"/>
                  </a:lnTo>
                  <a:lnTo>
                    <a:pt x="25459" y="131220"/>
                  </a:lnTo>
                  <a:lnTo>
                    <a:pt x="22319" y="130178"/>
                  </a:lnTo>
                  <a:lnTo>
                    <a:pt x="23362" y="125081"/>
                  </a:lnTo>
                  <a:lnTo>
                    <a:pt x="20616" y="122590"/>
                  </a:lnTo>
                  <a:lnTo>
                    <a:pt x="14490" y="121942"/>
                  </a:lnTo>
                  <a:lnTo>
                    <a:pt x="10702" y="116057"/>
                  </a:lnTo>
                  <a:lnTo>
                    <a:pt x="2619" y="110693"/>
                  </a:lnTo>
                  <a:lnTo>
                    <a:pt x="0" y="107160"/>
                  </a:lnTo>
                  <a:lnTo>
                    <a:pt x="2479" y="101288"/>
                  </a:lnTo>
                  <a:close/>
                </a:path>
              </a:pathLst>
            </a:custGeom>
            <a:solidFill>
              <a:srgbClr val="BAE0DF"/>
            </a:solidFill>
            <a:ln w="12700" cap="flat">
              <a:noFill/>
              <a:prstDash val="solid"/>
              <a:miter/>
            </a:ln>
          </p:spPr>
          <p:txBody>
            <a:bodyPr rtlCol="0" anchor="ctr"/>
            <a:lstStyle/>
            <a:p>
              <a:endParaRPr lang="de-CH"/>
            </a:p>
          </p:txBody>
        </p:sp>
        <p:sp>
          <p:nvSpPr>
            <p:cNvPr id="77" name="Freihandform: Form 76">
              <a:extLst>
                <a:ext uri="{FF2B5EF4-FFF2-40B4-BE49-F238E27FC236}">
                  <a16:creationId xmlns:a16="http://schemas.microsoft.com/office/drawing/2014/main" id="{25697824-C01F-7AC6-DB85-C25C19F82F5F}"/>
                </a:ext>
              </a:extLst>
            </p:cNvPr>
            <p:cNvSpPr/>
            <p:nvPr/>
          </p:nvSpPr>
          <p:spPr>
            <a:xfrm>
              <a:off x="7901505" y="2460432"/>
              <a:ext cx="414340" cy="74901"/>
            </a:xfrm>
            <a:custGeom>
              <a:avLst/>
              <a:gdLst>
                <a:gd name="connsiteX0" fmla="*/ 28840 w 414340"/>
                <a:gd name="connsiteY0" fmla="*/ 521 h 74901"/>
                <a:gd name="connsiteX1" fmla="*/ 52862 w 414340"/>
                <a:gd name="connsiteY1" fmla="*/ 0 h 74901"/>
                <a:gd name="connsiteX2" fmla="*/ 66817 w 414340"/>
                <a:gd name="connsiteY2" fmla="*/ 5745 h 74901"/>
                <a:gd name="connsiteX3" fmla="*/ 89785 w 414340"/>
                <a:gd name="connsiteY3" fmla="*/ 5237 h 74901"/>
                <a:gd name="connsiteX4" fmla="*/ 93967 w 414340"/>
                <a:gd name="connsiteY4" fmla="*/ 12278 h 74901"/>
                <a:gd name="connsiteX5" fmla="*/ 99826 w 414340"/>
                <a:gd name="connsiteY5" fmla="*/ 14121 h 74901"/>
                <a:gd name="connsiteX6" fmla="*/ 105838 w 414340"/>
                <a:gd name="connsiteY6" fmla="*/ 9279 h 74901"/>
                <a:gd name="connsiteX7" fmla="*/ 117582 w 414340"/>
                <a:gd name="connsiteY7" fmla="*/ 10460 h 74901"/>
                <a:gd name="connsiteX8" fmla="*/ 125806 w 414340"/>
                <a:gd name="connsiteY8" fmla="*/ 15812 h 74901"/>
                <a:gd name="connsiteX9" fmla="*/ 183104 w 414340"/>
                <a:gd name="connsiteY9" fmla="*/ 15290 h 74901"/>
                <a:gd name="connsiteX10" fmla="*/ 222123 w 414340"/>
                <a:gd name="connsiteY10" fmla="*/ 26526 h 74901"/>
                <a:gd name="connsiteX11" fmla="*/ 236728 w 414340"/>
                <a:gd name="connsiteY11" fmla="*/ 26666 h 74901"/>
                <a:gd name="connsiteX12" fmla="*/ 310841 w 414340"/>
                <a:gd name="connsiteY12" fmla="*/ 20527 h 74901"/>
                <a:gd name="connsiteX13" fmla="*/ 350789 w 414340"/>
                <a:gd name="connsiteY13" fmla="*/ 25344 h 74901"/>
                <a:gd name="connsiteX14" fmla="*/ 362660 w 414340"/>
                <a:gd name="connsiteY14" fmla="*/ 22345 h 74901"/>
                <a:gd name="connsiteX15" fmla="*/ 410158 w 414340"/>
                <a:gd name="connsiteY15" fmla="*/ 22739 h 74901"/>
                <a:gd name="connsiteX16" fmla="*/ 414340 w 414340"/>
                <a:gd name="connsiteY16" fmla="*/ 27975 h 74901"/>
                <a:gd name="connsiteX17" fmla="*/ 407947 w 414340"/>
                <a:gd name="connsiteY17" fmla="*/ 44181 h 74901"/>
                <a:gd name="connsiteX18" fmla="*/ 407540 w 414340"/>
                <a:gd name="connsiteY18" fmla="*/ 50193 h 74901"/>
                <a:gd name="connsiteX19" fmla="*/ 407171 w 414340"/>
                <a:gd name="connsiteY19" fmla="*/ 56077 h 74901"/>
                <a:gd name="connsiteX20" fmla="*/ 395033 w 414340"/>
                <a:gd name="connsiteY20" fmla="*/ 60386 h 74901"/>
                <a:gd name="connsiteX21" fmla="*/ 379362 w 414340"/>
                <a:gd name="connsiteY21" fmla="*/ 67313 h 74901"/>
                <a:gd name="connsiteX22" fmla="*/ 365139 w 414340"/>
                <a:gd name="connsiteY22" fmla="*/ 68749 h 74901"/>
                <a:gd name="connsiteX23" fmla="*/ 320768 w 414340"/>
                <a:gd name="connsiteY23" fmla="*/ 60119 h 74901"/>
                <a:gd name="connsiteX24" fmla="*/ 307587 w 414340"/>
                <a:gd name="connsiteY24" fmla="*/ 69271 h 74901"/>
                <a:gd name="connsiteX25" fmla="*/ 252120 w 414340"/>
                <a:gd name="connsiteY25" fmla="*/ 74901 h 74901"/>
                <a:gd name="connsiteX26" fmla="*/ 248612 w 414340"/>
                <a:gd name="connsiteY26" fmla="*/ 69004 h 74901"/>
                <a:gd name="connsiteX27" fmla="*/ 238558 w 414340"/>
                <a:gd name="connsiteY27" fmla="*/ 64962 h 74901"/>
                <a:gd name="connsiteX28" fmla="*/ 225899 w 414340"/>
                <a:gd name="connsiteY28" fmla="*/ 71368 h 74901"/>
                <a:gd name="connsiteX29" fmla="*/ 183357 w 414340"/>
                <a:gd name="connsiteY29" fmla="*/ 64428 h 74901"/>
                <a:gd name="connsiteX30" fmla="*/ 138198 w 414340"/>
                <a:gd name="connsiteY30" fmla="*/ 55023 h 74901"/>
                <a:gd name="connsiteX31" fmla="*/ 117176 w 414340"/>
                <a:gd name="connsiteY31" fmla="*/ 46545 h 74901"/>
                <a:gd name="connsiteX32" fmla="*/ 90827 w 414340"/>
                <a:gd name="connsiteY32" fmla="*/ 43126 h 74901"/>
                <a:gd name="connsiteX33" fmla="*/ 77914 w 414340"/>
                <a:gd name="connsiteY33" fmla="*/ 35817 h 74901"/>
                <a:gd name="connsiteX34" fmla="*/ 43711 w 414340"/>
                <a:gd name="connsiteY34" fmla="*/ 36072 h 74901"/>
                <a:gd name="connsiteX35" fmla="*/ 16714 w 414340"/>
                <a:gd name="connsiteY35" fmla="*/ 32271 h 74901"/>
                <a:gd name="connsiteX36" fmla="*/ 267 w 414340"/>
                <a:gd name="connsiteY36" fmla="*/ 18684 h 74901"/>
                <a:gd name="connsiteX37" fmla="*/ 0 w 414340"/>
                <a:gd name="connsiteY37" fmla="*/ 14248 h 74901"/>
                <a:gd name="connsiteX38" fmla="*/ 3788 w 414340"/>
                <a:gd name="connsiteY38" fmla="*/ 12812 h 74901"/>
                <a:gd name="connsiteX39" fmla="*/ 13956 w 414340"/>
                <a:gd name="connsiteY39" fmla="*/ 14375 h 74901"/>
                <a:gd name="connsiteX40" fmla="*/ 22319 w 414340"/>
                <a:gd name="connsiteY40" fmla="*/ 10728 h 74901"/>
                <a:gd name="connsiteX41" fmla="*/ 28840 w 414340"/>
                <a:gd name="connsiteY41" fmla="*/ 521 h 74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14340" h="74901">
                  <a:moveTo>
                    <a:pt x="28840" y="521"/>
                  </a:moveTo>
                  <a:lnTo>
                    <a:pt x="52862" y="0"/>
                  </a:lnTo>
                  <a:lnTo>
                    <a:pt x="66817" y="5745"/>
                  </a:lnTo>
                  <a:lnTo>
                    <a:pt x="89785" y="5237"/>
                  </a:lnTo>
                  <a:lnTo>
                    <a:pt x="93967" y="12278"/>
                  </a:lnTo>
                  <a:lnTo>
                    <a:pt x="99826" y="14121"/>
                  </a:lnTo>
                  <a:lnTo>
                    <a:pt x="105838" y="9279"/>
                  </a:lnTo>
                  <a:lnTo>
                    <a:pt x="117582" y="10460"/>
                  </a:lnTo>
                  <a:lnTo>
                    <a:pt x="125806" y="15812"/>
                  </a:lnTo>
                  <a:lnTo>
                    <a:pt x="183104" y="15290"/>
                  </a:lnTo>
                  <a:lnTo>
                    <a:pt x="222123" y="26526"/>
                  </a:lnTo>
                  <a:lnTo>
                    <a:pt x="236728" y="26666"/>
                  </a:lnTo>
                  <a:lnTo>
                    <a:pt x="310841" y="20527"/>
                  </a:lnTo>
                  <a:lnTo>
                    <a:pt x="350789" y="25344"/>
                  </a:lnTo>
                  <a:lnTo>
                    <a:pt x="362660" y="22345"/>
                  </a:lnTo>
                  <a:lnTo>
                    <a:pt x="410158" y="22739"/>
                  </a:lnTo>
                  <a:lnTo>
                    <a:pt x="414340" y="27975"/>
                  </a:lnTo>
                  <a:lnTo>
                    <a:pt x="407947" y="44181"/>
                  </a:lnTo>
                  <a:lnTo>
                    <a:pt x="407540" y="50193"/>
                  </a:lnTo>
                  <a:lnTo>
                    <a:pt x="407171" y="56077"/>
                  </a:lnTo>
                  <a:lnTo>
                    <a:pt x="395033" y="60386"/>
                  </a:lnTo>
                  <a:lnTo>
                    <a:pt x="379362" y="67313"/>
                  </a:lnTo>
                  <a:lnTo>
                    <a:pt x="365139" y="68749"/>
                  </a:lnTo>
                  <a:lnTo>
                    <a:pt x="320768" y="60119"/>
                  </a:lnTo>
                  <a:lnTo>
                    <a:pt x="307587" y="69271"/>
                  </a:lnTo>
                  <a:lnTo>
                    <a:pt x="252120" y="74901"/>
                  </a:lnTo>
                  <a:lnTo>
                    <a:pt x="248612" y="69004"/>
                  </a:lnTo>
                  <a:lnTo>
                    <a:pt x="238558" y="64962"/>
                  </a:lnTo>
                  <a:lnTo>
                    <a:pt x="225899" y="71368"/>
                  </a:lnTo>
                  <a:lnTo>
                    <a:pt x="183357" y="64428"/>
                  </a:lnTo>
                  <a:lnTo>
                    <a:pt x="138198" y="55023"/>
                  </a:lnTo>
                  <a:lnTo>
                    <a:pt x="117176" y="46545"/>
                  </a:lnTo>
                  <a:lnTo>
                    <a:pt x="90827" y="43126"/>
                  </a:lnTo>
                  <a:lnTo>
                    <a:pt x="77914" y="35817"/>
                  </a:lnTo>
                  <a:lnTo>
                    <a:pt x="43711" y="36072"/>
                  </a:lnTo>
                  <a:lnTo>
                    <a:pt x="16714" y="32271"/>
                  </a:lnTo>
                  <a:lnTo>
                    <a:pt x="267" y="18684"/>
                  </a:lnTo>
                  <a:lnTo>
                    <a:pt x="0" y="14248"/>
                  </a:lnTo>
                  <a:lnTo>
                    <a:pt x="3788" y="12812"/>
                  </a:lnTo>
                  <a:lnTo>
                    <a:pt x="13956" y="14375"/>
                  </a:lnTo>
                  <a:lnTo>
                    <a:pt x="22319" y="10728"/>
                  </a:lnTo>
                  <a:lnTo>
                    <a:pt x="28840" y="521"/>
                  </a:lnTo>
                  <a:close/>
                </a:path>
              </a:pathLst>
            </a:custGeom>
            <a:solidFill>
              <a:srgbClr val="BAE0DF"/>
            </a:solidFill>
            <a:ln w="12700" cap="flat">
              <a:noFill/>
              <a:prstDash val="solid"/>
              <a:miter/>
            </a:ln>
          </p:spPr>
          <p:txBody>
            <a:bodyPr rtlCol="0" anchor="ctr"/>
            <a:lstStyle/>
            <a:p>
              <a:endParaRPr lang="de-CH"/>
            </a:p>
          </p:txBody>
        </p:sp>
        <p:sp>
          <p:nvSpPr>
            <p:cNvPr id="78" name="Freihandform: Form 77">
              <a:extLst>
                <a:ext uri="{FF2B5EF4-FFF2-40B4-BE49-F238E27FC236}">
                  <a16:creationId xmlns:a16="http://schemas.microsoft.com/office/drawing/2014/main" id="{46DD1D5C-31EA-0A1A-0AF6-694A73027020}"/>
                </a:ext>
              </a:extLst>
            </p:cNvPr>
            <p:cNvSpPr/>
            <p:nvPr/>
          </p:nvSpPr>
          <p:spPr>
            <a:xfrm>
              <a:off x="6863107" y="2482510"/>
              <a:ext cx="111976" cy="106397"/>
            </a:xfrm>
            <a:custGeom>
              <a:avLst/>
              <a:gdLst>
                <a:gd name="connsiteX0" fmla="*/ 69169 w 111976"/>
                <a:gd name="connsiteY0" fmla="*/ 68749 h 106397"/>
                <a:gd name="connsiteX1" fmla="*/ 49214 w 111976"/>
                <a:gd name="connsiteY1" fmla="*/ 57132 h 106397"/>
                <a:gd name="connsiteX2" fmla="*/ 28840 w 111976"/>
                <a:gd name="connsiteY2" fmla="*/ 48756 h 106397"/>
                <a:gd name="connsiteX3" fmla="*/ 9139 w 111976"/>
                <a:gd name="connsiteY3" fmla="*/ 45490 h 106397"/>
                <a:gd name="connsiteX4" fmla="*/ 9393 w 111976"/>
                <a:gd name="connsiteY4" fmla="*/ 40800 h 106397"/>
                <a:gd name="connsiteX5" fmla="*/ 20489 w 111976"/>
                <a:gd name="connsiteY5" fmla="*/ 33987 h 106397"/>
                <a:gd name="connsiteX6" fmla="*/ 14490 w 111976"/>
                <a:gd name="connsiteY6" fmla="*/ 15290 h 106397"/>
                <a:gd name="connsiteX7" fmla="*/ 4830 w 111976"/>
                <a:gd name="connsiteY7" fmla="*/ 9545 h 106397"/>
                <a:gd name="connsiteX8" fmla="*/ 0 w 111976"/>
                <a:gd name="connsiteY8" fmla="*/ 2631 h 106397"/>
                <a:gd name="connsiteX9" fmla="*/ 6266 w 111976"/>
                <a:gd name="connsiteY9" fmla="*/ 0 h 106397"/>
                <a:gd name="connsiteX10" fmla="*/ 21544 w 111976"/>
                <a:gd name="connsiteY10" fmla="*/ 5110 h 106397"/>
                <a:gd name="connsiteX11" fmla="*/ 34203 w 111976"/>
                <a:gd name="connsiteY11" fmla="*/ 2758 h 106397"/>
                <a:gd name="connsiteX12" fmla="*/ 41245 w 111976"/>
                <a:gd name="connsiteY12" fmla="*/ 12558 h 106397"/>
                <a:gd name="connsiteX13" fmla="*/ 54298 w 111976"/>
                <a:gd name="connsiteY13" fmla="*/ 19091 h 106397"/>
                <a:gd name="connsiteX14" fmla="*/ 63564 w 111976"/>
                <a:gd name="connsiteY14" fmla="*/ 15036 h 106397"/>
                <a:gd name="connsiteX15" fmla="*/ 84307 w 111976"/>
                <a:gd name="connsiteY15" fmla="*/ 24188 h 106397"/>
                <a:gd name="connsiteX16" fmla="*/ 93446 w 111976"/>
                <a:gd name="connsiteY16" fmla="*/ 35690 h 106397"/>
                <a:gd name="connsiteX17" fmla="*/ 99966 w 111976"/>
                <a:gd name="connsiteY17" fmla="*/ 53599 h 106397"/>
                <a:gd name="connsiteX18" fmla="*/ 111850 w 111976"/>
                <a:gd name="connsiteY18" fmla="*/ 68749 h 106397"/>
                <a:gd name="connsiteX19" fmla="*/ 111977 w 111976"/>
                <a:gd name="connsiteY19" fmla="*/ 86010 h 106397"/>
                <a:gd name="connsiteX20" fmla="*/ 106499 w 111976"/>
                <a:gd name="connsiteY20" fmla="*/ 100512 h 106397"/>
                <a:gd name="connsiteX21" fmla="*/ 95797 w 111976"/>
                <a:gd name="connsiteY21" fmla="*/ 106397 h 106397"/>
                <a:gd name="connsiteX22" fmla="*/ 88361 w 111976"/>
                <a:gd name="connsiteY22" fmla="*/ 103779 h 106397"/>
                <a:gd name="connsiteX23" fmla="*/ 77405 w 111976"/>
                <a:gd name="connsiteY23" fmla="*/ 90192 h 106397"/>
                <a:gd name="connsiteX24" fmla="*/ 76859 w 111976"/>
                <a:gd name="connsiteY24" fmla="*/ 72016 h 106397"/>
                <a:gd name="connsiteX25" fmla="*/ 69169 w 111976"/>
                <a:gd name="connsiteY25" fmla="*/ 68749 h 106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1976" h="106397">
                  <a:moveTo>
                    <a:pt x="69169" y="68749"/>
                  </a:moveTo>
                  <a:lnTo>
                    <a:pt x="49214" y="57132"/>
                  </a:lnTo>
                  <a:lnTo>
                    <a:pt x="28840" y="48756"/>
                  </a:lnTo>
                  <a:lnTo>
                    <a:pt x="9139" y="45490"/>
                  </a:lnTo>
                  <a:lnTo>
                    <a:pt x="9393" y="40800"/>
                  </a:lnTo>
                  <a:lnTo>
                    <a:pt x="20489" y="33987"/>
                  </a:lnTo>
                  <a:lnTo>
                    <a:pt x="14490" y="15290"/>
                  </a:lnTo>
                  <a:lnTo>
                    <a:pt x="4830" y="9545"/>
                  </a:lnTo>
                  <a:lnTo>
                    <a:pt x="0" y="2631"/>
                  </a:lnTo>
                  <a:lnTo>
                    <a:pt x="6266" y="0"/>
                  </a:lnTo>
                  <a:lnTo>
                    <a:pt x="21544" y="5110"/>
                  </a:lnTo>
                  <a:lnTo>
                    <a:pt x="34203" y="2758"/>
                  </a:lnTo>
                  <a:lnTo>
                    <a:pt x="41245" y="12558"/>
                  </a:lnTo>
                  <a:lnTo>
                    <a:pt x="54298" y="19091"/>
                  </a:lnTo>
                  <a:lnTo>
                    <a:pt x="63564" y="15036"/>
                  </a:lnTo>
                  <a:lnTo>
                    <a:pt x="84307" y="24188"/>
                  </a:lnTo>
                  <a:lnTo>
                    <a:pt x="93446" y="35690"/>
                  </a:lnTo>
                  <a:lnTo>
                    <a:pt x="99966" y="53599"/>
                  </a:lnTo>
                  <a:lnTo>
                    <a:pt x="111850" y="68749"/>
                  </a:lnTo>
                  <a:lnTo>
                    <a:pt x="111977" y="86010"/>
                  </a:lnTo>
                  <a:lnTo>
                    <a:pt x="106499" y="100512"/>
                  </a:lnTo>
                  <a:lnTo>
                    <a:pt x="95797" y="106397"/>
                  </a:lnTo>
                  <a:lnTo>
                    <a:pt x="88361" y="103779"/>
                  </a:lnTo>
                  <a:lnTo>
                    <a:pt x="77405" y="90192"/>
                  </a:lnTo>
                  <a:lnTo>
                    <a:pt x="76859" y="72016"/>
                  </a:lnTo>
                  <a:lnTo>
                    <a:pt x="69169" y="68749"/>
                  </a:lnTo>
                  <a:close/>
                </a:path>
              </a:pathLst>
            </a:custGeom>
            <a:solidFill>
              <a:srgbClr val="BAE0DF"/>
            </a:solidFill>
            <a:ln w="12700" cap="flat">
              <a:noFill/>
              <a:prstDash val="solid"/>
              <a:miter/>
            </a:ln>
          </p:spPr>
          <p:txBody>
            <a:bodyPr rtlCol="0" anchor="ctr"/>
            <a:lstStyle/>
            <a:p>
              <a:endParaRPr lang="de-CH"/>
            </a:p>
          </p:txBody>
        </p:sp>
        <p:sp>
          <p:nvSpPr>
            <p:cNvPr id="79" name="Freihandform: Form 78">
              <a:extLst>
                <a:ext uri="{FF2B5EF4-FFF2-40B4-BE49-F238E27FC236}">
                  <a16:creationId xmlns:a16="http://schemas.microsoft.com/office/drawing/2014/main" id="{47274ADC-0F0D-482F-A718-392B4BA35033}"/>
                </a:ext>
              </a:extLst>
            </p:cNvPr>
            <p:cNvSpPr/>
            <p:nvPr/>
          </p:nvSpPr>
          <p:spPr>
            <a:xfrm>
              <a:off x="3791915" y="3751382"/>
              <a:ext cx="87954" cy="314488"/>
            </a:xfrm>
            <a:custGeom>
              <a:avLst/>
              <a:gdLst>
                <a:gd name="connsiteX0" fmla="*/ 34318 w 87954"/>
                <a:gd name="connsiteY0" fmla="*/ 309646 h 314488"/>
                <a:gd name="connsiteX1" fmla="*/ 32500 w 87954"/>
                <a:gd name="connsiteY1" fmla="*/ 295525 h 314488"/>
                <a:gd name="connsiteX2" fmla="*/ 25446 w 87954"/>
                <a:gd name="connsiteY2" fmla="*/ 276066 h 314488"/>
                <a:gd name="connsiteX3" fmla="*/ 28318 w 87954"/>
                <a:gd name="connsiteY3" fmla="*/ 268986 h 314488"/>
                <a:gd name="connsiteX4" fmla="*/ 23107 w 87954"/>
                <a:gd name="connsiteY4" fmla="*/ 266647 h 314488"/>
                <a:gd name="connsiteX5" fmla="*/ 25967 w 87954"/>
                <a:gd name="connsiteY5" fmla="*/ 249387 h 314488"/>
                <a:gd name="connsiteX6" fmla="*/ 23603 w 87954"/>
                <a:gd name="connsiteY6" fmla="*/ 225212 h 314488"/>
                <a:gd name="connsiteX7" fmla="*/ 28039 w 87954"/>
                <a:gd name="connsiteY7" fmla="*/ 192013 h 314488"/>
                <a:gd name="connsiteX8" fmla="*/ 22434 w 87954"/>
                <a:gd name="connsiteY8" fmla="*/ 174359 h 314488"/>
                <a:gd name="connsiteX9" fmla="*/ 32106 w 87954"/>
                <a:gd name="connsiteY9" fmla="*/ 155802 h 314488"/>
                <a:gd name="connsiteX10" fmla="*/ 30136 w 87954"/>
                <a:gd name="connsiteY10" fmla="*/ 150705 h 314488"/>
                <a:gd name="connsiteX11" fmla="*/ 19574 w 87954"/>
                <a:gd name="connsiteY11" fmla="*/ 146918 h 314488"/>
                <a:gd name="connsiteX12" fmla="*/ 15405 w 87954"/>
                <a:gd name="connsiteY12" fmla="*/ 157111 h 314488"/>
                <a:gd name="connsiteX13" fmla="*/ 5351 w 87954"/>
                <a:gd name="connsiteY13" fmla="*/ 158433 h 314488"/>
                <a:gd name="connsiteX14" fmla="*/ 0 w 87954"/>
                <a:gd name="connsiteY14" fmla="*/ 151900 h 314488"/>
                <a:gd name="connsiteX15" fmla="*/ 8884 w 87954"/>
                <a:gd name="connsiteY15" fmla="*/ 146002 h 314488"/>
                <a:gd name="connsiteX16" fmla="*/ 14223 w 87954"/>
                <a:gd name="connsiteY16" fmla="*/ 136469 h 314488"/>
                <a:gd name="connsiteX17" fmla="*/ 15405 w 87954"/>
                <a:gd name="connsiteY17" fmla="*/ 122349 h 314488"/>
                <a:gd name="connsiteX18" fmla="*/ 31839 w 87954"/>
                <a:gd name="connsiteY18" fmla="*/ 102609 h 314488"/>
                <a:gd name="connsiteX19" fmla="*/ 39541 w 87954"/>
                <a:gd name="connsiteY19" fmla="*/ 99203 h 314488"/>
                <a:gd name="connsiteX20" fmla="*/ 43723 w 87954"/>
                <a:gd name="connsiteY20" fmla="*/ 91895 h 314488"/>
                <a:gd name="connsiteX21" fmla="*/ 49583 w 87954"/>
                <a:gd name="connsiteY21" fmla="*/ 89810 h 314488"/>
                <a:gd name="connsiteX22" fmla="*/ 49837 w 87954"/>
                <a:gd name="connsiteY22" fmla="*/ 80646 h 314488"/>
                <a:gd name="connsiteX23" fmla="*/ 54934 w 87954"/>
                <a:gd name="connsiteY23" fmla="*/ 75029 h 314488"/>
                <a:gd name="connsiteX24" fmla="*/ 50752 w 87954"/>
                <a:gd name="connsiteY24" fmla="*/ 73211 h 314488"/>
                <a:gd name="connsiteX25" fmla="*/ 42554 w 87954"/>
                <a:gd name="connsiteY25" fmla="*/ 80913 h 314488"/>
                <a:gd name="connsiteX26" fmla="*/ 37838 w 87954"/>
                <a:gd name="connsiteY26" fmla="*/ 73211 h 314488"/>
                <a:gd name="connsiteX27" fmla="*/ 26615 w 87954"/>
                <a:gd name="connsiteY27" fmla="*/ 71508 h 314488"/>
                <a:gd name="connsiteX28" fmla="*/ 24277 w 87954"/>
                <a:gd name="connsiteY28" fmla="*/ 65483 h 314488"/>
                <a:gd name="connsiteX29" fmla="*/ 25967 w 87954"/>
                <a:gd name="connsiteY29" fmla="*/ 51375 h 314488"/>
                <a:gd name="connsiteX30" fmla="*/ 32614 w 87954"/>
                <a:gd name="connsiteY30" fmla="*/ 47460 h 314488"/>
                <a:gd name="connsiteX31" fmla="*/ 32500 w 87954"/>
                <a:gd name="connsiteY31" fmla="*/ 40126 h 314488"/>
                <a:gd name="connsiteX32" fmla="*/ 28967 w 87954"/>
                <a:gd name="connsiteY32" fmla="*/ 35296 h 314488"/>
                <a:gd name="connsiteX33" fmla="*/ 22434 w 87954"/>
                <a:gd name="connsiteY33" fmla="*/ 37127 h 314488"/>
                <a:gd name="connsiteX34" fmla="*/ 22434 w 87954"/>
                <a:gd name="connsiteY34" fmla="*/ 31636 h 314488"/>
                <a:gd name="connsiteX35" fmla="*/ 36656 w 87954"/>
                <a:gd name="connsiteY35" fmla="*/ 25891 h 314488"/>
                <a:gd name="connsiteX36" fmla="*/ 40711 w 87954"/>
                <a:gd name="connsiteY36" fmla="*/ 18176 h 314488"/>
                <a:gd name="connsiteX37" fmla="*/ 47231 w 87954"/>
                <a:gd name="connsiteY37" fmla="*/ 19345 h 314488"/>
                <a:gd name="connsiteX38" fmla="*/ 51413 w 87954"/>
                <a:gd name="connsiteY38" fmla="*/ 15824 h 314488"/>
                <a:gd name="connsiteX39" fmla="*/ 54552 w 87954"/>
                <a:gd name="connsiteY39" fmla="*/ 5491 h 314488"/>
                <a:gd name="connsiteX40" fmla="*/ 64072 w 87954"/>
                <a:gd name="connsiteY40" fmla="*/ 0 h 314488"/>
                <a:gd name="connsiteX41" fmla="*/ 70872 w 87954"/>
                <a:gd name="connsiteY41" fmla="*/ 3394 h 314488"/>
                <a:gd name="connsiteX42" fmla="*/ 62636 w 87954"/>
                <a:gd name="connsiteY42" fmla="*/ 11121 h 314488"/>
                <a:gd name="connsiteX43" fmla="*/ 60030 w 87954"/>
                <a:gd name="connsiteY43" fmla="*/ 24455 h 314488"/>
                <a:gd name="connsiteX44" fmla="*/ 42007 w 87954"/>
                <a:gd name="connsiteY44" fmla="*/ 30327 h 314488"/>
                <a:gd name="connsiteX45" fmla="*/ 39020 w 87954"/>
                <a:gd name="connsiteY45" fmla="*/ 35296 h 314488"/>
                <a:gd name="connsiteX46" fmla="*/ 44104 w 87954"/>
                <a:gd name="connsiteY46" fmla="*/ 50333 h 314488"/>
                <a:gd name="connsiteX47" fmla="*/ 52976 w 87954"/>
                <a:gd name="connsiteY47" fmla="*/ 59217 h 314488"/>
                <a:gd name="connsiteX48" fmla="*/ 53103 w 87954"/>
                <a:gd name="connsiteY48" fmla="*/ 65483 h 314488"/>
                <a:gd name="connsiteX49" fmla="*/ 64339 w 87954"/>
                <a:gd name="connsiteY49" fmla="*/ 70593 h 314488"/>
                <a:gd name="connsiteX50" fmla="*/ 66157 w 87954"/>
                <a:gd name="connsiteY50" fmla="*/ 87968 h 314488"/>
                <a:gd name="connsiteX51" fmla="*/ 72041 w 87954"/>
                <a:gd name="connsiteY51" fmla="*/ 92670 h 314488"/>
                <a:gd name="connsiteX52" fmla="*/ 78562 w 87954"/>
                <a:gd name="connsiteY52" fmla="*/ 89810 h 314488"/>
                <a:gd name="connsiteX53" fmla="*/ 84548 w 87954"/>
                <a:gd name="connsiteY53" fmla="*/ 82083 h 314488"/>
                <a:gd name="connsiteX54" fmla="*/ 87955 w 87954"/>
                <a:gd name="connsiteY54" fmla="*/ 86277 h 314488"/>
                <a:gd name="connsiteX55" fmla="*/ 85997 w 87954"/>
                <a:gd name="connsiteY55" fmla="*/ 92162 h 314488"/>
                <a:gd name="connsiteX56" fmla="*/ 79731 w 87954"/>
                <a:gd name="connsiteY56" fmla="*/ 99864 h 314488"/>
                <a:gd name="connsiteX57" fmla="*/ 71508 w 87954"/>
                <a:gd name="connsiteY57" fmla="*/ 105101 h 314488"/>
                <a:gd name="connsiteX58" fmla="*/ 60284 w 87954"/>
                <a:gd name="connsiteY58" fmla="*/ 103385 h 314488"/>
                <a:gd name="connsiteX59" fmla="*/ 61988 w 87954"/>
                <a:gd name="connsiteY59" fmla="*/ 113452 h 314488"/>
                <a:gd name="connsiteX60" fmla="*/ 56103 w 87954"/>
                <a:gd name="connsiteY60" fmla="*/ 125221 h 314488"/>
                <a:gd name="connsiteX61" fmla="*/ 49074 w 87954"/>
                <a:gd name="connsiteY61" fmla="*/ 124039 h 314488"/>
                <a:gd name="connsiteX62" fmla="*/ 38372 w 87954"/>
                <a:gd name="connsiteY62" fmla="*/ 138287 h 314488"/>
                <a:gd name="connsiteX63" fmla="*/ 46977 w 87954"/>
                <a:gd name="connsiteY63" fmla="*/ 161433 h 314488"/>
                <a:gd name="connsiteX64" fmla="*/ 39020 w 87954"/>
                <a:gd name="connsiteY64" fmla="*/ 169668 h 314488"/>
                <a:gd name="connsiteX65" fmla="*/ 40711 w 87954"/>
                <a:gd name="connsiteY65" fmla="*/ 177892 h 314488"/>
                <a:gd name="connsiteX66" fmla="*/ 36923 w 87954"/>
                <a:gd name="connsiteY66" fmla="*/ 186001 h 314488"/>
                <a:gd name="connsiteX67" fmla="*/ 38372 w 87954"/>
                <a:gd name="connsiteY67" fmla="*/ 213977 h 314488"/>
                <a:gd name="connsiteX68" fmla="*/ 44892 w 87954"/>
                <a:gd name="connsiteY68" fmla="*/ 221692 h 314488"/>
                <a:gd name="connsiteX69" fmla="*/ 46062 w 87954"/>
                <a:gd name="connsiteY69" fmla="*/ 244697 h 314488"/>
                <a:gd name="connsiteX70" fmla="*/ 51413 w 87954"/>
                <a:gd name="connsiteY70" fmla="*/ 253569 h 314488"/>
                <a:gd name="connsiteX71" fmla="*/ 52595 w 87954"/>
                <a:gd name="connsiteY71" fmla="*/ 283628 h 314488"/>
                <a:gd name="connsiteX72" fmla="*/ 54285 w 87954"/>
                <a:gd name="connsiteY72" fmla="*/ 312137 h 314488"/>
                <a:gd name="connsiteX73" fmla="*/ 49074 w 87954"/>
                <a:gd name="connsiteY73" fmla="*/ 314489 h 314488"/>
                <a:gd name="connsiteX74" fmla="*/ 42007 w 87954"/>
                <a:gd name="connsiteY74" fmla="*/ 306774 h 314488"/>
                <a:gd name="connsiteX75" fmla="*/ 34318 w 87954"/>
                <a:gd name="connsiteY75" fmla="*/ 309646 h 314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87954" h="314488">
                  <a:moveTo>
                    <a:pt x="34318" y="309646"/>
                  </a:moveTo>
                  <a:lnTo>
                    <a:pt x="32500" y="295525"/>
                  </a:lnTo>
                  <a:lnTo>
                    <a:pt x="25446" y="276066"/>
                  </a:lnTo>
                  <a:lnTo>
                    <a:pt x="28318" y="268986"/>
                  </a:lnTo>
                  <a:lnTo>
                    <a:pt x="23107" y="266647"/>
                  </a:lnTo>
                  <a:lnTo>
                    <a:pt x="25967" y="249387"/>
                  </a:lnTo>
                  <a:lnTo>
                    <a:pt x="23603" y="225212"/>
                  </a:lnTo>
                  <a:lnTo>
                    <a:pt x="28039" y="192013"/>
                  </a:lnTo>
                  <a:lnTo>
                    <a:pt x="22434" y="174359"/>
                  </a:lnTo>
                  <a:lnTo>
                    <a:pt x="32106" y="155802"/>
                  </a:lnTo>
                  <a:lnTo>
                    <a:pt x="30136" y="150705"/>
                  </a:lnTo>
                  <a:lnTo>
                    <a:pt x="19574" y="146918"/>
                  </a:lnTo>
                  <a:lnTo>
                    <a:pt x="15405" y="157111"/>
                  </a:lnTo>
                  <a:lnTo>
                    <a:pt x="5351" y="158433"/>
                  </a:lnTo>
                  <a:lnTo>
                    <a:pt x="0" y="151900"/>
                  </a:lnTo>
                  <a:lnTo>
                    <a:pt x="8884" y="146002"/>
                  </a:lnTo>
                  <a:lnTo>
                    <a:pt x="14223" y="136469"/>
                  </a:lnTo>
                  <a:lnTo>
                    <a:pt x="15405" y="122349"/>
                  </a:lnTo>
                  <a:lnTo>
                    <a:pt x="31839" y="102609"/>
                  </a:lnTo>
                  <a:lnTo>
                    <a:pt x="39541" y="99203"/>
                  </a:lnTo>
                  <a:lnTo>
                    <a:pt x="43723" y="91895"/>
                  </a:lnTo>
                  <a:lnTo>
                    <a:pt x="49583" y="89810"/>
                  </a:lnTo>
                  <a:lnTo>
                    <a:pt x="49837" y="80646"/>
                  </a:lnTo>
                  <a:lnTo>
                    <a:pt x="54934" y="75029"/>
                  </a:lnTo>
                  <a:lnTo>
                    <a:pt x="50752" y="73211"/>
                  </a:lnTo>
                  <a:lnTo>
                    <a:pt x="42554" y="80913"/>
                  </a:lnTo>
                  <a:lnTo>
                    <a:pt x="37838" y="73211"/>
                  </a:lnTo>
                  <a:lnTo>
                    <a:pt x="26615" y="71508"/>
                  </a:lnTo>
                  <a:lnTo>
                    <a:pt x="24277" y="65483"/>
                  </a:lnTo>
                  <a:lnTo>
                    <a:pt x="25967" y="51375"/>
                  </a:lnTo>
                  <a:lnTo>
                    <a:pt x="32614" y="47460"/>
                  </a:lnTo>
                  <a:lnTo>
                    <a:pt x="32500" y="40126"/>
                  </a:lnTo>
                  <a:lnTo>
                    <a:pt x="28967" y="35296"/>
                  </a:lnTo>
                  <a:lnTo>
                    <a:pt x="22434" y="37127"/>
                  </a:lnTo>
                  <a:lnTo>
                    <a:pt x="22434" y="31636"/>
                  </a:lnTo>
                  <a:lnTo>
                    <a:pt x="36656" y="25891"/>
                  </a:lnTo>
                  <a:lnTo>
                    <a:pt x="40711" y="18176"/>
                  </a:lnTo>
                  <a:lnTo>
                    <a:pt x="47231" y="19345"/>
                  </a:lnTo>
                  <a:lnTo>
                    <a:pt x="51413" y="15824"/>
                  </a:lnTo>
                  <a:lnTo>
                    <a:pt x="54552" y="5491"/>
                  </a:lnTo>
                  <a:lnTo>
                    <a:pt x="64072" y="0"/>
                  </a:lnTo>
                  <a:lnTo>
                    <a:pt x="70872" y="3394"/>
                  </a:lnTo>
                  <a:lnTo>
                    <a:pt x="62636" y="11121"/>
                  </a:lnTo>
                  <a:lnTo>
                    <a:pt x="60030" y="24455"/>
                  </a:lnTo>
                  <a:lnTo>
                    <a:pt x="42007" y="30327"/>
                  </a:lnTo>
                  <a:lnTo>
                    <a:pt x="39020" y="35296"/>
                  </a:lnTo>
                  <a:lnTo>
                    <a:pt x="44104" y="50333"/>
                  </a:lnTo>
                  <a:lnTo>
                    <a:pt x="52976" y="59217"/>
                  </a:lnTo>
                  <a:lnTo>
                    <a:pt x="53103" y="65483"/>
                  </a:lnTo>
                  <a:lnTo>
                    <a:pt x="64339" y="70593"/>
                  </a:lnTo>
                  <a:lnTo>
                    <a:pt x="66157" y="87968"/>
                  </a:lnTo>
                  <a:lnTo>
                    <a:pt x="72041" y="92670"/>
                  </a:lnTo>
                  <a:lnTo>
                    <a:pt x="78562" y="89810"/>
                  </a:lnTo>
                  <a:lnTo>
                    <a:pt x="84548" y="82083"/>
                  </a:lnTo>
                  <a:lnTo>
                    <a:pt x="87955" y="86277"/>
                  </a:lnTo>
                  <a:lnTo>
                    <a:pt x="85997" y="92162"/>
                  </a:lnTo>
                  <a:lnTo>
                    <a:pt x="79731" y="99864"/>
                  </a:lnTo>
                  <a:lnTo>
                    <a:pt x="71508" y="105101"/>
                  </a:lnTo>
                  <a:lnTo>
                    <a:pt x="60284" y="103385"/>
                  </a:lnTo>
                  <a:lnTo>
                    <a:pt x="61988" y="113452"/>
                  </a:lnTo>
                  <a:lnTo>
                    <a:pt x="56103" y="125221"/>
                  </a:lnTo>
                  <a:lnTo>
                    <a:pt x="49074" y="124039"/>
                  </a:lnTo>
                  <a:lnTo>
                    <a:pt x="38372" y="138287"/>
                  </a:lnTo>
                  <a:lnTo>
                    <a:pt x="46977" y="161433"/>
                  </a:lnTo>
                  <a:lnTo>
                    <a:pt x="39020" y="169668"/>
                  </a:lnTo>
                  <a:lnTo>
                    <a:pt x="40711" y="177892"/>
                  </a:lnTo>
                  <a:lnTo>
                    <a:pt x="36923" y="186001"/>
                  </a:lnTo>
                  <a:lnTo>
                    <a:pt x="38372" y="213977"/>
                  </a:lnTo>
                  <a:lnTo>
                    <a:pt x="44892" y="221692"/>
                  </a:lnTo>
                  <a:lnTo>
                    <a:pt x="46062" y="244697"/>
                  </a:lnTo>
                  <a:lnTo>
                    <a:pt x="51413" y="253569"/>
                  </a:lnTo>
                  <a:lnTo>
                    <a:pt x="52595" y="283628"/>
                  </a:lnTo>
                  <a:lnTo>
                    <a:pt x="54285" y="312137"/>
                  </a:lnTo>
                  <a:lnTo>
                    <a:pt x="49074" y="314489"/>
                  </a:lnTo>
                  <a:lnTo>
                    <a:pt x="42007" y="306774"/>
                  </a:lnTo>
                  <a:lnTo>
                    <a:pt x="34318" y="309646"/>
                  </a:lnTo>
                  <a:close/>
                </a:path>
              </a:pathLst>
            </a:custGeom>
            <a:solidFill>
              <a:srgbClr val="BAE0DF"/>
            </a:solidFill>
            <a:ln w="12700" cap="flat">
              <a:noFill/>
              <a:prstDash val="solid"/>
              <a:miter/>
            </a:ln>
          </p:spPr>
          <p:txBody>
            <a:bodyPr rtlCol="0" anchor="ctr"/>
            <a:lstStyle/>
            <a:p>
              <a:endParaRPr lang="de-CH"/>
            </a:p>
          </p:txBody>
        </p:sp>
        <p:sp>
          <p:nvSpPr>
            <p:cNvPr id="80" name="Freihandform: Form 79">
              <a:extLst>
                <a:ext uri="{FF2B5EF4-FFF2-40B4-BE49-F238E27FC236}">
                  <a16:creationId xmlns:a16="http://schemas.microsoft.com/office/drawing/2014/main" id="{DAA4B120-9E9B-FB78-B6A7-814BCFA4A72F}"/>
                </a:ext>
              </a:extLst>
            </p:cNvPr>
            <p:cNvSpPr/>
            <p:nvPr/>
          </p:nvSpPr>
          <p:spPr>
            <a:xfrm>
              <a:off x="3700834" y="3036967"/>
              <a:ext cx="203439" cy="156322"/>
            </a:xfrm>
            <a:custGeom>
              <a:avLst/>
              <a:gdLst>
                <a:gd name="connsiteX0" fmla="*/ 125272 w 203439"/>
                <a:gd name="connsiteY0" fmla="*/ 19345 h 156322"/>
                <a:gd name="connsiteX1" fmla="*/ 163250 w 203439"/>
                <a:gd name="connsiteY1" fmla="*/ 0 h 156322"/>
                <a:gd name="connsiteX2" fmla="*/ 182302 w 203439"/>
                <a:gd name="connsiteY2" fmla="*/ 3673 h 156322"/>
                <a:gd name="connsiteX3" fmla="*/ 203439 w 203439"/>
                <a:gd name="connsiteY3" fmla="*/ 32945 h 156322"/>
                <a:gd name="connsiteX4" fmla="*/ 202906 w 203439"/>
                <a:gd name="connsiteY4" fmla="*/ 44842 h 156322"/>
                <a:gd name="connsiteX5" fmla="*/ 178769 w 203439"/>
                <a:gd name="connsiteY5" fmla="*/ 68101 h 156322"/>
                <a:gd name="connsiteX6" fmla="*/ 157772 w 203439"/>
                <a:gd name="connsiteY6" fmla="*/ 89798 h 156322"/>
                <a:gd name="connsiteX7" fmla="*/ 138452 w 203439"/>
                <a:gd name="connsiteY7" fmla="*/ 107312 h 156322"/>
                <a:gd name="connsiteX8" fmla="*/ 124751 w 203439"/>
                <a:gd name="connsiteY8" fmla="*/ 109918 h 156322"/>
                <a:gd name="connsiteX9" fmla="*/ 116781 w 203439"/>
                <a:gd name="connsiteY9" fmla="*/ 104694 h 156322"/>
                <a:gd name="connsiteX10" fmla="*/ 113655 w 203439"/>
                <a:gd name="connsiteY10" fmla="*/ 108100 h 156322"/>
                <a:gd name="connsiteX11" fmla="*/ 116133 w 203439"/>
                <a:gd name="connsiteY11" fmla="*/ 118942 h 156322"/>
                <a:gd name="connsiteX12" fmla="*/ 105177 w 203439"/>
                <a:gd name="connsiteY12" fmla="*/ 133063 h 156322"/>
                <a:gd name="connsiteX13" fmla="*/ 65127 w 203439"/>
                <a:gd name="connsiteY13" fmla="*/ 155789 h 156322"/>
                <a:gd name="connsiteX14" fmla="*/ 44499 w 203439"/>
                <a:gd name="connsiteY14" fmla="*/ 156323 h 156322"/>
                <a:gd name="connsiteX15" fmla="*/ 30263 w 203439"/>
                <a:gd name="connsiteY15" fmla="*/ 153183 h 156322"/>
                <a:gd name="connsiteX16" fmla="*/ 15138 w 203439"/>
                <a:gd name="connsiteY16" fmla="*/ 141821 h 156322"/>
                <a:gd name="connsiteX17" fmla="*/ 2339 w 203439"/>
                <a:gd name="connsiteY17" fmla="*/ 123658 h 156322"/>
                <a:gd name="connsiteX18" fmla="*/ 0 w 203439"/>
                <a:gd name="connsiteY18" fmla="*/ 108100 h 156322"/>
                <a:gd name="connsiteX19" fmla="*/ 14223 w 203439"/>
                <a:gd name="connsiteY19" fmla="*/ 95021 h 156322"/>
                <a:gd name="connsiteX20" fmla="*/ 32869 w 203439"/>
                <a:gd name="connsiteY20" fmla="*/ 74240 h 156322"/>
                <a:gd name="connsiteX21" fmla="*/ 53243 w 203439"/>
                <a:gd name="connsiteY21" fmla="*/ 64047 h 156322"/>
                <a:gd name="connsiteX22" fmla="*/ 62890 w 203439"/>
                <a:gd name="connsiteY22" fmla="*/ 48502 h 156322"/>
                <a:gd name="connsiteX23" fmla="*/ 125272 w 203439"/>
                <a:gd name="connsiteY23" fmla="*/ 19345 h 156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3439" h="156322">
                  <a:moveTo>
                    <a:pt x="125272" y="19345"/>
                  </a:moveTo>
                  <a:lnTo>
                    <a:pt x="163250" y="0"/>
                  </a:lnTo>
                  <a:lnTo>
                    <a:pt x="182302" y="3673"/>
                  </a:lnTo>
                  <a:lnTo>
                    <a:pt x="203439" y="32945"/>
                  </a:lnTo>
                  <a:lnTo>
                    <a:pt x="202906" y="44842"/>
                  </a:lnTo>
                  <a:lnTo>
                    <a:pt x="178769" y="68101"/>
                  </a:lnTo>
                  <a:lnTo>
                    <a:pt x="157772" y="89798"/>
                  </a:lnTo>
                  <a:lnTo>
                    <a:pt x="138452" y="107312"/>
                  </a:lnTo>
                  <a:lnTo>
                    <a:pt x="124751" y="109918"/>
                  </a:lnTo>
                  <a:lnTo>
                    <a:pt x="116781" y="104694"/>
                  </a:lnTo>
                  <a:lnTo>
                    <a:pt x="113655" y="108100"/>
                  </a:lnTo>
                  <a:lnTo>
                    <a:pt x="116133" y="118942"/>
                  </a:lnTo>
                  <a:lnTo>
                    <a:pt x="105177" y="133063"/>
                  </a:lnTo>
                  <a:lnTo>
                    <a:pt x="65127" y="155789"/>
                  </a:lnTo>
                  <a:lnTo>
                    <a:pt x="44499" y="156323"/>
                  </a:lnTo>
                  <a:lnTo>
                    <a:pt x="30263" y="153183"/>
                  </a:lnTo>
                  <a:lnTo>
                    <a:pt x="15138" y="141821"/>
                  </a:lnTo>
                  <a:lnTo>
                    <a:pt x="2339" y="123658"/>
                  </a:lnTo>
                  <a:lnTo>
                    <a:pt x="0" y="108100"/>
                  </a:lnTo>
                  <a:lnTo>
                    <a:pt x="14223" y="95021"/>
                  </a:lnTo>
                  <a:lnTo>
                    <a:pt x="32869" y="74240"/>
                  </a:lnTo>
                  <a:lnTo>
                    <a:pt x="53243" y="64047"/>
                  </a:lnTo>
                  <a:lnTo>
                    <a:pt x="62890" y="48502"/>
                  </a:lnTo>
                  <a:lnTo>
                    <a:pt x="125272" y="19345"/>
                  </a:lnTo>
                  <a:close/>
                </a:path>
              </a:pathLst>
            </a:custGeom>
            <a:solidFill>
              <a:srgbClr val="BAE0DF"/>
            </a:solidFill>
            <a:ln w="12700" cap="flat">
              <a:noFill/>
              <a:prstDash val="solid"/>
              <a:miter/>
            </a:ln>
          </p:spPr>
          <p:txBody>
            <a:bodyPr rtlCol="0" anchor="ctr"/>
            <a:lstStyle/>
            <a:p>
              <a:endParaRPr lang="de-CH"/>
            </a:p>
          </p:txBody>
        </p:sp>
        <p:sp>
          <p:nvSpPr>
            <p:cNvPr id="81" name="Freihandform: Form 80">
              <a:extLst>
                <a:ext uri="{FF2B5EF4-FFF2-40B4-BE49-F238E27FC236}">
                  <a16:creationId xmlns:a16="http://schemas.microsoft.com/office/drawing/2014/main" id="{15D526D5-240A-7456-2668-E7FBFC675E12}"/>
                </a:ext>
              </a:extLst>
            </p:cNvPr>
            <p:cNvSpPr/>
            <p:nvPr/>
          </p:nvSpPr>
          <p:spPr>
            <a:xfrm>
              <a:off x="7387594" y="440667"/>
              <a:ext cx="1808089" cy="987214"/>
            </a:xfrm>
            <a:custGeom>
              <a:avLst/>
              <a:gdLst>
                <a:gd name="connsiteX0" fmla="*/ 358758 w 1808089"/>
                <a:gd name="connsiteY0" fmla="*/ 0 h 987214"/>
                <a:gd name="connsiteX1" fmla="*/ 350014 w 1808089"/>
                <a:gd name="connsiteY1" fmla="*/ 1436 h 987214"/>
                <a:gd name="connsiteX2" fmla="*/ 351564 w 1808089"/>
                <a:gd name="connsiteY2" fmla="*/ 13727 h 987214"/>
                <a:gd name="connsiteX3" fmla="*/ 342693 w 1808089"/>
                <a:gd name="connsiteY3" fmla="*/ 18443 h 987214"/>
                <a:gd name="connsiteX4" fmla="*/ 334596 w 1808089"/>
                <a:gd name="connsiteY4" fmla="*/ 38156 h 987214"/>
                <a:gd name="connsiteX5" fmla="*/ 368278 w 1808089"/>
                <a:gd name="connsiteY5" fmla="*/ 62229 h 987214"/>
                <a:gd name="connsiteX6" fmla="*/ 408989 w 1808089"/>
                <a:gd name="connsiteY6" fmla="*/ 112663 h 987214"/>
                <a:gd name="connsiteX7" fmla="*/ 458851 w 1808089"/>
                <a:gd name="connsiteY7" fmla="*/ 148875 h 987214"/>
                <a:gd name="connsiteX8" fmla="*/ 501125 w 1808089"/>
                <a:gd name="connsiteY8" fmla="*/ 165868 h 987214"/>
                <a:gd name="connsiteX9" fmla="*/ 549030 w 1808089"/>
                <a:gd name="connsiteY9" fmla="*/ 206261 h 987214"/>
                <a:gd name="connsiteX10" fmla="*/ 562986 w 1808089"/>
                <a:gd name="connsiteY10" fmla="*/ 206388 h 987214"/>
                <a:gd name="connsiteX11" fmla="*/ 571197 w 1808089"/>
                <a:gd name="connsiteY11" fmla="*/ 201686 h 987214"/>
                <a:gd name="connsiteX12" fmla="*/ 576548 w 1808089"/>
                <a:gd name="connsiteY12" fmla="*/ 202868 h 987214"/>
                <a:gd name="connsiteX13" fmla="*/ 579560 w 1808089"/>
                <a:gd name="connsiteY13" fmla="*/ 210570 h 987214"/>
                <a:gd name="connsiteX14" fmla="*/ 592334 w 1808089"/>
                <a:gd name="connsiteY14" fmla="*/ 222975 h 987214"/>
                <a:gd name="connsiteX15" fmla="*/ 609048 w 1808089"/>
                <a:gd name="connsiteY15" fmla="*/ 236054 h 987214"/>
                <a:gd name="connsiteX16" fmla="*/ 626283 w 1808089"/>
                <a:gd name="connsiteY16" fmla="*/ 242460 h 987214"/>
                <a:gd name="connsiteX17" fmla="*/ 635663 w 1808089"/>
                <a:gd name="connsiteY17" fmla="*/ 268592 h 987214"/>
                <a:gd name="connsiteX18" fmla="*/ 638014 w 1808089"/>
                <a:gd name="connsiteY18" fmla="*/ 289119 h 987214"/>
                <a:gd name="connsiteX19" fmla="*/ 642717 w 1808089"/>
                <a:gd name="connsiteY19" fmla="*/ 309900 h 987214"/>
                <a:gd name="connsiteX20" fmla="*/ 640505 w 1808089"/>
                <a:gd name="connsiteY20" fmla="*/ 331215 h 987214"/>
                <a:gd name="connsiteX21" fmla="*/ 648970 w 1808089"/>
                <a:gd name="connsiteY21" fmla="*/ 338257 h 987214"/>
                <a:gd name="connsiteX22" fmla="*/ 665036 w 1808089"/>
                <a:gd name="connsiteY22" fmla="*/ 317730 h 987214"/>
                <a:gd name="connsiteX23" fmla="*/ 683567 w 1808089"/>
                <a:gd name="connsiteY23" fmla="*/ 321797 h 987214"/>
                <a:gd name="connsiteX24" fmla="*/ 684076 w 1808089"/>
                <a:gd name="connsiteY24" fmla="*/ 335905 h 987214"/>
                <a:gd name="connsiteX25" fmla="*/ 666980 w 1808089"/>
                <a:gd name="connsiteY25" fmla="*/ 338257 h 987214"/>
                <a:gd name="connsiteX26" fmla="*/ 657473 w 1808089"/>
                <a:gd name="connsiteY26" fmla="*/ 346633 h 987214"/>
                <a:gd name="connsiteX27" fmla="*/ 687101 w 1808089"/>
                <a:gd name="connsiteY27" fmla="*/ 370286 h 987214"/>
                <a:gd name="connsiteX28" fmla="*/ 705632 w 1808089"/>
                <a:gd name="connsiteY28" fmla="*/ 394855 h 987214"/>
                <a:gd name="connsiteX29" fmla="*/ 703408 w 1808089"/>
                <a:gd name="connsiteY29" fmla="*/ 414861 h 987214"/>
                <a:gd name="connsiteX30" fmla="*/ 719715 w 1808089"/>
                <a:gd name="connsiteY30" fmla="*/ 443612 h 987214"/>
                <a:gd name="connsiteX31" fmla="*/ 697778 w 1808089"/>
                <a:gd name="connsiteY31" fmla="*/ 454720 h 987214"/>
                <a:gd name="connsiteX32" fmla="*/ 606035 w 1808089"/>
                <a:gd name="connsiteY32" fmla="*/ 430800 h 987214"/>
                <a:gd name="connsiteX33" fmla="*/ 560889 w 1808089"/>
                <a:gd name="connsiteY33" fmla="*/ 440726 h 987214"/>
                <a:gd name="connsiteX34" fmla="*/ 531121 w 1808089"/>
                <a:gd name="connsiteY34" fmla="*/ 434740 h 987214"/>
                <a:gd name="connsiteX35" fmla="*/ 519123 w 1808089"/>
                <a:gd name="connsiteY35" fmla="*/ 412904 h 987214"/>
                <a:gd name="connsiteX36" fmla="*/ 506476 w 1808089"/>
                <a:gd name="connsiteY36" fmla="*/ 390419 h 987214"/>
                <a:gd name="connsiteX37" fmla="*/ 467316 w 1808089"/>
                <a:gd name="connsiteY37" fmla="*/ 392758 h 987214"/>
                <a:gd name="connsiteX38" fmla="*/ 444082 w 1808089"/>
                <a:gd name="connsiteY38" fmla="*/ 399291 h 987214"/>
                <a:gd name="connsiteX39" fmla="*/ 366956 w 1808089"/>
                <a:gd name="connsiteY39" fmla="*/ 370286 h 987214"/>
                <a:gd name="connsiteX40" fmla="*/ 368151 w 1808089"/>
                <a:gd name="connsiteY40" fmla="*/ 360754 h 987214"/>
                <a:gd name="connsiteX41" fmla="*/ 362266 w 1808089"/>
                <a:gd name="connsiteY41" fmla="*/ 351335 h 987214"/>
                <a:gd name="connsiteX42" fmla="*/ 368151 w 1808089"/>
                <a:gd name="connsiteY42" fmla="*/ 342438 h 987214"/>
                <a:gd name="connsiteX43" fmla="*/ 363702 w 1808089"/>
                <a:gd name="connsiteY43" fmla="*/ 326640 h 987214"/>
                <a:gd name="connsiteX44" fmla="*/ 375853 w 1808089"/>
                <a:gd name="connsiteY44" fmla="*/ 325851 h 987214"/>
                <a:gd name="connsiteX45" fmla="*/ 382374 w 1808089"/>
                <a:gd name="connsiteY45" fmla="*/ 338918 h 987214"/>
                <a:gd name="connsiteX46" fmla="*/ 400499 w 1808089"/>
                <a:gd name="connsiteY46" fmla="*/ 339566 h 987214"/>
                <a:gd name="connsiteX47" fmla="*/ 427127 w 1808089"/>
                <a:gd name="connsiteY47" fmla="*/ 356686 h 987214"/>
                <a:gd name="connsiteX48" fmla="*/ 449840 w 1808089"/>
                <a:gd name="connsiteY48" fmla="*/ 379692 h 987214"/>
                <a:gd name="connsiteX49" fmla="*/ 480890 w 1808089"/>
                <a:gd name="connsiteY49" fmla="*/ 382056 h 987214"/>
                <a:gd name="connsiteX50" fmla="*/ 499180 w 1808089"/>
                <a:gd name="connsiteY50" fmla="*/ 377341 h 987214"/>
                <a:gd name="connsiteX51" fmla="*/ 496816 w 1808089"/>
                <a:gd name="connsiteY51" fmla="*/ 364389 h 987214"/>
                <a:gd name="connsiteX52" fmla="*/ 482200 w 1808089"/>
                <a:gd name="connsiteY52" fmla="*/ 341155 h 987214"/>
                <a:gd name="connsiteX53" fmla="*/ 414213 w 1808089"/>
                <a:gd name="connsiteY53" fmla="*/ 308083 h 987214"/>
                <a:gd name="connsiteX54" fmla="*/ 322471 w 1808089"/>
                <a:gd name="connsiteY54" fmla="*/ 264410 h 987214"/>
                <a:gd name="connsiteX55" fmla="*/ 281887 w 1808089"/>
                <a:gd name="connsiteY55" fmla="*/ 240757 h 987214"/>
                <a:gd name="connsiteX56" fmla="*/ 266736 w 1808089"/>
                <a:gd name="connsiteY56" fmla="*/ 224424 h 987214"/>
                <a:gd name="connsiteX57" fmla="*/ 251230 w 1808089"/>
                <a:gd name="connsiteY57" fmla="*/ 223636 h 987214"/>
                <a:gd name="connsiteX58" fmla="*/ 243133 w 1808089"/>
                <a:gd name="connsiteY58" fmla="*/ 232775 h 987214"/>
                <a:gd name="connsiteX59" fmla="*/ 255399 w 1808089"/>
                <a:gd name="connsiteY59" fmla="*/ 247824 h 987214"/>
                <a:gd name="connsiteX60" fmla="*/ 276663 w 1808089"/>
                <a:gd name="connsiteY60" fmla="*/ 253175 h 987214"/>
                <a:gd name="connsiteX61" fmla="*/ 291915 w 1808089"/>
                <a:gd name="connsiteY61" fmla="*/ 269774 h 987214"/>
                <a:gd name="connsiteX62" fmla="*/ 312163 w 1808089"/>
                <a:gd name="connsiteY62" fmla="*/ 281798 h 987214"/>
                <a:gd name="connsiteX63" fmla="*/ 306557 w 1808089"/>
                <a:gd name="connsiteY63" fmla="*/ 293440 h 987214"/>
                <a:gd name="connsiteX64" fmla="*/ 224729 w 1808089"/>
                <a:gd name="connsiteY64" fmla="*/ 248078 h 987214"/>
                <a:gd name="connsiteX65" fmla="*/ 195356 w 1808089"/>
                <a:gd name="connsiteY65" fmla="*/ 242574 h 987214"/>
                <a:gd name="connsiteX66" fmla="*/ 170965 w 1808089"/>
                <a:gd name="connsiteY66" fmla="*/ 249781 h 987214"/>
                <a:gd name="connsiteX67" fmla="*/ 157912 w 1808089"/>
                <a:gd name="connsiteY67" fmla="*/ 262059 h 987214"/>
                <a:gd name="connsiteX68" fmla="*/ 157378 w 1808089"/>
                <a:gd name="connsiteY68" fmla="*/ 276841 h 987214"/>
                <a:gd name="connsiteX69" fmla="*/ 169135 w 1808089"/>
                <a:gd name="connsiteY69" fmla="*/ 287416 h 987214"/>
                <a:gd name="connsiteX70" fmla="*/ 193919 w 1808089"/>
                <a:gd name="connsiteY70" fmla="*/ 296313 h 987214"/>
                <a:gd name="connsiteX71" fmla="*/ 223560 w 1808089"/>
                <a:gd name="connsiteY71" fmla="*/ 318924 h 987214"/>
                <a:gd name="connsiteX72" fmla="*/ 267651 w 1808089"/>
                <a:gd name="connsiteY72" fmla="*/ 332779 h 987214"/>
                <a:gd name="connsiteX73" fmla="*/ 290759 w 1808089"/>
                <a:gd name="connsiteY73" fmla="*/ 358390 h 987214"/>
                <a:gd name="connsiteX74" fmla="*/ 292589 w 1808089"/>
                <a:gd name="connsiteY74" fmla="*/ 367935 h 987214"/>
                <a:gd name="connsiteX75" fmla="*/ 284899 w 1808089"/>
                <a:gd name="connsiteY75" fmla="*/ 380861 h 987214"/>
                <a:gd name="connsiteX76" fmla="*/ 269482 w 1808089"/>
                <a:gd name="connsiteY76" fmla="*/ 399164 h 987214"/>
                <a:gd name="connsiteX77" fmla="*/ 245866 w 1808089"/>
                <a:gd name="connsiteY77" fmla="*/ 415776 h 987214"/>
                <a:gd name="connsiteX78" fmla="*/ 228250 w 1808089"/>
                <a:gd name="connsiteY78" fmla="*/ 424000 h 987214"/>
                <a:gd name="connsiteX79" fmla="*/ 224602 w 1808089"/>
                <a:gd name="connsiteY79" fmla="*/ 435896 h 987214"/>
                <a:gd name="connsiteX80" fmla="*/ 213493 w 1808089"/>
                <a:gd name="connsiteY80" fmla="*/ 442442 h 987214"/>
                <a:gd name="connsiteX81" fmla="*/ 198088 w 1808089"/>
                <a:gd name="connsiteY81" fmla="*/ 441260 h 987214"/>
                <a:gd name="connsiteX82" fmla="*/ 152675 w 1808089"/>
                <a:gd name="connsiteY82" fmla="*/ 477332 h 987214"/>
                <a:gd name="connsiteX83" fmla="*/ 128945 w 1808089"/>
                <a:gd name="connsiteY83" fmla="*/ 474446 h 987214"/>
                <a:gd name="connsiteX84" fmla="*/ 105444 w 1808089"/>
                <a:gd name="connsiteY84" fmla="*/ 492101 h 987214"/>
                <a:gd name="connsiteX85" fmla="*/ 87052 w 1808089"/>
                <a:gd name="connsiteY85" fmla="*/ 492101 h 987214"/>
                <a:gd name="connsiteX86" fmla="*/ 69563 w 1808089"/>
                <a:gd name="connsiteY86" fmla="*/ 499816 h 987214"/>
                <a:gd name="connsiteX87" fmla="*/ 31458 w 1808089"/>
                <a:gd name="connsiteY87" fmla="*/ 487665 h 987214"/>
                <a:gd name="connsiteX88" fmla="*/ 10715 w 1808089"/>
                <a:gd name="connsiteY88" fmla="*/ 481907 h 987214"/>
                <a:gd name="connsiteX89" fmla="*/ 2479 w 1808089"/>
                <a:gd name="connsiteY89" fmla="*/ 481653 h 987214"/>
                <a:gd name="connsiteX90" fmla="*/ 1436 w 1808089"/>
                <a:gd name="connsiteY90" fmla="*/ 483204 h 987214"/>
                <a:gd name="connsiteX91" fmla="*/ 0 w 1808089"/>
                <a:gd name="connsiteY91" fmla="*/ 485568 h 987214"/>
                <a:gd name="connsiteX92" fmla="*/ 6266 w 1808089"/>
                <a:gd name="connsiteY92" fmla="*/ 491961 h 987214"/>
                <a:gd name="connsiteX93" fmla="*/ 47650 w 1808089"/>
                <a:gd name="connsiteY93" fmla="*/ 505955 h 987214"/>
                <a:gd name="connsiteX94" fmla="*/ 71660 w 1808089"/>
                <a:gd name="connsiteY94" fmla="*/ 522821 h 987214"/>
                <a:gd name="connsiteX95" fmla="*/ 94742 w 1808089"/>
                <a:gd name="connsiteY95" fmla="*/ 520991 h 987214"/>
                <a:gd name="connsiteX96" fmla="*/ 115116 w 1808089"/>
                <a:gd name="connsiteY96" fmla="*/ 509895 h 987214"/>
                <a:gd name="connsiteX97" fmla="*/ 131805 w 1808089"/>
                <a:gd name="connsiteY97" fmla="*/ 511840 h 987214"/>
                <a:gd name="connsiteX98" fmla="*/ 144858 w 1808089"/>
                <a:gd name="connsiteY98" fmla="*/ 498113 h 987214"/>
                <a:gd name="connsiteX99" fmla="*/ 179443 w 1808089"/>
                <a:gd name="connsiteY99" fmla="*/ 488567 h 987214"/>
                <a:gd name="connsiteX100" fmla="*/ 203592 w 1808089"/>
                <a:gd name="connsiteY100" fmla="*/ 482822 h 987214"/>
                <a:gd name="connsiteX101" fmla="*/ 223560 w 1808089"/>
                <a:gd name="connsiteY101" fmla="*/ 470278 h 987214"/>
                <a:gd name="connsiteX102" fmla="*/ 226941 w 1808089"/>
                <a:gd name="connsiteY102" fmla="*/ 457466 h 987214"/>
                <a:gd name="connsiteX103" fmla="*/ 248090 w 1808089"/>
                <a:gd name="connsiteY103" fmla="*/ 442696 h 987214"/>
                <a:gd name="connsiteX104" fmla="*/ 291292 w 1808089"/>
                <a:gd name="connsiteY104" fmla="*/ 435108 h 987214"/>
                <a:gd name="connsiteX105" fmla="*/ 312163 w 1808089"/>
                <a:gd name="connsiteY105" fmla="*/ 425436 h 987214"/>
                <a:gd name="connsiteX106" fmla="*/ 323500 w 1808089"/>
                <a:gd name="connsiteY106" fmla="*/ 423491 h 987214"/>
                <a:gd name="connsiteX107" fmla="*/ 369460 w 1808089"/>
                <a:gd name="connsiteY107" fmla="*/ 430927 h 987214"/>
                <a:gd name="connsiteX108" fmla="*/ 380798 w 1808089"/>
                <a:gd name="connsiteY108" fmla="*/ 425182 h 987214"/>
                <a:gd name="connsiteX109" fmla="*/ 413170 w 1808089"/>
                <a:gd name="connsiteY109" fmla="*/ 426745 h 987214"/>
                <a:gd name="connsiteX110" fmla="*/ 423084 w 1808089"/>
                <a:gd name="connsiteY110" fmla="*/ 426237 h 987214"/>
                <a:gd name="connsiteX111" fmla="*/ 429618 w 1808089"/>
                <a:gd name="connsiteY111" fmla="*/ 435896 h 987214"/>
                <a:gd name="connsiteX112" fmla="*/ 440828 w 1808089"/>
                <a:gd name="connsiteY112" fmla="*/ 436418 h 987214"/>
                <a:gd name="connsiteX113" fmla="*/ 446560 w 1808089"/>
                <a:gd name="connsiteY113" fmla="*/ 425182 h 987214"/>
                <a:gd name="connsiteX114" fmla="*/ 462359 w 1808089"/>
                <a:gd name="connsiteY114" fmla="*/ 429363 h 987214"/>
                <a:gd name="connsiteX115" fmla="*/ 466274 w 1808089"/>
                <a:gd name="connsiteY115" fmla="*/ 443217 h 987214"/>
                <a:gd name="connsiteX116" fmla="*/ 475158 w 1808089"/>
                <a:gd name="connsiteY116" fmla="*/ 449751 h 987214"/>
                <a:gd name="connsiteX117" fmla="*/ 515996 w 1808089"/>
                <a:gd name="connsiteY117" fmla="*/ 450411 h 987214"/>
                <a:gd name="connsiteX118" fmla="*/ 535061 w 1808089"/>
                <a:gd name="connsiteY118" fmla="*/ 447272 h 987214"/>
                <a:gd name="connsiteX119" fmla="*/ 559859 w 1808089"/>
                <a:gd name="connsiteY119" fmla="*/ 456563 h 987214"/>
                <a:gd name="connsiteX120" fmla="*/ 579293 w 1808089"/>
                <a:gd name="connsiteY120" fmla="*/ 447666 h 987214"/>
                <a:gd name="connsiteX121" fmla="*/ 597685 w 1808089"/>
                <a:gd name="connsiteY121" fmla="*/ 447666 h 987214"/>
                <a:gd name="connsiteX122" fmla="*/ 609937 w 1808089"/>
                <a:gd name="connsiteY122" fmla="*/ 463922 h 987214"/>
                <a:gd name="connsiteX123" fmla="*/ 630833 w 1808089"/>
                <a:gd name="connsiteY123" fmla="*/ 476162 h 987214"/>
                <a:gd name="connsiteX124" fmla="*/ 647674 w 1808089"/>
                <a:gd name="connsiteY124" fmla="*/ 476023 h 987214"/>
                <a:gd name="connsiteX125" fmla="*/ 667247 w 1808089"/>
                <a:gd name="connsiteY125" fmla="*/ 499282 h 987214"/>
                <a:gd name="connsiteX126" fmla="*/ 696875 w 1808089"/>
                <a:gd name="connsiteY126" fmla="*/ 509616 h 987214"/>
                <a:gd name="connsiteX127" fmla="*/ 725574 w 1808089"/>
                <a:gd name="connsiteY127" fmla="*/ 524131 h 987214"/>
                <a:gd name="connsiteX128" fmla="*/ 780788 w 1808089"/>
                <a:gd name="connsiteY128" fmla="*/ 546742 h 987214"/>
                <a:gd name="connsiteX129" fmla="*/ 816275 w 1808089"/>
                <a:gd name="connsiteY129" fmla="*/ 568566 h 987214"/>
                <a:gd name="connsiteX130" fmla="*/ 849817 w 1808089"/>
                <a:gd name="connsiteY130" fmla="*/ 585953 h 987214"/>
                <a:gd name="connsiteX131" fmla="*/ 888837 w 1808089"/>
                <a:gd name="connsiteY131" fmla="*/ 605552 h 987214"/>
                <a:gd name="connsiteX132" fmla="*/ 917155 w 1808089"/>
                <a:gd name="connsiteY132" fmla="*/ 633654 h 987214"/>
                <a:gd name="connsiteX133" fmla="*/ 953837 w 1808089"/>
                <a:gd name="connsiteY133" fmla="*/ 662151 h 987214"/>
                <a:gd name="connsiteX134" fmla="*/ 1006152 w 1808089"/>
                <a:gd name="connsiteY134" fmla="*/ 692083 h 987214"/>
                <a:gd name="connsiteX135" fmla="*/ 1057438 w 1808089"/>
                <a:gd name="connsiteY135" fmla="*/ 719258 h 987214"/>
                <a:gd name="connsiteX136" fmla="*/ 1060832 w 1808089"/>
                <a:gd name="connsiteY136" fmla="*/ 728155 h 987214"/>
                <a:gd name="connsiteX137" fmla="*/ 1054972 w 1808089"/>
                <a:gd name="connsiteY137" fmla="*/ 763972 h 987214"/>
                <a:gd name="connsiteX138" fmla="*/ 1060451 w 1808089"/>
                <a:gd name="connsiteY138" fmla="*/ 778208 h 987214"/>
                <a:gd name="connsiteX139" fmla="*/ 1068395 w 1808089"/>
                <a:gd name="connsiteY139" fmla="*/ 799256 h 987214"/>
                <a:gd name="connsiteX140" fmla="*/ 1107173 w 1808089"/>
                <a:gd name="connsiteY140" fmla="*/ 825667 h 987214"/>
                <a:gd name="connsiteX141" fmla="*/ 1130268 w 1808089"/>
                <a:gd name="connsiteY141" fmla="*/ 847999 h 987214"/>
                <a:gd name="connsiteX142" fmla="*/ 1147490 w 1808089"/>
                <a:gd name="connsiteY142" fmla="*/ 864612 h 987214"/>
                <a:gd name="connsiteX143" fmla="*/ 1172288 w 1808089"/>
                <a:gd name="connsiteY143" fmla="*/ 872314 h 987214"/>
                <a:gd name="connsiteX144" fmla="*/ 1177105 w 1808089"/>
                <a:gd name="connsiteY144" fmla="*/ 884745 h 987214"/>
                <a:gd name="connsiteX145" fmla="*/ 1169949 w 1808089"/>
                <a:gd name="connsiteY145" fmla="*/ 893235 h 987214"/>
                <a:gd name="connsiteX146" fmla="*/ 1169949 w 1808089"/>
                <a:gd name="connsiteY146" fmla="*/ 909440 h 987214"/>
                <a:gd name="connsiteX147" fmla="*/ 1197860 w 1808089"/>
                <a:gd name="connsiteY147" fmla="*/ 924210 h 987214"/>
                <a:gd name="connsiteX148" fmla="*/ 1232063 w 1808089"/>
                <a:gd name="connsiteY148" fmla="*/ 938318 h 987214"/>
                <a:gd name="connsiteX149" fmla="*/ 1253061 w 1808089"/>
                <a:gd name="connsiteY149" fmla="*/ 958591 h 987214"/>
                <a:gd name="connsiteX150" fmla="*/ 1264805 w 1808089"/>
                <a:gd name="connsiteY150" fmla="*/ 981062 h 987214"/>
                <a:gd name="connsiteX151" fmla="*/ 1295729 w 1808089"/>
                <a:gd name="connsiteY151" fmla="*/ 987214 h 987214"/>
                <a:gd name="connsiteX152" fmla="*/ 1324187 w 1808089"/>
                <a:gd name="connsiteY152" fmla="*/ 986032 h 987214"/>
                <a:gd name="connsiteX153" fmla="*/ 1361771 w 1808089"/>
                <a:gd name="connsiteY153" fmla="*/ 979359 h 987214"/>
                <a:gd name="connsiteX154" fmla="*/ 1386835 w 1808089"/>
                <a:gd name="connsiteY154" fmla="*/ 968263 h 987214"/>
                <a:gd name="connsiteX155" fmla="*/ 1409663 w 1808089"/>
                <a:gd name="connsiteY155" fmla="*/ 928391 h 987214"/>
                <a:gd name="connsiteX156" fmla="*/ 1422971 w 1808089"/>
                <a:gd name="connsiteY156" fmla="*/ 920803 h 987214"/>
                <a:gd name="connsiteX157" fmla="*/ 1436025 w 1808089"/>
                <a:gd name="connsiteY157" fmla="*/ 920282 h 987214"/>
                <a:gd name="connsiteX158" fmla="*/ 1444629 w 1808089"/>
                <a:gd name="connsiteY158" fmla="*/ 935318 h 987214"/>
                <a:gd name="connsiteX159" fmla="*/ 1477523 w 1808089"/>
                <a:gd name="connsiteY159" fmla="*/ 957015 h 987214"/>
                <a:gd name="connsiteX160" fmla="*/ 1499461 w 1808089"/>
                <a:gd name="connsiteY160" fmla="*/ 958057 h 987214"/>
                <a:gd name="connsiteX161" fmla="*/ 1517840 w 1808089"/>
                <a:gd name="connsiteY161" fmla="*/ 953100 h 987214"/>
                <a:gd name="connsiteX162" fmla="*/ 1547988 w 1808089"/>
                <a:gd name="connsiteY162" fmla="*/ 935852 h 987214"/>
                <a:gd name="connsiteX163" fmla="*/ 1567702 w 1808089"/>
                <a:gd name="connsiteY163" fmla="*/ 916622 h 987214"/>
                <a:gd name="connsiteX164" fmla="*/ 1584530 w 1808089"/>
                <a:gd name="connsiteY164" fmla="*/ 896641 h 987214"/>
                <a:gd name="connsiteX165" fmla="*/ 1597457 w 1808089"/>
                <a:gd name="connsiteY165" fmla="*/ 901331 h 987214"/>
                <a:gd name="connsiteX166" fmla="*/ 1578544 w 1808089"/>
                <a:gd name="connsiteY166" fmla="*/ 920282 h 987214"/>
                <a:gd name="connsiteX167" fmla="*/ 1582700 w 1808089"/>
                <a:gd name="connsiteY167" fmla="*/ 935052 h 987214"/>
                <a:gd name="connsiteX168" fmla="*/ 1599147 w 1808089"/>
                <a:gd name="connsiteY168" fmla="*/ 952833 h 987214"/>
                <a:gd name="connsiteX169" fmla="*/ 1607764 w 1808089"/>
                <a:gd name="connsiteY169" fmla="*/ 952312 h 987214"/>
                <a:gd name="connsiteX170" fmla="*/ 1620945 w 1808089"/>
                <a:gd name="connsiteY170" fmla="*/ 931416 h 987214"/>
                <a:gd name="connsiteX171" fmla="*/ 1634774 w 1808089"/>
                <a:gd name="connsiteY171" fmla="*/ 928391 h 987214"/>
                <a:gd name="connsiteX172" fmla="*/ 1648997 w 1808089"/>
                <a:gd name="connsiteY172" fmla="*/ 936106 h 987214"/>
                <a:gd name="connsiteX173" fmla="*/ 1652009 w 1808089"/>
                <a:gd name="connsiteY173" fmla="*/ 949045 h 987214"/>
                <a:gd name="connsiteX174" fmla="*/ 1660105 w 1808089"/>
                <a:gd name="connsiteY174" fmla="*/ 948918 h 987214"/>
                <a:gd name="connsiteX175" fmla="*/ 1679679 w 1808089"/>
                <a:gd name="connsiteY175" fmla="*/ 934797 h 987214"/>
                <a:gd name="connsiteX176" fmla="*/ 1680963 w 1808089"/>
                <a:gd name="connsiteY176" fmla="*/ 905513 h 987214"/>
                <a:gd name="connsiteX177" fmla="*/ 1701325 w 1808089"/>
                <a:gd name="connsiteY177" fmla="*/ 895713 h 987214"/>
                <a:gd name="connsiteX178" fmla="*/ 1721318 w 1808089"/>
                <a:gd name="connsiteY178" fmla="*/ 889053 h 987214"/>
                <a:gd name="connsiteX179" fmla="*/ 1789279 w 1808089"/>
                <a:gd name="connsiteY179" fmla="*/ 898065 h 987214"/>
                <a:gd name="connsiteX180" fmla="*/ 1801175 w 1808089"/>
                <a:gd name="connsiteY180" fmla="*/ 892447 h 987214"/>
                <a:gd name="connsiteX181" fmla="*/ 1808090 w 1808089"/>
                <a:gd name="connsiteY181" fmla="*/ 879254 h 987214"/>
                <a:gd name="connsiteX182" fmla="*/ 1803781 w 1808089"/>
                <a:gd name="connsiteY182" fmla="*/ 851393 h 987214"/>
                <a:gd name="connsiteX183" fmla="*/ 1784602 w 1808089"/>
                <a:gd name="connsiteY183" fmla="*/ 826570 h 987214"/>
                <a:gd name="connsiteX184" fmla="*/ 1760325 w 1808089"/>
                <a:gd name="connsiteY184" fmla="*/ 812334 h 987214"/>
                <a:gd name="connsiteX185" fmla="*/ 1755749 w 1808089"/>
                <a:gd name="connsiteY185" fmla="*/ 798989 h 987214"/>
                <a:gd name="connsiteX186" fmla="*/ 1741132 w 1808089"/>
                <a:gd name="connsiteY186" fmla="*/ 777165 h 987214"/>
                <a:gd name="connsiteX187" fmla="*/ 1724038 w 1808089"/>
                <a:gd name="connsiteY187" fmla="*/ 762790 h 987214"/>
                <a:gd name="connsiteX188" fmla="*/ 1682933 w 1808089"/>
                <a:gd name="connsiteY188" fmla="*/ 767747 h 987214"/>
                <a:gd name="connsiteX189" fmla="*/ 1673159 w 1808089"/>
                <a:gd name="connsiteY189" fmla="*/ 789583 h 987214"/>
                <a:gd name="connsiteX190" fmla="*/ 1660105 w 1808089"/>
                <a:gd name="connsiteY190" fmla="*/ 788414 h 987214"/>
                <a:gd name="connsiteX191" fmla="*/ 1648742 w 1808089"/>
                <a:gd name="connsiteY191" fmla="*/ 778602 h 987214"/>
                <a:gd name="connsiteX192" fmla="*/ 1653051 w 1808089"/>
                <a:gd name="connsiteY192" fmla="*/ 771802 h 987214"/>
                <a:gd name="connsiteX193" fmla="*/ 1667807 w 1808089"/>
                <a:gd name="connsiteY193" fmla="*/ 764760 h 987214"/>
                <a:gd name="connsiteX194" fmla="*/ 1658784 w 1808089"/>
                <a:gd name="connsiteY194" fmla="*/ 747754 h 987214"/>
                <a:gd name="connsiteX195" fmla="*/ 1640659 w 1808089"/>
                <a:gd name="connsiteY195" fmla="*/ 745148 h 987214"/>
                <a:gd name="connsiteX196" fmla="*/ 1604117 w 1808089"/>
                <a:gd name="connsiteY196" fmla="*/ 749597 h 987214"/>
                <a:gd name="connsiteX197" fmla="*/ 1586348 w 1808089"/>
                <a:gd name="connsiteY197" fmla="*/ 738476 h 987214"/>
                <a:gd name="connsiteX198" fmla="*/ 1575531 w 1808089"/>
                <a:gd name="connsiteY198" fmla="*/ 720961 h 987214"/>
                <a:gd name="connsiteX199" fmla="*/ 1552691 w 1808089"/>
                <a:gd name="connsiteY199" fmla="*/ 708670 h 987214"/>
                <a:gd name="connsiteX200" fmla="*/ 1529597 w 1808089"/>
                <a:gd name="connsiteY200" fmla="*/ 714822 h 987214"/>
                <a:gd name="connsiteX201" fmla="*/ 1509260 w 1808089"/>
                <a:gd name="connsiteY201" fmla="*/ 703713 h 987214"/>
                <a:gd name="connsiteX202" fmla="*/ 1496449 w 1808089"/>
                <a:gd name="connsiteY202" fmla="*/ 665684 h 987214"/>
                <a:gd name="connsiteX203" fmla="*/ 1481959 w 1808089"/>
                <a:gd name="connsiteY203" fmla="*/ 659926 h 987214"/>
                <a:gd name="connsiteX204" fmla="*/ 1440981 w 1808089"/>
                <a:gd name="connsiteY204" fmla="*/ 670628 h 987214"/>
                <a:gd name="connsiteX205" fmla="*/ 1420886 w 1808089"/>
                <a:gd name="connsiteY205" fmla="*/ 669472 h 987214"/>
                <a:gd name="connsiteX206" fmla="*/ 1395962 w 1808089"/>
                <a:gd name="connsiteY206" fmla="*/ 661757 h 987214"/>
                <a:gd name="connsiteX207" fmla="*/ 1378485 w 1808089"/>
                <a:gd name="connsiteY207" fmla="*/ 641764 h 987214"/>
                <a:gd name="connsiteX208" fmla="*/ 1360729 w 1808089"/>
                <a:gd name="connsiteY208" fmla="*/ 635231 h 987214"/>
                <a:gd name="connsiteX209" fmla="*/ 1347155 w 1808089"/>
                <a:gd name="connsiteY209" fmla="*/ 606874 h 987214"/>
                <a:gd name="connsiteX210" fmla="*/ 1344804 w 1808089"/>
                <a:gd name="connsiteY210" fmla="*/ 580716 h 987214"/>
                <a:gd name="connsiteX211" fmla="*/ 1335932 w 1808089"/>
                <a:gd name="connsiteY211" fmla="*/ 578365 h 987214"/>
                <a:gd name="connsiteX212" fmla="*/ 1325890 w 1808089"/>
                <a:gd name="connsiteY212" fmla="*/ 560329 h 987214"/>
                <a:gd name="connsiteX213" fmla="*/ 1323933 w 1808089"/>
                <a:gd name="connsiteY213" fmla="*/ 531973 h 987214"/>
                <a:gd name="connsiteX214" fmla="*/ 1298093 w 1808089"/>
                <a:gd name="connsiteY214" fmla="*/ 503349 h 987214"/>
                <a:gd name="connsiteX215" fmla="*/ 1293136 w 1808089"/>
                <a:gd name="connsiteY215" fmla="*/ 489089 h 987214"/>
                <a:gd name="connsiteX216" fmla="*/ 1264284 w 1808089"/>
                <a:gd name="connsiteY216" fmla="*/ 474446 h 987214"/>
                <a:gd name="connsiteX217" fmla="*/ 1248498 w 1808089"/>
                <a:gd name="connsiteY217" fmla="*/ 482556 h 987214"/>
                <a:gd name="connsiteX218" fmla="*/ 1231937 w 1808089"/>
                <a:gd name="connsiteY218" fmla="*/ 477866 h 987214"/>
                <a:gd name="connsiteX219" fmla="*/ 1220179 w 1808089"/>
                <a:gd name="connsiteY219" fmla="*/ 486216 h 987214"/>
                <a:gd name="connsiteX220" fmla="*/ 1201114 w 1808089"/>
                <a:gd name="connsiteY220" fmla="*/ 475374 h 987214"/>
                <a:gd name="connsiteX221" fmla="*/ 1174766 w 1808089"/>
                <a:gd name="connsiteY221" fmla="*/ 460605 h 987214"/>
                <a:gd name="connsiteX222" fmla="*/ 1158853 w 1808089"/>
                <a:gd name="connsiteY222" fmla="*/ 463096 h 987214"/>
                <a:gd name="connsiteX223" fmla="*/ 1128565 w 1808089"/>
                <a:gd name="connsiteY223" fmla="*/ 434867 h 987214"/>
                <a:gd name="connsiteX224" fmla="*/ 1066717 w 1808089"/>
                <a:gd name="connsiteY224" fmla="*/ 429884 h 987214"/>
                <a:gd name="connsiteX225" fmla="*/ 1056663 w 1808089"/>
                <a:gd name="connsiteY225" fmla="*/ 438261 h 987214"/>
                <a:gd name="connsiteX226" fmla="*/ 1028357 w 1808089"/>
                <a:gd name="connsiteY226" fmla="*/ 438261 h 987214"/>
                <a:gd name="connsiteX227" fmla="*/ 999632 w 1808089"/>
                <a:gd name="connsiteY227" fmla="*/ 454987 h 987214"/>
                <a:gd name="connsiteX228" fmla="*/ 980974 w 1808089"/>
                <a:gd name="connsiteY228" fmla="*/ 453538 h 987214"/>
                <a:gd name="connsiteX229" fmla="*/ 949770 w 1808089"/>
                <a:gd name="connsiteY229" fmla="*/ 435896 h 987214"/>
                <a:gd name="connsiteX230" fmla="*/ 933590 w 1808089"/>
                <a:gd name="connsiteY230" fmla="*/ 421788 h 987214"/>
                <a:gd name="connsiteX231" fmla="*/ 911932 w 1808089"/>
                <a:gd name="connsiteY231" fmla="*/ 418128 h 987214"/>
                <a:gd name="connsiteX232" fmla="*/ 859083 w 1808089"/>
                <a:gd name="connsiteY232" fmla="*/ 388322 h 987214"/>
                <a:gd name="connsiteX233" fmla="*/ 780114 w 1808089"/>
                <a:gd name="connsiteY233" fmla="*/ 331597 h 987214"/>
                <a:gd name="connsiteX234" fmla="*/ 755469 w 1808089"/>
                <a:gd name="connsiteY234" fmla="*/ 308083 h 987214"/>
                <a:gd name="connsiteX235" fmla="*/ 733150 w 1808089"/>
                <a:gd name="connsiteY235" fmla="*/ 274871 h 987214"/>
                <a:gd name="connsiteX236" fmla="*/ 730545 w 1808089"/>
                <a:gd name="connsiteY236" fmla="*/ 225466 h 987214"/>
                <a:gd name="connsiteX237" fmla="*/ 699239 w 1808089"/>
                <a:gd name="connsiteY237" fmla="*/ 204024 h 987214"/>
                <a:gd name="connsiteX238" fmla="*/ 664515 w 1808089"/>
                <a:gd name="connsiteY238" fmla="*/ 194619 h 987214"/>
                <a:gd name="connsiteX239" fmla="*/ 640887 w 1808089"/>
                <a:gd name="connsiteY239" fmla="*/ 174498 h 987214"/>
                <a:gd name="connsiteX240" fmla="*/ 580462 w 1808089"/>
                <a:gd name="connsiteY240" fmla="*/ 143918 h 987214"/>
                <a:gd name="connsiteX241" fmla="*/ 562859 w 1808089"/>
                <a:gd name="connsiteY241" fmla="*/ 143638 h 987214"/>
                <a:gd name="connsiteX242" fmla="*/ 540921 w 1808089"/>
                <a:gd name="connsiteY242" fmla="*/ 131360 h 987214"/>
                <a:gd name="connsiteX243" fmla="*/ 530079 w 1808089"/>
                <a:gd name="connsiteY243" fmla="*/ 107312 h 987214"/>
                <a:gd name="connsiteX244" fmla="*/ 486115 w 1808089"/>
                <a:gd name="connsiteY244" fmla="*/ 72537 h 987214"/>
                <a:gd name="connsiteX245" fmla="*/ 463795 w 1808089"/>
                <a:gd name="connsiteY245" fmla="*/ 66131 h 987214"/>
                <a:gd name="connsiteX246" fmla="*/ 416819 w 1808089"/>
                <a:gd name="connsiteY246" fmla="*/ 32945 h 987214"/>
                <a:gd name="connsiteX247" fmla="*/ 396202 w 1808089"/>
                <a:gd name="connsiteY247" fmla="*/ 7842 h 987214"/>
                <a:gd name="connsiteX248" fmla="*/ 381713 w 1808089"/>
                <a:gd name="connsiteY248" fmla="*/ 11249 h 987214"/>
                <a:gd name="connsiteX249" fmla="*/ 358758 w 1808089"/>
                <a:gd name="connsiteY249" fmla="*/ 0 h 987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808089" h="987214">
                  <a:moveTo>
                    <a:pt x="358758" y="0"/>
                  </a:moveTo>
                  <a:lnTo>
                    <a:pt x="350014" y="1436"/>
                  </a:lnTo>
                  <a:lnTo>
                    <a:pt x="351564" y="13727"/>
                  </a:lnTo>
                  <a:lnTo>
                    <a:pt x="342693" y="18443"/>
                  </a:lnTo>
                  <a:lnTo>
                    <a:pt x="334596" y="38156"/>
                  </a:lnTo>
                  <a:lnTo>
                    <a:pt x="368278" y="62229"/>
                  </a:lnTo>
                  <a:lnTo>
                    <a:pt x="408989" y="112663"/>
                  </a:lnTo>
                  <a:lnTo>
                    <a:pt x="458851" y="148875"/>
                  </a:lnTo>
                  <a:lnTo>
                    <a:pt x="501125" y="165868"/>
                  </a:lnTo>
                  <a:lnTo>
                    <a:pt x="549030" y="206261"/>
                  </a:lnTo>
                  <a:lnTo>
                    <a:pt x="562986" y="206388"/>
                  </a:lnTo>
                  <a:lnTo>
                    <a:pt x="571197" y="201686"/>
                  </a:lnTo>
                  <a:lnTo>
                    <a:pt x="576548" y="202868"/>
                  </a:lnTo>
                  <a:lnTo>
                    <a:pt x="579560" y="210570"/>
                  </a:lnTo>
                  <a:lnTo>
                    <a:pt x="592334" y="222975"/>
                  </a:lnTo>
                  <a:lnTo>
                    <a:pt x="609048" y="236054"/>
                  </a:lnTo>
                  <a:lnTo>
                    <a:pt x="626283" y="242460"/>
                  </a:lnTo>
                  <a:lnTo>
                    <a:pt x="635663" y="268592"/>
                  </a:lnTo>
                  <a:lnTo>
                    <a:pt x="638014" y="289119"/>
                  </a:lnTo>
                  <a:lnTo>
                    <a:pt x="642717" y="309900"/>
                  </a:lnTo>
                  <a:lnTo>
                    <a:pt x="640505" y="331215"/>
                  </a:lnTo>
                  <a:lnTo>
                    <a:pt x="648970" y="338257"/>
                  </a:lnTo>
                  <a:lnTo>
                    <a:pt x="665036" y="317730"/>
                  </a:lnTo>
                  <a:lnTo>
                    <a:pt x="683567" y="321797"/>
                  </a:lnTo>
                  <a:lnTo>
                    <a:pt x="684076" y="335905"/>
                  </a:lnTo>
                  <a:lnTo>
                    <a:pt x="666980" y="338257"/>
                  </a:lnTo>
                  <a:lnTo>
                    <a:pt x="657473" y="346633"/>
                  </a:lnTo>
                  <a:lnTo>
                    <a:pt x="687101" y="370286"/>
                  </a:lnTo>
                  <a:lnTo>
                    <a:pt x="705632" y="394855"/>
                  </a:lnTo>
                  <a:lnTo>
                    <a:pt x="703408" y="414861"/>
                  </a:lnTo>
                  <a:lnTo>
                    <a:pt x="719715" y="443612"/>
                  </a:lnTo>
                  <a:lnTo>
                    <a:pt x="697778" y="454720"/>
                  </a:lnTo>
                  <a:lnTo>
                    <a:pt x="606035" y="430800"/>
                  </a:lnTo>
                  <a:lnTo>
                    <a:pt x="560889" y="440726"/>
                  </a:lnTo>
                  <a:lnTo>
                    <a:pt x="531121" y="434740"/>
                  </a:lnTo>
                  <a:lnTo>
                    <a:pt x="519123" y="412904"/>
                  </a:lnTo>
                  <a:lnTo>
                    <a:pt x="506476" y="390419"/>
                  </a:lnTo>
                  <a:lnTo>
                    <a:pt x="467316" y="392758"/>
                  </a:lnTo>
                  <a:lnTo>
                    <a:pt x="444082" y="399291"/>
                  </a:lnTo>
                  <a:lnTo>
                    <a:pt x="366956" y="370286"/>
                  </a:lnTo>
                  <a:lnTo>
                    <a:pt x="368151" y="360754"/>
                  </a:lnTo>
                  <a:lnTo>
                    <a:pt x="362266" y="351335"/>
                  </a:lnTo>
                  <a:lnTo>
                    <a:pt x="368151" y="342438"/>
                  </a:lnTo>
                  <a:lnTo>
                    <a:pt x="363702" y="326640"/>
                  </a:lnTo>
                  <a:lnTo>
                    <a:pt x="375853" y="325851"/>
                  </a:lnTo>
                  <a:lnTo>
                    <a:pt x="382374" y="338918"/>
                  </a:lnTo>
                  <a:lnTo>
                    <a:pt x="400499" y="339566"/>
                  </a:lnTo>
                  <a:lnTo>
                    <a:pt x="427127" y="356686"/>
                  </a:lnTo>
                  <a:lnTo>
                    <a:pt x="449840" y="379692"/>
                  </a:lnTo>
                  <a:lnTo>
                    <a:pt x="480890" y="382056"/>
                  </a:lnTo>
                  <a:lnTo>
                    <a:pt x="499180" y="377341"/>
                  </a:lnTo>
                  <a:lnTo>
                    <a:pt x="496816" y="364389"/>
                  </a:lnTo>
                  <a:lnTo>
                    <a:pt x="482200" y="341155"/>
                  </a:lnTo>
                  <a:lnTo>
                    <a:pt x="414213" y="308083"/>
                  </a:lnTo>
                  <a:lnTo>
                    <a:pt x="322471" y="264410"/>
                  </a:lnTo>
                  <a:lnTo>
                    <a:pt x="281887" y="240757"/>
                  </a:lnTo>
                  <a:lnTo>
                    <a:pt x="266736" y="224424"/>
                  </a:lnTo>
                  <a:lnTo>
                    <a:pt x="251230" y="223636"/>
                  </a:lnTo>
                  <a:lnTo>
                    <a:pt x="243133" y="232775"/>
                  </a:lnTo>
                  <a:lnTo>
                    <a:pt x="255399" y="247824"/>
                  </a:lnTo>
                  <a:lnTo>
                    <a:pt x="276663" y="253175"/>
                  </a:lnTo>
                  <a:lnTo>
                    <a:pt x="291915" y="269774"/>
                  </a:lnTo>
                  <a:lnTo>
                    <a:pt x="312163" y="281798"/>
                  </a:lnTo>
                  <a:lnTo>
                    <a:pt x="306557" y="293440"/>
                  </a:lnTo>
                  <a:lnTo>
                    <a:pt x="224729" y="248078"/>
                  </a:lnTo>
                  <a:lnTo>
                    <a:pt x="195356" y="242574"/>
                  </a:lnTo>
                  <a:lnTo>
                    <a:pt x="170965" y="249781"/>
                  </a:lnTo>
                  <a:lnTo>
                    <a:pt x="157912" y="262059"/>
                  </a:lnTo>
                  <a:lnTo>
                    <a:pt x="157378" y="276841"/>
                  </a:lnTo>
                  <a:lnTo>
                    <a:pt x="169135" y="287416"/>
                  </a:lnTo>
                  <a:lnTo>
                    <a:pt x="193919" y="296313"/>
                  </a:lnTo>
                  <a:lnTo>
                    <a:pt x="223560" y="318924"/>
                  </a:lnTo>
                  <a:lnTo>
                    <a:pt x="267651" y="332779"/>
                  </a:lnTo>
                  <a:lnTo>
                    <a:pt x="290759" y="358390"/>
                  </a:lnTo>
                  <a:lnTo>
                    <a:pt x="292589" y="367935"/>
                  </a:lnTo>
                  <a:lnTo>
                    <a:pt x="284899" y="380861"/>
                  </a:lnTo>
                  <a:lnTo>
                    <a:pt x="269482" y="399164"/>
                  </a:lnTo>
                  <a:lnTo>
                    <a:pt x="245866" y="415776"/>
                  </a:lnTo>
                  <a:lnTo>
                    <a:pt x="228250" y="424000"/>
                  </a:lnTo>
                  <a:lnTo>
                    <a:pt x="224602" y="435896"/>
                  </a:lnTo>
                  <a:lnTo>
                    <a:pt x="213493" y="442442"/>
                  </a:lnTo>
                  <a:lnTo>
                    <a:pt x="198088" y="441260"/>
                  </a:lnTo>
                  <a:lnTo>
                    <a:pt x="152675" y="477332"/>
                  </a:lnTo>
                  <a:lnTo>
                    <a:pt x="128945" y="474446"/>
                  </a:lnTo>
                  <a:lnTo>
                    <a:pt x="105444" y="492101"/>
                  </a:lnTo>
                  <a:lnTo>
                    <a:pt x="87052" y="492101"/>
                  </a:lnTo>
                  <a:lnTo>
                    <a:pt x="69563" y="499816"/>
                  </a:lnTo>
                  <a:lnTo>
                    <a:pt x="31458" y="487665"/>
                  </a:lnTo>
                  <a:lnTo>
                    <a:pt x="10715" y="481907"/>
                  </a:lnTo>
                  <a:lnTo>
                    <a:pt x="2479" y="481653"/>
                  </a:lnTo>
                  <a:lnTo>
                    <a:pt x="1436" y="483204"/>
                  </a:lnTo>
                  <a:lnTo>
                    <a:pt x="0" y="485568"/>
                  </a:lnTo>
                  <a:lnTo>
                    <a:pt x="6266" y="491961"/>
                  </a:lnTo>
                  <a:lnTo>
                    <a:pt x="47650" y="505955"/>
                  </a:lnTo>
                  <a:lnTo>
                    <a:pt x="71660" y="522821"/>
                  </a:lnTo>
                  <a:lnTo>
                    <a:pt x="94742" y="520991"/>
                  </a:lnTo>
                  <a:lnTo>
                    <a:pt x="115116" y="509895"/>
                  </a:lnTo>
                  <a:lnTo>
                    <a:pt x="131805" y="511840"/>
                  </a:lnTo>
                  <a:lnTo>
                    <a:pt x="144858" y="498113"/>
                  </a:lnTo>
                  <a:lnTo>
                    <a:pt x="179443" y="488567"/>
                  </a:lnTo>
                  <a:lnTo>
                    <a:pt x="203592" y="482822"/>
                  </a:lnTo>
                  <a:lnTo>
                    <a:pt x="223560" y="470278"/>
                  </a:lnTo>
                  <a:lnTo>
                    <a:pt x="226941" y="457466"/>
                  </a:lnTo>
                  <a:lnTo>
                    <a:pt x="248090" y="442696"/>
                  </a:lnTo>
                  <a:lnTo>
                    <a:pt x="291292" y="435108"/>
                  </a:lnTo>
                  <a:lnTo>
                    <a:pt x="312163" y="425436"/>
                  </a:lnTo>
                  <a:lnTo>
                    <a:pt x="323500" y="423491"/>
                  </a:lnTo>
                  <a:lnTo>
                    <a:pt x="369460" y="430927"/>
                  </a:lnTo>
                  <a:lnTo>
                    <a:pt x="380798" y="425182"/>
                  </a:lnTo>
                  <a:lnTo>
                    <a:pt x="413170" y="426745"/>
                  </a:lnTo>
                  <a:lnTo>
                    <a:pt x="423084" y="426237"/>
                  </a:lnTo>
                  <a:lnTo>
                    <a:pt x="429618" y="435896"/>
                  </a:lnTo>
                  <a:lnTo>
                    <a:pt x="440828" y="436418"/>
                  </a:lnTo>
                  <a:lnTo>
                    <a:pt x="446560" y="425182"/>
                  </a:lnTo>
                  <a:lnTo>
                    <a:pt x="462359" y="429363"/>
                  </a:lnTo>
                  <a:lnTo>
                    <a:pt x="466274" y="443217"/>
                  </a:lnTo>
                  <a:lnTo>
                    <a:pt x="475158" y="449751"/>
                  </a:lnTo>
                  <a:lnTo>
                    <a:pt x="515996" y="450411"/>
                  </a:lnTo>
                  <a:lnTo>
                    <a:pt x="535061" y="447272"/>
                  </a:lnTo>
                  <a:lnTo>
                    <a:pt x="559859" y="456563"/>
                  </a:lnTo>
                  <a:lnTo>
                    <a:pt x="579293" y="447666"/>
                  </a:lnTo>
                  <a:lnTo>
                    <a:pt x="597685" y="447666"/>
                  </a:lnTo>
                  <a:lnTo>
                    <a:pt x="609937" y="463922"/>
                  </a:lnTo>
                  <a:lnTo>
                    <a:pt x="630833" y="476162"/>
                  </a:lnTo>
                  <a:lnTo>
                    <a:pt x="647674" y="476023"/>
                  </a:lnTo>
                  <a:lnTo>
                    <a:pt x="667247" y="499282"/>
                  </a:lnTo>
                  <a:lnTo>
                    <a:pt x="696875" y="509616"/>
                  </a:lnTo>
                  <a:lnTo>
                    <a:pt x="725574" y="524131"/>
                  </a:lnTo>
                  <a:lnTo>
                    <a:pt x="780788" y="546742"/>
                  </a:lnTo>
                  <a:lnTo>
                    <a:pt x="816275" y="568566"/>
                  </a:lnTo>
                  <a:lnTo>
                    <a:pt x="849817" y="585953"/>
                  </a:lnTo>
                  <a:lnTo>
                    <a:pt x="888837" y="605552"/>
                  </a:lnTo>
                  <a:lnTo>
                    <a:pt x="917155" y="633654"/>
                  </a:lnTo>
                  <a:lnTo>
                    <a:pt x="953837" y="662151"/>
                  </a:lnTo>
                  <a:lnTo>
                    <a:pt x="1006152" y="692083"/>
                  </a:lnTo>
                  <a:lnTo>
                    <a:pt x="1057438" y="719258"/>
                  </a:lnTo>
                  <a:lnTo>
                    <a:pt x="1060832" y="728155"/>
                  </a:lnTo>
                  <a:lnTo>
                    <a:pt x="1054972" y="763972"/>
                  </a:lnTo>
                  <a:lnTo>
                    <a:pt x="1060451" y="778208"/>
                  </a:lnTo>
                  <a:lnTo>
                    <a:pt x="1068395" y="799256"/>
                  </a:lnTo>
                  <a:lnTo>
                    <a:pt x="1107173" y="825667"/>
                  </a:lnTo>
                  <a:lnTo>
                    <a:pt x="1130268" y="847999"/>
                  </a:lnTo>
                  <a:lnTo>
                    <a:pt x="1147490" y="864612"/>
                  </a:lnTo>
                  <a:lnTo>
                    <a:pt x="1172288" y="872314"/>
                  </a:lnTo>
                  <a:lnTo>
                    <a:pt x="1177105" y="884745"/>
                  </a:lnTo>
                  <a:lnTo>
                    <a:pt x="1169949" y="893235"/>
                  </a:lnTo>
                  <a:lnTo>
                    <a:pt x="1169949" y="909440"/>
                  </a:lnTo>
                  <a:lnTo>
                    <a:pt x="1197860" y="924210"/>
                  </a:lnTo>
                  <a:lnTo>
                    <a:pt x="1232063" y="938318"/>
                  </a:lnTo>
                  <a:lnTo>
                    <a:pt x="1253061" y="958591"/>
                  </a:lnTo>
                  <a:lnTo>
                    <a:pt x="1264805" y="981062"/>
                  </a:lnTo>
                  <a:lnTo>
                    <a:pt x="1295729" y="987214"/>
                  </a:lnTo>
                  <a:lnTo>
                    <a:pt x="1324187" y="986032"/>
                  </a:lnTo>
                  <a:lnTo>
                    <a:pt x="1361771" y="979359"/>
                  </a:lnTo>
                  <a:lnTo>
                    <a:pt x="1386835" y="968263"/>
                  </a:lnTo>
                  <a:lnTo>
                    <a:pt x="1409663" y="928391"/>
                  </a:lnTo>
                  <a:lnTo>
                    <a:pt x="1422971" y="920803"/>
                  </a:lnTo>
                  <a:lnTo>
                    <a:pt x="1436025" y="920282"/>
                  </a:lnTo>
                  <a:lnTo>
                    <a:pt x="1444629" y="935318"/>
                  </a:lnTo>
                  <a:lnTo>
                    <a:pt x="1477523" y="957015"/>
                  </a:lnTo>
                  <a:lnTo>
                    <a:pt x="1499461" y="958057"/>
                  </a:lnTo>
                  <a:lnTo>
                    <a:pt x="1517840" y="953100"/>
                  </a:lnTo>
                  <a:lnTo>
                    <a:pt x="1547988" y="935852"/>
                  </a:lnTo>
                  <a:lnTo>
                    <a:pt x="1567702" y="916622"/>
                  </a:lnTo>
                  <a:lnTo>
                    <a:pt x="1584530" y="896641"/>
                  </a:lnTo>
                  <a:lnTo>
                    <a:pt x="1597457" y="901331"/>
                  </a:lnTo>
                  <a:lnTo>
                    <a:pt x="1578544" y="920282"/>
                  </a:lnTo>
                  <a:lnTo>
                    <a:pt x="1582700" y="935052"/>
                  </a:lnTo>
                  <a:lnTo>
                    <a:pt x="1599147" y="952833"/>
                  </a:lnTo>
                  <a:lnTo>
                    <a:pt x="1607764" y="952312"/>
                  </a:lnTo>
                  <a:lnTo>
                    <a:pt x="1620945" y="931416"/>
                  </a:lnTo>
                  <a:lnTo>
                    <a:pt x="1634774" y="928391"/>
                  </a:lnTo>
                  <a:lnTo>
                    <a:pt x="1648997" y="936106"/>
                  </a:lnTo>
                  <a:lnTo>
                    <a:pt x="1652009" y="949045"/>
                  </a:lnTo>
                  <a:lnTo>
                    <a:pt x="1660105" y="948918"/>
                  </a:lnTo>
                  <a:lnTo>
                    <a:pt x="1679679" y="934797"/>
                  </a:lnTo>
                  <a:lnTo>
                    <a:pt x="1680963" y="905513"/>
                  </a:lnTo>
                  <a:lnTo>
                    <a:pt x="1701325" y="895713"/>
                  </a:lnTo>
                  <a:lnTo>
                    <a:pt x="1721318" y="889053"/>
                  </a:lnTo>
                  <a:lnTo>
                    <a:pt x="1789279" y="898065"/>
                  </a:lnTo>
                  <a:lnTo>
                    <a:pt x="1801175" y="892447"/>
                  </a:lnTo>
                  <a:lnTo>
                    <a:pt x="1808090" y="879254"/>
                  </a:lnTo>
                  <a:lnTo>
                    <a:pt x="1803781" y="851393"/>
                  </a:lnTo>
                  <a:lnTo>
                    <a:pt x="1784602" y="826570"/>
                  </a:lnTo>
                  <a:lnTo>
                    <a:pt x="1760325" y="812334"/>
                  </a:lnTo>
                  <a:lnTo>
                    <a:pt x="1755749" y="798989"/>
                  </a:lnTo>
                  <a:lnTo>
                    <a:pt x="1741132" y="777165"/>
                  </a:lnTo>
                  <a:lnTo>
                    <a:pt x="1724038" y="762790"/>
                  </a:lnTo>
                  <a:lnTo>
                    <a:pt x="1682933" y="767747"/>
                  </a:lnTo>
                  <a:lnTo>
                    <a:pt x="1673159" y="789583"/>
                  </a:lnTo>
                  <a:lnTo>
                    <a:pt x="1660105" y="788414"/>
                  </a:lnTo>
                  <a:lnTo>
                    <a:pt x="1648742" y="778602"/>
                  </a:lnTo>
                  <a:lnTo>
                    <a:pt x="1653051" y="771802"/>
                  </a:lnTo>
                  <a:lnTo>
                    <a:pt x="1667807" y="764760"/>
                  </a:lnTo>
                  <a:lnTo>
                    <a:pt x="1658784" y="747754"/>
                  </a:lnTo>
                  <a:lnTo>
                    <a:pt x="1640659" y="745148"/>
                  </a:lnTo>
                  <a:lnTo>
                    <a:pt x="1604117" y="749597"/>
                  </a:lnTo>
                  <a:lnTo>
                    <a:pt x="1586348" y="738476"/>
                  </a:lnTo>
                  <a:lnTo>
                    <a:pt x="1575531" y="720961"/>
                  </a:lnTo>
                  <a:lnTo>
                    <a:pt x="1552691" y="708670"/>
                  </a:lnTo>
                  <a:lnTo>
                    <a:pt x="1529597" y="714822"/>
                  </a:lnTo>
                  <a:lnTo>
                    <a:pt x="1509260" y="703713"/>
                  </a:lnTo>
                  <a:lnTo>
                    <a:pt x="1496449" y="665684"/>
                  </a:lnTo>
                  <a:lnTo>
                    <a:pt x="1481959" y="659926"/>
                  </a:lnTo>
                  <a:lnTo>
                    <a:pt x="1440981" y="670628"/>
                  </a:lnTo>
                  <a:lnTo>
                    <a:pt x="1420886" y="669472"/>
                  </a:lnTo>
                  <a:lnTo>
                    <a:pt x="1395962" y="661757"/>
                  </a:lnTo>
                  <a:lnTo>
                    <a:pt x="1378485" y="641764"/>
                  </a:lnTo>
                  <a:lnTo>
                    <a:pt x="1360729" y="635231"/>
                  </a:lnTo>
                  <a:lnTo>
                    <a:pt x="1347155" y="606874"/>
                  </a:lnTo>
                  <a:lnTo>
                    <a:pt x="1344804" y="580716"/>
                  </a:lnTo>
                  <a:lnTo>
                    <a:pt x="1335932" y="578365"/>
                  </a:lnTo>
                  <a:lnTo>
                    <a:pt x="1325890" y="560329"/>
                  </a:lnTo>
                  <a:lnTo>
                    <a:pt x="1323933" y="531973"/>
                  </a:lnTo>
                  <a:lnTo>
                    <a:pt x="1298093" y="503349"/>
                  </a:lnTo>
                  <a:lnTo>
                    <a:pt x="1293136" y="489089"/>
                  </a:lnTo>
                  <a:lnTo>
                    <a:pt x="1264284" y="474446"/>
                  </a:lnTo>
                  <a:lnTo>
                    <a:pt x="1248498" y="482556"/>
                  </a:lnTo>
                  <a:lnTo>
                    <a:pt x="1231937" y="477866"/>
                  </a:lnTo>
                  <a:lnTo>
                    <a:pt x="1220179" y="486216"/>
                  </a:lnTo>
                  <a:lnTo>
                    <a:pt x="1201114" y="475374"/>
                  </a:lnTo>
                  <a:lnTo>
                    <a:pt x="1174766" y="460605"/>
                  </a:lnTo>
                  <a:lnTo>
                    <a:pt x="1158853" y="463096"/>
                  </a:lnTo>
                  <a:lnTo>
                    <a:pt x="1128565" y="434867"/>
                  </a:lnTo>
                  <a:lnTo>
                    <a:pt x="1066717" y="429884"/>
                  </a:lnTo>
                  <a:lnTo>
                    <a:pt x="1056663" y="438261"/>
                  </a:lnTo>
                  <a:lnTo>
                    <a:pt x="1028357" y="438261"/>
                  </a:lnTo>
                  <a:lnTo>
                    <a:pt x="999632" y="454987"/>
                  </a:lnTo>
                  <a:lnTo>
                    <a:pt x="980974" y="453538"/>
                  </a:lnTo>
                  <a:lnTo>
                    <a:pt x="949770" y="435896"/>
                  </a:lnTo>
                  <a:lnTo>
                    <a:pt x="933590" y="421788"/>
                  </a:lnTo>
                  <a:lnTo>
                    <a:pt x="911932" y="418128"/>
                  </a:lnTo>
                  <a:lnTo>
                    <a:pt x="859083" y="388322"/>
                  </a:lnTo>
                  <a:lnTo>
                    <a:pt x="780114" y="331597"/>
                  </a:lnTo>
                  <a:lnTo>
                    <a:pt x="755469" y="308083"/>
                  </a:lnTo>
                  <a:lnTo>
                    <a:pt x="733150" y="274871"/>
                  </a:lnTo>
                  <a:lnTo>
                    <a:pt x="730545" y="225466"/>
                  </a:lnTo>
                  <a:lnTo>
                    <a:pt x="699239" y="204024"/>
                  </a:lnTo>
                  <a:lnTo>
                    <a:pt x="664515" y="194619"/>
                  </a:lnTo>
                  <a:lnTo>
                    <a:pt x="640887" y="174498"/>
                  </a:lnTo>
                  <a:lnTo>
                    <a:pt x="580462" y="143918"/>
                  </a:lnTo>
                  <a:lnTo>
                    <a:pt x="562859" y="143638"/>
                  </a:lnTo>
                  <a:lnTo>
                    <a:pt x="540921" y="131360"/>
                  </a:lnTo>
                  <a:lnTo>
                    <a:pt x="530079" y="107312"/>
                  </a:lnTo>
                  <a:lnTo>
                    <a:pt x="486115" y="72537"/>
                  </a:lnTo>
                  <a:lnTo>
                    <a:pt x="463795" y="66131"/>
                  </a:lnTo>
                  <a:lnTo>
                    <a:pt x="416819" y="32945"/>
                  </a:lnTo>
                  <a:lnTo>
                    <a:pt x="396202" y="7842"/>
                  </a:lnTo>
                  <a:lnTo>
                    <a:pt x="381713" y="11249"/>
                  </a:lnTo>
                  <a:lnTo>
                    <a:pt x="358758" y="0"/>
                  </a:lnTo>
                  <a:close/>
                </a:path>
              </a:pathLst>
            </a:custGeom>
            <a:solidFill>
              <a:srgbClr val="BAE0DF"/>
            </a:solidFill>
            <a:ln w="12700" cap="flat">
              <a:noFill/>
              <a:prstDash val="solid"/>
              <a:miter/>
            </a:ln>
          </p:spPr>
          <p:txBody>
            <a:bodyPr rtlCol="0" anchor="ctr"/>
            <a:lstStyle/>
            <a:p>
              <a:endParaRPr lang="de-CH"/>
            </a:p>
          </p:txBody>
        </p:sp>
        <p:sp>
          <p:nvSpPr>
            <p:cNvPr id="82" name="Freihandform: Form 81">
              <a:extLst>
                <a:ext uri="{FF2B5EF4-FFF2-40B4-BE49-F238E27FC236}">
                  <a16:creationId xmlns:a16="http://schemas.microsoft.com/office/drawing/2014/main" id="{B6D62C7D-8633-DCF0-92D5-F3D4C646539D}"/>
                </a:ext>
              </a:extLst>
            </p:cNvPr>
            <p:cNvSpPr/>
            <p:nvPr/>
          </p:nvSpPr>
          <p:spPr>
            <a:xfrm>
              <a:off x="7479857" y="5751269"/>
              <a:ext cx="545750" cy="401133"/>
            </a:xfrm>
            <a:custGeom>
              <a:avLst/>
              <a:gdLst>
                <a:gd name="connsiteX0" fmla="*/ 274184 w 545750"/>
                <a:gd name="connsiteY0" fmla="*/ 98440 h 401133"/>
                <a:gd name="connsiteX1" fmla="*/ 297406 w 545750"/>
                <a:gd name="connsiteY1" fmla="*/ 96470 h 401133"/>
                <a:gd name="connsiteX2" fmla="*/ 313713 w 545750"/>
                <a:gd name="connsiteY2" fmla="*/ 76338 h 401133"/>
                <a:gd name="connsiteX3" fmla="*/ 334736 w 545750"/>
                <a:gd name="connsiteY3" fmla="*/ 60780 h 401133"/>
                <a:gd name="connsiteX4" fmla="*/ 351818 w 545750"/>
                <a:gd name="connsiteY4" fmla="*/ 47066 h 401133"/>
                <a:gd name="connsiteX5" fmla="*/ 372066 w 545750"/>
                <a:gd name="connsiteY5" fmla="*/ 42617 h 401133"/>
                <a:gd name="connsiteX6" fmla="*/ 386937 w 545750"/>
                <a:gd name="connsiteY6" fmla="*/ 34394 h 401133"/>
                <a:gd name="connsiteX7" fmla="*/ 394360 w 545750"/>
                <a:gd name="connsiteY7" fmla="*/ 37915 h 401133"/>
                <a:gd name="connsiteX8" fmla="*/ 426072 w 545750"/>
                <a:gd name="connsiteY8" fmla="*/ 39211 h 401133"/>
                <a:gd name="connsiteX9" fmla="*/ 470443 w 545750"/>
                <a:gd name="connsiteY9" fmla="*/ 36211 h 401133"/>
                <a:gd name="connsiteX10" fmla="*/ 490932 w 545750"/>
                <a:gd name="connsiteY10" fmla="*/ 28242 h 401133"/>
                <a:gd name="connsiteX11" fmla="*/ 498380 w 545750"/>
                <a:gd name="connsiteY11" fmla="*/ 16879 h 401133"/>
                <a:gd name="connsiteX12" fmla="*/ 520966 w 545750"/>
                <a:gd name="connsiteY12" fmla="*/ 1970 h 401133"/>
                <a:gd name="connsiteX13" fmla="*/ 527995 w 545750"/>
                <a:gd name="connsiteY13" fmla="*/ 0 h 401133"/>
                <a:gd name="connsiteX14" fmla="*/ 540666 w 545750"/>
                <a:gd name="connsiteY14" fmla="*/ 9164 h 401133"/>
                <a:gd name="connsiteX15" fmla="*/ 545751 w 545750"/>
                <a:gd name="connsiteY15" fmla="*/ 23145 h 401133"/>
                <a:gd name="connsiteX16" fmla="*/ 540006 w 545750"/>
                <a:gd name="connsiteY16" fmla="*/ 30988 h 401133"/>
                <a:gd name="connsiteX17" fmla="*/ 525643 w 545750"/>
                <a:gd name="connsiteY17" fmla="*/ 45617 h 401133"/>
                <a:gd name="connsiteX18" fmla="*/ 517953 w 545750"/>
                <a:gd name="connsiteY18" fmla="*/ 49163 h 401133"/>
                <a:gd name="connsiteX19" fmla="*/ 506870 w 545750"/>
                <a:gd name="connsiteY19" fmla="*/ 58187 h 401133"/>
                <a:gd name="connsiteX20" fmla="*/ 505548 w 545750"/>
                <a:gd name="connsiteY20" fmla="*/ 64454 h 401133"/>
                <a:gd name="connsiteX21" fmla="*/ 480370 w 545750"/>
                <a:gd name="connsiteY21" fmla="*/ 81562 h 401133"/>
                <a:gd name="connsiteX22" fmla="*/ 464837 w 545750"/>
                <a:gd name="connsiteY22" fmla="*/ 80519 h 401133"/>
                <a:gd name="connsiteX23" fmla="*/ 457529 w 545750"/>
                <a:gd name="connsiteY23" fmla="*/ 83010 h 401133"/>
                <a:gd name="connsiteX24" fmla="*/ 444082 w 545750"/>
                <a:gd name="connsiteY24" fmla="*/ 78689 h 401133"/>
                <a:gd name="connsiteX25" fmla="*/ 428168 w 545750"/>
                <a:gd name="connsiteY25" fmla="*/ 76338 h 401133"/>
                <a:gd name="connsiteX26" fmla="*/ 408595 w 545750"/>
                <a:gd name="connsiteY26" fmla="*/ 73859 h 401133"/>
                <a:gd name="connsiteX27" fmla="*/ 397372 w 545750"/>
                <a:gd name="connsiteY27" fmla="*/ 71508 h 401133"/>
                <a:gd name="connsiteX28" fmla="*/ 388754 w 545750"/>
                <a:gd name="connsiteY28" fmla="*/ 73605 h 401133"/>
                <a:gd name="connsiteX29" fmla="*/ 376883 w 545750"/>
                <a:gd name="connsiteY29" fmla="*/ 71889 h 401133"/>
                <a:gd name="connsiteX30" fmla="*/ 363969 w 545750"/>
                <a:gd name="connsiteY30" fmla="*/ 81053 h 401133"/>
                <a:gd name="connsiteX31" fmla="*/ 339439 w 545750"/>
                <a:gd name="connsiteY31" fmla="*/ 106270 h 401133"/>
                <a:gd name="connsiteX32" fmla="*/ 310726 w 545750"/>
                <a:gd name="connsiteY32" fmla="*/ 116082 h 401133"/>
                <a:gd name="connsiteX33" fmla="*/ 303278 w 545750"/>
                <a:gd name="connsiteY33" fmla="*/ 126657 h 401133"/>
                <a:gd name="connsiteX34" fmla="*/ 289958 w 545750"/>
                <a:gd name="connsiteY34" fmla="*/ 132415 h 401133"/>
                <a:gd name="connsiteX35" fmla="*/ 256034 w 545750"/>
                <a:gd name="connsiteY35" fmla="*/ 146002 h 401133"/>
                <a:gd name="connsiteX36" fmla="*/ 241812 w 545750"/>
                <a:gd name="connsiteY36" fmla="*/ 161433 h 401133"/>
                <a:gd name="connsiteX37" fmla="*/ 234643 w 545750"/>
                <a:gd name="connsiteY37" fmla="*/ 172668 h 401133"/>
                <a:gd name="connsiteX38" fmla="*/ 235685 w 545750"/>
                <a:gd name="connsiteY38" fmla="*/ 187043 h 401133"/>
                <a:gd name="connsiteX39" fmla="*/ 225631 w 545750"/>
                <a:gd name="connsiteY39" fmla="*/ 197771 h 401133"/>
                <a:gd name="connsiteX40" fmla="*/ 225631 w 545750"/>
                <a:gd name="connsiteY40" fmla="*/ 206528 h 401133"/>
                <a:gd name="connsiteX41" fmla="*/ 221069 w 545750"/>
                <a:gd name="connsiteY41" fmla="*/ 220637 h 401133"/>
                <a:gd name="connsiteX42" fmla="*/ 217154 w 545750"/>
                <a:gd name="connsiteY42" fmla="*/ 244938 h 401133"/>
                <a:gd name="connsiteX43" fmla="*/ 206452 w 545750"/>
                <a:gd name="connsiteY43" fmla="*/ 244290 h 401133"/>
                <a:gd name="connsiteX44" fmla="*/ 204227 w 545750"/>
                <a:gd name="connsiteY44" fmla="*/ 254624 h 401133"/>
                <a:gd name="connsiteX45" fmla="*/ 211155 w 545750"/>
                <a:gd name="connsiteY45" fmla="*/ 256848 h 401133"/>
                <a:gd name="connsiteX46" fmla="*/ 216111 w 545750"/>
                <a:gd name="connsiteY46" fmla="*/ 266520 h 401133"/>
                <a:gd name="connsiteX47" fmla="*/ 213887 w 545750"/>
                <a:gd name="connsiteY47" fmla="*/ 289132 h 401133"/>
                <a:gd name="connsiteX48" fmla="*/ 224081 w 545750"/>
                <a:gd name="connsiteY48" fmla="*/ 308197 h 401133"/>
                <a:gd name="connsiteX49" fmla="*/ 235291 w 545750"/>
                <a:gd name="connsiteY49" fmla="*/ 318276 h 401133"/>
                <a:gd name="connsiteX50" fmla="*/ 241939 w 545750"/>
                <a:gd name="connsiteY50" fmla="*/ 323754 h 401133"/>
                <a:gd name="connsiteX51" fmla="*/ 256034 w 545750"/>
                <a:gd name="connsiteY51" fmla="*/ 351857 h 401133"/>
                <a:gd name="connsiteX52" fmla="*/ 254484 w 545750"/>
                <a:gd name="connsiteY52" fmla="*/ 370693 h 401133"/>
                <a:gd name="connsiteX53" fmla="*/ 250810 w 545750"/>
                <a:gd name="connsiteY53" fmla="*/ 388335 h 401133"/>
                <a:gd name="connsiteX54" fmla="*/ 244824 w 545750"/>
                <a:gd name="connsiteY54" fmla="*/ 393432 h 401133"/>
                <a:gd name="connsiteX55" fmla="*/ 237248 w 545750"/>
                <a:gd name="connsiteY55" fmla="*/ 387039 h 401133"/>
                <a:gd name="connsiteX56" fmla="*/ 233995 w 545750"/>
                <a:gd name="connsiteY56" fmla="*/ 346900 h 401133"/>
                <a:gd name="connsiteX57" fmla="*/ 227970 w 545750"/>
                <a:gd name="connsiteY57" fmla="*/ 331215 h 401133"/>
                <a:gd name="connsiteX58" fmla="*/ 208930 w 545750"/>
                <a:gd name="connsiteY58" fmla="*/ 314603 h 401133"/>
                <a:gd name="connsiteX59" fmla="*/ 188187 w 545750"/>
                <a:gd name="connsiteY59" fmla="*/ 299986 h 401133"/>
                <a:gd name="connsiteX60" fmla="*/ 181515 w 545750"/>
                <a:gd name="connsiteY60" fmla="*/ 301029 h 401133"/>
                <a:gd name="connsiteX61" fmla="*/ 164178 w 545750"/>
                <a:gd name="connsiteY61" fmla="*/ 317628 h 401133"/>
                <a:gd name="connsiteX62" fmla="*/ 134944 w 545750"/>
                <a:gd name="connsiteY62" fmla="*/ 359839 h 401133"/>
                <a:gd name="connsiteX63" fmla="*/ 120048 w 545750"/>
                <a:gd name="connsiteY63" fmla="*/ 367020 h 401133"/>
                <a:gd name="connsiteX64" fmla="*/ 107668 w 545750"/>
                <a:gd name="connsiteY64" fmla="*/ 374875 h 401133"/>
                <a:gd name="connsiteX65" fmla="*/ 99305 w 545750"/>
                <a:gd name="connsiteY65" fmla="*/ 395122 h 401133"/>
                <a:gd name="connsiteX66" fmla="*/ 93827 w 545750"/>
                <a:gd name="connsiteY66" fmla="*/ 401134 h 401133"/>
                <a:gd name="connsiteX67" fmla="*/ 84561 w 545750"/>
                <a:gd name="connsiteY67" fmla="*/ 398643 h 401133"/>
                <a:gd name="connsiteX68" fmla="*/ 79985 w 545750"/>
                <a:gd name="connsiteY68" fmla="*/ 392529 h 401133"/>
                <a:gd name="connsiteX69" fmla="*/ 86645 w 545750"/>
                <a:gd name="connsiteY69" fmla="*/ 370032 h 401133"/>
                <a:gd name="connsiteX70" fmla="*/ 85463 w 545750"/>
                <a:gd name="connsiteY70" fmla="*/ 355123 h 401133"/>
                <a:gd name="connsiteX71" fmla="*/ 68114 w 545750"/>
                <a:gd name="connsiteY71" fmla="*/ 342464 h 401133"/>
                <a:gd name="connsiteX72" fmla="*/ 62382 w 545750"/>
                <a:gd name="connsiteY72" fmla="*/ 326373 h 401133"/>
                <a:gd name="connsiteX73" fmla="*/ 58988 w 545750"/>
                <a:gd name="connsiteY73" fmla="*/ 304804 h 401133"/>
                <a:gd name="connsiteX74" fmla="*/ 65114 w 545750"/>
                <a:gd name="connsiteY74" fmla="*/ 289386 h 401133"/>
                <a:gd name="connsiteX75" fmla="*/ 71368 w 545750"/>
                <a:gd name="connsiteY75" fmla="*/ 283641 h 401133"/>
                <a:gd name="connsiteX76" fmla="*/ 71508 w 545750"/>
                <a:gd name="connsiteY76" fmla="*/ 274223 h 401133"/>
                <a:gd name="connsiteX77" fmla="*/ 65890 w 545750"/>
                <a:gd name="connsiteY77" fmla="*/ 268351 h 401133"/>
                <a:gd name="connsiteX78" fmla="*/ 62776 w 545750"/>
                <a:gd name="connsiteY78" fmla="*/ 262593 h 401133"/>
                <a:gd name="connsiteX79" fmla="*/ 65636 w 545750"/>
                <a:gd name="connsiteY79" fmla="*/ 253696 h 401133"/>
                <a:gd name="connsiteX80" fmla="*/ 60945 w 545750"/>
                <a:gd name="connsiteY80" fmla="*/ 248205 h 401133"/>
                <a:gd name="connsiteX81" fmla="*/ 34457 w 545750"/>
                <a:gd name="connsiteY81" fmla="*/ 251230 h 401133"/>
                <a:gd name="connsiteX82" fmla="*/ 29500 w 545750"/>
                <a:gd name="connsiteY82" fmla="*/ 245218 h 401133"/>
                <a:gd name="connsiteX83" fmla="*/ 15913 w 545750"/>
                <a:gd name="connsiteY83" fmla="*/ 238799 h 401133"/>
                <a:gd name="connsiteX84" fmla="*/ 2224 w 545750"/>
                <a:gd name="connsiteY84" fmla="*/ 226127 h 401133"/>
                <a:gd name="connsiteX85" fmla="*/ 0 w 545750"/>
                <a:gd name="connsiteY85" fmla="*/ 215413 h 401133"/>
                <a:gd name="connsiteX86" fmla="*/ 4944 w 545750"/>
                <a:gd name="connsiteY86" fmla="*/ 206261 h 401133"/>
                <a:gd name="connsiteX87" fmla="*/ 16828 w 545750"/>
                <a:gd name="connsiteY87" fmla="*/ 199321 h 401133"/>
                <a:gd name="connsiteX88" fmla="*/ 22052 w 545750"/>
                <a:gd name="connsiteY88" fmla="*/ 201037 h 401133"/>
                <a:gd name="connsiteX89" fmla="*/ 27530 w 545750"/>
                <a:gd name="connsiteY89" fmla="*/ 211218 h 401133"/>
                <a:gd name="connsiteX90" fmla="*/ 21531 w 545750"/>
                <a:gd name="connsiteY90" fmla="*/ 218679 h 401133"/>
                <a:gd name="connsiteX91" fmla="*/ 20349 w 545750"/>
                <a:gd name="connsiteY91" fmla="*/ 230830 h 401133"/>
                <a:gd name="connsiteX92" fmla="*/ 38893 w 545750"/>
                <a:gd name="connsiteY92" fmla="*/ 236181 h 401133"/>
                <a:gd name="connsiteX93" fmla="*/ 57018 w 545750"/>
                <a:gd name="connsiteY93" fmla="*/ 230576 h 401133"/>
                <a:gd name="connsiteX94" fmla="*/ 58734 w 545750"/>
                <a:gd name="connsiteY94" fmla="*/ 223382 h 401133"/>
                <a:gd name="connsiteX95" fmla="*/ 50243 w 545750"/>
                <a:gd name="connsiteY95" fmla="*/ 208219 h 401133"/>
                <a:gd name="connsiteX96" fmla="*/ 50764 w 545750"/>
                <a:gd name="connsiteY96" fmla="*/ 202080 h 401133"/>
                <a:gd name="connsiteX97" fmla="*/ 65114 w 545750"/>
                <a:gd name="connsiteY97" fmla="*/ 195153 h 401133"/>
                <a:gd name="connsiteX98" fmla="*/ 71508 w 545750"/>
                <a:gd name="connsiteY98" fmla="*/ 186256 h 401133"/>
                <a:gd name="connsiteX99" fmla="*/ 71368 w 545750"/>
                <a:gd name="connsiteY99" fmla="*/ 172274 h 401133"/>
                <a:gd name="connsiteX100" fmla="*/ 68114 w 545750"/>
                <a:gd name="connsiteY100" fmla="*/ 150972 h 401133"/>
                <a:gd name="connsiteX101" fmla="*/ 78040 w 545750"/>
                <a:gd name="connsiteY101" fmla="*/ 136864 h 401133"/>
                <a:gd name="connsiteX102" fmla="*/ 96445 w 545750"/>
                <a:gd name="connsiteY102" fmla="*/ 128488 h 401133"/>
                <a:gd name="connsiteX103" fmla="*/ 102698 w 545750"/>
                <a:gd name="connsiteY103" fmla="*/ 133203 h 401133"/>
                <a:gd name="connsiteX104" fmla="*/ 104910 w 545750"/>
                <a:gd name="connsiteY104" fmla="*/ 141299 h 401133"/>
                <a:gd name="connsiteX105" fmla="*/ 104262 w 545750"/>
                <a:gd name="connsiteY105" fmla="*/ 146002 h 401133"/>
                <a:gd name="connsiteX106" fmla="*/ 99305 w 545750"/>
                <a:gd name="connsiteY106" fmla="*/ 163924 h 401133"/>
                <a:gd name="connsiteX107" fmla="*/ 84167 w 545750"/>
                <a:gd name="connsiteY107" fmla="*/ 183904 h 401133"/>
                <a:gd name="connsiteX108" fmla="*/ 82743 w 545750"/>
                <a:gd name="connsiteY108" fmla="*/ 191886 h 401133"/>
                <a:gd name="connsiteX109" fmla="*/ 78307 w 545750"/>
                <a:gd name="connsiteY109" fmla="*/ 201546 h 401133"/>
                <a:gd name="connsiteX110" fmla="*/ 78040 w 545750"/>
                <a:gd name="connsiteY110" fmla="*/ 207443 h 401133"/>
                <a:gd name="connsiteX111" fmla="*/ 81040 w 545750"/>
                <a:gd name="connsiteY111" fmla="*/ 219976 h 401133"/>
                <a:gd name="connsiteX112" fmla="*/ 88603 w 545750"/>
                <a:gd name="connsiteY112" fmla="*/ 253441 h 401133"/>
                <a:gd name="connsiteX113" fmla="*/ 90954 w 545750"/>
                <a:gd name="connsiteY113" fmla="*/ 269253 h 401133"/>
                <a:gd name="connsiteX114" fmla="*/ 78307 w 545750"/>
                <a:gd name="connsiteY114" fmla="*/ 305465 h 401133"/>
                <a:gd name="connsiteX115" fmla="*/ 79210 w 545750"/>
                <a:gd name="connsiteY115" fmla="*/ 316179 h 401133"/>
                <a:gd name="connsiteX116" fmla="*/ 98262 w 545750"/>
                <a:gd name="connsiteY116" fmla="*/ 332258 h 401133"/>
                <a:gd name="connsiteX117" fmla="*/ 110401 w 545750"/>
                <a:gd name="connsiteY117" fmla="*/ 345590 h 401133"/>
                <a:gd name="connsiteX118" fmla="*/ 120048 w 545750"/>
                <a:gd name="connsiteY118" fmla="*/ 343887 h 401133"/>
                <a:gd name="connsiteX119" fmla="*/ 129466 w 545750"/>
                <a:gd name="connsiteY119" fmla="*/ 335931 h 401133"/>
                <a:gd name="connsiteX120" fmla="*/ 145379 w 545750"/>
                <a:gd name="connsiteY120" fmla="*/ 318149 h 401133"/>
                <a:gd name="connsiteX121" fmla="*/ 160250 w 545750"/>
                <a:gd name="connsiteY121" fmla="*/ 295271 h 401133"/>
                <a:gd name="connsiteX122" fmla="*/ 167432 w 545750"/>
                <a:gd name="connsiteY122" fmla="*/ 278417 h 401133"/>
                <a:gd name="connsiteX123" fmla="*/ 171867 w 545750"/>
                <a:gd name="connsiteY123" fmla="*/ 260902 h 401133"/>
                <a:gd name="connsiteX124" fmla="*/ 180485 w 545750"/>
                <a:gd name="connsiteY124" fmla="*/ 255666 h 401133"/>
                <a:gd name="connsiteX125" fmla="*/ 191835 w 545750"/>
                <a:gd name="connsiteY125" fmla="*/ 254624 h 401133"/>
                <a:gd name="connsiteX126" fmla="*/ 196385 w 545750"/>
                <a:gd name="connsiteY126" fmla="*/ 243769 h 401133"/>
                <a:gd name="connsiteX127" fmla="*/ 186484 w 545750"/>
                <a:gd name="connsiteY127" fmla="*/ 240757 h 401133"/>
                <a:gd name="connsiteX128" fmla="*/ 184921 w 545750"/>
                <a:gd name="connsiteY128" fmla="*/ 222861 h 401133"/>
                <a:gd name="connsiteX129" fmla="*/ 187920 w 545750"/>
                <a:gd name="connsiteY129" fmla="*/ 203262 h 401133"/>
                <a:gd name="connsiteX130" fmla="*/ 199792 w 545750"/>
                <a:gd name="connsiteY130" fmla="*/ 185213 h 401133"/>
                <a:gd name="connsiteX131" fmla="*/ 202283 w 545750"/>
                <a:gd name="connsiteY131" fmla="*/ 175274 h 401133"/>
                <a:gd name="connsiteX132" fmla="*/ 201101 w 545750"/>
                <a:gd name="connsiteY132" fmla="*/ 160377 h 401133"/>
                <a:gd name="connsiteX133" fmla="*/ 200071 w 545750"/>
                <a:gd name="connsiteY133" fmla="*/ 146790 h 401133"/>
                <a:gd name="connsiteX134" fmla="*/ 193132 w 545750"/>
                <a:gd name="connsiteY134" fmla="*/ 140384 h 401133"/>
                <a:gd name="connsiteX135" fmla="*/ 177727 w 545750"/>
                <a:gd name="connsiteY135" fmla="*/ 131894 h 401133"/>
                <a:gd name="connsiteX136" fmla="*/ 184781 w 545750"/>
                <a:gd name="connsiteY136" fmla="*/ 113324 h 401133"/>
                <a:gd name="connsiteX137" fmla="*/ 188441 w 545750"/>
                <a:gd name="connsiteY137" fmla="*/ 103931 h 401133"/>
                <a:gd name="connsiteX138" fmla="*/ 201101 w 545750"/>
                <a:gd name="connsiteY138" fmla="*/ 100525 h 401133"/>
                <a:gd name="connsiteX139" fmla="*/ 208142 w 545750"/>
                <a:gd name="connsiteY139" fmla="*/ 104707 h 401133"/>
                <a:gd name="connsiteX140" fmla="*/ 214141 w 545750"/>
                <a:gd name="connsiteY140" fmla="*/ 96470 h 401133"/>
                <a:gd name="connsiteX141" fmla="*/ 225759 w 545750"/>
                <a:gd name="connsiteY141" fmla="*/ 97386 h 401133"/>
                <a:gd name="connsiteX142" fmla="*/ 231504 w 545750"/>
                <a:gd name="connsiteY142" fmla="*/ 108622 h 401133"/>
                <a:gd name="connsiteX143" fmla="*/ 239727 w 545750"/>
                <a:gd name="connsiteY143" fmla="*/ 112816 h 401133"/>
                <a:gd name="connsiteX144" fmla="*/ 255780 w 545750"/>
                <a:gd name="connsiteY144" fmla="*/ 110058 h 401133"/>
                <a:gd name="connsiteX145" fmla="*/ 274184 w 545750"/>
                <a:gd name="connsiteY145" fmla="*/ 98440 h 401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45750" h="401133">
                  <a:moveTo>
                    <a:pt x="274184" y="98440"/>
                  </a:moveTo>
                  <a:lnTo>
                    <a:pt x="297406" y="96470"/>
                  </a:lnTo>
                  <a:lnTo>
                    <a:pt x="313713" y="76338"/>
                  </a:lnTo>
                  <a:lnTo>
                    <a:pt x="334736" y="60780"/>
                  </a:lnTo>
                  <a:lnTo>
                    <a:pt x="351818" y="47066"/>
                  </a:lnTo>
                  <a:lnTo>
                    <a:pt x="372066" y="42617"/>
                  </a:lnTo>
                  <a:lnTo>
                    <a:pt x="386937" y="34394"/>
                  </a:lnTo>
                  <a:lnTo>
                    <a:pt x="394360" y="37915"/>
                  </a:lnTo>
                  <a:lnTo>
                    <a:pt x="426072" y="39211"/>
                  </a:lnTo>
                  <a:lnTo>
                    <a:pt x="470443" y="36211"/>
                  </a:lnTo>
                  <a:lnTo>
                    <a:pt x="490932" y="28242"/>
                  </a:lnTo>
                  <a:lnTo>
                    <a:pt x="498380" y="16879"/>
                  </a:lnTo>
                  <a:lnTo>
                    <a:pt x="520966" y="1970"/>
                  </a:lnTo>
                  <a:lnTo>
                    <a:pt x="527995" y="0"/>
                  </a:lnTo>
                  <a:lnTo>
                    <a:pt x="540666" y="9164"/>
                  </a:lnTo>
                  <a:lnTo>
                    <a:pt x="545751" y="23145"/>
                  </a:lnTo>
                  <a:lnTo>
                    <a:pt x="540006" y="30988"/>
                  </a:lnTo>
                  <a:lnTo>
                    <a:pt x="525643" y="45617"/>
                  </a:lnTo>
                  <a:lnTo>
                    <a:pt x="517953" y="49163"/>
                  </a:lnTo>
                  <a:lnTo>
                    <a:pt x="506870" y="58187"/>
                  </a:lnTo>
                  <a:lnTo>
                    <a:pt x="505548" y="64454"/>
                  </a:lnTo>
                  <a:lnTo>
                    <a:pt x="480370" y="81562"/>
                  </a:lnTo>
                  <a:lnTo>
                    <a:pt x="464837" y="80519"/>
                  </a:lnTo>
                  <a:lnTo>
                    <a:pt x="457529" y="83010"/>
                  </a:lnTo>
                  <a:lnTo>
                    <a:pt x="444082" y="78689"/>
                  </a:lnTo>
                  <a:lnTo>
                    <a:pt x="428168" y="76338"/>
                  </a:lnTo>
                  <a:lnTo>
                    <a:pt x="408595" y="73859"/>
                  </a:lnTo>
                  <a:lnTo>
                    <a:pt x="397372" y="71508"/>
                  </a:lnTo>
                  <a:lnTo>
                    <a:pt x="388754" y="73605"/>
                  </a:lnTo>
                  <a:lnTo>
                    <a:pt x="376883" y="71889"/>
                  </a:lnTo>
                  <a:lnTo>
                    <a:pt x="363969" y="81053"/>
                  </a:lnTo>
                  <a:lnTo>
                    <a:pt x="339439" y="106270"/>
                  </a:lnTo>
                  <a:lnTo>
                    <a:pt x="310726" y="116082"/>
                  </a:lnTo>
                  <a:lnTo>
                    <a:pt x="303278" y="126657"/>
                  </a:lnTo>
                  <a:lnTo>
                    <a:pt x="289958" y="132415"/>
                  </a:lnTo>
                  <a:lnTo>
                    <a:pt x="256034" y="146002"/>
                  </a:lnTo>
                  <a:lnTo>
                    <a:pt x="241812" y="161433"/>
                  </a:lnTo>
                  <a:lnTo>
                    <a:pt x="234643" y="172668"/>
                  </a:lnTo>
                  <a:lnTo>
                    <a:pt x="235685" y="187043"/>
                  </a:lnTo>
                  <a:lnTo>
                    <a:pt x="225631" y="197771"/>
                  </a:lnTo>
                  <a:lnTo>
                    <a:pt x="225631" y="206528"/>
                  </a:lnTo>
                  <a:lnTo>
                    <a:pt x="221069" y="220637"/>
                  </a:lnTo>
                  <a:lnTo>
                    <a:pt x="217154" y="244938"/>
                  </a:lnTo>
                  <a:lnTo>
                    <a:pt x="206452" y="244290"/>
                  </a:lnTo>
                  <a:lnTo>
                    <a:pt x="204227" y="254624"/>
                  </a:lnTo>
                  <a:lnTo>
                    <a:pt x="211155" y="256848"/>
                  </a:lnTo>
                  <a:lnTo>
                    <a:pt x="216111" y="266520"/>
                  </a:lnTo>
                  <a:lnTo>
                    <a:pt x="213887" y="289132"/>
                  </a:lnTo>
                  <a:lnTo>
                    <a:pt x="224081" y="308197"/>
                  </a:lnTo>
                  <a:lnTo>
                    <a:pt x="235291" y="318276"/>
                  </a:lnTo>
                  <a:lnTo>
                    <a:pt x="241939" y="323754"/>
                  </a:lnTo>
                  <a:lnTo>
                    <a:pt x="256034" y="351857"/>
                  </a:lnTo>
                  <a:lnTo>
                    <a:pt x="254484" y="370693"/>
                  </a:lnTo>
                  <a:lnTo>
                    <a:pt x="250810" y="388335"/>
                  </a:lnTo>
                  <a:lnTo>
                    <a:pt x="244824" y="393432"/>
                  </a:lnTo>
                  <a:lnTo>
                    <a:pt x="237248" y="387039"/>
                  </a:lnTo>
                  <a:lnTo>
                    <a:pt x="233995" y="346900"/>
                  </a:lnTo>
                  <a:lnTo>
                    <a:pt x="227970" y="331215"/>
                  </a:lnTo>
                  <a:lnTo>
                    <a:pt x="208930" y="314603"/>
                  </a:lnTo>
                  <a:lnTo>
                    <a:pt x="188187" y="299986"/>
                  </a:lnTo>
                  <a:lnTo>
                    <a:pt x="181515" y="301029"/>
                  </a:lnTo>
                  <a:lnTo>
                    <a:pt x="164178" y="317628"/>
                  </a:lnTo>
                  <a:lnTo>
                    <a:pt x="134944" y="359839"/>
                  </a:lnTo>
                  <a:lnTo>
                    <a:pt x="120048" y="367020"/>
                  </a:lnTo>
                  <a:lnTo>
                    <a:pt x="107668" y="374875"/>
                  </a:lnTo>
                  <a:lnTo>
                    <a:pt x="99305" y="395122"/>
                  </a:lnTo>
                  <a:lnTo>
                    <a:pt x="93827" y="401134"/>
                  </a:lnTo>
                  <a:lnTo>
                    <a:pt x="84561" y="398643"/>
                  </a:lnTo>
                  <a:lnTo>
                    <a:pt x="79985" y="392529"/>
                  </a:lnTo>
                  <a:lnTo>
                    <a:pt x="86645" y="370032"/>
                  </a:lnTo>
                  <a:lnTo>
                    <a:pt x="85463" y="355123"/>
                  </a:lnTo>
                  <a:lnTo>
                    <a:pt x="68114" y="342464"/>
                  </a:lnTo>
                  <a:lnTo>
                    <a:pt x="62382" y="326373"/>
                  </a:lnTo>
                  <a:lnTo>
                    <a:pt x="58988" y="304804"/>
                  </a:lnTo>
                  <a:lnTo>
                    <a:pt x="65114" y="289386"/>
                  </a:lnTo>
                  <a:lnTo>
                    <a:pt x="71368" y="283641"/>
                  </a:lnTo>
                  <a:lnTo>
                    <a:pt x="71508" y="274223"/>
                  </a:lnTo>
                  <a:lnTo>
                    <a:pt x="65890" y="268351"/>
                  </a:lnTo>
                  <a:lnTo>
                    <a:pt x="62776" y="262593"/>
                  </a:lnTo>
                  <a:lnTo>
                    <a:pt x="65636" y="253696"/>
                  </a:lnTo>
                  <a:lnTo>
                    <a:pt x="60945" y="248205"/>
                  </a:lnTo>
                  <a:lnTo>
                    <a:pt x="34457" y="251230"/>
                  </a:lnTo>
                  <a:lnTo>
                    <a:pt x="29500" y="245218"/>
                  </a:lnTo>
                  <a:lnTo>
                    <a:pt x="15913" y="238799"/>
                  </a:lnTo>
                  <a:lnTo>
                    <a:pt x="2224" y="226127"/>
                  </a:lnTo>
                  <a:lnTo>
                    <a:pt x="0" y="215413"/>
                  </a:lnTo>
                  <a:lnTo>
                    <a:pt x="4944" y="206261"/>
                  </a:lnTo>
                  <a:lnTo>
                    <a:pt x="16828" y="199321"/>
                  </a:lnTo>
                  <a:lnTo>
                    <a:pt x="22052" y="201037"/>
                  </a:lnTo>
                  <a:lnTo>
                    <a:pt x="27530" y="211218"/>
                  </a:lnTo>
                  <a:lnTo>
                    <a:pt x="21531" y="218679"/>
                  </a:lnTo>
                  <a:lnTo>
                    <a:pt x="20349" y="230830"/>
                  </a:lnTo>
                  <a:lnTo>
                    <a:pt x="38893" y="236181"/>
                  </a:lnTo>
                  <a:lnTo>
                    <a:pt x="57018" y="230576"/>
                  </a:lnTo>
                  <a:lnTo>
                    <a:pt x="58734" y="223382"/>
                  </a:lnTo>
                  <a:lnTo>
                    <a:pt x="50243" y="208219"/>
                  </a:lnTo>
                  <a:lnTo>
                    <a:pt x="50764" y="202080"/>
                  </a:lnTo>
                  <a:lnTo>
                    <a:pt x="65114" y="195153"/>
                  </a:lnTo>
                  <a:lnTo>
                    <a:pt x="71508" y="186256"/>
                  </a:lnTo>
                  <a:lnTo>
                    <a:pt x="71368" y="172274"/>
                  </a:lnTo>
                  <a:lnTo>
                    <a:pt x="68114" y="150972"/>
                  </a:lnTo>
                  <a:lnTo>
                    <a:pt x="78040" y="136864"/>
                  </a:lnTo>
                  <a:lnTo>
                    <a:pt x="96445" y="128488"/>
                  </a:lnTo>
                  <a:lnTo>
                    <a:pt x="102698" y="133203"/>
                  </a:lnTo>
                  <a:lnTo>
                    <a:pt x="104910" y="141299"/>
                  </a:lnTo>
                  <a:lnTo>
                    <a:pt x="104262" y="146002"/>
                  </a:lnTo>
                  <a:lnTo>
                    <a:pt x="99305" y="163924"/>
                  </a:lnTo>
                  <a:lnTo>
                    <a:pt x="84167" y="183904"/>
                  </a:lnTo>
                  <a:lnTo>
                    <a:pt x="82743" y="191886"/>
                  </a:lnTo>
                  <a:lnTo>
                    <a:pt x="78307" y="201546"/>
                  </a:lnTo>
                  <a:lnTo>
                    <a:pt x="78040" y="207443"/>
                  </a:lnTo>
                  <a:lnTo>
                    <a:pt x="81040" y="219976"/>
                  </a:lnTo>
                  <a:lnTo>
                    <a:pt x="88603" y="253441"/>
                  </a:lnTo>
                  <a:lnTo>
                    <a:pt x="90954" y="269253"/>
                  </a:lnTo>
                  <a:lnTo>
                    <a:pt x="78307" y="305465"/>
                  </a:lnTo>
                  <a:lnTo>
                    <a:pt x="79210" y="316179"/>
                  </a:lnTo>
                  <a:lnTo>
                    <a:pt x="98262" y="332258"/>
                  </a:lnTo>
                  <a:lnTo>
                    <a:pt x="110401" y="345590"/>
                  </a:lnTo>
                  <a:lnTo>
                    <a:pt x="120048" y="343887"/>
                  </a:lnTo>
                  <a:lnTo>
                    <a:pt x="129466" y="335931"/>
                  </a:lnTo>
                  <a:lnTo>
                    <a:pt x="145379" y="318149"/>
                  </a:lnTo>
                  <a:lnTo>
                    <a:pt x="160250" y="295271"/>
                  </a:lnTo>
                  <a:lnTo>
                    <a:pt x="167432" y="278417"/>
                  </a:lnTo>
                  <a:lnTo>
                    <a:pt x="171867" y="260902"/>
                  </a:lnTo>
                  <a:lnTo>
                    <a:pt x="180485" y="255666"/>
                  </a:lnTo>
                  <a:lnTo>
                    <a:pt x="191835" y="254624"/>
                  </a:lnTo>
                  <a:lnTo>
                    <a:pt x="196385" y="243769"/>
                  </a:lnTo>
                  <a:lnTo>
                    <a:pt x="186484" y="240757"/>
                  </a:lnTo>
                  <a:lnTo>
                    <a:pt x="184921" y="222861"/>
                  </a:lnTo>
                  <a:lnTo>
                    <a:pt x="187920" y="203262"/>
                  </a:lnTo>
                  <a:lnTo>
                    <a:pt x="199792" y="185213"/>
                  </a:lnTo>
                  <a:lnTo>
                    <a:pt x="202283" y="175274"/>
                  </a:lnTo>
                  <a:lnTo>
                    <a:pt x="201101" y="160377"/>
                  </a:lnTo>
                  <a:lnTo>
                    <a:pt x="200071" y="146790"/>
                  </a:lnTo>
                  <a:lnTo>
                    <a:pt x="193132" y="140384"/>
                  </a:lnTo>
                  <a:lnTo>
                    <a:pt x="177727" y="131894"/>
                  </a:lnTo>
                  <a:lnTo>
                    <a:pt x="184781" y="113324"/>
                  </a:lnTo>
                  <a:lnTo>
                    <a:pt x="188441" y="103931"/>
                  </a:lnTo>
                  <a:lnTo>
                    <a:pt x="201101" y="100525"/>
                  </a:lnTo>
                  <a:lnTo>
                    <a:pt x="208142" y="104707"/>
                  </a:lnTo>
                  <a:lnTo>
                    <a:pt x="214141" y="96470"/>
                  </a:lnTo>
                  <a:lnTo>
                    <a:pt x="225759" y="97386"/>
                  </a:lnTo>
                  <a:lnTo>
                    <a:pt x="231504" y="108622"/>
                  </a:lnTo>
                  <a:lnTo>
                    <a:pt x="239727" y="112816"/>
                  </a:lnTo>
                  <a:lnTo>
                    <a:pt x="255780" y="110058"/>
                  </a:lnTo>
                  <a:lnTo>
                    <a:pt x="274184" y="98440"/>
                  </a:lnTo>
                  <a:close/>
                </a:path>
              </a:pathLst>
            </a:custGeom>
            <a:solidFill>
              <a:srgbClr val="BAE0DF"/>
            </a:solidFill>
            <a:ln w="12700" cap="flat">
              <a:noFill/>
              <a:prstDash val="solid"/>
              <a:miter/>
            </a:ln>
          </p:spPr>
          <p:txBody>
            <a:bodyPr rtlCol="0" anchor="ctr"/>
            <a:lstStyle/>
            <a:p>
              <a:endParaRPr lang="de-CH"/>
            </a:p>
          </p:txBody>
        </p:sp>
        <p:sp>
          <p:nvSpPr>
            <p:cNvPr id="83" name="Freihandform: Form 82">
              <a:extLst>
                <a:ext uri="{FF2B5EF4-FFF2-40B4-BE49-F238E27FC236}">
                  <a16:creationId xmlns:a16="http://schemas.microsoft.com/office/drawing/2014/main" id="{413B2CE5-A3CD-74E2-A512-83E2AE27CE89}"/>
                </a:ext>
              </a:extLst>
            </p:cNvPr>
            <p:cNvSpPr/>
            <p:nvPr/>
          </p:nvSpPr>
          <p:spPr>
            <a:xfrm>
              <a:off x="6699590" y="5333548"/>
              <a:ext cx="763044" cy="1368469"/>
            </a:xfrm>
            <a:custGeom>
              <a:avLst/>
              <a:gdLst>
                <a:gd name="connsiteX0" fmla="*/ 700269 w 763044"/>
                <a:gd name="connsiteY0" fmla="*/ 12291 h 1368469"/>
                <a:gd name="connsiteX1" fmla="*/ 666218 w 763044"/>
                <a:gd name="connsiteY1" fmla="*/ 24442 h 1368469"/>
                <a:gd name="connsiteX2" fmla="*/ 647700 w 763044"/>
                <a:gd name="connsiteY2" fmla="*/ 26526 h 1368469"/>
                <a:gd name="connsiteX3" fmla="*/ 656164 w 763044"/>
                <a:gd name="connsiteY3" fmla="*/ 68877 h 1368469"/>
                <a:gd name="connsiteX4" fmla="*/ 645195 w 763044"/>
                <a:gd name="connsiteY4" fmla="*/ 81816 h 1368469"/>
                <a:gd name="connsiteX5" fmla="*/ 628380 w 763044"/>
                <a:gd name="connsiteY5" fmla="*/ 101694 h 1368469"/>
                <a:gd name="connsiteX6" fmla="*/ 607751 w 763044"/>
                <a:gd name="connsiteY6" fmla="*/ 101428 h 1368469"/>
                <a:gd name="connsiteX7" fmla="*/ 577094 w 763044"/>
                <a:gd name="connsiteY7" fmla="*/ 77888 h 1368469"/>
                <a:gd name="connsiteX8" fmla="*/ 519657 w 763044"/>
                <a:gd name="connsiteY8" fmla="*/ 95148 h 1368469"/>
                <a:gd name="connsiteX9" fmla="*/ 484017 w 763044"/>
                <a:gd name="connsiteY9" fmla="*/ 136063 h 1368469"/>
                <a:gd name="connsiteX10" fmla="*/ 469286 w 763044"/>
                <a:gd name="connsiteY10" fmla="*/ 180231 h 1368469"/>
                <a:gd name="connsiteX11" fmla="*/ 434460 w 763044"/>
                <a:gd name="connsiteY11" fmla="*/ 234999 h 1368469"/>
                <a:gd name="connsiteX12" fmla="*/ 423224 w 763044"/>
                <a:gd name="connsiteY12" fmla="*/ 264283 h 1368469"/>
                <a:gd name="connsiteX13" fmla="*/ 433532 w 763044"/>
                <a:gd name="connsiteY13" fmla="*/ 321784 h 1368469"/>
                <a:gd name="connsiteX14" fmla="*/ 458330 w 763044"/>
                <a:gd name="connsiteY14" fmla="*/ 380734 h 1368469"/>
                <a:gd name="connsiteX15" fmla="*/ 460414 w 763044"/>
                <a:gd name="connsiteY15" fmla="*/ 421534 h 1368469"/>
                <a:gd name="connsiteX16" fmla="*/ 469934 w 763044"/>
                <a:gd name="connsiteY16" fmla="*/ 445950 h 1368469"/>
                <a:gd name="connsiteX17" fmla="*/ 445289 w 763044"/>
                <a:gd name="connsiteY17" fmla="*/ 467519 h 1368469"/>
                <a:gd name="connsiteX18" fmla="*/ 397258 w 763044"/>
                <a:gd name="connsiteY18" fmla="*/ 481119 h 1368469"/>
                <a:gd name="connsiteX19" fmla="*/ 369969 w 763044"/>
                <a:gd name="connsiteY19" fmla="*/ 519288 h 1368469"/>
                <a:gd name="connsiteX20" fmla="*/ 345819 w 763044"/>
                <a:gd name="connsiteY20" fmla="*/ 568693 h 1368469"/>
                <a:gd name="connsiteX21" fmla="*/ 298067 w 763044"/>
                <a:gd name="connsiteY21" fmla="*/ 629333 h 1368469"/>
                <a:gd name="connsiteX22" fmla="*/ 279281 w 763044"/>
                <a:gd name="connsiteY22" fmla="*/ 676272 h 1368469"/>
                <a:gd name="connsiteX23" fmla="*/ 187933 w 763044"/>
                <a:gd name="connsiteY23" fmla="*/ 736391 h 1368469"/>
                <a:gd name="connsiteX24" fmla="*/ 162081 w 763044"/>
                <a:gd name="connsiteY24" fmla="*/ 795710 h 1368469"/>
                <a:gd name="connsiteX25" fmla="*/ 135987 w 763044"/>
                <a:gd name="connsiteY25" fmla="*/ 779123 h 1368469"/>
                <a:gd name="connsiteX26" fmla="*/ 117836 w 763044"/>
                <a:gd name="connsiteY26" fmla="*/ 752597 h 1368469"/>
                <a:gd name="connsiteX27" fmla="*/ 58721 w 763044"/>
                <a:gd name="connsiteY27" fmla="*/ 725282 h 1368469"/>
                <a:gd name="connsiteX28" fmla="*/ 24277 w 763044"/>
                <a:gd name="connsiteY28" fmla="*/ 722524 h 1368469"/>
                <a:gd name="connsiteX29" fmla="*/ 0 w 763044"/>
                <a:gd name="connsiteY29" fmla="*/ 748669 h 1368469"/>
                <a:gd name="connsiteX30" fmla="*/ 11490 w 763044"/>
                <a:gd name="connsiteY30" fmla="*/ 767353 h 1368469"/>
                <a:gd name="connsiteX31" fmla="*/ 46214 w 763044"/>
                <a:gd name="connsiteY31" fmla="*/ 800959 h 1368469"/>
                <a:gd name="connsiteX32" fmla="*/ 80519 w 763044"/>
                <a:gd name="connsiteY32" fmla="*/ 869836 h 1368469"/>
                <a:gd name="connsiteX33" fmla="*/ 149955 w 763044"/>
                <a:gd name="connsiteY33" fmla="*/ 899641 h 1368469"/>
                <a:gd name="connsiteX34" fmla="*/ 175007 w 763044"/>
                <a:gd name="connsiteY34" fmla="*/ 935191 h 1368469"/>
                <a:gd name="connsiteX35" fmla="*/ 193017 w 763044"/>
                <a:gd name="connsiteY35" fmla="*/ 1019613 h 1368469"/>
                <a:gd name="connsiteX36" fmla="*/ 176570 w 763044"/>
                <a:gd name="connsiteY36" fmla="*/ 1078690 h 1368469"/>
                <a:gd name="connsiteX37" fmla="*/ 157403 w 763044"/>
                <a:gd name="connsiteY37" fmla="*/ 1097246 h 1368469"/>
                <a:gd name="connsiteX38" fmla="*/ 135859 w 763044"/>
                <a:gd name="connsiteY38" fmla="*/ 1095416 h 1368469"/>
                <a:gd name="connsiteX39" fmla="*/ 121115 w 763044"/>
                <a:gd name="connsiteY39" fmla="*/ 1147706 h 1368469"/>
                <a:gd name="connsiteX40" fmla="*/ 138745 w 763044"/>
                <a:gd name="connsiteY40" fmla="*/ 1224679 h 1368469"/>
                <a:gd name="connsiteX41" fmla="*/ 169529 w 763044"/>
                <a:gd name="connsiteY41" fmla="*/ 1252006 h 1368469"/>
                <a:gd name="connsiteX42" fmla="*/ 182061 w 763044"/>
                <a:gd name="connsiteY42" fmla="*/ 1298538 h 1368469"/>
                <a:gd name="connsiteX43" fmla="*/ 209337 w 763044"/>
                <a:gd name="connsiteY43" fmla="*/ 1322459 h 1368469"/>
                <a:gd name="connsiteX44" fmla="*/ 223293 w 763044"/>
                <a:gd name="connsiteY44" fmla="*/ 1367554 h 1368469"/>
                <a:gd name="connsiteX45" fmla="*/ 245853 w 763044"/>
                <a:gd name="connsiteY45" fmla="*/ 1358924 h 1368469"/>
                <a:gd name="connsiteX46" fmla="*/ 286196 w 763044"/>
                <a:gd name="connsiteY46" fmla="*/ 1362852 h 1368469"/>
                <a:gd name="connsiteX47" fmla="*/ 306685 w 763044"/>
                <a:gd name="connsiteY47" fmla="*/ 1368469 h 1368469"/>
                <a:gd name="connsiteX48" fmla="*/ 306685 w 763044"/>
                <a:gd name="connsiteY48" fmla="*/ 1357729 h 1368469"/>
                <a:gd name="connsiteX49" fmla="*/ 288687 w 763044"/>
                <a:gd name="connsiteY49" fmla="*/ 1347421 h 1368469"/>
                <a:gd name="connsiteX50" fmla="*/ 246642 w 763044"/>
                <a:gd name="connsiteY50" fmla="*/ 1335283 h 1368469"/>
                <a:gd name="connsiteX51" fmla="*/ 241430 w 763044"/>
                <a:gd name="connsiteY51" fmla="*/ 1301677 h 1368469"/>
                <a:gd name="connsiteX52" fmla="*/ 220179 w 763044"/>
                <a:gd name="connsiteY52" fmla="*/ 1271465 h 1368469"/>
                <a:gd name="connsiteX53" fmla="*/ 169402 w 763044"/>
                <a:gd name="connsiteY53" fmla="*/ 1202487 h 1368469"/>
                <a:gd name="connsiteX54" fmla="*/ 178667 w 763044"/>
                <a:gd name="connsiteY54" fmla="*/ 1143791 h 1368469"/>
                <a:gd name="connsiteX55" fmla="*/ 200186 w 763044"/>
                <a:gd name="connsiteY55" fmla="*/ 1134780 h 1368469"/>
                <a:gd name="connsiteX56" fmla="*/ 239333 w 763044"/>
                <a:gd name="connsiteY56" fmla="*/ 1140131 h 1368469"/>
                <a:gd name="connsiteX57" fmla="*/ 258398 w 763044"/>
                <a:gd name="connsiteY57" fmla="*/ 1120252 h 1368469"/>
                <a:gd name="connsiteX58" fmla="*/ 260750 w 763044"/>
                <a:gd name="connsiteY58" fmla="*/ 1081460 h 1368469"/>
                <a:gd name="connsiteX59" fmla="*/ 285548 w 763044"/>
                <a:gd name="connsiteY59" fmla="*/ 1067187 h 1368469"/>
                <a:gd name="connsiteX60" fmla="*/ 299643 w 763044"/>
                <a:gd name="connsiteY60" fmla="*/ 1054388 h 1368469"/>
                <a:gd name="connsiteX61" fmla="*/ 283590 w 763044"/>
                <a:gd name="connsiteY61" fmla="*/ 985765 h 1368469"/>
                <a:gd name="connsiteX62" fmla="*/ 267397 w 763044"/>
                <a:gd name="connsiteY62" fmla="*/ 974135 h 1368469"/>
                <a:gd name="connsiteX63" fmla="*/ 241557 w 763044"/>
                <a:gd name="connsiteY63" fmla="*/ 894150 h 1368469"/>
                <a:gd name="connsiteX64" fmla="*/ 228250 w 763044"/>
                <a:gd name="connsiteY64" fmla="*/ 861599 h 1368469"/>
                <a:gd name="connsiteX65" fmla="*/ 246642 w 763044"/>
                <a:gd name="connsiteY65" fmla="*/ 817825 h 1368469"/>
                <a:gd name="connsiteX66" fmla="*/ 278227 w 763044"/>
                <a:gd name="connsiteY66" fmla="*/ 818855 h 1368469"/>
                <a:gd name="connsiteX67" fmla="*/ 283336 w 763044"/>
                <a:gd name="connsiteY67" fmla="*/ 810097 h 1368469"/>
                <a:gd name="connsiteX68" fmla="*/ 264537 w 763044"/>
                <a:gd name="connsiteY68" fmla="*/ 795455 h 1368469"/>
                <a:gd name="connsiteX69" fmla="*/ 275481 w 763044"/>
                <a:gd name="connsiteY69" fmla="*/ 773632 h 1368469"/>
                <a:gd name="connsiteX70" fmla="*/ 311387 w 763044"/>
                <a:gd name="connsiteY70" fmla="*/ 755863 h 1368469"/>
                <a:gd name="connsiteX71" fmla="*/ 344523 w 763044"/>
                <a:gd name="connsiteY71" fmla="*/ 718482 h 1368469"/>
                <a:gd name="connsiteX72" fmla="*/ 366994 w 763044"/>
                <a:gd name="connsiteY72" fmla="*/ 712331 h 1368469"/>
                <a:gd name="connsiteX73" fmla="*/ 366575 w 763044"/>
                <a:gd name="connsiteY73" fmla="*/ 681763 h 1368469"/>
                <a:gd name="connsiteX74" fmla="*/ 434041 w 763044"/>
                <a:gd name="connsiteY74" fmla="*/ 631430 h 1368469"/>
                <a:gd name="connsiteX75" fmla="*/ 466808 w 763044"/>
                <a:gd name="connsiteY75" fmla="*/ 596007 h 1368469"/>
                <a:gd name="connsiteX76" fmla="*/ 470201 w 763044"/>
                <a:gd name="connsiteY76" fmla="*/ 572340 h 1368469"/>
                <a:gd name="connsiteX77" fmla="*/ 512755 w 763044"/>
                <a:gd name="connsiteY77" fmla="*/ 546081 h 1368469"/>
                <a:gd name="connsiteX78" fmla="*/ 541328 w 763044"/>
                <a:gd name="connsiteY78" fmla="*/ 513391 h 1368469"/>
                <a:gd name="connsiteX79" fmla="*/ 549424 w 763044"/>
                <a:gd name="connsiteY79" fmla="*/ 464380 h 1368469"/>
                <a:gd name="connsiteX80" fmla="*/ 534007 w 763044"/>
                <a:gd name="connsiteY80" fmla="*/ 433545 h 1368469"/>
                <a:gd name="connsiteX81" fmla="*/ 508573 w 763044"/>
                <a:gd name="connsiteY81" fmla="*/ 419309 h 1368469"/>
                <a:gd name="connsiteX82" fmla="*/ 512488 w 763044"/>
                <a:gd name="connsiteY82" fmla="*/ 383619 h 1368469"/>
                <a:gd name="connsiteX83" fmla="*/ 505561 w 763044"/>
                <a:gd name="connsiteY83" fmla="*/ 331596 h 1368469"/>
                <a:gd name="connsiteX84" fmla="*/ 482734 w 763044"/>
                <a:gd name="connsiteY84" fmla="*/ 298004 h 1368469"/>
                <a:gd name="connsiteX85" fmla="*/ 484437 w 763044"/>
                <a:gd name="connsiteY85" fmla="*/ 283234 h 1368469"/>
                <a:gd name="connsiteX86" fmla="*/ 512882 w 763044"/>
                <a:gd name="connsiteY86" fmla="*/ 255132 h 1368469"/>
                <a:gd name="connsiteX87" fmla="*/ 516390 w 763044"/>
                <a:gd name="connsiteY87" fmla="*/ 227945 h 1368469"/>
                <a:gd name="connsiteX88" fmla="*/ 556720 w 763044"/>
                <a:gd name="connsiteY88" fmla="*/ 224551 h 1368469"/>
                <a:gd name="connsiteX89" fmla="*/ 580475 w 763044"/>
                <a:gd name="connsiteY89" fmla="*/ 206122 h 1368469"/>
                <a:gd name="connsiteX90" fmla="*/ 600837 w 763044"/>
                <a:gd name="connsiteY90" fmla="*/ 181807 h 1368469"/>
                <a:gd name="connsiteX91" fmla="*/ 611920 w 763044"/>
                <a:gd name="connsiteY91" fmla="*/ 164953 h 1368469"/>
                <a:gd name="connsiteX92" fmla="*/ 633197 w 763044"/>
                <a:gd name="connsiteY92" fmla="*/ 150044 h 1368469"/>
                <a:gd name="connsiteX93" fmla="*/ 657855 w 763044"/>
                <a:gd name="connsiteY93" fmla="*/ 128742 h 1368469"/>
                <a:gd name="connsiteX94" fmla="*/ 674035 w 763044"/>
                <a:gd name="connsiteY94" fmla="*/ 121154 h 1368469"/>
                <a:gd name="connsiteX95" fmla="*/ 691918 w 763044"/>
                <a:gd name="connsiteY95" fmla="*/ 114252 h 1368469"/>
                <a:gd name="connsiteX96" fmla="*/ 709026 w 763044"/>
                <a:gd name="connsiteY96" fmla="*/ 107173 h 1368469"/>
                <a:gd name="connsiteX97" fmla="*/ 728206 w 763044"/>
                <a:gd name="connsiteY97" fmla="*/ 99330 h 1368469"/>
                <a:gd name="connsiteX98" fmla="*/ 748034 w 763044"/>
                <a:gd name="connsiteY98" fmla="*/ 95937 h 1368469"/>
                <a:gd name="connsiteX99" fmla="*/ 763044 w 763044"/>
                <a:gd name="connsiteY99" fmla="*/ 80900 h 1368469"/>
                <a:gd name="connsiteX100" fmla="*/ 760566 w 763044"/>
                <a:gd name="connsiteY100" fmla="*/ 69131 h 1368469"/>
                <a:gd name="connsiteX101" fmla="*/ 755228 w 763044"/>
                <a:gd name="connsiteY101" fmla="*/ 39592 h 1368469"/>
                <a:gd name="connsiteX102" fmla="*/ 734866 w 763044"/>
                <a:gd name="connsiteY102" fmla="*/ 16078 h 1368469"/>
                <a:gd name="connsiteX103" fmla="*/ 710844 w 763044"/>
                <a:gd name="connsiteY103" fmla="*/ 0 h 1368469"/>
                <a:gd name="connsiteX104" fmla="*/ 700269 w 763044"/>
                <a:gd name="connsiteY104" fmla="*/ 12291 h 1368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763044" h="1368469">
                  <a:moveTo>
                    <a:pt x="700269" y="12291"/>
                  </a:moveTo>
                  <a:lnTo>
                    <a:pt x="666218" y="24442"/>
                  </a:lnTo>
                  <a:lnTo>
                    <a:pt x="647700" y="26526"/>
                  </a:lnTo>
                  <a:lnTo>
                    <a:pt x="656164" y="68877"/>
                  </a:lnTo>
                  <a:lnTo>
                    <a:pt x="645195" y="81816"/>
                  </a:lnTo>
                  <a:lnTo>
                    <a:pt x="628380" y="101694"/>
                  </a:lnTo>
                  <a:lnTo>
                    <a:pt x="607751" y="101428"/>
                  </a:lnTo>
                  <a:lnTo>
                    <a:pt x="577094" y="77888"/>
                  </a:lnTo>
                  <a:lnTo>
                    <a:pt x="519657" y="95148"/>
                  </a:lnTo>
                  <a:lnTo>
                    <a:pt x="484017" y="136063"/>
                  </a:lnTo>
                  <a:lnTo>
                    <a:pt x="469286" y="180231"/>
                  </a:lnTo>
                  <a:lnTo>
                    <a:pt x="434460" y="234999"/>
                  </a:lnTo>
                  <a:lnTo>
                    <a:pt x="423224" y="264283"/>
                  </a:lnTo>
                  <a:lnTo>
                    <a:pt x="433532" y="321784"/>
                  </a:lnTo>
                  <a:lnTo>
                    <a:pt x="458330" y="380734"/>
                  </a:lnTo>
                  <a:lnTo>
                    <a:pt x="460414" y="421534"/>
                  </a:lnTo>
                  <a:lnTo>
                    <a:pt x="469934" y="445950"/>
                  </a:lnTo>
                  <a:lnTo>
                    <a:pt x="445289" y="467519"/>
                  </a:lnTo>
                  <a:lnTo>
                    <a:pt x="397258" y="481119"/>
                  </a:lnTo>
                  <a:lnTo>
                    <a:pt x="369969" y="519288"/>
                  </a:lnTo>
                  <a:lnTo>
                    <a:pt x="345819" y="568693"/>
                  </a:lnTo>
                  <a:lnTo>
                    <a:pt x="298067" y="629333"/>
                  </a:lnTo>
                  <a:lnTo>
                    <a:pt x="279281" y="676272"/>
                  </a:lnTo>
                  <a:lnTo>
                    <a:pt x="187933" y="736391"/>
                  </a:lnTo>
                  <a:lnTo>
                    <a:pt x="162081" y="795710"/>
                  </a:lnTo>
                  <a:lnTo>
                    <a:pt x="135987" y="779123"/>
                  </a:lnTo>
                  <a:lnTo>
                    <a:pt x="117836" y="752597"/>
                  </a:lnTo>
                  <a:lnTo>
                    <a:pt x="58721" y="725282"/>
                  </a:lnTo>
                  <a:lnTo>
                    <a:pt x="24277" y="722524"/>
                  </a:lnTo>
                  <a:lnTo>
                    <a:pt x="0" y="748669"/>
                  </a:lnTo>
                  <a:lnTo>
                    <a:pt x="11490" y="767353"/>
                  </a:lnTo>
                  <a:lnTo>
                    <a:pt x="46214" y="800959"/>
                  </a:lnTo>
                  <a:lnTo>
                    <a:pt x="80519" y="869836"/>
                  </a:lnTo>
                  <a:lnTo>
                    <a:pt x="149955" y="899641"/>
                  </a:lnTo>
                  <a:lnTo>
                    <a:pt x="175007" y="935191"/>
                  </a:lnTo>
                  <a:lnTo>
                    <a:pt x="193017" y="1019613"/>
                  </a:lnTo>
                  <a:lnTo>
                    <a:pt x="176570" y="1078690"/>
                  </a:lnTo>
                  <a:lnTo>
                    <a:pt x="157403" y="1097246"/>
                  </a:lnTo>
                  <a:lnTo>
                    <a:pt x="135859" y="1095416"/>
                  </a:lnTo>
                  <a:lnTo>
                    <a:pt x="121115" y="1147706"/>
                  </a:lnTo>
                  <a:lnTo>
                    <a:pt x="138745" y="1224679"/>
                  </a:lnTo>
                  <a:lnTo>
                    <a:pt x="169529" y="1252006"/>
                  </a:lnTo>
                  <a:lnTo>
                    <a:pt x="182061" y="1298538"/>
                  </a:lnTo>
                  <a:lnTo>
                    <a:pt x="209337" y="1322459"/>
                  </a:lnTo>
                  <a:lnTo>
                    <a:pt x="223293" y="1367554"/>
                  </a:lnTo>
                  <a:lnTo>
                    <a:pt x="245853" y="1358924"/>
                  </a:lnTo>
                  <a:lnTo>
                    <a:pt x="286196" y="1362852"/>
                  </a:lnTo>
                  <a:lnTo>
                    <a:pt x="306685" y="1368469"/>
                  </a:lnTo>
                  <a:lnTo>
                    <a:pt x="306685" y="1357729"/>
                  </a:lnTo>
                  <a:lnTo>
                    <a:pt x="288687" y="1347421"/>
                  </a:lnTo>
                  <a:lnTo>
                    <a:pt x="246642" y="1335283"/>
                  </a:lnTo>
                  <a:lnTo>
                    <a:pt x="241430" y="1301677"/>
                  </a:lnTo>
                  <a:lnTo>
                    <a:pt x="220179" y="1271465"/>
                  </a:lnTo>
                  <a:lnTo>
                    <a:pt x="169402" y="1202487"/>
                  </a:lnTo>
                  <a:lnTo>
                    <a:pt x="178667" y="1143791"/>
                  </a:lnTo>
                  <a:lnTo>
                    <a:pt x="200186" y="1134780"/>
                  </a:lnTo>
                  <a:lnTo>
                    <a:pt x="239333" y="1140131"/>
                  </a:lnTo>
                  <a:lnTo>
                    <a:pt x="258398" y="1120252"/>
                  </a:lnTo>
                  <a:lnTo>
                    <a:pt x="260750" y="1081460"/>
                  </a:lnTo>
                  <a:lnTo>
                    <a:pt x="285548" y="1067187"/>
                  </a:lnTo>
                  <a:lnTo>
                    <a:pt x="299643" y="1054388"/>
                  </a:lnTo>
                  <a:lnTo>
                    <a:pt x="283590" y="985765"/>
                  </a:lnTo>
                  <a:lnTo>
                    <a:pt x="267397" y="974135"/>
                  </a:lnTo>
                  <a:lnTo>
                    <a:pt x="241557" y="894150"/>
                  </a:lnTo>
                  <a:lnTo>
                    <a:pt x="228250" y="861599"/>
                  </a:lnTo>
                  <a:lnTo>
                    <a:pt x="246642" y="817825"/>
                  </a:lnTo>
                  <a:lnTo>
                    <a:pt x="278227" y="818855"/>
                  </a:lnTo>
                  <a:lnTo>
                    <a:pt x="283336" y="810097"/>
                  </a:lnTo>
                  <a:lnTo>
                    <a:pt x="264537" y="795455"/>
                  </a:lnTo>
                  <a:lnTo>
                    <a:pt x="275481" y="773632"/>
                  </a:lnTo>
                  <a:lnTo>
                    <a:pt x="311387" y="755863"/>
                  </a:lnTo>
                  <a:lnTo>
                    <a:pt x="344523" y="718482"/>
                  </a:lnTo>
                  <a:lnTo>
                    <a:pt x="366994" y="712331"/>
                  </a:lnTo>
                  <a:lnTo>
                    <a:pt x="366575" y="681763"/>
                  </a:lnTo>
                  <a:lnTo>
                    <a:pt x="434041" y="631430"/>
                  </a:lnTo>
                  <a:lnTo>
                    <a:pt x="466808" y="596007"/>
                  </a:lnTo>
                  <a:lnTo>
                    <a:pt x="470201" y="572340"/>
                  </a:lnTo>
                  <a:lnTo>
                    <a:pt x="512755" y="546081"/>
                  </a:lnTo>
                  <a:lnTo>
                    <a:pt x="541328" y="513391"/>
                  </a:lnTo>
                  <a:lnTo>
                    <a:pt x="549424" y="464380"/>
                  </a:lnTo>
                  <a:lnTo>
                    <a:pt x="534007" y="433545"/>
                  </a:lnTo>
                  <a:lnTo>
                    <a:pt x="508573" y="419309"/>
                  </a:lnTo>
                  <a:lnTo>
                    <a:pt x="512488" y="383619"/>
                  </a:lnTo>
                  <a:lnTo>
                    <a:pt x="505561" y="331596"/>
                  </a:lnTo>
                  <a:lnTo>
                    <a:pt x="482734" y="298004"/>
                  </a:lnTo>
                  <a:lnTo>
                    <a:pt x="484437" y="283234"/>
                  </a:lnTo>
                  <a:lnTo>
                    <a:pt x="512882" y="255132"/>
                  </a:lnTo>
                  <a:lnTo>
                    <a:pt x="516390" y="227945"/>
                  </a:lnTo>
                  <a:lnTo>
                    <a:pt x="556720" y="224551"/>
                  </a:lnTo>
                  <a:lnTo>
                    <a:pt x="580475" y="206122"/>
                  </a:lnTo>
                  <a:lnTo>
                    <a:pt x="600837" y="181807"/>
                  </a:lnTo>
                  <a:lnTo>
                    <a:pt x="611920" y="164953"/>
                  </a:lnTo>
                  <a:lnTo>
                    <a:pt x="633197" y="150044"/>
                  </a:lnTo>
                  <a:lnTo>
                    <a:pt x="657855" y="128742"/>
                  </a:lnTo>
                  <a:lnTo>
                    <a:pt x="674035" y="121154"/>
                  </a:lnTo>
                  <a:lnTo>
                    <a:pt x="691918" y="114252"/>
                  </a:lnTo>
                  <a:lnTo>
                    <a:pt x="709026" y="107173"/>
                  </a:lnTo>
                  <a:lnTo>
                    <a:pt x="728206" y="99330"/>
                  </a:lnTo>
                  <a:lnTo>
                    <a:pt x="748034" y="95937"/>
                  </a:lnTo>
                  <a:lnTo>
                    <a:pt x="763044" y="80900"/>
                  </a:lnTo>
                  <a:lnTo>
                    <a:pt x="760566" y="69131"/>
                  </a:lnTo>
                  <a:lnTo>
                    <a:pt x="755228" y="39592"/>
                  </a:lnTo>
                  <a:lnTo>
                    <a:pt x="734866" y="16078"/>
                  </a:lnTo>
                  <a:lnTo>
                    <a:pt x="710844" y="0"/>
                  </a:lnTo>
                  <a:lnTo>
                    <a:pt x="700269" y="12291"/>
                  </a:lnTo>
                  <a:close/>
                </a:path>
              </a:pathLst>
            </a:custGeom>
            <a:solidFill>
              <a:srgbClr val="BAE0DF"/>
            </a:solidFill>
            <a:ln w="12700" cap="flat">
              <a:noFill/>
              <a:prstDash val="solid"/>
              <a:miter/>
            </a:ln>
          </p:spPr>
          <p:txBody>
            <a:bodyPr rtlCol="0" anchor="ctr"/>
            <a:lstStyle/>
            <a:p>
              <a:endParaRPr lang="de-CH"/>
            </a:p>
          </p:txBody>
        </p:sp>
        <p:sp>
          <p:nvSpPr>
            <p:cNvPr id="84" name="Freihandform: Form 83">
              <a:extLst>
                <a:ext uri="{FF2B5EF4-FFF2-40B4-BE49-F238E27FC236}">
                  <a16:creationId xmlns:a16="http://schemas.microsoft.com/office/drawing/2014/main" id="{B6BBEF49-747A-2F4F-C83C-E5326D690BC9}"/>
                </a:ext>
              </a:extLst>
            </p:cNvPr>
            <p:cNvSpPr/>
            <p:nvPr/>
          </p:nvSpPr>
          <p:spPr>
            <a:xfrm>
              <a:off x="2072962" y="3888373"/>
              <a:ext cx="184120" cy="164800"/>
            </a:xfrm>
            <a:custGeom>
              <a:avLst/>
              <a:gdLst>
                <a:gd name="connsiteX0" fmla="*/ 30009 w 184120"/>
                <a:gd name="connsiteY0" fmla="*/ 115536 h 164800"/>
                <a:gd name="connsiteX1" fmla="*/ 92263 w 184120"/>
                <a:gd name="connsiteY1" fmla="*/ 65089 h 164800"/>
                <a:gd name="connsiteX2" fmla="*/ 163504 w 184120"/>
                <a:gd name="connsiteY2" fmla="*/ 13981 h 164800"/>
                <a:gd name="connsiteX3" fmla="*/ 174613 w 184120"/>
                <a:gd name="connsiteY3" fmla="*/ 0 h 164800"/>
                <a:gd name="connsiteX4" fmla="*/ 181781 w 184120"/>
                <a:gd name="connsiteY4" fmla="*/ 915 h 164800"/>
                <a:gd name="connsiteX5" fmla="*/ 184120 w 184120"/>
                <a:gd name="connsiteY5" fmla="*/ 6406 h 164800"/>
                <a:gd name="connsiteX6" fmla="*/ 170304 w 184120"/>
                <a:gd name="connsiteY6" fmla="*/ 25878 h 164800"/>
                <a:gd name="connsiteX7" fmla="*/ 171473 w 184120"/>
                <a:gd name="connsiteY7" fmla="*/ 38944 h 164800"/>
                <a:gd name="connsiteX8" fmla="*/ 167432 w 184120"/>
                <a:gd name="connsiteY8" fmla="*/ 46786 h 164800"/>
                <a:gd name="connsiteX9" fmla="*/ 148239 w 184120"/>
                <a:gd name="connsiteY9" fmla="*/ 58149 h 164800"/>
                <a:gd name="connsiteX10" fmla="*/ 73719 w 184120"/>
                <a:gd name="connsiteY10" fmla="*/ 123772 h 164800"/>
                <a:gd name="connsiteX11" fmla="*/ 60297 w 184120"/>
                <a:gd name="connsiteY11" fmla="*/ 127814 h 164800"/>
                <a:gd name="connsiteX12" fmla="*/ 48540 w 184120"/>
                <a:gd name="connsiteY12" fmla="*/ 134881 h 164800"/>
                <a:gd name="connsiteX13" fmla="*/ 45668 w 184120"/>
                <a:gd name="connsiteY13" fmla="*/ 142075 h 164800"/>
                <a:gd name="connsiteX14" fmla="*/ 38486 w 184120"/>
                <a:gd name="connsiteY14" fmla="*/ 142596 h 164800"/>
                <a:gd name="connsiteX15" fmla="*/ 34318 w 184120"/>
                <a:gd name="connsiteY15" fmla="*/ 149002 h 164800"/>
                <a:gd name="connsiteX16" fmla="*/ 27403 w 184120"/>
                <a:gd name="connsiteY16" fmla="*/ 154620 h 164800"/>
                <a:gd name="connsiteX17" fmla="*/ 23222 w 184120"/>
                <a:gd name="connsiteY17" fmla="*/ 156844 h 164800"/>
                <a:gd name="connsiteX18" fmla="*/ 18404 w 184120"/>
                <a:gd name="connsiteY18" fmla="*/ 153323 h 164800"/>
                <a:gd name="connsiteX19" fmla="*/ 5605 w 184120"/>
                <a:gd name="connsiteY19" fmla="*/ 164801 h 164800"/>
                <a:gd name="connsiteX20" fmla="*/ 0 w 184120"/>
                <a:gd name="connsiteY20" fmla="*/ 160632 h 164800"/>
                <a:gd name="connsiteX21" fmla="*/ 521 w 184120"/>
                <a:gd name="connsiteY21" fmla="*/ 150438 h 164800"/>
                <a:gd name="connsiteX22" fmla="*/ 10829 w 184120"/>
                <a:gd name="connsiteY22" fmla="*/ 143244 h 164800"/>
                <a:gd name="connsiteX23" fmla="*/ 30009 w 184120"/>
                <a:gd name="connsiteY23" fmla="*/ 115536 h 16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4120" h="164800">
                  <a:moveTo>
                    <a:pt x="30009" y="115536"/>
                  </a:moveTo>
                  <a:lnTo>
                    <a:pt x="92263" y="65089"/>
                  </a:lnTo>
                  <a:lnTo>
                    <a:pt x="163504" y="13981"/>
                  </a:lnTo>
                  <a:lnTo>
                    <a:pt x="174613" y="0"/>
                  </a:lnTo>
                  <a:lnTo>
                    <a:pt x="181781" y="915"/>
                  </a:lnTo>
                  <a:lnTo>
                    <a:pt x="184120" y="6406"/>
                  </a:lnTo>
                  <a:lnTo>
                    <a:pt x="170304" y="25878"/>
                  </a:lnTo>
                  <a:lnTo>
                    <a:pt x="171473" y="38944"/>
                  </a:lnTo>
                  <a:lnTo>
                    <a:pt x="167432" y="46786"/>
                  </a:lnTo>
                  <a:lnTo>
                    <a:pt x="148239" y="58149"/>
                  </a:lnTo>
                  <a:lnTo>
                    <a:pt x="73719" y="123772"/>
                  </a:lnTo>
                  <a:lnTo>
                    <a:pt x="60297" y="127814"/>
                  </a:lnTo>
                  <a:lnTo>
                    <a:pt x="48540" y="134881"/>
                  </a:lnTo>
                  <a:lnTo>
                    <a:pt x="45668" y="142075"/>
                  </a:lnTo>
                  <a:lnTo>
                    <a:pt x="38486" y="142596"/>
                  </a:lnTo>
                  <a:lnTo>
                    <a:pt x="34318" y="149002"/>
                  </a:lnTo>
                  <a:lnTo>
                    <a:pt x="27403" y="154620"/>
                  </a:lnTo>
                  <a:lnTo>
                    <a:pt x="23222" y="156844"/>
                  </a:lnTo>
                  <a:lnTo>
                    <a:pt x="18404" y="153323"/>
                  </a:lnTo>
                  <a:lnTo>
                    <a:pt x="5605" y="164801"/>
                  </a:lnTo>
                  <a:lnTo>
                    <a:pt x="0" y="160632"/>
                  </a:lnTo>
                  <a:lnTo>
                    <a:pt x="521" y="150438"/>
                  </a:lnTo>
                  <a:lnTo>
                    <a:pt x="10829" y="143244"/>
                  </a:lnTo>
                  <a:lnTo>
                    <a:pt x="30009" y="115536"/>
                  </a:lnTo>
                  <a:close/>
                </a:path>
              </a:pathLst>
            </a:custGeom>
            <a:solidFill>
              <a:srgbClr val="BAE0DF"/>
            </a:solidFill>
            <a:ln w="12700" cap="flat">
              <a:noFill/>
              <a:prstDash val="solid"/>
              <a:miter/>
            </a:ln>
          </p:spPr>
          <p:txBody>
            <a:bodyPr rtlCol="0" anchor="ctr"/>
            <a:lstStyle/>
            <a:p>
              <a:endParaRPr lang="de-CH"/>
            </a:p>
          </p:txBody>
        </p:sp>
        <p:sp>
          <p:nvSpPr>
            <p:cNvPr id="85" name="Freihandform: Form 84">
              <a:extLst>
                <a:ext uri="{FF2B5EF4-FFF2-40B4-BE49-F238E27FC236}">
                  <a16:creationId xmlns:a16="http://schemas.microsoft.com/office/drawing/2014/main" id="{99AB3B54-F0B0-75AA-FAD4-5BD4B645DCEF}"/>
                </a:ext>
              </a:extLst>
            </p:cNvPr>
            <p:cNvSpPr/>
            <p:nvPr/>
          </p:nvSpPr>
          <p:spPr>
            <a:xfrm>
              <a:off x="1860625" y="4340601"/>
              <a:ext cx="1622254" cy="922125"/>
            </a:xfrm>
            <a:custGeom>
              <a:avLst/>
              <a:gdLst>
                <a:gd name="connsiteX0" fmla="*/ 761735 w 1622254"/>
                <a:gd name="connsiteY0" fmla="*/ 3534 h 922125"/>
                <a:gd name="connsiteX1" fmla="*/ 786787 w 1622254"/>
                <a:gd name="connsiteY1" fmla="*/ 8503 h 922125"/>
                <a:gd name="connsiteX2" fmla="*/ 815499 w 1622254"/>
                <a:gd name="connsiteY2" fmla="*/ 29805 h 922125"/>
                <a:gd name="connsiteX3" fmla="*/ 859489 w 1622254"/>
                <a:gd name="connsiteY3" fmla="*/ 30581 h 922125"/>
                <a:gd name="connsiteX4" fmla="*/ 890146 w 1622254"/>
                <a:gd name="connsiteY4" fmla="*/ 13193 h 922125"/>
                <a:gd name="connsiteX5" fmla="*/ 902297 w 1622254"/>
                <a:gd name="connsiteY5" fmla="*/ 1703 h 922125"/>
                <a:gd name="connsiteX6" fmla="*/ 916774 w 1622254"/>
                <a:gd name="connsiteY6" fmla="*/ 394 h 922125"/>
                <a:gd name="connsiteX7" fmla="*/ 928125 w 1622254"/>
                <a:gd name="connsiteY7" fmla="*/ 0 h 922125"/>
                <a:gd name="connsiteX8" fmla="*/ 947571 w 1622254"/>
                <a:gd name="connsiteY8" fmla="*/ 15557 h 922125"/>
                <a:gd name="connsiteX9" fmla="*/ 985549 w 1622254"/>
                <a:gd name="connsiteY9" fmla="*/ 28484 h 922125"/>
                <a:gd name="connsiteX10" fmla="*/ 1010614 w 1622254"/>
                <a:gd name="connsiteY10" fmla="*/ 35690 h 922125"/>
                <a:gd name="connsiteX11" fmla="*/ 1030048 w 1622254"/>
                <a:gd name="connsiteY11" fmla="*/ 41169 h 922125"/>
                <a:gd name="connsiteX12" fmla="*/ 1075207 w 1622254"/>
                <a:gd name="connsiteY12" fmla="*/ 39478 h 922125"/>
                <a:gd name="connsiteX13" fmla="*/ 1081855 w 1622254"/>
                <a:gd name="connsiteY13" fmla="*/ 43011 h 922125"/>
                <a:gd name="connsiteX14" fmla="*/ 1099992 w 1622254"/>
                <a:gd name="connsiteY14" fmla="*/ 44969 h 922125"/>
                <a:gd name="connsiteX15" fmla="*/ 1127789 w 1622254"/>
                <a:gd name="connsiteY15" fmla="*/ 54120 h 922125"/>
                <a:gd name="connsiteX16" fmla="*/ 1154290 w 1622254"/>
                <a:gd name="connsiteY16" fmla="*/ 68101 h 922125"/>
                <a:gd name="connsiteX17" fmla="*/ 1175694 w 1622254"/>
                <a:gd name="connsiteY17" fmla="*/ 86404 h 922125"/>
                <a:gd name="connsiteX18" fmla="*/ 1192001 w 1622254"/>
                <a:gd name="connsiteY18" fmla="*/ 98301 h 922125"/>
                <a:gd name="connsiteX19" fmla="*/ 1210266 w 1622254"/>
                <a:gd name="connsiteY19" fmla="*/ 98301 h 922125"/>
                <a:gd name="connsiteX20" fmla="*/ 1222671 w 1622254"/>
                <a:gd name="connsiteY20" fmla="*/ 89671 h 922125"/>
                <a:gd name="connsiteX21" fmla="*/ 1236894 w 1622254"/>
                <a:gd name="connsiteY21" fmla="*/ 89671 h 922125"/>
                <a:gd name="connsiteX22" fmla="*/ 1253201 w 1622254"/>
                <a:gd name="connsiteY22" fmla="*/ 98301 h 922125"/>
                <a:gd name="connsiteX23" fmla="*/ 1269648 w 1622254"/>
                <a:gd name="connsiteY23" fmla="*/ 117252 h 922125"/>
                <a:gd name="connsiteX24" fmla="*/ 1306050 w 1622254"/>
                <a:gd name="connsiteY24" fmla="*/ 135542 h 922125"/>
                <a:gd name="connsiteX25" fmla="*/ 1326412 w 1622254"/>
                <a:gd name="connsiteY25" fmla="*/ 137359 h 922125"/>
                <a:gd name="connsiteX26" fmla="*/ 1351730 w 1622254"/>
                <a:gd name="connsiteY26" fmla="*/ 144566 h 922125"/>
                <a:gd name="connsiteX27" fmla="*/ 1381485 w 1622254"/>
                <a:gd name="connsiteY27" fmla="*/ 150311 h 922125"/>
                <a:gd name="connsiteX28" fmla="*/ 1420111 w 1622254"/>
                <a:gd name="connsiteY28" fmla="*/ 156196 h 922125"/>
                <a:gd name="connsiteX29" fmla="*/ 1425322 w 1622254"/>
                <a:gd name="connsiteY29" fmla="*/ 174893 h 922125"/>
                <a:gd name="connsiteX30" fmla="*/ 1435516 w 1622254"/>
                <a:gd name="connsiteY30" fmla="*/ 181807 h 922125"/>
                <a:gd name="connsiteX31" fmla="*/ 1460835 w 1622254"/>
                <a:gd name="connsiteY31" fmla="*/ 187819 h 922125"/>
                <a:gd name="connsiteX32" fmla="*/ 1472960 w 1622254"/>
                <a:gd name="connsiteY32" fmla="*/ 208346 h 922125"/>
                <a:gd name="connsiteX33" fmla="*/ 1485632 w 1622254"/>
                <a:gd name="connsiteY33" fmla="*/ 214358 h 922125"/>
                <a:gd name="connsiteX34" fmla="*/ 1513417 w 1622254"/>
                <a:gd name="connsiteY34" fmla="*/ 219722 h 922125"/>
                <a:gd name="connsiteX35" fmla="*/ 1515895 w 1622254"/>
                <a:gd name="connsiteY35" fmla="*/ 232266 h 922125"/>
                <a:gd name="connsiteX36" fmla="*/ 1545408 w 1622254"/>
                <a:gd name="connsiteY36" fmla="*/ 241672 h 922125"/>
                <a:gd name="connsiteX37" fmla="*/ 1561309 w 1622254"/>
                <a:gd name="connsiteY37" fmla="*/ 238151 h 922125"/>
                <a:gd name="connsiteX38" fmla="*/ 1575671 w 1622254"/>
                <a:gd name="connsiteY38" fmla="*/ 252781 h 922125"/>
                <a:gd name="connsiteX39" fmla="*/ 1576192 w 1622254"/>
                <a:gd name="connsiteY39" fmla="*/ 266241 h 922125"/>
                <a:gd name="connsiteX40" fmla="*/ 1583094 w 1622254"/>
                <a:gd name="connsiteY40" fmla="*/ 272914 h 922125"/>
                <a:gd name="connsiteX41" fmla="*/ 1594203 w 1622254"/>
                <a:gd name="connsiteY41" fmla="*/ 270702 h 922125"/>
                <a:gd name="connsiteX42" fmla="*/ 1602159 w 1622254"/>
                <a:gd name="connsiteY42" fmla="*/ 279714 h 922125"/>
                <a:gd name="connsiteX43" fmla="*/ 1606989 w 1622254"/>
                <a:gd name="connsiteY43" fmla="*/ 293822 h 922125"/>
                <a:gd name="connsiteX44" fmla="*/ 1622254 w 1622254"/>
                <a:gd name="connsiteY44" fmla="*/ 331990 h 922125"/>
                <a:gd name="connsiteX45" fmla="*/ 1609608 w 1622254"/>
                <a:gd name="connsiteY45" fmla="*/ 350674 h 922125"/>
                <a:gd name="connsiteX46" fmla="*/ 1606341 w 1622254"/>
                <a:gd name="connsiteY46" fmla="*/ 363880 h 922125"/>
                <a:gd name="connsiteX47" fmla="*/ 1596936 w 1622254"/>
                <a:gd name="connsiteY47" fmla="*/ 371074 h 922125"/>
                <a:gd name="connsiteX48" fmla="*/ 1559224 w 1622254"/>
                <a:gd name="connsiteY48" fmla="*/ 368316 h 922125"/>
                <a:gd name="connsiteX49" fmla="*/ 1546832 w 1622254"/>
                <a:gd name="connsiteY49" fmla="*/ 374074 h 922125"/>
                <a:gd name="connsiteX50" fmla="*/ 1533906 w 1622254"/>
                <a:gd name="connsiteY50" fmla="*/ 368850 h 922125"/>
                <a:gd name="connsiteX51" fmla="*/ 1511599 w 1622254"/>
                <a:gd name="connsiteY51" fmla="*/ 370286 h 922125"/>
                <a:gd name="connsiteX52" fmla="*/ 1493322 w 1622254"/>
                <a:gd name="connsiteY52" fmla="*/ 374214 h 922125"/>
                <a:gd name="connsiteX53" fmla="*/ 1477142 w 1622254"/>
                <a:gd name="connsiteY53" fmla="*/ 368850 h 922125"/>
                <a:gd name="connsiteX54" fmla="*/ 1474015 w 1622254"/>
                <a:gd name="connsiteY54" fmla="*/ 371583 h 922125"/>
                <a:gd name="connsiteX55" fmla="*/ 1471003 w 1622254"/>
                <a:gd name="connsiteY55" fmla="*/ 374341 h 922125"/>
                <a:gd name="connsiteX56" fmla="*/ 1475439 w 1622254"/>
                <a:gd name="connsiteY56" fmla="*/ 390686 h 922125"/>
                <a:gd name="connsiteX57" fmla="*/ 1469452 w 1622254"/>
                <a:gd name="connsiteY57" fmla="*/ 399698 h 922125"/>
                <a:gd name="connsiteX58" fmla="*/ 1460313 w 1622254"/>
                <a:gd name="connsiteY58" fmla="*/ 393406 h 922125"/>
                <a:gd name="connsiteX59" fmla="*/ 1449332 w 1622254"/>
                <a:gd name="connsiteY59" fmla="*/ 389758 h 922125"/>
                <a:gd name="connsiteX60" fmla="*/ 1416718 w 1622254"/>
                <a:gd name="connsiteY60" fmla="*/ 396418 h 922125"/>
                <a:gd name="connsiteX61" fmla="*/ 1402114 w 1622254"/>
                <a:gd name="connsiteY61" fmla="*/ 392898 h 922125"/>
                <a:gd name="connsiteX62" fmla="*/ 1363602 w 1622254"/>
                <a:gd name="connsiteY62" fmla="*/ 372117 h 922125"/>
                <a:gd name="connsiteX63" fmla="*/ 1353421 w 1622254"/>
                <a:gd name="connsiteY63" fmla="*/ 370541 h 922125"/>
                <a:gd name="connsiteX64" fmla="*/ 1337774 w 1622254"/>
                <a:gd name="connsiteY64" fmla="*/ 374849 h 922125"/>
                <a:gd name="connsiteX65" fmla="*/ 1270309 w 1622254"/>
                <a:gd name="connsiteY65" fmla="*/ 350420 h 922125"/>
                <a:gd name="connsiteX66" fmla="*/ 1266902 w 1622254"/>
                <a:gd name="connsiteY66" fmla="*/ 344803 h 922125"/>
                <a:gd name="connsiteX67" fmla="*/ 1249566 w 1622254"/>
                <a:gd name="connsiteY67" fmla="*/ 339706 h 922125"/>
                <a:gd name="connsiteX68" fmla="*/ 1220955 w 1622254"/>
                <a:gd name="connsiteY68" fmla="*/ 337736 h 922125"/>
                <a:gd name="connsiteX69" fmla="*/ 1199437 w 1622254"/>
                <a:gd name="connsiteY69" fmla="*/ 328851 h 922125"/>
                <a:gd name="connsiteX70" fmla="*/ 1141631 w 1622254"/>
                <a:gd name="connsiteY70" fmla="*/ 327301 h 922125"/>
                <a:gd name="connsiteX71" fmla="*/ 1099992 w 1622254"/>
                <a:gd name="connsiteY71" fmla="*/ 329372 h 922125"/>
                <a:gd name="connsiteX72" fmla="*/ 1086023 w 1622254"/>
                <a:gd name="connsiteY72" fmla="*/ 335778 h 922125"/>
                <a:gd name="connsiteX73" fmla="*/ 1072716 w 1622254"/>
                <a:gd name="connsiteY73" fmla="*/ 336566 h 922125"/>
                <a:gd name="connsiteX74" fmla="*/ 1053142 w 1622254"/>
                <a:gd name="connsiteY74" fmla="*/ 333554 h 922125"/>
                <a:gd name="connsiteX75" fmla="*/ 1016600 w 1622254"/>
                <a:gd name="connsiteY75" fmla="*/ 331864 h 922125"/>
                <a:gd name="connsiteX76" fmla="*/ 981495 w 1622254"/>
                <a:gd name="connsiteY76" fmla="*/ 339706 h 922125"/>
                <a:gd name="connsiteX77" fmla="*/ 908297 w 1622254"/>
                <a:gd name="connsiteY77" fmla="*/ 346239 h 922125"/>
                <a:gd name="connsiteX78" fmla="*/ 827384 w 1622254"/>
                <a:gd name="connsiteY78" fmla="*/ 365317 h 922125"/>
                <a:gd name="connsiteX79" fmla="*/ 812246 w 1622254"/>
                <a:gd name="connsiteY79" fmla="*/ 360093 h 922125"/>
                <a:gd name="connsiteX80" fmla="*/ 801404 w 1622254"/>
                <a:gd name="connsiteY80" fmla="*/ 352251 h 922125"/>
                <a:gd name="connsiteX81" fmla="*/ 778042 w 1622254"/>
                <a:gd name="connsiteY81" fmla="*/ 338524 h 922125"/>
                <a:gd name="connsiteX82" fmla="*/ 765650 w 1622254"/>
                <a:gd name="connsiteY82" fmla="*/ 334596 h 922125"/>
                <a:gd name="connsiteX83" fmla="*/ 752597 w 1622254"/>
                <a:gd name="connsiteY83" fmla="*/ 337481 h 922125"/>
                <a:gd name="connsiteX84" fmla="*/ 742162 w 1622254"/>
                <a:gd name="connsiteY84" fmla="*/ 344269 h 922125"/>
                <a:gd name="connsiteX85" fmla="*/ 718673 w 1622254"/>
                <a:gd name="connsiteY85" fmla="*/ 353166 h 922125"/>
                <a:gd name="connsiteX86" fmla="*/ 702239 w 1622254"/>
                <a:gd name="connsiteY86" fmla="*/ 368062 h 922125"/>
                <a:gd name="connsiteX87" fmla="*/ 698705 w 1622254"/>
                <a:gd name="connsiteY87" fmla="*/ 376032 h 922125"/>
                <a:gd name="connsiteX88" fmla="*/ 697930 w 1622254"/>
                <a:gd name="connsiteY88" fmla="*/ 402176 h 922125"/>
                <a:gd name="connsiteX89" fmla="*/ 687215 w 1622254"/>
                <a:gd name="connsiteY89" fmla="*/ 420860 h 922125"/>
                <a:gd name="connsiteX90" fmla="*/ 590516 w 1622254"/>
                <a:gd name="connsiteY90" fmla="*/ 465842 h 922125"/>
                <a:gd name="connsiteX91" fmla="*/ 555156 w 1622254"/>
                <a:gd name="connsiteY91" fmla="*/ 465715 h 922125"/>
                <a:gd name="connsiteX92" fmla="*/ 535328 w 1622254"/>
                <a:gd name="connsiteY92" fmla="*/ 493804 h 922125"/>
                <a:gd name="connsiteX93" fmla="*/ 523190 w 1622254"/>
                <a:gd name="connsiteY93" fmla="*/ 496944 h 922125"/>
                <a:gd name="connsiteX94" fmla="*/ 513657 w 1622254"/>
                <a:gd name="connsiteY94" fmla="*/ 517725 h 922125"/>
                <a:gd name="connsiteX95" fmla="*/ 504265 w 1622254"/>
                <a:gd name="connsiteY95" fmla="*/ 524525 h 922125"/>
                <a:gd name="connsiteX96" fmla="*/ 474103 w 1622254"/>
                <a:gd name="connsiteY96" fmla="*/ 514725 h 922125"/>
                <a:gd name="connsiteX97" fmla="*/ 446319 w 1622254"/>
                <a:gd name="connsiteY97" fmla="*/ 500477 h 922125"/>
                <a:gd name="connsiteX98" fmla="*/ 439277 w 1622254"/>
                <a:gd name="connsiteY98" fmla="*/ 480458 h 922125"/>
                <a:gd name="connsiteX99" fmla="*/ 428957 w 1622254"/>
                <a:gd name="connsiteY99" fmla="*/ 468702 h 922125"/>
                <a:gd name="connsiteX100" fmla="*/ 425042 w 1622254"/>
                <a:gd name="connsiteY100" fmla="*/ 456284 h 922125"/>
                <a:gd name="connsiteX101" fmla="*/ 426872 w 1622254"/>
                <a:gd name="connsiteY101" fmla="*/ 443345 h 922125"/>
                <a:gd name="connsiteX102" fmla="*/ 411340 w 1622254"/>
                <a:gd name="connsiteY102" fmla="*/ 433672 h 922125"/>
                <a:gd name="connsiteX103" fmla="*/ 376108 w 1622254"/>
                <a:gd name="connsiteY103" fmla="*/ 433939 h 922125"/>
                <a:gd name="connsiteX104" fmla="*/ 328737 w 1622254"/>
                <a:gd name="connsiteY104" fmla="*/ 444514 h 922125"/>
                <a:gd name="connsiteX105" fmla="*/ 325864 w 1622254"/>
                <a:gd name="connsiteY105" fmla="*/ 450272 h 922125"/>
                <a:gd name="connsiteX106" fmla="*/ 301067 w 1622254"/>
                <a:gd name="connsiteY106" fmla="*/ 466884 h 922125"/>
                <a:gd name="connsiteX107" fmla="*/ 283984 w 1622254"/>
                <a:gd name="connsiteY107" fmla="*/ 485174 h 922125"/>
                <a:gd name="connsiteX108" fmla="*/ 275100 w 1622254"/>
                <a:gd name="connsiteY108" fmla="*/ 490538 h 922125"/>
                <a:gd name="connsiteX109" fmla="*/ 273269 w 1622254"/>
                <a:gd name="connsiteY109" fmla="*/ 494706 h 922125"/>
                <a:gd name="connsiteX110" fmla="*/ 274197 w 1622254"/>
                <a:gd name="connsiteY110" fmla="*/ 503998 h 922125"/>
                <a:gd name="connsiteX111" fmla="*/ 252653 w 1622254"/>
                <a:gd name="connsiteY111" fmla="*/ 542039 h 922125"/>
                <a:gd name="connsiteX112" fmla="*/ 230741 w 1622254"/>
                <a:gd name="connsiteY112" fmla="*/ 568045 h 922125"/>
                <a:gd name="connsiteX113" fmla="*/ 234656 w 1622254"/>
                <a:gd name="connsiteY113" fmla="*/ 577310 h 922125"/>
                <a:gd name="connsiteX114" fmla="*/ 216112 w 1622254"/>
                <a:gd name="connsiteY114" fmla="*/ 619534 h 922125"/>
                <a:gd name="connsiteX115" fmla="*/ 198889 w 1622254"/>
                <a:gd name="connsiteY115" fmla="*/ 628939 h 922125"/>
                <a:gd name="connsiteX116" fmla="*/ 200326 w 1622254"/>
                <a:gd name="connsiteY116" fmla="*/ 644763 h 922125"/>
                <a:gd name="connsiteX117" fmla="*/ 184667 w 1622254"/>
                <a:gd name="connsiteY117" fmla="*/ 671823 h 922125"/>
                <a:gd name="connsiteX118" fmla="*/ 170444 w 1622254"/>
                <a:gd name="connsiteY118" fmla="*/ 682004 h 922125"/>
                <a:gd name="connsiteX119" fmla="*/ 145125 w 1622254"/>
                <a:gd name="connsiteY119" fmla="*/ 723185 h 922125"/>
                <a:gd name="connsiteX120" fmla="*/ 130648 w 1622254"/>
                <a:gd name="connsiteY120" fmla="*/ 741488 h 922125"/>
                <a:gd name="connsiteX121" fmla="*/ 108710 w 1622254"/>
                <a:gd name="connsiteY121" fmla="*/ 745670 h 922125"/>
                <a:gd name="connsiteX122" fmla="*/ 98148 w 1622254"/>
                <a:gd name="connsiteY122" fmla="*/ 764608 h 922125"/>
                <a:gd name="connsiteX123" fmla="*/ 93573 w 1622254"/>
                <a:gd name="connsiteY123" fmla="*/ 800832 h 922125"/>
                <a:gd name="connsiteX124" fmla="*/ 96585 w 1622254"/>
                <a:gd name="connsiteY124" fmla="*/ 821601 h 922125"/>
                <a:gd name="connsiteX125" fmla="*/ 50637 w 1622254"/>
                <a:gd name="connsiteY125" fmla="*/ 900022 h 922125"/>
                <a:gd name="connsiteX126" fmla="*/ 12926 w 1622254"/>
                <a:gd name="connsiteY126" fmla="*/ 922125 h 922125"/>
                <a:gd name="connsiteX127" fmla="*/ 0 w 1622254"/>
                <a:gd name="connsiteY127" fmla="*/ 914537 h 922125"/>
                <a:gd name="connsiteX128" fmla="*/ 3012 w 1622254"/>
                <a:gd name="connsiteY128" fmla="*/ 911525 h 922125"/>
                <a:gd name="connsiteX129" fmla="*/ 13969 w 1622254"/>
                <a:gd name="connsiteY129" fmla="*/ 900149 h 922125"/>
                <a:gd name="connsiteX130" fmla="*/ 13702 w 1622254"/>
                <a:gd name="connsiteY130" fmla="*/ 887605 h 922125"/>
                <a:gd name="connsiteX131" fmla="*/ 13320 w 1622254"/>
                <a:gd name="connsiteY131" fmla="*/ 872314 h 922125"/>
                <a:gd name="connsiteX132" fmla="*/ 5618 w 1622254"/>
                <a:gd name="connsiteY132" fmla="*/ 855981 h 922125"/>
                <a:gd name="connsiteX133" fmla="*/ 9266 w 1622254"/>
                <a:gd name="connsiteY133" fmla="*/ 836242 h 922125"/>
                <a:gd name="connsiteX134" fmla="*/ 13841 w 1622254"/>
                <a:gd name="connsiteY134" fmla="*/ 799002 h 922125"/>
                <a:gd name="connsiteX135" fmla="*/ 13575 w 1622254"/>
                <a:gd name="connsiteY135" fmla="*/ 784092 h 922125"/>
                <a:gd name="connsiteX136" fmla="*/ 23882 w 1622254"/>
                <a:gd name="connsiteY136" fmla="*/ 771014 h 922125"/>
                <a:gd name="connsiteX137" fmla="*/ 31852 w 1622254"/>
                <a:gd name="connsiteY137" fmla="*/ 752851 h 922125"/>
                <a:gd name="connsiteX138" fmla="*/ 41766 w 1622254"/>
                <a:gd name="connsiteY138" fmla="*/ 747627 h 922125"/>
                <a:gd name="connsiteX139" fmla="*/ 48680 w 1622254"/>
                <a:gd name="connsiteY139" fmla="*/ 726452 h 922125"/>
                <a:gd name="connsiteX140" fmla="*/ 53396 w 1622254"/>
                <a:gd name="connsiteY140" fmla="*/ 708416 h 922125"/>
                <a:gd name="connsiteX141" fmla="*/ 46202 w 1622254"/>
                <a:gd name="connsiteY141" fmla="*/ 689719 h 922125"/>
                <a:gd name="connsiteX142" fmla="*/ 52989 w 1622254"/>
                <a:gd name="connsiteY142" fmla="*/ 649733 h 922125"/>
                <a:gd name="connsiteX143" fmla="*/ 64085 w 1622254"/>
                <a:gd name="connsiteY143" fmla="*/ 642539 h 922125"/>
                <a:gd name="connsiteX144" fmla="*/ 76223 w 1622254"/>
                <a:gd name="connsiteY144" fmla="*/ 625952 h 922125"/>
                <a:gd name="connsiteX145" fmla="*/ 87446 w 1622254"/>
                <a:gd name="connsiteY145" fmla="*/ 608311 h 922125"/>
                <a:gd name="connsiteX146" fmla="*/ 104541 w 1622254"/>
                <a:gd name="connsiteY146" fmla="*/ 589868 h 922125"/>
                <a:gd name="connsiteX147" fmla="*/ 115892 w 1622254"/>
                <a:gd name="connsiteY147" fmla="*/ 563329 h 922125"/>
                <a:gd name="connsiteX148" fmla="*/ 130114 w 1622254"/>
                <a:gd name="connsiteY148" fmla="*/ 522809 h 922125"/>
                <a:gd name="connsiteX149" fmla="*/ 132593 w 1622254"/>
                <a:gd name="connsiteY149" fmla="*/ 498240 h 922125"/>
                <a:gd name="connsiteX150" fmla="*/ 140943 w 1622254"/>
                <a:gd name="connsiteY150" fmla="*/ 479950 h 922125"/>
                <a:gd name="connsiteX151" fmla="*/ 170965 w 1622254"/>
                <a:gd name="connsiteY151" fmla="*/ 441387 h 922125"/>
                <a:gd name="connsiteX152" fmla="*/ 184667 w 1622254"/>
                <a:gd name="connsiteY152" fmla="*/ 427406 h 922125"/>
                <a:gd name="connsiteX153" fmla="*/ 215603 w 1622254"/>
                <a:gd name="connsiteY153" fmla="*/ 383225 h 922125"/>
                <a:gd name="connsiteX154" fmla="*/ 237910 w 1622254"/>
                <a:gd name="connsiteY154" fmla="*/ 364415 h 922125"/>
                <a:gd name="connsiteX155" fmla="*/ 247430 w 1622254"/>
                <a:gd name="connsiteY155" fmla="*/ 363880 h 922125"/>
                <a:gd name="connsiteX156" fmla="*/ 269228 w 1622254"/>
                <a:gd name="connsiteY156" fmla="*/ 371850 h 922125"/>
                <a:gd name="connsiteX157" fmla="*/ 277070 w 1622254"/>
                <a:gd name="connsiteY157" fmla="*/ 356699 h 922125"/>
                <a:gd name="connsiteX158" fmla="*/ 287238 w 1622254"/>
                <a:gd name="connsiteY158" fmla="*/ 350674 h 922125"/>
                <a:gd name="connsiteX159" fmla="*/ 286323 w 1622254"/>
                <a:gd name="connsiteY159" fmla="*/ 326881 h 922125"/>
                <a:gd name="connsiteX160" fmla="*/ 303418 w 1622254"/>
                <a:gd name="connsiteY160" fmla="*/ 302058 h 922125"/>
                <a:gd name="connsiteX161" fmla="*/ 305897 w 1622254"/>
                <a:gd name="connsiteY161" fmla="*/ 275392 h 922125"/>
                <a:gd name="connsiteX162" fmla="*/ 318556 w 1622254"/>
                <a:gd name="connsiteY162" fmla="*/ 267817 h 922125"/>
                <a:gd name="connsiteX163" fmla="*/ 339172 w 1622254"/>
                <a:gd name="connsiteY163" fmla="*/ 255539 h 922125"/>
                <a:gd name="connsiteX164" fmla="*/ 343608 w 1622254"/>
                <a:gd name="connsiteY164" fmla="*/ 247824 h 922125"/>
                <a:gd name="connsiteX165" fmla="*/ 357970 w 1622254"/>
                <a:gd name="connsiteY165" fmla="*/ 230030 h 922125"/>
                <a:gd name="connsiteX166" fmla="*/ 365927 w 1622254"/>
                <a:gd name="connsiteY166" fmla="*/ 215400 h 922125"/>
                <a:gd name="connsiteX167" fmla="*/ 394639 w 1622254"/>
                <a:gd name="connsiteY167" fmla="*/ 193958 h 922125"/>
                <a:gd name="connsiteX168" fmla="*/ 407044 w 1622254"/>
                <a:gd name="connsiteY168" fmla="*/ 175401 h 922125"/>
                <a:gd name="connsiteX169" fmla="*/ 421915 w 1622254"/>
                <a:gd name="connsiteY169" fmla="*/ 162996 h 922125"/>
                <a:gd name="connsiteX170" fmla="*/ 431842 w 1622254"/>
                <a:gd name="connsiteY170" fmla="*/ 162868 h 922125"/>
                <a:gd name="connsiteX171" fmla="*/ 486903 w 1622254"/>
                <a:gd name="connsiteY171" fmla="*/ 153069 h 922125"/>
                <a:gd name="connsiteX172" fmla="*/ 500083 w 1622254"/>
                <a:gd name="connsiteY172" fmla="*/ 153972 h 922125"/>
                <a:gd name="connsiteX173" fmla="*/ 513657 w 1622254"/>
                <a:gd name="connsiteY173" fmla="*/ 165602 h 922125"/>
                <a:gd name="connsiteX174" fmla="*/ 529850 w 1622254"/>
                <a:gd name="connsiteY174" fmla="*/ 171080 h 922125"/>
                <a:gd name="connsiteX175" fmla="*/ 546933 w 1622254"/>
                <a:gd name="connsiteY175" fmla="*/ 166911 h 922125"/>
                <a:gd name="connsiteX176" fmla="*/ 551115 w 1622254"/>
                <a:gd name="connsiteY176" fmla="*/ 159462 h 922125"/>
                <a:gd name="connsiteX177" fmla="*/ 574857 w 1622254"/>
                <a:gd name="connsiteY177" fmla="*/ 142214 h 922125"/>
                <a:gd name="connsiteX178" fmla="*/ 605260 w 1622254"/>
                <a:gd name="connsiteY178" fmla="*/ 137105 h 922125"/>
                <a:gd name="connsiteX179" fmla="*/ 631761 w 1622254"/>
                <a:gd name="connsiteY179" fmla="*/ 127967 h 922125"/>
                <a:gd name="connsiteX180" fmla="*/ 645589 w 1622254"/>
                <a:gd name="connsiteY180" fmla="*/ 113451 h 922125"/>
                <a:gd name="connsiteX181" fmla="*/ 656037 w 1622254"/>
                <a:gd name="connsiteY181" fmla="*/ 116209 h 922125"/>
                <a:gd name="connsiteX182" fmla="*/ 659685 w 1622254"/>
                <a:gd name="connsiteY182" fmla="*/ 113184 h 922125"/>
                <a:gd name="connsiteX183" fmla="*/ 660473 w 1622254"/>
                <a:gd name="connsiteY183" fmla="*/ 94107 h 922125"/>
                <a:gd name="connsiteX184" fmla="*/ 679399 w 1622254"/>
                <a:gd name="connsiteY184" fmla="*/ 77507 h 922125"/>
                <a:gd name="connsiteX185" fmla="*/ 695439 w 1622254"/>
                <a:gd name="connsiteY185" fmla="*/ 78041 h 922125"/>
                <a:gd name="connsiteX186" fmla="*/ 701718 w 1622254"/>
                <a:gd name="connsiteY186" fmla="*/ 70961 h 922125"/>
                <a:gd name="connsiteX187" fmla="*/ 711492 w 1622254"/>
                <a:gd name="connsiteY187" fmla="*/ 45871 h 922125"/>
                <a:gd name="connsiteX188" fmla="*/ 730684 w 1622254"/>
                <a:gd name="connsiteY188" fmla="*/ 39745 h 922125"/>
                <a:gd name="connsiteX189" fmla="*/ 749076 w 1622254"/>
                <a:gd name="connsiteY189" fmla="*/ 10969 h 922125"/>
                <a:gd name="connsiteX190" fmla="*/ 761735 w 1622254"/>
                <a:gd name="connsiteY190" fmla="*/ 3534 h 92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1622254" h="922125">
                  <a:moveTo>
                    <a:pt x="761735" y="3534"/>
                  </a:moveTo>
                  <a:lnTo>
                    <a:pt x="786787" y="8503"/>
                  </a:lnTo>
                  <a:lnTo>
                    <a:pt x="815499" y="29805"/>
                  </a:lnTo>
                  <a:lnTo>
                    <a:pt x="859489" y="30581"/>
                  </a:lnTo>
                  <a:lnTo>
                    <a:pt x="890146" y="13193"/>
                  </a:lnTo>
                  <a:lnTo>
                    <a:pt x="902297" y="1703"/>
                  </a:lnTo>
                  <a:lnTo>
                    <a:pt x="916774" y="394"/>
                  </a:lnTo>
                  <a:lnTo>
                    <a:pt x="928125" y="0"/>
                  </a:lnTo>
                  <a:lnTo>
                    <a:pt x="947571" y="15557"/>
                  </a:lnTo>
                  <a:lnTo>
                    <a:pt x="985549" y="28484"/>
                  </a:lnTo>
                  <a:lnTo>
                    <a:pt x="1010614" y="35690"/>
                  </a:lnTo>
                  <a:lnTo>
                    <a:pt x="1030048" y="41169"/>
                  </a:lnTo>
                  <a:lnTo>
                    <a:pt x="1075207" y="39478"/>
                  </a:lnTo>
                  <a:lnTo>
                    <a:pt x="1081855" y="43011"/>
                  </a:lnTo>
                  <a:lnTo>
                    <a:pt x="1099992" y="44969"/>
                  </a:lnTo>
                  <a:lnTo>
                    <a:pt x="1127789" y="54120"/>
                  </a:lnTo>
                  <a:lnTo>
                    <a:pt x="1154290" y="68101"/>
                  </a:lnTo>
                  <a:lnTo>
                    <a:pt x="1175694" y="86404"/>
                  </a:lnTo>
                  <a:lnTo>
                    <a:pt x="1192001" y="98301"/>
                  </a:lnTo>
                  <a:lnTo>
                    <a:pt x="1210266" y="98301"/>
                  </a:lnTo>
                  <a:lnTo>
                    <a:pt x="1222671" y="89671"/>
                  </a:lnTo>
                  <a:lnTo>
                    <a:pt x="1236894" y="89671"/>
                  </a:lnTo>
                  <a:lnTo>
                    <a:pt x="1253201" y="98301"/>
                  </a:lnTo>
                  <a:lnTo>
                    <a:pt x="1269648" y="117252"/>
                  </a:lnTo>
                  <a:lnTo>
                    <a:pt x="1306050" y="135542"/>
                  </a:lnTo>
                  <a:lnTo>
                    <a:pt x="1326412" y="137359"/>
                  </a:lnTo>
                  <a:lnTo>
                    <a:pt x="1351730" y="144566"/>
                  </a:lnTo>
                  <a:lnTo>
                    <a:pt x="1381485" y="150311"/>
                  </a:lnTo>
                  <a:lnTo>
                    <a:pt x="1420111" y="156196"/>
                  </a:lnTo>
                  <a:lnTo>
                    <a:pt x="1425322" y="174893"/>
                  </a:lnTo>
                  <a:lnTo>
                    <a:pt x="1435516" y="181807"/>
                  </a:lnTo>
                  <a:lnTo>
                    <a:pt x="1460835" y="187819"/>
                  </a:lnTo>
                  <a:lnTo>
                    <a:pt x="1472960" y="208346"/>
                  </a:lnTo>
                  <a:lnTo>
                    <a:pt x="1485632" y="214358"/>
                  </a:lnTo>
                  <a:lnTo>
                    <a:pt x="1513417" y="219722"/>
                  </a:lnTo>
                  <a:lnTo>
                    <a:pt x="1515895" y="232266"/>
                  </a:lnTo>
                  <a:lnTo>
                    <a:pt x="1545408" y="241672"/>
                  </a:lnTo>
                  <a:lnTo>
                    <a:pt x="1561309" y="238151"/>
                  </a:lnTo>
                  <a:lnTo>
                    <a:pt x="1575671" y="252781"/>
                  </a:lnTo>
                  <a:lnTo>
                    <a:pt x="1576192" y="266241"/>
                  </a:lnTo>
                  <a:lnTo>
                    <a:pt x="1583094" y="272914"/>
                  </a:lnTo>
                  <a:lnTo>
                    <a:pt x="1594203" y="270702"/>
                  </a:lnTo>
                  <a:lnTo>
                    <a:pt x="1602159" y="279714"/>
                  </a:lnTo>
                  <a:lnTo>
                    <a:pt x="1606989" y="293822"/>
                  </a:lnTo>
                  <a:lnTo>
                    <a:pt x="1622254" y="331990"/>
                  </a:lnTo>
                  <a:lnTo>
                    <a:pt x="1609608" y="350674"/>
                  </a:lnTo>
                  <a:lnTo>
                    <a:pt x="1606341" y="363880"/>
                  </a:lnTo>
                  <a:lnTo>
                    <a:pt x="1596936" y="371074"/>
                  </a:lnTo>
                  <a:lnTo>
                    <a:pt x="1559224" y="368316"/>
                  </a:lnTo>
                  <a:lnTo>
                    <a:pt x="1546832" y="374074"/>
                  </a:lnTo>
                  <a:lnTo>
                    <a:pt x="1533906" y="368850"/>
                  </a:lnTo>
                  <a:lnTo>
                    <a:pt x="1511599" y="370286"/>
                  </a:lnTo>
                  <a:lnTo>
                    <a:pt x="1493322" y="374214"/>
                  </a:lnTo>
                  <a:lnTo>
                    <a:pt x="1477142" y="368850"/>
                  </a:lnTo>
                  <a:lnTo>
                    <a:pt x="1474015" y="371583"/>
                  </a:lnTo>
                  <a:lnTo>
                    <a:pt x="1471003" y="374341"/>
                  </a:lnTo>
                  <a:lnTo>
                    <a:pt x="1475439" y="390686"/>
                  </a:lnTo>
                  <a:lnTo>
                    <a:pt x="1469452" y="399698"/>
                  </a:lnTo>
                  <a:lnTo>
                    <a:pt x="1460313" y="393406"/>
                  </a:lnTo>
                  <a:lnTo>
                    <a:pt x="1449332" y="389758"/>
                  </a:lnTo>
                  <a:lnTo>
                    <a:pt x="1416718" y="396418"/>
                  </a:lnTo>
                  <a:lnTo>
                    <a:pt x="1402114" y="392898"/>
                  </a:lnTo>
                  <a:lnTo>
                    <a:pt x="1363602" y="372117"/>
                  </a:lnTo>
                  <a:lnTo>
                    <a:pt x="1353421" y="370541"/>
                  </a:lnTo>
                  <a:lnTo>
                    <a:pt x="1337774" y="374849"/>
                  </a:lnTo>
                  <a:lnTo>
                    <a:pt x="1270309" y="350420"/>
                  </a:lnTo>
                  <a:lnTo>
                    <a:pt x="1266902" y="344803"/>
                  </a:lnTo>
                  <a:lnTo>
                    <a:pt x="1249566" y="339706"/>
                  </a:lnTo>
                  <a:lnTo>
                    <a:pt x="1220955" y="337736"/>
                  </a:lnTo>
                  <a:lnTo>
                    <a:pt x="1199437" y="328851"/>
                  </a:lnTo>
                  <a:lnTo>
                    <a:pt x="1141631" y="327301"/>
                  </a:lnTo>
                  <a:lnTo>
                    <a:pt x="1099992" y="329372"/>
                  </a:lnTo>
                  <a:lnTo>
                    <a:pt x="1086023" y="335778"/>
                  </a:lnTo>
                  <a:lnTo>
                    <a:pt x="1072716" y="336566"/>
                  </a:lnTo>
                  <a:lnTo>
                    <a:pt x="1053142" y="333554"/>
                  </a:lnTo>
                  <a:lnTo>
                    <a:pt x="1016600" y="331864"/>
                  </a:lnTo>
                  <a:lnTo>
                    <a:pt x="981495" y="339706"/>
                  </a:lnTo>
                  <a:lnTo>
                    <a:pt x="908297" y="346239"/>
                  </a:lnTo>
                  <a:lnTo>
                    <a:pt x="827384" y="365317"/>
                  </a:lnTo>
                  <a:lnTo>
                    <a:pt x="812246" y="360093"/>
                  </a:lnTo>
                  <a:lnTo>
                    <a:pt x="801404" y="352251"/>
                  </a:lnTo>
                  <a:lnTo>
                    <a:pt x="778042" y="338524"/>
                  </a:lnTo>
                  <a:lnTo>
                    <a:pt x="765650" y="334596"/>
                  </a:lnTo>
                  <a:lnTo>
                    <a:pt x="752597" y="337481"/>
                  </a:lnTo>
                  <a:lnTo>
                    <a:pt x="742162" y="344269"/>
                  </a:lnTo>
                  <a:lnTo>
                    <a:pt x="718673" y="353166"/>
                  </a:lnTo>
                  <a:lnTo>
                    <a:pt x="702239" y="368062"/>
                  </a:lnTo>
                  <a:lnTo>
                    <a:pt x="698705" y="376032"/>
                  </a:lnTo>
                  <a:lnTo>
                    <a:pt x="697930" y="402176"/>
                  </a:lnTo>
                  <a:lnTo>
                    <a:pt x="687215" y="420860"/>
                  </a:lnTo>
                  <a:lnTo>
                    <a:pt x="590516" y="465842"/>
                  </a:lnTo>
                  <a:lnTo>
                    <a:pt x="555156" y="465715"/>
                  </a:lnTo>
                  <a:lnTo>
                    <a:pt x="535328" y="493804"/>
                  </a:lnTo>
                  <a:lnTo>
                    <a:pt x="523190" y="496944"/>
                  </a:lnTo>
                  <a:lnTo>
                    <a:pt x="513657" y="517725"/>
                  </a:lnTo>
                  <a:lnTo>
                    <a:pt x="504265" y="524525"/>
                  </a:lnTo>
                  <a:lnTo>
                    <a:pt x="474103" y="514725"/>
                  </a:lnTo>
                  <a:lnTo>
                    <a:pt x="446319" y="500477"/>
                  </a:lnTo>
                  <a:lnTo>
                    <a:pt x="439277" y="480458"/>
                  </a:lnTo>
                  <a:lnTo>
                    <a:pt x="428957" y="468702"/>
                  </a:lnTo>
                  <a:lnTo>
                    <a:pt x="425042" y="456284"/>
                  </a:lnTo>
                  <a:lnTo>
                    <a:pt x="426872" y="443345"/>
                  </a:lnTo>
                  <a:lnTo>
                    <a:pt x="411340" y="433672"/>
                  </a:lnTo>
                  <a:lnTo>
                    <a:pt x="376108" y="433939"/>
                  </a:lnTo>
                  <a:lnTo>
                    <a:pt x="328737" y="444514"/>
                  </a:lnTo>
                  <a:lnTo>
                    <a:pt x="325864" y="450272"/>
                  </a:lnTo>
                  <a:lnTo>
                    <a:pt x="301067" y="466884"/>
                  </a:lnTo>
                  <a:lnTo>
                    <a:pt x="283984" y="485174"/>
                  </a:lnTo>
                  <a:lnTo>
                    <a:pt x="275100" y="490538"/>
                  </a:lnTo>
                  <a:lnTo>
                    <a:pt x="273269" y="494706"/>
                  </a:lnTo>
                  <a:lnTo>
                    <a:pt x="274197" y="503998"/>
                  </a:lnTo>
                  <a:lnTo>
                    <a:pt x="252653" y="542039"/>
                  </a:lnTo>
                  <a:lnTo>
                    <a:pt x="230741" y="568045"/>
                  </a:lnTo>
                  <a:lnTo>
                    <a:pt x="234656" y="577310"/>
                  </a:lnTo>
                  <a:lnTo>
                    <a:pt x="216112" y="619534"/>
                  </a:lnTo>
                  <a:lnTo>
                    <a:pt x="198889" y="628939"/>
                  </a:lnTo>
                  <a:lnTo>
                    <a:pt x="200326" y="644763"/>
                  </a:lnTo>
                  <a:lnTo>
                    <a:pt x="184667" y="671823"/>
                  </a:lnTo>
                  <a:lnTo>
                    <a:pt x="170444" y="682004"/>
                  </a:lnTo>
                  <a:lnTo>
                    <a:pt x="145125" y="723185"/>
                  </a:lnTo>
                  <a:lnTo>
                    <a:pt x="130648" y="741488"/>
                  </a:lnTo>
                  <a:lnTo>
                    <a:pt x="108710" y="745670"/>
                  </a:lnTo>
                  <a:lnTo>
                    <a:pt x="98148" y="764608"/>
                  </a:lnTo>
                  <a:lnTo>
                    <a:pt x="93573" y="800832"/>
                  </a:lnTo>
                  <a:lnTo>
                    <a:pt x="96585" y="821601"/>
                  </a:lnTo>
                  <a:lnTo>
                    <a:pt x="50637" y="900022"/>
                  </a:lnTo>
                  <a:lnTo>
                    <a:pt x="12926" y="922125"/>
                  </a:lnTo>
                  <a:lnTo>
                    <a:pt x="0" y="914537"/>
                  </a:lnTo>
                  <a:lnTo>
                    <a:pt x="3012" y="911525"/>
                  </a:lnTo>
                  <a:lnTo>
                    <a:pt x="13969" y="900149"/>
                  </a:lnTo>
                  <a:lnTo>
                    <a:pt x="13702" y="887605"/>
                  </a:lnTo>
                  <a:lnTo>
                    <a:pt x="13320" y="872314"/>
                  </a:lnTo>
                  <a:lnTo>
                    <a:pt x="5618" y="855981"/>
                  </a:lnTo>
                  <a:lnTo>
                    <a:pt x="9266" y="836242"/>
                  </a:lnTo>
                  <a:lnTo>
                    <a:pt x="13841" y="799002"/>
                  </a:lnTo>
                  <a:lnTo>
                    <a:pt x="13575" y="784092"/>
                  </a:lnTo>
                  <a:lnTo>
                    <a:pt x="23882" y="771014"/>
                  </a:lnTo>
                  <a:lnTo>
                    <a:pt x="31852" y="752851"/>
                  </a:lnTo>
                  <a:lnTo>
                    <a:pt x="41766" y="747627"/>
                  </a:lnTo>
                  <a:lnTo>
                    <a:pt x="48680" y="726452"/>
                  </a:lnTo>
                  <a:lnTo>
                    <a:pt x="53396" y="708416"/>
                  </a:lnTo>
                  <a:lnTo>
                    <a:pt x="46202" y="689719"/>
                  </a:lnTo>
                  <a:lnTo>
                    <a:pt x="52989" y="649733"/>
                  </a:lnTo>
                  <a:lnTo>
                    <a:pt x="64085" y="642539"/>
                  </a:lnTo>
                  <a:lnTo>
                    <a:pt x="76223" y="625952"/>
                  </a:lnTo>
                  <a:lnTo>
                    <a:pt x="87446" y="608311"/>
                  </a:lnTo>
                  <a:lnTo>
                    <a:pt x="104541" y="589868"/>
                  </a:lnTo>
                  <a:lnTo>
                    <a:pt x="115892" y="563329"/>
                  </a:lnTo>
                  <a:lnTo>
                    <a:pt x="130114" y="522809"/>
                  </a:lnTo>
                  <a:lnTo>
                    <a:pt x="132593" y="498240"/>
                  </a:lnTo>
                  <a:lnTo>
                    <a:pt x="140943" y="479950"/>
                  </a:lnTo>
                  <a:lnTo>
                    <a:pt x="170965" y="441387"/>
                  </a:lnTo>
                  <a:lnTo>
                    <a:pt x="184667" y="427406"/>
                  </a:lnTo>
                  <a:lnTo>
                    <a:pt x="215603" y="383225"/>
                  </a:lnTo>
                  <a:lnTo>
                    <a:pt x="237910" y="364415"/>
                  </a:lnTo>
                  <a:lnTo>
                    <a:pt x="247430" y="363880"/>
                  </a:lnTo>
                  <a:lnTo>
                    <a:pt x="269228" y="371850"/>
                  </a:lnTo>
                  <a:lnTo>
                    <a:pt x="277070" y="356699"/>
                  </a:lnTo>
                  <a:lnTo>
                    <a:pt x="287238" y="350674"/>
                  </a:lnTo>
                  <a:lnTo>
                    <a:pt x="286323" y="326881"/>
                  </a:lnTo>
                  <a:lnTo>
                    <a:pt x="303418" y="302058"/>
                  </a:lnTo>
                  <a:lnTo>
                    <a:pt x="305897" y="275392"/>
                  </a:lnTo>
                  <a:lnTo>
                    <a:pt x="318556" y="267817"/>
                  </a:lnTo>
                  <a:lnTo>
                    <a:pt x="339172" y="255539"/>
                  </a:lnTo>
                  <a:lnTo>
                    <a:pt x="343608" y="247824"/>
                  </a:lnTo>
                  <a:lnTo>
                    <a:pt x="357970" y="230030"/>
                  </a:lnTo>
                  <a:lnTo>
                    <a:pt x="365927" y="215400"/>
                  </a:lnTo>
                  <a:lnTo>
                    <a:pt x="394639" y="193958"/>
                  </a:lnTo>
                  <a:lnTo>
                    <a:pt x="407044" y="175401"/>
                  </a:lnTo>
                  <a:lnTo>
                    <a:pt x="421915" y="162996"/>
                  </a:lnTo>
                  <a:lnTo>
                    <a:pt x="431842" y="162868"/>
                  </a:lnTo>
                  <a:lnTo>
                    <a:pt x="486903" y="153069"/>
                  </a:lnTo>
                  <a:lnTo>
                    <a:pt x="500083" y="153972"/>
                  </a:lnTo>
                  <a:lnTo>
                    <a:pt x="513657" y="165602"/>
                  </a:lnTo>
                  <a:lnTo>
                    <a:pt x="529850" y="171080"/>
                  </a:lnTo>
                  <a:lnTo>
                    <a:pt x="546933" y="166911"/>
                  </a:lnTo>
                  <a:lnTo>
                    <a:pt x="551115" y="159462"/>
                  </a:lnTo>
                  <a:lnTo>
                    <a:pt x="574857" y="142214"/>
                  </a:lnTo>
                  <a:lnTo>
                    <a:pt x="605260" y="137105"/>
                  </a:lnTo>
                  <a:lnTo>
                    <a:pt x="631761" y="127967"/>
                  </a:lnTo>
                  <a:lnTo>
                    <a:pt x="645589" y="113451"/>
                  </a:lnTo>
                  <a:lnTo>
                    <a:pt x="656037" y="116209"/>
                  </a:lnTo>
                  <a:lnTo>
                    <a:pt x="659685" y="113184"/>
                  </a:lnTo>
                  <a:lnTo>
                    <a:pt x="660473" y="94107"/>
                  </a:lnTo>
                  <a:lnTo>
                    <a:pt x="679399" y="77507"/>
                  </a:lnTo>
                  <a:lnTo>
                    <a:pt x="695439" y="78041"/>
                  </a:lnTo>
                  <a:lnTo>
                    <a:pt x="701718" y="70961"/>
                  </a:lnTo>
                  <a:lnTo>
                    <a:pt x="711492" y="45871"/>
                  </a:lnTo>
                  <a:lnTo>
                    <a:pt x="730684" y="39745"/>
                  </a:lnTo>
                  <a:lnTo>
                    <a:pt x="749076" y="10969"/>
                  </a:lnTo>
                  <a:lnTo>
                    <a:pt x="761735" y="3534"/>
                  </a:lnTo>
                  <a:close/>
                </a:path>
              </a:pathLst>
            </a:custGeom>
            <a:solidFill>
              <a:srgbClr val="BAE0DF"/>
            </a:solidFill>
            <a:ln w="12700" cap="flat">
              <a:noFill/>
              <a:prstDash val="solid"/>
              <a:miter/>
            </a:ln>
          </p:spPr>
          <p:txBody>
            <a:bodyPr rtlCol="0" anchor="ctr"/>
            <a:lstStyle/>
            <a:p>
              <a:endParaRPr lang="de-CH"/>
            </a:p>
          </p:txBody>
        </p:sp>
      </p:grpSp>
      <p:sp>
        <p:nvSpPr>
          <p:cNvPr id="88" name="Ellipse 87">
            <a:extLst>
              <a:ext uri="{FF2B5EF4-FFF2-40B4-BE49-F238E27FC236}">
                <a16:creationId xmlns:a16="http://schemas.microsoft.com/office/drawing/2014/main" id="{6CCD32E7-64B0-BB11-C477-7576335B697F}"/>
              </a:ext>
            </a:extLst>
          </p:cNvPr>
          <p:cNvSpPr>
            <a:spLocks noChangeAspect="1"/>
          </p:cNvSpPr>
          <p:nvPr/>
        </p:nvSpPr>
        <p:spPr>
          <a:xfrm>
            <a:off x="4737169" y="1232756"/>
            <a:ext cx="144000" cy="14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89" name="Textfeld 88">
            <a:extLst>
              <a:ext uri="{FF2B5EF4-FFF2-40B4-BE49-F238E27FC236}">
                <a16:creationId xmlns:a16="http://schemas.microsoft.com/office/drawing/2014/main" id="{38D5C8A1-7A34-74E3-EFB9-7050212F0551}"/>
              </a:ext>
            </a:extLst>
          </p:cNvPr>
          <p:cNvSpPr txBox="1"/>
          <p:nvPr/>
        </p:nvSpPr>
        <p:spPr>
          <a:xfrm>
            <a:off x="4966468" y="1143516"/>
            <a:ext cx="1359498" cy="307777"/>
          </a:xfrm>
          <a:prstGeom prst="rect">
            <a:avLst/>
          </a:prstGeom>
          <a:noFill/>
        </p:spPr>
        <p:txBody>
          <a:bodyPr wrap="square" lIns="0" tIns="0" rIns="0" bIns="0" rtlCol="0">
            <a:spAutoFit/>
          </a:bodyPr>
          <a:lstStyle/>
          <a:p>
            <a:r>
              <a:rPr lang="de-CH" sz="2000" dirty="0"/>
              <a:t>Basel</a:t>
            </a:r>
          </a:p>
        </p:txBody>
      </p:sp>
      <p:sp>
        <p:nvSpPr>
          <p:cNvPr id="90" name="Textfeld 89">
            <a:extLst>
              <a:ext uri="{FF2B5EF4-FFF2-40B4-BE49-F238E27FC236}">
                <a16:creationId xmlns:a16="http://schemas.microsoft.com/office/drawing/2014/main" id="{25755E7B-AFBB-CE90-7799-7D36D8AC8656}"/>
              </a:ext>
            </a:extLst>
          </p:cNvPr>
          <p:cNvSpPr txBox="1"/>
          <p:nvPr/>
        </p:nvSpPr>
        <p:spPr>
          <a:xfrm>
            <a:off x="6928316" y="1606457"/>
            <a:ext cx="1359498" cy="307777"/>
          </a:xfrm>
          <a:prstGeom prst="rect">
            <a:avLst/>
          </a:prstGeom>
          <a:noFill/>
        </p:spPr>
        <p:txBody>
          <a:bodyPr wrap="square" lIns="0" tIns="0" rIns="0" bIns="0" rtlCol="0">
            <a:spAutoFit/>
          </a:bodyPr>
          <a:lstStyle/>
          <a:p>
            <a:r>
              <a:rPr lang="de-CH" sz="2000" dirty="0"/>
              <a:t>Zürich</a:t>
            </a:r>
          </a:p>
        </p:txBody>
      </p:sp>
      <p:sp>
        <p:nvSpPr>
          <p:cNvPr id="91" name="Ellipse 90">
            <a:extLst>
              <a:ext uri="{FF2B5EF4-FFF2-40B4-BE49-F238E27FC236}">
                <a16:creationId xmlns:a16="http://schemas.microsoft.com/office/drawing/2014/main" id="{4BA9505F-55E0-4463-3AD6-6188A35D2EDE}"/>
              </a:ext>
            </a:extLst>
          </p:cNvPr>
          <p:cNvSpPr>
            <a:spLocks noChangeAspect="1"/>
          </p:cNvSpPr>
          <p:nvPr/>
        </p:nvSpPr>
        <p:spPr>
          <a:xfrm>
            <a:off x="6699319" y="1693131"/>
            <a:ext cx="144000" cy="14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92" name="Ellipse 91">
            <a:extLst>
              <a:ext uri="{FF2B5EF4-FFF2-40B4-BE49-F238E27FC236}">
                <a16:creationId xmlns:a16="http://schemas.microsoft.com/office/drawing/2014/main" id="{2D09B55E-5085-AE74-110F-34DEE9FD05EE}"/>
              </a:ext>
            </a:extLst>
          </p:cNvPr>
          <p:cNvSpPr>
            <a:spLocks noChangeAspect="1"/>
          </p:cNvSpPr>
          <p:nvPr/>
        </p:nvSpPr>
        <p:spPr>
          <a:xfrm>
            <a:off x="7112069" y="1289906"/>
            <a:ext cx="144000" cy="14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93" name="Ellipse 92">
            <a:extLst>
              <a:ext uri="{FF2B5EF4-FFF2-40B4-BE49-F238E27FC236}">
                <a16:creationId xmlns:a16="http://schemas.microsoft.com/office/drawing/2014/main" id="{F32860E8-DB57-00C4-9555-C327ACE0DAFB}"/>
              </a:ext>
            </a:extLst>
          </p:cNvPr>
          <p:cNvSpPr>
            <a:spLocks noChangeAspect="1"/>
          </p:cNvSpPr>
          <p:nvPr/>
        </p:nvSpPr>
        <p:spPr>
          <a:xfrm>
            <a:off x="6200844" y="2651981"/>
            <a:ext cx="144000" cy="14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94" name="Ellipse 93">
            <a:extLst>
              <a:ext uri="{FF2B5EF4-FFF2-40B4-BE49-F238E27FC236}">
                <a16:creationId xmlns:a16="http://schemas.microsoft.com/office/drawing/2014/main" id="{86B599A0-3645-12CE-557C-718B591C5131}"/>
              </a:ext>
            </a:extLst>
          </p:cNvPr>
          <p:cNvSpPr>
            <a:spLocks noChangeAspect="1"/>
          </p:cNvSpPr>
          <p:nvPr/>
        </p:nvSpPr>
        <p:spPr>
          <a:xfrm>
            <a:off x="4540319" y="2890106"/>
            <a:ext cx="144000" cy="14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95" name="Ellipse 94">
            <a:extLst>
              <a:ext uri="{FF2B5EF4-FFF2-40B4-BE49-F238E27FC236}">
                <a16:creationId xmlns:a16="http://schemas.microsoft.com/office/drawing/2014/main" id="{76A1E539-1F07-3A31-19EE-FC456029D151}"/>
              </a:ext>
            </a:extLst>
          </p:cNvPr>
          <p:cNvSpPr>
            <a:spLocks noChangeAspect="1"/>
          </p:cNvSpPr>
          <p:nvPr/>
        </p:nvSpPr>
        <p:spPr>
          <a:xfrm>
            <a:off x="4083119" y="2417031"/>
            <a:ext cx="144000" cy="14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96" name="Ellipse 95">
            <a:extLst>
              <a:ext uri="{FF2B5EF4-FFF2-40B4-BE49-F238E27FC236}">
                <a16:creationId xmlns:a16="http://schemas.microsoft.com/office/drawing/2014/main" id="{6CE5A0EE-9FA4-E62B-4652-1CF29AB49718}"/>
              </a:ext>
            </a:extLst>
          </p:cNvPr>
          <p:cNvSpPr>
            <a:spLocks noChangeAspect="1"/>
          </p:cNvSpPr>
          <p:nvPr/>
        </p:nvSpPr>
        <p:spPr>
          <a:xfrm>
            <a:off x="2736919" y="4249006"/>
            <a:ext cx="144000" cy="14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97" name="Ellipse 96">
            <a:extLst>
              <a:ext uri="{FF2B5EF4-FFF2-40B4-BE49-F238E27FC236}">
                <a16:creationId xmlns:a16="http://schemas.microsoft.com/office/drawing/2014/main" id="{2E81E0FD-0B83-9228-8305-34B6F8717F2D}"/>
              </a:ext>
            </a:extLst>
          </p:cNvPr>
          <p:cNvSpPr>
            <a:spLocks noChangeAspect="1"/>
          </p:cNvSpPr>
          <p:nvPr/>
        </p:nvSpPr>
        <p:spPr>
          <a:xfrm>
            <a:off x="4272602" y="5169387"/>
            <a:ext cx="144000" cy="14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98" name="Ellipse 97">
            <a:extLst>
              <a:ext uri="{FF2B5EF4-FFF2-40B4-BE49-F238E27FC236}">
                <a16:creationId xmlns:a16="http://schemas.microsoft.com/office/drawing/2014/main" id="{F43EDD65-03B8-CD23-9838-C6BDA7EF2099}"/>
              </a:ext>
            </a:extLst>
          </p:cNvPr>
          <p:cNvSpPr>
            <a:spLocks noChangeAspect="1"/>
          </p:cNvSpPr>
          <p:nvPr/>
        </p:nvSpPr>
        <p:spPr>
          <a:xfrm>
            <a:off x="1777052" y="5226537"/>
            <a:ext cx="144000" cy="14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99" name="Ellipse 98">
            <a:extLst>
              <a:ext uri="{FF2B5EF4-FFF2-40B4-BE49-F238E27FC236}">
                <a16:creationId xmlns:a16="http://schemas.microsoft.com/office/drawing/2014/main" id="{174EF973-2841-E6E4-4067-4A4B034505C6}"/>
              </a:ext>
            </a:extLst>
          </p:cNvPr>
          <p:cNvSpPr>
            <a:spLocks noChangeAspect="1"/>
          </p:cNvSpPr>
          <p:nvPr/>
        </p:nvSpPr>
        <p:spPr>
          <a:xfrm>
            <a:off x="8719482" y="3255429"/>
            <a:ext cx="144000" cy="14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00" name="Ellipse 99">
            <a:extLst>
              <a:ext uri="{FF2B5EF4-FFF2-40B4-BE49-F238E27FC236}">
                <a16:creationId xmlns:a16="http://schemas.microsoft.com/office/drawing/2014/main" id="{30D795BE-D50B-2E80-2ED5-618FB1416C47}"/>
              </a:ext>
            </a:extLst>
          </p:cNvPr>
          <p:cNvSpPr>
            <a:spLocks noChangeAspect="1"/>
          </p:cNvSpPr>
          <p:nvPr/>
        </p:nvSpPr>
        <p:spPr>
          <a:xfrm>
            <a:off x="7705474" y="6020865"/>
            <a:ext cx="144000" cy="14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01" name="Ellipse 100">
            <a:extLst>
              <a:ext uri="{FF2B5EF4-FFF2-40B4-BE49-F238E27FC236}">
                <a16:creationId xmlns:a16="http://schemas.microsoft.com/office/drawing/2014/main" id="{4A0CE400-587F-7CC3-5525-1488CDB3A0F9}"/>
              </a:ext>
            </a:extLst>
          </p:cNvPr>
          <p:cNvSpPr>
            <a:spLocks noChangeAspect="1"/>
          </p:cNvSpPr>
          <p:nvPr/>
        </p:nvSpPr>
        <p:spPr>
          <a:xfrm>
            <a:off x="8271807" y="1507592"/>
            <a:ext cx="144000" cy="14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02" name="Textfeld 101">
            <a:extLst>
              <a:ext uri="{FF2B5EF4-FFF2-40B4-BE49-F238E27FC236}">
                <a16:creationId xmlns:a16="http://schemas.microsoft.com/office/drawing/2014/main" id="{E7355994-7BD9-CAFE-3CCB-B06501FA00A4}"/>
              </a:ext>
            </a:extLst>
          </p:cNvPr>
          <p:cNvSpPr txBox="1"/>
          <p:nvPr/>
        </p:nvSpPr>
        <p:spPr>
          <a:xfrm>
            <a:off x="8503795" y="1424656"/>
            <a:ext cx="1359498" cy="307777"/>
          </a:xfrm>
          <a:prstGeom prst="rect">
            <a:avLst/>
          </a:prstGeom>
          <a:noFill/>
        </p:spPr>
        <p:txBody>
          <a:bodyPr wrap="square" lIns="0" tIns="0" rIns="0" bIns="0" rtlCol="0">
            <a:spAutoFit/>
          </a:bodyPr>
          <a:lstStyle/>
          <a:p>
            <a:r>
              <a:rPr lang="de-CH" sz="2000" dirty="0"/>
              <a:t>St. Gallen</a:t>
            </a:r>
          </a:p>
        </p:txBody>
      </p:sp>
      <p:sp>
        <p:nvSpPr>
          <p:cNvPr id="103" name="Textfeld 102">
            <a:extLst>
              <a:ext uri="{FF2B5EF4-FFF2-40B4-BE49-F238E27FC236}">
                <a16:creationId xmlns:a16="http://schemas.microsoft.com/office/drawing/2014/main" id="{CC834EE5-F048-CC7B-EEEA-25245511F0BB}"/>
              </a:ext>
            </a:extLst>
          </p:cNvPr>
          <p:cNvSpPr txBox="1"/>
          <p:nvPr/>
        </p:nvSpPr>
        <p:spPr>
          <a:xfrm>
            <a:off x="8941945" y="3167732"/>
            <a:ext cx="1359498" cy="307777"/>
          </a:xfrm>
          <a:prstGeom prst="rect">
            <a:avLst/>
          </a:prstGeom>
          <a:noFill/>
        </p:spPr>
        <p:txBody>
          <a:bodyPr wrap="square" lIns="0" tIns="0" rIns="0" bIns="0" rtlCol="0">
            <a:spAutoFit/>
          </a:bodyPr>
          <a:lstStyle/>
          <a:p>
            <a:r>
              <a:rPr lang="de-CH" sz="2000" dirty="0"/>
              <a:t>Chur</a:t>
            </a:r>
          </a:p>
        </p:txBody>
      </p:sp>
      <p:sp>
        <p:nvSpPr>
          <p:cNvPr id="104" name="Textfeld 103">
            <a:extLst>
              <a:ext uri="{FF2B5EF4-FFF2-40B4-BE49-F238E27FC236}">
                <a16:creationId xmlns:a16="http://schemas.microsoft.com/office/drawing/2014/main" id="{37CF1BC4-1A90-CF0D-A5EF-00B21FEC2B94}"/>
              </a:ext>
            </a:extLst>
          </p:cNvPr>
          <p:cNvSpPr txBox="1"/>
          <p:nvPr/>
        </p:nvSpPr>
        <p:spPr>
          <a:xfrm>
            <a:off x="6432108" y="2562894"/>
            <a:ext cx="1359498" cy="307777"/>
          </a:xfrm>
          <a:prstGeom prst="rect">
            <a:avLst/>
          </a:prstGeom>
          <a:noFill/>
        </p:spPr>
        <p:txBody>
          <a:bodyPr wrap="square" lIns="0" tIns="0" rIns="0" bIns="0" rtlCol="0">
            <a:spAutoFit/>
          </a:bodyPr>
          <a:lstStyle/>
          <a:p>
            <a:r>
              <a:rPr lang="de-CH" sz="2000" dirty="0"/>
              <a:t>Luzern</a:t>
            </a:r>
          </a:p>
        </p:txBody>
      </p:sp>
      <p:sp>
        <p:nvSpPr>
          <p:cNvPr id="105" name="Textfeld 104">
            <a:extLst>
              <a:ext uri="{FF2B5EF4-FFF2-40B4-BE49-F238E27FC236}">
                <a16:creationId xmlns:a16="http://schemas.microsoft.com/office/drawing/2014/main" id="{90703BFD-641E-C020-7220-FCA4AEC4A3DC}"/>
              </a:ext>
            </a:extLst>
          </p:cNvPr>
          <p:cNvSpPr txBox="1"/>
          <p:nvPr/>
        </p:nvSpPr>
        <p:spPr>
          <a:xfrm>
            <a:off x="7336011" y="1192730"/>
            <a:ext cx="1359498" cy="307777"/>
          </a:xfrm>
          <a:prstGeom prst="rect">
            <a:avLst/>
          </a:prstGeom>
          <a:noFill/>
        </p:spPr>
        <p:txBody>
          <a:bodyPr wrap="square" lIns="0" tIns="0" rIns="0" bIns="0" rtlCol="0">
            <a:spAutoFit/>
          </a:bodyPr>
          <a:lstStyle/>
          <a:p>
            <a:r>
              <a:rPr lang="de-CH" sz="2000" dirty="0"/>
              <a:t>Winterthur</a:t>
            </a:r>
          </a:p>
        </p:txBody>
      </p:sp>
      <p:sp>
        <p:nvSpPr>
          <p:cNvPr id="106" name="Textfeld 105">
            <a:extLst>
              <a:ext uri="{FF2B5EF4-FFF2-40B4-BE49-F238E27FC236}">
                <a16:creationId xmlns:a16="http://schemas.microsoft.com/office/drawing/2014/main" id="{7977FB1E-5DA8-C085-3FB1-D37A94AD5ECD}"/>
              </a:ext>
            </a:extLst>
          </p:cNvPr>
          <p:cNvSpPr txBox="1"/>
          <p:nvPr/>
        </p:nvSpPr>
        <p:spPr>
          <a:xfrm>
            <a:off x="4759499" y="2802455"/>
            <a:ext cx="1359498" cy="307777"/>
          </a:xfrm>
          <a:prstGeom prst="rect">
            <a:avLst/>
          </a:prstGeom>
          <a:noFill/>
        </p:spPr>
        <p:txBody>
          <a:bodyPr wrap="square" lIns="0" tIns="0" rIns="0" bIns="0" rtlCol="0">
            <a:spAutoFit/>
          </a:bodyPr>
          <a:lstStyle/>
          <a:p>
            <a:r>
              <a:rPr lang="de-CH" sz="2000" dirty="0"/>
              <a:t>Bern</a:t>
            </a:r>
          </a:p>
        </p:txBody>
      </p:sp>
      <p:sp>
        <p:nvSpPr>
          <p:cNvPr id="107" name="Textfeld 106">
            <a:extLst>
              <a:ext uri="{FF2B5EF4-FFF2-40B4-BE49-F238E27FC236}">
                <a16:creationId xmlns:a16="http://schemas.microsoft.com/office/drawing/2014/main" id="{E1593AAF-92B5-65B4-D88E-78ED1E9A3762}"/>
              </a:ext>
            </a:extLst>
          </p:cNvPr>
          <p:cNvSpPr txBox="1"/>
          <p:nvPr/>
        </p:nvSpPr>
        <p:spPr>
          <a:xfrm>
            <a:off x="4321472" y="2328501"/>
            <a:ext cx="1359498" cy="307777"/>
          </a:xfrm>
          <a:prstGeom prst="rect">
            <a:avLst/>
          </a:prstGeom>
          <a:noFill/>
        </p:spPr>
        <p:txBody>
          <a:bodyPr wrap="square" lIns="0" tIns="0" rIns="0" bIns="0" rtlCol="0">
            <a:spAutoFit/>
          </a:bodyPr>
          <a:lstStyle/>
          <a:p>
            <a:r>
              <a:rPr lang="de-CH" sz="2000" dirty="0"/>
              <a:t>Biel</a:t>
            </a:r>
          </a:p>
        </p:txBody>
      </p:sp>
      <p:sp>
        <p:nvSpPr>
          <p:cNvPr id="108" name="Textfeld 107">
            <a:extLst>
              <a:ext uri="{FF2B5EF4-FFF2-40B4-BE49-F238E27FC236}">
                <a16:creationId xmlns:a16="http://schemas.microsoft.com/office/drawing/2014/main" id="{EE0E966A-24FC-FBD0-C2EB-C5157D745B2E}"/>
              </a:ext>
            </a:extLst>
          </p:cNvPr>
          <p:cNvSpPr txBox="1"/>
          <p:nvPr/>
        </p:nvSpPr>
        <p:spPr>
          <a:xfrm>
            <a:off x="2966150" y="4163459"/>
            <a:ext cx="1359498" cy="307777"/>
          </a:xfrm>
          <a:prstGeom prst="rect">
            <a:avLst/>
          </a:prstGeom>
          <a:noFill/>
        </p:spPr>
        <p:txBody>
          <a:bodyPr wrap="square" lIns="0" tIns="0" rIns="0" bIns="0" rtlCol="0">
            <a:spAutoFit/>
          </a:bodyPr>
          <a:lstStyle/>
          <a:p>
            <a:r>
              <a:rPr lang="de-CH" sz="2000" dirty="0"/>
              <a:t>Lausanne</a:t>
            </a:r>
          </a:p>
        </p:txBody>
      </p:sp>
      <p:sp>
        <p:nvSpPr>
          <p:cNvPr id="109" name="Textfeld 108">
            <a:extLst>
              <a:ext uri="{FF2B5EF4-FFF2-40B4-BE49-F238E27FC236}">
                <a16:creationId xmlns:a16="http://schemas.microsoft.com/office/drawing/2014/main" id="{4A7E76F3-E347-419D-301B-97E525997D55}"/>
              </a:ext>
            </a:extLst>
          </p:cNvPr>
          <p:cNvSpPr txBox="1"/>
          <p:nvPr/>
        </p:nvSpPr>
        <p:spPr>
          <a:xfrm>
            <a:off x="2001306" y="5145429"/>
            <a:ext cx="1359498" cy="307777"/>
          </a:xfrm>
          <a:prstGeom prst="rect">
            <a:avLst/>
          </a:prstGeom>
          <a:noFill/>
        </p:spPr>
        <p:txBody>
          <a:bodyPr wrap="square" lIns="0" tIns="0" rIns="0" bIns="0" rtlCol="0">
            <a:spAutoFit/>
          </a:bodyPr>
          <a:lstStyle/>
          <a:p>
            <a:r>
              <a:rPr lang="de-CH" sz="2000" dirty="0"/>
              <a:t>Genf</a:t>
            </a:r>
          </a:p>
        </p:txBody>
      </p:sp>
      <p:sp>
        <p:nvSpPr>
          <p:cNvPr id="110" name="Textfeld 109">
            <a:extLst>
              <a:ext uri="{FF2B5EF4-FFF2-40B4-BE49-F238E27FC236}">
                <a16:creationId xmlns:a16="http://schemas.microsoft.com/office/drawing/2014/main" id="{D23D0CF2-40BD-FF53-9D46-704D5AFC4A02}"/>
              </a:ext>
            </a:extLst>
          </p:cNvPr>
          <p:cNvSpPr txBox="1"/>
          <p:nvPr/>
        </p:nvSpPr>
        <p:spPr>
          <a:xfrm>
            <a:off x="4500666" y="5092089"/>
            <a:ext cx="1359498" cy="307777"/>
          </a:xfrm>
          <a:prstGeom prst="rect">
            <a:avLst/>
          </a:prstGeom>
          <a:noFill/>
        </p:spPr>
        <p:txBody>
          <a:bodyPr wrap="square" lIns="0" tIns="0" rIns="0" bIns="0" rtlCol="0">
            <a:spAutoFit/>
          </a:bodyPr>
          <a:lstStyle/>
          <a:p>
            <a:r>
              <a:rPr lang="de-CH" sz="2000" dirty="0"/>
              <a:t>Sion</a:t>
            </a:r>
          </a:p>
        </p:txBody>
      </p:sp>
      <p:sp>
        <p:nvSpPr>
          <p:cNvPr id="111" name="Textfeld 110">
            <a:extLst>
              <a:ext uri="{FF2B5EF4-FFF2-40B4-BE49-F238E27FC236}">
                <a16:creationId xmlns:a16="http://schemas.microsoft.com/office/drawing/2014/main" id="{9806AD65-536B-7C93-E186-64ACB001F7AA}"/>
              </a:ext>
            </a:extLst>
          </p:cNvPr>
          <p:cNvSpPr txBox="1"/>
          <p:nvPr/>
        </p:nvSpPr>
        <p:spPr>
          <a:xfrm>
            <a:off x="7933233" y="5929047"/>
            <a:ext cx="1359498" cy="307777"/>
          </a:xfrm>
          <a:prstGeom prst="rect">
            <a:avLst/>
          </a:prstGeom>
          <a:noFill/>
        </p:spPr>
        <p:txBody>
          <a:bodyPr wrap="square" lIns="0" tIns="0" rIns="0" bIns="0" rtlCol="0">
            <a:spAutoFit/>
          </a:bodyPr>
          <a:lstStyle/>
          <a:p>
            <a:r>
              <a:rPr lang="de-CH" sz="2000" dirty="0"/>
              <a:t>Lugano</a:t>
            </a:r>
          </a:p>
        </p:txBody>
      </p:sp>
      <p:grpSp>
        <p:nvGrpSpPr>
          <p:cNvPr id="6" name="Gruppieren 5">
            <a:extLst>
              <a:ext uri="{FF2B5EF4-FFF2-40B4-BE49-F238E27FC236}">
                <a16:creationId xmlns:a16="http://schemas.microsoft.com/office/drawing/2014/main" id="{8F3DF284-3DD9-2FB0-E862-1B8258B7BA8B}"/>
              </a:ext>
            </a:extLst>
          </p:cNvPr>
          <p:cNvGrpSpPr/>
          <p:nvPr/>
        </p:nvGrpSpPr>
        <p:grpSpPr>
          <a:xfrm flipH="1">
            <a:off x="951757" y="1424656"/>
            <a:ext cx="2256940" cy="1296521"/>
            <a:chOff x="8876815" y="3017552"/>
            <a:chExt cx="2256940" cy="1332420"/>
          </a:xfrm>
          <a:solidFill>
            <a:schemeClr val="accent6"/>
          </a:solidFill>
        </p:grpSpPr>
        <p:sp>
          <p:nvSpPr>
            <p:cNvPr id="7" name="Rechteck 6">
              <a:extLst>
                <a:ext uri="{FF2B5EF4-FFF2-40B4-BE49-F238E27FC236}">
                  <a16:creationId xmlns:a16="http://schemas.microsoft.com/office/drawing/2014/main" id="{C8343CA3-735A-EAD2-70EA-0BEB4ACDF0CF}"/>
                </a:ext>
              </a:extLst>
            </p:cNvPr>
            <p:cNvSpPr/>
            <p:nvPr/>
          </p:nvSpPr>
          <p:spPr>
            <a:xfrm>
              <a:off x="8876817" y="3017552"/>
              <a:ext cx="2256938" cy="103374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72000" rIns="72000" bIns="72000" rtlCol="0" anchor="ctr"/>
            <a:lstStyle/>
            <a:p>
              <a:pPr>
                <a:lnSpc>
                  <a:spcPct val="97000"/>
                </a:lnSpc>
              </a:pPr>
              <a:r>
                <a:rPr lang="de-CH" sz="1200" b="1" spc="30" dirty="0">
                  <a:solidFill>
                    <a:schemeClr val="tx1"/>
                  </a:solidFill>
                </a:rPr>
                <a:t>Hinweis</a:t>
              </a:r>
            </a:p>
            <a:p>
              <a:pPr>
                <a:lnSpc>
                  <a:spcPct val="97000"/>
                </a:lnSpc>
              </a:pPr>
              <a:r>
                <a:rPr lang="de-CH" sz="1200" spc="30" dirty="0">
                  <a:solidFill>
                    <a:schemeClr val="tx1"/>
                  </a:solidFill>
                </a:rPr>
                <a:t>Kantone können über Formformat &gt; Fülleffekt separat umgefärbt werden. </a:t>
              </a:r>
            </a:p>
          </p:txBody>
        </p:sp>
        <p:sp>
          <p:nvSpPr>
            <p:cNvPr id="9" name="Rechtwinkliges Dreieck 8">
              <a:extLst>
                <a:ext uri="{FF2B5EF4-FFF2-40B4-BE49-F238E27FC236}">
                  <a16:creationId xmlns:a16="http://schemas.microsoft.com/office/drawing/2014/main" id="{885866F5-A695-F56B-D9EF-078A434522D2}"/>
                </a:ext>
              </a:extLst>
            </p:cNvPr>
            <p:cNvSpPr/>
            <p:nvPr/>
          </p:nvSpPr>
          <p:spPr>
            <a:xfrm flipV="1">
              <a:off x="8876815" y="4034461"/>
              <a:ext cx="315529" cy="315511"/>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spTree>
    <p:extLst>
      <p:ext uri="{BB962C8B-B14F-4D97-AF65-F5344CB8AC3E}">
        <p14:creationId xmlns:p14="http://schemas.microsoft.com/office/powerpoint/2010/main" val="414196681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8475A101-0205-6888-1E20-8BA7CD462DC4}"/>
              </a:ext>
            </a:extLst>
          </p:cNvPr>
          <p:cNvSpPr>
            <a:spLocks noGrp="1"/>
          </p:cNvSpPr>
          <p:nvPr>
            <p:ph type="dt" sz="half" idx="10"/>
          </p:nvPr>
        </p:nvSpPr>
        <p:spPr/>
        <p:txBody>
          <a:bodyPr/>
          <a:lstStyle/>
          <a:p>
            <a:fld id="{F01514DF-B7E2-45F4-BF47-C79021923C89}" type="datetime4">
              <a:rPr lang="de-CH" smtClean="0"/>
              <a:t>8. Februar 2026</a:t>
            </a:fld>
            <a:endParaRPr lang="de-CH" dirty="0"/>
          </a:p>
        </p:txBody>
      </p:sp>
      <p:sp>
        <p:nvSpPr>
          <p:cNvPr id="4" name="Fußzeilenplatzhalter 3">
            <a:extLst>
              <a:ext uri="{FF2B5EF4-FFF2-40B4-BE49-F238E27FC236}">
                <a16:creationId xmlns:a16="http://schemas.microsoft.com/office/drawing/2014/main" id="{CDDDC4AE-2CAC-006E-D021-DA82EAE5A07C}"/>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5" name="Foliennummernplatzhalter 4">
            <a:extLst>
              <a:ext uri="{FF2B5EF4-FFF2-40B4-BE49-F238E27FC236}">
                <a16:creationId xmlns:a16="http://schemas.microsoft.com/office/drawing/2014/main" id="{024C5B6F-BD1E-8742-66F0-503F4042F27D}"/>
              </a:ext>
            </a:extLst>
          </p:cNvPr>
          <p:cNvSpPr>
            <a:spLocks noGrp="1"/>
          </p:cNvSpPr>
          <p:nvPr>
            <p:ph type="sldNum" sz="quarter" idx="12"/>
          </p:nvPr>
        </p:nvSpPr>
        <p:spPr/>
        <p:txBody>
          <a:bodyPr/>
          <a:lstStyle/>
          <a:p>
            <a:fld id="{442AD375-037F-43D0-B059-5172DA06796A}" type="slidenum">
              <a:rPr lang="de-CH" smtClean="0"/>
              <a:pPr/>
              <a:t>76</a:t>
            </a:fld>
            <a:endParaRPr lang="de-CH" dirty="0"/>
          </a:p>
        </p:txBody>
      </p:sp>
      <p:sp>
        <p:nvSpPr>
          <p:cNvPr id="2" name="Titel 1">
            <a:extLst>
              <a:ext uri="{FF2B5EF4-FFF2-40B4-BE49-F238E27FC236}">
                <a16:creationId xmlns:a16="http://schemas.microsoft.com/office/drawing/2014/main" id="{4AF76E47-DF7E-F10C-C342-12ABA1922158}"/>
              </a:ext>
            </a:extLst>
          </p:cNvPr>
          <p:cNvSpPr>
            <a:spLocks noGrp="1"/>
          </p:cNvSpPr>
          <p:nvPr>
            <p:ph type="title"/>
          </p:nvPr>
        </p:nvSpPr>
        <p:spPr/>
        <p:txBody>
          <a:bodyPr/>
          <a:lstStyle/>
          <a:p>
            <a:r>
              <a:rPr lang="de-CH" dirty="0"/>
              <a:t>Titel</a:t>
            </a:r>
          </a:p>
        </p:txBody>
      </p:sp>
      <p:grpSp>
        <p:nvGrpSpPr>
          <p:cNvPr id="6" name="Gruppieren 5">
            <a:extLst>
              <a:ext uri="{FF2B5EF4-FFF2-40B4-BE49-F238E27FC236}">
                <a16:creationId xmlns:a16="http://schemas.microsoft.com/office/drawing/2014/main" id="{6CC90F91-29F7-4F9D-989A-2FF3D739AFD2}"/>
              </a:ext>
            </a:extLst>
          </p:cNvPr>
          <p:cNvGrpSpPr/>
          <p:nvPr/>
        </p:nvGrpSpPr>
        <p:grpSpPr>
          <a:xfrm>
            <a:off x="1454254" y="440667"/>
            <a:ext cx="9341746" cy="6261350"/>
            <a:chOff x="1454254" y="440667"/>
            <a:chExt cx="9341746" cy="6261350"/>
          </a:xfrm>
        </p:grpSpPr>
        <p:sp>
          <p:nvSpPr>
            <p:cNvPr id="7" name="Freihandform: Form 6">
              <a:extLst>
                <a:ext uri="{FF2B5EF4-FFF2-40B4-BE49-F238E27FC236}">
                  <a16:creationId xmlns:a16="http://schemas.microsoft.com/office/drawing/2014/main" id="{DBA8F4F2-87A7-1FBB-98B0-9A2A787FA0EB}"/>
                </a:ext>
              </a:extLst>
            </p:cNvPr>
            <p:cNvSpPr/>
            <p:nvPr/>
          </p:nvSpPr>
          <p:spPr>
            <a:xfrm>
              <a:off x="6389779" y="823574"/>
              <a:ext cx="1269406" cy="1592588"/>
            </a:xfrm>
            <a:custGeom>
              <a:avLst/>
              <a:gdLst>
                <a:gd name="connsiteX0" fmla="*/ 603061 w 1269406"/>
                <a:gd name="connsiteY0" fmla="*/ 958387 h 1592588"/>
                <a:gd name="connsiteX1" fmla="*/ 596528 w 1269406"/>
                <a:gd name="connsiteY1" fmla="*/ 963078 h 1592588"/>
                <a:gd name="connsiteX2" fmla="*/ 594571 w 1269406"/>
                <a:gd name="connsiteY2" fmla="*/ 973538 h 1592588"/>
                <a:gd name="connsiteX3" fmla="*/ 595740 w 1269406"/>
                <a:gd name="connsiteY3" fmla="*/ 988587 h 1592588"/>
                <a:gd name="connsiteX4" fmla="*/ 603710 w 1269406"/>
                <a:gd name="connsiteY4" fmla="*/ 1002034 h 1592588"/>
                <a:gd name="connsiteX5" fmla="*/ 611793 w 1269406"/>
                <a:gd name="connsiteY5" fmla="*/ 1012355 h 1592588"/>
                <a:gd name="connsiteX6" fmla="*/ 618974 w 1269406"/>
                <a:gd name="connsiteY6" fmla="*/ 1015774 h 1592588"/>
                <a:gd name="connsiteX7" fmla="*/ 624325 w 1269406"/>
                <a:gd name="connsiteY7" fmla="*/ 1028840 h 1592588"/>
                <a:gd name="connsiteX8" fmla="*/ 631367 w 1269406"/>
                <a:gd name="connsiteY8" fmla="*/ 1035195 h 1592588"/>
                <a:gd name="connsiteX9" fmla="*/ 641408 w 1269406"/>
                <a:gd name="connsiteY9" fmla="*/ 1037026 h 1592588"/>
                <a:gd name="connsiteX10" fmla="*/ 657931 w 1269406"/>
                <a:gd name="connsiteY10" fmla="*/ 1061175 h 1592588"/>
                <a:gd name="connsiteX11" fmla="*/ 667324 w 1269406"/>
                <a:gd name="connsiteY11" fmla="*/ 1082350 h 1592588"/>
                <a:gd name="connsiteX12" fmla="*/ 672675 w 1269406"/>
                <a:gd name="connsiteY12" fmla="*/ 1091362 h 1592588"/>
                <a:gd name="connsiteX13" fmla="*/ 672154 w 1269406"/>
                <a:gd name="connsiteY13" fmla="*/ 1100907 h 1592588"/>
                <a:gd name="connsiteX14" fmla="*/ 675967 w 1269406"/>
                <a:gd name="connsiteY14" fmla="*/ 1109664 h 1592588"/>
                <a:gd name="connsiteX15" fmla="*/ 689262 w 1269406"/>
                <a:gd name="connsiteY15" fmla="*/ 1110313 h 1592588"/>
                <a:gd name="connsiteX16" fmla="*/ 688614 w 1269406"/>
                <a:gd name="connsiteY16" fmla="*/ 1102610 h 1592588"/>
                <a:gd name="connsiteX17" fmla="*/ 692795 w 1269406"/>
                <a:gd name="connsiteY17" fmla="*/ 1095797 h 1592588"/>
                <a:gd name="connsiteX18" fmla="*/ 704539 w 1269406"/>
                <a:gd name="connsiteY18" fmla="*/ 1095543 h 1592588"/>
                <a:gd name="connsiteX19" fmla="*/ 708200 w 1269406"/>
                <a:gd name="connsiteY19" fmla="*/ 1087167 h 1592588"/>
                <a:gd name="connsiteX20" fmla="*/ 708327 w 1269406"/>
                <a:gd name="connsiteY20" fmla="*/ 1074368 h 1592588"/>
                <a:gd name="connsiteX21" fmla="*/ 687444 w 1269406"/>
                <a:gd name="connsiteY21" fmla="*/ 1062992 h 1592588"/>
                <a:gd name="connsiteX22" fmla="*/ 674391 w 1269406"/>
                <a:gd name="connsiteY22" fmla="*/ 1051896 h 1592588"/>
                <a:gd name="connsiteX23" fmla="*/ 670349 w 1269406"/>
                <a:gd name="connsiteY23" fmla="*/ 1042885 h 1592588"/>
                <a:gd name="connsiteX24" fmla="*/ 671531 w 1269406"/>
                <a:gd name="connsiteY24" fmla="*/ 1024569 h 1592588"/>
                <a:gd name="connsiteX25" fmla="*/ 668519 w 1269406"/>
                <a:gd name="connsiteY25" fmla="*/ 1015672 h 1592588"/>
                <a:gd name="connsiteX26" fmla="*/ 651995 w 1269406"/>
                <a:gd name="connsiteY26" fmla="*/ 988485 h 1592588"/>
                <a:gd name="connsiteX27" fmla="*/ 639082 w 1269406"/>
                <a:gd name="connsiteY27" fmla="*/ 981940 h 1592588"/>
                <a:gd name="connsiteX28" fmla="*/ 618212 w 1269406"/>
                <a:gd name="connsiteY28" fmla="*/ 955248 h 1592588"/>
                <a:gd name="connsiteX29" fmla="*/ 115892 w 1269406"/>
                <a:gd name="connsiteY29" fmla="*/ 1201152 h 1592588"/>
                <a:gd name="connsiteX30" fmla="*/ 143549 w 1269406"/>
                <a:gd name="connsiteY30" fmla="*/ 1177880 h 1592588"/>
                <a:gd name="connsiteX31" fmla="*/ 158687 w 1269406"/>
                <a:gd name="connsiteY31" fmla="*/ 1135542 h 1592588"/>
                <a:gd name="connsiteX32" fmla="*/ 168855 w 1269406"/>
                <a:gd name="connsiteY32" fmla="*/ 1133585 h 1592588"/>
                <a:gd name="connsiteX33" fmla="*/ 189077 w 1269406"/>
                <a:gd name="connsiteY33" fmla="*/ 1101288 h 1592588"/>
                <a:gd name="connsiteX34" fmla="*/ 185556 w 1269406"/>
                <a:gd name="connsiteY34" fmla="*/ 1081676 h 1592588"/>
                <a:gd name="connsiteX35" fmla="*/ 151366 w 1269406"/>
                <a:gd name="connsiteY35" fmla="*/ 1102470 h 1592588"/>
                <a:gd name="connsiteX36" fmla="*/ 110388 w 1269406"/>
                <a:gd name="connsiteY36" fmla="*/ 1096458 h 1592588"/>
                <a:gd name="connsiteX37" fmla="*/ 117823 w 1269406"/>
                <a:gd name="connsiteY37" fmla="*/ 1070835 h 1592588"/>
                <a:gd name="connsiteX38" fmla="*/ 97716 w 1269406"/>
                <a:gd name="connsiteY38" fmla="*/ 1027061 h 1592588"/>
                <a:gd name="connsiteX39" fmla="*/ 93903 w 1269406"/>
                <a:gd name="connsiteY39" fmla="*/ 990455 h 1592588"/>
                <a:gd name="connsiteX40" fmla="*/ 100029 w 1269406"/>
                <a:gd name="connsiteY40" fmla="*/ 982728 h 1592588"/>
                <a:gd name="connsiteX41" fmla="*/ 84103 w 1269406"/>
                <a:gd name="connsiteY41" fmla="*/ 971504 h 1592588"/>
                <a:gd name="connsiteX42" fmla="*/ 82273 w 1269406"/>
                <a:gd name="connsiteY42" fmla="*/ 958693 h 1592588"/>
                <a:gd name="connsiteX43" fmla="*/ 75499 w 1269406"/>
                <a:gd name="connsiteY43" fmla="*/ 901840 h 1592588"/>
                <a:gd name="connsiteX44" fmla="*/ 6584 w 1269406"/>
                <a:gd name="connsiteY44" fmla="*/ 889295 h 1592588"/>
                <a:gd name="connsiteX45" fmla="*/ 6063 w 1269406"/>
                <a:gd name="connsiteY45" fmla="*/ 877525 h 1592588"/>
                <a:gd name="connsiteX46" fmla="*/ 46913 w 1269406"/>
                <a:gd name="connsiteY46" fmla="*/ 871907 h 1592588"/>
                <a:gd name="connsiteX47" fmla="*/ 55810 w 1269406"/>
                <a:gd name="connsiteY47" fmla="*/ 800667 h 1592588"/>
                <a:gd name="connsiteX48" fmla="*/ 43800 w 1269406"/>
                <a:gd name="connsiteY48" fmla="*/ 798849 h 1592588"/>
                <a:gd name="connsiteX49" fmla="*/ 48362 w 1269406"/>
                <a:gd name="connsiteY49" fmla="*/ 780940 h 1592588"/>
                <a:gd name="connsiteX50" fmla="*/ 38321 w 1269406"/>
                <a:gd name="connsiteY50" fmla="*/ 748135 h 1592588"/>
                <a:gd name="connsiteX51" fmla="*/ 56853 w 1269406"/>
                <a:gd name="connsiteY51" fmla="*/ 734154 h 1592588"/>
                <a:gd name="connsiteX52" fmla="*/ 10905 w 1269406"/>
                <a:gd name="connsiteY52" fmla="*/ 685143 h 1592588"/>
                <a:gd name="connsiteX53" fmla="*/ 29767 w 1269406"/>
                <a:gd name="connsiteY53" fmla="*/ 672039 h 1592588"/>
                <a:gd name="connsiteX54" fmla="*/ 25332 w 1269406"/>
                <a:gd name="connsiteY54" fmla="*/ 641331 h 1592588"/>
                <a:gd name="connsiteX55" fmla="*/ 4995 w 1269406"/>
                <a:gd name="connsiteY55" fmla="*/ 643289 h 1592588"/>
                <a:gd name="connsiteX56" fmla="*/ 0 w 1269406"/>
                <a:gd name="connsiteY56" fmla="*/ 556376 h 1592588"/>
                <a:gd name="connsiteX57" fmla="*/ 31979 w 1269406"/>
                <a:gd name="connsiteY57" fmla="*/ 549055 h 1592588"/>
                <a:gd name="connsiteX58" fmla="*/ 50650 w 1269406"/>
                <a:gd name="connsiteY58" fmla="*/ 499664 h 1592588"/>
                <a:gd name="connsiteX59" fmla="*/ 61733 w 1269406"/>
                <a:gd name="connsiteY59" fmla="*/ 503311 h 1592588"/>
                <a:gd name="connsiteX60" fmla="*/ 71266 w 1269406"/>
                <a:gd name="connsiteY60" fmla="*/ 505015 h 1592588"/>
                <a:gd name="connsiteX61" fmla="*/ 82870 w 1269406"/>
                <a:gd name="connsiteY61" fmla="*/ 486051 h 1592588"/>
                <a:gd name="connsiteX62" fmla="*/ 76350 w 1269406"/>
                <a:gd name="connsiteY62" fmla="*/ 467367 h 1592588"/>
                <a:gd name="connsiteX63" fmla="*/ 112231 w 1269406"/>
                <a:gd name="connsiteY63" fmla="*/ 448810 h 1592588"/>
                <a:gd name="connsiteX64" fmla="*/ 113807 w 1269406"/>
                <a:gd name="connsiteY64" fmla="*/ 401630 h 1592588"/>
                <a:gd name="connsiteX65" fmla="*/ 128030 w 1269406"/>
                <a:gd name="connsiteY65" fmla="*/ 382564 h 1592588"/>
                <a:gd name="connsiteX66" fmla="*/ 151391 w 1269406"/>
                <a:gd name="connsiteY66" fmla="*/ 384776 h 1592588"/>
                <a:gd name="connsiteX67" fmla="*/ 205283 w 1269406"/>
                <a:gd name="connsiteY67" fmla="*/ 368583 h 1592588"/>
                <a:gd name="connsiteX68" fmla="*/ 222772 w 1269406"/>
                <a:gd name="connsiteY68" fmla="*/ 362050 h 1592588"/>
                <a:gd name="connsiteX69" fmla="*/ 245650 w 1269406"/>
                <a:gd name="connsiteY69" fmla="*/ 353293 h 1592588"/>
                <a:gd name="connsiteX70" fmla="*/ 265986 w 1269406"/>
                <a:gd name="connsiteY70" fmla="*/ 341790 h 1592588"/>
                <a:gd name="connsiteX71" fmla="*/ 251103 w 1269406"/>
                <a:gd name="connsiteY71" fmla="*/ 322318 h 1592588"/>
                <a:gd name="connsiteX72" fmla="*/ 213125 w 1269406"/>
                <a:gd name="connsiteY72" fmla="*/ 333681 h 1592588"/>
                <a:gd name="connsiteX73" fmla="*/ 197211 w 1269406"/>
                <a:gd name="connsiteY73" fmla="*/ 320348 h 1592588"/>
                <a:gd name="connsiteX74" fmla="*/ 188975 w 1269406"/>
                <a:gd name="connsiteY74" fmla="*/ 278913 h 1592588"/>
                <a:gd name="connsiteX75" fmla="*/ 231148 w 1269406"/>
                <a:gd name="connsiteY75" fmla="*/ 253696 h 1592588"/>
                <a:gd name="connsiteX76" fmla="*/ 241710 w 1269406"/>
                <a:gd name="connsiteY76" fmla="*/ 239320 h 1592588"/>
                <a:gd name="connsiteX77" fmla="*/ 292335 w 1269406"/>
                <a:gd name="connsiteY77" fmla="*/ 232126 h 1592588"/>
                <a:gd name="connsiteX78" fmla="*/ 308388 w 1269406"/>
                <a:gd name="connsiteY78" fmla="*/ 188467 h 1592588"/>
                <a:gd name="connsiteX79" fmla="*/ 355632 w 1269406"/>
                <a:gd name="connsiteY79" fmla="*/ 187298 h 1592588"/>
                <a:gd name="connsiteX80" fmla="*/ 362813 w 1269406"/>
                <a:gd name="connsiteY80" fmla="*/ 204431 h 1592588"/>
                <a:gd name="connsiteX81" fmla="*/ 394588 w 1269406"/>
                <a:gd name="connsiteY81" fmla="*/ 203884 h 1592588"/>
                <a:gd name="connsiteX82" fmla="*/ 410527 w 1269406"/>
                <a:gd name="connsiteY82" fmla="*/ 228733 h 1592588"/>
                <a:gd name="connsiteX83" fmla="*/ 427622 w 1269406"/>
                <a:gd name="connsiteY83" fmla="*/ 236435 h 1592588"/>
                <a:gd name="connsiteX84" fmla="*/ 434791 w 1269406"/>
                <a:gd name="connsiteY84" fmla="*/ 254077 h 1592588"/>
                <a:gd name="connsiteX85" fmla="*/ 418267 w 1269406"/>
                <a:gd name="connsiteY85" fmla="*/ 262974 h 1592588"/>
                <a:gd name="connsiteX86" fmla="*/ 403384 w 1269406"/>
                <a:gd name="connsiteY86" fmla="*/ 284670 h 1592588"/>
                <a:gd name="connsiteX87" fmla="*/ 390597 w 1269406"/>
                <a:gd name="connsiteY87" fmla="*/ 290682 h 1592588"/>
                <a:gd name="connsiteX88" fmla="*/ 368278 w 1269406"/>
                <a:gd name="connsiteY88" fmla="*/ 307409 h 1592588"/>
                <a:gd name="connsiteX89" fmla="*/ 351844 w 1269406"/>
                <a:gd name="connsiteY89" fmla="*/ 320615 h 1592588"/>
                <a:gd name="connsiteX90" fmla="*/ 347408 w 1269406"/>
                <a:gd name="connsiteY90" fmla="*/ 356826 h 1592588"/>
                <a:gd name="connsiteX91" fmla="*/ 371291 w 1269406"/>
                <a:gd name="connsiteY91" fmla="*/ 360995 h 1592588"/>
                <a:gd name="connsiteX92" fmla="*/ 388500 w 1269406"/>
                <a:gd name="connsiteY92" fmla="*/ 423860 h 1592588"/>
                <a:gd name="connsiteX93" fmla="*/ 405735 w 1269406"/>
                <a:gd name="connsiteY93" fmla="*/ 409370 h 1592588"/>
                <a:gd name="connsiteX94" fmla="*/ 415789 w 1269406"/>
                <a:gd name="connsiteY94" fmla="*/ 356420 h 1592588"/>
                <a:gd name="connsiteX95" fmla="*/ 447221 w 1269406"/>
                <a:gd name="connsiteY95" fmla="*/ 307943 h 1592588"/>
                <a:gd name="connsiteX96" fmla="*/ 466287 w 1269406"/>
                <a:gd name="connsiteY96" fmla="*/ 297343 h 1592588"/>
                <a:gd name="connsiteX97" fmla="*/ 468765 w 1269406"/>
                <a:gd name="connsiteY97" fmla="*/ 265313 h 1592588"/>
                <a:gd name="connsiteX98" fmla="*/ 484170 w 1269406"/>
                <a:gd name="connsiteY98" fmla="*/ 249234 h 1592588"/>
                <a:gd name="connsiteX99" fmla="*/ 485606 w 1269406"/>
                <a:gd name="connsiteY99" fmla="*/ 231593 h 1592588"/>
                <a:gd name="connsiteX100" fmla="*/ 470214 w 1269406"/>
                <a:gd name="connsiteY100" fmla="*/ 197339 h 1592588"/>
                <a:gd name="connsiteX101" fmla="*/ 467456 w 1269406"/>
                <a:gd name="connsiteY101" fmla="*/ 153425 h 1592588"/>
                <a:gd name="connsiteX102" fmla="*/ 479073 w 1269406"/>
                <a:gd name="connsiteY102" fmla="*/ 141782 h 1592588"/>
                <a:gd name="connsiteX103" fmla="*/ 484437 w 1269406"/>
                <a:gd name="connsiteY103" fmla="*/ 125717 h 1592588"/>
                <a:gd name="connsiteX104" fmla="*/ 494999 w 1269406"/>
                <a:gd name="connsiteY104" fmla="*/ 125717 h 1592588"/>
                <a:gd name="connsiteX105" fmla="*/ 503337 w 1269406"/>
                <a:gd name="connsiteY105" fmla="*/ 137995 h 1592588"/>
                <a:gd name="connsiteX106" fmla="*/ 502688 w 1269406"/>
                <a:gd name="connsiteY106" fmla="*/ 150031 h 1592588"/>
                <a:gd name="connsiteX107" fmla="*/ 487945 w 1269406"/>
                <a:gd name="connsiteY107" fmla="*/ 162436 h 1592588"/>
                <a:gd name="connsiteX108" fmla="*/ 490957 w 1269406"/>
                <a:gd name="connsiteY108" fmla="*/ 170152 h 1592588"/>
                <a:gd name="connsiteX109" fmla="*/ 506870 w 1269406"/>
                <a:gd name="connsiteY109" fmla="*/ 168588 h 1592588"/>
                <a:gd name="connsiteX110" fmla="*/ 522123 w 1269406"/>
                <a:gd name="connsiteY110" fmla="*/ 157734 h 1592588"/>
                <a:gd name="connsiteX111" fmla="*/ 531909 w 1269406"/>
                <a:gd name="connsiteY111" fmla="*/ 137740 h 1592588"/>
                <a:gd name="connsiteX112" fmla="*/ 526953 w 1269406"/>
                <a:gd name="connsiteY112" fmla="*/ 118675 h 1592588"/>
                <a:gd name="connsiteX113" fmla="*/ 492495 w 1269406"/>
                <a:gd name="connsiteY113" fmla="*/ 81561 h 1592588"/>
                <a:gd name="connsiteX114" fmla="*/ 486509 w 1269406"/>
                <a:gd name="connsiteY114" fmla="*/ 67046 h 1592588"/>
                <a:gd name="connsiteX115" fmla="*/ 502155 w 1269406"/>
                <a:gd name="connsiteY115" fmla="*/ 46532 h 1592588"/>
                <a:gd name="connsiteX116" fmla="*/ 522262 w 1269406"/>
                <a:gd name="connsiteY116" fmla="*/ 47714 h 1592588"/>
                <a:gd name="connsiteX117" fmla="*/ 524220 w 1269406"/>
                <a:gd name="connsiteY117" fmla="*/ 7448 h 1592588"/>
                <a:gd name="connsiteX118" fmla="*/ 538709 w 1269406"/>
                <a:gd name="connsiteY118" fmla="*/ 5618 h 1592588"/>
                <a:gd name="connsiteX119" fmla="*/ 563100 w 1269406"/>
                <a:gd name="connsiteY119" fmla="*/ 0 h 1592588"/>
                <a:gd name="connsiteX120" fmla="*/ 592461 w 1269406"/>
                <a:gd name="connsiteY120" fmla="*/ 18176 h 1592588"/>
                <a:gd name="connsiteX121" fmla="*/ 613611 w 1269406"/>
                <a:gd name="connsiteY121" fmla="*/ 26399 h 1592588"/>
                <a:gd name="connsiteX122" fmla="*/ 611386 w 1269406"/>
                <a:gd name="connsiteY122" fmla="*/ 48235 h 1592588"/>
                <a:gd name="connsiteX123" fmla="*/ 630693 w 1269406"/>
                <a:gd name="connsiteY123" fmla="*/ 82985 h 1592588"/>
                <a:gd name="connsiteX124" fmla="*/ 653152 w 1269406"/>
                <a:gd name="connsiteY124" fmla="*/ 130572 h 1592588"/>
                <a:gd name="connsiteX125" fmla="*/ 711619 w 1269406"/>
                <a:gd name="connsiteY125" fmla="*/ 153844 h 1592588"/>
                <a:gd name="connsiteX126" fmla="*/ 741234 w 1269406"/>
                <a:gd name="connsiteY126" fmla="*/ 152573 h 1592588"/>
                <a:gd name="connsiteX127" fmla="*/ 772297 w 1269406"/>
                <a:gd name="connsiteY127" fmla="*/ 161725 h 1592588"/>
                <a:gd name="connsiteX128" fmla="*/ 807657 w 1269406"/>
                <a:gd name="connsiteY128" fmla="*/ 130877 h 1592588"/>
                <a:gd name="connsiteX129" fmla="*/ 874081 w 1269406"/>
                <a:gd name="connsiteY129" fmla="*/ 81739 h 1592588"/>
                <a:gd name="connsiteX130" fmla="*/ 883220 w 1269406"/>
                <a:gd name="connsiteY130" fmla="*/ 80964 h 1592588"/>
                <a:gd name="connsiteX131" fmla="*/ 887388 w 1269406"/>
                <a:gd name="connsiteY131" fmla="*/ 119260 h 1592588"/>
                <a:gd name="connsiteX132" fmla="*/ 909199 w 1269406"/>
                <a:gd name="connsiteY132" fmla="*/ 126187 h 1592588"/>
                <a:gd name="connsiteX133" fmla="*/ 931251 w 1269406"/>
                <a:gd name="connsiteY133" fmla="*/ 134550 h 1592588"/>
                <a:gd name="connsiteX134" fmla="*/ 929548 w 1269406"/>
                <a:gd name="connsiteY134" fmla="*/ 163784 h 1592588"/>
                <a:gd name="connsiteX135" fmla="*/ 888304 w 1269406"/>
                <a:gd name="connsiteY135" fmla="*/ 251230 h 1592588"/>
                <a:gd name="connsiteX136" fmla="*/ 876432 w 1269406"/>
                <a:gd name="connsiteY136" fmla="*/ 263508 h 1592588"/>
                <a:gd name="connsiteX137" fmla="*/ 855422 w 1269406"/>
                <a:gd name="connsiteY137" fmla="*/ 247175 h 1592588"/>
                <a:gd name="connsiteX138" fmla="*/ 777661 w 1269406"/>
                <a:gd name="connsiteY138" fmla="*/ 213201 h 1592588"/>
                <a:gd name="connsiteX139" fmla="*/ 758418 w 1269406"/>
                <a:gd name="connsiteY139" fmla="*/ 253378 h 1592588"/>
                <a:gd name="connsiteX140" fmla="*/ 776543 w 1269406"/>
                <a:gd name="connsiteY140" fmla="*/ 299897 h 1592588"/>
                <a:gd name="connsiteX141" fmla="*/ 804353 w 1269406"/>
                <a:gd name="connsiteY141" fmla="*/ 297953 h 1592588"/>
                <a:gd name="connsiteX142" fmla="*/ 877169 w 1269406"/>
                <a:gd name="connsiteY142" fmla="*/ 320030 h 1592588"/>
                <a:gd name="connsiteX143" fmla="*/ 902869 w 1269406"/>
                <a:gd name="connsiteY143" fmla="*/ 361974 h 1592588"/>
                <a:gd name="connsiteX144" fmla="*/ 959900 w 1269406"/>
                <a:gd name="connsiteY144" fmla="*/ 360017 h 1592588"/>
                <a:gd name="connsiteX145" fmla="*/ 984660 w 1269406"/>
                <a:gd name="connsiteY145" fmla="*/ 381980 h 1592588"/>
                <a:gd name="connsiteX146" fmla="*/ 942894 w 1269406"/>
                <a:gd name="connsiteY146" fmla="*/ 413361 h 1592588"/>
                <a:gd name="connsiteX147" fmla="*/ 966916 w 1269406"/>
                <a:gd name="connsiteY147" fmla="*/ 474523 h 1592588"/>
                <a:gd name="connsiteX148" fmla="*/ 1020807 w 1269406"/>
                <a:gd name="connsiteY148" fmla="*/ 480268 h 1592588"/>
                <a:gd name="connsiteX149" fmla="*/ 1033339 w 1269406"/>
                <a:gd name="connsiteY149" fmla="*/ 483013 h 1592588"/>
                <a:gd name="connsiteX150" fmla="*/ 1060743 w 1269406"/>
                <a:gd name="connsiteY150" fmla="*/ 486013 h 1592588"/>
                <a:gd name="connsiteX151" fmla="*/ 1083049 w 1269406"/>
                <a:gd name="connsiteY151" fmla="*/ 497782 h 1592588"/>
                <a:gd name="connsiteX152" fmla="*/ 1077317 w 1269406"/>
                <a:gd name="connsiteY152" fmla="*/ 561956 h 1592588"/>
                <a:gd name="connsiteX153" fmla="*/ 1083176 w 1269406"/>
                <a:gd name="connsiteY153" fmla="*/ 614488 h 1592588"/>
                <a:gd name="connsiteX154" fmla="*/ 1058786 w 1269406"/>
                <a:gd name="connsiteY154" fmla="*/ 624961 h 1592588"/>
                <a:gd name="connsiteX155" fmla="*/ 1055837 w 1269406"/>
                <a:gd name="connsiteY155" fmla="*/ 659075 h 1592588"/>
                <a:gd name="connsiteX156" fmla="*/ 1077774 w 1269406"/>
                <a:gd name="connsiteY156" fmla="*/ 679589 h 1592588"/>
                <a:gd name="connsiteX157" fmla="*/ 1098111 w 1269406"/>
                <a:gd name="connsiteY157" fmla="*/ 738806 h 1592588"/>
                <a:gd name="connsiteX158" fmla="*/ 1154239 w 1269406"/>
                <a:gd name="connsiteY158" fmla="*/ 758138 h 1592588"/>
                <a:gd name="connsiteX159" fmla="*/ 1153451 w 1269406"/>
                <a:gd name="connsiteY159" fmla="*/ 772005 h 1592588"/>
                <a:gd name="connsiteX160" fmla="*/ 1116261 w 1269406"/>
                <a:gd name="connsiteY160" fmla="*/ 773429 h 1592588"/>
                <a:gd name="connsiteX161" fmla="*/ 1106728 w 1269406"/>
                <a:gd name="connsiteY161" fmla="*/ 854774 h 1592588"/>
                <a:gd name="connsiteX162" fmla="*/ 1106856 w 1269406"/>
                <a:gd name="connsiteY162" fmla="*/ 864942 h 1592588"/>
                <a:gd name="connsiteX163" fmla="*/ 1177321 w 1269406"/>
                <a:gd name="connsiteY163" fmla="*/ 904280 h 1592588"/>
                <a:gd name="connsiteX164" fmla="*/ 1182405 w 1269406"/>
                <a:gd name="connsiteY164" fmla="*/ 938407 h 1592588"/>
                <a:gd name="connsiteX165" fmla="*/ 1243986 w 1269406"/>
                <a:gd name="connsiteY165" fmla="*/ 1025713 h 1592588"/>
                <a:gd name="connsiteX166" fmla="*/ 1269406 w 1269406"/>
                <a:gd name="connsiteY166" fmla="*/ 1105178 h 1592588"/>
                <a:gd name="connsiteX167" fmla="*/ 1250087 w 1269406"/>
                <a:gd name="connsiteY167" fmla="*/ 1142177 h 1592588"/>
                <a:gd name="connsiteX168" fmla="*/ 1213812 w 1269406"/>
                <a:gd name="connsiteY168" fmla="*/ 1150388 h 1592588"/>
                <a:gd name="connsiteX169" fmla="*/ 1172173 w 1269406"/>
                <a:gd name="connsiteY169" fmla="*/ 1204127 h 1592588"/>
                <a:gd name="connsiteX170" fmla="*/ 1197594 w 1269406"/>
                <a:gd name="connsiteY170" fmla="*/ 1221501 h 1592588"/>
                <a:gd name="connsiteX171" fmla="*/ 1172923 w 1269406"/>
                <a:gd name="connsiteY171" fmla="*/ 1282510 h 1592588"/>
                <a:gd name="connsiteX172" fmla="*/ 1071000 w 1269406"/>
                <a:gd name="connsiteY172" fmla="*/ 1307600 h 1592588"/>
                <a:gd name="connsiteX173" fmla="*/ 1041004 w 1269406"/>
                <a:gd name="connsiteY173" fmla="*/ 1330339 h 1592588"/>
                <a:gd name="connsiteX174" fmla="*/ 955846 w 1269406"/>
                <a:gd name="connsiteY174" fmla="*/ 1316485 h 1592588"/>
                <a:gd name="connsiteX175" fmla="*/ 916825 w 1269406"/>
                <a:gd name="connsiteY175" fmla="*/ 1324721 h 1592588"/>
                <a:gd name="connsiteX176" fmla="*/ 891506 w 1269406"/>
                <a:gd name="connsiteY176" fmla="*/ 1354399 h 1592588"/>
                <a:gd name="connsiteX177" fmla="*/ 885151 w 1269406"/>
                <a:gd name="connsiteY177" fmla="*/ 1355670 h 1592588"/>
                <a:gd name="connsiteX178" fmla="*/ 873801 w 1269406"/>
                <a:gd name="connsiteY178" fmla="*/ 1365203 h 1592588"/>
                <a:gd name="connsiteX179" fmla="*/ 847046 w 1269406"/>
                <a:gd name="connsiteY179" fmla="*/ 1365610 h 1592588"/>
                <a:gd name="connsiteX180" fmla="*/ 817164 w 1269406"/>
                <a:gd name="connsiteY180" fmla="*/ 1369525 h 1592588"/>
                <a:gd name="connsiteX181" fmla="*/ 768612 w 1269406"/>
                <a:gd name="connsiteY181" fmla="*/ 1370300 h 1592588"/>
                <a:gd name="connsiteX182" fmla="*/ 724126 w 1269406"/>
                <a:gd name="connsiteY182" fmla="*/ 1352505 h 1592588"/>
                <a:gd name="connsiteX183" fmla="*/ 713576 w 1269406"/>
                <a:gd name="connsiteY183" fmla="*/ 1335779 h 1592588"/>
                <a:gd name="connsiteX184" fmla="*/ 674175 w 1269406"/>
                <a:gd name="connsiteY184" fmla="*/ 1318137 h 1592588"/>
                <a:gd name="connsiteX185" fmla="*/ 663460 w 1269406"/>
                <a:gd name="connsiteY185" fmla="*/ 1305427 h 1592588"/>
                <a:gd name="connsiteX186" fmla="*/ 650559 w 1269406"/>
                <a:gd name="connsiteY186" fmla="*/ 1301105 h 1592588"/>
                <a:gd name="connsiteX187" fmla="*/ 627452 w 1269406"/>
                <a:gd name="connsiteY187" fmla="*/ 1290772 h 1592588"/>
                <a:gd name="connsiteX188" fmla="*/ 550327 w 1269406"/>
                <a:gd name="connsiteY188" fmla="*/ 1262810 h 1592588"/>
                <a:gd name="connsiteX189" fmla="*/ 521220 w 1269406"/>
                <a:gd name="connsiteY189" fmla="*/ 1242016 h 1592588"/>
                <a:gd name="connsiteX190" fmla="*/ 510124 w 1269406"/>
                <a:gd name="connsiteY190" fmla="*/ 1227768 h 1592588"/>
                <a:gd name="connsiteX191" fmla="*/ 487818 w 1269406"/>
                <a:gd name="connsiteY191" fmla="*/ 1194429 h 1592588"/>
                <a:gd name="connsiteX192" fmla="*/ 463274 w 1269406"/>
                <a:gd name="connsiteY192" fmla="*/ 1155726 h 1592588"/>
                <a:gd name="connsiteX193" fmla="*/ 450831 w 1269406"/>
                <a:gd name="connsiteY193" fmla="*/ 1141491 h 1592588"/>
                <a:gd name="connsiteX194" fmla="*/ 443650 w 1269406"/>
                <a:gd name="connsiteY194" fmla="*/ 1124510 h 1592588"/>
                <a:gd name="connsiteX195" fmla="*/ 442480 w 1269406"/>
                <a:gd name="connsiteY195" fmla="*/ 1111164 h 1592588"/>
                <a:gd name="connsiteX196" fmla="*/ 429770 w 1269406"/>
                <a:gd name="connsiteY196" fmla="*/ 1081765 h 1592588"/>
                <a:gd name="connsiteX197" fmla="*/ 422322 w 1269406"/>
                <a:gd name="connsiteY197" fmla="*/ 1065420 h 1592588"/>
                <a:gd name="connsiteX198" fmla="*/ 420492 w 1269406"/>
                <a:gd name="connsiteY198" fmla="*/ 1050664 h 1592588"/>
                <a:gd name="connsiteX199" fmla="*/ 413844 w 1269406"/>
                <a:gd name="connsiteY199" fmla="*/ 1041118 h 1592588"/>
                <a:gd name="connsiteX200" fmla="*/ 401045 w 1269406"/>
                <a:gd name="connsiteY200" fmla="*/ 1022167 h 1592588"/>
                <a:gd name="connsiteX201" fmla="*/ 388907 w 1269406"/>
                <a:gd name="connsiteY201" fmla="*/ 1019295 h 1592588"/>
                <a:gd name="connsiteX202" fmla="*/ 381471 w 1269406"/>
                <a:gd name="connsiteY202" fmla="*/ 995895 h 1592588"/>
                <a:gd name="connsiteX203" fmla="*/ 377824 w 1269406"/>
                <a:gd name="connsiteY203" fmla="*/ 987138 h 1592588"/>
                <a:gd name="connsiteX204" fmla="*/ 374811 w 1269406"/>
                <a:gd name="connsiteY204" fmla="*/ 980338 h 1592588"/>
                <a:gd name="connsiteX205" fmla="*/ 370121 w 1269406"/>
                <a:gd name="connsiteY205" fmla="*/ 982562 h 1592588"/>
                <a:gd name="connsiteX206" fmla="*/ 365812 w 1269406"/>
                <a:gd name="connsiteY206" fmla="*/ 984520 h 1592588"/>
                <a:gd name="connsiteX207" fmla="*/ 362432 w 1269406"/>
                <a:gd name="connsiteY207" fmla="*/ 986096 h 1592588"/>
                <a:gd name="connsiteX208" fmla="*/ 360995 w 1269406"/>
                <a:gd name="connsiteY208" fmla="*/ 994726 h 1592588"/>
                <a:gd name="connsiteX209" fmla="*/ 359559 w 1269406"/>
                <a:gd name="connsiteY209" fmla="*/ 1022815 h 1592588"/>
                <a:gd name="connsiteX210" fmla="*/ 359559 w 1269406"/>
                <a:gd name="connsiteY210" fmla="*/ 1032984 h 1592588"/>
                <a:gd name="connsiteX211" fmla="*/ 373896 w 1269406"/>
                <a:gd name="connsiteY211" fmla="*/ 1072068 h 1592588"/>
                <a:gd name="connsiteX212" fmla="*/ 383950 w 1269406"/>
                <a:gd name="connsiteY212" fmla="*/ 1083189 h 1592588"/>
                <a:gd name="connsiteX213" fmla="*/ 400918 w 1269406"/>
                <a:gd name="connsiteY213" fmla="*/ 1124078 h 1592588"/>
                <a:gd name="connsiteX214" fmla="*/ 412268 w 1269406"/>
                <a:gd name="connsiteY214" fmla="*/ 1165132 h 1592588"/>
                <a:gd name="connsiteX215" fmla="*/ 434587 w 1269406"/>
                <a:gd name="connsiteY215" fmla="*/ 1192446 h 1592588"/>
                <a:gd name="connsiteX216" fmla="*/ 452992 w 1269406"/>
                <a:gd name="connsiteY216" fmla="*/ 1228034 h 1592588"/>
                <a:gd name="connsiteX217" fmla="*/ 460300 w 1269406"/>
                <a:gd name="connsiteY217" fmla="*/ 1252184 h 1592588"/>
                <a:gd name="connsiteX218" fmla="*/ 468918 w 1269406"/>
                <a:gd name="connsiteY218" fmla="*/ 1262492 h 1592588"/>
                <a:gd name="connsiteX219" fmla="*/ 477522 w 1269406"/>
                <a:gd name="connsiteY219" fmla="*/ 1282765 h 1592588"/>
                <a:gd name="connsiteX220" fmla="*/ 549170 w 1269406"/>
                <a:gd name="connsiteY220" fmla="*/ 1317921 h 1592588"/>
                <a:gd name="connsiteX221" fmla="*/ 566265 w 1269406"/>
                <a:gd name="connsiteY221" fmla="*/ 1324581 h 1592588"/>
                <a:gd name="connsiteX222" fmla="*/ 574870 w 1269406"/>
                <a:gd name="connsiteY222" fmla="*/ 1318226 h 1592588"/>
                <a:gd name="connsiteX223" fmla="*/ 583488 w 1269406"/>
                <a:gd name="connsiteY223" fmla="*/ 1317959 h 1592588"/>
                <a:gd name="connsiteX224" fmla="*/ 599795 w 1269406"/>
                <a:gd name="connsiteY224" fmla="*/ 1326856 h 1592588"/>
                <a:gd name="connsiteX225" fmla="*/ 606976 w 1269406"/>
                <a:gd name="connsiteY225" fmla="*/ 1337190 h 1592588"/>
                <a:gd name="connsiteX226" fmla="*/ 617945 w 1269406"/>
                <a:gd name="connsiteY226" fmla="*/ 1355480 h 1592588"/>
                <a:gd name="connsiteX227" fmla="*/ 652262 w 1269406"/>
                <a:gd name="connsiteY227" fmla="*/ 1386594 h 1592588"/>
                <a:gd name="connsiteX228" fmla="*/ 679615 w 1269406"/>
                <a:gd name="connsiteY228" fmla="*/ 1407604 h 1592588"/>
                <a:gd name="connsiteX229" fmla="*/ 699849 w 1269406"/>
                <a:gd name="connsiteY229" fmla="*/ 1419908 h 1592588"/>
                <a:gd name="connsiteX230" fmla="*/ 727367 w 1269406"/>
                <a:gd name="connsiteY230" fmla="*/ 1462258 h 1592588"/>
                <a:gd name="connsiteX231" fmla="*/ 660816 w 1269406"/>
                <a:gd name="connsiteY231" fmla="*/ 1520801 h 1592588"/>
                <a:gd name="connsiteX232" fmla="*/ 662392 w 1269406"/>
                <a:gd name="connsiteY232" fmla="*/ 1549158 h 1592588"/>
                <a:gd name="connsiteX233" fmla="*/ 683656 w 1269406"/>
                <a:gd name="connsiteY233" fmla="*/ 1570765 h 1592588"/>
                <a:gd name="connsiteX234" fmla="*/ 684178 w 1269406"/>
                <a:gd name="connsiteY234" fmla="*/ 1580692 h 1592588"/>
                <a:gd name="connsiteX235" fmla="*/ 630541 w 1269406"/>
                <a:gd name="connsiteY235" fmla="*/ 1592588 h 1592588"/>
                <a:gd name="connsiteX236" fmla="*/ 619979 w 1269406"/>
                <a:gd name="connsiteY236" fmla="*/ 1561232 h 1592588"/>
                <a:gd name="connsiteX237" fmla="*/ 602489 w 1269406"/>
                <a:gd name="connsiteY237" fmla="*/ 1561627 h 1592588"/>
                <a:gd name="connsiteX238" fmla="*/ 585903 w 1269406"/>
                <a:gd name="connsiteY238" fmla="*/ 1569329 h 1592588"/>
                <a:gd name="connsiteX239" fmla="*/ 576662 w 1269406"/>
                <a:gd name="connsiteY239" fmla="*/ 1568935 h 1592588"/>
                <a:gd name="connsiteX240" fmla="*/ 574120 w 1269406"/>
                <a:gd name="connsiteY240" fmla="*/ 1559910 h 1592588"/>
                <a:gd name="connsiteX241" fmla="*/ 560431 w 1269406"/>
                <a:gd name="connsiteY241" fmla="*/ 1561182 h 1592588"/>
                <a:gd name="connsiteX242" fmla="*/ 545420 w 1269406"/>
                <a:gd name="connsiteY242" fmla="*/ 1553555 h 1592588"/>
                <a:gd name="connsiteX243" fmla="*/ 546856 w 1269406"/>
                <a:gd name="connsiteY243" fmla="*/ 1544404 h 1592588"/>
                <a:gd name="connsiteX244" fmla="*/ 554546 w 1269406"/>
                <a:gd name="connsiteY244" fmla="*/ 1534999 h 1592588"/>
                <a:gd name="connsiteX245" fmla="*/ 539802 w 1269406"/>
                <a:gd name="connsiteY245" fmla="*/ 1511269 h 1592588"/>
                <a:gd name="connsiteX246" fmla="*/ 538760 w 1269406"/>
                <a:gd name="connsiteY246" fmla="*/ 1503020 h 1592588"/>
                <a:gd name="connsiteX247" fmla="*/ 532240 w 1269406"/>
                <a:gd name="connsiteY247" fmla="*/ 1498965 h 1592588"/>
                <a:gd name="connsiteX248" fmla="*/ 534057 w 1269406"/>
                <a:gd name="connsiteY248" fmla="*/ 1491797 h 1592588"/>
                <a:gd name="connsiteX249" fmla="*/ 526431 w 1269406"/>
                <a:gd name="connsiteY249" fmla="*/ 1476099 h 1592588"/>
                <a:gd name="connsiteX250" fmla="*/ 510391 w 1269406"/>
                <a:gd name="connsiteY250" fmla="*/ 1459373 h 1592588"/>
                <a:gd name="connsiteX251" fmla="*/ 501773 w 1269406"/>
                <a:gd name="connsiteY251" fmla="*/ 1465118 h 1592588"/>
                <a:gd name="connsiteX252" fmla="*/ 491453 w 1269406"/>
                <a:gd name="connsiteY252" fmla="*/ 1461063 h 1592588"/>
                <a:gd name="connsiteX253" fmla="*/ 484933 w 1269406"/>
                <a:gd name="connsiteY253" fmla="*/ 1440409 h 1592588"/>
                <a:gd name="connsiteX254" fmla="*/ 463668 w 1269406"/>
                <a:gd name="connsiteY254" fmla="*/ 1445773 h 1592588"/>
                <a:gd name="connsiteX255" fmla="*/ 458444 w 1269406"/>
                <a:gd name="connsiteY255" fmla="*/ 1438592 h 1592588"/>
                <a:gd name="connsiteX256" fmla="*/ 461965 w 1269406"/>
                <a:gd name="connsiteY256" fmla="*/ 1426695 h 1592588"/>
                <a:gd name="connsiteX257" fmla="*/ 451924 w 1269406"/>
                <a:gd name="connsiteY257" fmla="*/ 1422132 h 1592588"/>
                <a:gd name="connsiteX258" fmla="*/ 442519 w 1269406"/>
                <a:gd name="connsiteY258" fmla="*/ 1424992 h 1592588"/>
                <a:gd name="connsiteX259" fmla="*/ 379476 w 1269406"/>
                <a:gd name="connsiteY259" fmla="*/ 1410350 h 1592588"/>
                <a:gd name="connsiteX260" fmla="*/ 288789 w 1269406"/>
                <a:gd name="connsiteY260" fmla="*/ 1441604 h 1592588"/>
                <a:gd name="connsiteX261" fmla="*/ 270270 w 1269406"/>
                <a:gd name="connsiteY261" fmla="*/ 1445646 h 1592588"/>
                <a:gd name="connsiteX262" fmla="*/ 251344 w 1269406"/>
                <a:gd name="connsiteY262" fmla="*/ 1452306 h 1592588"/>
                <a:gd name="connsiteX263" fmla="*/ 182824 w 1269406"/>
                <a:gd name="connsiteY263" fmla="*/ 1409091 h 1592588"/>
                <a:gd name="connsiteX264" fmla="*/ 132847 w 1269406"/>
                <a:gd name="connsiteY264" fmla="*/ 1410006 h 1592588"/>
                <a:gd name="connsiteX265" fmla="*/ 122679 w 1269406"/>
                <a:gd name="connsiteY265" fmla="*/ 1379502 h 1592588"/>
                <a:gd name="connsiteX266" fmla="*/ 123073 w 1269406"/>
                <a:gd name="connsiteY266" fmla="*/ 1371139 h 1592588"/>
                <a:gd name="connsiteX267" fmla="*/ 118904 w 1269406"/>
                <a:gd name="connsiteY267" fmla="*/ 1365241 h 1592588"/>
                <a:gd name="connsiteX268" fmla="*/ 122425 w 1269406"/>
                <a:gd name="connsiteY268" fmla="*/ 1357018 h 1592588"/>
                <a:gd name="connsiteX269" fmla="*/ 116413 w 1269406"/>
                <a:gd name="connsiteY269" fmla="*/ 1349175 h 1592588"/>
                <a:gd name="connsiteX270" fmla="*/ 116273 w 1269406"/>
                <a:gd name="connsiteY270" fmla="*/ 1342515 h 1592588"/>
                <a:gd name="connsiteX271" fmla="*/ 110020 w 1269406"/>
                <a:gd name="connsiteY271" fmla="*/ 1338067 h 1592588"/>
                <a:gd name="connsiteX272" fmla="*/ 108329 w 1269406"/>
                <a:gd name="connsiteY272" fmla="*/ 1335448 h 1592588"/>
                <a:gd name="connsiteX273" fmla="*/ 97106 w 1269406"/>
                <a:gd name="connsiteY273" fmla="*/ 1320946 h 1592588"/>
                <a:gd name="connsiteX274" fmla="*/ 93293 w 1269406"/>
                <a:gd name="connsiteY274" fmla="*/ 1313320 h 1592588"/>
                <a:gd name="connsiteX275" fmla="*/ 98771 w 1269406"/>
                <a:gd name="connsiteY275" fmla="*/ 1305618 h 1592588"/>
                <a:gd name="connsiteX276" fmla="*/ 98275 w 1269406"/>
                <a:gd name="connsiteY276" fmla="*/ 1297241 h 1592588"/>
                <a:gd name="connsiteX277" fmla="*/ 92124 w 1269406"/>
                <a:gd name="connsiteY277" fmla="*/ 1293200 h 1592588"/>
                <a:gd name="connsiteX278" fmla="*/ 89391 w 1269406"/>
                <a:gd name="connsiteY278" fmla="*/ 1286006 h 1592588"/>
                <a:gd name="connsiteX279" fmla="*/ 90039 w 1269406"/>
                <a:gd name="connsiteY279" fmla="*/ 1276460 h 1592588"/>
                <a:gd name="connsiteX280" fmla="*/ 92378 w 1269406"/>
                <a:gd name="connsiteY280" fmla="*/ 1266915 h 1592588"/>
                <a:gd name="connsiteX281" fmla="*/ 91742 w 1269406"/>
                <a:gd name="connsiteY281" fmla="*/ 1261170 h 1592588"/>
                <a:gd name="connsiteX282" fmla="*/ 84688 w 1269406"/>
                <a:gd name="connsiteY282" fmla="*/ 1254637 h 1592588"/>
                <a:gd name="connsiteX283" fmla="*/ 78422 w 1269406"/>
                <a:gd name="connsiteY283" fmla="*/ 1245880 h 1592588"/>
                <a:gd name="connsiteX284" fmla="*/ 69283 w 1269406"/>
                <a:gd name="connsiteY284" fmla="*/ 1222213 h 1592588"/>
                <a:gd name="connsiteX285" fmla="*/ 63157 w 1269406"/>
                <a:gd name="connsiteY285" fmla="*/ 1211638 h 1592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Lst>
              <a:rect l="l" t="t" r="r" b="b"/>
              <a:pathLst>
                <a:path w="1269406" h="1592588">
                  <a:moveTo>
                    <a:pt x="603061" y="958387"/>
                  </a:moveTo>
                  <a:lnTo>
                    <a:pt x="596528" y="963078"/>
                  </a:lnTo>
                  <a:lnTo>
                    <a:pt x="594571" y="973538"/>
                  </a:lnTo>
                  <a:lnTo>
                    <a:pt x="595740" y="988587"/>
                  </a:lnTo>
                  <a:lnTo>
                    <a:pt x="603710" y="1002034"/>
                  </a:lnTo>
                  <a:lnTo>
                    <a:pt x="611793" y="1012355"/>
                  </a:lnTo>
                  <a:lnTo>
                    <a:pt x="618974" y="1015774"/>
                  </a:lnTo>
                  <a:lnTo>
                    <a:pt x="624325" y="1028840"/>
                  </a:lnTo>
                  <a:lnTo>
                    <a:pt x="631367" y="1035195"/>
                  </a:lnTo>
                  <a:lnTo>
                    <a:pt x="641408" y="1037026"/>
                  </a:lnTo>
                  <a:lnTo>
                    <a:pt x="657931" y="1061175"/>
                  </a:lnTo>
                  <a:lnTo>
                    <a:pt x="667324" y="1082350"/>
                  </a:lnTo>
                  <a:lnTo>
                    <a:pt x="672675" y="1091362"/>
                  </a:lnTo>
                  <a:lnTo>
                    <a:pt x="672154" y="1100907"/>
                  </a:lnTo>
                  <a:lnTo>
                    <a:pt x="675967" y="1109664"/>
                  </a:lnTo>
                  <a:lnTo>
                    <a:pt x="689262" y="1110313"/>
                  </a:lnTo>
                  <a:lnTo>
                    <a:pt x="688614" y="1102610"/>
                  </a:lnTo>
                  <a:lnTo>
                    <a:pt x="692795" y="1095797"/>
                  </a:lnTo>
                  <a:lnTo>
                    <a:pt x="704539" y="1095543"/>
                  </a:lnTo>
                  <a:lnTo>
                    <a:pt x="708200" y="1087167"/>
                  </a:lnTo>
                  <a:lnTo>
                    <a:pt x="708327" y="1074368"/>
                  </a:lnTo>
                  <a:lnTo>
                    <a:pt x="687444" y="1062992"/>
                  </a:lnTo>
                  <a:lnTo>
                    <a:pt x="674391" y="1051896"/>
                  </a:lnTo>
                  <a:lnTo>
                    <a:pt x="670349" y="1042885"/>
                  </a:lnTo>
                  <a:lnTo>
                    <a:pt x="671531" y="1024569"/>
                  </a:lnTo>
                  <a:lnTo>
                    <a:pt x="668519" y="1015672"/>
                  </a:lnTo>
                  <a:lnTo>
                    <a:pt x="651995" y="988485"/>
                  </a:lnTo>
                  <a:lnTo>
                    <a:pt x="639082" y="981940"/>
                  </a:lnTo>
                  <a:lnTo>
                    <a:pt x="618212" y="955248"/>
                  </a:lnTo>
                  <a:close/>
                  <a:moveTo>
                    <a:pt x="115892" y="1201152"/>
                  </a:moveTo>
                  <a:lnTo>
                    <a:pt x="143549" y="1177880"/>
                  </a:lnTo>
                  <a:lnTo>
                    <a:pt x="158687" y="1135542"/>
                  </a:lnTo>
                  <a:lnTo>
                    <a:pt x="168855" y="1133585"/>
                  </a:lnTo>
                  <a:lnTo>
                    <a:pt x="189077" y="1101288"/>
                  </a:lnTo>
                  <a:lnTo>
                    <a:pt x="185556" y="1081676"/>
                  </a:lnTo>
                  <a:lnTo>
                    <a:pt x="151366" y="1102470"/>
                  </a:lnTo>
                  <a:lnTo>
                    <a:pt x="110388" y="1096458"/>
                  </a:lnTo>
                  <a:lnTo>
                    <a:pt x="117823" y="1070835"/>
                  </a:lnTo>
                  <a:lnTo>
                    <a:pt x="97716" y="1027061"/>
                  </a:lnTo>
                  <a:lnTo>
                    <a:pt x="93903" y="990455"/>
                  </a:lnTo>
                  <a:lnTo>
                    <a:pt x="100029" y="982728"/>
                  </a:lnTo>
                  <a:lnTo>
                    <a:pt x="84103" y="971504"/>
                  </a:lnTo>
                  <a:lnTo>
                    <a:pt x="82273" y="958693"/>
                  </a:lnTo>
                  <a:lnTo>
                    <a:pt x="75499" y="901840"/>
                  </a:lnTo>
                  <a:lnTo>
                    <a:pt x="6584" y="889295"/>
                  </a:lnTo>
                  <a:lnTo>
                    <a:pt x="6063" y="877525"/>
                  </a:lnTo>
                  <a:lnTo>
                    <a:pt x="46913" y="871907"/>
                  </a:lnTo>
                  <a:lnTo>
                    <a:pt x="55810" y="800667"/>
                  </a:lnTo>
                  <a:lnTo>
                    <a:pt x="43800" y="798849"/>
                  </a:lnTo>
                  <a:lnTo>
                    <a:pt x="48362" y="780940"/>
                  </a:lnTo>
                  <a:lnTo>
                    <a:pt x="38321" y="748135"/>
                  </a:lnTo>
                  <a:lnTo>
                    <a:pt x="56853" y="734154"/>
                  </a:lnTo>
                  <a:lnTo>
                    <a:pt x="10905" y="685143"/>
                  </a:lnTo>
                  <a:lnTo>
                    <a:pt x="29767" y="672039"/>
                  </a:lnTo>
                  <a:lnTo>
                    <a:pt x="25332" y="641331"/>
                  </a:lnTo>
                  <a:lnTo>
                    <a:pt x="4995" y="643289"/>
                  </a:lnTo>
                  <a:lnTo>
                    <a:pt x="0" y="556376"/>
                  </a:lnTo>
                  <a:lnTo>
                    <a:pt x="31979" y="549055"/>
                  </a:lnTo>
                  <a:lnTo>
                    <a:pt x="50650" y="499664"/>
                  </a:lnTo>
                  <a:lnTo>
                    <a:pt x="61733" y="503311"/>
                  </a:lnTo>
                  <a:lnTo>
                    <a:pt x="71266" y="505015"/>
                  </a:lnTo>
                  <a:lnTo>
                    <a:pt x="82870" y="486051"/>
                  </a:lnTo>
                  <a:lnTo>
                    <a:pt x="76350" y="467367"/>
                  </a:lnTo>
                  <a:lnTo>
                    <a:pt x="112231" y="448810"/>
                  </a:lnTo>
                  <a:lnTo>
                    <a:pt x="113807" y="401630"/>
                  </a:lnTo>
                  <a:lnTo>
                    <a:pt x="128030" y="382564"/>
                  </a:lnTo>
                  <a:lnTo>
                    <a:pt x="151391" y="384776"/>
                  </a:lnTo>
                  <a:lnTo>
                    <a:pt x="205283" y="368583"/>
                  </a:lnTo>
                  <a:lnTo>
                    <a:pt x="222772" y="362050"/>
                  </a:lnTo>
                  <a:lnTo>
                    <a:pt x="245650" y="353293"/>
                  </a:lnTo>
                  <a:lnTo>
                    <a:pt x="265986" y="341790"/>
                  </a:lnTo>
                  <a:lnTo>
                    <a:pt x="251103" y="322318"/>
                  </a:lnTo>
                  <a:lnTo>
                    <a:pt x="213125" y="333681"/>
                  </a:lnTo>
                  <a:lnTo>
                    <a:pt x="197211" y="320348"/>
                  </a:lnTo>
                  <a:lnTo>
                    <a:pt x="188975" y="278913"/>
                  </a:lnTo>
                  <a:lnTo>
                    <a:pt x="231148" y="253696"/>
                  </a:lnTo>
                  <a:lnTo>
                    <a:pt x="241710" y="239320"/>
                  </a:lnTo>
                  <a:lnTo>
                    <a:pt x="292335" y="232126"/>
                  </a:lnTo>
                  <a:lnTo>
                    <a:pt x="308388" y="188467"/>
                  </a:lnTo>
                  <a:lnTo>
                    <a:pt x="355632" y="187298"/>
                  </a:lnTo>
                  <a:lnTo>
                    <a:pt x="362813" y="204431"/>
                  </a:lnTo>
                  <a:lnTo>
                    <a:pt x="394588" y="203884"/>
                  </a:lnTo>
                  <a:lnTo>
                    <a:pt x="410527" y="228733"/>
                  </a:lnTo>
                  <a:lnTo>
                    <a:pt x="427622" y="236435"/>
                  </a:lnTo>
                  <a:lnTo>
                    <a:pt x="434791" y="254077"/>
                  </a:lnTo>
                  <a:lnTo>
                    <a:pt x="418267" y="262974"/>
                  </a:lnTo>
                  <a:lnTo>
                    <a:pt x="403384" y="284670"/>
                  </a:lnTo>
                  <a:lnTo>
                    <a:pt x="390597" y="290682"/>
                  </a:lnTo>
                  <a:lnTo>
                    <a:pt x="368278" y="307409"/>
                  </a:lnTo>
                  <a:lnTo>
                    <a:pt x="351844" y="320615"/>
                  </a:lnTo>
                  <a:lnTo>
                    <a:pt x="347408" y="356826"/>
                  </a:lnTo>
                  <a:lnTo>
                    <a:pt x="371291" y="360995"/>
                  </a:lnTo>
                  <a:lnTo>
                    <a:pt x="388500" y="423860"/>
                  </a:lnTo>
                  <a:lnTo>
                    <a:pt x="405735" y="409370"/>
                  </a:lnTo>
                  <a:lnTo>
                    <a:pt x="415789" y="356420"/>
                  </a:lnTo>
                  <a:lnTo>
                    <a:pt x="447221" y="307943"/>
                  </a:lnTo>
                  <a:lnTo>
                    <a:pt x="466287" y="297343"/>
                  </a:lnTo>
                  <a:lnTo>
                    <a:pt x="468765" y="265313"/>
                  </a:lnTo>
                  <a:lnTo>
                    <a:pt x="484170" y="249234"/>
                  </a:lnTo>
                  <a:lnTo>
                    <a:pt x="485606" y="231593"/>
                  </a:lnTo>
                  <a:lnTo>
                    <a:pt x="470214" y="197339"/>
                  </a:lnTo>
                  <a:lnTo>
                    <a:pt x="467456" y="153425"/>
                  </a:lnTo>
                  <a:lnTo>
                    <a:pt x="479073" y="141782"/>
                  </a:lnTo>
                  <a:lnTo>
                    <a:pt x="484437" y="125717"/>
                  </a:lnTo>
                  <a:lnTo>
                    <a:pt x="494999" y="125717"/>
                  </a:lnTo>
                  <a:lnTo>
                    <a:pt x="503337" y="137995"/>
                  </a:lnTo>
                  <a:lnTo>
                    <a:pt x="502688" y="150031"/>
                  </a:lnTo>
                  <a:lnTo>
                    <a:pt x="487945" y="162436"/>
                  </a:lnTo>
                  <a:lnTo>
                    <a:pt x="490957" y="170152"/>
                  </a:lnTo>
                  <a:lnTo>
                    <a:pt x="506870" y="168588"/>
                  </a:lnTo>
                  <a:lnTo>
                    <a:pt x="522123" y="157734"/>
                  </a:lnTo>
                  <a:lnTo>
                    <a:pt x="531909" y="137740"/>
                  </a:lnTo>
                  <a:lnTo>
                    <a:pt x="526953" y="118675"/>
                  </a:lnTo>
                  <a:lnTo>
                    <a:pt x="492495" y="81561"/>
                  </a:lnTo>
                  <a:lnTo>
                    <a:pt x="486509" y="67046"/>
                  </a:lnTo>
                  <a:lnTo>
                    <a:pt x="502155" y="46532"/>
                  </a:lnTo>
                  <a:lnTo>
                    <a:pt x="522262" y="47714"/>
                  </a:lnTo>
                  <a:lnTo>
                    <a:pt x="524220" y="7448"/>
                  </a:lnTo>
                  <a:lnTo>
                    <a:pt x="538709" y="5618"/>
                  </a:lnTo>
                  <a:lnTo>
                    <a:pt x="563100" y="0"/>
                  </a:lnTo>
                  <a:lnTo>
                    <a:pt x="592461" y="18176"/>
                  </a:lnTo>
                  <a:lnTo>
                    <a:pt x="613611" y="26399"/>
                  </a:lnTo>
                  <a:lnTo>
                    <a:pt x="611386" y="48235"/>
                  </a:lnTo>
                  <a:lnTo>
                    <a:pt x="630693" y="82985"/>
                  </a:lnTo>
                  <a:lnTo>
                    <a:pt x="653152" y="130572"/>
                  </a:lnTo>
                  <a:lnTo>
                    <a:pt x="711619" y="153844"/>
                  </a:lnTo>
                  <a:lnTo>
                    <a:pt x="741234" y="152573"/>
                  </a:lnTo>
                  <a:lnTo>
                    <a:pt x="772297" y="161725"/>
                  </a:lnTo>
                  <a:lnTo>
                    <a:pt x="807657" y="130877"/>
                  </a:lnTo>
                  <a:lnTo>
                    <a:pt x="874081" y="81739"/>
                  </a:lnTo>
                  <a:lnTo>
                    <a:pt x="883220" y="80964"/>
                  </a:lnTo>
                  <a:lnTo>
                    <a:pt x="887388" y="119260"/>
                  </a:lnTo>
                  <a:lnTo>
                    <a:pt x="909199" y="126187"/>
                  </a:lnTo>
                  <a:lnTo>
                    <a:pt x="931251" y="134550"/>
                  </a:lnTo>
                  <a:lnTo>
                    <a:pt x="929548" y="163784"/>
                  </a:lnTo>
                  <a:lnTo>
                    <a:pt x="888304" y="251230"/>
                  </a:lnTo>
                  <a:lnTo>
                    <a:pt x="876432" y="263508"/>
                  </a:lnTo>
                  <a:lnTo>
                    <a:pt x="855422" y="247175"/>
                  </a:lnTo>
                  <a:lnTo>
                    <a:pt x="777661" y="213201"/>
                  </a:lnTo>
                  <a:lnTo>
                    <a:pt x="758418" y="253378"/>
                  </a:lnTo>
                  <a:lnTo>
                    <a:pt x="776543" y="299897"/>
                  </a:lnTo>
                  <a:lnTo>
                    <a:pt x="804353" y="297953"/>
                  </a:lnTo>
                  <a:lnTo>
                    <a:pt x="877169" y="320030"/>
                  </a:lnTo>
                  <a:lnTo>
                    <a:pt x="902869" y="361974"/>
                  </a:lnTo>
                  <a:lnTo>
                    <a:pt x="959900" y="360017"/>
                  </a:lnTo>
                  <a:lnTo>
                    <a:pt x="984660" y="381980"/>
                  </a:lnTo>
                  <a:lnTo>
                    <a:pt x="942894" y="413361"/>
                  </a:lnTo>
                  <a:lnTo>
                    <a:pt x="966916" y="474523"/>
                  </a:lnTo>
                  <a:lnTo>
                    <a:pt x="1020807" y="480268"/>
                  </a:lnTo>
                  <a:lnTo>
                    <a:pt x="1033339" y="483013"/>
                  </a:lnTo>
                  <a:lnTo>
                    <a:pt x="1060743" y="486013"/>
                  </a:lnTo>
                  <a:lnTo>
                    <a:pt x="1083049" y="497782"/>
                  </a:lnTo>
                  <a:lnTo>
                    <a:pt x="1077317" y="561956"/>
                  </a:lnTo>
                  <a:lnTo>
                    <a:pt x="1083176" y="614488"/>
                  </a:lnTo>
                  <a:lnTo>
                    <a:pt x="1058786" y="624961"/>
                  </a:lnTo>
                  <a:lnTo>
                    <a:pt x="1055837" y="659075"/>
                  </a:lnTo>
                  <a:lnTo>
                    <a:pt x="1077774" y="679589"/>
                  </a:lnTo>
                  <a:lnTo>
                    <a:pt x="1098111" y="738806"/>
                  </a:lnTo>
                  <a:lnTo>
                    <a:pt x="1154239" y="758138"/>
                  </a:lnTo>
                  <a:lnTo>
                    <a:pt x="1153451" y="772005"/>
                  </a:lnTo>
                  <a:lnTo>
                    <a:pt x="1116261" y="773429"/>
                  </a:lnTo>
                  <a:lnTo>
                    <a:pt x="1106728" y="854774"/>
                  </a:lnTo>
                  <a:lnTo>
                    <a:pt x="1106856" y="864942"/>
                  </a:lnTo>
                  <a:lnTo>
                    <a:pt x="1177321" y="904280"/>
                  </a:lnTo>
                  <a:lnTo>
                    <a:pt x="1182405" y="938407"/>
                  </a:lnTo>
                  <a:lnTo>
                    <a:pt x="1243986" y="1025713"/>
                  </a:lnTo>
                  <a:lnTo>
                    <a:pt x="1269406" y="1105178"/>
                  </a:lnTo>
                  <a:lnTo>
                    <a:pt x="1250087" y="1142177"/>
                  </a:lnTo>
                  <a:lnTo>
                    <a:pt x="1213812" y="1150388"/>
                  </a:lnTo>
                  <a:lnTo>
                    <a:pt x="1172173" y="1204127"/>
                  </a:lnTo>
                  <a:lnTo>
                    <a:pt x="1197594" y="1221501"/>
                  </a:lnTo>
                  <a:lnTo>
                    <a:pt x="1172923" y="1282510"/>
                  </a:lnTo>
                  <a:lnTo>
                    <a:pt x="1071000" y="1307600"/>
                  </a:lnTo>
                  <a:lnTo>
                    <a:pt x="1041004" y="1330339"/>
                  </a:lnTo>
                  <a:lnTo>
                    <a:pt x="955846" y="1316485"/>
                  </a:lnTo>
                  <a:lnTo>
                    <a:pt x="916825" y="1324721"/>
                  </a:lnTo>
                  <a:lnTo>
                    <a:pt x="891506" y="1354399"/>
                  </a:lnTo>
                  <a:lnTo>
                    <a:pt x="885151" y="1355670"/>
                  </a:lnTo>
                  <a:lnTo>
                    <a:pt x="873801" y="1365203"/>
                  </a:lnTo>
                  <a:lnTo>
                    <a:pt x="847046" y="1365610"/>
                  </a:lnTo>
                  <a:lnTo>
                    <a:pt x="817164" y="1369525"/>
                  </a:lnTo>
                  <a:lnTo>
                    <a:pt x="768612" y="1370300"/>
                  </a:lnTo>
                  <a:lnTo>
                    <a:pt x="724126" y="1352505"/>
                  </a:lnTo>
                  <a:lnTo>
                    <a:pt x="713576" y="1335779"/>
                  </a:lnTo>
                  <a:lnTo>
                    <a:pt x="674175" y="1318137"/>
                  </a:lnTo>
                  <a:lnTo>
                    <a:pt x="663460" y="1305427"/>
                  </a:lnTo>
                  <a:lnTo>
                    <a:pt x="650559" y="1301105"/>
                  </a:lnTo>
                  <a:lnTo>
                    <a:pt x="627452" y="1290772"/>
                  </a:lnTo>
                  <a:lnTo>
                    <a:pt x="550327" y="1262810"/>
                  </a:lnTo>
                  <a:lnTo>
                    <a:pt x="521220" y="1242016"/>
                  </a:lnTo>
                  <a:lnTo>
                    <a:pt x="510124" y="1227768"/>
                  </a:lnTo>
                  <a:lnTo>
                    <a:pt x="487818" y="1194429"/>
                  </a:lnTo>
                  <a:lnTo>
                    <a:pt x="463274" y="1155726"/>
                  </a:lnTo>
                  <a:lnTo>
                    <a:pt x="450831" y="1141491"/>
                  </a:lnTo>
                  <a:lnTo>
                    <a:pt x="443650" y="1124510"/>
                  </a:lnTo>
                  <a:lnTo>
                    <a:pt x="442480" y="1111164"/>
                  </a:lnTo>
                  <a:lnTo>
                    <a:pt x="429770" y="1081765"/>
                  </a:lnTo>
                  <a:lnTo>
                    <a:pt x="422322" y="1065420"/>
                  </a:lnTo>
                  <a:lnTo>
                    <a:pt x="420492" y="1050664"/>
                  </a:lnTo>
                  <a:lnTo>
                    <a:pt x="413844" y="1041118"/>
                  </a:lnTo>
                  <a:lnTo>
                    <a:pt x="401045" y="1022167"/>
                  </a:lnTo>
                  <a:lnTo>
                    <a:pt x="388907" y="1019295"/>
                  </a:lnTo>
                  <a:lnTo>
                    <a:pt x="381471" y="995895"/>
                  </a:lnTo>
                  <a:lnTo>
                    <a:pt x="377824" y="987138"/>
                  </a:lnTo>
                  <a:lnTo>
                    <a:pt x="374811" y="980338"/>
                  </a:lnTo>
                  <a:lnTo>
                    <a:pt x="370121" y="982562"/>
                  </a:lnTo>
                  <a:lnTo>
                    <a:pt x="365812" y="984520"/>
                  </a:lnTo>
                  <a:lnTo>
                    <a:pt x="362432" y="986096"/>
                  </a:lnTo>
                  <a:lnTo>
                    <a:pt x="360995" y="994726"/>
                  </a:lnTo>
                  <a:lnTo>
                    <a:pt x="359559" y="1022815"/>
                  </a:lnTo>
                  <a:lnTo>
                    <a:pt x="359559" y="1032984"/>
                  </a:lnTo>
                  <a:lnTo>
                    <a:pt x="373896" y="1072068"/>
                  </a:lnTo>
                  <a:lnTo>
                    <a:pt x="383950" y="1083189"/>
                  </a:lnTo>
                  <a:lnTo>
                    <a:pt x="400918" y="1124078"/>
                  </a:lnTo>
                  <a:lnTo>
                    <a:pt x="412268" y="1165132"/>
                  </a:lnTo>
                  <a:lnTo>
                    <a:pt x="434587" y="1192446"/>
                  </a:lnTo>
                  <a:lnTo>
                    <a:pt x="452992" y="1228034"/>
                  </a:lnTo>
                  <a:lnTo>
                    <a:pt x="460300" y="1252184"/>
                  </a:lnTo>
                  <a:lnTo>
                    <a:pt x="468918" y="1262492"/>
                  </a:lnTo>
                  <a:lnTo>
                    <a:pt x="477522" y="1282765"/>
                  </a:lnTo>
                  <a:lnTo>
                    <a:pt x="549170" y="1317921"/>
                  </a:lnTo>
                  <a:lnTo>
                    <a:pt x="566265" y="1324581"/>
                  </a:lnTo>
                  <a:lnTo>
                    <a:pt x="574870" y="1318226"/>
                  </a:lnTo>
                  <a:lnTo>
                    <a:pt x="583488" y="1317959"/>
                  </a:lnTo>
                  <a:lnTo>
                    <a:pt x="599795" y="1326856"/>
                  </a:lnTo>
                  <a:lnTo>
                    <a:pt x="606976" y="1337190"/>
                  </a:lnTo>
                  <a:lnTo>
                    <a:pt x="617945" y="1355480"/>
                  </a:lnTo>
                  <a:lnTo>
                    <a:pt x="652262" y="1386594"/>
                  </a:lnTo>
                  <a:lnTo>
                    <a:pt x="679615" y="1407604"/>
                  </a:lnTo>
                  <a:lnTo>
                    <a:pt x="699849" y="1419908"/>
                  </a:lnTo>
                  <a:lnTo>
                    <a:pt x="727367" y="1462258"/>
                  </a:lnTo>
                  <a:lnTo>
                    <a:pt x="660816" y="1520801"/>
                  </a:lnTo>
                  <a:lnTo>
                    <a:pt x="662392" y="1549158"/>
                  </a:lnTo>
                  <a:lnTo>
                    <a:pt x="683656" y="1570765"/>
                  </a:lnTo>
                  <a:lnTo>
                    <a:pt x="684178" y="1580692"/>
                  </a:lnTo>
                  <a:lnTo>
                    <a:pt x="630541" y="1592588"/>
                  </a:lnTo>
                  <a:lnTo>
                    <a:pt x="619979" y="1561232"/>
                  </a:lnTo>
                  <a:lnTo>
                    <a:pt x="602489" y="1561627"/>
                  </a:lnTo>
                  <a:lnTo>
                    <a:pt x="585903" y="1569329"/>
                  </a:lnTo>
                  <a:lnTo>
                    <a:pt x="576662" y="1568935"/>
                  </a:lnTo>
                  <a:lnTo>
                    <a:pt x="574120" y="1559910"/>
                  </a:lnTo>
                  <a:lnTo>
                    <a:pt x="560431" y="1561182"/>
                  </a:lnTo>
                  <a:lnTo>
                    <a:pt x="545420" y="1553555"/>
                  </a:lnTo>
                  <a:lnTo>
                    <a:pt x="546856" y="1544404"/>
                  </a:lnTo>
                  <a:lnTo>
                    <a:pt x="554546" y="1534999"/>
                  </a:lnTo>
                  <a:lnTo>
                    <a:pt x="539802" y="1511269"/>
                  </a:lnTo>
                  <a:lnTo>
                    <a:pt x="538760" y="1503020"/>
                  </a:lnTo>
                  <a:lnTo>
                    <a:pt x="532240" y="1498965"/>
                  </a:lnTo>
                  <a:lnTo>
                    <a:pt x="534057" y="1491797"/>
                  </a:lnTo>
                  <a:lnTo>
                    <a:pt x="526431" y="1476099"/>
                  </a:lnTo>
                  <a:lnTo>
                    <a:pt x="510391" y="1459373"/>
                  </a:lnTo>
                  <a:lnTo>
                    <a:pt x="501773" y="1465118"/>
                  </a:lnTo>
                  <a:lnTo>
                    <a:pt x="491453" y="1461063"/>
                  </a:lnTo>
                  <a:lnTo>
                    <a:pt x="484933" y="1440409"/>
                  </a:lnTo>
                  <a:lnTo>
                    <a:pt x="463668" y="1445773"/>
                  </a:lnTo>
                  <a:lnTo>
                    <a:pt x="458444" y="1438592"/>
                  </a:lnTo>
                  <a:lnTo>
                    <a:pt x="461965" y="1426695"/>
                  </a:lnTo>
                  <a:lnTo>
                    <a:pt x="451924" y="1422132"/>
                  </a:lnTo>
                  <a:lnTo>
                    <a:pt x="442519" y="1424992"/>
                  </a:lnTo>
                  <a:lnTo>
                    <a:pt x="379476" y="1410350"/>
                  </a:lnTo>
                  <a:lnTo>
                    <a:pt x="288789" y="1441604"/>
                  </a:lnTo>
                  <a:lnTo>
                    <a:pt x="270270" y="1445646"/>
                  </a:lnTo>
                  <a:lnTo>
                    <a:pt x="251344" y="1452306"/>
                  </a:lnTo>
                  <a:lnTo>
                    <a:pt x="182824" y="1409091"/>
                  </a:lnTo>
                  <a:lnTo>
                    <a:pt x="132847" y="1410006"/>
                  </a:lnTo>
                  <a:lnTo>
                    <a:pt x="122679" y="1379502"/>
                  </a:lnTo>
                  <a:lnTo>
                    <a:pt x="123073" y="1371139"/>
                  </a:lnTo>
                  <a:lnTo>
                    <a:pt x="118904" y="1365241"/>
                  </a:lnTo>
                  <a:lnTo>
                    <a:pt x="122425" y="1357018"/>
                  </a:lnTo>
                  <a:lnTo>
                    <a:pt x="116413" y="1349175"/>
                  </a:lnTo>
                  <a:lnTo>
                    <a:pt x="116273" y="1342515"/>
                  </a:lnTo>
                  <a:lnTo>
                    <a:pt x="110020" y="1338067"/>
                  </a:lnTo>
                  <a:lnTo>
                    <a:pt x="108329" y="1335448"/>
                  </a:lnTo>
                  <a:lnTo>
                    <a:pt x="97106" y="1320946"/>
                  </a:lnTo>
                  <a:lnTo>
                    <a:pt x="93293" y="1313320"/>
                  </a:lnTo>
                  <a:lnTo>
                    <a:pt x="98771" y="1305618"/>
                  </a:lnTo>
                  <a:lnTo>
                    <a:pt x="98275" y="1297241"/>
                  </a:lnTo>
                  <a:lnTo>
                    <a:pt x="92124" y="1293200"/>
                  </a:lnTo>
                  <a:lnTo>
                    <a:pt x="89391" y="1286006"/>
                  </a:lnTo>
                  <a:lnTo>
                    <a:pt x="90039" y="1276460"/>
                  </a:lnTo>
                  <a:lnTo>
                    <a:pt x="92378" y="1266915"/>
                  </a:lnTo>
                  <a:lnTo>
                    <a:pt x="91742" y="1261170"/>
                  </a:lnTo>
                  <a:lnTo>
                    <a:pt x="84688" y="1254637"/>
                  </a:lnTo>
                  <a:lnTo>
                    <a:pt x="78422" y="1245880"/>
                  </a:lnTo>
                  <a:lnTo>
                    <a:pt x="69283" y="1222213"/>
                  </a:lnTo>
                  <a:lnTo>
                    <a:pt x="63157" y="1211638"/>
                  </a:lnTo>
                  <a:close/>
                </a:path>
              </a:pathLst>
            </a:custGeom>
            <a:solidFill>
              <a:srgbClr val="FFFFFF"/>
            </a:solidFill>
            <a:ln w="12700" cap="flat">
              <a:noFill/>
              <a:prstDash val="solid"/>
              <a:miter/>
            </a:ln>
          </p:spPr>
          <p:txBody>
            <a:bodyPr rtlCol="0" anchor="ctr"/>
            <a:lstStyle/>
            <a:p>
              <a:endParaRPr lang="de-CH"/>
            </a:p>
          </p:txBody>
        </p:sp>
        <p:sp>
          <p:nvSpPr>
            <p:cNvPr id="8" name="Freihandform: Form 7">
              <a:extLst>
                <a:ext uri="{FF2B5EF4-FFF2-40B4-BE49-F238E27FC236}">
                  <a16:creationId xmlns:a16="http://schemas.microsoft.com/office/drawing/2014/main" id="{3A472F04-1784-2C6E-AEB7-CB92529832BC}"/>
                </a:ext>
              </a:extLst>
            </p:cNvPr>
            <p:cNvSpPr/>
            <p:nvPr/>
          </p:nvSpPr>
          <p:spPr>
            <a:xfrm>
              <a:off x="6389779" y="823574"/>
              <a:ext cx="1269406" cy="1592588"/>
            </a:xfrm>
            <a:custGeom>
              <a:avLst/>
              <a:gdLst>
                <a:gd name="connsiteX0" fmla="*/ 603061 w 1269406"/>
                <a:gd name="connsiteY0" fmla="*/ 958387 h 1592588"/>
                <a:gd name="connsiteX1" fmla="*/ 596528 w 1269406"/>
                <a:gd name="connsiteY1" fmla="*/ 963078 h 1592588"/>
                <a:gd name="connsiteX2" fmla="*/ 594571 w 1269406"/>
                <a:gd name="connsiteY2" fmla="*/ 973538 h 1592588"/>
                <a:gd name="connsiteX3" fmla="*/ 595740 w 1269406"/>
                <a:gd name="connsiteY3" fmla="*/ 988587 h 1592588"/>
                <a:gd name="connsiteX4" fmla="*/ 603710 w 1269406"/>
                <a:gd name="connsiteY4" fmla="*/ 1002034 h 1592588"/>
                <a:gd name="connsiteX5" fmla="*/ 611793 w 1269406"/>
                <a:gd name="connsiteY5" fmla="*/ 1012355 h 1592588"/>
                <a:gd name="connsiteX6" fmla="*/ 618974 w 1269406"/>
                <a:gd name="connsiteY6" fmla="*/ 1015774 h 1592588"/>
                <a:gd name="connsiteX7" fmla="*/ 624325 w 1269406"/>
                <a:gd name="connsiteY7" fmla="*/ 1028840 h 1592588"/>
                <a:gd name="connsiteX8" fmla="*/ 631367 w 1269406"/>
                <a:gd name="connsiteY8" fmla="*/ 1035195 h 1592588"/>
                <a:gd name="connsiteX9" fmla="*/ 641408 w 1269406"/>
                <a:gd name="connsiteY9" fmla="*/ 1037026 h 1592588"/>
                <a:gd name="connsiteX10" fmla="*/ 657931 w 1269406"/>
                <a:gd name="connsiteY10" fmla="*/ 1061175 h 1592588"/>
                <a:gd name="connsiteX11" fmla="*/ 667324 w 1269406"/>
                <a:gd name="connsiteY11" fmla="*/ 1082350 h 1592588"/>
                <a:gd name="connsiteX12" fmla="*/ 672675 w 1269406"/>
                <a:gd name="connsiteY12" fmla="*/ 1091362 h 1592588"/>
                <a:gd name="connsiteX13" fmla="*/ 672154 w 1269406"/>
                <a:gd name="connsiteY13" fmla="*/ 1100907 h 1592588"/>
                <a:gd name="connsiteX14" fmla="*/ 675967 w 1269406"/>
                <a:gd name="connsiteY14" fmla="*/ 1109664 h 1592588"/>
                <a:gd name="connsiteX15" fmla="*/ 689262 w 1269406"/>
                <a:gd name="connsiteY15" fmla="*/ 1110313 h 1592588"/>
                <a:gd name="connsiteX16" fmla="*/ 688614 w 1269406"/>
                <a:gd name="connsiteY16" fmla="*/ 1102610 h 1592588"/>
                <a:gd name="connsiteX17" fmla="*/ 692795 w 1269406"/>
                <a:gd name="connsiteY17" fmla="*/ 1095797 h 1592588"/>
                <a:gd name="connsiteX18" fmla="*/ 704539 w 1269406"/>
                <a:gd name="connsiteY18" fmla="*/ 1095543 h 1592588"/>
                <a:gd name="connsiteX19" fmla="*/ 708200 w 1269406"/>
                <a:gd name="connsiteY19" fmla="*/ 1087167 h 1592588"/>
                <a:gd name="connsiteX20" fmla="*/ 708327 w 1269406"/>
                <a:gd name="connsiteY20" fmla="*/ 1074368 h 1592588"/>
                <a:gd name="connsiteX21" fmla="*/ 687444 w 1269406"/>
                <a:gd name="connsiteY21" fmla="*/ 1062992 h 1592588"/>
                <a:gd name="connsiteX22" fmla="*/ 674391 w 1269406"/>
                <a:gd name="connsiteY22" fmla="*/ 1051896 h 1592588"/>
                <a:gd name="connsiteX23" fmla="*/ 670349 w 1269406"/>
                <a:gd name="connsiteY23" fmla="*/ 1042885 h 1592588"/>
                <a:gd name="connsiteX24" fmla="*/ 671531 w 1269406"/>
                <a:gd name="connsiteY24" fmla="*/ 1024569 h 1592588"/>
                <a:gd name="connsiteX25" fmla="*/ 668519 w 1269406"/>
                <a:gd name="connsiteY25" fmla="*/ 1015672 h 1592588"/>
                <a:gd name="connsiteX26" fmla="*/ 651995 w 1269406"/>
                <a:gd name="connsiteY26" fmla="*/ 988485 h 1592588"/>
                <a:gd name="connsiteX27" fmla="*/ 639082 w 1269406"/>
                <a:gd name="connsiteY27" fmla="*/ 981940 h 1592588"/>
                <a:gd name="connsiteX28" fmla="*/ 618212 w 1269406"/>
                <a:gd name="connsiteY28" fmla="*/ 955248 h 1592588"/>
                <a:gd name="connsiteX29" fmla="*/ 115892 w 1269406"/>
                <a:gd name="connsiteY29" fmla="*/ 1201152 h 1592588"/>
                <a:gd name="connsiteX30" fmla="*/ 143549 w 1269406"/>
                <a:gd name="connsiteY30" fmla="*/ 1177880 h 1592588"/>
                <a:gd name="connsiteX31" fmla="*/ 158687 w 1269406"/>
                <a:gd name="connsiteY31" fmla="*/ 1135542 h 1592588"/>
                <a:gd name="connsiteX32" fmla="*/ 168855 w 1269406"/>
                <a:gd name="connsiteY32" fmla="*/ 1133585 h 1592588"/>
                <a:gd name="connsiteX33" fmla="*/ 189077 w 1269406"/>
                <a:gd name="connsiteY33" fmla="*/ 1101288 h 1592588"/>
                <a:gd name="connsiteX34" fmla="*/ 185556 w 1269406"/>
                <a:gd name="connsiteY34" fmla="*/ 1081676 h 1592588"/>
                <a:gd name="connsiteX35" fmla="*/ 151366 w 1269406"/>
                <a:gd name="connsiteY35" fmla="*/ 1102470 h 1592588"/>
                <a:gd name="connsiteX36" fmla="*/ 110388 w 1269406"/>
                <a:gd name="connsiteY36" fmla="*/ 1096458 h 1592588"/>
                <a:gd name="connsiteX37" fmla="*/ 117823 w 1269406"/>
                <a:gd name="connsiteY37" fmla="*/ 1070835 h 1592588"/>
                <a:gd name="connsiteX38" fmla="*/ 97716 w 1269406"/>
                <a:gd name="connsiteY38" fmla="*/ 1027061 h 1592588"/>
                <a:gd name="connsiteX39" fmla="*/ 93903 w 1269406"/>
                <a:gd name="connsiteY39" fmla="*/ 990455 h 1592588"/>
                <a:gd name="connsiteX40" fmla="*/ 100029 w 1269406"/>
                <a:gd name="connsiteY40" fmla="*/ 982728 h 1592588"/>
                <a:gd name="connsiteX41" fmla="*/ 84103 w 1269406"/>
                <a:gd name="connsiteY41" fmla="*/ 971504 h 1592588"/>
                <a:gd name="connsiteX42" fmla="*/ 82273 w 1269406"/>
                <a:gd name="connsiteY42" fmla="*/ 958693 h 1592588"/>
                <a:gd name="connsiteX43" fmla="*/ 75499 w 1269406"/>
                <a:gd name="connsiteY43" fmla="*/ 901840 h 1592588"/>
                <a:gd name="connsiteX44" fmla="*/ 6584 w 1269406"/>
                <a:gd name="connsiteY44" fmla="*/ 889295 h 1592588"/>
                <a:gd name="connsiteX45" fmla="*/ 6063 w 1269406"/>
                <a:gd name="connsiteY45" fmla="*/ 877525 h 1592588"/>
                <a:gd name="connsiteX46" fmla="*/ 46913 w 1269406"/>
                <a:gd name="connsiteY46" fmla="*/ 871907 h 1592588"/>
                <a:gd name="connsiteX47" fmla="*/ 55810 w 1269406"/>
                <a:gd name="connsiteY47" fmla="*/ 800667 h 1592588"/>
                <a:gd name="connsiteX48" fmla="*/ 43800 w 1269406"/>
                <a:gd name="connsiteY48" fmla="*/ 798849 h 1592588"/>
                <a:gd name="connsiteX49" fmla="*/ 48362 w 1269406"/>
                <a:gd name="connsiteY49" fmla="*/ 780940 h 1592588"/>
                <a:gd name="connsiteX50" fmla="*/ 38321 w 1269406"/>
                <a:gd name="connsiteY50" fmla="*/ 748135 h 1592588"/>
                <a:gd name="connsiteX51" fmla="*/ 56853 w 1269406"/>
                <a:gd name="connsiteY51" fmla="*/ 734154 h 1592588"/>
                <a:gd name="connsiteX52" fmla="*/ 10905 w 1269406"/>
                <a:gd name="connsiteY52" fmla="*/ 685143 h 1592588"/>
                <a:gd name="connsiteX53" fmla="*/ 29767 w 1269406"/>
                <a:gd name="connsiteY53" fmla="*/ 672039 h 1592588"/>
                <a:gd name="connsiteX54" fmla="*/ 25332 w 1269406"/>
                <a:gd name="connsiteY54" fmla="*/ 641331 h 1592588"/>
                <a:gd name="connsiteX55" fmla="*/ 4995 w 1269406"/>
                <a:gd name="connsiteY55" fmla="*/ 643289 h 1592588"/>
                <a:gd name="connsiteX56" fmla="*/ 0 w 1269406"/>
                <a:gd name="connsiteY56" fmla="*/ 556376 h 1592588"/>
                <a:gd name="connsiteX57" fmla="*/ 31979 w 1269406"/>
                <a:gd name="connsiteY57" fmla="*/ 549055 h 1592588"/>
                <a:gd name="connsiteX58" fmla="*/ 50650 w 1269406"/>
                <a:gd name="connsiteY58" fmla="*/ 499664 h 1592588"/>
                <a:gd name="connsiteX59" fmla="*/ 61733 w 1269406"/>
                <a:gd name="connsiteY59" fmla="*/ 503311 h 1592588"/>
                <a:gd name="connsiteX60" fmla="*/ 71266 w 1269406"/>
                <a:gd name="connsiteY60" fmla="*/ 505015 h 1592588"/>
                <a:gd name="connsiteX61" fmla="*/ 82870 w 1269406"/>
                <a:gd name="connsiteY61" fmla="*/ 486051 h 1592588"/>
                <a:gd name="connsiteX62" fmla="*/ 76350 w 1269406"/>
                <a:gd name="connsiteY62" fmla="*/ 467367 h 1592588"/>
                <a:gd name="connsiteX63" fmla="*/ 112231 w 1269406"/>
                <a:gd name="connsiteY63" fmla="*/ 448810 h 1592588"/>
                <a:gd name="connsiteX64" fmla="*/ 113807 w 1269406"/>
                <a:gd name="connsiteY64" fmla="*/ 401630 h 1592588"/>
                <a:gd name="connsiteX65" fmla="*/ 128030 w 1269406"/>
                <a:gd name="connsiteY65" fmla="*/ 382564 h 1592588"/>
                <a:gd name="connsiteX66" fmla="*/ 151391 w 1269406"/>
                <a:gd name="connsiteY66" fmla="*/ 384776 h 1592588"/>
                <a:gd name="connsiteX67" fmla="*/ 205283 w 1269406"/>
                <a:gd name="connsiteY67" fmla="*/ 368583 h 1592588"/>
                <a:gd name="connsiteX68" fmla="*/ 222772 w 1269406"/>
                <a:gd name="connsiteY68" fmla="*/ 362050 h 1592588"/>
                <a:gd name="connsiteX69" fmla="*/ 245650 w 1269406"/>
                <a:gd name="connsiteY69" fmla="*/ 353293 h 1592588"/>
                <a:gd name="connsiteX70" fmla="*/ 265986 w 1269406"/>
                <a:gd name="connsiteY70" fmla="*/ 341790 h 1592588"/>
                <a:gd name="connsiteX71" fmla="*/ 251103 w 1269406"/>
                <a:gd name="connsiteY71" fmla="*/ 322318 h 1592588"/>
                <a:gd name="connsiteX72" fmla="*/ 213125 w 1269406"/>
                <a:gd name="connsiteY72" fmla="*/ 333681 h 1592588"/>
                <a:gd name="connsiteX73" fmla="*/ 197211 w 1269406"/>
                <a:gd name="connsiteY73" fmla="*/ 320348 h 1592588"/>
                <a:gd name="connsiteX74" fmla="*/ 188975 w 1269406"/>
                <a:gd name="connsiteY74" fmla="*/ 278913 h 1592588"/>
                <a:gd name="connsiteX75" fmla="*/ 231148 w 1269406"/>
                <a:gd name="connsiteY75" fmla="*/ 253696 h 1592588"/>
                <a:gd name="connsiteX76" fmla="*/ 241710 w 1269406"/>
                <a:gd name="connsiteY76" fmla="*/ 239320 h 1592588"/>
                <a:gd name="connsiteX77" fmla="*/ 292335 w 1269406"/>
                <a:gd name="connsiteY77" fmla="*/ 232126 h 1592588"/>
                <a:gd name="connsiteX78" fmla="*/ 308388 w 1269406"/>
                <a:gd name="connsiteY78" fmla="*/ 188467 h 1592588"/>
                <a:gd name="connsiteX79" fmla="*/ 355632 w 1269406"/>
                <a:gd name="connsiteY79" fmla="*/ 187298 h 1592588"/>
                <a:gd name="connsiteX80" fmla="*/ 362813 w 1269406"/>
                <a:gd name="connsiteY80" fmla="*/ 204431 h 1592588"/>
                <a:gd name="connsiteX81" fmla="*/ 394588 w 1269406"/>
                <a:gd name="connsiteY81" fmla="*/ 203884 h 1592588"/>
                <a:gd name="connsiteX82" fmla="*/ 410527 w 1269406"/>
                <a:gd name="connsiteY82" fmla="*/ 228733 h 1592588"/>
                <a:gd name="connsiteX83" fmla="*/ 427622 w 1269406"/>
                <a:gd name="connsiteY83" fmla="*/ 236435 h 1592588"/>
                <a:gd name="connsiteX84" fmla="*/ 434791 w 1269406"/>
                <a:gd name="connsiteY84" fmla="*/ 254077 h 1592588"/>
                <a:gd name="connsiteX85" fmla="*/ 418267 w 1269406"/>
                <a:gd name="connsiteY85" fmla="*/ 262974 h 1592588"/>
                <a:gd name="connsiteX86" fmla="*/ 403384 w 1269406"/>
                <a:gd name="connsiteY86" fmla="*/ 284670 h 1592588"/>
                <a:gd name="connsiteX87" fmla="*/ 390597 w 1269406"/>
                <a:gd name="connsiteY87" fmla="*/ 290682 h 1592588"/>
                <a:gd name="connsiteX88" fmla="*/ 368278 w 1269406"/>
                <a:gd name="connsiteY88" fmla="*/ 307409 h 1592588"/>
                <a:gd name="connsiteX89" fmla="*/ 351844 w 1269406"/>
                <a:gd name="connsiteY89" fmla="*/ 320615 h 1592588"/>
                <a:gd name="connsiteX90" fmla="*/ 347408 w 1269406"/>
                <a:gd name="connsiteY90" fmla="*/ 356826 h 1592588"/>
                <a:gd name="connsiteX91" fmla="*/ 371291 w 1269406"/>
                <a:gd name="connsiteY91" fmla="*/ 360995 h 1592588"/>
                <a:gd name="connsiteX92" fmla="*/ 388500 w 1269406"/>
                <a:gd name="connsiteY92" fmla="*/ 423860 h 1592588"/>
                <a:gd name="connsiteX93" fmla="*/ 405735 w 1269406"/>
                <a:gd name="connsiteY93" fmla="*/ 409370 h 1592588"/>
                <a:gd name="connsiteX94" fmla="*/ 415789 w 1269406"/>
                <a:gd name="connsiteY94" fmla="*/ 356420 h 1592588"/>
                <a:gd name="connsiteX95" fmla="*/ 447221 w 1269406"/>
                <a:gd name="connsiteY95" fmla="*/ 307943 h 1592588"/>
                <a:gd name="connsiteX96" fmla="*/ 466287 w 1269406"/>
                <a:gd name="connsiteY96" fmla="*/ 297343 h 1592588"/>
                <a:gd name="connsiteX97" fmla="*/ 468765 w 1269406"/>
                <a:gd name="connsiteY97" fmla="*/ 265313 h 1592588"/>
                <a:gd name="connsiteX98" fmla="*/ 484170 w 1269406"/>
                <a:gd name="connsiteY98" fmla="*/ 249234 h 1592588"/>
                <a:gd name="connsiteX99" fmla="*/ 485606 w 1269406"/>
                <a:gd name="connsiteY99" fmla="*/ 231593 h 1592588"/>
                <a:gd name="connsiteX100" fmla="*/ 470214 w 1269406"/>
                <a:gd name="connsiteY100" fmla="*/ 197339 h 1592588"/>
                <a:gd name="connsiteX101" fmla="*/ 467456 w 1269406"/>
                <a:gd name="connsiteY101" fmla="*/ 153425 h 1592588"/>
                <a:gd name="connsiteX102" fmla="*/ 479073 w 1269406"/>
                <a:gd name="connsiteY102" fmla="*/ 141782 h 1592588"/>
                <a:gd name="connsiteX103" fmla="*/ 484437 w 1269406"/>
                <a:gd name="connsiteY103" fmla="*/ 125717 h 1592588"/>
                <a:gd name="connsiteX104" fmla="*/ 494999 w 1269406"/>
                <a:gd name="connsiteY104" fmla="*/ 125717 h 1592588"/>
                <a:gd name="connsiteX105" fmla="*/ 503337 w 1269406"/>
                <a:gd name="connsiteY105" fmla="*/ 137995 h 1592588"/>
                <a:gd name="connsiteX106" fmla="*/ 502688 w 1269406"/>
                <a:gd name="connsiteY106" fmla="*/ 150031 h 1592588"/>
                <a:gd name="connsiteX107" fmla="*/ 487945 w 1269406"/>
                <a:gd name="connsiteY107" fmla="*/ 162436 h 1592588"/>
                <a:gd name="connsiteX108" fmla="*/ 490957 w 1269406"/>
                <a:gd name="connsiteY108" fmla="*/ 170152 h 1592588"/>
                <a:gd name="connsiteX109" fmla="*/ 506870 w 1269406"/>
                <a:gd name="connsiteY109" fmla="*/ 168588 h 1592588"/>
                <a:gd name="connsiteX110" fmla="*/ 522123 w 1269406"/>
                <a:gd name="connsiteY110" fmla="*/ 157734 h 1592588"/>
                <a:gd name="connsiteX111" fmla="*/ 531909 w 1269406"/>
                <a:gd name="connsiteY111" fmla="*/ 137740 h 1592588"/>
                <a:gd name="connsiteX112" fmla="*/ 526953 w 1269406"/>
                <a:gd name="connsiteY112" fmla="*/ 118675 h 1592588"/>
                <a:gd name="connsiteX113" fmla="*/ 492495 w 1269406"/>
                <a:gd name="connsiteY113" fmla="*/ 81561 h 1592588"/>
                <a:gd name="connsiteX114" fmla="*/ 486509 w 1269406"/>
                <a:gd name="connsiteY114" fmla="*/ 67046 h 1592588"/>
                <a:gd name="connsiteX115" fmla="*/ 502155 w 1269406"/>
                <a:gd name="connsiteY115" fmla="*/ 46532 h 1592588"/>
                <a:gd name="connsiteX116" fmla="*/ 522262 w 1269406"/>
                <a:gd name="connsiteY116" fmla="*/ 47714 h 1592588"/>
                <a:gd name="connsiteX117" fmla="*/ 524220 w 1269406"/>
                <a:gd name="connsiteY117" fmla="*/ 7448 h 1592588"/>
                <a:gd name="connsiteX118" fmla="*/ 538709 w 1269406"/>
                <a:gd name="connsiteY118" fmla="*/ 5618 h 1592588"/>
                <a:gd name="connsiteX119" fmla="*/ 563100 w 1269406"/>
                <a:gd name="connsiteY119" fmla="*/ 0 h 1592588"/>
                <a:gd name="connsiteX120" fmla="*/ 592461 w 1269406"/>
                <a:gd name="connsiteY120" fmla="*/ 18176 h 1592588"/>
                <a:gd name="connsiteX121" fmla="*/ 613611 w 1269406"/>
                <a:gd name="connsiteY121" fmla="*/ 26399 h 1592588"/>
                <a:gd name="connsiteX122" fmla="*/ 611386 w 1269406"/>
                <a:gd name="connsiteY122" fmla="*/ 48235 h 1592588"/>
                <a:gd name="connsiteX123" fmla="*/ 630693 w 1269406"/>
                <a:gd name="connsiteY123" fmla="*/ 82985 h 1592588"/>
                <a:gd name="connsiteX124" fmla="*/ 653152 w 1269406"/>
                <a:gd name="connsiteY124" fmla="*/ 130572 h 1592588"/>
                <a:gd name="connsiteX125" fmla="*/ 711619 w 1269406"/>
                <a:gd name="connsiteY125" fmla="*/ 153844 h 1592588"/>
                <a:gd name="connsiteX126" fmla="*/ 741234 w 1269406"/>
                <a:gd name="connsiteY126" fmla="*/ 152573 h 1592588"/>
                <a:gd name="connsiteX127" fmla="*/ 772297 w 1269406"/>
                <a:gd name="connsiteY127" fmla="*/ 161725 h 1592588"/>
                <a:gd name="connsiteX128" fmla="*/ 807657 w 1269406"/>
                <a:gd name="connsiteY128" fmla="*/ 130877 h 1592588"/>
                <a:gd name="connsiteX129" fmla="*/ 874081 w 1269406"/>
                <a:gd name="connsiteY129" fmla="*/ 81739 h 1592588"/>
                <a:gd name="connsiteX130" fmla="*/ 883220 w 1269406"/>
                <a:gd name="connsiteY130" fmla="*/ 80964 h 1592588"/>
                <a:gd name="connsiteX131" fmla="*/ 887388 w 1269406"/>
                <a:gd name="connsiteY131" fmla="*/ 119260 h 1592588"/>
                <a:gd name="connsiteX132" fmla="*/ 909199 w 1269406"/>
                <a:gd name="connsiteY132" fmla="*/ 126187 h 1592588"/>
                <a:gd name="connsiteX133" fmla="*/ 931251 w 1269406"/>
                <a:gd name="connsiteY133" fmla="*/ 134550 h 1592588"/>
                <a:gd name="connsiteX134" fmla="*/ 929548 w 1269406"/>
                <a:gd name="connsiteY134" fmla="*/ 163784 h 1592588"/>
                <a:gd name="connsiteX135" fmla="*/ 888304 w 1269406"/>
                <a:gd name="connsiteY135" fmla="*/ 251230 h 1592588"/>
                <a:gd name="connsiteX136" fmla="*/ 876432 w 1269406"/>
                <a:gd name="connsiteY136" fmla="*/ 263508 h 1592588"/>
                <a:gd name="connsiteX137" fmla="*/ 855422 w 1269406"/>
                <a:gd name="connsiteY137" fmla="*/ 247175 h 1592588"/>
                <a:gd name="connsiteX138" fmla="*/ 777661 w 1269406"/>
                <a:gd name="connsiteY138" fmla="*/ 213201 h 1592588"/>
                <a:gd name="connsiteX139" fmla="*/ 758418 w 1269406"/>
                <a:gd name="connsiteY139" fmla="*/ 253378 h 1592588"/>
                <a:gd name="connsiteX140" fmla="*/ 776543 w 1269406"/>
                <a:gd name="connsiteY140" fmla="*/ 299897 h 1592588"/>
                <a:gd name="connsiteX141" fmla="*/ 804353 w 1269406"/>
                <a:gd name="connsiteY141" fmla="*/ 297953 h 1592588"/>
                <a:gd name="connsiteX142" fmla="*/ 877169 w 1269406"/>
                <a:gd name="connsiteY142" fmla="*/ 320030 h 1592588"/>
                <a:gd name="connsiteX143" fmla="*/ 902869 w 1269406"/>
                <a:gd name="connsiteY143" fmla="*/ 361974 h 1592588"/>
                <a:gd name="connsiteX144" fmla="*/ 959900 w 1269406"/>
                <a:gd name="connsiteY144" fmla="*/ 360017 h 1592588"/>
                <a:gd name="connsiteX145" fmla="*/ 984660 w 1269406"/>
                <a:gd name="connsiteY145" fmla="*/ 381980 h 1592588"/>
                <a:gd name="connsiteX146" fmla="*/ 942894 w 1269406"/>
                <a:gd name="connsiteY146" fmla="*/ 413361 h 1592588"/>
                <a:gd name="connsiteX147" fmla="*/ 966916 w 1269406"/>
                <a:gd name="connsiteY147" fmla="*/ 474523 h 1592588"/>
                <a:gd name="connsiteX148" fmla="*/ 1020807 w 1269406"/>
                <a:gd name="connsiteY148" fmla="*/ 480268 h 1592588"/>
                <a:gd name="connsiteX149" fmla="*/ 1033339 w 1269406"/>
                <a:gd name="connsiteY149" fmla="*/ 483013 h 1592588"/>
                <a:gd name="connsiteX150" fmla="*/ 1060743 w 1269406"/>
                <a:gd name="connsiteY150" fmla="*/ 486013 h 1592588"/>
                <a:gd name="connsiteX151" fmla="*/ 1083049 w 1269406"/>
                <a:gd name="connsiteY151" fmla="*/ 497782 h 1592588"/>
                <a:gd name="connsiteX152" fmla="*/ 1077317 w 1269406"/>
                <a:gd name="connsiteY152" fmla="*/ 561956 h 1592588"/>
                <a:gd name="connsiteX153" fmla="*/ 1083176 w 1269406"/>
                <a:gd name="connsiteY153" fmla="*/ 614488 h 1592588"/>
                <a:gd name="connsiteX154" fmla="*/ 1058786 w 1269406"/>
                <a:gd name="connsiteY154" fmla="*/ 624961 h 1592588"/>
                <a:gd name="connsiteX155" fmla="*/ 1055837 w 1269406"/>
                <a:gd name="connsiteY155" fmla="*/ 659075 h 1592588"/>
                <a:gd name="connsiteX156" fmla="*/ 1077774 w 1269406"/>
                <a:gd name="connsiteY156" fmla="*/ 679589 h 1592588"/>
                <a:gd name="connsiteX157" fmla="*/ 1098111 w 1269406"/>
                <a:gd name="connsiteY157" fmla="*/ 738806 h 1592588"/>
                <a:gd name="connsiteX158" fmla="*/ 1154239 w 1269406"/>
                <a:gd name="connsiteY158" fmla="*/ 758138 h 1592588"/>
                <a:gd name="connsiteX159" fmla="*/ 1153451 w 1269406"/>
                <a:gd name="connsiteY159" fmla="*/ 772005 h 1592588"/>
                <a:gd name="connsiteX160" fmla="*/ 1116261 w 1269406"/>
                <a:gd name="connsiteY160" fmla="*/ 773429 h 1592588"/>
                <a:gd name="connsiteX161" fmla="*/ 1106728 w 1269406"/>
                <a:gd name="connsiteY161" fmla="*/ 854774 h 1592588"/>
                <a:gd name="connsiteX162" fmla="*/ 1106856 w 1269406"/>
                <a:gd name="connsiteY162" fmla="*/ 864942 h 1592588"/>
                <a:gd name="connsiteX163" fmla="*/ 1177321 w 1269406"/>
                <a:gd name="connsiteY163" fmla="*/ 904280 h 1592588"/>
                <a:gd name="connsiteX164" fmla="*/ 1182405 w 1269406"/>
                <a:gd name="connsiteY164" fmla="*/ 938407 h 1592588"/>
                <a:gd name="connsiteX165" fmla="*/ 1243986 w 1269406"/>
                <a:gd name="connsiteY165" fmla="*/ 1025713 h 1592588"/>
                <a:gd name="connsiteX166" fmla="*/ 1269406 w 1269406"/>
                <a:gd name="connsiteY166" fmla="*/ 1105178 h 1592588"/>
                <a:gd name="connsiteX167" fmla="*/ 1250087 w 1269406"/>
                <a:gd name="connsiteY167" fmla="*/ 1142177 h 1592588"/>
                <a:gd name="connsiteX168" fmla="*/ 1213812 w 1269406"/>
                <a:gd name="connsiteY168" fmla="*/ 1150388 h 1592588"/>
                <a:gd name="connsiteX169" fmla="*/ 1172173 w 1269406"/>
                <a:gd name="connsiteY169" fmla="*/ 1204127 h 1592588"/>
                <a:gd name="connsiteX170" fmla="*/ 1197594 w 1269406"/>
                <a:gd name="connsiteY170" fmla="*/ 1221501 h 1592588"/>
                <a:gd name="connsiteX171" fmla="*/ 1172923 w 1269406"/>
                <a:gd name="connsiteY171" fmla="*/ 1282510 h 1592588"/>
                <a:gd name="connsiteX172" fmla="*/ 1071000 w 1269406"/>
                <a:gd name="connsiteY172" fmla="*/ 1307600 h 1592588"/>
                <a:gd name="connsiteX173" fmla="*/ 1041004 w 1269406"/>
                <a:gd name="connsiteY173" fmla="*/ 1330339 h 1592588"/>
                <a:gd name="connsiteX174" fmla="*/ 955846 w 1269406"/>
                <a:gd name="connsiteY174" fmla="*/ 1316485 h 1592588"/>
                <a:gd name="connsiteX175" fmla="*/ 916825 w 1269406"/>
                <a:gd name="connsiteY175" fmla="*/ 1324721 h 1592588"/>
                <a:gd name="connsiteX176" fmla="*/ 891506 w 1269406"/>
                <a:gd name="connsiteY176" fmla="*/ 1354399 h 1592588"/>
                <a:gd name="connsiteX177" fmla="*/ 885151 w 1269406"/>
                <a:gd name="connsiteY177" fmla="*/ 1355670 h 1592588"/>
                <a:gd name="connsiteX178" fmla="*/ 873801 w 1269406"/>
                <a:gd name="connsiteY178" fmla="*/ 1365203 h 1592588"/>
                <a:gd name="connsiteX179" fmla="*/ 847046 w 1269406"/>
                <a:gd name="connsiteY179" fmla="*/ 1365610 h 1592588"/>
                <a:gd name="connsiteX180" fmla="*/ 817164 w 1269406"/>
                <a:gd name="connsiteY180" fmla="*/ 1369525 h 1592588"/>
                <a:gd name="connsiteX181" fmla="*/ 768612 w 1269406"/>
                <a:gd name="connsiteY181" fmla="*/ 1370300 h 1592588"/>
                <a:gd name="connsiteX182" fmla="*/ 724126 w 1269406"/>
                <a:gd name="connsiteY182" fmla="*/ 1352505 h 1592588"/>
                <a:gd name="connsiteX183" fmla="*/ 713576 w 1269406"/>
                <a:gd name="connsiteY183" fmla="*/ 1335779 h 1592588"/>
                <a:gd name="connsiteX184" fmla="*/ 674175 w 1269406"/>
                <a:gd name="connsiteY184" fmla="*/ 1318137 h 1592588"/>
                <a:gd name="connsiteX185" fmla="*/ 663460 w 1269406"/>
                <a:gd name="connsiteY185" fmla="*/ 1305427 h 1592588"/>
                <a:gd name="connsiteX186" fmla="*/ 650559 w 1269406"/>
                <a:gd name="connsiteY186" fmla="*/ 1301105 h 1592588"/>
                <a:gd name="connsiteX187" fmla="*/ 627452 w 1269406"/>
                <a:gd name="connsiteY187" fmla="*/ 1290772 h 1592588"/>
                <a:gd name="connsiteX188" fmla="*/ 550327 w 1269406"/>
                <a:gd name="connsiteY188" fmla="*/ 1262810 h 1592588"/>
                <a:gd name="connsiteX189" fmla="*/ 521220 w 1269406"/>
                <a:gd name="connsiteY189" fmla="*/ 1242016 h 1592588"/>
                <a:gd name="connsiteX190" fmla="*/ 510124 w 1269406"/>
                <a:gd name="connsiteY190" fmla="*/ 1227768 h 1592588"/>
                <a:gd name="connsiteX191" fmla="*/ 487818 w 1269406"/>
                <a:gd name="connsiteY191" fmla="*/ 1194429 h 1592588"/>
                <a:gd name="connsiteX192" fmla="*/ 463274 w 1269406"/>
                <a:gd name="connsiteY192" fmla="*/ 1155726 h 1592588"/>
                <a:gd name="connsiteX193" fmla="*/ 450831 w 1269406"/>
                <a:gd name="connsiteY193" fmla="*/ 1141491 h 1592588"/>
                <a:gd name="connsiteX194" fmla="*/ 443650 w 1269406"/>
                <a:gd name="connsiteY194" fmla="*/ 1124510 h 1592588"/>
                <a:gd name="connsiteX195" fmla="*/ 442480 w 1269406"/>
                <a:gd name="connsiteY195" fmla="*/ 1111164 h 1592588"/>
                <a:gd name="connsiteX196" fmla="*/ 429770 w 1269406"/>
                <a:gd name="connsiteY196" fmla="*/ 1081765 h 1592588"/>
                <a:gd name="connsiteX197" fmla="*/ 422322 w 1269406"/>
                <a:gd name="connsiteY197" fmla="*/ 1065420 h 1592588"/>
                <a:gd name="connsiteX198" fmla="*/ 420492 w 1269406"/>
                <a:gd name="connsiteY198" fmla="*/ 1050664 h 1592588"/>
                <a:gd name="connsiteX199" fmla="*/ 413844 w 1269406"/>
                <a:gd name="connsiteY199" fmla="*/ 1041118 h 1592588"/>
                <a:gd name="connsiteX200" fmla="*/ 401045 w 1269406"/>
                <a:gd name="connsiteY200" fmla="*/ 1022167 h 1592588"/>
                <a:gd name="connsiteX201" fmla="*/ 388907 w 1269406"/>
                <a:gd name="connsiteY201" fmla="*/ 1019295 h 1592588"/>
                <a:gd name="connsiteX202" fmla="*/ 381471 w 1269406"/>
                <a:gd name="connsiteY202" fmla="*/ 995895 h 1592588"/>
                <a:gd name="connsiteX203" fmla="*/ 377824 w 1269406"/>
                <a:gd name="connsiteY203" fmla="*/ 987138 h 1592588"/>
                <a:gd name="connsiteX204" fmla="*/ 374811 w 1269406"/>
                <a:gd name="connsiteY204" fmla="*/ 980338 h 1592588"/>
                <a:gd name="connsiteX205" fmla="*/ 370121 w 1269406"/>
                <a:gd name="connsiteY205" fmla="*/ 982562 h 1592588"/>
                <a:gd name="connsiteX206" fmla="*/ 365812 w 1269406"/>
                <a:gd name="connsiteY206" fmla="*/ 984520 h 1592588"/>
                <a:gd name="connsiteX207" fmla="*/ 362432 w 1269406"/>
                <a:gd name="connsiteY207" fmla="*/ 986096 h 1592588"/>
                <a:gd name="connsiteX208" fmla="*/ 360995 w 1269406"/>
                <a:gd name="connsiteY208" fmla="*/ 994726 h 1592588"/>
                <a:gd name="connsiteX209" fmla="*/ 359559 w 1269406"/>
                <a:gd name="connsiteY209" fmla="*/ 1022815 h 1592588"/>
                <a:gd name="connsiteX210" fmla="*/ 359559 w 1269406"/>
                <a:gd name="connsiteY210" fmla="*/ 1032984 h 1592588"/>
                <a:gd name="connsiteX211" fmla="*/ 373896 w 1269406"/>
                <a:gd name="connsiteY211" fmla="*/ 1072068 h 1592588"/>
                <a:gd name="connsiteX212" fmla="*/ 383950 w 1269406"/>
                <a:gd name="connsiteY212" fmla="*/ 1083189 h 1592588"/>
                <a:gd name="connsiteX213" fmla="*/ 400918 w 1269406"/>
                <a:gd name="connsiteY213" fmla="*/ 1124078 h 1592588"/>
                <a:gd name="connsiteX214" fmla="*/ 412268 w 1269406"/>
                <a:gd name="connsiteY214" fmla="*/ 1165132 h 1592588"/>
                <a:gd name="connsiteX215" fmla="*/ 434587 w 1269406"/>
                <a:gd name="connsiteY215" fmla="*/ 1192446 h 1592588"/>
                <a:gd name="connsiteX216" fmla="*/ 452992 w 1269406"/>
                <a:gd name="connsiteY216" fmla="*/ 1228034 h 1592588"/>
                <a:gd name="connsiteX217" fmla="*/ 460300 w 1269406"/>
                <a:gd name="connsiteY217" fmla="*/ 1252184 h 1592588"/>
                <a:gd name="connsiteX218" fmla="*/ 468918 w 1269406"/>
                <a:gd name="connsiteY218" fmla="*/ 1262492 h 1592588"/>
                <a:gd name="connsiteX219" fmla="*/ 477522 w 1269406"/>
                <a:gd name="connsiteY219" fmla="*/ 1282765 h 1592588"/>
                <a:gd name="connsiteX220" fmla="*/ 549170 w 1269406"/>
                <a:gd name="connsiteY220" fmla="*/ 1317921 h 1592588"/>
                <a:gd name="connsiteX221" fmla="*/ 566265 w 1269406"/>
                <a:gd name="connsiteY221" fmla="*/ 1324581 h 1592588"/>
                <a:gd name="connsiteX222" fmla="*/ 574870 w 1269406"/>
                <a:gd name="connsiteY222" fmla="*/ 1318226 h 1592588"/>
                <a:gd name="connsiteX223" fmla="*/ 583488 w 1269406"/>
                <a:gd name="connsiteY223" fmla="*/ 1317959 h 1592588"/>
                <a:gd name="connsiteX224" fmla="*/ 599795 w 1269406"/>
                <a:gd name="connsiteY224" fmla="*/ 1326856 h 1592588"/>
                <a:gd name="connsiteX225" fmla="*/ 606976 w 1269406"/>
                <a:gd name="connsiteY225" fmla="*/ 1337190 h 1592588"/>
                <a:gd name="connsiteX226" fmla="*/ 617945 w 1269406"/>
                <a:gd name="connsiteY226" fmla="*/ 1355480 h 1592588"/>
                <a:gd name="connsiteX227" fmla="*/ 652262 w 1269406"/>
                <a:gd name="connsiteY227" fmla="*/ 1386594 h 1592588"/>
                <a:gd name="connsiteX228" fmla="*/ 679615 w 1269406"/>
                <a:gd name="connsiteY228" fmla="*/ 1407604 h 1592588"/>
                <a:gd name="connsiteX229" fmla="*/ 699849 w 1269406"/>
                <a:gd name="connsiteY229" fmla="*/ 1419908 h 1592588"/>
                <a:gd name="connsiteX230" fmla="*/ 727367 w 1269406"/>
                <a:gd name="connsiteY230" fmla="*/ 1462258 h 1592588"/>
                <a:gd name="connsiteX231" fmla="*/ 660816 w 1269406"/>
                <a:gd name="connsiteY231" fmla="*/ 1520801 h 1592588"/>
                <a:gd name="connsiteX232" fmla="*/ 662392 w 1269406"/>
                <a:gd name="connsiteY232" fmla="*/ 1549158 h 1592588"/>
                <a:gd name="connsiteX233" fmla="*/ 683656 w 1269406"/>
                <a:gd name="connsiteY233" fmla="*/ 1570765 h 1592588"/>
                <a:gd name="connsiteX234" fmla="*/ 684178 w 1269406"/>
                <a:gd name="connsiteY234" fmla="*/ 1580692 h 1592588"/>
                <a:gd name="connsiteX235" fmla="*/ 630541 w 1269406"/>
                <a:gd name="connsiteY235" fmla="*/ 1592588 h 1592588"/>
                <a:gd name="connsiteX236" fmla="*/ 619979 w 1269406"/>
                <a:gd name="connsiteY236" fmla="*/ 1561232 h 1592588"/>
                <a:gd name="connsiteX237" fmla="*/ 602489 w 1269406"/>
                <a:gd name="connsiteY237" fmla="*/ 1561627 h 1592588"/>
                <a:gd name="connsiteX238" fmla="*/ 585903 w 1269406"/>
                <a:gd name="connsiteY238" fmla="*/ 1569329 h 1592588"/>
                <a:gd name="connsiteX239" fmla="*/ 576662 w 1269406"/>
                <a:gd name="connsiteY239" fmla="*/ 1568935 h 1592588"/>
                <a:gd name="connsiteX240" fmla="*/ 574120 w 1269406"/>
                <a:gd name="connsiteY240" fmla="*/ 1559910 h 1592588"/>
                <a:gd name="connsiteX241" fmla="*/ 560431 w 1269406"/>
                <a:gd name="connsiteY241" fmla="*/ 1561182 h 1592588"/>
                <a:gd name="connsiteX242" fmla="*/ 545420 w 1269406"/>
                <a:gd name="connsiteY242" fmla="*/ 1553555 h 1592588"/>
                <a:gd name="connsiteX243" fmla="*/ 546856 w 1269406"/>
                <a:gd name="connsiteY243" fmla="*/ 1544404 h 1592588"/>
                <a:gd name="connsiteX244" fmla="*/ 554546 w 1269406"/>
                <a:gd name="connsiteY244" fmla="*/ 1534999 h 1592588"/>
                <a:gd name="connsiteX245" fmla="*/ 539802 w 1269406"/>
                <a:gd name="connsiteY245" fmla="*/ 1511269 h 1592588"/>
                <a:gd name="connsiteX246" fmla="*/ 538760 w 1269406"/>
                <a:gd name="connsiteY246" fmla="*/ 1503020 h 1592588"/>
                <a:gd name="connsiteX247" fmla="*/ 532240 w 1269406"/>
                <a:gd name="connsiteY247" fmla="*/ 1498965 h 1592588"/>
                <a:gd name="connsiteX248" fmla="*/ 534057 w 1269406"/>
                <a:gd name="connsiteY248" fmla="*/ 1491797 h 1592588"/>
                <a:gd name="connsiteX249" fmla="*/ 526431 w 1269406"/>
                <a:gd name="connsiteY249" fmla="*/ 1476099 h 1592588"/>
                <a:gd name="connsiteX250" fmla="*/ 510391 w 1269406"/>
                <a:gd name="connsiteY250" fmla="*/ 1459373 h 1592588"/>
                <a:gd name="connsiteX251" fmla="*/ 501773 w 1269406"/>
                <a:gd name="connsiteY251" fmla="*/ 1465118 h 1592588"/>
                <a:gd name="connsiteX252" fmla="*/ 491453 w 1269406"/>
                <a:gd name="connsiteY252" fmla="*/ 1461063 h 1592588"/>
                <a:gd name="connsiteX253" fmla="*/ 484933 w 1269406"/>
                <a:gd name="connsiteY253" fmla="*/ 1440409 h 1592588"/>
                <a:gd name="connsiteX254" fmla="*/ 463668 w 1269406"/>
                <a:gd name="connsiteY254" fmla="*/ 1445773 h 1592588"/>
                <a:gd name="connsiteX255" fmla="*/ 458444 w 1269406"/>
                <a:gd name="connsiteY255" fmla="*/ 1438592 h 1592588"/>
                <a:gd name="connsiteX256" fmla="*/ 461965 w 1269406"/>
                <a:gd name="connsiteY256" fmla="*/ 1426695 h 1592588"/>
                <a:gd name="connsiteX257" fmla="*/ 451924 w 1269406"/>
                <a:gd name="connsiteY257" fmla="*/ 1422132 h 1592588"/>
                <a:gd name="connsiteX258" fmla="*/ 442519 w 1269406"/>
                <a:gd name="connsiteY258" fmla="*/ 1424992 h 1592588"/>
                <a:gd name="connsiteX259" fmla="*/ 379476 w 1269406"/>
                <a:gd name="connsiteY259" fmla="*/ 1410350 h 1592588"/>
                <a:gd name="connsiteX260" fmla="*/ 288789 w 1269406"/>
                <a:gd name="connsiteY260" fmla="*/ 1441604 h 1592588"/>
                <a:gd name="connsiteX261" fmla="*/ 270270 w 1269406"/>
                <a:gd name="connsiteY261" fmla="*/ 1445646 h 1592588"/>
                <a:gd name="connsiteX262" fmla="*/ 251344 w 1269406"/>
                <a:gd name="connsiteY262" fmla="*/ 1452306 h 1592588"/>
                <a:gd name="connsiteX263" fmla="*/ 182824 w 1269406"/>
                <a:gd name="connsiteY263" fmla="*/ 1409091 h 1592588"/>
                <a:gd name="connsiteX264" fmla="*/ 132847 w 1269406"/>
                <a:gd name="connsiteY264" fmla="*/ 1410006 h 1592588"/>
                <a:gd name="connsiteX265" fmla="*/ 122679 w 1269406"/>
                <a:gd name="connsiteY265" fmla="*/ 1379502 h 1592588"/>
                <a:gd name="connsiteX266" fmla="*/ 123073 w 1269406"/>
                <a:gd name="connsiteY266" fmla="*/ 1371139 h 1592588"/>
                <a:gd name="connsiteX267" fmla="*/ 118904 w 1269406"/>
                <a:gd name="connsiteY267" fmla="*/ 1365241 h 1592588"/>
                <a:gd name="connsiteX268" fmla="*/ 122425 w 1269406"/>
                <a:gd name="connsiteY268" fmla="*/ 1357018 h 1592588"/>
                <a:gd name="connsiteX269" fmla="*/ 116413 w 1269406"/>
                <a:gd name="connsiteY269" fmla="*/ 1349175 h 1592588"/>
                <a:gd name="connsiteX270" fmla="*/ 116273 w 1269406"/>
                <a:gd name="connsiteY270" fmla="*/ 1342515 h 1592588"/>
                <a:gd name="connsiteX271" fmla="*/ 110020 w 1269406"/>
                <a:gd name="connsiteY271" fmla="*/ 1338067 h 1592588"/>
                <a:gd name="connsiteX272" fmla="*/ 108329 w 1269406"/>
                <a:gd name="connsiteY272" fmla="*/ 1335448 h 1592588"/>
                <a:gd name="connsiteX273" fmla="*/ 97106 w 1269406"/>
                <a:gd name="connsiteY273" fmla="*/ 1320946 h 1592588"/>
                <a:gd name="connsiteX274" fmla="*/ 93293 w 1269406"/>
                <a:gd name="connsiteY274" fmla="*/ 1313320 h 1592588"/>
                <a:gd name="connsiteX275" fmla="*/ 98771 w 1269406"/>
                <a:gd name="connsiteY275" fmla="*/ 1305618 h 1592588"/>
                <a:gd name="connsiteX276" fmla="*/ 98275 w 1269406"/>
                <a:gd name="connsiteY276" fmla="*/ 1297241 h 1592588"/>
                <a:gd name="connsiteX277" fmla="*/ 92124 w 1269406"/>
                <a:gd name="connsiteY277" fmla="*/ 1293200 h 1592588"/>
                <a:gd name="connsiteX278" fmla="*/ 89391 w 1269406"/>
                <a:gd name="connsiteY278" fmla="*/ 1286006 h 1592588"/>
                <a:gd name="connsiteX279" fmla="*/ 90039 w 1269406"/>
                <a:gd name="connsiteY279" fmla="*/ 1276460 h 1592588"/>
                <a:gd name="connsiteX280" fmla="*/ 92378 w 1269406"/>
                <a:gd name="connsiteY280" fmla="*/ 1266915 h 1592588"/>
                <a:gd name="connsiteX281" fmla="*/ 91742 w 1269406"/>
                <a:gd name="connsiteY281" fmla="*/ 1261170 h 1592588"/>
                <a:gd name="connsiteX282" fmla="*/ 84688 w 1269406"/>
                <a:gd name="connsiteY282" fmla="*/ 1254637 h 1592588"/>
                <a:gd name="connsiteX283" fmla="*/ 78422 w 1269406"/>
                <a:gd name="connsiteY283" fmla="*/ 1245880 h 1592588"/>
                <a:gd name="connsiteX284" fmla="*/ 69283 w 1269406"/>
                <a:gd name="connsiteY284" fmla="*/ 1222213 h 1592588"/>
                <a:gd name="connsiteX285" fmla="*/ 63157 w 1269406"/>
                <a:gd name="connsiteY285" fmla="*/ 1211638 h 1592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Lst>
              <a:rect l="l" t="t" r="r" b="b"/>
              <a:pathLst>
                <a:path w="1269406" h="1592588">
                  <a:moveTo>
                    <a:pt x="603061" y="958387"/>
                  </a:moveTo>
                  <a:lnTo>
                    <a:pt x="596528" y="963078"/>
                  </a:lnTo>
                  <a:lnTo>
                    <a:pt x="594571" y="973538"/>
                  </a:lnTo>
                  <a:lnTo>
                    <a:pt x="595740" y="988587"/>
                  </a:lnTo>
                  <a:lnTo>
                    <a:pt x="603710" y="1002034"/>
                  </a:lnTo>
                  <a:lnTo>
                    <a:pt x="611793" y="1012355"/>
                  </a:lnTo>
                  <a:lnTo>
                    <a:pt x="618974" y="1015774"/>
                  </a:lnTo>
                  <a:lnTo>
                    <a:pt x="624325" y="1028840"/>
                  </a:lnTo>
                  <a:lnTo>
                    <a:pt x="631367" y="1035195"/>
                  </a:lnTo>
                  <a:lnTo>
                    <a:pt x="641408" y="1037026"/>
                  </a:lnTo>
                  <a:lnTo>
                    <a:pt x="657931" y="1061175"/>
                  </a:lnTo>
                  <a:lnTo>
                    <a:pt x="667324" y="1082350"/>
                  </a:lnTo>
                  <a:lnTo>
                    <a:pt x="672675" y="1091362"/>
                  </a:lnTo>
                  <a:lnTo>
                    <a:pt x="672154" y="1100907"/>
                  </a:lnTo>
                  <a:lnTo>
                    <a:pt x="675967" y="1109664"/>
                  </a:lnTo>
                  <a:lnTo>
                    <a:pt x="689262" y="1110313"/>
                  </a:lnTo>
                  <a:lnTo>
                    <a:pt x="688614" y="1102610"/>
                  </a:lnTo>
                  <a:lnTo>
                    <a:pt x="692795" y="1095797"/>
                  </a:lnTo>
                  <a:lnTo>
                    <a:pt x="704539" y="1095543"/>
                  </a:lnTo>
                  <a:lnTo>
                    <a:pt x="708200" y="1087167"/>
                  </a:lnTo>
                  <a:lnTo>
                    <a:pt x="708327" y="1074368"/>
                  </a:lnTo>
                  <a:lnTo>
                    <a:pt x="687444" y="1062992"/>
                  </a:lnTo>
                  <a:lnTo>
                    <a:pt x="674391" y="1051896"/>
                  </a:lnTo>
                  <a:lnTo>
                    <a:pt x="670349" y="1042885"/>
                  </a:lnTo>
                  <a:lnTo>
                    <a:pt x="671531" y="1024569"/>
                  </a:lnTo>
                  <a:lnTo>
                    <a:pt x="668519" y="1015672"/>
                  </a:lnTo>
                  <a:lnTo>
                    <a:pt x="651995" y="988485"/>
                  </a:lnTo>
                  <a:lnTo>
                    <a:pt x="639082" y="981940"/>
                  </a:lnTo>
                  <a:lnTo>
                    <a:pt x="618212" y="955248"/>
                  </a:lnTo>
                  <a:close/>
                  <a:moveTo>
                    <a:pt x="115892" y="1201152"/>
                  </a:moveTo>
                  <a:lnTo>
                    <a:pt x="143549" y="1177880"/>
                  </a:lnTo>
                  <a:lnTo>
                    <a:pt x="158687" y="1135542"/>
                  </a:lnTo>
                  <a:lnTo>
                    <a:pt x="168855" y="1133585"/>
                  </a:lnTo>
                  <a:lnTo>
                    <a:pt x="189077" y="1101288"/>
                  </a:lnTo>
                  <a:lnTo>
                    <a:pt x="185556" y="1081676"/>
                  </a:lnTo>
                  <a:lnTo>
                    <a:pt x="151366" y="1102470"/>
                  </a:lnTo>
                  <a:lnTo>
                    <a:pt x="110388" y="1096458"/>
                  </a:lnTo>
                  <a:lnTo>
                    <a:pt x="117823" y="1070835"/>
                  </a:lnTo>
                  <a:lnTo>
                    <a:pt x="97716" y="1027061"/>
                  </a:lnTo>
                  <a:lnTo>
                    <a:pt x="93903" y="990455"/>
                  </a:lnTo>
                  <a:lnTo>
                    <a:pt x="100029" y="982728"/>
                  </a:lnTo>
                  <a:lnTo>
                    <a:pt x="84103" y="971504"/>
                  </a:lnTo>
                  <a:lnTo>
                    <a:pt x="82273" y="958693"/>
                  </a:lnTo>
                  <a:lnTo>
                    <a:pt x="75499" y="901840"/>
                  </a:lnTo>
                  <a:lnTo>
                    <a:pt x="6584" y="889295"/>
                  </a:lnTo>
                  <a:lnTo>
                    <a:pt x="6063" y="877525"/>
                  </a:lnTo>
                  <a:lnTo>
                    <a:pt x="46913" y="871907"/>
                  </a:lnTo>
                  <a:lnTo>
                    <a:pt x="55810" y="800667"/>
                  </a:lnTo>
                  <a:lnTo>
                    <a:pt x="43800" y="798849"/>
                  </a:lnTo>
                  <a:lnTo>
                    <a:pt x="48362" y="780940"/>
                  </a:lnTo>
                  <a:lnTo>
                    <a:pt x="38321" y="748135"/>
                  </a:lnTo>
                  <a:lnTo>
                    <a:pt x="56853" y="734154"/>
                  </a:lnTo>
                  <a:lnTo>
                    <a:pt x="10905" y="685143"/>
                  </a:lnTo>
                  <a:lnTo>
                    <a:pt x="29767" y="672039"/>
                  </a:lnTo>
                  <a:lnTo>
                    <a:pt x="25332" y="641331"/>
                  </a:lnTo>
                  <a:lnTo>
                    <a:pt x="4995" y="643289"/>
                  </a:lnTo>
                  <a:lnTo>
                    <a:pt x="0" y="556376"/>
                  </a:lnTo>
                  <a:lnTo>
                    <a:pt x="31979" y="549055"/>
                  </a:lnTo>
                  <a:lnTo>
                    <a:pt x="50650" y="499664"/>
                  </a:lnTo>
                  <a:lnTo>
                    <a:pt x="61733" y="503311"/>
                  </a:lnTo>
                  <a:lnTo>
                    <a:pt x="71266" y="505015"/>
                  </a:lnTo>
                  <a:lnTo>
                    <a:pt x="82870" y="486051"/>
                  </a:lnTo>
                  <a:lnTo>
                    <a:pt x="76350" y="467367"/>
                  </a:lnTo>
                  <a:lnTo>
                    <a:pt x="112231" y="448810"/>
                  </a:lnTo>
                  <a:lnTo>
                    <a:pt x="113807" y="401630"/>
                  </a:lnTo>
                  <a:lnTo>
                    <a:pt x="128030" y="382564"/>
                  </a:lnTo>
                  <a:lnTo>
                    <a:pt x="151391" y="384776"/>
                  </a:lnTo>
                  <a:lnTo>
                    <a:pt x="205283" y="368583"/>
                  </a:lnTo>
                  <a:lnTo>
                    <a:pt x="222772" y="362050"/>
                  </a:lnTo>
                  <a:lnTo>
                    <a:pt x="245650" y="353293"/>
                  </a:lnTo>
                  <a:lnTo>
                    <a:pt x="265986" y="341790"/>
                  </a:lnTo>
                  <a:lnTo>
                    <a:pt x="251103" y="322318"/>
                  </a:lnTo>
                  <a:lnTo>
                    <a:pt x="213125" y="333681"/>
                  </a:lnTo>
                  <a:lnTo>
                    <a:pt x="197211" y="320348"/>
                  </a:lnTo>
                  <a:lnTo>
                    <a:pt x="188975" y="278913"/>
                  </a:lnTo>
                  <a:lnTo>
                    <a:pt x="231148" y="253696"/>
                  </a:lnTo>
                  <a:lnTo>
                    <a:pt x="241710" y="239320"/>
                  </a:lnTo>
                  <a:lnTo>
                    <a:pt x="292335" y="232126"/>
                  </a:lnTo>
                  <a:lnTo>
                    <a:pt x="308388" y="188467"/>
                  </a:lnTo>
                  <a:lnTo>
                    <a:pt x="355632" y="187298"/>
                  </a:lnTo>
                  <a:lnTo>
                    <a:pt x="362813" y="204431"/>
                  </a:lnTo>
                  <a:lnTo>
                    <a:pt x="394588" y="203884"/>
                  </a:lnTo>
                  <a:lnTo>
                    <a:pt x="410527" y="228733"/>
                  </a:lnTo>
                  <a:lnTo>
                    <a:pt x="427622" y="236435"/>
                  </a:lnTo>
                  <a:lnTo>
                    <a:pt x="434791" y="254077"/>
                  </a:lnTo>
                  <a:lnTo>
                    <a:pt x="418267" y="262974"/>
                  </a:lnTo>
                  <a:lnTo>
                    <a:pt x="403384" y="284670"/>
                  </a:lnTo>
                  <a:lnTo>
                    <a:pt x="390597" y="290682"/>
                  </a:lnTo>
                  <a:lnTo>
                    <a:pt x="368278" y="307409"/>
                  </a:lnTo>
                  <a:lnTo>
                    <a:pt x="351844" y="320615"/>
                  </a:lnTo>
                  <a:lnTo>
                    <a:pt x="347408" y="356826"/>
                  </a:lnTo>
                  <a:lnTo>
                    <a:pt x="371291" y="360995"/>
                  </a:lnTo>
                  <a:lnTo>
                    <a:pt x="388500" y="423860"/>
                  </a:lnTo>
                  <a:lnTo>
                    <a:pt x="405735" y="409370"/>
                  </a:lnTo>
                  <a:lnTo>
                    <a:pt x="415789" y="356420"/>
                  </a:lnTo>
                  <a:lnTo>
                    <a:pt x="447221" y="307943"/>
                  </a:lnTo>
                  <a:lnTo>
                    <a:pt x="466287" y="297343"/>
                  </a:lnTo>
                  <a:lnTo>
                    <a:pt x="468765" y="265313"/>
                  </a:lnTo>
                  <a:lnTo>
                    <a:pt x="484170" y="249234"/>
                  </a:lnTo>
                  <a:lnTo>
                    <a:pt x="485606" y="231593"/>
                  </a:lnTo>
                  <a:lnTo>
                    <a:pt x="470214" y="197339"/>
                  </a:lnTo>
                  <a:lnTo>
                    <a:pt x="467456" y="153425"/>
                  </a:lnTo>
                  <a:lnTo>
                    <a:pt x="479073" y="141782"/>
                  </a:lnTo>
                  <a:lnTo>
                    <a:pt x="484437" y="125717"/>
                  </a:lnTo>
                  <a:lnTo>
                    <a:pt x="494999" y="125717"/>
                  </a:lnTo>
                  <a:lnTo>
                    <a:pt x="503337" y="137995"/>
                  </a:lnTo>
                  <a:lnTo>
                    <a:pt x="502688" y="150031"/>
                  </a:lnTo>
                  <a:lnTo>
                    <a:pt x="487945" y="162436"/>
                  </a:lnTo>
                  <a:lnTo>
                    <a:pt x="490957" y="170152"/>
                  </a:lnTo>
                  <a:lnTo>
                    <a:pt x="506870" y="168588"/>
                  </a:lnTo>
                  <a:lnTo>
                    <a:pt x="522123" y="157734"/>
                  </a:lnTo>
                  <a:lnTo>
                    <a:pt x="531909" y="137740"/>
                  </a:lnTo>
                  <a:lnTo>
                    <a:pt x="526953" y="118675"/>
                  </a:lnTo>
                  <a:lnTo>
                    <a:pt x="492495" y="81561"/>
                  </a:lnTo>
                  <a:lnTo>
                    <a:pt x="486509" y="67046"/>
                  </a:lnTo>
                  <a:lnTo>
                    <a:pt x="502155" y="46532"/>
                  </a:lnTo>
                  <a:lnTo>
                    <a:pt x="522262" y="47714"/>
                  </a:lnTo>
                  <a:lnTo>
                    <a:pt x="524220" y="7448"/>
                  </a:lnTo>
                  <a:lnTo>
                    <a:pt x="538709" y="5618"/>
                  </a:lnTo>
                  <a:lnTo>
                    <a:pt x="563100" y="0"/>
                  </a:lnTo>
                  <a:lnTo>
                    <a:pt x="592461" y="18176"/>
                  </a:lnTo>
                  <a:lnTo>
                    <a:pt x="613611" y="26399"/>
                  </a:lnTo>
                  <a:lnTo>
                    <a:pt x="611386" y="48235"/>
                  </a:lnTo>
                  <a:lnTo>
                    <a:pt x="630693" y="82985"/>
                  </a:lnTo>
                  <a:lnTo>
                    <a:pt x="653152" y="130572"/>
                  </a:lnTo>
                  <a:lnTo>
                    <a:pt x="711619" y="153844"/>
                  </a:lnTo>
                  <a:lnTo>
                    <a:pt x="741234" y="152573"/>
                  </a:lnTo>
                  <a:lnTo>
                    <a:pt x="772297" y="161725"/>
                  </a:lnTo>
                  <a:lnTo>
                    <a:pt x="807657" y="130877"/>
                  </a:lnTo>
                  <a:lnTo>
                    <a:pt x="874081" y="81739"/>
                  </a:lnTo>
                  <a:lnTo>
                    <a:pt x="883220" y="80964"/>
                  </a:lnTo>
                  <a:lnTo>
                    <a:pt x="887388" y="119260"/>
                  </a:lnTo>
                  <a:lnTo>
                    <a:pt x="909199" y="126187"/>
                  </a:lnTo>
                  <a:lnTo>
                    <a:pt x="931251" y="134550"/>
                  </a:lnTo>
                  <a:lnTo>
                    <a:pt x="929548" y="163784"/>
                  </a:lnTo>
                  <a:lnTo>
                    <a:pt x="888304" y="251230"/>
                  </a:lnTo>
                  <a:lnTo>
                    <a:pt x="876432" y="263508"/>
                  </a:lnTo>
                  <a:lnTo>
                    <a:pt x="855422" y="247175"/>
                  </a:lnTo>
                  <a:lnTo>
                    <a:pt x="777661" y="213201"/>
                  </a:lnTo>
                  <a:lnTo>
                    <a:pt x="758418" y="253378"/>
                  </a:lnTo>
                  <a:lnTo>
                    <a:pt x="776543" y="299897"/>
                  </a:lnTo>
                  <a:lnTo>
                    <a:pt x="804353" y="297953"/>
                  </a:lnTo>
                  <a:lnTo>
                    <a:pt x="877169" y="320030"/>
                  </a:lnTo>
                  <a:lnTo>
                    <a:pt x="902869" y="361974"/>
                  </a:lnTo>
                  <a:lnTo>
                    <a:pt x="959900" y="360017"/>
                  </a:lnTo>
                  <a:lnTo>
                    <a:pt x="984660" y="381980"/>
                  </a:lnTo>
                  <a:lnTo>
                    <a:pt x="942894" y="413361"/>
                  </a:lnTo>
                  <a:lnTo>
                    <a:pt x="966916" y="474523"/>
                  </a:lnTo>
                  <a:lnTo>
                    <a:pt x="1020807" y="480268"/>
                  </a:lnTo>
                  <a:lnTo>
                    <a:pt x="1033339" y="483013"/>
                  </a:lnTo>
                  <a:lnTo>
                    <a:pt x="1060743" y="486013"/>
                  </a:lnTo>
                  <a:lnTo>
                    <a:pt x="1083049" y="497782"/>
                  </a:lnTo>
                  <a:lnTo>
                    <a:pt x="1077317" y="561956"/>
                  </a:lnTo>
                  <a:lnTo>
                    <a:pt x="1083176" y="614488"/>
                  </a:lnTo>
                  <a:lnTo>
                    <a:pt x="1058786" y="624961"/>
                  </a:lnTo>
                  <a:lnTo>
                    <a:pt x="1055837" y="659075"/>
                  </a:lnTo>
                  <a:lnTo>
                    <a:pt x="1077774" y="679589"/>
                  </a:lnTo>
                  <a:lnTo>
                    <a:pt x="1098111" y="738806"/>
                  </a:lnTo>
                  <a:lnTo>
                    <a:pt x="1154239" y="758138"/>
                  </a:lnTo>
                  <a:lnTo>
                    <a:pt x="1153451" y="772005"/>
                  </a:lnTo>
                  <a:lnTo>
                    <a:pt x="1116261" y="773429"/>
                  </a:lnTo>
                  <a:lnTo>
                    <a:pt x="1106728" y="854774"/>
                  </a:lnTo>
                  <a:lnTo>
                    <a:pt x="1106856" y="864942"/>
                  </a:lnTo>
                  <a:lnTo>
                    <a:pt x="1177321" y="904280"/>
                  </a:lnTo>
                  <a:lnTo>
                    <a:pt x="1182405" y="938407"/>
                  </a:lnTo>
                  <a:lnTo>
                    <a:pt x="1243986" y="1025713"/>
                  </a:lnTo>
                  <a:lnTo>
                    <a:pt x="1269406" y="1105178"/>
                  </a:lnTo>
                  <a:lnTo>
                    <a:pt x="1250087" y="1142177"/>
                  </a:lnTo>
                  <a:lnTo>
                    <a:pt x="1213812" y="1150388"/>
                  </a:lnTo>
                  <a:lnTo>
                    <a:pt x="1172173" y="1204127"/>
                  </a:lnTo>
                  <a:lnTo>
                    <a:pt x="1197594" y="1221501"/>
                  </a:lnTo>
                  <a:lnTo>
                    <a:pt x="1172923" y="1282510"/>
                  </a:lnTo>
                  <a:lnTo>
                    <a:pt x="1071000" y="1307600"/>
                  </a:lnTo>
                  <a:lnTo>
                    <a:pt x="1041004" y="1330339"/>
                  </a:lnTo>
                  <a:lnTo>
                    <a:pt x="955846" y="1316485"/>
                  </a:lnTo>
                  <a:lnTo>
                    <a:pt x="916825" y="1324721"/>
                  </a:lnTo>
                  <a:lnTo>
                    <a:pt x="891506" y="1354399"/>
                  </a:lnTo>
                  <a:lnTo>
                    <a:pt x="885151" y="1355670"/>
                  </a:lnTo>
                  <a:lnTo>
                    <a:pt x="873801" y="1365203"/>
                  </a:lnTo>
                  <a:lnTo>
                    <a:pt x="847046" y="1365610"/>
                  </a:lnTo>
                  <a:lnTo>
                    <a:pt x="817164" y="1369525"/>
                  </a:lnTo>
                  <a:lnTo>
                    <a:pt x="768612" y="1370300"/>
                  </a:lnTo>
                  <a:lnTo>
                    <a:pt x="724126" y="1352505"/>
                  </a:lnTo>
                  <a:lnTo>
                    <a:pt x="713576" y="1335779"/>
                  </a:lnTo>
                  <a:lnTo>
                    <a:pt x="674175" y="1318137"/>
                  </a:lnTo>
                  <a:lnTo>
                    <a:pt x="663460" y="1305427"/>
                  </a:lnTo>
                  <a:lnTo>
                    <a:pt x="650559" y="1301105"/>
                  </a:lnTo>
                  <a:lnTo>
                    <a:pt x="627452" y="1290772"/>
                  </a:lnTo>
                  <a:lnTo>
                    <a:pt x="550327" y="1262810"/>
                  </a:lnTo>
                  <a:lnTo>
                    <a:pt x="521220" y="1242016"/>
                  </a:lnTo>
                  <a:lnTo>
                    <a:pt x="510124" y="1227768"/>
                  </a:lnTo>
                  <a:lnTo>
                    <a:pt x="487818" y="1194429"/>
                  </a:lnTo>
                  <a:lnTo>
                    <a:pt x="463274" y="1155726"/>
                  </a:lnTo>
                  <a:lnTo>
                    <a:pt x="450831" y="1141491"/>
                  </a:lnTo>
                  <a:lnTo>
                    <a:pt x="443650" y="1124510"/>
                  </a:lnTo>
                  <a:lnTo>
                    <a:pt x="442480" y="1111164"/>
                  </a:lnTo>
                  <a:lnTo>
                    <a:pt x="429770" y="1081765"/>
                  </a:lnTo>
                  <a:lnTo>
                    <a:pt x="422322" y="1065420"/>
                  </a:lnTo>
                  <a:lnTo>
                    <a:pt x="420492" y="1050664"/>
                  </a:lnTo>
                  <a:lnTo>
                    <a:pt x="413844" y="1041118"/>
                  </a:lnTo>
                  <a:lnTo>
                    <a:pt x="401045" y="1022167"/>
                  </a:lnTo>
                  <a:lnTo>
                    <a:pt x="388907" y="1019295"/>
                  </a:lnTo>
                  <a:lnTo>
                    <a:pt x="381471" y="995895"/>
                  </a:lnTo>
                  <a:lnTo>
                    <a:pt x="377824" y="987138"/>
                  </a:lnTo>
                  <a:lnTo>
                    <a:pt x="374811" y="980338"/>
                  </a:lnTo>
                  <a:lnTo>
                    <a:pt x="370121" y="982562"/>
                  </a:lnTo>
                  <a:lnTo>
                    <a:pt x="365812" y="984520"/>
                  </a:lnTo>
                  <a:lnTo>
                    <a:pt x="362432" y="986096"/>
                  </a:lnTo>
                  <a:lnTo>
                    <a:pt x="360995" y="994726"/>
                  </a:lnTo>
                  <a:lnTo>
                    <a:pt x="359559" y="1022815"/>
                  </a:lnTo>
                  <a:lnTo>
                    <a:pt x="359559" y="1032984"/>
                  </a:lnTo>
                  <a:lnTo>
                    <a:pt x="373896" y="1072068"/>
                  </a:lnTo>
                  <a:lnTo>
                    <a:pt x="383950" y="1083189"/>
                  </a:lnTo>
                  <a:lnTo>
                    <a:pt x="400918" y="1124078"/>
                  </a:lnTo>
                  <a:lnTo>
                    <a:pt x="412268" y="1165132"/>
                  </a:lnTo>
                  <a:lnTo>
                    <a:pt x="434587" y="1192446"/>
                  </a:lnTo>
                  <a:lnTo>
                    <a:pt x="452992" y="1228034"/>
                  </a:lnTo>
                  <a:lnTo>
                    <a:pt x="460300" y="1252184"/>
                  </a:lnTo>
                  <a:lnTo>
                    <a:pt x="468918" y="1262492"/>
                  </a:lnTo>
                  <a:lnTo>
                    <a:pt x="477522" y="1282765"/>
                  </a:lnTo>
                  <a:lnTo>
                    <a:pt x="549170" y="1317921"/>
                  </a:lnTo>
                  <a:lnTo>
                    <a:pt x="566265" y="1324581"/>
                  </a:lnTo>
                  <a:lnTo>
                    <a:pt x="574870" y="1318226"/>
                  </a:lnTo>
                  <a:lnTo>
                    <a:pt x="583488" y="1317959"/>
                  </a:lnTo>
                  <a:lnTo>
                    <a:pt x="599795" y="1326856"/>
                  </a:lnTo>
                  <a:lnTo>
                    <a:pt x="606976" y="1337190"/>
                  </a:lnTo>
                  <a:lnTo>
                    <a:pt x="617945" y="1355480"/>
                  </a:lnTo>
                  <a:lnTo>
                    <a:pt x="652262" y="1386594"/>
                  </a:lnTo>
                  <a:lnTo>
                    <a:pt x="679615" y="1407604"/>
                  </a:lnTo>
                  <a:lnTo>
                    <a:pt x="699849" y="1419908"/>
                  </a:lnTo>
                  <a:lnTo>
                    <a:pt x="727367" y="1462258"/>
                  </a:lnTo>
                  <a:lnTo>
                    <a:pt x="660816" y="1520801"/>
                  </a:lnTo>
                  <a:lnTo>
                    <a:pt x="662392" y="1549158"/>
                  </a:lnTo>
                  <a:lnTo>
                    <a:pt x="683656" y="1570765"/>
                  </a:lnTo>
                  <a:lnTo>
                    <a:pt x="684178" y="1580692"/>
                  </a:lnTo>
                  <a:lnTo>
                    <a:pt x="630541" y="1592588"/>
                  </a:lnTo>
                  <a:lnTo>
                    <a:pt x="619979" y="1561232"/>
                  </a:lnTo>
                  <a:lnTo>
                    <a:pt x="602489" y="1561627"/>
                  </a:lnTo>
                  <a:lnTo>
                    <a:pt x="585903" y="1569329"/>
                  </a:lnTo>
                  <a:lnTo>
                    <a:pt x="576662" y="1568935"/>
                  </a:lnTo>
                  <a:lnTo>
                    <a:pt x="574120" y="1559910"/>
                  </a:lnTo>
                  <a:lnTo>
                    <a:pt x="560431" y="1561182"/>
                  </a:lnTo>
                  <a:lnTo>
                    <a:pt x="545420" y="1553555"/>
                  </a:lnTo>
                  <a:lnTo>
                    <a:pt x="546856" y="1544404"/>
                  </a:lnTo>
                  <a:lnTo>
                    <a:pt x="554546" y="1534999"/>
                  </a:lnTo>
                  <a:lnTo>
                    <a:pt x="539802" y="1511269"/>
                  </a:lnTo>
                  <a:lnTo>
                    <a:pt x="538760" y="1503020"/>
                  </a:lnTo>
                  <a:lnTo>
                    <a:pt x="532240" y="1498965"/>
                  </a:lnTo>
                  <a:lnTo>
                    <a:pt x="534057" y="1491797"/>
                  </a:lnTo>
                  <a:lnTo>
                    <a:pt x="526431" y="1476099"/>
                  </a:lnTo>
                  <a:lnTo>
                    <a:pt x="510391" y="1459373"/>
                  </a:lnTo>
                  <a:lnTo>
                    <a:pt x="501773" y="1465118"/>
                  </a:lnTo>
                  <a:lnTo>
                    <a:pt x="491453" y="1461063"/>
                  </a:lnTo>
                  <a:lnTo>
                    <a:pt x="484933" y="1440409"/>
                  </a:lnTo>
                  <a:lnTo>
                    <a:pt x="463668" y="1445773"/>
                  </a:lnTo>
                  <a:lnTo>
                    <a:pt x="458444" y="1438592"/>
                  </a:lnTo>
                  <a:lnTo>
                    <a:pt x="461965" y="1426695"/>
                  </a:lnTo>
                  <a:lnTo>
                    <a:pt x="451924" y="1422132"/>
                  </a:lnTo>
                  <a:lnTo>
                    <a:pt x="442519" y="1424992"/>
                  </a:lnTo>
                  <a:lnTo>
                    <a:pt x="379476" y="1410350"/>
                  </a:lnTo>
                  <a:lnTo>
                    <a:pt x="288789" y="1441604"/>
                  </a:lnTo>
                  <a:lnTo>
                    <a:pt x="270270" y="1445646"/>
                  </a:lnTo>
                  <a:lnTo>
                    <a:pt x="251344" y="1452306"/>
                  </a:lnTo>
                  <a:lnTo>
                    <a:pt x="182824" y="1409091"/>
                  </a:lnTo>
                  <a:lnTo>
                    <a:pt x="132847" y="1410006"/>
                  </a:lnTo>
                  <a:lnTo>
                    <a:pt x="122679" y="1379502"/>
                  </a:lnTo>
                  <a:lnTo>
                    <a:pt x="123073" y="1371139"/>
                  </a:lnTo>
                  <a:lnTo>
                    <a:pt x="118904" y="1365241"/>
                  </a:lnTo>
                  <a:lnTo>
                    <a:pt x="122425" y="1357018"/>
                  </a:lnTo>
                  <a:lnTo>
                    <a:pt x="116413" y="1349175"/>
                  </a:lnTo>
                  <a:lnTo>
                    <a:pt x="116273" y="1342515"/>
                  </a:lnTo>
                  <a:lnTo>
                    <a:pt x="110020" y="1338067"/>
                  </a:lnTo>
                  <a:lnTo>
                    <a:pt x="108329" y="1335448"/>
                  </a:lnTo>
                  <a:lnTo>
                    <a:pt x="97106" y="1320946"/>
                  </a:lnTo>
                  <a:lnTo>
                    <a:pt x="93293" y="1313320"/>
                  </a:lnTo>
                  <a:lnTo>
                    <a:pt x="98771" y="1305618"/>
                  </a:lnTo>
                  <a:lnTo>
                    <a:pt x="98275" y="1297241"/>
                  </a:lnTo>
                  <a:lnTo>
                    <a:pt x="92124" y="1293200"/>
                  </a:lnTo>
                  <a:lnTo>
                    <a:pt x="89391" y="1286006"/>
                  </a:lnTo>
                  <a:lnTo>
                    <a:pt x="90039" y="1276460"/>
                  </a:lnTo>
                  <a:lnTo>
                    <a:pt x="92378" y="1266915"/>
                  </a:lnTo>
                  <a:lnTo>
                    <a:pt x="91742" y="1261170"/>
                  </a:lnTo>
                  <a:lnTo>
                    <a:pt x="84688" y="1254637"/>
                  </a:lnTo>
                  <a:lnTo>
                    <a:pt x="78422" y="1245880"/>
                  </a:lnTo>
                  <a:lnTo>
                    <a:pt x="69283" y="1222213"/>
                  </a:lnTo>
                  <a:lnTo>
                    <a:pt x="63157" y="1211638"/>
                  </a:lnTo>
                  <a:close/>
                </a:path>
              </a:pathLst>
            </a:custGeom>
            <a:noFill/>
            <a:ln w="3810" cap="flat">
              <a:solidFill>
                <a:srgbClr val="E6E4E2"/>
              </a:solidFill>
              <a:prstDash val="solid"/>
              <a:miter/>
            </a:ln>
          </p:spPr>
          <p:txBody>
            <a:bodyPr rtlCol="0" anchor="ctr"/>
            <a:lstStyle/>
            <a:p>
              <a:endParaRPr lang="de-CH"/>
            </a:p>
          </p:txBody>
        </p:sp>
        <p:sp>
          <p:nvSpPr>
            <p:cNvPr id="9" name="Freihandform: Form 8">
              <a:extLst>
                <a:ext uri="{FF2B5EF4-FFF2-40B4-BE49-F238E27FC236}">
                  <a16:creationId xmlns:a16="http://schemas.microsoft.com/office/drawing/2014/main" id="{93D2B123-1386-6630-74A7-5FBF3CB1724F}"/>
                </a:ext>
              </a:extLst>
            </p:cNvPr>
            <p:cNvSpPr/>
            <p:nvPr/>
          </p:nvSpPr>
          <p:spPr>
            <a:xfrm>
              <a:off x="3354061" y="1881915"/>
              <a:ext cx="3253380" cy="3035870"/>
            </a:xfrm>
            <a:custGeom>
              <a:avLst/>
              <a:gdLst>
                <a:gd name="connsiteX0" fmla="*/ 1706574 w 3253380"/>
                <a:gd name="connsiteY0" fmla="*/ 546768 h 3035870"/>
                <a:gd name="connsiteX1" fmla="*/ 1688564 w 3253380"/>
                <a:gd name="connsiteY1" fmla="*/ 534998 h 3035870"/>
                <a:gd name="connsiteX2" fmla="*/ 1663651 w 3253380"/>
                <a:gd name="connsiteY2" fmla="*/ 542967 h 3035870"/>
                <a:gd name="connsiteX3" fmla="*/ 1653483 w 3253380"/>
                <a:gd name="connsiteY3" fmla="*/ 570015 h 3035870"/>
                <a:gd name="connsiteX4" fmla="*/ 1685589 w 3253380"/>
                <a:gd name="connsiteY4" fmla="*/ 573561 h 3035870"/>
                <a:gd name="connsiteX5" fmla="*/ 513670 w 3253380"/>
                <a:gd name="connsiteY5" fmla="*/ 1285230 h 3035870"/>
                <a:gd name="connsiteX6" fmla="*/ 557254 w 3253380"/>
                <a:gd name="connsiteY6" fmla="*/ 1276219 h 3035870"/>
                <a:gd name="connsiteX7" fmla="*/ 561829 w 3253380"/>
                <a:gd name="connsiteY7" fmla="*/ 1301957 h 3035870"/>
                <a:gd name="connsiteX8" fmla="*/ 532062 w 3253380"/>
                <a:gd name="connsiteY8" fmla="*/ 1323005 h 3035870"/>
                <a:gd name="connsiteX9" fmla="*/ 521500 w 3253380"/>
                <a:gd name="connsiteY9" fmla="*/ 1319472 h 3035870"/>
                <a:gd name="connsiteX10" fmla="*/ 757846 w 3253380"/>
                <a:gd name="connsiteY10" fmla="*/ 1233118 h 3035870"/>
                <a:gd name="connsiteX11" fmla="*/ 759397 w 3253380"/>
                <a:gd name="connsiteY11" fmla="*/ 1214562 h 3035870"/>
                <a:gd name="connsiteX12" fmla="*/ 749483 w 3253380"/>
                <a:gd name="connsiteY12" fmla="*/ 1208677 h 3035870"/>
                <a:gd name="connsiteX13" fmla="*/ 723643 w 3253380"/>
                <a:gd name="connsiteY13" fmla="*/ 1230907 h 3035870"/>
                <a:gd name="connsiteX14" fmla="*/ 721685 w 3253380"/>
                <a:gd name="connsiteY14" fmla="*/ 1245015 h 3035870"/>
                <a:gd name="connsiteX15" fmla="*/ 725854 w 3253380"/>
                <a:gd name="connsiteY15" fmla="*/ 1254828 h 3035870"/>
                <a:gd name="connsiteX16" fmla="*/ 757719 w 3253380"/>
                <a:gd name="connsiteY16" fmla="*/ 1239918 h 3035870"/>
                <a:gd name="connsiteX17" fmla="*/ 449331 w 3253380"/>
                <a:gd name="connsiteY17" fmla="*/ 1338207 h 3035870"/>
                <a:gd name="connsiteX18" fmla="*/ 465855 w 3253380"/>
                <a:gd name="connsiteY18" fmla="*/ 1315468 h 3035870"/>
                <a:gd name="connsiteX19" fmla="*/ 485708 w 3253380"/>
                <a:gd name="connsiteY19" fmla="*/ 1326437 h 3035870"/>
                <a:gd name="connsiteX20" fmla="*/ 462740 w 3253380"/>
                <a:gd name="connsiteY20" fmla="*/ 1349315 h 3035870"/>
                <a:gd name="connsiteX21" fmla="*/ 2090117 w 3253380"/>
                <a:gd name="connsiteY21" fmla="*/ 1946377 h 3035870"/>
                <a:gd name="connsiteX22" fmla="*/ 2105509 w 3253380"/>
                <a:gd name="connsiteY22" fmla="*/ 1945322 h 3035870"/>
                <a:gd name="connsiteX23" fmla="*/ 2113605 w 3253380"/>
                <a:gd name="connsiteY23" fmla="*/ 1949135 h 3035870"/>
                <a:gd name="connsiteX24" fmla="*/ 2115957 w 3253380"/>
                <a:gd name="connsiteY24" fmla="*/ 1955287 h 3035870"/>
                <a:gd name="connsiteX25" fmla="*/ 2157456 w 3253380"/>
                <a:gd name="connsiteY25" fmla="*/ 1957257 h 3035870"/>
                <a:gd name="connsiteX26" fmla="*/ 2199742 w 3253380"/>
                <a:gd name="connsiteY26" fmla="*/ 1926753 h 3035870"/>
                <a:gd name="connsiteX27" fmla="*/ 2208741 w 3253380"/>
                <a:gd name="connsiteY27" fmla="*/ 1911589 h 3035870"/>
                <a:gd name="connsiteX28" fmla="*/ 2223612 w 3253380"/>
                <a:gd name="connsiteY28" fmla="*/ 1899298 h 3035870"/>
                <a:gd name="connsiteX29" fmla="*/ 2255070 w 3253380"/>
                <a:gd name="connsiteY29" fmla="*/ 1885965 h 3035870"/>
                <a:gd name="connsiteX30" fmla="*/ 2293569 w 3253380"/>
                <a:gd name="connsiteY30" fmla="*/ 1860863 h 3035870"/>
                <a:gd name="connsiteX31" fmla="*/ 2302187 w 3253380"/>
                <a:gd name="connsiteY31" fmla="*/ 1850936 h 3035870"/>
                <a:gd name="connsiteX32" fmla="*/ 2349037 w 3253380"/>
                <a:gd name="connsiteY32" fmla="*/ 1824664 h 3035870"/>
                <a:gd name="connsiteX33" fmla="*/ 2371343 w 3253380"/>
                <a:gd name="connsiteY33" fmla="*/ 1808725 h 3035870"/>
                <a:gd name="connsiteX34" fmla="*/ 2399661 w 3253380"/>
                <a:gd name="connsiteY34" fmla="*/ 1799701 h 3035870"/>
                <a:gd name="connsiteX35" fmla="*/ 2417672 w 3253380"/>
                <a:gd name="connsiteY35" fmla="*/ 1803095 h 3035870"/>
                <a:gd name="connsiteX36" fmla="*/ 2422362 w 3253380"/>
                <a:gd name="connsiteY36" fmla="*/ 1800756 h 3035870"/>
                <a:gd name="connsiteX37" fmla="*/ 2420023 w 3253380"/>
                <a:gd name="connsiteY37" fmla="*/ 1794210 h 3035870"/>
                <a:gd name="connsiteX38" fmla="*/ 2423404 w 3253380"/>
                <a:gd name="connsiteY38" fmla="*/ 1787855 h 3035870"/>
                <a:gd name="connsiteX39" fmla="*/ 2420862 w 3253380"/>
                <a:gd name="connsiteY39" fmla="*/ 1770468 h 3035870"/>
                <a:gd name="connsiteX40" fmla="*/ 2407147 w 3253380"/>
                <a:gd name="connsiteY40" fmla="*/ 1758584 h 3035870"/>
                <a:gd name="connsiteX41" fmla="*/ 2390052 w 3253380"/>
                <a:gd name="connsiteY41" fmla="*/ 1762765 h 3035870"/>
                <a:gd name="connsiteX42" fmla="*/ 2355087 w 3253380"/>
                <a:gd name="connsiteY42" fmla="*/ 1749178 h 3035870"/>
                <a:gd name="connsiteX43" fmla="*/ 2335246 w 3253380"/>
                <a:gd name="connsiteY43" fmla="*/ 1758317 h 3035870"/>
                <a:gd name="connsiteX44" fmla="*/ 2317109 w 3253380"/>
                <a:gd name="connsiteY44" fmla="*/ 1758317 h 3035870"/>
                <a:gd name="connsiteX45" fmla="*/ 2281622 w 3253380"/>
                <a:gd name="connsiteY45" fmla="*/ 1778653 h 3035870"/>
                <a:gd name="connsiteX46" fmla="*/ 2267780 w 3253380"/>
                <a:gd name="connsiteY46" fmla="*/ 1791363 h 3035870"/>
                <a:gd name="connsiteX47" fmla="*/ 2265429 w 3253380"/>
                <a:gd name="connsiteY47" fmla="*/ 1801951 h 3035870"/>
                <a:gd name="connsiteX48" fmla="*/ 2255388 w 3253380"/>
                <a:gd name="connsiteY48" fmla="*/ 1810848 h 3035870"/>
                <a:gd name="connsiteX49" fmla="*/ 2242970 w 3253380"/>
                <a:gd name="connsiteY49" fmla="*/ 1814382 h 3035870"/>
                <a:gd name="connsiteX50" fmla="*/ 2209923 w 3253380"/>
                <a:gd name="connsiteY50" fmla="*/ 1845102 h 3035870"/>
                <a:gd name="connsiteX51" fmla="*/ 2197531 w 3253380"/>
                <a:gd name="connsiteY51" fmla="*/ 1853465 h 3035870"/>
                <a:gd name="connsiteX52" fmla="*/ 2188634 w 3253380"/>
                <a:gd name="connsiteY52" fmla="*/ 1866175 h 3035870"/>
                <a:gd name="connsiteX53" fmla="*/ 2161091 w 3253380"/>
                <a:gd name="connsiteY53" fmla="*/ 1887999 h 3035870"/>
                <a:gd name="connsiteX54" fmla="*/ 2140221 w 3253380"/>
                <a:gd name="connsiteY54" fmla="*/ 1904344 h 3035870"/>
                <a:gd name="connsiteX55" fmla="*/ 2120647 w 3253380"/>
                <a:gd name="connsiteY55" fmla="*/ 1911805 h 3035870"/>
                <a:gd name="connsiteX56" fmla="*/ 2110987 w 3253380"/>
                <a:gd name="connsiteY56" fmla="*/ 1924210 h 3035870"/>
                <a:gd name="connsiteX57" fmla="*/ 2087359 w 3253380"/>
                <a:gd name="connsiteY57" fmla="*/ 1939374 h 3035870"/>
                <a:gd name="connsiteX58" fmla="*/ 2086456 w 3253380"/>
                <a:gd name="connsiteY58" fmla="*/ 1943949 h 3035870"/>
                <a:gd name="connsiteX59" fmla="*/ 1761253 w 3253380"/>
                <a:gd name="connsiteY59" fmla="*/ 2023477 h 3035870"/>
                <a:gd name="connsiteX60" fmla="*/ 1796371 w 3253380"/>
                <a:gd name="connsiteY60" fmla="*/ 2034204 h 3035870"/>
                <a:gd name="connsiteX61" fmla="*/ 1817114 w 3253380"/>
                <a:gd name="connsiteY61" fmla="*/ 2051325 h 3035870"/>
                <a:gd name="connsiteX62" fmla="*/ 1832506 w 3253380"/>
                <a:gd name="connsiteY62" fmla="*/ 2055507 h 3035870"/>
                <a:gd name="connsiteX63" fmla="*/ 1860952 w 3253380"/>
                <a:gd name="connsiteY63" fmla="*/ 2051986 h 3035870"/>
                <a:gd name="connsiteX64" fmla="*/ 1898549 w 3253380"/>
                <a:gd name="connsiteY64" fmla="*/ 2039822 h 3035870"/>
                <a:gd name="connsiteX65" fmla="*/ 1919559 w 3253380"/>
                <a:gd name="connsiteY65" fmla="*/ 2025968 h 3035870"/>
                <a:gd name="connsiteX66" fmla="*/ 1929218 w 3253380"/>
                <a:gd name="connsiteY66" fmla="*/ 2026756 h 3035870"/>
                <a:gd name="connsiteX67" fmla="*/ 1945271 w 3253380"/>
                <a:gd name="connsiteY67" fmla="*/ 2039466 h 3035870"/>
                <a:gd name="connsiteX68" fmla="*/ 1958579 w 3253380"/>
                <a:gd name="connsiteY68" fmla="*/ 2035425 h 3035870"/>
                <a:gd name="connsiteX69" fmla="*/ 1968493 w 3253380"/>
                <a:gd name="connsiteY69" fmla="*/ 2025091 h 3035870"/>
                <a:gd name="connsiteX70" fmla="*/ 1973717 w 3253380"/>
                <a:gd name="connsiteY70" fmla="*/ 2015165 h 3035870"/>
                <a:gd name="connsiteX71" fmla="*/ 1971175 w 3253380"/>
                <a:gd name="connsiteY71" fmla="*/ 2006013 h 3035870"/>
                <a:gd name="connsiteX72" fmla="*/ 1960485 w 3253380"/>
                <a:gd name="connsiteY72" fmla="*/ 2002200 h 3035870"/>
                <a:gd name="connsiteX73" fmla="*/ 1936336 w 3253380"/>
                <a:gd name="connsiteY73" fmla="*/ 1976182 h 3035870"/>
                <a:gd name="connsiteX74" fmla="*/ 1914017 w 3253380"/>
                <a:gd name="connsiteY74" fmla="*/ 1969522 h 3035870"/>
                <a:gd name="connsiteX75" fmla="*/ 1897494 w 3253380"/>
                <a:gd name="connsiteY75" fmla="*/ 1966764 h 3035870"/>
                <a:gd name="connsiteX76" fmla="*/ 1869303 w 3253380"/>
                <a:gd name="connsiteY76" fmla="*/ 1976437 h 3035870"/>
                <a:gd name="connsiteX77" fmla="*/ 1839675 w 3253380"/>
                <a:gd name="connsiteY77" fmla="*/ 1976182 h 3035870"/>
                <a:gd name="connsiteX78" fmla="*/ 1826228 w 3253380"/>
                <a:gd name="connsiteY78" fmla="*/ 1982067 h 3035870"/>
                <a:gd name="connsiteX79" fmla="*/ 1806921 w 3253380"/>
                <a:gd name="connsiteY79" fmla="*/ 1977759 h 3035870"/>
                <a:gd name="connsiteX80" fmla="*/ 1794389 w 3253380"/>
                <a:gd name="connsiteY80" fmla="*/ 1941534 h 3035870"/>
                <a:gd name="connsiteX81" fmla="*/ 1759931 w 3253380"/>
                <a:gd name="connsiteY81" fmla="*/ 1903111 h 3035870"/>
                <a:gd name="connsiteX82" fmla="*/ 1723911 w 3253380"/>
                <a:gd name="connsiteY82" fmla="*/ 1891227 h 3035870"/>
                <a:gd name="connsiteX83" fmla="*/ 1683073 w 3253380"/>
                <a:gd name="connsiteY83" fmla="*/ 1875403 h 3035870"/>
                <a:gd name="connsiteX84" fmla="*/ 1664541 w 3253380"/>
                <a:gd name="connsiteY84" fmla="*/ 1846170 h 3035870"/>
                <a:gd name="connsiteX85" fmla="*/ 1648488 w 3253380"/>
                <a:gd name="connsiteY85" fmla="*/ 1842230 h 3035870"/>
                <a:gd name="connsiteX86" fmla="*/ 1625394 w 3253380"/>
                <a:gd name="connsiteY86" fmla="*/ 1824194 h 3035870"/>
                <a:gd name="connsiteX87" fmla="*/ 1603456 w 3253380"/>
                <a:gd name="connsiteY87" fmla="*/ 1799371 h 3035870"/>
                <a:gd name="connsiteX88" fmla="*/ 1584289 w 3253380"/>
                <a:gd name="connsiteY88" fmla="*/ 1785911 h 3035870"/>
                <a:gd name="connsiteX89" fmla="*/ 1568757 w 3253380"/>
                <a:gd name="connsiteY89" fmla="*/ 1797413 h 3035870"/>
                <a:gd name="connsiteX90" fmla="*/ 1572570 w 3253380"/>
                <a:gd name="connsiteY90" fmla="*/ 1804328 h 3035870"/>
                <a:gd name="connsiteX91" fmla="*/ 1563953 w 3253380"/>
                <a:gd name="connsiteY91" fmla="*/ 1830333 h 3035870"/>
                <a:gd name="connsiteX92" fmla="*/ 1562910 w 3253380"/>
                <a:gd name="connsiteY92" fmla="*/ 1858066 h 3035870"/>
                <a:gd name="connsiteX93" fmla="*/ 1574782 w 3253380"/>
                <a:gd name="connsiteY93" fmla="*/ 1865502 h 3035870"/>
                <a:gd name="connsiteX94" fmla="*/ 1583679 w 3253380"/>
                <a:gd name="connsiteY94" fmla="*/ 1863812 h 3035870"/>
                <a:gd name="connsiteX95" fmla="*/ 1587861 w 3253380"/>
                <a:gd name="connsiteY95" fmla="*/ 1868248 h 3035870"/>
                <a:gd name="connsiteX96" fmla="*/ 1593593 w 3253380"/>
                <a:gd name="connsiteY96" fmla="*/ 1874132 h 3035870"/>
                <a:gd name="connsiteX97" fmla="*/ 1594381 w 3253380"/>
                <a:gd name="connsiteY97" fmla="*/ 1888774 h 3035870"/>
                <a:gd name="connsiteX98" fmla="*/ 1626156 w 3253380"/>
                <a:gd name="connsiteY98" fmla="*/ 1914512 h 3035870"/>
                <a:gd name="connsiteX99" fmla="*/ 1633859 w 3253380"/>
                <a:gd name="connsiteY99" fmla="*/ 1931125 h 3035870"/>
                <a:gd name="connsiteX100" fmla="*/ 1647954 w 3253380"/>
                <a:gd name="connsiteY100" fmla="*/ 1938560 h 3035870"/>
                <a:gd name="connsiteX101" fmla="*/ 1669485 w 3253380"/>
                <a:gd name="connsiteY101" fmla="*/ 1939615 h 3035870"/>
                <a:gd name="connsiteX102" fmla="*/ 1686009 w 3253380"/>
                <a:gd name="connsiteY102" fmla="*/ 1947317 h 3035870"/>
                <a:gd name="connsiteX103" fmla="*/ 1696063 w 3253380"/>
                <a:gd name="connsiteY103" fmla="*/ 1964311 h 3035870"/>
                <a:gd name="connsiteX104" fmla="*/ 1711201 w 3253380"/>
                <a:gd name="connsiteY104" fmla="*/ 1971238 h 3035870"/>
                <a:gd name="connsiteX105" fmla="*/ 1719157 w 3253380"/>
                <a:gd name="connsiteY105" fmla="*/ 1981699 h 3035870"/>
                <a:gd name="connsiteX106" fmla="*/ 1716157 w 3253380"/>
                <a:gd name="connsiteY106" fmla="*/ 2002480 h 3035870"/>
                <a:gd name="connsiteX107" fmla="*/ 688016 w 3253380"/>
                <a:gd name="connsiteY107" fmla="*/ 1024214 h 3035870"/>
                <a:gd name="connsiteX108" fmla="*/ 662443 w 3253380"/>
                <a:gd name="connsiteY108" fmla="*/ 1037407 h 3035870"/>
                <a:gd name="connsiteX109" fmla="*/ 644827 w 3253380"/>
                <a:gd name="connsiteY109" fmla="*/ 1046838 h 3035870"/>
                <a:gd name="connsiteX110" fmla="*/ 629435 w 3253380"/>
                <a:gd name="connsiteY110" fmla="*/ 1054667 h 3035870"/>
                <a:gd name="connsiteX111" fmla="*/ 606722 w 3253380"/>
                <a:gd name="connsiteY111" fmla="*/ 1066691 h 3035870"/>
                <a:gd name="connsiteX112" fmla="*/ 594011 w 3253380"/>
                <a:gd name="connsiteY112" fmla="*/ 1070085 h 3035870"/>
                <a:gd name="connsiteX113" fmla="*/ 579395 w 3253380"/>
                <a:gd name="connsiteY113" fmla="*/ 1073758 h 3035870"/>
                <a:gd name="connsiteX114" fmla="*/ 561778 w 3253380"/>
                <a:gd name="connsiteY114" fmla="*/ 1078067 h 3035870"/>
                <a:gd name="connsiteX115" fmla="*/ 471536 w 3253380"/>
                <a:gd name="connsiteY115" fmla="*/ 1099369 h 3035870"/>
                <a:gd name="connsiteX116" fmla="*/ 461469 w 3253380"/>
                <a:gd name="connsiteY116" fmla="*/ 1097539 h 3035870"/>
                <a:gd name="connsiteX117" fmla="*/ 447387 w 3253380"/>
                <a:gd name="connsiteY117" fmla="*/ 1102381 h 3035870"/>
                <a:gd name="connsiteX118" fmla="*/ 380582 w 3253380"/>
                <a:gd name="connsiteY118" fmla="*/ 1091654 h 3035870"/>
                <a:gd name="connsiteX119" fmla="*/ 359953 w 3253380"/>
                <a:gd name="connsiteY119" fmla="*/ 1089963 h 3035870"/>
                <a:gd name="connsiteX120" fmla="*/ 354602 w 3253380"/>
                <a:gd name="connsiteY120" fmla="*/ 1084600 h 3035870"/>
                <a:gd name="connsiteX121" fmla="*/ 364135 w 3253380"/>
                <a:gd name="connsiteY121" fmla="*/ 1081600 h 3035870"/>
                <a:gd name="connsiteX122" fmla="*/ 371570 w 3253380"/>
                <a:gd name="connsiteY122" fmla="*/ 1073758 h 3035870"/>
                <a:gd name="connsiteX123" fmla="*/ 382272 w 3253380"/>
                <a:gd name="connsiteY123" fmla="*/ 1065522 h 3035870"/>
                <a:gd name="connsiteX124" fmla="*/ 363652 w 3253380"/>
                <a:gd name="connsiteY124" fmla="*/ 1030886 h 3035870"/>
                <a:gd name="connsiteX125" fmla="*/ 342261 w 3253380"/>
                <a:gd name="connsiteY125" fmla="*/ 1008428 h 3035870"/>
                <a:gd name="connsiteX126" fmla="*/ 346709 w 3253380"/>
                <a:gd name="connsiteY126" fmla="*/ 989070 h 3035870"/>
                <a:gd name="connsiteX127" fmla="*/ 350344 w 3253380"/>
                <a:gd name="connsiteY127" fmla="*/ 967119 h 3035870"/>
                <a:gd name="connsiteX128" fmla="*/ 349302 w 3253380"/>
                <a:gd name="connsiteY128" fmla="*/ 956659 h 3035870"/>
                <a:gd name="connsiteX129" fmla="*/ 349429 w 3253380"/>
                <a:gd name="connsiteY129" fmla="*/ 938496 h 3035870"/>
                <a:gd name="connsiteX130" fmla="*/ 357258 w 3253380"/>
                <a:gd name="connsiteY130" fmla="*/ 924769 h 3035870"/>
                <a:gd name="connsiteX131" fmla="*/ 370045 w 3253380"/>
                <a:gd name="connsiteY131" fmla="*/ 911309 h 3035870"/>
                <a:gd name="connsiteX132" fmla="*/ 390928 w 3253380"/>
                <a:gd name="connsiteY132" fmla="*/ 898599 h 3035870"/>
                <a:gd name="connsiteX133" fmla="*/ 410247 w 3253380"/>
                <a:gd name="connsiteY133" fmla="*/ 895319 h 3035870"/>
                <a:gd name="connsiteX134" fmla="*/ 421992 w 3253380"/>
                <a:gd name="connsiteY134" fmla="*/ 890617 h 3035870"/>
                <a:gd name="connsiteX135" fmla="*/ 435426 w 3253380"/>
                <a:gd name="connsiteY135" fmla="*/ 875453 h 3035870"/>
                <a:gd name="connsiteX136" fmla="*/ 443790 w 3253380"/>
                <a:gd name="connsiteY136" fmla="*/ 889053 h 3035870"/>
                <a:gd name="connsiteX137" fmla="*/ 454619 w 3253380"/>
                <a:gd name="connsiteY137" fmla="*/ 889968 h 3035870"/>
                <a:gd name="connsiteX138" fmla="*/ 462842 w 3253380"/>
                <a:gd name="connsiteY138" fmla="*/ 889168 h 3035870"/>
                <a:gd name="connsiteX139" fmla="*/ 479925 w 3253380"/>
                <a:gd name="connsiteY139" fmla="*/ 888519 h 3035870"/>
                <a:gd name="connsiteX140" fmla="*/ 502511 w 3253380"/>
                <a:gd name="connsiteY140" fmla="*/ 874678 h 3035870"/>
                <a:gd name="connsiteX141" fmla="*/ 524830 w 3253380"/>
                <a:gd name="connsiteY141" fmla="*/ 857163 h 3035870"/>
                <a:gd name="connsiteX142" fmla="*/ 552881 w 3253380"/>
                <a:gd name="connsiteY142" fmla="*/ 836891 h 3035870"/>
                <a:gd name="connsiteX143" fmla="*/ 566329 w 3253380"/>
                <a:gd name="connsiteY143" fmla="*/ 811025 h 3035870"/>
                <a:gd name="connsiteX144" fmla="*/ 565426 w 3253380"/>
                <a:gd name="connsiteY144" fmla="*/ 805268 h 3035870"/>
                <a:gd name="connsiteX145" fmla="*/ 569722 w 3253380"/>
                <a:gd name="connsiteY145" fmla="*/ 799268 h 3035870"/>
                <a:gd name="connsiteX146" fmla="*/ 582903 w 3253380"/>
                <a:gd name="connsiteY146" fmla="*/ 805268 h 3035870"/>
                <a:gd name="connsiteX147" fmla="*/ 584326 w 3253380"/>
                <a:gd name="connsiteY147" fmla="*/ 812068 h 3035870"/>
                <a:gd name="connsiteX148" fmla="*/ 577971 w 3253380"/>
                <a:gd name="connsiteY148" fmla="*/ 822236 h 3035870"/>
                <a:gd name="connsiteX149" fmla="*/ 564918 w 3253380"/>
                <a:gd name="connsiteY149" fmla="*/ 835048 h 3035870"/>
                <a:gd name="connsiteX150" fmla="*/ 554229 w 3253380"/>
                <a:gd name="connsiteY150" fmla="*/ 849804 h 3035870"/>
                <a:gd name="connsiteX151" fmla="*/ 530740 w 3253380"/>
                <a:gd name="connsiteY151" fmla="*/ 865628 h 3035870"/>
                <a:gd name="connsiteX152" fmla="*/ 490067 w 3253380"/>
                <a:gd name="connsiteY152" fmla="*/ 892955 h 3035870"/>
                <a:gd name="connsiteX153" fmla="*/ 489292 w 3253380"/>
                <a:gd name="connsiteY153" fmla="*/ 897391 h 3035870"/>
                <a:gd name="connsiteX154" fmla="*/ 498037 w 3253380"/>
                <a:gd name="connsiteY154" fmla="*/ 911372 h 3035870"/>
                <a:gd name="connsiteX155" fmla="*/ 504951 w 3253380"/>
                <a:gd name="connsiteY155" fmla="*/ 915287 h 3035870"/>
                <a:gd name="connsiteX156" fmla="*/ 525961 w 3253380"/>
                <a:gd name="connsiteY156" fmla="*/ 914512 h 3035870"/>
                <a:gd name="connsiteX157" fmla="*/ 564842 w 3253380"/>
                <a:gd name="connsiteY157" fmla="*/ 898433 h 3035870"/>
                <a:gd name="connsiteX158" fmla="*/ 579331 w 3253380"/>
                <a:gd name="connsiteY158" fmla="*/ 888634 h 3035870"/>
                <a:gd name="connsiteX159" fmla="*/ 586258 w 3253380"/>
                <a:gd name="connsiteY159" fmla="*/ 885622 h 3035870"/>
                <a:gd name="connsiteX160" fmla="*/ 599566 w 3253380"/>
                <a:gd name="connsiteY160" fmla="*/ 886143 h 3035870"/>
                <a:gd name="connsiteX161" fmla="*/ 614704 w 3253380"/>
                <a:gd name="connsiteY161" fmla="*/ 878834 h 3035870"/>
                <a:gd name="connsiteX162" fmla="*/ 629956 w 3253380"/>
                <a:gd name="connsiteY162" fmla="*/ 862756 h 3035870"/>
                <a:gd name="connsiteX163" fmla="*/ 637582 w 3253380"/>
                <a:gd name="connsiteY163" fmla="*/ 854380 h 3035870"/>
                <a:gd name="connsiteX164" fmla="*/ 638853 w 3253380"/>
                <a:gd name="connsiteY164" fmla="*/ 847199 h 3035870"/>
                <a:gd name="connsiteX165" fmla="*/ 639514 w 3253380"/>
                <a:gd name="connsiteY165" fmla="*/ 837526 h 3035870"/>
                <a:gd name="connsiteX166" fmla="*/ 642781 w 3253380"/>
                <a:gd name="connsiteY166" fmla="*/ 833472 h 3035870"/>
                <a:gd name="connsiteX167" fmla="*/ 651246 w 3253380"/>
                <a:gd name="connsiteY167" fmla="*/ 839751 h 3035870"/>
                <a:gd name="connsiteX168" fmla="*/ 661312 w 3253380"/>
                <a:gd name="connsiteY168" fmla="*/ 834387 h 3035870"/>
                <a:gd name="connsiteX169" fmla="*/ 668608 w 3253380"/>
                <a:gd name="connsiteY169" fmla="*/ 819478 h 3035870"/>
                <a:gd name="connsiteX170" fmla="*/ 688448 w 3253380"/>
                <a:gd name="connsiteY170" fmla="*/ 782618 h 3035870"/>
                <a:gd name="connsiteX171" fmla="*/ 695363 w 3253380"/>
                <a:gd name="connsiteY171" fmla="*/ 775170 h 3035870"/>
                <a:gd name="connsiteX172" fmla="*/ 697968 w 3253380"/>
                <a:gd name="connsiteY172" fmla="*/ 768103 h 3035870"/>
                <a:gd name="connsiteX173" fmla="*/ 695363 w 3253380"/>
                <a:gd name="connsiteY173" fmla="*/ 760401 h 3035870"/>
                <a:gd name="connsiteX174" fmla="*/ 696532 w 3253380"/>
                <a:gd name="connsiteY174" fmla="*/ 749165 h 3035870"/>
                <a:gd name="connsiteX175" fmla="*/ 709077 w 3253380"/>
                <a:gd name="connsiteY175" fmla="*/ 733913 h 3035870"/>
                <a:gd name="connsiteX176" fmla="*/ 714555 w 3253380"/>
                <a:gd name="connsiteY176" fmla="*/ 718876 h 3035870"/>
                <a:gd name="connsiteX177" fmla="*/ 724075 w 3253380"/>
                <a:gd name="connsiteY177" fmla="*/ 709204 h 3035870"/>
                <a:gd name="connsiteX178" fmla="*/ 730989 w 3253380"/>
                <a:gd name="connsiteY178" fmla="*/ 683974 h 3035870"/>
                <a:gd name="connsiteX179" fmla="*/ 747055 w 3253380"/>
                <a:gd name="connsiteY179" fmla="*/ 659926 h 3035870"/>
                <a:gd name="connsiteX180" fmla="*/ 762307 w 3253380"/>
                <a:gd name="connsiteY180" fmla="*/ 640188 h 3035870"/>
                <a:gd name="connsiteX181" fmla="*/ 761036 w 3253380"/>
                <a:gd name="connsiteY181" fmla="*/ 634176 h 3035870"/>
                <a:gd name="connsiteX182" fmla="*/ 756079 w 3253380"/>
                <a:gd name="connsiteY182" fmla="*/ 630363 h 3035870"/>
                <a:gd name="connsiteX183" fmla="*/ 736506 w 3253380"/>
                <a:gd name="connsiteY183" fmla="*/ 639133 h 3035870"/>
                <a:gd name="connsiteX184" fmla="*/ 721495 w 3253380"/>
                <a:gd name="connsiteY184" fmla="*/ 651665 h 3035870"/>
                <a:gd name="connsiteX185" fmla="*/ 711835 w 3253380"/>
                <a:gd name="connsiteY185" fmla="*/ 660816 h 3035870"/>
                <a:gd name="connsiteX186" fmla="*/ 686415 w 3253380"/>
                <a:gd name="connsiteY186" fmla="*/ 686821 h 3035870"/>
                <a:gd name="connsiteX187" fmla="*/ 662011 w 3253380"/>
                <a:gd name="connsiteY187" fmla="*/ 703688 h 3035870"/>
                <a:gd name="connsiteX188" fmla="*/ 642170 w 3253380"/>
                <a:gd name="connsiteY188" fmla="*/ 728523 h 3035870"/>
                <a:gd name="connsiteX189" fmla="*/ 597024 w 3253380"/>
                <a:gd name="connsiteY189" fmla="*/ 757274 h 3035870"/>
                <a:gd name="connsiteX190" fmla="*/ 556567 w 3253380"/>
                <a:gd name="connsiteY190" fmla="*/ 782491 h 3035870"/>
                <a:gd name="connsiteX191" fmla="*/ 515971 w 3253380"/>
                <a:gd name="connsiteY191" fmla="*/ 806945 h 3035870"/>
                <a:gd name="connsiteX192" fmla="*/ 511408 w 3253380"/>
                <a:gd name="connsiteY192" fmla="*/ 822617 h 3035870"/>
                <a:gd name="connsiteX193" fmla="*/ 500706 w 3253380"/>
                <a:gd name="connsiteY193" fmla="*/ 835048 h 3035870"/>
                <a:gd name="connsiteX194" fmla="*/ 460770 w 3253380"/>
                <a:gd name="connsiteY194" fmla="*/ 855168 h 3035870"/>
                <a:gd name="connsiteX195" fmla="*/ 439239 w 3253380"/>
                <a:gd name="connsiteY195" fmla="*/ 801709 h 3035870"/>
                <a:gd name="connsiteX196" fmla="*/ 459728 w 3253380"/>
                <a:gd name="connsiteY196" fmla="*/ 784982 h 3035870"/>
                <a:gd name="connsiteX197" fmla="*/ 453729 w 3253380"/>
                <a:gd name="connsiteY197" fmla="*/ 764849 h 3035870"/>
                <a:gd name="connsiteX198" fmla="*/ 365634 w 3253380"/>
                <a:gd name="connsiteY198" fmla="*/ 702900 h 3035870"/>
                <a:gd name="connsiteX199" fmla="*/ 330796 w 3253380"/>
                <a:gd name="connsiteY199" fmla="*/ 692960 h 3035870"/>
                <a:gd name="connsiteX200" fmla="*/ 364719 w 3253380"/>
                <a:gd name="connsiteY200" fmla="*/ 655974 h 3035870"/>
                <a:gd name="connsiteX201" fmla="*/ 350738 w 3253380"/>
                <a:gd name="connsiteY201" fmla="*/ 640938 h 3035870"/>
                <a:gd name="connsiteX202" fmla="*/ 324390 w 3253380"/>
                <a:gd name="connsiteY202" fmla="*/ 658325 h 3035870"/>
                <a:gd name="connsiteX203" fmla="*/ 299719 w 3253380"/>
                <a:gd name="connsiteY203" fmla="*/ 656495 h 3035870"/>
                <a:gd name="connsiteX204" fmla="*/ 251827 w 3253380"/>
                <a:gd name="connsiteY204" fmla="*/ 679246 h 3035870"/>
                <a:gd name="connsiteX205" fmla="*/ 226127 w 3253380"/>
                <a:gd name="connsiteY205" fmla="*/ 684203 h 3035870"/>
                <a:gd name="connsiteX206" fmla="*/ 185531 w 3253380"/>
                <a:gd name="connsiteY206" fmla="*/ 690558 h 3035870"/>
                <a:gd name="connsiteX207" fmla="*/ 159831 w 3253380"/>
                <a:gd name="connsiteY207" fmla="*/ 699455 h 3035870"/>
                <a:gd name="connsiteX208" fmla="*/ 116756 w 3253380"/>
                <a:gd name="connsiteY208" fmla="*/ 712915 h 3035870"/>
                <a:gd name="connsiteX209" fmla="*/ 51260 w 3253380"/>
                <a:gd name="connsiteY209" fmla="*/ 751605 h 3035870"/>
                <a:gd name="connsiteX210" fmla="*/ 11859 w 3253380"/>
                <a:gd name="connsiteY210" fmla="*/ 772120 h 3035870"/>
                <a:gd name="connsiteX211" fmla="*/ 0 w 3253380"/>
                <a:gd name="connsiteY211" fmla="*/ 756435 h 3035870"/>
                <a:gd name="connsiteX212" fmla="*/ 5478 w 3253380"/>
                <a:gd name="connsiteY212" fmla="*/ 746114 h 3035870"/>
                <a:gd name="connsiteX213" fmla="*/ 52201 w 3253380"/>
                <a:gd name="connsiteY213" fmla="*/ 656584 h 3035870"/>
                <a:gd name="connsiteX214" fmla="*/ 36262 w 3253380"/>
                <a:gd name="connsiteY214" fmla="*/ 616203 h 3035870"/>
                <a:gd name="connsiteX215" fmla="*/ 2720 w 3253380"/>
                <a:gd name="connsiteY215" fmla="*/ 531757 h 3035870"/>
                <a:gd name="connsiteX216" fmla="*/ 24518 w 3253380"/>
                <a:gd name="connsiteY216" fmla="*/ 506794 h 3035870"/>
                <a:gd name="connsiteX217" fmla="*/ 47740 w 3253380"/>
                <a:gd name="connsiteY217" fmla="*/ 577247 h 3035870"/>
                <a:gd name="connsiteX218" fmla="*/ 113388 w 3253380"/>
                <a:gd name="connsiteY218" fmla="*/ 539116 h 3035870"/>
                <a:gd name="connsiteX219" fmla="*/ 163250 w 3253380"/>
                <a:gd name="connsiteY219" fmla="*/ 488796 h 3035870"/>
                <a:gd name="connsiteX220" fmla="*/ 173545 w 3253380"/>
                <a:gd name="connsiteY220" fmla="*/ 473900 h 3035870"/>
                <a:gd name="connsiteX221" fmla="*/ 187259 w 3253380"/>
                <a:gd name="connsiteY221" fmla="*/ 468155 h 3035870"/>
                <a:gd name="connsiteX222" fmla="*/ 195216 w 3253380"/>
                <a:gd name="connsiteY222" fmla="*/ 488008 h 3035870"/>
                <a:gd name="connsiteX223" fmla="*/ 253022 w 3253380"/>
                <a:gd name="connsiteY223" fmla="*/ 501990 h 3035870"/>
                <a:gd name="connsiteX224" fmla="*/ 274426 w 3253380"/>
                <a:gd name="connsiteY224" fmla="*/ 463160 h 3035870"/>
                <a:gd name="connsiteX225" fmla="*/ 317234 w 3253380"/>
                <a:gd name="connsiteY225" fmla="*/ 446827 h 3035870"/>
                <a:gd name="connsiteX226" fmla="*/ 336668 w 3253380"/>
                <a:gd name="connsiteY226" fmla="*/ 437930 h 3035870"/>
                <a:gd name="connsiteX227" fmla="*/ 352861 w 3253380"/>
                <a:gd name="connsiteY227" fmla="*/ 408392 h 3035870"/>
                <a:gd name="connsiteX228" fmla="*/ 355860 w 3253380"/>
                <a:gd name="connsiteY228" fmla="*/ 402367 h 3035870"/>
                <a:gd name="connsiteX229" fmla="*/ 373998 w 3253380"/>
                <a:gd name="connsiteY229" fmla="*/ 367732 h 3035870"/>
                <a:gd name="connsiteX230" fmla="*/ 380251 w 3253380"/>
                <a:gd name="connsiteY230" fmla="*/ 351666 h 3035870"/>
                <a:gd name="connsiteX231" fmla="*/ 404286 w 3253380"/>
                <a:gd name="connsiteY231" fmla="*/ 338600 h 3035870"/>
                <a:gd name="connsiteX232" fmla="*/ 400740 w 3253380"/>
                <a:gd name="connsiteY232" fmla="*/ 311019 h 3035870"/>
                <a:gd name="connsiteX233" fmla="*/ 402964 w 3253380"/>
                <a:gd name="connsiteY233" fmla="*/ 306964 h 3035870"/>
                <a:gd name="connsiteX234" fmla="*/ 446421 w 3253380"/>
                <a:gd name="connsiteY234" fmla="*/ 289170 h 3035870"/>
                <a:gd name="connsiteX235" fmla="*/ 464698 w 3253380"/>
                <a:gd name="connsiteY235" fmla="*/ 321695 h 3035870"/>
                <a:gd name="connsiteX236" fmla="*/ 590643 w 3253380"/>
                <a:gd name="connsiteY236" fmla="*/ 294127 h 3035870"/>
                <a:gd name="connsiteX237" fmla="*/ 587250 w 3253380"/>
                <a:gd name="connsiteY237" fmla="*/ 226305 h 3035870"/>
                <a:gd name="connsiteX238" fmla="*/ 627821 w 3253380"/>
                <a:gd name="connsiteY238" fmla="*/ 209782 h 3035870"/>
                <a:gd name="connsiteX239" fmla="*/ 630833 w 3253380"/>
                <a:gd name="connsiteY239" fmla="*/ 184565 h 3035870"/>
                <a:gd name="connsiteX240" fmla="*/ 617119 w 3253380"/>
                <a:gd name="connsiteY240" fmla="*/ 154887 h 3035870"/>
                <a:gd name="connsiteX241" fmla="*/ 639705 w 3253380"/>
                <a:gd name="connsiteY241" fmla="*/ 151747 h 3035870"/>
                <a:gd name="connsiteX242" fmla="*/ 703116 w 3253380"/>
                <a:gd name="connsiteY242" fmla="*/ 147845 h 3035870"/>
                <a:gd name="connsiteX243" fmla="*/ 712013 w 3253380"/>
                <a:gd name="connsiteY243" fmla="*/ 168080 h 3035870"/>
                <a:gd name="connsiteX244" fmla="*/ 716843 w 3253380"/>
                <a:gd name="connsiteY244" fmla="*/ 167571 h 3035870"/>
                <a:gd name="connsiteX245" fmla="*/ 756778 w 3253380"/>
                <a:gd name="connsiteY245" fmla="*/ 169923 h 3035870"/>
                <a:gd name="connsiteX246" fmla="*/ 802052 w 3253380"/>
                <a:gd name="connsiteY246" fmla="*/ 178159 h 3035870"/>
                <a:gd name="connsiteX247" fmla="*/ 829074 w 3253380"/>
                <a:gd name="connsiteY247" fmla="*/ 178934 h 3035870"/>
                <a:gd name="connsiteX248" fmla="*/ 853478 w 3253380"/>
                <a:gd name="connsiteY248" fmla="*/ 181146 h 3035870"/>
                <a:gd name="connsiteX249" fmla="*/ 908932 w 3253380"/>
                <a:gd name="connsiteY249" fmla="*/ 170711 h 3035870"/>
                <a:gd name="connsiteX250" fmla="*/ 969941 w 3253380"/>
                <a:gd name="connsiteY250" fmla="*/ 117646 h 3035870"/>
                <a:gd name="connsiteX251" fmla="*/ 991739 w 3253380"/>
                <a:gd name="connsiteY251" fmla="*/ 118294 h 3035870"/>
                <a:gd name="connsiteX252" fmla="*/ 993951 w 3253380"/>
                <a:gd name="connsiteY252" fmla="*/ 117646 h 3035870"/>
                <a:gd name="connsiteX253" fmla="*/ 1058773 w 3253380"/>
                <a:gd name="connsiteY253" fmla="*/ 84968 h 3035870"/>
                <a:gd name="connsiteX254" fmla="*/ 1066463 w 3253380"/>
                <a:gd name="connsiteY254" fmla="*/ 86798 h 3035870"/>
                <a:gd name="connsiteX255" fmla="*/ 1074089 w 3253380"/>
                <a:gd name="connsiteY255" fmla="*/ 89149 h 3035870"/>
                <a:gd name="connsiteX256" fmla="*/ 1078016 w 3253380"/>
                <a:gd name="connsiteY256" fmla="*/ 96191 h 3035870"/>
                <a:gd name="connsiteX257" fmla="*/ 1139877 w 3253380"/>
                <a:gd name="connsiteY257" fmla="*/ 115027 h 3035870"/>
                <a:gd name="connsiteX258" fmla="*/ 1178630 w 3253380"/>
                <a:gd name="connsiteY258" fmla="*/ 110058 h 3035870"/>
                <a:gd name="connsiteX259" fmla="*/ 1182291 w 3253380"/>
                <a:gd name="connsiteY259" fmla="*/ 109409 h 3035870"/>
                <a:gd name="connsiteX260" fmla="*/ 1246998 w 3253380"/>
                <a:gd name="connsiteY260" fmla="*/ 114494 h 3035870"/>
                <a:gd name="connsiteX261" fmla="*/ 1280541 w 3253380"/>
                <a:gd name="connsiteY261" fmla="*/ 128856 h 3035870"/>
                <a:gd name="connsiteX262" fmla="*/ 1410007 w 3253380"/>
                <a:gd name="connsiteY262" fmla="*/ 71215 h 3035870"/>
                <a:gd name="connsiteX263" fmla="*/ 1402825 w 3253380"/>
                <a:gd name="connsiteY263" fmla="*/ 50701 h 3035870"/>
                <a:gd name="connsiteX264" fmla="*/ 1360284 w 3253380"/>
                <a:gd name="connsiteY264" fmla="*/ 68356 h 3035870"/>
                <a:gd name="connsiteX265" fmla="*/ 1340977 w 3253380"/>
                <a:gd name="connsiteY265" fmla="*/ 60386 h 3035870"/>
                <a:gd name="connsiteX266" fmla="*/ 1404643 w 3253380"/>
                <a:gd name="connsiteY266" fmla="*/ 0 h 3035870"/>
                <a:gd name="connsiteX267" fmla="*/ 1443549 w 3253380"/>
                <a:gd name="connsiteY267" fmla="*/ 46265 h 3035870"/>
                <a:gd name="connsiteX268" fmla="*/ 1428017 w 3253380"/>
                <a:gd name="connsiteY268" fmla="*/ 65864 h 3035870"/>
                <a:gd name="connsiteX269" fmla="*/ 1426848 w 3253380"/>
                <a:gd name="connsiteY269" fmla="*/ 80379 h 3035870"/>
                <a:gd name="connsiteX270" fmla="*/ 1378422 w 3253380"/>
                <a:gd name="connsiteY270" fmla="*/ 141388 h 3035870"/>
                <a:gd name="connsiteX271" fmla="*/ 1328699 w 3253380"/>
                <a:gd name="connsiteY271" fmla="*/ 157327 h 3035870"/>
                <a:gd name="connsiteX272" fmla="*/ 1288370 w 3253380"/>
                <a:gd name="connsiteY272" fmla="*/ 170520 h 3035870"/>
                <a:gd name="connsiteX273" fmla="*/ 1264106 w 3253380"/>
                <a:gd name="connsiteY273" fmla="*/ 179926 h 3035870"/>
                <a:gd name="connsiteX274" fmla="*/ 1254840 w 3253380"/>
                <a:gd name="connsiteY274" fmla="*/ 199410 h 3035870"/>
                <a:gd name="connsiteX275" fmla="*/ 1230183 w 3253380"/>
                <a:gd name="connsiteY275" fmla="*/ 240452 h 3035870"/>
                <a:gd name="connsiteX276" fmla="*/ 1189192 w 3253380"/>
                <a:gd name="connsiteY276" fmla="*/ 245281 h 3035870"/>
                <a:gd name="connsiteX277" fmla="*/ 1156146 w 3253380"/>
                <a:gd name="connsiteY277" fmla="*/ 262288 h 3035870"/>
                <a:gd name="connsiteX278" fmla="*/ 1129658 w 3253380"/>
                <a:gd name="connsiteY278" fmla="*/ 277959 h 3035870"/>
                <a:gd name="connsiteX279" fmla="*/ 1138796 w 3253380"/>
                <a:gd name="connsiteY279" fmla="*/ 305541 h 3035870"/>
                <a:gd name="connsiteX280" fmla="*/ 1120265 w 3253380"/>
                <a:gd name="connsiteY280" fmla="*/ 312468 h 3035870"/>
                <a:gd name="connsiteX281" fmla="*/ 975534 w 3253380"/>
                <a:gd name="connsiteY281" fmla="*/ 381103 h 3035870"/>
                <a:gd name="connsiteX282" fmla="*/ 984278 w 3253380"/>
                <a:gd name="connsiteY282" fmla="*/ 411684 h 3035870"/>
                <a:gd name="connsiteX283" fmla="*/ 1003852 w 3253380"/>
                <a:gd name="connsiteY283" fmla="*/ 458610 h 3035870"/>
                <a:gd name="connsiteX284" fmla="*/ 1026425 w 3253380"/>
                <a:gd name="connsiteY284" fmla="*/ 449979 h 3035870"/>
                <a:gd name="connsiteX285" fmla="*/ 1057222 w 3253380"/>
                <a:gd name="connsiteY285" fmla="*/ 482276 h 3035870"/>
                <a:gd name="connsiteX286" fmla="*/ 1076682 w 3253380"/>
                <a:gd name="connsiteY286" fmla="*/ 526965 h 3035870"/>
                <a:gd name="connsiteX287" fmla="*/ 1060870 w 3253380"/>
                <a:gd name="connsiteY287" fmla="*/ 548394 h 3035870"/>
                <a:gd name="connsiteX288" fmla="*/ 1082287 w 3253380"/>
                <a:gd name="connsiteY288" fmla="*/ 551674 h 3035870"/>
                <a:gd name="connsiteX289" fmla="*/ 1098810 w 3253380"/>
                <a:gd name="connsiteY289" fmla="*/ 544226 h 3035870"/>
                <a:gd name="connsiteX290" fmla="*/ 1117087 w 3253380"/>
                <a:gd name="connsiteY290" fmla="*/ 546310 h 3035870"/>
                <a:gd name="connsiteX291" fmla="*/ 1128526 w 3253380"/>
                <a:gd name="connsiteY291" fmla="*/ 537032 h 3035870"/>
                <a:gd name="connsiteX292" fmla="*/ 1131272 w 3253380"/>
                <a:gd name="connsiteY292" fmla="*/ 524614 h 3035870"/>
                <a:gd name="connsiteX293" fmla="*/ 1138440 w 3253380"/>
                <a:gd name="connsiteY293" fmla="*/ 515844 h 3035870"/>
                <a:gd name="connsiteX294" fmla="*/ 1153693 w 3253380"/>
                <a:gd name="connsiteY294" fmla="*/ 512590 h 3035870"/>
                <a:gd name="connsiteX295" fmla="*/ 1159692 w 3253380"/>
                <a:gd name="connsiteY295" fmla="*/ 502777 h 3035870"/>
                <a:gd name="connsiteX296" fmla="*/ 1159044 w 3253380"/>
                <a:gd name="connsiteY296" fmla="*/ 489711 h 3035870"/>
                <a:gd name="connsiteX297" fmla="*/ 1162310 w 3253380"/>
                <a:gd name="connsiteY297" fmla="*/ 480052 h 3035870"/>
                <a:gd name="connsiteX298" fmla="*/ 1171576 w 3253380"/>
                <a:gd name="connsiteY298" fmla="*/ 478336 h 3035870"/>
                <a:gd name="connsiteX299" fmla="*/ 1175491 w 3253380"/>
                <a:gd name="connsiteY299" fmla="*/ 485670 h 3035870"/>
                <a:gd name="connsiteX300" fmla="*/ 1180829 w 3253380"/>
                <a:gd name="connsiteY300" fmla="*/ 494160 h 3035870"/>
                <a:gd name="connsiteX301" fmla="*/ 1188455 w 3253380"/>
                <a:gd name="connsiteY301" fmla="*/ 493626 h 3035870"/>
                <a:gd name="connsiteX302" fmla="*/ 1194975 w 3253380"/>
                <a:gd name="connsiteY302" fmla="*/ 486445 h 3035870"/>
                <a:gd name="connsiteX303" fmla="*/ 1197200 w 3253380"/>
                <a:gd name="connsiteY303" fmla="*/ 477688 h 3035870"/>
                <a:gd name="connsiteX304" fmla="*/ 1196030 w 3253380"/>
                <a:gd name="connsiteY304" fmla="*/ 468536 h 3035870"/>
                <a:gd name="connsiteX305" fmla="*/ 1200339 w 3253380"/>
                <a:gd name="connsiteY305" fmla="*/ 464088 h 3035870"/>
                <a:gd name="connsiteX306" fmla="*/ 1211435 w 3253380"/>
                <a:gd name="connsiteY306" fmla="*/ 466312 h 3035870"/>
                <a:gd name="connsiteX307" fmla="*/ 1249922 w 3253380"/>
                <a:gd name="connsiteY307" fmla="*/ 461075 h 3035870"/>
                <a:gd name="connsiteX308" fmla="*/ 1257624 w 3253380"/>
                <a:gd name="connsiteY308" fmla="*/ 512056 h 3035870"/>
                <a:gd name="connsiteX309" fmla="*/ 1290365 w 3253380"/>
                <a:gd name="connsiteY309" fmla="*/ 518208 h 3035870"/>
                <a:gd name="connsiteX310" fmla="*/ 1258412 w 3253380"/>
                <a:gd name="connsiteY310" fmla="*/ 566684 h 3035870"/>
                <a:gd name="connsiteX311" fmla="*/ 1241698 w 3253380"/>
                <a:gd name="connsiteY311" fmla="*/ 575582 h 3035870"/>
                <a:gd name="connsiteX312" fmla="*/ 1207253 w 3253380"/>
                <a:gd name="connsiteY312" fmla="*/ 563698 h 3035870"/>
                <a:gd name="connsiteX313" fmla="*/ 1177359 w 3253380"/>
                <a:gd name="connsiteY313" fmla="*/ 581212 h 3035870"/>
                <a:gd name="connsiteX314" fmla="*/ 1179901 w 3253380"/>
                <a:gd name="connsiteY314" fmla="*/ 594545 h 3035870"/>
                <a:gd name="connsiteX315" fmla="*/ 1150413 w 3253380"/>
                <a:gd name="connsiteY315" fmla="*/ 609035 h 3035870"/>
                <a:gd name="connsiteX316" fmla="*/ 1140487 w 3253380"/>
                <a:gd name="connsiteY316" fmla="*/ 624605 h 3035870"/>
                <a:gd name="connsiteX317" fmla="*/ 1169085 w 3253380"/>
                <a:gd name="connsiteY317" fmla="*/ 645653 h 3035870"/>
                <a:gd name="connsiteX318" fmla="*/ 1177982 w 3253380"/>
                <a:gd name="connsiteY318" fmla="*/ 660816 h 3035870"/>
                <a:gd name="connsiteX319" fmla="*/ 1152396 w 3253380"/>
                <a:gd name="connsiteY319" fmla="*/ 661858 h 3035870"/>
                <a:gd name="connsiteX320" fmla="*/ 1107631 w 3253380"/>
                <a:gd name="connsiteY320" fmla="*/ 676882 h 3035870"/>
                <a:gd name="connsiteX321" fmla="*/ 1069271 w 3253380"/>
                <a:gd name="connsiteY321" fmla="*/ 654283 h 3035870"/>
                <a:gd name="connsiteX322" fmla="*/ 1038208 w 3253380"/>
                <a:gd name="connsiteY322" fmla="*/ 664337 h 3035870"/>
                <a:gd name="connsiteX323" fmla="*/ 1059739 w 3253380"/>
                <a:gd name="connsiteY323" fmla="*/ 744310 h 3035870"/>
                <a:gd name="connsiteX324" fmla="*/ 1120938 w 3253380"/>
                <a:gd name="connsiteY324" fmla="*/ 744729 h 3035870"/>
                <a:gd name="connsiteX325" fmla="*/ 1127204 w 3253380"/>
                <a:gd name="connsiteY325" fmla="*/ 742505 h 3035870"/>
                <a:gd name="connsiteX326" fmla="*/ 1165056 w 3253380"/>
                <a:gd name="connsiteY326" fmla="*/ 730074 h 3035870"/>
                <a:gd name="connsiteX327" fmla="*/ 1167534 w 3253380"/>
                <a:gd name="connsiteY327" fmla="*/ 786940 h 3035870"/>
                <a:gd name="connsiteX328" fmla="*/ 1184057 w 3253380"/>
                <a:gd name="connsiteY328" fmla="*/ 807721 h 3035870"/>
                <a:gd name="connsiteX329" fmla="*/ 1206936 w 3253380"/>
                <a:gd name="connsiteY329" fmla="*/ 802878 h 3035870"/>
                <a:gd name="connsiteX330" fmla="*/ 1231212 w 3253380"/>
                <a:gd name="connsiteY330" fmla="*/ 795417 h 3035870"/>
                <a:gd name="connsiteX331" fmla="*/ 1239385 w 3253380"/>
                <a:gd name="connsiteY331" fmla="*/ 783038 h 3035870"/>
                <a:gd name="connsiteX332" fmla="*/ 1245257 w 3253380"/>
                <a:gd name="connsiteY332" fmla="*/ 763171 h 3035870"/>
                <a:gd name="connsiteX333" fmla="*/ 1233119 w 3253380"/>
                <a:gd name="connsiteY333" fmla="*/ 746559 h 3035870"/>
                <a:gd name="connsiteX334" fmla="*/ 1220205 w 3253380"/>
                <a:gd name="connsiteY334" fmla="*/ 707348 h 3035870"/>
                <a:gd name="connsiteX335" fmla="*/ 1248168 w 3253380"/>
                <a:gd name="connsiteY335" fmla="*/ 695451 h 3035870"/>
                <a:gd name="connsiteX336" fmla="*/ 1258094 w 3253380"/>
                <a:gd name="connsiteY336" fmla="*/ 691550 h 3035870"/>
                <a:gd name="connsiteX337" fmla="*/ 1283146 w 3253380"/>
                <a:gd name="connsiteY337" fmla="*/ 680949 h 3035870"/>
                <a:gd name="connsiteX338" fmla="*/ 1308567 w 3253380"/>
                <a:gd name="connsiteY338" fmla="*/ 663829 h 3035870"/>
                <a:gd name="connsiteX339" fmla="*/ 1329449 w 3253380"/>
                <a:gd name="connsiteY339" fmla="*/ 626448 h 3035870"/>
                <a:gd name="connsiteX340" fmla="*/ 1359344 w 3253380"/>
                <a:gd name="connsiteY340" fmla="*/ 580183 h 3035870"/>
                <a:gd name="connsiteX341" fmla="*/ 1343545 w 3253380"/>
                <a:gd name="connsiteY341" fmla="*/ 557037 h 3035870"/>
                <a:gd name="connsiteX342" fmla="*/ 1345896 w 3253380"/>
                <a:gd name="connsiteY342" fmla="*/ 550377 h 3035870"/>
                <a:gd name="connsiteX343" fmla="*/ 1378129 w 3253380"/>
                <a:gd name="connsiteY343" fmla="*/ 543196 h 3035870"/>
                <a:gd name="connsiteX344" fmla="*/ 1418802 w 3253380"/>
                <a:gd name="connsiteY344" fmla="*/ 528554 h 3035870"/>
                <a:gd name="connsiteX345" fmla="*/ 1451149 w 3253380"/>
                <a:gd name="connsiteY345" fmla="*/ 539396 h 3035870"/>
                <a:gd name="connsiteX346" fmla="*/ 1474130 w 3253380"/>
                <a:gd name="connsiteY346" fmla="*/ 589715 h 3035870"/>
                <a:gd name="connsiteX347" fmla="*/ 1482099 w 3253380"/>
                <a:gd name="connsiteY347" fmla="*/ 577564 h 3035870"/>
                <a:gd name="connsiteX348" fmla="*/ 1512095 w 3253380"/>
                <a:gd name="connsiteY348" fmla="*/ 574171 h 3035870"/>
                <a:gd name="connsiteX349" fmla="*/ 1541595 w 3253380"/>
                <a:gd name="connsiteY349" fmla="*/ 568807 h 3035870"/>
                <a:gd name="connsiteX350" fmla="*/ 1546946 w 3253380"/>
                <a:gd name="connsiteY350" fmla="*/ 572862 h 3035870"/>
                <a:gd name="connsiteX351" fmla="*/ 1593402 w 3253380"/>
                <a:gd name="connsiteY351" fmla="*/ 584898 h 3035870"/>
                <a:gd name="connsiteX352" fmla="*/ 1609201 w 3253380"/>
                <a:gd name="connsiteY352" fmla="*/ 577437 h 3035870"/>
                <a:gd name="connsiteX353" fmla="*/ 1609595 w 3253380"/>
                <a:gd name="connsiteY353" fmla="*/ 544886 h 3035870"/>
                <a:gd name="connsiteX354" fmla="*/ 1649658 w 3253380"/>
                <a:gd name="connsiteY354" fmla="*/ 527092 h 3035870"/>
                <a:gd name="connsiteX355" fmla="*/ 1651348 w 3253380"/>
                <a:gd name="connsiteY355" fmla="*/ 515856 h 3035870"/>
                <a:gd name="connsiteX356" fmla="*/ 1646264 w 3253380"/>
                <a:gd name="connsiteY356" fmla="*/ 478730 h 3035870"/>
                <a:gd name="connsiteX357" fmla="*/ 1653178 w 3253380"/>
                <a:gd name="connsiteY357" fmla="*/ 459906 h 3035870"/>
                <a:gd name="connsiteX358" fmla="*/ 1628521 w 3253380"/>
                <a:gd name="connsiteY358" fmla="*/ 429846 h 3035870"/>
                <a:gd name="connsiteX359" fmla="*/ 1598232 w 3253380"/>
                <a:gd name="connsiteY359" fmla="*/ 427749 h 3035870"/>
                <a:gd name="connsiteX360" fmla="*/ 1602147 w 3253380"/>
                <a:gd name="connsiteY360" fmla="*/ 403053 h 3035870"/>
                <a:gd name="connsiteX361" fmla="*/ 1600723 w 3253380"/>
                <a:gd name="connsiteY361" fmla="*/ 400308 h 3035870"/>
                <a:gd name="connsiteX362" fmla="*/ 1583488 w 3253380"/>
                <a:gd name="connsiteY362" fmla="*/ 367757 h 3035870"/>
                <a:gd name="connsiteX363" fmla="*/ 1584009 w 3253380"/>
                <a:gd name="connsiteY363" fmla="*/ 344497 h 3035870"/>
                <a:gd name="connsiteX364" fmla="*/ 1543693 w 3253380"/>
                <a:gd name="connsiteY364" fmla="*/ 346595 h 3035870"/>
                <a:gd name="connsiteX365" fmla="*/ 1536638 w 3253380"/>
                <a:gd name="connsiteY365" fmla="*/ 331965 h 3035870"/>
                <a:gd name="connsiteX366" fmla="*/ 1496055 w 3253380"/>
                <a:gd name="connsiteY366" fmla="*/ 299020 h 3035870"/>
                <a:gd name="connsiteX367" fmla="*/ 1495534 w 3253380"/>
                <a:gd name="connsiteY367" fmla="*/ 281900 h 3035870"/>
                <a:gd name="connsiteX368" fmla="*/ 1491212 w 3253380"/>
                <a:gd name="connsiteY368" fmla="*/ 243070 h 3035870"/>
                <a:gd name="connsiteX369" fmla="*/ 1469821 w 3253380"/>
                <a:gd name="connsiteY369" fmla="*/ 218234 h 3035870"/>
                <a:gd name="connsiteX370" fmla="*/ 1461076 w 3253380"/>
                <a:gd name="connsiteY370" fmla="*/ 205702 h 3035870"/>
                <a:gd name="connsiteX371" fmla="*/ 1515730 w 3253380"/>
                <a:gd name="connsiteY371" fmla="*/ 193932 h 3035870"/>
                <a:gd name="connsiteX372" fmla="*/ 1527602 w 3253380"/>
                <a:gd name="connsiteY372" fmla="*/ 191454 h 3035870"/>
                <a:gd name="connsiteX373" fmla="*/ 1601727 w 3253380"/>
                <a:gd name="connsiteY373" fmla="*/ 187272 h 3035870"/>
                <a:gd name="connsiteX374" fmla="*/ 1604981 w 3253380"/>
                <a:gd name="connsiteY374" fmla="*/ 185823 h 3035870"/>
                <a:gd name="connsiteX375" fmla="*/ 1624568 w 3253380"/>
                <a:gd name="connsiteY375" fmla="*/ 174193 h 3035870"/>
                <a:gd name="connsiteX376" fmla="*/ 1652886 w 3253380"/>
                <a:gd name="connsiteY376" fmla="*/ 161483 h 3035870"/>
                <a:gd name="connsiteX377" fmla="*/ 1673222 w 3253380"/>
                <a:gd name="connsiteY377" fmla="*/ 152586 h 3035870"/>
                <a:gd name="connsiteX378" fmla="*/ 1781806 w 3253380"/>
                <a:gd name="connsiteY378" fmla="*/ 253632 h 3035870"/>
                <a:gd name="connsiteX379" fmla="*/ 1819631 w 3253380"/>
                <a:gd name="connsiteY379" fmla="*/ 258983 h 3035870"/>
                <a:gd name="connsiteX380" fmla="*/ 1841556 w 3253380"/>
                <a:gd name="connsiteY380" fmla="*/ 223166 h 3035870"/>
                <a:gd name="connsiteX381" fmla="*/ 1877069 w 3253380"/>
                <a:gd name="connsiteY381" fmla="*/ 263305 h 3035870"/>
                <a:gd name="connsiteX382" fmla="*/ 1905908 w 3253380"/>
                <a:gd name="connsiteY382" fmla="*/ 231135 h 3035870"/>
                <a:gd name="connsiteX383" fmla="*/ 1914119 w 3253380"/>
                <a:gd name="connsiteY383" fmla="*/ 227322 h 3035870"/>
                <a:gd name="connsiteX384" fmla="*/ 1917932 w 3253380"/>
                <a:gd name="connsiteY384" fmla="*/ 232152 h 3035870"/>
                <a:gd name="connsiteX385" fmla="*/ 1918453 w 3253380"/>
                <a:gd name="connsiteY385" fmla="*/ 239206 h 3035870"/>
                <a:gd name="connsiteX386" fmla="*/ 1936603 w 3253380"/>
                <a:gd name="connsiteY386" fmla="*/ 248879 h 3035870"/>
                <a:gd name="connsiteX387" fmla="*/ 1957740 w 3253380"/>
                <a:gd name="connsiteY387" fmla="*/ 236079 h 3035870"/>
                <a:gd name="connsiteX388" fmla="*/ 1963485 w 3253380"/>
                <a:gd name="connsiteY388" fmla="*/ 271490 h 3035870"/>
                <a:gd name="connsiteX389" fmla="*/ 1985919 w 3253380"/>
                <a:gd name="connsiteY389" fmla="*/ 328076 h 3035870"/>
                <a:gd name="connsiteX390" fmla="*/ 1985398 w 3253380"/>
                <a:gd name="connsiteY390" fmla="*/ 362851 h 3035870"/>
                <a:gd name="connsiteX391" fmla="*/ 2001857 w 3253380"/>
                <a:gd name="connsiteY391" fmla="*/ 378535 h 3035870"/>
                <a:gd name="connsiteX392" fmla="*/ 2023897 w 3253380"/>
                <a:gd name="connsiteY392" fmla="*/ 436824 h 3035870"/>
                <a:gd name="connsiteX393" fmla="*/ 2028587 w 3253380"/>
                <a:gd name="connsiteY393" fmla="*/ 433303 h 3035870"/>
                <a:gd name="connsiteX394" fmla="*/ 2072717 w 3253380"/>
                <a:gd name="connsiteY394" fmla="*/ 501939 h 3035870"/>
                <a:gd name="connsiteX395" fmla="*/ 2064620 w 3253380"/>
                <a:gd name="connsiteY395" fmla="*/ 533168 h 3035870"/>
                <a:gd name="connsiteX396" fmla="*/ 2075449 w 3253380"/>
                <a:gd name="connsiteY396" fmla="*/ 587669 h 3035870"/>
                <a:gd name="connsiteX397" fmla="*/ 2083800 w 3253380"/>
                <a:gd name="connsiteY397" fmla="*/ 644128 h 3035870"/>
                <a:gd name="connsiteX398" fmla="*/ 2058621 w 3253380"/>
                <a:gd name="connsiteY398" fmla="*/ 656838 h 3035870"/>
                <a:gd name="connsiteX399" fmla="*/ 2045441 w 3253380"/>
                <a:gd name="connsiteY399" fmla="*/ 679462 h 3035870"/>
                <a:gd name="connsiteX400" fmla="*/ 2061964 w 3253380"/>
                <a:gd name="connsiteY400" fmla="*/ 758786 h 3035870"/>
                <a:gd name="connsiteX401" fmla="*/ 2056880 w 3253380"/>
                <a:gd name="connsiteY401" fmla="*/ 786635 h 3035870"/>
                <a:gd name="connsiteX402" fmla="*/ 2070594 w 3253380"/>
                <a:gd name="connsiteY402" fmla="*/ 792240 h 3035870"/>
                <a:gd name="connsiteX403" fmla="*/ 2048555 w 3253380"/>
                <a:gd name="connsiteY403" fmla="*/ 878377 h 3035870"/>
                <a:gd name="connsiteX404" fmla="*/ 2097870 w 3253380"/>
                <a:gd name="connsiteY404" fmla="*/ 937187 h 3035870"/>
                <a:gd name="connsiteX405" fmla="*/ 2117571 w 3253380"/>
                <a:gd name="connsiteY405" fmla="*/ 1008440 h 3035870"/>
                <a:gd name="connsiteX406" fmla="*/ 2153859 w 3253380"/>
                <a:gd name="connsiteY406" fmla="*/ 996416 h 3035870"/>
                <a:gd name="connsiteX407" fmla="*/ 2197963 w 3253380"/>
                <a:gd name="connsiteY407" fmla="*/ 1009864 h 3035870"/>
                <a:gd name="connsiteX408" fmla="*/ 2221972 w 3253380"/>
                <a:gd name="connsiteY408" fmla="*/ 1006051 h 3035870"/>
                <a:gd name="connsiteX409" fmla="*/ 2221464 w 3253380"/>
                <a:gd name="connsiteY409" fmla="*/ 1082248 h 3035870"/>
                <a:gd name="connsiteX410" fmla="*/ 2208004 w 3253380"/>
                <a:gd name="connsiteY410" fmla="*/ 1115295 h 3035870"/>
                <a:gd name="connsiteX411" fmla="*/ 2146283 w 3253380"/>
                <a:gd name="connsiteY411" fmla="*/ 1221692 h 3035870"/>
                <a:gd name="connsiteX412" fmla="*/ 2060019 w 3253380"/>
                <a:gd name="connsiteY412" fmla="*/ 1253328 h 3035870"/>
                <a:gd name="connsiteX413" fmla="*/ 2048681 w 3253380"/>
                <a:gd name="connsiteY413" fmla="*/ 1281557 h 3035870"/>
                <a:gd name="connsiteX414" fmla="*/ 2081309 w 3253380"/>
                <a:gd name="connsiteY414" fmla="*/ 1305859 h 3035870"/>
                <a:gd name="connsiteX415" fmla="*/ 2061061 w 3253380"/>
                <a:gd name="connsiteY415" fmla="*/ 1356306 h 3035870"/>
                <a:gd name="connsiteX416" fmla="*/ 2031701 w 3253380"/>
                <a:gd name="connsiteY416" fmla="*/ 1369652 h 3035870"/>
                <a:gd name="connsiteX417" fmla="*/ 2055202 w 3253380"/>
                <a:gd name="connsiteY417" fmla="*/ 1482772 h 3035870"/>
                <a:gd name="connsiteX418" fmla="*/ 2114177 w 3253380"/>
                <a:gd name="connsiteY418" fmla="*/ 1532838 h 3035870"/>
                <a:gd name="connsiteX419" fmla="*/ 2163518 w 3253380"/>
                <a:gd name="connsiteY419" fmla="*/ 1574680 h 3035870"/>
                <a:gd name="connsiteX420" fmla="*/ 2221591 w 3253380"/>
                <a:gd name="connsiteY420" fmla="*/ 1623817 h 3035870"/>
                <a:gd name="connsiteX421" fmla="*/ 2226942 w 3253380"/>
                <a:gd name="connsiteY421" fmla="*/ 1639756 h 3035870"/>
                <a:gd name="connsiteX422" fmla="*/ 2228112 w 3253380"/>
                <a:gd name="connsiteY422" fmla="*/ 1647382 h 3035870"/>
                <a:gd name="connsiteX423" fmla="*/ 2244813 w 3253380"/>
                <a:gd name="connsiteY423" fmla="*/ 1660448 h 3035870"/>
                <a:gd name="connsiteX424" fmla="*/ 2291154 w 3253380"/>
                <a:gd name="connsiteY424" fmla="*/ 1697041 h 3035870"/>
                <a:gd name="connsiteX425" fmla="*/ 2364607 w 3253380"/>
                <a:gd name="connsiteY425" fmla="*/ 1654436 h 3035870"/>
                <a:gd name="connsiteX426" fmla="*/ 2418383 w 3253380"/>
                <a:gd name="connsiteY426" fmla="*/ 1659800 h 3035870"/>
                <a:gd name="connsiteX427" fmla="*/ 2462094 w 3253380"/>
                <a:gd name="connsiteY427" fmla="*/ 1661490 h 3035870"/>
                <a:gd name="connsiteX428" fmla="*/ 2504508 w 3253380"/>
                <a:gd name="connsiteY428" fmla="*/ 1661490 h 3035870"/>
                <a:gd name="connsiteX429" fmla="*/ 2531911 w 3253380"/>
                <a:gd name="connsiteY429" fmla="*/ 1698617 h 3035870"/>
                <a:gd name="connsiteX430" fmla="*/ 2571986 w 3253380"/>
                <a:gd name="connsiteY430" fmla="*/ 1708544 h 3035870"/>
                <a:gd name="connsiteX431" fmla="*/ 2622484 w 3253380"/>
                <a:gd name="connsiteY431" fmla="*/ 1753118 h 3035870"/>
                <a:gd name="connsiteX432" fmla="*/ 2665699 w 3253380"/>
                <a:gd name="connsiteY432" fmla="*/ 1732197 h 3035870"/>
                <a:gd name="connsiteX433" fmla="*/ 2711227 w 3253380"/>
                <a:gd name="connsiteY433" fmla="*/ 1707679 h 3035870"/>
                <a:gd name="connsiteX434" fmla="*/ 2777256 w 3253380"/>
                <a:gd name="connsiteY434" fmla="*/ 1734587 h 3035870"/>
                <a:gd name="connsiteX435" fmla="*/ 2811968 w 3253380"/>
                <a:gd name="connsiteY435" fmla="*/ 1708709 h 3035870"/>
                <a:gd name="connsiteX436" fmla="*/ 2899007 w 3253380"/>
                <a:gd name="connsiteY436" fmla="*/ 1751059 h 3035870"/>
                <a:gd name="connsiteX437" fmla="*/ 2979399 w 3253380"/>
                <a:gd name="connsiteY437" fmla="*/ 1690050 h 3035870"/>
                <a:gd name="connsiteX438" fmla="*/ 3076747 w 3253380"/>
                <a:gd name="connsiteY438" fmla="*/ 1650966 h 3035870"/>
                <a:gd name="connsiteX439" fmla="*/ 3117076 w 3253380"/>
                <a:gd name="connsiteY439" fmla="*/ 1682323 h 3035870"/>
                <a:gd name="connsiteX440" fmla="*/ 3133777 w 3253380"/>
                <a:gd name="connsiteY440" fmla="*/ 1717237 h 3035870"/>
                <a:gd name="connsiteX441" fmla="*/ 3175924 w 3253380"/>
                <a:gd name="connsiteY441" fmla="*/ 1693444 h 3035870"/>
                <a:gd name="connsiteX442" fmla="*/ 3236095 w 3253380"/>
                <a:gd name="connsiteY442" fmla="*/ 1701934 h 3035870"/>
                <a:gd name="connsiteX443" fmla="*/ 3240009 w 3253380"/>
                <a:gd name="connsiteY443" fmla="*/ 1722207 h 3035870"/>
                <a:gd name="connsiteX444" fmla="*/ 3221605 w 3253380"/>
                <a:gd name="connsiteY444" fmla="*/ 1755533 h 3035870"/>
                <a:gd name="connsiteX445" fmla="*/ 3253380 w 3253380"/>
                <a:gd name="connsiteY445" fmla="*/ 1878924 h 3035870"/>
                <a:gd name="connsiteX446" fmla="*/ 3250381 w 3253380"/>
                <a:gd name="connsiteY446" fmla="*/ 1945309 h 3035870"/>
                <a:gd name="connsiteX447" fmla="*/ 3201574 w 3253380"/>
                <a:gd name="connsiteY447" fmla="*/ 1953406 h 3035870"/>
                <a:gd name="connsiteX448" fmla="*/ 3144162 w 3253380"/>
                <a:gd name="connsiteY448" fmla="*/ 1933285 h 3035870"/>
                <a:gd name="connsiteX449" fmla="*/ 3143755 w 3253380"/>
                <a:gd name="connsiteY449" fmla="*/ 1987939 h 3035870"/>
                <a:gd name="connsiteX450" fmla="*/ 3174818 w 3253380"/>
                <a:gd name="connsiteY450" fmla="*/ 2045580 h 3035870"/>
                <a:gd name="connsiteX451" fmla="*/ 3127587 w 3253380"/>
                <a:gd name="connsiteY451" fmla="*/ 2069234 h 3035870"/>
                <a:gd name="connsiteX452" fmla="*/ 3087906 w 3253380"/>
                <a:gd name="connsiteY452" fmla="*/ 2110262 h 3035870"/>
                <a:gd name="connsiteX453" fmla="*/ 3075641 w 3253380"/>
                <a:gd name="connsiteY453" fmla="*/ 2263713 h 3035870"/>
                <a:gd name="connsiteX454" fmla="*/ 3033481 w 3253380"/>
                <a:gd name="connsiteY454" fmla="*/ 2318748 h 3035870"/>
                <a:gd name="connsiteX455" fmla="*/ 2969816 w 3253380"/>
                <a:gd name="connsiteY455" fmla="*/ 2354425 h 3035870"/>
                <a:gd name="connsiteX456" fmla="*/ 2907536 w 3253380"/>
                <a:gd name="connsiteY456" fmla="*/ 2393763 h 3035870"/>
                <a:gd name="connsiteX457" fmla="*/ 2857025 w 3253380"/>
                <a:gd name="connsiteY457" fmla="*/ 2420811 h 3035870"/>
                <a:gd name="connsiteX458" fmla="*/ 2815654 w 3253380"/>
                <a:gd name="connsiteY458" fmla="*/ 2430356 h 3035870"/>
                <a:gd name="connsiteX459" fmla="*/ 2707210 w 3253380"/>
                <a:gd name="connsiteY459" fmla="*/ 2447362 h 3035870"/>
                <a:gd name="connsiteX460" fmla="*/ 2686200 w 3253380"/>
                <a:gd name="connsiteY460" fmla="*/ 2420175 h 3035870"/>
                <a:gd name="connsiteX461" fmla="*/ 2590543 w 3253380"/>
                <a:gd name="connsiteY461" fmla="*/ 2406308 h 3035870"/>
                <a:gd name="connsiteX462" fmla="*/ 2567970 w 3253380"/>
                <a:gd name="connsiteY462" fmla="*/ 2376109 h 3035870"/>
                <a:gd name="connsiteX463" fmla="*/ 2477282 w 3253380"/>
                <a:gd name="connsiteY463" fmla="*/ 2351807 h 3035870"/>
                <a:gd name="connsiteX464" fmla="*/ 2452853 w 3253380"/>
                <a:gd name="connsiteY464" fmla="*/ 2360310 h 3035870"/>
                <a:gd name="connsiteX465" fmla="*/ 2371292 w 3253380"/>
                <a:gd name="connsiteY465" fmla="*/ 2320833 h 3035870"/>
                <a:gd name="connsiteX466" fmla="*/ 2322104 w 3253380"/>
                <a:gd name="connsiteY466" fmla="*/ 2342529 h 3035870"/>
                <a:gd name="connsiteX467" fmla="*/ 2302276 w 3253380"/>
                <a:gd name="connsiteY467" fmla="*/ 2369716 h 3035870"/>
                <a:gd name="connsiteX468" fmla="*/ 2269229 w 3253380"/>
                <a:gd name="connsiteY468" fmla="*/ 2381473 h 3035870"/>
                <a:gd name="connsiteX469" fmla="*/ 2251346 w 3253380"/>
                <a:gd name="connsiteY469" fmla="*/ 2400297 h 3035870"/>
                <a:gd name="connsiteX470" fmla="*/ 2276665 w 3253380"/>
                <a:gd name="connsiteY470" fmla="*/ 2447324 h 3035870"/>
                <a:gd name="connsiteX471" fmla="*/ 2261921 w 3253380"/>
                <a:gd name="connsiteY471" fmla="*/ 2478820 h 3035870"/>
                <a:gd name="connsiteX472" fmla="*/ 2208678 w 3253380"/>
                <a:gd name="connsiteY472" fmla="*/ 2497377 h 3035870"/>
                <a:gd name="connsiteX473" fmla="*/ 2184262 w 3253380"/>
                <a:gd name="connsiteY473" fmla="*/ 2532965 h 3035870"/>
                <a:gd name="connsiteX474" fmla="*/ 2080127 w 3253380"/>
                <a:gd name="connsiteY474" fmla="*/ 2583692 h 3035870"/>
                <a:gd name="connsiteX475" fmla="*/ 2007056 w 3253380"/>
                <a:gd name="connsiteY475" fmla="*/ 2584734 h 3035870"/>
                <a:gd name="connsiteX476" fmla="*/ 1853453 w 3253380"/>
                <a:gd name="connsiteY476" fmla="*/ 2700283 h 3035870"/>
                <a:gd name="connsiteX477" fmla="*/ 1807264 w 3253380"/>
                <a:gd name="connsiteY477" fmla="*/ 2735973 h 3035870"/>
                <a:gd name="connsiteX478" fmla="*/ 1788860 w 3253380"/>
                <a:gd name="connsiteY478" fmla="*/ 2748683 h 3035870"/>
                <a:gd name="connsiteX479" fmla="*/ 1723211 w 3253380"/>
                <a:gd name="connsiteY479" fmla="*/ 2770507 h 3035870"/>
                <a:gd name="connsiteX480" fmla="*/ 1696596 w 3253380"/>
                <a:gd name="connsiteY480" fmla="*/ 2738236 h 3035870"/>
                <a:gd name="connsiteX481" fmla="*/ 1560356 w 3253380"/>
                <a:gd name="connsiteY481" fmla="*/ 2684370 h 3035870"/>
                <a:gd name="connsiteX482" fmla="*/ 1528491 w 3253380"/>
                <a:gd name="connsiteY482" fmla="*/ 2711430 h 3035870"/>
                <a:gd name="connsiteX483" fmla="*/ 1505930 w 3253380"/>
                <a:gd name="connsiteY483" fmla="*/ 2772222 h 3035870"/>
                <a:gd name="connsiteX484" fmla="*/ 1472884 w 3253380"/>
                <a:gd name="connsiteY484" fmla="*/ 2777180 h 3035870"/>
                <a:gd name="connsiteX485" fmla="*/ 1424738 w 3253380"/>
                <a:gd name="connsiteY485" fmla="*/ 2772222 h 3035870"/>
                <a:gd name="connsiteX486" fmla="*/ 1371101 w 3253380"/>
                <a:gd name="connsiteY486" fmla="*/ 2790017 h 3035870"/>
                <a:gd name="connsiteX487" fmla="*/ 1354793 w 3253380"/>
                <a:gd name="connsiteY487" fmla="*/ 2828592 h 3035870"/>
                <a:gd name="connsiteX488" fmla="*/ 1415078 w 3253380"/>
                <a:gd name="connsiteY488" fmla="*/ 2851839 h 3035870"/>
                <a:gd name="connsiteX489" fmla="*/ 1380099 w 3253380"/>
                <a:gd name="connsiteY489" fmla="*/ 2886347 h 3035870"/>
                <a:gd name="connsiteX490" fmla="*/ 1316409 w 3253380"/>
                <a:gd name="connsiteY490" fmla="*/ 2890669 h 3035870"/>
                <a:gd name="connsiteX491" fmla="*/ 1299580 w 3253380"/>
                <a:gd name="connsiteY491" fmla="*/ 2908819 h 3035870"/>
                <a:gd name="connsiteX492" fmla="*/ 1273995 w 3253380"/>
                <a:gd name="connsiteY492" fmla="*/ 2906340 h 3035870"/>
                <a:gd name="connsiteX493" fmla="*/ 1258476 w 3253380"/>
                <a:gd name="connsiteY493" fmla="*/ 2862948 h 3035870"/>
                <a:gd name="connsiteX494" fmla="*/ 1214625 w 3253380"/>
                <a:gd name="connsiteY494" fmla="*/ 2888572 h 3035870"/>
                <a:gd name="connsiteX495" fmla="*/ 1174563 w 3253380"/>
                <a:gd name="connsiteY495" fmla="*/ 2860470 h 3035870"/>
                <a:gd name="connsiteX496" fmla="*/ 1094692 w 3253380"/>
                <a:gd name="connsiteY496" fmla="*/ 2896541 h 3035870"/>
                <a:gd name="connsiteX497" fmla="*/ 1058544 w 3253380"/>
                <a:gd name="connsiteY497" fmla="*/ 2922686 h 3035870"/>
                <a:gd name="connsiteX498" fmla="*/ 1011694 w 3253380"/>
                <a:gd name="connsiteY498" fmla="*/ 2959545 h 3035870"/>
                <a:gd name="connsiteX499" fmla="*/ 927400 w 3253380"/>
                <a:gd name="connsiteY499" fmla="*/ 2988550 h 3035870"/>
                <a:gd name="connsiteX500" fmla="*/ 908335 w 3253380"/>
                <a:gd name="connsiteY500" fmla="*/ 2976653 h 3035870"/>
                <a:gd name="connsiteX501" fmla="*/ 916304 w 3253380"/>
                <a:gd name="connsiteY501" fmla="*/ 2892486 h 3035870"/>
                <a:gd name="connsiteX502" fmla="*/ 811127 w 3253380"/>
                <a:gd name="connsiteY502" fmla="*/ 2943200 h 3035870"/>
                <a:gd name="connsiteX503" fmla="*/ 811903 w 3253380"/>
                <a:gd name="connsiteY503" fmla="*/ 3001896 h 3035870"/>
                <a:gd name="connsiteX504" fmla="*/ 792329 w 3253380"/>
                <a:gd name="connsiteY504" fmla="*/ 3025816 h 3035870"/>
                <a:gd name="connsiteX505" fmla="*/ 723046 w 3253380"/>
                <a:gd name="connsiteY505" fmla="*/ 3035870 h 3035870"/>
                <a:gd name="connsiteX506" fmla="*/ 710246 w 3253380"/>
                <a:gd name="connsiteY506" fmla="*/ 2970527 h 3035870"/>
                <a:gd name="connsiteX507" fmla="*/ 704234 w 3253380"/>
                <a:gd name="connsiteY507" fmla="*/ 2939806 h 3035870"/>
                <a:gd name="connsiteX508" fmla="*/ 699532 w 3253380"/>
                <a:gd name="connsiteY508" fmla="*/ 2915657 h 3035870"/>
                <a:gd name="connsiteX509" fmla="*/ 669917 w 3253380"/>
                <a:gd name="connsiteY509" fmla="*/ 2881162 h 3035870"/>
                <a:gd name="connsiteX510" fmla="*/ 706192 w 3253380"/>
                <a:gd name="connsiteY510" fmla="*/ 2777243 h 3035870"/>
                <a:gd name="connsiteX511" fmla="*/ 673565 w 3253380"/>
                <a:gd name="connsiteY511" fmla="*/ 2700524 h 3035870"/>
                <a:gd name="connsiteX512" fmla="*/ 729820 w 3253380"/>
                <a:gd name="connsiteY512" fmla="*/ 2693191 h 3035870"/>
                <a:gd name="connsiteX513" fmla="*/ 750309 w 3253380"/>
                <a:gd name="connsiteY513" fmla="*/ 2657780 h 3035870"/>
                <a:gd name="connsiteX514" fmla="*/ 736595 w 3253380"/>
                <a:gd name="connsiteY514" fmla="*/ 2577922 h 3035870"/>
                <a:gd name="connsiteX515" fmla="*/ 733468 w 3253380"/>
                <a:gd name="connsiteY515" fmla="*/ 2559365 h 3035870"/>
                <a:gd name="connsiteX516" fmla="*/ 766629 w 3253380"/>
                <a:gd name="connsiteY516" fmla="*/ 2494543 h 3035870"/>
                <a:gd name="connsiteX517" fmla="*/ 785275 w 3253380"/>
                <a:gd name="connsiteY517" fmla="*/ 2458065 h 3035870"/>
                <a:gd name="connsiteX518" fmla="*/ 779009 w 3253380"/>
                <a:gd name="connsiteY518" fmla="*/ 2434678 h 3035870"/>
                <a:gd name="connsiteX519" fmla="*/ 760096 w 3253380"/>
                <a:gd name="connsiteY519" fmla="*/ 2364085 h 3035870"/>
                <a:gd name="connsiteX520" fmla="*/ 809666 w 3253380"/>
                <a:gd name="connsiteY520" fmla="*/ 2335729 h 3035870"/>
                <a:gd name="connsiteX521" fmla="*/ 851673 w 3253380"/>
                <a:gd name="connsiteY521" fmla="*/ 2269864 h 3035870"/>
                <a:gd name="connsiteX522" fmla="*/ 888532 w 3253380"/>
                <a:gd name="connsiteY522" fmla="*/ 2283973 h 3035870"/>
                <a:gd name="connsiteX523" fmla="*/ 932649 w 3253380"/>
                <a:gd name="connsiteY523" fmla="*/ 2246986 h 3035870"/>
                <a:gd name="connsiteX524" fmla="*/ 917499 w 3253380"/>
                <a:gd name="connsiteY524" fmla="*/ 2113402 h 3035870"/>
                <a:gd name="connsiteX525" fmla="*/ 951295 w 3253380"/>
                <a:gd name="connsiteY525" fmla="*/ 2098366 h 3035870"/>
                <a:gd name="connsiteX526" fmla="*/ 952350 w 3253380"/>
                <a:gd name="connsiteY526" fmla="*/ 2057985 h 3035870"/>
                <a:gd name="connsiteX527" fmla="*/ 983656 w 3253380"/>
                <a:gd name="connsiteY527" fmla="*/ 2057858 h 3035870"/>
                <a:gd name="connsiteX528" fmla="*/ 998793 w 3253380"/>
                <a:gd name="connsiteY528" fmla="*/ 2083075 h 3035870"/>
                <a:gd name="connsiteX529" fmla="*/ 1049050 w 3253380"/>
                <a:gd name="connsiteY529" fmla="*/ 2055507 h 3035870"/>
                <a:gd name="connsiteX530" fmla="*/ 1047232 w 3253380"/>
                <a:gd name="connsiteY530" fmla="*/ 1999162 h 3035870"/>
                <a:gd name="connsiteX531" fmla="*/ 1055049 w 3253380"/>
                <a:gd name="connsiteY531" fmla="*/ 1953939 h 3035870"/>
                <a:gd name="connsiteX532" fmla="*/ 992413 w 3253380"/>
                <a:gd name="connsiteY532" fmla="*/ 1930540 h 3035870"/>
                <a:gd name="connsiteX533" fmla="*/ 984787 w 3253380"/>
                <a:gd name="connsiteY533" fmla="*/ 1927680 h 3035870"/>
                <a:gd name="connsiteX534" fmla="*/ 992222 w 3253380"/>
                <a:gd name="connsiteY534" fmla="*/ 1888279 h 3035870"/>
                <a:gd name="connsiteX535" fmla="*/ 890706 w 3253380"/>
                <a:gd name="connsiteY535" fmla="*/ 1857431 h 3035870"/>
                <a:gd name="connsiteX536" fmla="*/ 899450 w 3253380"/>
                <a:gd name="connsiteY536" fmla="*/ 1778094 h 3035870"/>
                <a:gd name="connsiteX537" fmla="*/ 882215 w 3253380"/>
                <a:gd name="connsiteY537" fmla="*/ 1729083 h 3035870"/>
                <a:gd name="connsiteX538" fmla="*/ 871780 w 3253380"/>
                <a:gd name="connsiteY538" fmla="*/ 1709866 h 3035870"/>
                <a:gd name="connsiteX539" fmla="*/ 898141 w 3253380"/>
                <a:gd name="connsiteY539" fmla="*/ 1659546 h 3035870"/>
                <a:gd name="connsiteX540" fmla="*/ 895930 w 3253380"/>
                <a:gd name="connsiteY540" fmla="*/ 1645044 h 3035870"/>
                <a:gd name="connsiteX541" fmla="*/ 931671 w 3253380"/>
                <a:gd name="connsiteY541" fmla="*/ 1581391 h 3035870"/>
                <a:gd name="connsiteX542" fmla="*/ 931938 w 3253380"/>
                <a:gd name="connsiteY542" fmla="*/ 1551331 h 3035870"/>
                <a:gd name="connsiteX543" fmla="*/ 952020 w 3253380"/>
                <a:gd name="connsiteY543" fmla="*/ 1521793 h 3035870"/>
                <a:gd name="connsiteX544" fmla="*/ 895790 w 3253380"/>
                <a:gd name="connsiteY544" fmla="*/ 1470952 h 3035870"/>
                <a:gd name="connsiteX545" fmla="*/ 924883 w 3253380"/>
                <a:gd name="connsiteY545" fmla="*/ 1439723 h 3035870"/>
                <a:gd name="connsiteX546" fmla="*/ 969255 w 3253380"/>
                <a:gd name="connsiteY546" fmla="*/ 1478667 h 3035870"/>
                <a:gd name="connsiteX547" fmla="*/ 1012470 w 3253380"/>
                <a:gd name="connsiteY547" fmla="*/ 1438147 h 3035870"/>
                <a:gd name="connsiteX548" fmla="*/ 1003191 w 3253380"/>
                <a:gd name="connsiteY548" fmla="*/ 1377367 h 3035870"/>
                <a:gd name="connsiteX549" fmla="*/ 1000649 w 3253380"/>
                <a:gd name="connsiteY549" fmla="*/ 1360653 h 3035870"/>
                <a:gd name="connsiteX550" fmla="*/ 977021 w 3253380"/>
                <a:gd name="connsiteY550" fmla="*/ 1364466 h 3035870"/>
                <a:gd name="connsiteX551" fmla="*/ 962925 w 3253380"/>
                <a:gd name="connsiteY551" fmla="*/ 1343812 h 3035870"/>
                <a:gd name="connsiteX552" fmla="*/ 853172 w 3253380"/>
                <a:gd name="connsiteY552" fmla="*/ 1359064 h 3035870"/>
                <a:gd name="connsiteX553" fmla="*/ 803717 w 3253380"/>
                <a:gd name="connsiteY553" fmla="*/ 1332932 h 3035870"/>
                <a:gd name="connsiteX554" fmla="*/ 768611 w 3253380"/>
                <a:gd name="connsiteY554" fmla="*/ 1333580 h 3035870"/>
                <a:gd name="connsiteX555" fmla="*/ 749686 w 3253380"/>
                <a:gd name="connsiteY555" fmla="*/ 1316193 h 3035870"/>
                <a:gd name="connsiteX556" fmla="*/ 736124 w 3253380"/>
                <a:gd name="connsiteY556" fmla="*/ 1320120 h 3035870"/>
                <a:gd name="connsiteX557" fmla="*/ 723414 w 3253380"/>
                <a:gd name="connsiteY557" fmla="*/ 1335537 h 3035870"/>
                <a:gd name="connsiteX558" fmla="*/ 678255 w 3253380"/>
                <a:gd name="connsiteY558" fmla="*/ 1330568 h 3035870"/>
                <a:gd name="connsiteX559" fmla="*/ 662469 w 3253380"/>
                <a:gd name="connsiteY559" fmla="*/ 1326386 h 3035870"/>
                <a:gd name="connsiteX560" fmla="*/ 694244 w 3253380"/>
                <a:gd name="connsiteY560" fmla="*/ 1289921 h 3035870"/>
                <a:gd name="connsiteX561" fmla="*/ 698172 w 3253380"/>
                <a:gd name="connsiteY561" fmla="*/ 1262988 h 3035870"/>
                <a:gd name="connsiteX562" fmla="*/ 710437 w 3253380"/>
                <a:gd name="connsiteY562" fmla="*/ 1246922 h 3035870"/>
                <a:gd name="connsiteX563" fmla="*/ 695833 w 3253380"/>
                <a:gd name="connsiteY563" fmla="*/ 1213062 h 3035870"/>
                <a:gd name="connsiteX564" fmla="*/ 703917 w 3253380"/>
                <a:gd name="connsiteY564" fmla="*/ 1181439 h 3035870"/>
                <a:gd name="connsiteX565" fmla="*/ 692477 w 3253380"/>
                <a:gd name="connsiteY565" fmla="*/ 1144579 h 3035870"/>
                <a:gd name="connsiteX566" fmla="*/ 675369 w 3253380"/>
                <a:gd name="connsiteY566" fmla="*/ 1145100 h 3035870"/>
                <a:gd name="connsiteX567" fmla="*/ 676170 w 3253380"/>
                <a:gd name="connsiteY567" fmla="*/ 1137131 h 3035870"/>
                <a:gd name="connsiteX568" fmla="*/ 734230 w 3253380"/>
                <a:gd name="connsiteY568" fmla="*/ 1105356 h 3035870"/>
                <a:gd name="connsiteX569" fmla="*/ 750665 w 3253380"/>
                <a:gd name="connsiteY569" fmla="*/ 1087561 h 3035870"/>
                <a:gd name="connsiteX570" fmla="*/ 747805 w 3253380"/>
                <a:gd name="connsiteY570" fmla="*/ 1057375 h 3035870"/>
                <a:gd name="connsiteX571" fmla="*/ 734751 w 3253380"/>
                <a:gd name="connsiteY571" fmla="*/ 1047715 h 3035870"/>
                <a:gd name="connsiteX572" fmla="*/ 719754 w 3253380"/>
                <a:gd name="connsiteY572" fmla="*/ 1016206 h 3035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Lst>
              <a:rect l="l" t="t" r="r" b="b"/>
              <a:pathLst>
                <a:path w="3253380" h="3035870">
                  <a:moveTo>
                    <a:pt x="1706574" y="546768"/>
                  </a:moveTo>
                  <a:lnTo>
                    <a:pt x="1688564" y="534998"/>
                  </a:lnTo>
                  <a:lnTo>
                    <a:pt x="1663651" y="542967"/>
                  </a:lnTo>
                  <a:lnTo>
                    <a:pt x="1653483" y="570015"/>
                  </a:lnTo>
                  <a:lnTo>
                    <a:pt x="1685589" y="573561"/>
                  </a:lnTo>
                  <a:close/>
                  <a:moveTo>
                    <a:pt x="513670" y="1285230"/>
                  </a:moveTo>
                  <a:lnTo>
                    <a:pt x="557254" y="1276219"/>
                  </a:lnTo>
                  <a:lnTo>
                    <a:pt x="561829" y="1301957"/>
                  </a:lnTo>
                  <a:lnTo>
                    <a:pt x="532062" y="1323005"/>
                  </a:lnTo>
                  <a:lnTo>
                    <a:pt x="521500" y="1319472"/>
                  </a:lnTo>
                  <a:close/>
                  <a:moveTo>
                    <a:pt x="757846" y="1233118"/>
                  </a:moveTo>
                  <a:lnTo>
                    <a:pt x="759397" y="1214562"/>
                  </a:lnTo>
                  <a:lnTo>
                    <a:pt x="749483" y="1208677"/>
                  </a:lnTo>
                  <a:lnTo>
                    <a:pt x="723643" y="1230907"/>
                  </a:lnTo>
                  <a:lnTo>
                    <a:pt x="721685" y="1245015"/>
                  </a:lnTo>
                  <a:lnTo>
                    <a:pt x="725854" y="1254828"/>
                  </a:lnTo>
                  <a:lnTo>
                    <a:pt x="757719" y="1239918"/>
                  </a:lnTo>
                  <a:close/>
                  <a:moveTo>
                    <a:pt x="449331" y="1338207"/>
                  </a:moveTo>
                  <a:lnTo>
                    <a:pt x="465855" y="1315468"/>
                  </a:lnTo>
                  <a:lnTo>
                    <a:pt x="485708" y="1326437"/>
                  </a:lnTo>
                  <a:lnTo>
                    <a:pt x="462740" y="1349315"/>
                  </a:lnTo>
                  <a:close/>
                  <a:moveTo>
                    <a:pt x="2090117" y="1946377"/>
                  </a:moveTo>
                  <a:lnTo>
                    <a:pt x="2105509" y="1945322"/>
                  </a:lnTo>
                  <a:lnTo>
                    <a:pt x="2113605" y="1949135"/>
                  </a:lnTo>
                  <a:lnTo>
                    <a:pt x="2115957" y="1955287"/>
                  </a:lnTo>
                  <a:lnTo>
                    <a:pt x="2157456" y="1957257"/>
                  </a:lnTo>
                  <a:lnTo>
                    <a:pt x="2199742" y="1926753"/>
                  </a:lnTo>
                  <a:lnTo>
                    <a:pt x="2208741" y="1911589"/>
                  </a:lnTo>
                  <a:lnTo>
                    <a:pt x="2223612" y="1899298"/>
                  </a:lnTo>
                  <a:lnTo>
                    <a:pt x="2255070" y="1885965"/>
                  </a:lnTo>
                  <a:lnTo>
                    <a:pt x="2293569" y="1860863"/>
                  </a:lnTo>
                  <a:lnTo>
                    <a:pt x="2302187" y="1850936"/>
                  </a:lnTo>
                  <a:lnTo>
                    <a:pt x="2349037" y="1824664"/>
                  </a:lnTo>
                  <a:lnTo>
                    <a:pt x="2371343" y="1808725"/>
                  </a:lnTo>
                  <a:lnTo>
                    <a:pt x="2399661" y="1799701"/>
                  </a:lnTo>
                  <a:lnTo>
                    <a:pt x="2417672" y="1803095"/>
                  </a:lnTo>
                  <a:lnTo>
                    <a:pt x="2422362" y="1800756"/>
                  </a:lnTo>
                  <a:lnTo>
                    <a:pt x="2420023" y="1794210"/>
                  </a:lnTo>
                  <a:lnTo>
                    <a:pt x="2423404" y="1787855"/>
                  </a:lnTo>
                  <a:lnTo>
                    <a:pt x="2420862" y="1770468"/>
                  </a:lnTo>
                  <a:lnTo>
                    <a:pt x="2407147" y="1758584"/>
                  </a:lnTo>
                  <a:lnTo>
                    <a:pt x="2390052" y="1762765"/>
                  </a:lnTo>
                  <a:lnTo>
                    <a:pt x="2355087" y="1749178"/>
                  </a:lnTo>
                  <a:lnTo>
                    <a:pt x="2335246" y="1758317"/>
                  </a:lnTo>
                  <a:lnTo>
                    <a:pt x="2317109" y="1758317"/>
                  </a:lnTo>
                  <a:lnTo>
                    <a:pt x="2281622" y="1778653"/>
                  </a:lnTo>
                  <a:lnTo>
                    <a:pt x="2267780" y="1791363"/>
                  </a:lnTo>
                  <a:lnTo>
                    <a:pt x="2265429" y="1801951"/>
                  </a:lnTo>
                  <a:lnTo>
                    <a:pt x="2255388" y="1810848"/>
                  </a:lnTo>
                  <a:lnTo>
                    <a:pt x="2242970" y="1814382"/>
                  </a:lnTo>
                  <a:lnTo>
                    <a:pt x="2209923" y="1845102"/>
                  </a:lnTo>
                  <a:lnTo>
                    <a:pt x="2197531" y="1853465"/>
                  </a:lnTo>
                  <a:lnTo>
                    <a:pt x="2188634" y="1866175"/>
                  </a:lnTo>
                  <a:lnTo>
                    <a:pt x="2161091" y="1887999"/>
                  </a:lnTo>
                  <a:lnTo>
                    <a:pt x="2140221" y="1904344"/>
                  </a:lnTo>
                  <a:lnTo>
                    <a:pt x="2120647" y="1911805"/>
                  </a:lnTo>
                  <a:lnTo>
                    <a:pt x="2110987" y="1924210"/>
                  </a:lnTo>
                  <a:lnTo>
                    <a:pt x="2087359" y="1939374"/>
                  </a:lnTo>
                  <a:lnTo>
                    <a:pt x="2086456" y="1943949"/>
                  </a:lnTo>
                  <a:close/>
                  <a:moveTo>
                    <a:pt x="1761253" y="2023477"/>
                  </a:moveTo>
                  <a:lnTo>
                    <a:pt x="1796371" y="2034204"/>
                  </a:lnTo>
                  <a:lnTo>
                    <a:pt x="1817114" y="2051325"/>
                  </a:lnTo>
                  <a:lnTo>
                    <a:pt x="1832506" y="2055507"/>
                  </a:lnTo>
                  <a:lnTo>
                    <a:pt x="1860952" y="2051986"/>
                  </a:lnTo>
                  <a:lnTo>
                    <a:pt x="1898549" y="2039822"/>
                  </a:lnTo>
                  <a:lnTo>
                    <a:pt x="1919559" y="2025968"/>
                  </a:lnTo>
                  <a:lnTo>
                    <a:pt x="1929218" y="2026756"/>
                  </a:lnTo>
                  <a:lnTo>
                    <a:pt x="1945271" y="2039466"/>
                  </a:lnTo>
                  <a:lnTo>
                    <a:pt x="1958579" y="2035425"/>
                  </a:lnTo>
                  <a:lnTo>
                    <a:pt x="1968493" y="2025091"/>
                  </a:lnTo>
                  <a:lnTo>
                    <a:pt x="1973717" y="2015165"/>
                  </a:lnTo>
                  <a:lnTo>
                    <a:pt x="1971175" y="2006013"/>
                  </a:lnTo>
                  <a:lnTo>
                    <a:pt x="1960485" y="2002200"/>
                  </a:lnTo>
                  <a:lnTo>
                    <a:pt x="1936336" y="1976182"/>
                  </a:lnTo>
                  <a:lnTo>
                    <a:pt x="1914017" y="1969522"/>
                  </a:lnTo>
                  <a:lnTo>
                    <a:pt x="1897494" y="1966764"/>
                  </a:lnTo>
                  <a:lnTo>
                    <a:pt x="1869303" y="1976437"/>
                  </a:lnTo>
                  <a:lnTo>
                    <a:pt x="1839675" y="1976182"/>
                  </a:lnTo>
                  <a:lnTo>
                    <a:pt x="1826228" y="1982067"/>
                  </a:lnTo>
                  <a:lnTo>
                    <a:pt x="1806921" y="1977759"/>
                  </a:lnTo>
                  <a:lnTo>
                    <a:pt x="1794389" y="1941534"/>
                  </a:lnTo>
                  <a:lnTo>
                    <a:pt x="1759931" y="1903111"/>
                  </a:lnTo>
                  <a:lnTo>
                    <a:pt x="1723911" y="1891227"/>
                  </a:lnTo>
                  <a:lnTo>
                    <a:pt x="1683073" y="1875403"/>
                  </a:lnTo>
                  <a:lnTo>
                    <a:pt x="1664541" y="1846170"/>
                  </a:lnTo>
                  <a:lnTo>
                    <a:pt x="1648488" y="1842230"/>
                  </a:lnTo>
                  <a:lnTo>
                    <a:pt x="1625394" y="1824194"/>
                  </a:lnTo>
                  <a:lnTo>
                    <a:pt x="1603456" y="1799371"/>
                  </a:lnTo>
                  <a:lnTo>
                    <a:pt x="1584289" y="1785911"/>
                  </a:lnTo>
                  <a:lnTo>
                    <a:pt x="1568757" y="1797413"/>
                  </a:lnTo>
                  <a:lnTo>
                    <a:pt x="1572570" y="1804328"/>
                  </a:lnTo>
                  <a:lnTo>
                    <a:pt x="1563953" y="1830333"/>
                  </a:lnTo>
                  <a:lnTo>
                    <a:pt x="1562910" y="1858066"/>
                  </a:lnTo>
                  <a:lnTo>
                    <a:pt x="1574782" y="1865502"/>
                  </a:lnTo>
                  <a:lnTo>
                    <a:pt x="1583679" y="1863812"/>
                  </a:lnTo>
                  <a:lnTo>
                    <a:pt x="1587861" y="1868248"/>
                  </a:lnTo>
                  <a:lnTo>
                    <a:pt x="1593593" y="1874132"/>
                  </a:lnTo>
                  <a:lnTo>
                    <a:pt x="1594381" y="1888774"/>
                  </a:lnTo>
                  <a:lnTo>
                    <a:pt x="1626156" y="1914512"/>
                  </a:lnTo>
                  <a:lnTo>
                    <a:pt x="1633859" y="1931125"/>
                  </a:lnTo>
                  <a:lnTo>
                    <a:pt x="1647954" y="1938560"/>
                  </a:lnTo>
                  <a:lnTo>
                    <a:pt x="1669485" y="1939615"/>
                  </a:lnTo>
                  <a:lnTo>
                    <a:pt x="1686009" y="1947317"/>
                  </a:lnTo>
                  <a:lnTo>
                    <a:pt x="1696063" y="1964311"/>
                  </a:lnTo>
                  <a:lnTo>
                    <a:pt x="1711201" y="1971238"/>
                  </a:lnTo>
                  <a:lnTo>
                    <a:pt x="1719157" y="1981699"/>
                  </a:lnTo>
                  <a:lnTo>
                    <a:pt x="1716157" y="2002480"/>
                  </a:lnTo>
                  <a:close/>
                  <a:moveTo>
                    <a:pt x="688016" y="1024214"/>
                  </a:moveTo>
                  <a:lnTo>
                    <a:pt x="662443" y="1037407"/>
                  </a:lnTo>
                  <a:lnTo>
                    <a:pt x="644827" y="1046838"/>
                  </a:lnTo>
                  <a:lnTo>
                    <a:pt x="629435" y="1054667"/>
                  </a:lnTo>
                  <a:lnTo>
                    <a:pt x="606722" y="1066691"/>
                  </a:lnTo>
                  <a:lnTo>
                    <a:pt x="594011" y="1070085"/>
                  </a:lnTo>
                  <a:lnTo>
                    <a:pt x="579395" y="1073758"/>
                  </a:lnTo>
                  <a:lnTo>
                    <a:pt x="561778" y="1078067"/>
                  </a:lnTo>
                  <a:lnTo>
                    <a:pt x="471536" y="1099369"/>
                  </a:lnTo>
                  <a:lnTo>
                    <a:pt x="461469" y="1097539"/>
                  </a:lnTo>
                  <a:lnTo>
                    <a:pt x="447387" y="1102381"/>
                  </a:lnTo>
                  <a:lnTo>
                    <a:pt x="380582" y="1091654"/>
                  </a:lnTo>
                  <a:lnTo>
                    <a:pt x="359953" y="1089963"/>
                  </a:lnTo>
                  <a:lnTo>
                    <a:pt x="354602" y="1084600"/>
                  </a:lnTo>
                  <a:lnTo>
                    <a:pt x="364135" y="1081600"/>
                  </a:lnTo>
                  <a:lnTo>
                    <a:pt x="371570" y="1073758"/>
                  </a:lnTo>
                  <a:lnTo>
                    <a:pt x="382272" y="1065522"/>
                  </a:lnTo>
                  <a:lnTo>
                    <a:pt x="363652" y="1030886"/>
                  </a:lnTo>
                  <a:lnTo>
                    <a:pt x="342261" y="1008428"/>
                  </a:lnTo>
                  <a:lnTo>
                    <a:pt x="346709" y="989070"/>
                  </a:lnTo>
                  <a:lnTo>
                    <a:pt x="350344" y="967119"/>
                  </a:lnTo>
                  <a:lnTo>
                    <a:pt x="349302" y="956659"/>
                  </a:lnTo>
                  <a:lnTo>
                    <a:pt x="349429" y="938496"/>
                  </a:lnTo>
                  <a:lnTo>
                    <a:pt x="357258" y="924769"/>
                  </a:lnTo>
                  <a:lnTo>
                    <a:pt x="370045" y="911309"/>
                  </a:lnTo>
                  <a:lnTo>
                    <a:pt x="390928" y="898599"/>
                  </a:lnTo>
                  <a:lnTo>
                    <a:pt x="410247" y="895319"/>
                  </a:lnTo>
                  <a:lnTo>
                    <a:pt x="421992" y="890617"/>
                  </a:lnTo>
                  <a:lnTo>
                    <a:pt x="435426" y="875453"/>
                  </a:lnTo>
                  <a:lnTo>
                    <a:pt x="443790" y="889053"/>
                  </a:lnTo>
                  <a:lnTo>
                    <a:pt x="454619" y="889968"/>
                  </a:lnTo>
                  <a:lnTo>
                    <a:pt x="462842" y="889168"/>
                  </a:lnTo>
                  <a:lnTo>
                    <a:pt x="479925" y="888519"/>
                  </a:lnTo>
                  <a:lnTo>
                    <a:pt x="502511" y="874678"/>
                  </a:lnTo>
                  <a:lnTo>
                    <a:pt x="524830" y="857163"/>
                  </a:lnTo>
                  <a:lnTo>
                    <a:pt x="552881" y="836891"/>
                  </a:lnTo>
                  <a:lnTo>
                    <a:pt x="566329" y="811025"/>
                  </a:lnTo>
                  <a:lnTo>
                    <a:pt x="565426" y="805268"/>
                  </a:lnTo>
                  <a:lnTo>
                    <a:pt x="569722" y="799268"/>
                  </a:lnTo>
                  <a:lnTo>
                    <a:pt x="582903" y="805268"/>
                  </a:lnTo>
                  <a:lnTo>
                    <a:pt x="584326" y="812068"/>
                  </a:lnTo>
                  <a:lnTo>
                    <a:pt x="577971" y="822236"/>
                  </a:lnTo>
                  <a:lnTo>
                    <a:pt x="564918" y="835048"/>
                  </a:lnTo>
                  <a:lnTo>
                    <a:pt x="554229" y="849804"/>
                  </a:lnTo>
                  <a:lnTo>
                    <a:pt x="530740" y="865628"/>
                  </a:lnTo>
                  <a:lnTo>
                    <a:pt x="490067" y="892955"/>
                  </a:lnTo>
                  <a:lnTo>
                    <a:pt x="489292" y="897391"/>
                  </a:lnTo>
                  <a:lnTo>
                    <a:pt x="498037" y="911372"/>
                  </a:lnTo>
                  <a:lnTo>
                    <a:pt x="504951" y="915287"/>
                  </a:lnTo>
                  <a:lnTo>
                    <a:pt x="525961" y="914512"/>
                  </a:lnTo>
                  <a:lnTo>
                    <a:pt x="564842" y="898433"/>
                  </a:lnTo>
                  <a:lnTo>
                    <a:pt x="579331" y="888634"/>
                  </a:lnTo>
                  <a:lnTo>
                    <a:pt x="586258" y="885622"/>
                  </a:lnTo>
                  <a:lnTo>
                    <a:pt x="599566" y="886143"/>
                  </a:lnTo>
                  <a:lnTo>
                    <a:pt x="614704" y="878834"/>
                  </a:lnTo>
                  <a:lnTo>
                    <a:pt x="629956" y="862756"/>
                  </a:lnTo>
                  <a:lnTo>
                    <a:pt x="637582" y="854380"/>
                  </a:lnTo>
                  <a:lnTo>
                    <a:pt x="638853" y="847199"/>
                  </a:lnTo>
                  <a:lnTo>
                    <a:pt x="639514" y="837526"/>
                  </a:lnTo>
                  <a:lnTo>
                    <a:pt x="642781" y="833472"/>
                  </a:lnTo>
                  <a:lnTo>
                    <a:pt x="651246" y="839751"/>
                  </a:lnTo>
                  <a:lnTo>
                    <a:pt x="661312" y="834387"/>
                  </a:lnTo>
                  <a:lnTo>
                    <a:pt x="668608" y="819478"/>
                  </a:lnTo>
                  <a:lnTo>
                    <a:pt x="688448" y="782618"/>
                  </a:lnTo>
                  <a:lnTo>
                    <a:pt x="695363" y="775170"/>
                  </a:lnTo>
                  <a:lnTo>
                    <a:pt x="697968" y="768103"/>
                  </a:lnTo>
                  <a:lnTo>
                    <a:pt x="695363" y="760401"/>
                  </a:lnTo>
                  <a:lnTo>
                    <a:pt x="696532" y="749165"/>
                  </a:lnTo>
                  <a:lnTo>
                    <a:pt x="709077" y="733913"/>
                  </a:lnTo>
                  <a:lnTo>
                    <a:pt x="714555" y="718876"/>
                  </a:lnTo>
                  <a:lnTo>
                    <a:pt x="724075" y="709204"/>
                  </a:lnTo>
                  <a:lnTo>
                    <a:pt x="730989" y="683974"/>
                  </a:lnTo>
                  <a:lnTo>
                    <a:pt x="747055" y="659926"/>
                  </a:lnTo>
                  <a:lnTo>
                    <a:pt x="762307" y="640188"/>
                  </a:lnTo>
                  <a:lnTo>
                    <a:pt x="761036" y="634176"/>
                  </a:lnTo>
                  <a:lnTo>
                    <a:pt x="756079" y="630363"/>
                  </a:lnTo>
                  <a:lnTo>
                    <a:pt x="736506" y="639133"/>
                  </a:lnTo>
                  <a:lnTo>
                    <a:pt x="721495" y="651665"/>
                  </a:lnTo>
                  <a:lnTo>
                    <a:pt x="711835" y="660816"/>
                  </a:lnTo>
                  <a:lnTo>
                    <a:pt x="686415" y="686821"/>
                  </a:lnTo>
                  <a:lnTo>
                    <a:pt x="662011" y="703688"/>
                  </a:lnTo>
                  <a:lnTo>
                    <a:pt x="642170" y="728523"/>
                  </a:lnTo>
                  <a:lnTo>
                    <a:pt x="597024" y="757274"/>
                  </a:lnTo>
                  <a:lnTo>
                    <a:pt x="556567" y="782491"/>
                  </a:lnTo>
                  <a:lnTo>
                    <a:pt x="515971" y="806945"/>
                  </a:lnTo>
                  <a:lnTo>
                    <a:pt x="511408" y="822617"/>
                  </a:lnTo>
                  <a:lnTo>
                    <a:pt x="500706" y="835048"/>
                  </a:lnTo>
                  <a:lnTo>
                    <a:pt x="460770" y="855168"/>
                  </a:lnTo>
                  <a:lnTo>
                    <a:pt x="439239" y="801709"/>
                  </a:lnTo>
                  <a:lnTo>
                    <a:pt x="459728" y="784982"/>
                  </a:lnTo>
                  <a:lnTo>
                    <a:pt x="453729" y="764849"/>
                  </a:lnTo>
                  <a:lnTo>
                    <a:pt x="365634" y="702900"/>
                  </a:lnTo>
                  <a:lnTo>
                    <a:pt x="330796" y="692960"/>
                  </a:lnTo>
                  <a:lnTo>
                    <a:pt x="364719" y="655974"/>
                  </a:lnTo>
                  <a:lnTo>
                    <a:pt x="350738" y="640938"/>
                  </a:lnTo>
                  <a:lnTo>
                    <a:pt x="324390" y="658325"/>
                  </a:lnTo>
                  <a:lnTo>
                    <a:pt x="299719" y="656495"/>
                  </a:lnTo>
                  <a:lnTo>
                    <a:pt x="251827" y="679246"/>
                  </a:lnTo>
                  <a:lnTo>
                    <a:pt x="226127" y="684203"/>
                  </a:lnTo>
                  <a:lnTo>
                    <a:pt x="185531" y="690558"/>
                  </a:lnTo>
                  <a:lnTo>
                    <a:pt x="159831" y="699455"/>
                  </a:lnTo>
                  <a:lnTo>
                    <a:pt x="116756" y="712915"/>
                  </a:lnTo>
                  <a:lnTo>
                    <a:pt x="51260" y="751605"/>
                  </a:lnTo>
                  <a:lnTo>
                    <a:pt x="11859" y="772120"/>
                  </a:lnTo>
                  <a:lnTo>
                    <a:pt x="0" y="756435"/>
                  </a:lnTo>
                  <a:lnTo>
                    <a:pt x="5478" y="746114"/>
                  </a:lnTo>
                  <a:lnTo>
                    <a:pt x="52201" y="656584"/>
                  </a:lnTo>
                  <a:lnTo>
                    <a:pt x="36262" y="616203"/>
                  </a:lnTo>
                  <a:lnTo>
                    <a:pt x="2720" y="531757"/>
                  </a:lnTo>
                  <a:lnTo>
                    <a:pt x="24518" y="506794"/>
                  </a:lnTo>
                  <a:lnTo>
                    <a:pt x="47740" y="577247"/>
                  </a:lnTo>
                  <a:lnTo>
                    <a:pt x="113388" y="539116"/>
                  </a:lnTo>
                  <a:lnTo>
                    <a:pt x="163250" y="488796"/>
                  </a:lnTo>
                  <a:lnTo>
                    <a:pt x="173545" y="473900"/>
                  </a:lnTo>
                  <a:lnTo>
                    <a:pt x="187259" y="468155"/>
                  </a:lnTo>
                  <a:lnTo>
                    <a:pt x="195216" y="488008"/>
                  </a:lnTo>
                  <a:lnTo>
                    <a:pt x="253022" y="501990"/>
                  </a:lnTo>
                  <a:lnTo>
                    <a:pt x="274426" y="463160"/>
                  </a:lnTo>
                  <a:lnTo>
                    <a:pt x="317234" y="446827"/>
                  </a:lnTo>
                  <a:lnTo>
                    <a:pt x="336668" y="437930"/>
                  </a:lnTo>
                  <a:lnTo>
                    <a:pt x="352861" y="408392"/>
                  </a:lnTo>
                  <a:lnTo>
                    <a:pt x="355860" y="402367"/>
                  </a:lnTo>
                  <a:lnTo>
                    <a:pt x="373998" y="367732"/>
                  </a:lnTo>
                  <a:lnTo>
                    <a:pt x="380251" y="351666"/>
                  </a:lnTo>
                  <a:lnTo>
                    <a:pt x="404286" y="338600"/>
                  </a:lnTo>
                  <a:lnTo>
                    <a:pt x="400740" y="311019"/>
                  </a:lnTo>
                  <a:lnTo>
                    <a:pt x="402964" y="306964"/>
                  </a:lnTo>
                  <a:lnTo>
                    <a:pt x="446421" y="289170"/>
                  </a:lnTo>
                  <a:lnTo>
                    <a:pt x="464698" y="321695"/>
                  </a:lnTo>
                  <a:lnTo>
                    <a:pt x="590643" y="294127"/>
                  </a:lnTo>
                  <a:lnTo>
                    <a:pt x="587250" y="226305"/>
                  </a:lnTo>
                  <a:lnTo>
                    <a:pt x="627821" y="209782"/>
                  </a:lnTo>
                  <a:lnTo>
                    <a:pt x="630833" y="184565"/>
                  </a:lnTo>
                  <a:lnTo>
                    <a:pt x="617119" y="154887"/>
                  </a:lnTo>
                  <a:lnTo>
                    <a:pt x="639705" y="151747"/>
                  </a:lnTo>
                  <a:lnTo>
                    <a:pt x="703116" y="147845"/>
                  </a:lnTo>
                  <a:lnTo>
                    <a:pt x="712013" y="168080"/>
                  </a:lnTo>
                  <a:lnTo>
                    <a:pt x="716843" y="167571"/>
                  </a:lnTo>
                  <a:lnTo>
                    <a:pt x="756778" y="169923"/>
                  </a:lnTo>
                  <a:lnTo>
                    <a:pt x="802052" y="178159"/>
                  </a:lnTo>
                  <a:lnTo>
                    <a:pt x="829074" y="178934"/>
                  </a:lnTo>
                  <a:lnTo>
                    <a:pt x="853478" y="181146"/>
                  </a:lnTo>
                  <a:lnTo>
                    <a:pt x="908932" y="170711"/>
                  </a:lnTo>
                  <a:lnTo>
                    <a:pt x="969941" y="117646"/>
                  </a:lnTo>
                  <a:lnTo>
                    <a:pt x="991739" y="118294"/>
                  </a:lnTo>
                  <a:lnTo>
                    <a:pt x="993951" y="117646"/>
                  </a:lnTo>
                  <a:lnTo>
                    <a:pt x="1058773" y="84968"/>
                  </a:lnTo>
                  <a:lnTo>
                    <a:pt x="1066463" y="86798"/>
                  </a:lnTo>
                  <a:lnTo>
                    <a:pt x="1074089" y="89149"/>
                  </a:lnTo>
                  <a:lnTo>
                    <a:pt x="1078016" y="96191"/>
                  </a:lnTo>
                  <a:lnTo>
                    <a:pt x="1139877" y="115027"/>
                  </a:lnTo>
                  <a:lnTo>
                    <a:pt x="1178630" y="110058"/>
                  </a:lnTo>
                  <a:lnTo>
                    <a:pt x="1182291" y="109409"/>
                  </a:lnTo>
                  <a:lnTo>
                    <a:pt x="1246998" y="114494"/>
                  </a:lnTo>
                  <a:lnTo>
                    <a:pt x="1280541" y="128856"/>
                  </a:lnTo>
                  <a:lnTo>
                    <a:pt x="1410007" y="71215"/>
                  </a:lnTo>
                  <a:lnTo>
                    <a:pt x="1402825" y="50701"/>
                  </a:lnTo>
                  <a:lnTo>
                    <a:pt x="1360284" y="68356"/>
                  </a:lnTo>
                  <a:lnTo>
                    <a:pt x="1340977" y="60386"/>
                  </a:lnTo>
                  <a:lnTo>
                    <a:pt x="1404643" y="0"/>
                  </a:lnTo>
                  <a:lnTo>
                    <a:pt x="1443549" y="46265"/>
                  </a:lnTo>
                  <a:lnTo>
                    <a:pt x="1428017" y="65864"/>
                  </a:lnTo>
                  <a:lnTo>
                    <a:pt x="1426848" y="80379"/>
                  </a:lnTo>
                  <a:lnTo>
                    <a:pt x="1378422" y="141388"/>
                  </a:lnTo>
                  <a:lnTo>
                    <a:pt x="1328699" y="157327"/>
                  </a:lnTo>
                  <a:lnTo>
                    <a:pt x="1288370" y="170520"/>
                  </a:lnTo>
                  <a:lnTo>
                    <a:pt x="1264106" y="179926"/>
                  </a:lnTo>
                  <a:lnTo>
                    <a:pt x="1254840" y="199410"/>
                  </a:lnTo>
                  <a:lnTo>
                    <a:pt x="1230183" y="240452"/>
                  </a:lnTo>
                  <a:lnTo>
                    <a:pt x="1189192" y="245281"/>
                  </a:lnTo>
                  <a:lnTo>
                    <a:pt x="1156146" y="262288"/>
                  </a:lnTo>
                  <a:lnTo>
                    <a:pt x="1129658" y="277959"/>
                  </a:lnTo>
                  <a:lnTo>
                    <a:pt x="1138796" y="305541"/>
                  </a:lnTo>
                  <a:lnTo>
                    <a:pt x="1120265" y="312468"/>
                  </a:lnTo>
                  <a:lnTo>
                    <a:pt x="975534" y="381103"/>
                  </a:lnTo>
                  <a:lnTo>
                    <a:pt x="984278" y="411684"/>
                  </a:lnTo>
                  <a:lnTo>
                    <a:pt x="1003852" y="458610"/>
                  </a:lnTo>
                  <a:lnTo>
                    <a:pt x="1026425" y="449979"/>
                  </a:lnTo>
                  <a:lnTo>
                    <a:pt x="1057222" y="482276"/>
                  </a:lnTo>
                  <a:lnTo>
                    <a:pt x="1076682" y="526965"/>
                  </a:lnTo>
                  <a:lnTo>
                    <a:pt x="1060870" y="548394"/>
                  </a:lnTo>
                  <a:lnTo>
                    <a:pt x="1082287" y="551674"/>
                  </a:lnTo>
                  <a:lnTo>
                    <a:pt x="1098810" y="544226"/>
                  </a:lnTo>
                  <a:lnTo>
                    <a:pt x="1117087" y="546310"/>
                  </a:lnTo>
                  <a:lnTo>
                    <a:pt x="1128526" y="537032"/>
                  </a:lnTo>
                  <a:lnTo>
                    <a:pt x="1131272" y="524614"/>
                  </a:lnTo>
                  <a:lnTo>
                    <a:pt x="1138440" y="515844"/>
                  </a:lnTo>
                  <a:lnTo>
                    <a:pt x="1153693" y="512590"/>
                  </a:lnTo>
                  <a:lnTo>
                    <a:pt x="1159692" y="502777"/>
                  </a:lnTo>
                  <a:lnTo>
                    <a:pt x="1159044" y="489711"/>
                  </a:lnTo>
                  <a:lnTo>
                    <a:pt x="1162310" y="480052"/>
                  </a:lnTo>
                  <a:lnTo>
                    <a:pt x="1171576" y="478336"/>
                  </a:lnTo>
                  <a:lnTo>
                    <a:pt x="1175491" y="485670"/>
                  </a:lnTo>
                  <a:lnTo>
                    <a:pt x="1180829" y="494160"/>
                  </a:lnTo>
                  <a:lnTo>
                    <a:pt x="1188455" y="493626"/>
                  </a:lnTo>
                  <a:lnTo>
                    <a:pt x="1194975" y="486445"/>
                  </a:lnTo>
                  <a:lnTo>
                    <a:pt x="1197200" y="477688"/>
                  </a:lnTo>
                  <a:lnTo>
                    <a:pt x="1196030" y="468536"/>
                  </a:lnTo>
                  <a:lnTo>
                    <a:pt x="1200339" y="464088"/>
                  </a:lnTo>
                  <a:lnTo>
                    <a:pt x="1211435" y="466312"/>
                  </a:lnTo>
                  <a:lnTo>
                    <a:pt x="1249922" y="461075"/>
                  </a:lnTo>
                  <a:lnTo>
                    <a:pt x="1257624" y="512056"/>
                  </a:lnTo>
                  <a:lnTo>
                    <a:pt x="1290365" y="518208"/>
                  </a:lnTo>
                  <a:lnTo>
                    <a:pt x="1258412" y="566684"/>
                  </a:lnTo>
                  <a:lnTo>
                    <a:pt x="1241698" y="575582"/>
                  </a:lnTo>
                  <a:lnTo>
                    <a:pt x="1207253" y="563698"/>
                  </a:lnTo>
                  <a:lnTo>
                    <a:pt x="1177359" y="581212"/>
                  </a:lnTo>
                  <a:lnTo>
                    <a:pt x="1179901" y="594545"/>
                  </a:lnTo>
                  <a:lnTo>
                    <a:pt x="1150413" y="609035"/>
                  </a:lnTo>
                  <a:lnTo>
                    <a:pt x="1140487" y="624605"/>
                  </a:lnTo>
                  <a:lnTo>
                    <a:pt x="1169085" y="645653"/>
                  </a:lnTo>
                  <a:lnTo>
                    <a:pt x="1177982" y="660816"/>
                  </a:lnTo>
                  <a:lnTo>
                    <a:pt x="1152396" y="661858"/>
                  </a:lnTo>
                  <a:lnTo>
                    <a:pt x="1107631" y="676882"/>
                  </a:lnTo>
                  <a:lnTo>
                    <a:pt x="1069271" y="654283"/>
                  </a:lnTo>
                  <a:lnTo>
                    <a:pt x="1038208" y="664337"/>
                  </a:lnTo>
                  <a:lnTo>
                    <a:pt x="1059739" y="744310"/>
                  </a:lnTo>
                  <a:lnTo>
                    <a:pt x="1120938" y="744729"/>
                  </a:lnTo>
                  <a:lnTo>
                    <a:pt x="1127204" y="742505"/>
                  </a:lnTo>
                  <a:lnTo>
                    <a:pt x="1165056" y="730074"/>
                  </a:lnTo>
                  <a:lnTo>
                    <a:pt x="1167534" y="786940"/>
                  </a:lnTo>
                  <a:lnTo>
                    <a:pt x="1184057" y="807721"/>
                  </a:lnTo>
                  <a:lnTo>
                    <a:pt x="1206936" y="802878"/>
                  </a:lnTo>
                  <a:lnTo>
                    <a:pt x="1231212" y="795417"/>
                  </a:lnTo>
                  <a:lnTo>
                    <a:pt x="1239385" y="783038"/>
                  </a:lnTo>
                  <a:lnTo>
                    <a:pt x="1245257" y="763171"/>
                  </a:lnTo>
                  <a:lnTo>
                    <a:pt x="1233119" y="746559"/>
                  </a:lnTo>
                  <a:lnTo>
                    <a:pt x="1220205" y="707348"/>
                  </a:lnTo>
                  <a:lnTo>
                    <a:pt x="1248168" y="695451"/>
                  </a:lnTo>
                  <a:lnTo>
                    <a:pt x="1258094" y="691550"/>
                  </a:lnTo>
                  <a:lnTo>
                    <a:pt x="1283146" y="680949"/>
                  </a:lnTo>
                  <a:lnTo>
                    <a:pt x="1308567" y="663829"/>
                  </a:lnTo>
                  <a:lnTo>
                    <a:pt x="1329449" y="626448"/>
                  </a:lnTo>
                  <a:lnTo>
                    <a:pt x="1359344" y="580183"/>
                  </a:lnTo>
                  <a:lnTo>
                    <a:pt x="1343545" y="557037"/>
                  </a:lnTo>
                  <a:lnTo>
                    <a:pt x="1345896" y="550377"/>
                  </a:lnTo>
                  <a:lnTo>
                    <a:pt x="1378129" y="543196"/>
                  </a:lnTo>
                  <a:lnTo>
                    <a:pt x="1418802" y="528554"/>
                  </a:lnTo>
                  <a:lnTo>
                    <a:pt x="1451149" y="539396"/>
                  </a:lnTo>
                  <a:lnTo>
                    <a:pt x="1474130" y="589715"/>
                  </a:lnTo>
                  <a:lnTo>
                    <a:pt x="1482099" y="577564"/>
                  </a:lnTo>
                  <a:lnTo>
                    <a:pt x="1512095" y="574171"/>
                  </a:lnTo>
                  <a:lnTo>
                    <a:pt x="1541595" y="568807"/>
                  </a:lnTo>
                  <a:lnTo>
                    <a:pt x="1546946" y="572862"/>
                  </a:lnTo>
                  <a:lnTo>
                    <a:pt x="1593402" y="584898"/>
                  </a:lnTo>
                  <a:lnTo>
                    <a:pt x="1609201" y="577437"/>
                  </a:lnTo>
                  <a:lnTo>
                    <a:pt x="1609595" y="544886"/>
                  </a:lnTo>
                  <a:lnTo>
                    <a:pt x="1649658" y="527092"/>
                  </a:lnTo>
                  <a:lnTo>
                    <a:pt x="1651348" y="515856"/>
                  </a:lnTo>
                  <a:lnTo>
                    <a:pt x="1646264" y="478730"/>
                  </a:lnTo>
                  <a:lnTo>
                    <a:pt x="1653178" y="459906"/>
                  </a:lnTo>
                  <a:lnTo>
                    <a:pt x="1628521" y="429846"/>
                  </a:lnTo>
                  <a:lnTo>
                    <a:pt x="1598232" y="427749"/>
                  </a:lnTo>
                  <a:lnTo>
                    <a:pt x="1602147" y="403053"/>
                  </a:lnTo>
                  <a:lnTo>
                    <a:pt x="1600723" y="400308"/>
                  </a:lnTo>
                  <a:lnTo>
                    <a:pt x="1583488" y="367757"/>
                  </a:lnTo>
                  <a:lnTo>
                    <a:pt x="1584009" y="344497"/>
                  </a:lnTo>
                  <a:lnTo>
                    <a:pt x="1543693" y="346595"/>
                  </a:lnTo>
                  <a:lnTo>
                    <a:pt x="1536638" y="331965"/>
                  </a:lnTo>
                  <a:lnTo>
                    <a:pt x="1496055" y="299020"/>
                  </a:lnTo>
                  <a:lnTo>
                    <a:pt x="1495534" y="281900"/>
                  </a:lnTo>
                  <a:lnTo>
                    <a:pt x="1491212" y="243070"/>
                  </a:lnTo>
                  <a:lnTo>
                    <a:pt x="1469821" y="218234"/>
                  </a:lnTo>
                  <a:lnTo>
                    <a:pt x="1461076" y="205702"/>
                  </a:lnTo>
                  <a:lnTo>
                    <a:pt x="1515730" y="193932"/>
                  </a:lnTo>
                  <a:lnTo>
                    <a:pt x="1527602" y="191454"/>
                  </a:lnTo>
                  <a:lnTo>
                    <a:pt x="1601727" y="187272"/>
                  </a:lnTo>
                  <a:lnTo>
                    <a:pt x="1604981" y="185823"/>
                  </a:lnTo>
                  <a:lnTo>
                    <a:pt x="1624568" y="174193"/>
                  </a:lnTo>
                  <a:lnTo>
                    <a:pt x="1652886" y="161483"/>
                  </a:lnTo>
                  <a:lnTo>
                    <a:pt x="1673222" y="152586"/>
                  </a:lnTo>
                  <a:lnTo>
                    <a:pt x="1781806" y="253632"/>
                  </a:lnTo>
                  <a:lnTo>
                    <a:pt x="1819631" y="258983"/>
                  </a:lnTo>
                  <a:lnTo>
                    <a:pt x="1841556" y="223166"/>
                  </a:lnTo>
                  <a:lnTo>
                    <a:pt x="1877069" y="263305"/>
                  </a:lnTo>
                  <a:lnTo>
                    <a:pt x="1905908" y="231135"/>
                  </a:lnTo>
                  <a:lnTo>
                    <a:pt x="1914119" y="227322"/>
                  </a:lnTo>
                  <a:lnTo>
                    <a:pt x="1917932" y="232152"/>
                  </a:lnTo>
                  <a:lnTo>
                    <a:pt x="1918453" y="239206"/>
                  </a:lnTo>
                  <a:lnTo>
                    <a:pt x="1936603" y="248879"/>
                  </a:lnTo>
                  <a:lnTo>
                    <a:pt x="1957740" y="236079"/>
                  </a:lnTo>
                  <a:lnTo>
                    <a:pt x="1963485" y="271490"/>
                  </a:lnTo>
                  <a:lnTo>
                    <a:pt x="1985919" y="328076"/>
                  </a:lnTo>
                  <a:lnTo>
                    <a:pt x="1985398" y="362851"/>
                  </a:lnTo>
                  <a:lnTo>
                    <a:pt x="2001857" y="378535"/>
                  </a:lnTo>
                  <a:lnTo>
                    <a:pt x="2023897" y="436824"/>
                  </a:lnTo>
                  <a:lnTo>
                    <a:pt x="2028587" y="433303"/>
                  </a:lnTo>
                  <a:lnTo>
                    <a:pt x="2072717" y="501939"/>
                  </a:lnTo>
                  <a:lnTo>
                    <a:pt x="2064620" y="533168"/>
                  </a:lnTo>
                  <a:lnTo>
                    <a:pt x="2075449" y="587669"/>
                  </a:lnTo>
                  <a:lnTo>
                    <a:pt x="2083800" y="644128"/>
                  </a:lnTo>
                  <a:lnTo>
                    <a:pt x="2058621" y="656838"/>
                  </a:lnTo>
                  <a:lnTo>
                    <a:pt x="2045441" y="679462"/>
                  </a:lnTo>
                  <a:lnTo>
                    <a:pt x="2061964" y="758786"/>
                  </a:lnTo>
                  <a:lnTo>
                    <a:pt x="2056880" y="786635"/>
                  </a:lnTo>
                  <a:lnTo>
                    <a:pt x="2070594" y="792240"/>
                  </a:lnTo>
                  <a:lnTo>
                    <a:pt x="2048555" y="878377"/>
                  </a:lnTo>
                  <a:lnTo>
                    <a:pt x="2097870" y="937187"/>
                  </a:lnTo>
                  <a:lnTo>
                    <a:pt x="2117571" y="1008440"/>
                  </a:lnTo>
                  <a:lnTo>
                    <a:pt x="2153859" y="996416"/>
                  </a:lnTo>
                  <a:lnTo>
                    <a:pt x="2197963" y="1009864"/>
                  </a:lnTo>
                  <a:lnTo>
                    <a:pt x="2221972" y="1006051"/>
                  </a:lnTo>
                  <a:lnTo>
                    <a:pt x="2221464" y="1082248"/>
                  </a:lnTo>
                  <a:lnTo>
                    <a:pt x="2208004" y="1115295"/>
                  </a:lnTo>
                  <a:lnTo>
                    <a:pt x="2146283" y="1221692"/>
                  </a:lnTo>
                  <a:lnTo>
                    <a:pt x="2060019" y="1253328"/>
                  </a:lnTo>
                  <a:lnTo>
                    <a:pt x="2048681" y="1281557"/>
                  </a:lnTo>
                  <a:lnTo>
                    <a:pt x="2081309" y="1305859"/>
                  </a:lnTo>
                  <a:lnTo>
                    <a:pt x="2061061" y="1356306"/>
                  </a:lnTo>
                  <a:lnTo>
                    <a:pt x="2031701" y="1369652"/>
                  </a:lnTo>
                  <a:lnTo>
                    <a:pt x="2055202" y="1482772"/>
                  </a:lnTo>
                  <a:lnTo>
                    <a:pt x="2114177" y="1532838"/>
                  </a:lnTo>
                  <a:lnTo>
                    <a:pt x="2163518" y="1574680"/>
                  </a:lnTo>
                  <a:lnTo>
                    <a:pt x="2221591" y="1623817"/>
                  </a:lnTo>
                  <a:lnTo>
                    <a:pt x="2226942" y="1639756"/>
                  </a:lnTo>
                  <a:lnTo>
                    <a:pt x="2228112" y="1647382"/>
                  </a:lnTo>
                  <a:lnTo>
                    <a:pt x="2244813" y="1660448"/>
                  </a:lnTo>
                  <a:lnTo>
                    <a:pt x="2291154" y="1697041"/>
                  </a:lnTo>
                  <a:lnTo>
                    <a:pt x="2364607" y="1654436"/>
                  </a:lnTo>
                  <a:lnTo>
                    <a:pt x="2418383" y="1659800"/>
                  </a:lnTo>
                  <a:lnTo>
                    <a:pt x="2462094" y="1661490"/>
                  </a:lnTo>
                  <a:lnTo>
                    <a:pt x="2504508" y="1661490"/>
                  </a:lnTo>
                  <a:lnTo>
                    <a:pt x="2531911" y="1698617"/>
                  </a:lnTo>
                  <a:lnTo>
                    <a:pt x="2571986" y="1708544"/>
                  </a:lnTo>
                  <a:lnTo>
                    <a:pt x="2622484" y="1753118"/>
                  </a:lnTo>
                  <a:lnTo>
                    <a:pt x="2665699" y="1732197"/>
                  </a:lnTo>
                  <a:lnTo>
                    <a:pt x="2711227" y="1707679"/>
                  </a:lnTo>
                  <a:lnTo>
                    <a:pt x="2777256" y="1734587"/>
                  </a:lnTo>
                  <a:lnTo>
                    <a:pt x="2811968" y="1708709"/>
                  </a:lnTo>
                  <a:lnTo>
                    <a:pt x="2899007" y="1751059"/>
                  </a:lnTo>
                  <a:lnTo>
                    <a:pt x="2979399" y="1690050"/>
                  </a:lnTo>
                  <a:lnTo>
                    <a:pt x="3076747" y="1650966"/>
                  </a:lnTo>
                  <a:lnTo>
                    <a:pt x="3117076" y="1682323"/>
                  </a:lnTo>
                  <a:lnTo>
                    <a:pt x="3133777" y="1717237"/>
                  </a:lnTo>
                  <a:lnTo>
                    <a:pt x="3175924" y="1693444"/>
                  </a:lnTo>
                  <a:lnTo>
                    <a:pt x="3236095" y="1701934"/>
                  </a:lnTo>
                  <a:lnTo>
                    <a:pt x="3240009" y="1722207"/>
                  </a:lnTo>
                  <a:lnTo>
                    <a:pt x="3221605" y="1755533"/>
                  </a:lnTo>
                  <a:lnTo>
                    <a:pt x="3253380" y="1878924"/>
                  </a:lnTo>
                  <a:lnTo>
                    <a:pt x="3250381" y="1945309"/>
                  </a:lnTo>
                  <a:lnTo>
                    <a:pt x="3201574" y="1953406"/>
                  </a:lnTo>
                  <a:lnTo>
                    <a:pt x="3144162" y="1933285"/>
                  </a:lnTo>
                  <a:lnTo>
                    <a:pt x="3143755" y="1987939"/>
                  </a:lnTo>
                  <a:lnTo>
                    <a:pt x="3174818" y="2045580"/>
                  </a:lnTo>
                  <a:lnTo>
                    <a:pt x="3127587" y="2069234"/>
                  </a:lnTo>
                  <a:lnTo>
                    <a:pt x="3087906" y="2110262"/>
                  </a:lnTo>
                  <a:lnTo>
                    <a:pt x="3075641" y="2263713"/>
                  </a:lnTo>
                  <a:lnTo>
                    <a:pt x="3033481" y="2318748"/>
                  </a:lnTo>
                  <a:lnTo>
                    <a:pt x="2969816" y="2354425"/>
                  </a:lnTo>
                  <a:lnTo>
                    <a:pt x="2907536" y="2393763"/>
                  </a:lnTo>
                  <a:lnTo>
                    <a:pt x="2857025" y="2420811"/>
                  </a:lnTo>
                  <a:lnTo>
                    <a:pt x="2815654" y="2430356"/>
                  </a:lnTo>
                  <a:lnTo>
                    <a:pt x="2707210" y="2447362"/>
                  </a:lnTo>
                  <a:lnTo>
                    <a:pt x="2686200" y="2420175"/>
                  </a:lnTo>
                  <a:lnTo>
                    <a:pt x="2590543" y="2406308"/>
                  </a:lnTo>
                  <a:lnTo>
                    <a:pt x="2567970" y="2376109"/>
                  </a:lnTo>
                  <a:lnTo>
                    <a:pt x="2477282" y="2351807"/>
                  </a:lnTo>
                  <a:lnTo>
                    <a:pt x="2452853" y="2360310"/>
                  </a:lnTo>
                  <a:lnTo>
                    <a:pt x="2371292" y="2320833"/>
                  </a:lnTo>
                  <a:lnTo>
                    <a:pt x="2322104" y="2342529"/>
                  </a:lnTo>
                  <a:lnTo>
                    <a:pt x="2302276" y="2369716"/>
                  </a:lnTo>
                  <a:lnTo>
                    <a:pt x="2269229" y="2381473"/>
                  </a:lnTo>
                  <a:lnTo>
                    <a:pt x="2251346" y="2400297"/>
                  </a:lnTo>
                  <a:lnTo>
                    <a:pt x="2276665" y="2447324"/>
                  </a:lnTo>
                  <a:lnTo>
                    <a:pt x="2261921" y="2478820"/>
                  </a:lnTo>
                  <a:lnTo>
                    <a:pt x="2208678" y="2497377"/>
                  </a:lnTo>
                  <a:lnTo>
                    <a:pt x="2184262" y="2532965"/>
                  </a:lnTo>
                  <a:lnTo>
                    <a:pt x="2080127" y="2583692"/>
                  </a:lnTo>
                  <a:lnTo>
                    <a:pt x="2007056" y="2584734"/>
                  </a:lnTo>
                  <a:lnTo>
                    <a:pt x="1853453" y="2700283"/>
                  </a:lnTo>
                  <a:lnTo>
                    <a:pt x="1807264" y="2735973"/>
                  </a:lnTo>
                  <a:lnTo>
                    <a:pt x="1788860" y="2748683"/>
                  </a:lnTo>
                  <a:lnTo>
                    <a:pt x="1723211" y="2770507"/>
                  </a:lnTo>
                  <a:lnTo>
                    <a:pt x="1696596" y="2738236"/>
                  </a:lnTo>
                  <a:lnTo>
                    <a:pt x="1560356" y="2684370"/>
                  </a:lnTo>
                  <a:lnTo>
                    <a:pt x="1528491" y="2711430"/>
                  </a:lnTo>
                  <a:lnTo>
                    <a:pt x="1505930" y="2772222"/>
                  </a:lnTo>
                  <a:lnTo>
                    <a:pt x="1472884" y="2777180"/>
                  </a:lnTo>
                  <a:lnTo>
                    <a:pt x="1424738" y="2772222"/>
                  </a:lnTo>
                  <a:lnTo>
                    <a:pt x="1371101" y="2790017"/>
                  </a:lnTo>
                  <a:lnTo>
                    <a:pt x="1354793" y="2828592"/>
                  </a:lnTo>
                  <a:lnTo>
                    <a:pt x="1415078" y="2851839"/>
                  </a:lnTo>
                  <a:lnTo>
                    <a:pt x="1380099" y="2886347"/>
                  </a:lnTo>
                  <a:lnTo>
                    <a:pt x="1316409" y="2890669"/>
                  </a:lnTo>
                  <a:lnTo>
                    <a:pt x="1299580" y="2908819"/>
                  </a:lnTo>
                  <a:lnTo>
                    <a:pt x="1273995" y="2906340"/>
                  </a:lnTo>
                  <a:lnTo>
                    <a:pt x="1258476" y="2862948"/>
                  </a:lnTo>
                  <a:lnTo>
                    <a:pt x="1214625" y="2888572"/>
                  </a:lnTo>
                  <a:lnTo>
                    <a:pt x="1174563" y="2860470"/>
                  </a:lnTo>
                  <a:lnTo>
                    <a:pt x="1094692" y="2896541"/>
                  </a:lnTo>
                  <a:lnTo>
                    <a:pt x="1058544" y="2922686"/>
                  </a:lnTo>
                  <a:lnTo>
                    <a:pt x="1011694" y="2959545"/>
                  </a:lnTo>
                  <a:lnTo>
                    <a:pt x="927400" y="2988550"/>
                  </a:lnTo>
                  <a:lnTo>
                    <a:pt x="908335" y="2976653"/>
                  </a:lnTo>
                  <a:lnTo>
                    <a:pt x="916304" y="2892486"/>
                  </a:lnTo>
                  <a:lnTo>
                    <a:pt x="811127" y="2943200"/>
                  </a:lnTo>
                  <a:lnTo>
                    <a:pt x="811903" y="3001896"/>
                  </a:lnTo>
                  <a:lnTo>
                    <a:pt x="792329" y="3025816"/>
                  </a:lnTo>
                  <a:lnTo>
                    <a:pt x="723046" y="3035870"/>
                  </a:lnTo>
                  <a:lnTo>
                    <a:pt x="710246" y="2970527"/>
                  </a:lnTo>
                  <a:lnTo>
                    <a:pt x="704234" y="2939806"/>
                  </a:lnTo>
                  <a:lnTo>
                    <a:pt x="699532" y="2915657"/>
                  </a:lnTo>
                  <a:lnTo>
                    <a:pt x="669917" y="2881162"/>
                  </a:lnTo>
                  <a:lnTo>
                    <a:pt x="706192" y="2777243"/>
                  </a:lnTo>
                  <a:lnTo>
                    <a:pt x="673565" y="2700524"/>
                  </a:lnTo>
                  <a:lnTo>
                    <a:pt x="729820" y="2693191"/>
                  </a:lnTo>
                  <a:lnTo>
                    <a:pt x="750309" y="2657780"/>
                  </a:lnTo>
                  <a:lnTo>
                    <a:pt x="736595" y="2577922"/>
                  </a:lnTo>
                  <a:lnTo>
                    <a:pt x="733468" y="2559365"/>
                  </a:lnTo>
                  <a:lnTo>
                    <a:pt x="766629" y="2494543"/>
                  </a:lnTo>
                  <a:lnTo>
                    <a:pt x="785275" y="2458065"/>
                  </a:lnTo>
                  <a:lnTo>
                    <a:pt x="779009" y="2434678"/>
                  </a:lnTo>
                  <a:lnTo>
                    <a:pt x="760096" y="2364085"/>
                  </a:lnTo>
                  <a:lnTo>
                    <a:pt x="809666" y="2335729"/>
                  </a:lnTo>
                  <a:lnTo>
                    <a:pt x="851673" y="2269864"/>
                  </a:lnTo>
                  <a:lnTo>
                    <a:pt x="888532" y="2283973"/>
                  </a:lnTo>
                  <a:lnTo>
                    <a:pt x="932649" y="2246986"/>
                  </a:lnTo>
                  <a:lnTo>
                    <a:pt x="917499" y="2113402"/>
                  </a:lnTo>
                  <a:lnTo>
                    <a:pt x="951295" y="2098366"/>
                  </a:lnTo>
                  <a:lnTo>
                    <a:pt x="952350" y="2057985"/>
                  </a:lnTo>
                  <a:lnTo>
                    <a:pt x="983656" y="2057858"/>
                  </a:lnTo>
                  <a:lnTo>
                    <a:pt x="998793" y="2083075"/>
                  </a:lnTo>
                  <a:lnTo>
                    <a:pt x="1049050" y="2055507"/>
                  </a:lnTo>
                  <a:lnTo>
                    <a:pt x="1047232" y="1999162"/>
                  </a:lnTo>
                  <a:lnTo>
                    <a:pt x="1055049" y="1953939"/>
                  </a:lnTo>
                  <a:lnTo>
                    <a:pt x="992413" y="1930540"/>
                  </a:lnTo>
                  <a:lnTo>
                    <a:pt x="984787" y="1927680"/>
                  </a:lnTo>
                  <a:lnTo>
                    <a:pt x="992222" y="1888279"/>
                  </a:lnTo>
                  <a:lnTo>
                    <a:pt x="890706" y="1857431"/>
                  </a:lnTo>
                  <a:lnTo>
                    <a:pt x="899450" y="1778094"/>
                  </a:lnTo>
                  <a:lnTo>
                    <a:pt x="882215" y="1729083"/>
                  </a:lnTo>
                  <a:lnTo>
                    <a:pt x="871780" y="1709866"/>
                  </a:lnTo>
                  <a:lnTo>
                    <a:pt x="898141" y="1659546"/>
                  </a:lnTo>
                  <a:lnTo>
                    <a:pt x="895930" y="1645044"/>
                  </a:lnTo>
                  <a:lnTo>
                    <a:pt x="931671" y="1581391"/>
                  </a:lnTo>
                  <a:lnTo>
                    <a:pt x="931938" y="1551331"/>
                  </a:lnTo>
                  <a:lnTo>
                    <a:pt x="952020" y="1521793"/>
                  </a:lnTo>
                  <a:lnTo>
                    <a:pt x="895790" y="1470952"/>
                  </a:lnTo>
                  <a:lnTo>
                    <a:pt x="924883" y="1439723"/>
                  </a:lnTo>
                  <a:lnTo>
                    <a:pt x="969255" y="1478667"/>
                  </a:lnTo>
                  <a:lnTo>
                    <a:pt x="1012470" y="1438147"/>
                  </a:lnTo>
                  <a:lnTo>
                    <a:pt x="1003191" y="1377367"/>
                  </a:lnTo>
                  <a:lnTo>
                    <a:pt x="1000649" y="1360653"/>
                  </a:lnTo>
                  <a:lnTo>
                    <a:pt x="977021" y="1364466"/>
                  </a:lnTo>
                  <a:lnTo>
                    <a:pt x="962925" y="1343812"/>
                  </a:lnTo>
                  <a:lnTo>
                    <a:pt x="853172" y="1359064"/>
                  </a:lnTo>
                  <a:lnTo>
                    <a:pt x="803717" y="1332932"/>
                  </a:lnTo>
                  <a:lnTo>
                    <a:pt x="768611" y="1333580"/>
                  </a:lnTo>
                  <a:lnTo>
                    <a:pt x="749686" y="1316193"/>
                  </a:lnTo>
                  <a:lnTo>
                    <a:pt x="736124" y="1320120"/>
                  </a:lnTo>
                  <a:lnTo>
                    <a:pt x="723414" y="1335537"/>
                  </a:lnTo>
                  <a:lnTo>
                    <a:pt x="678255" y="1330568"/>
                  </a:lnTo>
                  <a:lnTo>
                    <a:pt x="662469" y="1326386"/>
                  </a:lnTo>
                  <a:lnTo>
                    <a:pt x="694244" y="1289921"/>
                  </a:lnTo>
                  <a:lnTo>
                    <a:pt x="698172" y="1262988"/>
                  </a:lnTo>
                  <a:lnTo>
                    <a:pt x="710437" y="1246922"/>
                  </a:lnTo>
                  <a:lnTo>
                    <a:pt x="695833" y="1213062"/>
                  </a:lnTo>
                  <a:lnTo>
                    <a:pt x="703917" y="1181439"/>
                  </a:lnTo>
                  <a:lnTo>
                    <a:pt x="692477" y="1144579"/>
                  </a:lnTo>
                  <a:lnTo>
                    <a:pt x="675369" y="1145100"/>
                  </a:lnTo>
                  <a:lnTo>
                    <a:pt x="676170" y="1137131"/>
                  </a:lnTo>
                  <a:lnTo>
                    <a:pt x="734230" y="1105356"/>
                  </a:lnTo>
                  <a:lnTo>
                    <a:pt x="750665" y="1087561"/>
                  </a:lnTo>
                  <a:lnTo>
                    <a:pt x="747805" y="1057375"/>
                  </a:lnTo>
                  <a:lnTo>
                    <a:pt x="734751" y="1047715"/>
                  </a:lnTo>
                  <a:lnTo>
                    <a:pt x="719754" y="1016206"/>
                  </a:lnTo>
                  <a:close/>
                </a:path>
              </a:pathLst>
            </a:custGeom>
            <a:solidFill>
              <a:srgbClr val="FFFFFF"/>
            </a:solidFill>
            <a:ln w="12700" cap="flat">
              <a:noFill/>
              <a:prstDash val="solid"/>
              <a:miter/>
            </a:ln>
          </p:spPr>
          <p:txBody>
            <a:bodyPr rtlCol="0" anchor="ctr"/>
            <a:lstStyle/>
            <a:p>
              <a:endParaRPr lang="de-CH"/>
            </a:p>
          </p:txBody>
        </p:sp>
        <p:sp>
          <p:nvSpPr>
            <p:cNvPr id="10" name="Freihandform: Form 9">
              <a:extLst>
                <a:ext uri="{FF2B5EF4-FFF2-40B4-BE49-F238E27FC236}">
                  <a16:creationId xmlns:a16="http://schemas.microsoft.com/office/drawing/2014/main" id="{850C32AB-4E68-BA8E-DB51-E99B085E69DF}"/>
                </a:ext>
              </a:extLst>
            </p:cNvPr>
            <p:cNvSpPr/>
            <p:nvPr/>
          </p:nvSpPr>
          <p:spPr>
            <a:xfrm>
              <a:off x="3354061" y="1881915"/>
              <a:ext cx="3253380" cy="3035870"/>
            </a:xfrm>
            <a:custGeom>
              <a:avLst/>
              <a:gdLst>
                <a:gd name="connsiteX0" fmla="*/ 1706574 w 3253380"/>
                <a:gd name="connsiteY0" fmla="*/ 546768 h 3035870"/>
                <a:gd name="connsiteX1" fmla="*/ 1688564 w 3253380"/>
                <a:gd name="connsiteY1" fmla="*/ 534998 h 3035870"/>
                <a:gd name="connsiteX2" fmla="*/ 1663651 w 3253380"/>
                <a:gd name="connsiteY2" fmla="*/ 542967 h 3035870"/>
                <a:gd name="connsiteX3" fmla="*/ 1653483 w 3253380"/>
                <a:gd name="connsiteY3" fmla="*/ 570015 h 3035870"/>
                <a:gd name="connsiteX4" fmla="*/ 1685589 w 3253380"/>
                <a:gd name="connsiteY4" fmla="*/ 573561 h 3035870"/>
                <a:gd name="connsiteX5" fmla="*/ 513670 w 3253380"/>
                <a:gd name="connsiteY5" fmla="*/ 1285230 h 3035870"/>
                <a:gd name="connsiteX6" fmla="*/ 557254 w 3253380"/>
                <a:gd name="connsiteY6" fmla="*/ 1276219 h 3035870"/>
                <a:gd name="connsiteX7" fmla="*/ 561829 w 3253380"/>
                <a:gd name="connsiteY7" fmla="*/ 1301957 h 3035870"/>
                <a:gd name="connsiteX8" fmla="*/ 532062 w 3253380"/>
                <a:gd name="connsiteY8" fmla="*/ 1323005 h 3035870"/>
                <a:gd name="connsiteX9" fmla="*/ 521500 w 3253380"/>
                <a:gd name="connsiteY9" fmla="*/ 1319472 h 3035870"/>
                <a:gd name="connsiteX10" fmla="*/ 757846 w 3253380"/>
                <a:gd name="connsiteY10" fmla="*/ 1233118 h 3035870"/>
                <a:gd name="connsiteX11" fmla="*/ 759397 w 3253380"/>
                <a:gd name="connsiteY11" fmla="*/ 1214562 h 3035870"/>
                <a:gd name="connsiteX12" fmla="*/ 749483 w 3253380"/>
                <a:gd name="connsiteY12" fmla="*/ 1208677 h 3035870"/>
                <a:gd name="connsiteX13" fmla="*/ 723643 w 3253380"/>
                <a:gd name="connsiteY13" fmla="*/ 1230907 h 3035870"/>
                <a:gd name="connsiteX14" fmla="*/ 721685 w 3253380"/>
                <a:gd name="connsiteY14" fmla="*/ 1245015 h 3035870"/>
                <a:gd name="connsiteX15" fmla="*/ 725854 w 3253380"/>
                <a:gd name="connsiteY15" fmla="*/ 1254828 h 3035870"/>
                <a:gd name="connsiteX16" fmla="*/ 757719 w 3253380"/>
                <a:gd name="connsiteY16" fmla="*/ 1239918 h 3035870"/>
                <a:gd name="connsiteX17" fmla="*/ 449331 w 3253380"/>
                <a:gd name="connsiteY17" fmla="*/ 1338207 h 3035870"/>
                <a:gd name="connsiteX18" fmla="*/ 465855 w 3253380"/>
                <a:gd name="connsiteY18" fmla="*/ 1315468 h 3035870"/>
                <a:gd name="connsiteX19" fmla="*/ 485708 w 3253380"/>
                <a:gd name="connsiteY19" fmla="*/ 1326437 h 3035870"/>
                <a:gd name="connsiteX20" fmla="*/ 462740 w 3253380"/>
                <a:gd name="connsiteY20" fmla="*/ 1349315 h 3035870"/>
                <a:gd name="connsiteX21" fmla="*/ 2090117 w 3253380"/>
                <a:gd name="connsiteY21" fmla="*/ 1946377 h 3035870"/>
                <a:gd name="connsiteX22" fmla="*/ 2105509 w 3253380"/>
                <a:gd name="connsiteY22" fmla="*/ 1945322 h 3035870"/>
                <a:gd name="connsiteX23" fmla="*/ 2113605 w 3253380"/>
                <a:gd name="connsiteY23" fmla="*/ 1949135 h 3035870"/>
                <a:gd name="connsiteX24" fmla="*/ 2115957 w 3253380"/>
                <a:gd name="connsiteY24" fmla="*/ 1955287 h 3035870"/>
                <a:gd name="connsiteX25" fmla="*/ 2157456 w 3253380"/>
                <a:gd name="connsiteY25" fmla="*/ 1957257 h 3035870"/>
                <a:gd name="connsiteX26" fmla="*/ 2199742 w 3253380"/>
                <a:gd name="connsiteY26" fmla="*/ 1926753 h 3035870"/>
                <a:gd name="connsiteX27" fmla="*/ 2208741 w 3253380"/>
                <a:gd name="connsiteY27" fmla="*/ 1911589 h 3035870"/>
                <a:gd name="connsiteX28" fmla="*/ 2223612 w 3253380"/>
                <a:gd name="connsiteY28" fmla="*/ 1899298 h 3035870"/>
                <a:gd name="connsiteX29" fmla="*/ 2255070 w 3253380"/>
                <a:gd name="connsiteY29" fmla="*/ 1885965 h 3035870"/>
                <a:gd name="connsiteX30" fmla="*/ 2293569 w 3253380"/>
                <a:gd name="connsiteY30" fmla="*/ 1860863 h 3035870"/>
                <a:gd name="connsiteX31" fmla="*/ 2302187 w 3253380"/>
                <a:gd name="connsiteY31" fmla="*/ 1850936 h 3035870"/>
                <a:gd name="connsiteX32" fmla="*/ 2349037 w 3253380"/>
                <a:gd name="connsiteY32" fmla="*/ 1824664 h 3035870"/>
                <a:gd name="connsiteX33" fmla="*/ 2371343 w 3253380"/>
                <a:gd name="connsiteY33" fmla="*/ 1808725 h 3035870"/>
                <a:gd name="connsiteX34" fmla="*/ 2399661 w 3253380"/>
                <a:gd name="connsiteY34" fmla="*/ 1799701 h 3035870"/>
                <a:gd name="connsiteX35" fmla="*/ 2417672 w 3253380"/>
                <a:gd name="connsiteY35" fmla="*/ 1803095 h 3035870"/>
                <a:gd name="connsiteX36" fmla="*/ 2422362 w 3253380"/>
                <a:gd name="connsiteY36" fmla="*/ 1800756 h 3035870"/>
                <a:gd name="connsiteX37" fmla="*/ 2420023 w 3253380"/>
                <a:gd name="connsiteY37" fmla="*/ 1794210 h 3035870"/>
                <a:gd name="connsiteX38" fmla="*/ 2423404 w 3253380"/>
                <a:gd name="connsiteY38" fmla="*/ 1787855 h 3035870"/>
                <a:gd name="connsiteX39" fmla="*/ 2420862 w 3253380"/>
                <a:gd name="connsiteY39" fmla="*/ 1770468 h 3035870"/>
                <a:gd name="connsiteX40" fmla="*/ 2407147 w 3253380"/>
                <a:gd name="connsiteY40" fmla="*/ 1758584 h 3035870"/>
                <a:gd name="connsiteX41" fmla="*/ 2390052 w 3253380"/>
                <a:gd name="connsiteY41" fmla="*/ 1762765 h 3035870"/>
                <a:gd name="connsiteX42" fmla="*/ 2355087 w 3253380"/>
                <a:gd name="connsiteY42" fmla="*/ 1749178 h 3035870"/>
                <a:gd name="connsiteX43" fmla="*/ 2335246 w 3253380"/>
                <a:gd name="connsiteY43" fmla="*/ 1758317 h 3035870"/>
                <a:gd name="connsiteX44" fmla="*/ 2317109 w 3253380"/>
                <a:gd name="connsiteY44" fmla="*/ 1758317 h 3035870"/>
                <a:gd name="connsiteX45" fmla="*/ 2281622 w 3253380"/>
                <a:gd name="connsiteY45" fmla="*/ 1778653 h 3035870"/>
                <a:gd name="connsiteX46" fmla="*/ 2267780 w 3253380"/>
                <a:gd name="connsiteY46" fmla="*/ 1791363 h 3035870"/>
                <a:gd name="connsiteX47" fmla="*/ 2265429 w 3253380"/>
                <a:gd name="connsiteY47" fmla="*/ 1801951 h 3035870"/>
                <a:gd name="connsiteX48" fmla="*/ 2255388 w 3253380"/>
                <a:gd name="connsiteY48" fmla="*/ 1810848 h 3035870"/>
                <a:gd name="connsiteX49" fmla="*/ 2242970 w 3253380"/>
                <a:gd name="connsiteY49" fmla="*/ 1814382 h 3035870"/>
                <a:gd name="connsiteX50" fmla="*/ 2209923 w 3253380"/>
                <a:gd name="connsiteY50" fmla="*/ 1845102 h 3035870"/>
                <a:gd name="connsiteX51" fmla="*/ 2197531 w 3253380"/>
                <a:gd name="connsiteY51" fmla="*/ 1853465 h 3035870"/>
                <a:gd name="connsiteX52" fmla="*/ 2188634 w 3253380"/>
                <a:gd name="connsiteY52" fmla="*/ 1866175 h 3035870"/>
                <a:gd name="connsiteX53" fmla="*/ 2161091 w 3253380"/>
                <a:gd name="connsiteY53" fmla="*/ 1887999 h 3035870"/>
                <a:gd name="connsiteX54" fmla="*/ 2140221 w 3253380"/>
                <a:gd name="connsiteY54" fmla="*/ 1904344 h 3035870"/>
                <a:gd name="connsiteX55" fmla="*/ 2120647 w 3253380"/>
                <a:gd name="connsiteY55" fmla="*/ 1911805 h 3035870"/>
                <a:gd name="connsiteX56" fmla="*/ 2110987 w 3253380"/>
                <a:gd name="connsiteY56" fmla="*/ 1924210 h 3035870"/>
                <a:gd name="connsiteX57" fmla="*/ 2087359 w 3253380"/>
                <a:gd name="connsiteY57" fmla="*/ 1939374 h 3035870"/>
                <a:gd name="connsiteX58" fmla="*/ 2086456 w 3253380"/>
                <a:gd name="connsiteY58" fmla="*/ 1943949 h 3035870"/>
                <a:gd name="connsiteX59" fmla="*/ 1761253 w 3253380"/>
                <a:gd name="connsiteY59" fmla="*/ 2023477 h 3035870"/>
                <a:gd name="connsiteX60" fmla="*/ 1796371 w 3253380"/>
                <a:gd name="connsiteY60" fmla="*/ 2034204 h 3035870"/>
                <a:gd name="connsiteX61" fmla="*/ 1817114 w 3253380"/>
                <a:gd name="connsiteY61" fmla="*/ 2051325 h 3035870"/>
                <a:gd name="connsiteX62" fmla="*/ 1832506 w 3253380"/>
                <a:gd name="connsiteY62" fmla="*/ 2055507 h 3035870"/>
                <a:gd name="connsiteX63" fmla="*/ 1860952 w 3253380"/>
                <a:gd name="connsiteY63" fmla="*/ 2051986 h 3035870"/>
                <a:gd name="connsiteX64" fmla="*/ 1898549 w 3253380"/>
                <a:gd name="connsiteY64" fmla="*/ 2039822 h 3035870"/>
                <a:gd name="connsiteX65" fmla="*/ 1919559 w 3253380"/>
                <a:gd name="connsiteY65" fmla="*/ 2025968 h 3035870"/>
                <a:gd name="connsiteX66" fmla="*/ 1929218 w 3253380"/>
                <a:gd name="connsiteY66" fmla="*/ 2026756 h 3035870"/>
                <a:gd name="connsiteX67" fmla="*/ 1945271 w 3253380"/>
                <a:gd name="connsiteY67" fmla="*/ 2039466 h 3035870"/>
                <a:gd name="connsiteX68" fmla="*/ 1958579 w 3253380"/>
                <a:gd name="connsiteY68" fmla="*/ 2035425 h 3035870"/>
                <a:gd name="connsiteX69" fmla="*/ 1968493 w 3253380"/>
                <a:gd name="connsiteY69" fmla="*/ 2025091 h 3035870"/>
                <a:gd name="connsiteX70" fmla="*/ 1973717 w 3253380"/>
                <a:gd name="connsiteY70" fmla="*/ 2015165 h 3035870"/>
                <a:gd name="connsiteX71" fmla="*/ 1971175 w 3253380"/>
                <a:gd name="connsiteY71" fmla="*/ 2006013 h 3035870"/>
                <a:gd name="connsiteX72" fmla="*/ 1960485 w 3253380"/>
                <a:gd name="connsiteY72" fmla="*/ 2002200 h 3035870"/>
                <a:gd name="connsiteX73" fmla="*/ 1936336 w 3253380"/>
                <a:gd name="connsiteY73" fmla="*/ 1976182 h 3035870"/>
                <a:gd name="connsiteX74" fmla="*/ 1914017 w 3253380"/>
                <a:gd name="connsiteY74" fmla="*/ 1969522 h 3035870"/>
                <a:gd name="connsiteX75" fmla="*/ 1897494 w 3253380"/>
                <a:gd name="connsiteY75" fmla="*/ 1966764 h 3035870"/>
                <a:gd name="connsiteX76" fmla="*/ 1869303 w 3253380"/>
                <a:gd name="connsiteY76" fmla="*/ 1976437 h 3035870"/>
                <a:gd name="connsiteX77" fmla="*/ 1839675 w 3253380"/>
                <a:gd name="connsiteY77" fmla="*/ 1976182 h 3035870"/>
                <a:gd name="connsiteX78" fmla="*/ 1826228 w 3253380"/>
                <a:gd name="connsiteY78" fmla="*/ 1982067 h 3035870"/>
                <a:gd name="connsiteX79" fmla="*/ 1806921 w 3253380"/>
                <a:gd name="connsiteY79" fmla="*/ 1977759 h 3035870"/>
                <a:gd name="connsiteX80" fmla="*/ 1794389 w 3253380"/>
                <a:gd name="connsiteY80" fmla="*/ 1941534 h 3035870"/>
                <a:gd name="connsiteX81" fmla="*/ 1759931 w 3253380"/>
                <a:gd name="connsiteY81" fmla="*/ 1903111 h 3035870"/>
                <a:gd name="connsiteX82" fmla="*/ 1723911 w 3253380"/>
                <a:gd name="connsiteY82" fmla="*/ 1891227 h 3035870"/>
                <a:gd name="connsiteX83" fmla="*/ 1683073 w 3253380"/>
                <a:gd name="connsiteY83" fmla="*/ 1875403 h 3035870"/>
                <a:gd name="connsiteX84" fmla="*/ 1664541 w 3253380"/>
                <a:gd name="connsiteY84" fmla="*/ 1846170 h 3035870"/>
                <a:gd name="connsiteX85" fmla="*/ 1648488 w 3253380"/>
                <a:gd name="connsiteY85" fmla="*/ 1842230 h 3035870"/>
                <a:gd name="connsiteX86" fmla="*/ 1625394 w 3253380"/>
                <a:gd name="connsiteY86" fmla="*/ 1824194 h 3035870"/>
                <a:gd name="connsiteX87" fmla="*/ 1603456 w 3253380"/>
                <a:gd name="connsiteY87" fmla="*/ 1799371 h 3035870"/>
                <a:gd name="connsiteX88" fmla="*/ 1584289 w 3253380"/>
                <a:gd name="connsiteY88" fmla="*/ 1785911 h 3035870"/>
                <a:gd name="connsiteX89" fmla="*/ 1568757 w 3253380"/>
                <a:gd name="connsiteY89" fmla="*/ 1797413 h 3035870"/>
                <a:gd name="connsiteX90" fmla="*/ 1572570 w 3253380"/>
                <a:gd name="connsiteY90" fmla="*/ 1804328 h 3035870"/>
                <a:gd name="connsiteX91" fmla="*/ 1563953 w 3253380"/>
                <a:gd name="connsiteY91" fmla="*/ 1830333 h 3035870"/>
                <a:gd name="connsiteX92" fmla="*/ 1562910 w 3253380"/>
                <a:gd name="connsiteY92" fmla="*/ 1858066 h 3035870"/>
                <a:gd name="connsiteX93" fmla="*/ 1574782 w 3253380"/>
                <a:gd name="connsiteY93" fmla="*/ 1865502 h 3035870"/>
                <a:gd name="connsiteX94" fmla="*/ 1583679 w 3253380"/>
                <a:gd name="connsiteY94" fmla="*/ 1863812 h 3035870"/>
                <a:gd name="connsiteX95" fmla="*/ 1587861 w 3253380"/>
                <a:gd name="connsiteY95" fmla="*/ 1868248 h 3035870"/>
                <a:gd name="connsiteX96" fmla="*/ 1593593 w 3253380"/>
                <a:gd name="connsiteY96" fmla="*/ 1874132 h 3035870"/>
                <a:gd name="connsiteX97" fmla="*/ 1594381 w 3253380"/>
                <a:gd name="connsiteY97" fmla="*/ 1888774 h 3035870"/>
                <a:gd name="connsiteX98" fmla="*/ 1626156 w 3253380"/>
                <a:gd name="connsiteY98" fmla="*/ 1914512 h 3035870"/>
                <a:gd name="connsiteX99" fmla="*/ 1633859 w 3253380"/>
                <a:gd name="connsiteY99" fmla="*/ 1931125 h 3035870"/>
                <a:gd name="connsiteX100" fmla="*/ 1647954 w 3253380"/>
                <a:gd name="connsiteY100" fmla="*/ 1938560 h 3035870"/>
                <a:gd name="connsiteX101" fmla="*/ 1669485 w 3253380"/>
                <a:gd name="connsiteY101" fmla="*/ 1939615 h 3035870"/>
                <a:gd name="connsiteX102" fmla="*/ 1686009 w 3253380"/>
                <a:gd name="connsiteY102" fmla="*/ 1947317 h 3035870"/>
                <a:gd name="connsiteX103" fmla="*/ 1696063 w 3253380"/>
                <a:gd name="connsiteY103" fmla="*/ 1964311 h 3035870"/>
                <a:gd name="connsiteX104" fmla="*/ 1711201 w 3253380"/>
                <a:gd name="connsiteY104" fmla="*/ 1971238 h 3035870"/>
                <a:gd name="connsiteX105" fmla="*/ 1719157 w 3253380"/>
                <a:gd name="connsiteY105" fmla="*/ 1981699 h 3035870"/>
                <a:gd name="connsiteX106" fmla="*/ 1716157 w 3253380"/>
                <a:gd name="connsiteY106" fmla="*/ 2002480 h 3035870"/>
                <a:gd name="connsiteX107" fmla="*/ 688016 w 3253380"/>
                <a:gd name="connsiteY107" fmla="*/ 1024214 h 3035870"/>
                <a:gd name="connsiteX108" fmla="*/ 662443 w 3253380"/>
                <a:gd name="connsiteY108" fmla="*/ 1037407 h 3035870"/>
                <a:gd name="connsiteX109" fmla="*/ 644827 w 3253380"/>
                <a:gd name="connsiteY109" fmla="*/ 1046838 h 3035870"/>
                <a:gd name="connsiteX110" fmla="*/ 629435 w 3253380"/>
                <a:gd name="connsiteY110" fmla="*/ 1054667 h 3035870"/>
                <a:gd name="connsiteX111" fmla="*/ 606722 w 3253380"/>
                <a:gd name="connsiteY111" fmla="*/ 1066691 h 3035870"/>
                <a:gd name="connsiteX112" fmla="*/ 594011 w 3253380"/>
                <a:gd name="connsiteY112" fmla="*/ 1070085 h 3035870"/>
                <a:gd name="connsiteX113" fmla="*/ 579395 w 3253380"/>
                <a:gd name="connsiteY113" fmla="*/ 1073758 h 3035870"/>
                <a:gd name="connsiteX114" fmla="*/ 561778 w 3253380"/>
                <a:gd name="connsiteY114" fmla="*/ 1078067 h 3035870"/>
                <a:gd name="connsiteX115" fmla="*/ 471536 w 3253380"/>
                <a:gd name="connsiteY115" fmla="*/ 1099369 h 3035870"/>
                <a:gd name="connsiteX116" fmla="*/ 461469 w 3253380"/>
                <a:gd name="connsiteY116" fmla="*/ 1097539 h 3035870"/>
                <a:gd name="connsiteX117" fmla="*/ 447387 w 3253380"/>
                <a:gd name="connsiteY117" fmla="*/ 1102381 h 3035870"/>
                <a:gd name="connsiteX118" fmla="*/ 380582 w 3253380"/>
                <a:gd name="connsiteY118" fmla="*/ 1091654 h 3035870"/>
                <a:gd name="connsiteX119" fmla="*/ 359953 w 3253380"/>
                <a:gd name="connsiteY119" fmla="*/ 1089963 h 3035870"/>
                <a:gd name="connsiteX120" fmla="*/ 354602 w 3253380"/>
                <a:gd name="connsiteY120" fmla="*/ 1084600 h 3035870"/>
                <a:gd name="connsiteX121" fmla="*/ 364135 w 3253380"/>
                <a:gd name="connsiteY121" fmla="*/ 1081600 h 3035870"/>
                <a:gd name="connsiteX122" fmla="*/ 371570 w 3253380"/>
                <a:gd name="connsiteY122" fmla="*/ 1073758 h 3035870"/>
                <a:gd name="connsiteX123" fmla="*/ 382272 w 3253380"/>
                <a:gd name="connsiteY123" fmla="*/ 1065522 h 3035870"/>
                <a:gd name="connsiteX124" fmla="*/ 363652 w 3253380"/>
                <a:gd name="connsiteY124" fmla="*/ 1030886 h 3035870"/>
                <a:gd name="connsiteX125" fmla="*/ 342261 w 3253380"/>
                <a:gd name="connsiteY125" fmla="*/ 1008428 h 3035870"/>
                <a:gd name="connsiteX126" fmla="*/ 346709 w 3253380"/>
                <a:gd name="connsiteY126" fmla="*/ 989070 h 3035870"/>
                <a:gd name="connsiteX127" fmla="*/ 350344 w 3253380"/>
                <a:gd name="connsiteY127" fmla="*/ 967119 h 3035870"/>
                <a:gd name="connsiteX128" fmla="*/ 349302 w 3253380"/>
                <a:gd name="connsiteY128" fmla="*/ 956659 h 3035870"/>
                <a:gd name="connsiteX129" fmla="*/ 349429 w 3253380"/>
                <a:gd name="connsiteY129" fmla="*/ 938496 h 3035870"/>
                <a:gd name="connsiteX130" fmla="*/ 357258 w 3253380"/>
                <a:gd name="connsiteY130" fmla="*/ 924769 h 3035870"/>
                <a:gd name="connsiteX131" fmla="*/ 370045 w 3253380"/>
                <a:gd name="connsiteY131" fmla="*/ 911309 h 3035870"/>
                <a:gd name="connsiteX132" fmla="*/ 390928 w 3253380"/>
                <a:gd name="connsiteY132" fmla="*/ 898599 h 3035870"/>
                <a:gd name="connsiteX133" fmla="*/ 410247 w 3253380"/>
                <a:gd name="connsiteY133" fmla="*/ 895319 h 3035870"/>
                <a:gd name="connsiteX134" fmla="*/ 421992 w 3253380"/>
                <a:gd name="connsiteY134" fmla="*/ 890617 h 3035870"/>
                <a:gd name="connsiteX135" fmla="*/ 435426 w 3253380"/>
                <a:gd name="connsiteY135" fmla="*/ 875453 h 3035870"/>
                <a:gd name="connsiteX136" fmla="*/ 443790 w 3253380"/>
                <a:gd name="connsiteY136" fmla="*/ 889053 h 3035870"/>
                <a:gd name="connsiteX137" fmla="*/ 454619 w 3253380"/>
                <a:gd name="connsiteY137" fmla="*/ 889968 h 3035870"/>
                <a:gd name="connsiteX138" fmla="*/ 462842 w 3253380"/>
                <a:gd name="connsiteY138" fmla="*/ 889168 h 3035870"/>
                <a:gd name="connsiteX139" fmla="*/ 479925 w 3253380"/>
                <a:gd name="connsiteY139" fmla="*/ 888519 h 3035870"/>
                <a:gd name="connsiteX140" fmla="*/ 502511 w 3253380"/>
                <a:gd name="connsiteY140" fmla="*/ 874678 h 3035870"/>
                <a:gd name="connsiteX141" fmla="*/ 524830 w 3253380"/>
                <a:gd name="connsiteY141" fmla="*/ 857163 h 3035870"/>
                <a:gd name="connsiteX142" fmla="*/ 552881 w 3253380"/>
                <a:gd name="connsiteY142" fmla="*/ 836891 h 3035870"/>
                <a:gd name="connsiteX143" fmla="*/ 566329 w 3253380"/>
                <a:gd name="connsiteY143" fmla="*/ 811025 h 3035870"/>
                <a:gd name="connsiteX144" fmla="*/ 565426 w 3253380"/>
                <a:gd name="connsiteY144" fmla="*/ 805268 h 3035870"/>
                <a:gd name="connsiteX145" fmla="*/ 569722 w 3253380"/>
                <a:gd name="connsiteY145" fmla="*/ 799268 h 3035870"/>
                <a:gd name="connsiteX146" fmla="*/ 582903 w 3253380"/>
                <a:gd name="connsiteY146" fmla="*/ 805268 h 3035870"/>
                <a:gd name="connsiteX147" fmla="*/ 584326 w 3253380"/>
                <a:gd name="connsiteY147" fmla="*/ 812068 h 3035870"/>
                <a:gd name="connsiteX148" fmla="*/ 577971 w 3253380"/>
                <a:gd name="connsiteY148" fmla="*/ 822236 h 3035870"/>
                <a:gd name="connsiteX149" fmla="*/ 564918 w 3253380"/>
                <a:gd name="connsiteY149" fmla="*/ 835048 h 3035870"/>
                <a:gd name="connsiteX150" fmla="*/ 554229 w 3253380"/>
                <a:gd name="connsiteY150" fmla="*/ 849804 h 3035870"/>
                <a:gd name="connsiteX151" fmla="*/ 530740 w 3253380"/>
                <a:gd name="connsiteY151" fmla="*/ 865628 h 3035870"/>
                <a:gd name="connsiteX152" fmla="*/ 490067 w 3253380"/>
                <a:gd name="connsiteY152" fmla="*/ 892955 h 3035870"/>
                <a:gd name="connsiteX153" fmla="*/ 489292 w 3253380"/>
                <a:gd name="connsiteY153" fmla="*/ 897391 h 3035870"/>
                <a:gd name="connsiteX154" fmla="*/ 498037 w 3253380"/>
                <a:gd name="connsiteY154" fmla="*/ 911372 h 3035870"/>
                <a:gd name="connsiteX155" fmla="*/ 504951 w 3253380"/>
                <a:gd name="connsiteY155" fmla="*/ 915287 h 3035870"/>
                <a:gd name="connsiteX156" fmla="*/ 525961 w 3253380"/>
                <a:gd name="connsiteY156" fmla="*/ 914512 h 3035870"/>
                <a:gd name="connsiteX157" fmla="*/ 564842 w 3253380"/>
                <a:gd name="connsiteY157" fmla="*/ 898433 h 3035870"/>
                <a:gd name="connsiteX158" fmla="*/ 579331 w 3253380"/>
                <a:gd name="connsiteY158" fmla="*/ 888634 h 3035870"/>
                <a:gd name="connsiteX159" fmla="*/ 586258 w 3253380"/>
                <a:gd name="connsiteY159" fmla="*/ 885622 h 3035870"/>
                <a:gd name="connsiteX160" fmla="*/ 599566 w 3253380"/>
                <a:gd name="connsiteY160" fmla="*/ 886143 h 3035870"/>
                <a:gd name="connsiteX161" fmla="*/ 614704 w 3253380"/>
                <a:gd name="connsiteY161" fmla="*/ 878834 h 3035870"/>
                <a:gd name="connsiteX162" fmla="*/ 629956 w 3253380"/>
                <a:gd name="connsiteY162" fmla="*/ 862756 h 3035870"/>
                <a:gd name="connsiteX163" fmla="*/ 637582 w 3253380"/>
                <a:gd name="connsiteY163" fmla="*/ 854380 h 3035870"/>
                <a:gd name="connsiteX164" fmla="*/ 638853 w 3253380"/>
                <a:gd name="connsiteY164" fmla="*/ 847199 h 3035870"/>
                <a:gd name="connsiteX165" fmla="*/ 639514 w 3253380"/>
                <a:gd name="connsiteY165" fmla="*/ 837526 h 3035870"/>
                <a:gd name="connsiteX166" fmla="*/ 642781 w 3253380"/>
                <a:gd name="connsiteY166" fmla="*/ 833472 h 3035870"/>
                <a:gd name="connsiteX167" fmla="*/ 651246 w 3253380"/>
                <a:gd name="connsiteY167" fmla="*/ 839751 h 3035870"/>
                <a:gd name="connsiteX168" fmla="*/ 661312 w 3253380"/>
                <a:gd name="connsiteY168" fmla="*/ 834387 h 3035870"/>
                <a:gd name="connsiteX169" fmla="*/ 668608 w 3253380"/>
                <a:gd name="connsiteY169" fmla="*/ 819478 h 3035870"/>
                <a:gd name="connsiteX170" fmla="*/ 688448 w 3253380"/>
                <a:gd name="connsiteY170" fmla="*/ 782618 h 3035870"/>
                <a:gd name="connsiteX171" fmla="*/ 695363 w 3253380"/>
                <a:gd name="connsiteY171" fmla="*/ 775170 h 3035870"/>
                <a:gd name="connsiteX172" fmla="*/ 697968 w 3253380"/>
                <a:gd name="connsiteY172" fmla="*/ 768103 h 3035870"/>
                <a:gd name="connsiteX173" fmla="*/ 695363 w 3253380"/>
                <a:gd name="connsiteY173" fmla="*/ 760401 h 3035870"/>
                <a:gd name="connsiteX174" fmla="*/ 696532 w 3253380"/>
                <a:gd name="connsiteY174" fmla="*/ 749165 h 3035870"/>
                <a:gd name="connsiteX175" fmla="*/ 709077 w 3253380"/>
                <a:gd name="connsiteY175" fmla="*/ 733913 h 3035870"/>
                <a:gd name="connsiteX176" fmla="*/ 714555 w 3253380"/>
                <a:gd name="connsiteY176" fmla="*/ 718876 h 3035870"/>
                <a:gd name="connsiteX177" fmla="*/ 724075 w 3253380"/>
                <a:gd name="connsiteY177" fmla="*/ 709204 h 3035870"/>
                <a:gd name="connsiteX178" fmla="*/ 730989 w 3253380"/>
                <a:gd name="connsiteY178" fmla="*/ 683974 h 3035870"/>
                <a:gd name="connsiteX179" fmla="*/ 747055 w 3253380"/>
                <a:gd name="connsiteY179" fmla="*/ 659926 h 3035870"/>
                <a:gd name="connsiteX180" fmla="*/ 762307 w 3253380"/>
                <a:gd name="connsiteY180" fmla="*/ 640188 h 3035870"/>
                <a:gd name="connsiteX181" fmla="*/ 761036 w 3253380"/>
                <a:gd name="connsiteY181" fmla="*/ 634176 h 3035870"/>
                <a:gd name="connsiteX182" fmla="*/ 756079 w 3253380"/>
                <a:gd name="connsiteY182" fmla="*/ 630363 h 3035870"/>
                <a:gd name="connsiteX183" fmla="*/ 736506 w 3253380"/>
                <a:gd name="connsiteY183" fmla="*/ 639133 h 3035870"/>
                <a:gd name="connsiteX184" fmla="*/ 721495 w 3253380"/>
                <a:gd name="connsiteY184" fmla="*/ 651665 h 3035870"/>
                <a:gd name="connsiteX185" fmla="*/ 711835 w 3253380"/>
                <a:gd name="connsiteY185" fmla="*/ 660816 h 3035870"/>
                <a:gd name="connsiteX186" fmla="*/ 686415 w 3253380"/>
                <a:gd name="connsiteY186" fmla="*/ 686821 h 3035870"/>
                <a:gd name="connsiteX187" fmla="*/ 662011 w 3253380"/>
                <a:gd name="connsiteY187" fmla="*/ 703688 h 3035870"/>
                <a:gd name="connsiteX188" fmla="*/ 642170 w 3253380"/>
                <a:gd name="connsiteY188" fmla="*/ 728523 h 3035870"/>
                <a:gd name="connsiteX189" fmla="*/ 597024 w 3253380"/>
                <a:gd name="connsiteY189" fmla="*/ 757274 h 3035870"/>
                <a:gd name="connsiteX190" fmla="*/ 556567 w 3253380"/>
                <a:gd name="connsiteY190" fmla="*/ 782491 h 3035870"/>
                <a:gd name="connsiteX191" fmla="*/ 515971 w 3253380"/>
                <a:gd name="connsiteY191" fmla="*/ 806945 h 3035870"/>
                <a:gd name="connsiteX192" fmla="*/ 511408 w 3253380"/>
                <a:gd name="connsiteY192" fmla="*/ 822617 h 3035870"/>
                <a:gd name="connsiteX193" fmla="*/ 500706 w 3253380"/>
                <a:gd name="connsiteY193" fmla="*/ 835048 h 3035870"/>
                <a:gd name="connsiteX194" fmla="*/ 460770 w 3253380"/>
                <a:gd name="connsiteY194" fmla="*/ 855168 h 3035870"/>
                <a:gd name="connsiteX195" fmla="*/ 439239 w 3253380"/>
                <a:gd name="connsiteY195" fmla="*/ 801709 h 3035870"/>
                <a:gd name="connsiteX196" fmla="*/ 459728 w 3253380"/>
                <a:gd name="connsiteY196" fmla="*/ 784982 h 3035870"/>
                <a:gd name="connsiteX197" fmla="*/ 453729 w 3253380"/>
                <a:gd name="connsiteY197" fmla="*/ 764849 h 3035870"/>
                <a:gd name="connsiteX198" fmla="*/ 365634 w 3253380"/>
                <a:gd name="connsiteY198" fmla="*/ 702900 h 3035870"/>
                <a:gd name="connsiteX199" fmla="*/ 330796 w 3253380"/>
                <a:gd name="connsiteY199" fmla="*/ 692960 h 3035870"/>
                <a:gd name="connsiteX200" fmla="*/ 364719 w 3253380"/>
                <a:gd name="connsiteY200" fmla="*/ 655974 h 3035870"/>
                <a:gd name="connsiteX201" fmla="*/ 350738 w 3253380"/>
                <a:gd name="connsiteY201" fmla="*/ 640938 h 3035870"/>
                <a:gd name="connsiteX202" fmla="*/ 324390 w 3253380"/>
                <a:gd name="connsiteY202" fmla="*/ 658325 h 3035870"/>
                <a:gd name="connsiteX203" fmla="*/ 299719 w 3253380"/>
                <a:gd name="connsiteY203" fmla="*/ 656495 h 3035870"/>
                <a:gd name="connsiteX204" fmla="*/ 251827 w 3253380"/>
                <a:gd name="connsiteY204" fmla="*/ 679246 h 3035870"/>
                <a:gd name="connsiteX205" fmla="*/ 226127 w 3253380"/>
                <a:gd name="connsiteY205" fmla="*/ 684203 h 3035870"/>
                <a:gd name="connsiteX206" fmla="*/ 185531 w 3253380"/>
                <a:gd name="connsiteY206" fmla="*/ 690558 h 3035870"/>
                <a:gd name="connsiteX207" fmla="*/ 159831 w 3253380"/>
                <a:gd name="connsiteY207" fmla="*/ 699455 h 3035870"/>
                <a:gd name="connsiteX208" fmla="*/ 116756 w 3253380"/>
                <a:gd name="connsiteY208" fmla="*/ 712915 h 3035870"/>
                <a:gd name="connsiteX209" fmla="*/ 51260 w 3253380"/>
                <a:gd name="connsiteY209" fmla="*/ 751605 h 3035870"/>
                <a:gd name="connsiteX210" fmla="*/ 11859 w 3253380"/>
                <a:gd name="connsiteY210" fmla="*/ 772120 h 3035870"/>
                <a:gd name="connsiteX211" fmla="*/ 0 w 3253380"/>
                <a:gd name="connsiteY211" fmla="*/ 756435 h 3035870"/>
                <a:gd name="connsiteX212" fmla="*/ 5478 w 3253380"/>
                <a:gd name="connsiteY212" fmla="*/ 746114 h 3035870"/>
                <a:gd name="connsiteX213" fmla="*/ 52201 w 3253380"/>
                <a:gd name="connsiteY213" fmla="*/ 656584 h 3035870"/>
                <a:gd name="connsiteX214" fmla="*/ 36262 w 3253380"/>
                <a:gd name="connsiteY214" fmla="*/ 616203 h 3035870"/>
                <a:gd name="connsiteX215" fmla="*/ 2720 w 3253380"/>
                <a:gd name="connsiteY215" fmla="*/ 531757 h 3035870"/>
                <a:gd name="connsiteX216" fmla="*/ 24518 w 3253380"/>
                <a:gd name="connsiteY216" fmla="*/ 506794 h 3035870"/>
                <a:gd name="connsiteX217" fmla="*/ 47740 w 3253380"/>
                <a:gd name="connsiteY217" fmla="*/ 577247 h 3035870"/>
                <a:gd name="connsiteX218" fmla="*/ 113388 w 3253380"/>
                <a:gd name="connsiteY218" fmla="*/ 539116 h 3035870"/>
                <a:gd name="connsiteX219" fmla="*/ 163250 w 3253380"/>
                <a:gd name="connsiteY219" fmla="*/ 488796 h 3035870"/>
                <a:gd name="connsiteX220" fmla="*/ 173545 w 3253380"/>
                <a:gd name="connsiteY220" fmla="*/ 473900 h 3035870"/>
                <a:gd name="connsiteX221" fmla="*/ 187259 w 3253380"/>
                <a:gd name="connsiteY221" fmla="*/ 468155 h 3035870"/>
                <a:gd name="connsiteX222" fmla="*/ 195216 w 3253380"/>
                <a:gd name="connsiteY222" fmla="*/ 488008 h 3035870"/>
                <a:gd name="connsiteX223" fmla="*/ 253022 w 3253380"/>
                <a:gd name="connsiteY223" fmla="*/ 501990 h 3035870"/>
                <a:gd name="connsiteX224" fmla="*/ 274426 w 3253380"/>
                <a:gd name="connsiteY224" fmla="*/ 463160 h 3035870"/>
                <a:gd name="connsiteX225" fmla="*/ 317234 w 3253380"/>
                <a:gd name="connsiteY225" fmla="*/ 446827 h 3035870"/>
                <a:gd name="connsiteX226" fmla="*/ 336668 w 3253380"/>
                <a:gd name="connsiteY226" fmla="*/ 437930 h 3035870"/>
                <a:gd name="connsiteX227" fmla="*/ 352861 w 3253380"/>
                <a:gd name="connsiteY227" fmla="*/ 408392 h 3035870"/>
                <a:gd name="connsiteX228" fmla="*/ 355860 w 3253380"/>
                <a:gd name="connsiteY228" fmla="*/ 402367 h 3035870"/>
                <a:gd name="connsiteX229" fmla="*/ 373998 w 3253380"/>
                <a:gd name="connsiteY229" fmla="*/ 367732 h 3035870"/>
                <a:gd name="connsiteX230" fmla="*/ 380251 w 3253380"/>
                <a:gd name="connsiteY230" fmla="*/ 351666 h 3035870"/>
                <a:gd name="connsiteX231" fmla="*/ 404286 w 3253380"/>
                <a:gd name="connsiteY231" fmla="*/ 338600 h 3035870"/>
                <a:gd name="connsiteX232" fmla="*/ 400740 w 3253380"/>
                <a:gd name="connsiteY232" fmla="*/ 311019 h 3035870"/>
                <a:gd name="connsiteX233" fmla="*/ 402964 w 3253380"/>
                <a:gd name="connsiteY233" fmla="*/ 306964 h 3035870"/>
                <a:gd name="connsiteX234" fmla="*/ 446421 w 3253380"/>
                <a:gd name="connsiteY234" fmla="*/ 289170 h 3035870"/>
                <a:gd name="connsiteX235" fmla="*/ 464698 w 3253380"/>
                <a:gd name="connsiteY235" fmla="*/ 321695 h 3035870"/>
                <a:gd name="connsiteX236" fmla="*/ 590643 w 3253380"/>
                <a:gd name="connsiteY236" fmla="*/ 294127 h 3035870"/>
                <a:gd name="connsiteX237" fmla="*/ 587250 w 3253380"/>
                <a:gd name="connsiteY237" fmla="*/ 226305 h 3035870"/>
                <a:gd name="connsiteX238" fmla="*/ 627821 w 3253380"/>
                <a:gd name="connsiteY238" fmla="*/ 209782 h 3035870"/>
                <a:gd name="connsiteX239" fmla="*/ 630833 w 3253380"/>
                <a:gd name="connsiteY239" fmla="*/ 184565 h 3035870"/>
                <a:gd name="connsiteX240" fmla="*/ 617119 w 3253380"/>
                <a:gd name="connsiteY240" fmla="*/ 154887 h 3035870"/>
                <a:gd name="connsiteX241" fmla="*/ 639705 w 3253380"/>
                <a:gd name="connsiteY241" fmla="*/ 151747 h 3035870"/>
                <a:gd name="connsiteX242" fmla="*/ 703116 w 3253380"/>
                <a:gd name="connsiteY242" fmla="*/ 147845 h 3035870"/>
                <a:gd name="connsiteX243" fmla="*/ 712013 w 3253380"/>
                <a:gd name="connsiteY243" fmla="*/ 168080 h 3035870"/>
                <a:gd name="connsiteX244" fmla="*/ 716843 w 3253380"/>
                <a:gd name="connsiteY244" fmla="*/ 167571 h 3035870"/>
                <a:gd name="connsiteX245" fmla="*/ 756778 w 3253380"/>
                <a:gd name="connsiteY245" fmla="*/ 169923 h 3035870"/>
                <a:gd name="connsiteX246" fmla="*/ 802052 w 3253380"/>
                <a:gd name="connsiteY246" fmla="*/ 178159 h 3035870"/>
                <a:gd name="connsiteX247" fmla="*/ 829074 w 3253380"/>
                <a:gd name="connsiteY247" fmla="*/ 178934 h 3035870"/>
                <a:gd name="connsiteX248" fmla="*/ 853478 w 3253380"/>
                <a:gd name="connsiteY248" fmla="*/ 181146 h 3035870"/>
                <a:gd name="connsiteX249" fmla="*/ 908932 w 3253380"/>
                <a:gd name="connsiteY249" fmla="*/ 170711 h 3035870"/>
                <a:gd name="connsiteX250" fmla="*/ 969941 w 3253380"/>
                <a:gd name="connsiteY250" fmla="*/ 117646 h 3035870"/>
                <a:gd name="connsiteX251" fmla="*/ 991739 w 3253380"/>
                <a:gd name="connsiteY251" fmla="*/ 118294 h 3035870"/>
                <a:gd name="connsiteX252" fmla="*/ 993951 w 3253380"/>
                <a:gd name="connsiteY252" fmla="*/ 117646 h 3035870"/>
                <a:gd name="connsiteX253" fmla="*/ 1058773 w 3253380"/>
                <a:gd name="connsiteY253" fmla="*/ 84968 h 3035870"/>
                <a:gd name="connsiteX254" fmla="*/ 1066463 w 3253380"/>
                <a:gd name="connsiteY254" fmla="*/ 86798 h 3035870"/>
                <a:gd name="connsiteX255" fmla="*/ 1074089 w 3253380"/>
                <a:gd name="connsiteY255" fmla="*/ 89149 h 3035870"/>
                <a:gd name="connsiteX256" fmla="*/ 1078016 w 3253380"/>
                <a:gd name="connsiteY256" fmla="*/ 96191 h 3035870"/>
                <a:gd name="connsiteX257" fmla="*/ 1139877 w 3253380"/>
                <a:gd name="connsiteY257" fmla="*/ 115027 h 3035870"/>
                <a:gd name="connsiteX258" fmla="*/ 1178630 w 3253380"/>
                <a:gd name="connsiteY258" fmla="*/ 110058 h 3035870"/>
                <a:gd name="connsiteX259" fmla="*/ 1182291 w 3253380"/>
                <a:gd name="connsiteY259" fmla="*/ 109409 h 3035870"/>
                <a:gd name="connsiteX260" fmla="*/ 1246998 w 3253380"/>
                <a:gd name="connsiteY260" fmla="*/ 114494 h 3035870"/>
                <a:gd name="connsiteX261" fmla="*/ 1280541 w 3253380"/>
                <a:gd name="connsiteY261" fmla="*/ 128856 h 3035870"/>
                <a:gd name="connsiteX262" fmla="*/ 1410007 w 3253380"/>
                <a:gd name="connsiteY262" fmla="*/ 71215 h 3035870"/>
                <a:gd name="connsiteX263" fmla="*/ 1402825 w 3253380"/>
                <a:gd name="connsiteY263" fmla="*/ 50701 h 3035870"/>
                <a:gd name="connsiteX264" fmla="*/ 1360284 w 3253380"/>
                <a:gd name="connsiteY264" fmla="*/ 68356 h 3035870"/>
                <a:gd name="connsiteX265" fmla="*/ 1340977 w 3253380"/>
                <a:gd name="connsiteY265" fmla="*/ 60386 h 3035870"/>
                <a:gd name="connsiteX266" fmla="*/ 1404643 w 3253380"/>
                <a:gd name="connsiteY266" fmla="*/ 0 h 3035870"/>
                <a:gd name="connsiteX267" fmla="*/ 1443549 w 3253380"/>
                <a:gd name="connsiteY267" fmla="*/ 46265 h 3035870"/>
                <a:gd name="connsiteX268" fmla="*/ 1428017 w 3253380"/>
                <a:gd name="connsiteY268" fmla="*/ 65864 h 3035870"/>
                <a:gd name="connsiteX269" fmla="*/ 1426848 w 3253380"/>
                <a:gd name="connsiteY269" fmla="*/ 80379 h 3035870"/>
                <a:gd name="connsiteX270" fmla="*/ 1378422 w 3253380"/>
                <a:gd name="connsiteY270" fmla="*/ 141388 h 3035870"/>
                <a:gd name="connsiteX271" fmla="*/ 1328699 w 3253380"/>
                <a:gd name="connsiteY271" fmla="*/ 157327 h 3035870"/>
                <a:gd name="connsiteX272" fmla="*/ 1288370 w 3253380"/>
                <a:gd name="connsiteY272" fmla="*/ 170520 h 3035870"/>
                <a:gd name="connsiteX273" fmla="*/ 1264106 w 3253380"/>
                <a:gd name="connsiteY273" fmla="*/ 179926 h 3035870"/>
                <a:gd name="connsiteX274" fmla="*/ 1254840 w 3253380"/>
                <a:gd name="connsiteY274" fmla="*/ 199410 h 3035870"/>
                <a:gd name="connsiteX275" fmla="*/ 1230183 w 3253380"/>
                <a:gd name="connsiteY275" fmla="*/ 240452 h 3035870"/>
                <a:gd name="connsiteX276" fmla="*/ 1189192 w 3253380"/>
                <a:gd name="connsiteY276" fmla="*/ 245281 h 3035870"/>
                <a:gd name="connsiteX277" fmla="*/ 1156146 w 3253380"/>
                <a:gd name="connsiteY277" fmla="*/ 262288 h 3035870"/>
                <a:gd name="connsiteX278" fmla="*/ 1129658 w 3253380"/>
                <a:gd name="connsiteY278" fmla="*/ 277959 h 3035870"/>
                <a:gd name="connsiteX279" fmla="*/ 1138796 w 3253380"/>
                <a:gd name="connsiteY279" fmla="*/ 305541 h 3035870"/>
                <a:gd name="connsiteX280" fmla="*/ 1120265 w 3253380"/>
                <a:gd name="connsiteY280" fmla="*/ 312468 h 3035870"/>
                <a:gd name="connsiteX281" fmla="*/ 975534 w 3253380"/>
                <a:gd name="connsiteY281" fmla="*/ 381103 h 3035870"/>
                <a:gd name="connsiteX282" fmla="*/ 984278 w 3253380"/>
                <a:gd name="connsiteY282" fmla="*/ 411684 h 3035870"/>
                <a:gd name="connsiteX283" fmla="*/ 1003852 w 3253380"/>
                <a:gd name="connsiteY283" fmla="*/ 458610 h 3035870"/>
                <a:gd name="connsiteX284" fmla="*/ 1026425 w 3253380"/>
                <a:gd name="connsiteY284" fmla="*/ 449979 h 3035870"/>
                <a:gd name="connsiteX285" fmla="*/ 1057222 w 3253380"/>
                <a:gd name="connsiteY285" fmla="*/ 482276 h 3035870"/>
                <a:gd name="connsiteX286" fmla="*/ 1076682 w 3253380"/>
                <a:gd name="connsiteY286" fmla="*/ 526965 h 3035870"/>
                <a:gd name="connsiteX287" fmla="*/ 1060870 w 3253380"/>
                <a:gd name="connsiteY287" fmla="*/ 548394 h 3035870"/>
                <a:gd name="connsiteX288" fmla="*/ 1082287 w 3253380"/>
                <a:gd name="connsiteY288" fmla="*/ 551674 h 3035870"/>
                <a:gd name="connsiteX289" fmla="*/ 1098810 w 3253380"/>
                <a:gd name="connsiteY289" fmla="*/ 544226 h 3035870"/>
                <a:gd name="connsiteX290" fmla="*/ 1117087 w 3253380"/>
                <a:gd name="connsiteY290" fmla="*/ 546310 h 3035870"/>
                <a:gd name="connsiteX291" fmla="*/ 1128526 w 3253380"/>
                <a:gd name="connsiteY291" fmla="*/ 537032 h 3035870"/>
                <a:gd name="connsiteX292" fmla="*/ 1131272 w 3253380"/>
                <a:gd name="connsiteY292" fmla="*/ 524614 h 3035870"/>
                <a:gd name="connsiteX293" fmla="*/ 1138440 w 3253380"/>
                <a:gd name="connsiteY293" fmla="*/ 515844 h 3035870"/>
                <a:gd name="connsiteX294" fmla="*/ 1153693 w 3253380"/>
                <a:gd name="connsiteY294" fmla="*/ 512590 h 3035870"/>
                <a:gd name="connsiteX295" fmla="*/ 1159692 w 3253380"/>
                <a:gd name="connsiteY295" fmla="*/ 502777 h 3035870"/>
                <a:gd name="connsiteX296" fmla="*/ 1159044 w 3253380"/>
                <a:gd name="connsiteY296" fmla="*/ 489711 h 3035870"/>
                <a:gd name="connsiteX297" fmla="*/ 1162310 w 3253380"/>
                <a:gd name="connsiteY297" fmla="*/ 480052 h 3035870"/>
                <a:gd name="connsiteX298" fmla="*/ 1171576 w 3253380"/>
                <a:gd name="connsiteY298" fmla="*/ 478336 h 3035870"/>
                <a:gd name="connsiteX299" fmla="*/ 1175491 w 3253380"/>
                <a:gd name="connsiteY299" fmla="*/ 485670 h 3035870"/>
                <a:gd name="connsiteX300" fmla="*/ 1180829 w 3253380"/>
                <a:gd name="connsiteY300" fmla="*/ 494160 h 3035870"/>
                <a:gd name="connsiteX301" fmla="*/ 1188455 w 3253380"/>
                <a:gd name="connsiteY301" fmla="*/ 493626 h 3035870"/>
                <a:gd name="connsiteX302" fmla="*/ 1194975 w 3253380"/>
                <a:gd name="connsiteY302" fmla="*/ 486445 h 3035870"/>
                <a:gd name="connsiteX303" fmla="*/ 1197200 w 3253380"/>
                <a:gd name="connsiteY303" fmla="*/ 477688 h 3035870"/>
                <a:gd name="connsiteX304" fmla="*/ 1196030 w 3253380"/>
                <a:gd name="connsiteY304" fmla="*/ 468536 h 3035870"/>
                <a:gd name="connsiteX305" fmla="*/ 1200339 w 3253380"/>
                <a:gd name="connsiteY305" fmla="*/ 464088 h 3035870"/>
                <a:gd name="connsiteX306" fmla="*/ 1211435 w 3253380"/>
                <a:gd name="connsiteY306" fmla="*/ 466312 h 3035870"/>
                <a:gd name="connsiteX307" fmla="*/ 1249922 w 3253380"/>
                <a:gd name="connsiteY307" fmla="*/ 461075 h 3035870"/>
                <a:gd name="connsiteX308" fmla="*/ 1257624 w 3253380"/>
                <a:gd name="connsiteY308" fmla="*/ 512056 h 3035870"/>
                <a:gd name="connsiteX309" fmla="*/ 1290365 w 3253380"/>
                <a:gd name="connsiteY309" fmla="*/ 518208 h 3035870"/>
                <a:gd name="connsiteX310" fmla="*/ 1258412 w 3253380"/>
                <a:gd name="connsiteY310" fmla="*/ 566684 h 3035870"/>
                <a:gd name="connsiteX311" fmla="*/ 1241698 w 3253380"/>
                <a:gd name="connsiteY311" fmla="*/ 575582 h 3035870"/>
                <a:gd name="connsiteX312" fmla="*/ 1207253 w 3253380"/>
                <a:gd name="connsiteY312" fmla="*/ 563698 h 3035870"/>
                <a:gd name="connsiteX313" fmla="*/ 1177359 w 3253380"/>
                <a:gd name="connsiteY313" fmla="*/ 581212 h 3035870"/>
                <a:gd name="connsiteX314" fmla="*/ 1179901 w 3253380"/>
                <a:gd name="connsiteY314" fmla="*/ 594545 h 3035870"/>
                <a:gd name="connsiteX315" fmla="*/ 1150413 w 3253380"/>
                <a:gd name="connsiteY315" fmla="*/ 609035 h 3035870"/>
                <a:gd name="connsiteX316" fmla="*/ 1140487 w 3253380"/>
                <a:gd name="connsiteY316" fmla="*/ 624605 h 3035870"/>
                <a:gd name="connsiteX317" fmla="*/ 1169085 w 3253380"/>
                <a:gd name="connsiteY317" fmla="*/ 645653 h 3035870"/>
                <a:gd name="connsiteX318" fmla="*/ 1177982 w 3253380"/>
                <a:gd name="connsiteY318" fmla="*/ 660816 h 3035870"/>
                <a:gd name="connsiteX319" fmla="*/ 1152396 w 3253380"/>
                <a:gd name="connsiteY319" fmla="*/ 661858 h 3035870"/>
                <a:gd name="connsiteX320" fmla="*/ 1107631 w 3253380"/>
                <a:gd name="connsiteY320" fmla="*/ 676882 h 3035870"/>
                <a:gd name="connsiteX321" fmla="*/ 1069271 w 3253380"/>
                <a:gd name="connsiteY321" fmla="*/ 654283 h 3035870"/>
                <a:gd name="connsiteX322" fmla="*/ 1038208 w 3253380"/>
                <a:gd name="connsiteY322" fmla="*/ 664337 h 3035870"/>
                <a:gd name="connsiteX323" fmla="*/ 1059739 w 3253380"/>
                <a:gd name="connsiteY323" fmla="*/ 744310 h 3035870"/>
                <a:gd name="connsiteX324" fmla="*/ 1120938 w 3253380"/>
                <a:gd name="connsiteY324" fmla="*/ 744729 h 3035870"/>
                <a:gd name="connsiteX325" fmla="*/ 1127204 w 3253380"/>
                <a:gd name="connsiteY325" fmla="*/ 742505 h 3035870"/>
                <a:gd name="connsiteX326" fmla="*/ 1165056 w 3253380"/>
                <a:gd name="connsiteY326" fmla="*/ 730074 h 3035870"/>
                <a:gd name="connsiteX327" fmla="*/ 1167534 w 3253380"/>
                <a:gd name="connsiteY327" fmla="*/ 786940 h 3035870"/>
                <a:gd name="connsiteX328" fmla="*/ 1184057 w 3253380"/>
                <a:gd name="connsiteY328" fmla="*/ 807721 h 3035870"/>
                <a:gd name="connsiteX329" fmla="*/ 1206936 w 3253380"/>
                <a:gd name="connsiteY329" fmla="*/ 802878 h 3035870"/>
                <a:gd name="connsiteX330" fmla="*/ 1231212 w 3253380"/>
                <a:gd name="connsiteY330" fmla="*/ 795417 h 3035870"/>
                <a:gd name="connsiteX331" fmla="*/ 1239385 w 3253380"/>
                <a:gd name="connsiteY331" fmla="*/ 783038 h 3035870"/>
                <a:gd name="connsiteX332" fmla="*/ 1245257 w 3253380"/>
                <a:gd name="connsiteY332" fmla="*/ 763171 h 3035870"/>
                <a:gd name="connsiteX333" fmla="*/ 1233119 w 3253380"/>
                <a:gd name="connsiteY333" fmla="*/ 746559 h 3035870"/>
                <a:gd name="connsiteX334" fmla="*/ 1220205 w 3253380"/>
                <a:gd name="connsiteY334" fmla="*/ 707348 h 3035870"/>
                <a:gd name="connsiteX335" fmla="*/ 1248168 w 3253380"/>
                <a:gd name="connsiteY335" fmla="*/ 695451 h 3035870"/>
                <a:gd name="connsiteX336" fmla="*/ 1258094 w 3253380"/>
                <a:gd name="connsiteY336" fmla="*/ 691550 h 3035870"/>
                <a:gd name="connsiteX337" fmla="*/ 1283146 w 3253380"/>
                <a:gd name="connsiteY337" fmla="*/ 680949 h 3035870"/>
                <a:gd name="connsiteX338" fmla="*/ 1308567 w 3253380"/>
                <a:gd name="connsiteY338" fmla="*/ 663829 h 3035870"/>
                <a:gd name="connsiteX339" fmla="*/ 1329449 w 3253380"/>
                <a:gd name="connsiteY339" fmla="*/ 626448 h 3035870"/>
                <a:gd name="connsiteX340" fmla="*/ 1359344 w 3253380"/>
                <a:gd name="connsiteY340" fmla="*/ 580183 h 3035870"/>
                <a:gd name="connsiteX341" fmla="*/ 1343545 w 3253380"/>
                <a:gd name="connsiteY341" fmla="*/ 557037 h 3035870"/>
                <a:gd name="connsiteX342" fmla="*/ 1345896 w 3253380"/>
                <a:gd name="connsiteY342" fmla="*/ 550377 h 3035870"/>
                <a:gd name="connsiteX343" fmla="*/ 1378129 w 3253380"/>
                <a:gd name="connsiteY343" fmla="*/ 543196 h 3035870"/>
                <a:gd name="connsiteX344" fmla="*/ 1418802 w 3253380"/>
                <a:gd name="connsiteY344" fmla="*/ 528554 h 3035870"/>
                <a:gd name="connsiteX345" fmla="*/ 1451149 w 3253380"/>
                <a:gd name="connsiteY345" fmla="*/ 539396 h 3035870"/>
                <a:gd name="connsiteX346" fmla="*/ 1474130 w 3253380"/>
                <a:gd name="connsiteY346" fmla="*/ 589715 h 3035870"/>
                <a:gd name="connsiteX347" fmla="*/ 1482099 w 3253380"/>
                <a:gd name="connsiteY347" fmla="*/ 577564 h 3035870"/>
                <a:gd name="connsiteX348" fmla="*/ 1512095 w 3253380"/>
                <a:gd name="connsiteY348" fmla="*/ 574171 h 3035870"/>
                <a:gd name="connsiteX349" fmla="*/ 1541595 w 3253380"/>
                <a:gd name="connsiteY349" fmla="*/ 568807 h 3035870"/>
                <a:gd name="connsiteX350" fmla="*/ 1546946 w 3253380"/>
                <a:gd name="connsiteY350" fmla="*/ 572862 h 3035870"/>
                <a:gd name="connsiteX351" fmla="*/ 1593402 w 3253380"/>
                <a:gd name="connsiteY351" fmla="*/ 584898 h 3035870"/>
                <a:gd name="connsiteX352" fmla="*/ 1609201 w 3253380"/>
                <a:gd name="connsiteY352" fmla="*/ 577437 h 3035870"/>
                <a:gd name="connsiteX353" fmla="*/ 1609595 w 3253380"/>
                <a:gd name="connsiteY353" fmla="*/ 544886 h 3035870"/>
                <a:gd name="connsiteX354" fmla="*/ 1649658 w 3253380"/>
                <a:gd name="connsiteY354" fmla="*/ 527092 h 3035870"/>
                <a:gd name="connsiteX355" fmla="*/ 1651348 w 3253380"/>
                <a:gd name="connsiteY355" fmla="*/ 515856 h 3035870"/>
                <a:gd name="connsiteX356" fmla="*/ 1646264 w 3253380"/>
                <a:gd name="connsiteY356" fmla="*/ 478730 h 3035870"/>
                <a:gd name="connsiteX357" fmla="*/ 1653178 w 3253380"/>
                <a:gd name="connsiteY357" fmla="*/ 459906 h 3035870"/>
                <a:gd name="connsiteX358" fmla="*/ 1628521 w 3253380"/>
                <a:gd name="connsiteY358" fmla="*/ 429846 h 3035870"/>
                <a:gd name="connsiteX359" fmla="*/ 1598232 w 3253380"/>
                <a:gd name="connsiteY359" fmla="*/ 427749 h 3035870"/>
                <a:gd name="connsiteX360" fmla="*/ 1602147 w 3253380"/>
                <a:gd name="connsiteY360" fmla="*/ 403053 h 3035870"/>
                <a:gd name="connsiteX361" fmla="*/ 1600723 w 3253380"/>
                <a:gd name="connsiteY361" fmla="*/ 400308 h 3035870"/>
                <a:gd name="connsiteX362" fmla="*/ 1583488 w 3253380"/>
                <a:gd name="connsiteY362" fmla="*/ 367757 h 3035870"/>
                <a:gd name="connsiteX363" fmla="*/ 1584009 w 3253380"/>
                <a:gd name="connsiteY363" fmla="*/ 344497 h 3035870"/>
                <a:gd name="connsiteX364" fmla="*/ 1543693 w 3253380"/>
                <a:gd name="connsiteY364" fmla="*/ 346595 h 3035870"/>
                <a:gd name="connsiteX365" fmla="*/ 1536638 w 3253380"/>
                <a:gd name="connsiteY365" fmla="*/ 331965 h 3035870"/>
                <a:gd name="connsiteX366" fmla="*/ 1496055 w 3253380"/>
                <a:gd name="connsiteY366" fmla="*/ 299020 h 3035870"/>
                <a:gd name="connsiteX367" fmla="*/ 1495534 w 3253380"/>
                <a:gd name="connsiteY367" fmla="*/ 281900 h 3035870"/>
                <a:gd name="connsiteX368" fmla="*/ 1491212 w 3253380"/>
                <a:gd name="connsiteY368" fmla="*/ 243070 h 3035870"/>
                <a:gd name="connsiteX369" fmla="*/ 1469821 w 3253380"/>
                <a:gd name="connsiteY369" fmla="*/ 218234 h 3035870"/>
                <a:gd name="connsiteX370" fmla="*/ 1461076 w 3253380"/>
                <a:gd name="connsiteY370" fmla="*/ 205702 h 3035870"/>
                <a:gd name="connsiteX371" fmla="*/ 1515730 w 3253380"/>
                <a:gd name="connsiteY371" fmla="*/ 193932 h 3035870"/>
                <a:gd name="connsiteX372" fmla="*/ 1527602 w 3253380"/>
                <a:gd name="connsiteY372" fmla="*/ 191454 h 3035870"/>
                <a:gd name="connsiteX373" fmla="*/ 1601727 w 3253380"/>
                <a:gd name="connsiteY373" fmla="*/ 187272 h 3035870"/>
                <a:gd name="connsiteX374" fmla="*/ 1604981 w 3253380"/>
                <a:gd name="connsiteY374" fmla="*/ 185823 h 3035870"/>
                <a:gd name="connsiteX375" fmla="*/ 1624568 w 3253380"/>
                <a:gd name="connsiteY375" fmla="*/ 174193 h 3035870"/>
                <a:gd name="connsiteX376" fmla="*/ 1652886 w 3253380"/>
                <a:gd name="connsiteY376" fmla="*/ 161483 h 3035870"/>
                <a:gd name="connsiteX377" fmla="*/ 1673222 w 3253380"/>
                <a:gd name="connsiteY377" fmla="*/ 152586 h 3035870"/>
                <a:gd name="connsiteX378" fmla="*/ 1781806 w 3253380"/>
                <a:gd name="connsiteY378" fmla="*/ 253632 h 3035870"/>
                <a:gd name="connsiteX379" fmla="*/ 1819631 w 3253380"/>
                <a:gd name="connsiteY379" fmla="*/ 258983 h 3035870"/>
                <a:gd name="connsiteX380" fmla="*/ 1841556 w 3253380"/>
                <a:gd name="connsiteY380" fmla="*/ 223166 h 3035870"/>
                <a:gd name="connsiteX381" fmla="*/ 1877069 w 3253380"/>
                <a:gd name="connsiteY381" fmla="*/ 263305 h 3035870"/>
                <a:gd name="connsiteX382" fmla="*/ 1905908 w 3253380"/>
                <a:gd name="connsiteY382" fmla="*/ 231135 h 3035870"/>
                <a:gd name="connsiteX383" fmla="*/ 1914119 w 3253380"/>
                <a:gd name="connsiteY383" fmla="*/ 227322 h 3035870"/>
                <a:gd name="connsiteX384" fmla="*/ 1917932 w 3253380"/>
                <a:gd name="connsiteY384" fmla="*/ 232152 h 3035870"/>
                <a:gd name="connsiteX385" fmla="*/ 1918453 w 3253380"/>
                <a:gd name="connsiteY385" fmla="*/ 239206 h 3035870"/>
                <a:gd name="connsiteX386" fmla="*/ 1936603 w 3253380"/>
                <a:gd name="connsiteY386" fmla="*/ 248879 h 3035870"/>
                <a:gd name="connsiteX387" fmla="*/ 1957740 w 3253380"/>
                <a:gd name="connsiteY387" fmla="*/ 236079 h 3035870"/>
                <a:gd name="connsiteX388" fmla="*/ 1963485 w 3253380"/>
                <a:gd name="connsiteY388" fmla="*/ 271490 h 3035870"/>
                <a:gd name="connsiteX389" fmla="*/ 1985919 w 3253380"/>
                <a:gd name="connsiteY389" fmla="*/ 328076 h 3035870"/>
                <a:gd name="connsiteX390" fmla="*/ 1985398 w 3253380"/>
                <a:gd name="connsiteY390" fmla="*/ 362851 h 3035870"/>
                <a:gd name="connsiteX391" fmla="*/ 2001857 w 3253380"/>
                <a:gd name="connsiteY391" fmla="*/ 378535 h 3035870"/>
                <a:gd name="connsiteX392" fmla="*/ 2023897 w 3253380"/>
                <a:gd name="connsiteY392" fmla="*/ 436824 h 3035870"/>
                <a:gd name="connsiteX393" fmla="*/ 2028587 w 3253380"/>
                <a:gd name="connsiteY393" fmla="*/ 433303 h 3035870"/>
                <a:gd name="connsiteX394" fmla="*/ 2072717 w 3253380"/>
                <a:gd name="connsiteY394" fmla="*/ 501939 h 3035870"/>
                <a:gd name="connsiteX395" fmla="*/ 2064620 w 3253380"/>
                <a:gd name="connsiteY395" fmla="*/ 533168 h 3035870"/>
                <a:gd name="connsiteX396" fmla="*/ 2075449 w 3253380"/>
                <a:gd name="connsiteY396" fmla="*/ 587669 h 3035870"/>
                <a:gd name="connsiteX397" fmla="*/ 2083800 w 3253380"/>
                <a:gd name="connsiteY397" fmla="*/ 644128 h 3035870"/>
                <a:gd name="connsiteX398" fmla="*/ 2058621 w 3253380"/>
                <a:gd name="connsiteY398" fmla="*/ 656838 h 3035870"/>
                <a:gd name="connsiteX399" fmla="*/ 2045441 w 3253380"/>
                <a:gd name="connsiteY399" fmla="*/ 679462 h 3035870"/>
                <a:gd name="connsiteX400" fmla="*/ 2061964 w 3253380"/>
                <a:gd name="connsiteY400" fmla="*/ 758786 h 3035870"/>
                <a:gd name="connsiteX401" fmla="*/ 2056880 w 3253380"/>
                <a:gd name="connsiteY401" fmla="*/ 786635 h 3035870"/>
                <a:gd name="connsiteX402" fmla="*/ 2070594 w 3253380"/>
                <a:gd name="connsiteY402" fmla="*/ 792240 h 3035870"/>
                <a:gd name="connsiteX403" fmla="*/ 2048555 w 3253380"/>
                <a:gd name="connsiteY403" fmla="*/ 878377 h 3035870"/>
                <a:gd name="connsiteX404" fmla="*/ 2097870 w 3253380"/>
                <a:gd name="connsiteY404" fmla="*/ 937187 h 3035870"/>
                <a:gd name="connsiteX405" fmla="*/ 2117571 w 3253380"/>
                <a:gd name="connsiteY405" fmla="*/ 1008440 h 3035870"/>
                <a:gd name="connsiteX406" fmla="*/ 2153859 w 3253380"/>
                <a:gd name="connsiteY406" fmla="*/ 996416 h 3035870"/>
                <a:gd name="connsiteX407" fmla="*/ 2197963 w 3253380"/>
                <a:gd name="connsiteY407" fmla="*/ 1009864 h 3035870"/>
                <a:gd name="connsiteX408" fmla="*/ 2221972 w 3253380"/>
                <a:gd name="connsiteY408" fmla="*/ 1006051 h 3035870"/>
                <a:gd name="connsiteX409" fmla="*/ 2221464 w 3253380"/>
                <a:gd name="connsiteY409" fmla="*/ 1082248 h 3035870"/>
                <a:gd name="connsiteX410" fmla="*/ 2208004 w 3253380"/>
                <a:gd name="connsiteY410" fmla="*/ 1115295 h 3035870"/>
                <a:gd name="connsiteX411" fmla="*/ 2146283 w 3253380"/>
                <a:gd name="connsiteY411" fmla="*/ 1221692 h 3035870"/>
                <a:gd name="connsiteX412" fmla="*/ 2060019 w 3253380"/>
                <a:gd name="connsiteY412" fmla="*/ 1253328 h 3035870"/>
                <a:gd name="connsiteX413" fmla="*/ 2048681 w 3253380"/>
                <a:gd name="connsiteY413" fmla="*/ 1281557 h 3035870"/>
                <a:gd name="connsiteX414" fmla="*/ 2081309 w 3253380"/>
                <a:gd name="connsiteY414" fmla="*/ 1305859 h 3035870"/>
                <a:gd name="connsiteX415" fmla="*/ 2061061 w 3253380"/>
                <a:gd name="connsiteY415" fmla="*/ 1356306 h 3035870"/>
                <a:gd name="connsiteX416" fmla="*/ 2031701 w 3253380"/>
                <a:gd name="connsiteY416" fmla="*/ 1369652 h 3035870"/>
                <a:gd name="connsiteX417" fmla="*/ 2055202 w 3253380"/>
                <a:gd name="connsiteY417" fmla="*/ 1482772 h 3035870"/>
                <a:gd name="connsiteX418" fmla="*/ 2114177 w 3253380"/>
                <a:gd name="connsiteY418" fmla="*/ 1532838 h 3035870"/>
                <a:gd name="connsiteX419" fmla="*/ 2163518 w 3253380"/>
                <a:gd name="connsiteY419" fmla="*/ 1574680 h 3035870"/>
                <a:gd name="connsiteX420" fmla="*/ 2221591 w 3253380"/>
                <a:gd name="connsiteY420" fmla="*/ 1623817 h 3035870"/>
                <a:gd name="connsiteX421" fmla="*/ 2226942 w 3253380"/>
                <a:gd name="connsiteY421" fmla="*/ 1639756 h 3035870"/>
                <a:gd name="connsiteX422" fmla="*/ 2228112 w 3253380"/>
                <a:gd name="connsiteY422" fmla="*/ 1647382 h 3035870"/>
                <a:gd name="connsiteX423" fmla="*/ 2244813 w 3253380"/>
                <a:gd name="connsiteY423" fmla="*/ 1660448 h 3035870"/>
                <a:gd name="connsiteX424" fmla="*/ 2291154 w 3253380"/>
                <a:gd name="connsiteY424" fmla="*/ 1697041 h 3035870"/>
                <a:gd name="connsiteX425" fmla="*/ 2364607 w 3253380"/>
                <a:gd name="connsiteY425" fmla="*/ 1654436 h 3035870"/>
                <a:gd name="connsiteX426" fmla="*/ 2418383 w 3253380"/>
                <a:gd name="connsiteY426" fmla="*/ 1659800 h 3035870"/>
                <a:gd name="connsiteX427" fmla="*/ 2462094 w 3253380"/>
                <a:gd name="connsiteY427" fmla="*/ 1661490 h 3035870"/>
                <a:gd name="connsiteX428" fmla="*/ 2504508 w 3253380"/>
                <a:gd name="connsiteY428" fmla="*/ 1661490 h 3035870"/>
                <a:gd name="connsiteX429" fmla="*/ 2531911 w 3253380"/>
                <a:gd name="connsiteY429" fmla="*/ 1698617 h 3035870"/>
                <a:gd name="connsiteX430" fmla="*/ 2571986 w 3253380"/>
                <a:gd name="connsiteY430" fmla="*/ 1708544 h 3035870"/>
                <a:gd name="connsiteX431" fmla="*/ 2622484 w 3253380"/>
                <a:gd name="connsiteY431" fmla="*/ 1753118 h 3035870"/>
                <a:gd name="connsiteX432" fmla="*/ 2665699 w 3253380"/>
                <a:gd name="connsiteY432" fmla="*/ 1732197 h 3035870"/>
                <a:gd name="connsiteX433" fmla="*/ 2711227 w 3253380"/>
                <a:gd name="connsiteY433" fmla="*/ 1707679 h 3035870"/>
                <a:gd name="connsiteX434" fmla="*/ 2777256 w 3253380"/>
                <a:gd name="connsiteY434" fmla="*/ 1734587 h 3035870"/>
                <a:gd name="connsiteX435" fmla="*/ 2811968 w 3253380"/>
                <a:gd name="connsiteY435" fmla="*/ 1708709 h 3035870"/>
                <a:gd name="connsiteX436" fmla="*/ 2899007 w 3253380"/>
                <a:gd name="connsiteY436" fmla="*/ 1751059 h 3035870"/>
                <a:gd name="connsiteX437" fmla="*/ 2979399 w 3253380"/>
                <a:gd name="connsiteY437" fmla="*/ 1690050 h 3035870"/>
                <a:gd name="connsiteX438" fmla="*/ 3076747 w 3253380"/>
                <a:gd name="connsiteY438" fmla="*/ 1650966 h 3035870"/>
                <a:gd name="connsiteX439" fmla="*/ 3117076 w 3253380"/>
                <a:gd name="connsiteY439" fmla="*/ 1682323 h 3035870"/>
                <a:gd name="connsiteX440" fmla="*/ 3133777 w 3253380"/>
                <a:gd name="connsiteY440" fmla="*/ 1717237 h 3035870"/>
                <a:gd name="connsiteX441" fmla="*/ 3175924 w 3253380"/>
                <a:gd name="connsiteY441" fmla="*/ 1693444 h 3035870"/>
                <a:gd name="connsiteX442" fmla="*/ 3236095 w 3253380"/>
                <a:gd name="connsiteY442" fmla="*/ 1701934 h 3035870"/>
                <a:gd name="connsiteX443" fmla="*/ 3240009 w 3253380"/>
                <a:gd name="connsiteY443" fmla="*/ 1722207 h 3035870"/>
                <a:gd name="connsiteX444" fmla="*/ 3221605 w 3253380"/>
                <a:gd name="connsiteY444" fmla="*/ 1755533 h 3035870"/>
                <a:gd name="connsiteX445" fmla="*/ 3253380 w 3253380"/>
                <a:gd name="connsiteY445" fmla="*/ 1878924 h 3035870"/>
                <a:gd name="connsiteX446" fmla="*/ 3250381 w 3253380"/>
                <a:gd name="connsiteY446" fmla="*/ 1945309 h 3035870"/>
                <a:gd name="connsiteX447" fmla="*/ 3201574 w 3253380"/>
                <a:gd name="connsiteY447" fmla="*/ 1953406 h 3035870"/>
                <a:gd name="connsiteX448" fmla="*/ 3144162 w 3253380"/>
                <a:gd name="connsiteY448" fmla="*/ 1933285 h 3035870"/>
                <a:gd name="connsiteX449" fmla="*/ 3143755 w 3253380"/>
                <a:gd name="connsiteY449" fmla="*/ 1987939 h 3035870"/>
                <a:gd name="connsiteX450" fmla="*/ 3174818 w 3253380"/>
                <a:gd name="connsiteY450" fmla="*/ 2045580 h 3035870"/>
                <a:gd name="connsiteX451" fmla="*/ 3127587 w 3253380"/>
                <a:gd name="connsiteY451" fmla="*/ 2069234 h 3035870"/>
                <a:gd name="connsiteX452" fmla="*/ 3087906 w 3253380"/>
                <a:gd name="connsiteY452" fmla="*/ 2110262 h 3035870"/>
                <a:gd name="connsiteX453" fmla="*/ 3075641 w 3253380"/>
                <a:gd name="connsiteY453" fmla="*/ 2263713 h 3035870"/>
                <a:gd name="connsiteX454" fmla="*/ 3033481 w 3253380"/>
                <a:gd name="connsiteY454" fmla="*/ 2318748 h 3035870"/>
                <a:gd name="connsiteX455" fmla="*/ 2969816 w 3253380"/>
                <a:gd name="connsiteY455" fmla="*/ 2354425 h 3035870"/>
                <a:gd name="connsiteX456" fmla="*/ 2907536 w 3253380"/>
                <a:gd name="connsiteY456" fmla="*/ 2393763 h 3035870"/>
                <a:gd name="connsiteX457" fmla="*/ 2857025 w 3253380"/>
                <a:gd name="connsiteY457" fmla="*/ 2420811 h 3035870"/>
                <a:gd name="connsiteX458" fmla="*/ 2815654 w 3253380"/>
                <a:gd name="connsiteY458" fmla="*/ 2430356 h 3035870"/>
                <a:gd name="connsiteX459" fmla="*/ 2707210 w 3253380"/>
                <a:gd name="connsiteY459" fmla="*/ 2447362 h 3035870"/>
                <a:gd name="connsiteX460" fmla="*/ 2686200 w 3253380"/>
                <a:gd name="connsiteY460" fmla="*/ 2420175 h 3035870"/>
                <a:gd name="connsiteX461" fmla="*/ 2590543 w 3253380"/>
                <a:gd name="connsiteY461" fmla="*/ 2406308 h 3035870"/>
                <a:gd name="connsiteX462" fmla="*/ 2567970 w 3253380"/>
                <a:gd name="connsiteY462" fmla="*/ 2376109 h 3035870"/>
                <a:gd name="connsiteX463" fmla="*/ 2477282 w 3253380"/>
                <a:gd name="connsiteY463" fmla="*/ 2351807 h 3035870"/>
                <a:gd name="connsiteX464" fmla="*/ 2452853 w 3253380"/>
                <a:gd name="connsiteY464" fmla="*/ 2360310 h 3035870"/>
                <a:gd name="connsiteX465" fmla="*/ 2371292 w 3253380"/>
                <a:gd name="connsiteY465" fmla="*/ 2320833 h 3035870"/>
                <a:gd name="connsiteX466" fmla="*/ 2322104 w 3253380"/>
                <a:gd name="connsiteY466" fmla="*/ 2342529 h 3035870"/>
                <a:gd name="connsiteX467" fmla="*/ 2302276 w 3253380"/>
                <a:gd name="connsiteY467" fmla="*/ 2369716 h 3035870"/>
                <a:gd name="connsiteX468" fmla="*/ 2269229 w 3253380"/>
                <a:gd name="connsiteY468" fmla="*/ 2381473 h 3035870"/>
                <a:gd name="connsiteX469" fmla="*/ 2251346 w 3253380"/>
                <a:gd name="connsiteY469" fmla="*/ 2400297 h 3035870"/>
                <a:gd name="connsiteX470" fmla="*/ 2276665 w 3253380"/>
                <a:gd name="connsiteY470" fmla="*/ 2447324 h 3035870"/>
                <a:gd name="connsiteX471" fmla="*/ 2261921 w 3253380"/>
                <a:gd name="connsiteY471" fmla="*/ 2478820 h 3035870"/>
                <a:gd name="connsiteX472" fmla="*/ 2208678 w 3253380"/>
                <a:gd name="connsiteY472" fmla="*/ 2497377 h 3035870"/>
                <a:gd name="connsiteX473" fmla="*/ 2184262 w 3253380"/>
                <a:gd name="connsiteY473" fmla="*/ 2532965 h 3035870"/>
                <a:gd name="connsiteX474" fmla="*/ 2080127 w 3253380"/>
                <a:gd name="connsiteY474" fmla="*/ 2583692 h 3035870"/>
                <a:gd name="connsiteX475" fmla="*/ 2007056 w 3253380"/>
                <a:gd name="connsiteY475" fmla="*/ 2584734 h 3035870"/>
                <a:gd name="connsiteX476" fmla="*/ 1853453 w 3253380"/>
                <a:gd name="connsiteY476" fmla="*/ 2700283 h 3035870"/>
                <a:gd name="connsiteX477" fmla="*/ 1807264 w 3253380"/>
                <a:gd name="connsiteY477" fmla="*/ 2735973 h 3035870"/>
                <a:gd name="connsiteX478" fmla="*/ 1788860 w 3253380"/>
                <a:gd name="connsiteY478" fmla="*/ 2748683 h 3035870"/>
                <a:gd name="connsiteX479" fmla="*/ 1723211 w 3253380"/>
                <a:gd name="connsiteY479" fmla="*/ 2770507 h 3035870"/>
                <a:gd name="connsiteX480" fmla="*/ 1696596 w 3253380"/>
                <a:gd name="connsiteY480" fmla="*/ 2738236 h 3035870"/>
                <a:gd name="connsiteX481" fmla="*/ 1560356 w 3253380"/>
                <a:gd name="connsiteY481" fmla="*/ 2684370 h 3035870"/>
                <a:gd name="connsiteX482" fmla="*/ 1528491 w 3253380"/>
                <a:gd name="connsiteY482" fmla="*/ 2711430 h 3035870"/>
                <a:gd name="connsiteX483" fmla="*/ 1505930 w 3253380"/>
                <a:gd name="connsiteY483" fmla="*/ 2772222 h 3035870"/>
                <a:gd name="connsiteX484" fmla="*/ 1472884 w 3253380"/>
                <a:gd name="connsiteY484" fmla="*/ 2777180 h 3035870"/>
                <a:gd name="connsiteX485" fmla="*/ 1424738 w 3253380"/>
                <a:gd name="connsiteY485" fmla="*/ 2772222 h 3035870"/>
                <a:gd name="connsiteX486" fmla="*/ 1371101 w 3253380"/>
                <a:gd name="connsiteY486" fmla="*/ 2790017 h 3035870"/>
                <a:gd name="connsiteX487" fmla="*/ 1354793 w 3253380"/>
                <a:gd name="connsiteY487" fmla="*/ 2828592 h 3035870"/>
                <a:gd name="connsiteX488" fmla="*/ 1415078 w 3253380"/>
                <a:gd name="connsiteY488" fmla="*/ 2851839 h 3035870"/>
                <a:gd name="connsiteX489" fmla="*/ 1380099 w 3253380"/>
                <a:gd name="connsiteY489" fmla="*/ 2886347 h 3035870"/>
                <a:gd name="connsiteX490" fmla="*/ 1316409 w 3253380"/>
                <a:gd name="connsiteY490" fmla="*/ 2890669 h 3035870"/>
                <a:gd name="connsiteX491" fmla="*/ 1299580 w 3253380"/>
                <a:gd name="connsiteY491" fmla="*/ 2908819 h 3035870"/>
                <a:gd name="connsiteX492" fmla="*/ 1273995 w 3253380"/>
                <a:gd name="connsiteY492" fmla="*/ 2906340 h 3035870"/>
                <a:gd name="connsiteX493" fmla="*/ 1258476 w 3253380"/>
                <a:gd name="connsiteY493" fmla="*/ 2862948 h 3035870"/>
                <a:gd name="connsiteX494" fmla="*/ 1214625 w 3253380"/>
                <a:gd name="connsiteY494" fmla="*/ 2888572 h 3035870"/>
                <a:gd name="connsiteX495" fmla="*/ 1174563 w 3253380"/>
                <a:gd name="connsiteY495" fmla="*/ 2860470 h 3035870"/>
                <a:gd name="connsiteX496" fmla="*/ 1094692 w 3253380"/>
                <a:gd name="connsiteY496" fmla="*/ 2896541 h 3035870"/>
                <a:gd name="connsiteX497" fmla="*/ 1058544 w 3253380"/>
                <a:gd name="connsiteY497" fmla="*/ 2922686 h 3035870"/>
                <a:gd name="connsiteX498" fmla="*/ 1011694 w 3253380"/>
                <a:gd name="connsiteY498" fmla="*/ 2959545 h 3035870"/>
                <a:gd name="connsiteX499" fmla="*/ 927400 w 3253380"/>
                <a:gd name="connsiteY499" fmla="*/ 2988550 h 3035870"/>
                <a:gd name="connsiteX500" fmla="*/ 908335 w 3253380"/>
                <a:gd name="connsiteY500" fmla="*/ 2976653 h 3035870"/>
                <a:gd name="connsiteX501" fmla="*/ 916304 w 3253380"/>
                <a:gd name="connsiteY501" fmla="*/ 2892486 h 3035870"/>
                <a:gd name="connsiteX502" fmla="*/ 811127 w 3253380"/>
                <a:gd name="connsiteY502" fmla="*/ 2943200 h 3035870"/>
                <a:gd name="connsiteX503" fmla="*/ 811903 w 3253380"/>
                <a:gd name="connsiteY503" fmla="*/ 3001896 h 3035870"/>
                <a:gd name="connsiteX504" fmla="*/ 792329 w 3253380"/>
                <a:gd name="connsiteY504" fmla="*/ 3025816 h 3035870"/>
                <a:gd name="connsiteX505" fmla="*/ 723046 w 3253380"/>
                <a:gd name="connsiteY505" fmla="*/ 3035870 h 3035870"/>
                <a:gd name="connsiteX506" fmla="*/ 710246 w 3253380"/>
                <a:gd name="connsiteY506" fmla="*/ 2970527 h 3035870"/>
                <a:gd name="connsiteX507" fmla="*/ 704234 w 3253380"/>
                <a:gd name="connsiteY507" fmla="*/ 2939806 h 3035870"/>
                <a:gd name="connsiteX508" fmla="*/ 699532 w 3253380"/>
                <a:gd name="connsiteY508" fmla="*/ 2915657 h 3035870"/>
                <a:gd name="connsiteX509" fmla="*/ 669917 w 3253380"/>
                <a:gd name="connsiteY509" fmla="*/ 2881162 h 3035870"/>
                <a:gd name="connsiteX510" fmla="*/ 706192 w 3253380"/>
                <a:gd name="connsiteY510" fmla="*/ 2777243 h 3035870"/>
                <a:gd name="connsiteX511" fmla="*/ 673565 w 3253380"/>
                <a:gd name="connsiteY511" fmla="*/ 2700524 h 3035870"/>
                <a:gd name="connsiteX512" fmla="*/ 729820 w 3253380"/>
                <a:gd name="connsiteY512" fmla="*/ 2693191 h 3035870"/>
                <a:gd name="connsiteX513" fmla="*/ 750309 w 3253380"/>
                <a:gd name="connsiteY513" fmla="*/ 2657780 h 3035870"/>
                <a:gd name="connsiteX514" fmla="*/ 736595 w 3253380"/>
                <a:gd name="connsiteY514" fmla="*/ 2577922 h 3035870"/>
                <a:gd name="connsiteX515" fmla="*/ 733468 w 3253380"/>
                <a:gd name="connsiteY515" fmla="*/ 2559365 h 3035870"/>
                <a:gd name="connsiteX516" fmla="*/ 766629 w 3253380"/>
                <a:gd name="connsiteY516" fmla="*/ 2494543 h 3035870"/>
                <a:gd name="connsiteX517" fmla="*/ 785275 w 3253380"/>
                <a:gd name="connsiteY517" fmla="*/ 2458065 h 3035870"/>
                <a:gd name="connsiteX518" fmla="*/ 779009 w 3253380"/>
                <a:gd name="connsiteY518" fmla="*/ 2434678 h 3035870"/>
                <a:gd name="connsiteX519" fmla="*/ 760096 w 3253380"/>
                <a:gd name="connsiteY519" fmla="*/ 2364085 h 3035870"/>
                <a:gd name="connsiteX520" fmla="*/ 809666 w 3253380"/>
                <a:gd name="connsiteY520" fmla="*/ 2335729 h 3035870"/>
                <a:gd name="connsiteX521" fmla="*/ 851673 w 3253380"/>
                <a:gd name="connsiteY521" fmla="*/ 2269864 h 3035870"/>
                <a:gd name="connsiteX522" fmla="*/ 888532 w 3253380"/>
                <a:gd name="connsiteY522" fmla="*/ 2283973 h 3035870"/>
                <a:gd name="connsiteX523" fmla="*/ 932649 w 3253380"/>
                <a:gd name="connsiteY523" fmla="*/ 2246986 h 3035870"/>
                <a:gd name="connsiteX524" fmla="*/ 917499 w 3253380"/>
                <a:gd name="connsiteY524" fmla="*/ 2113402 h 3035870"/>
                <a:gd name="connsiteX525" fmla="*/ 951295 w 3253380"/>
                <a:gd name="connsiteY525" fmla="*/ 2098366 h 3035870"/>
                <a:gd name="connsiteX526" fmla="*/ 952350 w 3253380"/>
                <a:gd name="connsiteY526" fmla="*/ 2057985 h 3035870"/>
                <a:gd name="connsiteX527" fmla="*/ 983656 w 3253380"/>
                <a:gd name="connsiteY527" fmla="*/ 2057858 h 3035870"/>
                <a:gd name="connsiteX528" fmla="*/ 998793 w 3253380"/>
                <a:gd name="connsiteY528" fmla="*/ 2083075 h 3035870"/>
                <a:gd name="connsiteX529" fmla="*/ 1049050 w 3253380"/>
                <a:gd name="connsiteY529" fmla="*/ 2055507 h 3035870"/>
                <a:gd name="connsiteX530" fmla="*/ 1047232 w 3253380"/>
                <a:gd name="connsiteY530" fmla="*/ 1999162 h 3035870"/>
                <a:gd name="connsiteX531" fmla="*/ 1055049 w 3253380"/>
                <a:gd name="connsiteY531" fmla="*/ 1953939 h 3035870"/>
                <a:gd name="connsiteX532" fmla="*/ 992413 w 3253380"/>
                <a:gd name="connsiteY532" fmla="*/ 1930540 h 3035870"/>
                <a:gd name="connsiteX533" fmla="*/ 984787 w 3253380"/>
                <a:gd name="connsiteY533" fmla="*/ 1927680 h 3035870"/>
                <a:gd name="connsiteX534" fmla="*/ 992222 w 3253380"/>
                <a:gd name="connsiteY534" fmla="*/ 1888279 h 3035870"/>
                <a:gd name="connsiteX535" fmla="*/ 890706 w 3253380"/>
                <a:gd name="connsiteY535" fmla="*/ 1857431 h 3035870"/>
                <a:gd name="connsiteX536" fmla="*/ 899450 w 3253380"/>
                <a:gd name="connsiteY536" fmla="*/ 1778094 h 3035870"/>
                <a:gd name="connsiteX537" fmla="*/ 882215 w 3253380"/>
                <a:gd name="connsiteY537" fmla="*/ 1729083 h 3035870"/>
                <a:gd name="connsiteX538" fmla="*/ 871780 w 3253380"/>
                <a:gd name="connsiteY538" fmla="*/ 1709866 h 3035870"/>
                <a:gd name="connsiteX539" fmla="*/ 898141 w 3253380"/>
                <a:gd name="connsiteY539" fmla="*/ 1659546 h 3035870"/>
                <a:gd name="connsiteX540" fmla="*/ 895930 w 3253380"/>
                <a:gd name="connsiteY540" fmla="*/ 1645044 h 3035870"/>
                <a:gd name="connsiteX541" fmla="*/ 931671 w 3253380"/>
                <a:gd name="connsiteY541" fmla="*/ 1581391 h 3035870"/>
                <a:gd name="connsiteX542" fmla="*/ 931938 w 3253380"/>
                <a:gd name="connsiteY542" fmla="*/ 1551331 h 3035870"/>
                <a:gd name="connsiteX543" fmla="*/ 952020 w 3253380"/>
                <a:gd name="connsiteY543" fmla="*/ 1521793 h 3035870"/>
                <a:gd name="connsiteX544" fmla="*/ 895790 w 3253380"/>
                <a:gd name="connsiteY544" fmla="*/ 1470952 h 3035870"/>
                <a:gd name="connsiteX545" fmla="*/ 924883 w 3253380"/>
                <a:gd name="connsiteY545" fmla="*/ 1439723 h 3035870"/>
                <a:gd name="connsiteX546" fmla="*/ 969255 w 3253380"/>
                <a:gd name="connsiteY546" fmla="*/ 1478667 h 3035870"/>
                <a:gd name="connsiteX547" fmla="*/ 1012470 w 3253380"/>
                <a:gd name="connsiteY547" fmla="*/ 1438147 h 3035870"/>
                <a:gd name="connsiteX548" fmla="*/ 1003191 w 3253380"/>
                <a:gd name="connsiteY548" fmla="*/ 1377367 h 3035870"/>
                <a:gd name="connsiteX549" fmla="*/ 1000649 w 3253380"/>
                <a:gd name="connsiteY549" fmla="*/ 1360653 h 3035870"/>
                <a:gd name="connsiteX550" fmla="*/ 977021 w 3253380"/>
                <a:gd name="connsiteY550" fmla="*/ 1364466 h 3035870"/>
                <a:gd name="connsiteX551" fmla="*/ 962925 w 3253380"/>
                <a:gd name="connsiteY551" fmla="*/ 1343812 h 3035870"/>
                <a:gd name="connsiteX552" fmla="*/ 853172 w 3253380"/>
                <a:gd name="connsiteY552" fmla="*/ 1359064 h 3035870"/>
                <a:gd name="connsiteX553" fmla="*/ 803717 w 3253380"/>
                <a:gd name="connsiteY553" fmla="*/ 1332932 h 3035870"/>
                <a:gd name="connsiteX554" fmla="*/ 768611 w 3253380"/>
                <a:gd name="connsiteY554" fmla="*/ 1333580 h 3035870"/>
                <a:gd name="connsiteX555" fmla="*/ 749686 w 3253380"/>
                <a:gd name="connsiteY555" fmla="*/ 1316193 h 3035870"/>
                <a:gd name="connsiteX556" fmla="*/ 736124 w 3253380"/>
                <a:gd name="connsiteY556" fmla="*/ 1320120 h 3035870"/>
                <a:gd name="connsiteX557" fmla="*/ 723414 w 3253380"/>
                <a:gd name="connsiteY557" fmla="*/ 1335537 h 3035870"/>
                <a:gd name="connsiteX558" fmla="*/ 678255 w 3253380"/>
                <a:gd name="connsiteY558" fmla="*/ 1330568 h 3035870"/>
                <a:gd name="connsiteX559" fmla="*/ 662469 w 3253380"/>
                <a:gd name="connsiteY559" fmla="*/ 1326386 h 3035870"/>
                <a:gd name="connsiteX560" fmla="*/ 694244 w 3253380"/>
                <a:gd name="connsiteY560" fmla="*/ 1289921 h 3035870"/>
                <a:gd name="connsiteX561" fmla="*/ 698172 w 3253380"/>
                <a:gd name="connsiteY561" fmla="*/ 1262988 h 3035870"/>
                <a:gd name="connsiteX562" fmla="*/ 710437 w 3253380"/>
                <a:gd name="connsiteY562" fmla="*/ 1246922 h 3035870"/>
                <a:gd name="connsiteX563" fmla="*/ 695833 w 3253380"/>
                <a:gd name="connsiteY563" fmla="*/ 1213062 h 3035870"/>
                <a:gd name="connsiteX564" fmla="*/ 703917 w 3253380"/>
                <a:gd name="connsiteY564" fmla="*/ 1181439 h 3035870"/>
                <a:gd name="connsiteX565" fmla="*/ 692477 w 3253380"/>
                <a:gd name="connsiteY565" fmla="*/ 1144579 h 3035870"/>
                <a:gd name="connsiteX566" fmla="*/ 675369 w 3253380"/>
                <a:gd name="connsiteY566" fmla="*/ 1145100 h 3035870"/>
                <a:gd name="connsiteX567" fmla="*/ 676170 w 3253380"/>
                <a:gd name="connsiteY567" fmla="*/ 1137131 h 3035870"/>
                <a:gd name="connsiteX568" fmla="*/ 734230 w 3253380"/>
                <a:gd name="connsiteY568" fmla="*/ 1105356 h 3035870"/>
                <a:gd name="connsiteX569" fmla="*/ 750665 w 3253380"/>
                <a:gd name="connsiteY569" fmla="*/ 1087561 h 3035870"/>
                <a:gd name="connsiteX570" fmla="*/ 747805 w 3253380"/>
                <a:gd name="connsiteY570" fmla="*/ 1057375 h 3035870"/>
                <a:gd name="connsiteX571" fmla="*/ 734751 w 3253380"/>
                <a:gd name="connsiteY571" fmla="*/ 1047715 h 3035870"/>
                <a:gd name="connsiteX572" fmla="*/ 719754 w 3253380"/>
                <a:gd name="connsiteY572" fmla="*/ 1016206 h 3035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Lst>
              <a:rect l="l" t="t" r="r" b="b"/>
              <a:pathLst>
                <a:path w="3253380" h="3035870">
                  <a:moveTo>
                    <a:pt x="1706574" y="546768"/>
                  </a:moveTo>
                  <a:lnTo>
                    <a:pt x="1688564" y="534998"/>
                  </a:lnTo>
                  <a:lnTo>
                    <a:pt x="1663651" y="542967"/>
                  </a:lnTo>
                  <a:lnTo>
                    <a:pt x="1653483" y="570015"/>
                  </a:lnTo>
                  <a:lnTo>
                    <a:pt x="1685589" y="573561"/>
                  </a:lnTo>
                  <a:close/>
                  <a:moveTo>
                    <a:pt x="513670" y="1285230"/>
                  </a:moveTo>
                  <a:lnTo>
                    <a:pt x="557254" y="1276219"/>
                  </a:lnTo>
                  <a:lnTo>
                    <a:pt x="561829" y="1301957"/>
                  </a:lnTo>
                  <a:lnTo>
                    <a:pt x="532062" y="1323005"/>
                  </a:lnTo>
                  <a:lnTo>
                    <a:pt x="521500" y="1319472"/>
                  </a:lnTo>
                  <a:close/>
                  <a:moveTo>
                    <a:pt x="757846" y="1233118"/>
                  </a:moveTo>
                  <a:lnTo>
                    <a:pt x="759397" y="1214562"/>
                  </a:lnTo>
                  <a:lnTo>
                    <a:pt x="749483" y="1208677"/>
                  </a:lnTo>
                  <a:lnTo>
                    <a:pt x="723643" y="1230907"/>
                  </a:lnTo>
                  <a:lnTo>
                    <a:pt x="721685" y="1245015"/>
                  </a:lnTo>
                  <a:lnTo>
                    <a:pt x="725854" y="1254828"/>
                  </a:lnTo>
                  <a:lnTo>
                    <a:pt x="757719" y="1239918"/>
                  </a:lnTo>
                  <a:close/>
                  <a:moveTo>
                    <a:pt x="449331" y="1338207"/>
                  </a:moveTo>
                  <a:lnTo>
                    <a:pt x="465855" y="1315468"/>
                  </a:lnTo>
                  <a:lnTo>
                    <a:pt x="485708" y="1326437"/>
                  </a:lnTo>
                  <a:lnTo>
                    <a:pt x="462740" y="1349315"/>
                  </a:lnTo>
                  <a:close/>
                  <a:moveTo>
                    <a:pt x="2090117" y="1946377"/>
                  </a:moveTo>
                  <a:lnTo>
                    <a:pt x="2105509" y="1945322"/>
                  </a:lnTo>
                  <a:lnTo>
                    <a:pt x="2113605" y="1949135"/>
                  </a:lnTo>
                  <a:lnTo>
                    <a:pt x="2115957" y="1955287"/>
                  </a:lnTo>
                  <a:lnTo>
                    <a:pt x="2157456" y="1957257"/>
                  </a:lnTo>
                  <a:lnTo>
                    <a:pt x="2199742" y="1926753"/>
                  </a:lnTo>
                  <a:lnTo>
                    <a:pt x="2208741" y="1911589"/>
                  </a:lnTo>
                  <a:lnTo>
                    <a:pt x="2223612" y="1899298"/>
                  </a:lnTo>
                  <a:lnTo>
                    <a:pt x="2255070" y="1885965"/>
                  </a:lnTo>
                  <a:lnTo>
                    <a:pt x="2293569" y="1860863"/>
                  </a:lnTo>
                  <a:lnTo>
                    <a:pt x="2302187" y="1850936"/>
                  </a:lnTo>
                  <a:lnTo>
                    <a:pt x="2349037" y="1824664"/>
                  </a:lnTo>
                  <a:lnTo>
                    <a:pt x="2371343" y="1808725"/>
                  </a:lnTo>
                  <a:lnTo>
                    <a:pt x="2399661" y="1799701"/>
                  </a:lnTo>
                  <a:lnTo>
                    <a:pt x="2417672" y="1803095"/>
                  </a:lnTo>
                  <a:lnTo>
                    <a:pt x="2422362" y="1800756"/>
                  </a:lnTo>
                  <a:lnTo>
                    <a:pt x="2420023" y="1794210"/>
                  </a:lnTo>
                  <a:lnTo>
                    <a:pt x="2423404" y="1787855"/>
                  </a:lnTo>
                  <a:lnTo>
                    <a:pt x="2420862" y="1770468"/>
                  </a:lnTo>
                  <a:lnTo>
                    <a:pt x="2407147" y="1758584"/>
                  </a:lnTo>
                  <a:lnTo>
                    <a:pt x="2390052" y="1762765"/>
                  </a:lnTo>
                  <a:lnTo>
                    <a:pt x="2355087" y="1749178"/>
                  </a:lnTo>
                  <a:lnTo>
                    <a:pt x="2335246" y="1758317"/>
                  </a:lnTo>
                  <a:lnTo>
                    <a:pt x="2317109" y="1758317"/>
                  </a:lnTo>
                  <a:lnTo>
                    <a:pt x="2281622" y="1778653"/>
                  </a:lnTo>
                  <a:lnTo>
                    <a:pt x="2267780" y="1791363"/>
                  </a:lnTo>
                  <a:lnTo>
                    <a:pt x="2265429" y="1801951"/>
                  </a:lnTo>
                  <a:lnTo>
                    <a:pt x="2255388" y="1810848"/>
                  </a:lnTo>
                  <a:lnTo>
                    <a:pt x="2242970" y="1814382"/>
                  </a:lnTo>
                  <a:lnTo>
                    <a:pt x="2209923" y="1845102"/>
                  </a:lnTo>
                  <a:lnTo>
                    <a:pt x="2197531" y="1853465"/>
                  </a:lnTo>
                  <a:lnTo>
                    <a:pt x="2188634" y="1866175"/>
                  </a:lnTo>
                  <a:lnTo>
                    <a:pt x="2161091" y="1887999"/>
                  </a:lnTo>
                  <a:lnTo>
                    <a:pt x="2140221" y="1904344"/>
                  </a:lnTo>
                  <a:lnTo>
                    <a:pt x="2120647" y="1911805"/>
                  </a:lnTo>
                  <a:lnTo>
                    <a:pt x="2110987" y="1924210"/>
                  </a:lnTo>
                  <a:lnTo>
                    <a:pt x="2087359" y="1939374"/>
                  </a:lnTo>
                  <a:lnTo>
                    <a:pt x="2086456" y="1943949"/>
                  </a:lnTo>
                  <a:close/>
                  <a:moveTo>
                    <a:pt x="1761253" y="2023477"/>
                  </a:moveTo>
                  <a:lnTo>
                    <a:pt x="1796371" y="2034204"/>
                  </a:lnTo>
                  <a:lnTo>
                    <a:pt x="1817114" y="2051325"/>
                  </a:lnTo>
                  <a:lnTo>
                    <a:pt x="1832506" y="2055507"/>
                  </a:lnTo>
                  <a:lnTo>
                    <a:pt x="1860952" y="2051986"/>
                  </a:lnTo>
                  <a:lnTo>
                    <a:pt x="1898549" y="2039822"/>
                  </a:lnTo>
                  <a:lnTo>
                    <a:pt x="1919559" y="2025968"/>
                  </a:lnTo>
                  <a:lnTo>
                    <a:pt x="1929218" y="2026756"/>
                  </a:lnTo>
                  <a:lnTo>
                    <a:pt x="1945271" y="2039466"/>
                  </a:lnTo>
                  <a:lnTo>
                    <a:pt x="1958579" y="2035425"/>
                  </a:lnTo>
                  <a:lnTo>
                    <a:pt x="1968493" y="2025091"/>
                  </a:lnTo>
                  <a:lnTo>
                    <a:pt x="1973717" y="2015165"/>
                  </a:lnTo>
                  <a:lnTo>
                    <a:pt x="1971175" y="2006013"/>
                  </a:lnTo>
                  <a:lnTo>
                    <a:pt x="1960485" y="2002200"/>
                  </a:lnTo>
                  <a:lnTo>
                    <a:pt x="1936336" y="1976182"/>
                  </a:lnTo>
                  <a:lnTo>
                    <a:pt x="1914017" y="1969522"/>
                  </a:lnTo>
                  <a:lnTo>
                    <a:pt x="1897494" y="1966764"/>
                  </a:lnTo>
                  <a:lnTo>
                    <a:pt x="1869303" y="1976437"/>
                  </a:lnTo>
                  <a:lnTo>
                    <a:pt x="1839675" y="1976182"/>
                  </a:lnTo>
                  <a:lnTo>
                    <a:pt x="1826228" y="1982067"/>
                  </a:lnTo>
                  <a:lnTo>
                    <a:pt x="1806921" y="1977759"/>
                  </a:lnTo>
                  <a:lnTo>
                    <a:pt x="1794389" y="1941534"/>
                  </a:lnTo>
                  <a:lnTo>
                    <a:pt x="1759931" y="1903111"/>
                  </a:lnTo>
                  <a:lnTo>
                    <a:pt x="1723911" y="1891227"/>
                  </a:lnTo>
                  <a:lnTo>
                    <a:pt x="1683073" y="1875403"/>
                  </a:lnTo>
                  <a:lnTo>
                    <a:pt x="1664541" y="1846170"/>
                  </a:lnTo>
                  <a:lnTo>
                    <a:pt x="1648488" y="1842230"/>
                  </a:lnTo>
                  <a:lnTo>
                    <a:pt x="1625394" y="1824194"/>
                  </a:lnTo>
                  <a:lnTo>
                    <a:pt x="1603456" y="1799371"/>
                  </a:lnTo>
                  <a:lnTo>
                    <a:pt x="1584289" y="1785911"/>
                  </a:lnTo>
                  <a:lnTo>
                    <a:pt x="1568757" y="1797413"/>
                  </a:lnTo>
                  <a:lnTo>
                    <a:pt x="1572570" y="1804328"/>
                  </a:lnTo>
                  <a:lnTo>
                    <a:pt x="1563953" y="1830333"/>
                  </a:lnTo>
                  <a:lnTo>
                    <a:pt x="1562910" y="1858066"/>
                  </a:lnTo>
                  <a:lnTo>
                    <a:pt x="1574782" y="1865502"/>
                  </a:lnTo>
                  <a:lnTo>
                    <a:pt x="1583679" y="1863812"/>
                  </a:lnTo>
                  <a:lnTo>
                    <a:pt x="1587861" y="1868248"/>
                  </a:lnTo>
                  <a:lnTo>
                    <a:pt x="1593593" y="1874132"/>
                  </a:lnTo>
                  <a:lnTo>
                    <a:pt x="1594381" y="1888774"/>
                  </a:lnTo>
                  <a:lnTo>
                    <a:pt x="1626156" y="1914512"/>
                  </a:lnTo>
                  <a:lnTo>
                    <a:pt x="1633859" y="1931125"/>
                  </a:lnTo>
                  <a:lnTo>
                    <a:pt x="1647954" y="1938560"/>
                  </a:lnTo>
                  <a:lnTo>
                    <a:pt x="1669485" y="1939615"/>
                  </a:lnTo>
                  <a:lnTo>
                    <a:pt x="1686009" y="1947317"/>
                  </a:lnTo>
                  <a:lnTo>
                    <a:pt x="1696063" y="1964311"/>
                  </a:lnTo>
                  <a:lnTo>
                    <a:pt x="1711201" y="1971238"/>
                  </a:lnTo>
                  <a:lnTo>
                    <a:pt x="1719157" y="1981699"/>
                  </a:lnTo>
                  <a:lnTo>
                    <a:pt x="1716157" y="2002480"/>
                  </a:lnTo>
                  <a:close/>
                  <a:moveTo>
                    <a:pt x="688016" y="1024214"/>
                  </a:moveTo>
                  <a:lnTo>
                    <a:pt x="662443" y="1037407"/>
                  </a:lnTo>
                  <a:lnTo>
                    <a:pt x="644827" y="1046838"/>
                  </a:lnTo>
                  <a:lnTo>
                    <a:pt x="629435" y="1054667"/>
                  </a:lnTo>
                  <a:lnTo>
                    <a:pt x="606722" y="1066691"/>
                  </a:lnTo>
                  <a:lnTo>
                    <a:pt x="594011" y="1070085"/>
                  </a:lnTo>
                  <a:lnTo>
                    <a:pt x="579395" y="1073758"/>
                  </a:lnTo>
                  <a:lnTo>
                    <a:pt x="561778" y="1078067"/>
                  </a:lnTo>
                  <a:lnTo>
                    <a:pt x="471536" y="1099369"/>
                  </a:lnTo>
                  <a:lnTo>
                    <a:pt x="461469" y="1097539"/>
                  </a:lnTo>
                  <a:lnTo>
                    <a:pt x="447387" y="1102381"/>
                  </a:lnTo>
                  <a:lnTo>
                    <a:pt x="380582" y="1091654"/>
                  </a:lnTo>
                  <a:lnTo>
                    <a:pt x="359953" y="1089963"/>
                  </a:lnTo>
                  <a:lnTo>
                    <a:pt x="354602" y="1084600"/>
                  </a:lnTo>
                  <a:lnTo>
                    <a:pt x="364135" y="1081600"/>
                  </a:lnTo>
                  <a:lnTo>
                    <a:pt x="371570" y="1073758"/>
                  </a:lnTo>
                  <a:lnTo>
                    <a:pt x="382272" y="1065522"/>
                  </a:lnTo>
                  <a:lnTo>
                    <a:pt x="363652" y="1030886"/>
                  </a:lnTo>
                  <a:lnTo>
                    <a:pt x="342261" y="1008428"/>
                  </a:lnTo>
                  <a:lnTo>
                    <a:pt x="346709" y="989070"/>
                  </a:lnTo>
                  <a:lnTo>
                    <a:pt x="350344" y="967119"/>
                  </a:lnTo>
                  <a:lnTo>
                    <a:pt x="349302" y="956659"/>
                  </a:lnTo>
                  <a:lnTo>
                    <a:pt x="349429" y="938496"/>
                  </a:lnTo>
                  <a:lnTo>
                    <a:pt x="357258" y="924769"/>
                  </a:lnTo>
                  <a:lnTo>
                    <a:pt x="370045" y="911309"/>
                  </a:lnTo>
                  <a:lnTo>
                    <a:pt x="390928" y="898599"/>
                  </a:lnTo>
                  <a:lnTo>
                    <a:pt x="410247" y="895319"/>
                  </a:lnTo>
                  <a:lnTo>
                    <a:pt x="421992" y="890617"/>
                  </a:lnTo>
                  <a:lnTo>
                    <a:pt x="435426" y="875453"/>
                  </a:lnTo>
                  <a:lnTo>
                    <a:pt x="443790" y="889053"/>
                  </a:lnTo>
                  <a:lnTo>
                    <a:pt x="454619" y="889968"/>
                  </a:lnTo>
                  <a:lnTo>
                    <a:pt x="462842" y="889168"/>
                  </a:lnTo>
                  <a:lnTo>
                    <a:pt x="479925" y="888519"/>
                  </a:lnTo>
                  <a:lnTo>
                    <a:pt x="502511" y="874678"/>
                  </a:lnTo>
                  <a:lnTo>
                    <a:pt x="524830" y="857163"/>
                  </a:lnTo>
                  <a:lnTo>
                    <a:pt x="552881" y="836891"/>
                  </a:lnTo>
                  <a:lnTo>
                    <a:pt x="566329" y="811025"/>
                  </a:lnTo>
                  <a:lnTo>
                    <a:pt x="565426" y="805268"/>
                  </a:lnTo>
                  <a:lnTo>
                    <a:pt x="569722" y="799268"/>
                  </a:lnTo>
                  <a:lnTo>
                    <a:pt x="582903" y="805268"/>
                  </a:lnTo>
                  <a:lnTo>
                    <a:pt x="584326" y="812068"/>
                  </a:lnTo>
                  <a:lnTo>
                    <a:pt x="577971" y="822236"/>
                  </a:lnTo>
                  <a:lnTo>
                    <a:pt x="564918" y="835048"/>
                  </a:lnTo>
                  <a:lnTo>
                    <a:pt x="554229" y="849804"/>
                  </a:lnTo>
                  <a:lnTo>
                    <a:pt x="530740" y="865628"/>
                  </a:lnTo>
                  <a:lnTo>
                    <a:pt x="490067" y="892955"/>
                  </a:lnTo>
                  <a:lnTo>
                    <a:pt x="489292" y="897391"/>
                  </a:lnTo>
                  <a:lnTo>
                    <a:pt x="498037" y="911372"/>
                  </a:lnTo>
                  <a:lnTo>
                    <a:pt x="504951" y="915287"/>
                  </a:lnTo>
                  <a:lnTo>
                    <a:pt x="525961" y="914512"/>
                  </a:lnTo>
                  <a:lnTo>
                    <a:pt x="564842" y="898433"/>
                  </a:lnTo>
                  <a:lnTo>
                    <a:pt x="579331" y="888634"/>
                  </a:lnTo>
                  <a:lnTo>
                    <a:pt x="586258" y="885622"/>
                  </a:lnTo>
                  <a:lnTo>
                    <a:pt x="599566" y="886143"/>
                  </a:lnTo>
                  <a:lnTo>
                    <a:pt x="614704" y="878834"/>
                  </a:lnTo>
                  <a:lnTo>
                    <a:pt x="629956" y="862756"/>
                  </a:lnTo>
                  <a:lnTo>
                    <a:pt x="637582" y="854380"/>
                  </a:lnTo>
                  <a:lnTo>
                    <a:pt x="638853" y="847199"/>
                  </a:lnTo>
                  <a:lnTo>
                    <a:pt x="639514" y="837526"/>
                  </a:lnTo>
                  <a:lnTo>
                    <a:pt x="642781" y="833472"/>
                  </a:lnTo>
                  <a:lnTo>
                    <a:pt x="651246" y="839751"/>
                  </a:lnTo>
                  <a:lnTo>
                    <a:pt x="661312" y="834387"/>
                  </a:lnTo>
                  <a:lnTo>
                    <a:pt x="668608" y="819478"/>
                  </a:lnTo>
                  <a:lnTo>
                    <a:pt x="688448" y="782618"/>
                  </a:lnTo>
                  <a:lnTo>
                    <a:pt x="695363" y="775170"/>
                  </a:lnTo>
                  <a:lnTo>
                    <a:pt x="697968" y="768103"/>
                  </a:lnTo>
                  <a:lnTo>
                    <a:pt x="695363" y="760401"/>
                  </a:lnTo>
                  <a:lnTo>
                    <a:pt x="696532" y="749165"/>
                  </a:lnTo>
                  <a:lnTo>
                    <a:pt x="709077" y="733913"/>
                  </a:lnTo>
                  <a:lnTo>
                    <a:pt x="714555" y="718876"/>
                  </a:lnTo>
                  <a:lnTo>
                    <a:pt x="724075" y="709204"/>
                  </a:lnTo>
                  <a:lnTo>
                    <a:pt x="730989" y="683974"/>
                  </a:lnTo>
                  <a:lnTo>
                    <a:pt x="747055" y="659926"/>
                  </a:lnTo>
                  <a:lnTo>
                    <a:pt x="762307" y="640188"/>
                  </a:lnTo>
                  <a:lnTo>
                    <a:pt x="761036" y="634176"/>
                  </a:lnTo>
                  <a:lnTo>
                    <a:pt x="756079" y="630363"/>
                  </a:lnTo>
                  <a:lnTo>
                    <a:pt x="736506" y="639133"/>
                  </a:lnTo>
                  <a:lnTo>
                    <a:pt x="721495" y="651665"/>
                  </a:lnTo>
                  <a:lnTo>
                    <a:pt x="711835" y="660816"/>
                  </a:lnTo>
                  <a:lnTo>
                    <a:pt x="686415" y="686821"/>
                  </a:lnTo>
                  <a:lnTo>
                    <a:pt x="662011" y="703688"/>
                  </a:lnTo>
                  <a:lnTo>
                    <a:pt x="642170" y="728523"/>
                  </a:lnTo>
                  <a:lnTo>
                    <a:pt x="597024" y="757274"/>
                  </a:lnTo>
                  <a:lnTo>
                    <a:pt x="556567" y="782491"/>
                  </a:lnTo>
                  <a:lnTo>
                    <a:pt x="515971" y="806945"/>
                  </a:lnTo>
                  <a:lnTo>
                    <a:pt x="511408" y="822617"/>
                  </a:lnTo>
                  <a:lnTo>
                    <a:pt x="500706" y="835048"/>
                  </a:lnTo>
                  <a:lnTo>
                    <a:pt x="460770" y="855168"/>
                  </a:lnTo>
                  <a:lnTo>
                    <a:pt x="439239" y="801709"/>
                  </a:lnTo>
                  <a:lnTo>
                    <a:pt x="459728" y="784982"/>
                  </a:lnTo>
                  <a:lnTo>
                    <a:pt x="453729" y="764849"/>
                  </a:lnTo>
                  <a:lnTo>
                    <a:pt x="365634" y="702900"/>
                  </a:lnTo>
                  <a:lnTo>
                    <a:pt x="330796" y="692960"/>
                  </a:lnTo>
                  <a:lnTo>
                    <a:pt x="364719" y="655974"/>
                  </a:lnTo>
                  <a:lnTo>
                    <a:pt x="350738" y="640938"/>
                  </a:lnTo>
                  <a:lnTo>
                    <a:pt x="324390" y="658325"/>
                  </a:lnTo>
                  <a:lnTo>
                    <a:pt x="299719" y="656495"/>
                  </a:lnTo>
                  <a:lnTo>
                    <a:pt x="251827" y="679246"/>
                  </a:lnTo>
                  <a:lnTo>
                    <a:pt x="226127" y="684203"/>
                  </a:lnTo>
                  <a:lnTo>
                    <a:pt x="185531" y="690558"/>
                  </a:lnTo>
                  <a:lnTo>
                    <a:pt x="159831" y="699455"/>
                  </a:lnTo>
                  <a:lnTo>
                    <a:pt x="116756" y="712915"/>
                  </a:lnTo>
                  <a:lnTo>
                    <a:pt x="51260" y="751605"/>
                  </a:lnTo>
                  <a:lnTo>
                    <a:pt x="11859" y="772120"/>
                  </a:lnTo>
                  <a:lnTo>
                    <a:pt x="0" y="756435"/>
                  </a:lnTo>
                  <a:lnTo>
                    <a:pt x="5478" y="746114"/>
                  </a:lnTo>
                  <a:lnTo>
                    <a:pt x="52201" y="656584"/>
                  </a:lnTo>
                  <a:lnTo>
                    <a:pt x="36262" y="616203"/>
                  </a:lnTo>
                  <a:lnTo>
                    <a:pt x="2720" y="531757"/>
                  </a:lnTo>
                  <a:lnTo>
                    <a:pt x="24518" y="506794"/>
                  </a:lnTo>
                  <a:lnTo>
                    <a:pt x="47740" y="577247"/>
                  </a:lnTo>
                  <a:lnTo>
                    <a:pt x="113388" y="539116"/>
                  </a:lnTo>
                  <a:lnTo>
                    <a:pt x="163250" y="488796"/>
                  </a:lnTo>
                  <a:lnTo>
                    <a:pt x="173545" y="473900"/>
                  </a:lnTo>
                  <a:lnTo>
                    <a:pt x="187259" y="468155"/>
                  </a:lnTo>
                  <a:lnTo>
                    <a:pt x="195216" y="488008"/>
                  </a:lnTo>
                  <a:lnTo>
                    <a:pt x="253022" y="501990"/>
                  </a:lnTo>
                  <a:lnTo>
                    <a:pt x="274426" y="463160"/>
                  </a:lnTo>
                  <a:lnTo>
                    <a:pt x="317234" y="446827"/>
                  </a:lnTo>
                  <a:lnTo>
                    <a:pt x="336668" y="437930"/>
                  </a:lnTo>
                  <a:lnTo>
                    <a:pt x="352861" y="408392"/>
                  </a:lnTo>
                  <a:lnTo>
                    <a:pt x="355860" y="402367"/>
                  </a:lnTo>
                  <a:lnTo>
                    <a:pt x="373998" y="367732"/>
                  </a:lnTo>
                  <a:lnTo>
                    <a:pt x="380251" y="351666"/>
                  </a:lnTo>
                  <a:lnTo>
                    <a:pt x="404286" y="338600"/>
                  </a:lnTo>
                  <a:lnTo>
                    <a:pt x="400740" y="311019"/>
                  </a:lnTo>
                  <a:lnTo>
                    <a:pt x="402964" y="306964"/>
                  </a:lnTo>
                  <a:lnTo>
                    <a:pt x="446421" y="289170"/>
                  </a:lnTo>
                  <a:lnTo>
                    <a:pt x="464698" y="321695"/>
                  </a:lnTo>
                  <a:lnTo>
                    <a:pt x="590643" y="294127"/>
                  </a:lnTo>
                  <a:lnTo>
                    <a:pt x="587250" y="226305"/>
                  </a:lnTo>
                  <a:lnTo>
                    <a:pt x="627821" y="209782"/>
                  </a:lnTo>
                  <a:lnTo>
                    <a:pt x="630833" y="184565"/>
                  </a:lnTo>
                  <a:lnTo>
                    <a:pt x="617119" y="154887"/>
                  </a:lnTo>
                  <a:lnTo>
                    <a:pt x="639705" y="151747"/>
                  </a:lnTo>
                  <a:lnTo>
                    <a:pt x="703116" y="147845"/>
                  </a:lnTo>
                  <a:lnTo>
                    <a:pt x="712013" y="168080"/>
                  </a:lnTo>
                  <a:lnTo>
                    <a:pt x="716843" y="167571"/>
                  </a:lnTo>
                  <a:lnTo>
                    <a:pt x="756778" y="169923"/>
                  </a:lnTo>
                  <a:lnTo>
                    <a:pt x="802052" y="178159"/>
                  </a:lnTo>
                  <a:lnTo>
                    <a:pt x="829074" y="178934"/>
                  </a:lnTo>
                  <a:lnTo>
                    <a:pt x="853478" y="181146"/>
                  </a:lnTo>
                  <a:lnTo>
                    <a:pt x="908932" y="170711"/>
                  </a:lnTo>
                  <a:lnTo>
                    <a:pt x="969941" y="117646"/>
                  </a:lnTo>
                  <a:lnTo>
                    <a:pt x="991739" y="118294"/>
                  </a:lnTo>
                  <a:lnTo>
                    <a:pt x="993951" y="117646"/>
                  </a:lnTo>
                  <a:lnTo>
                    <a:pt x="1058773" y="84968"/>
                  </a:lnTo>
                  <a:lnTo>
                    <a:pt x="1066463" y="86798"/>
                  </a:lnTo>
                  <a:lnTo>
                    <a:pt x="1074089" y="89149"/>
                  </a:lnTo>
                  <a:lnTo>
                    <a:pt x="1078016" y="96191"/>
                  </a:lnTo>
                  <a:lnTo>
                    <a:pt x="1139877" y="115027"/>
                  </a:lnTo>
                  <a:lnTo>
                    <a:pt x="1178630" y="110058"/>
                  </a:lnTo>
                  <a:lnTo>
                    <a:pt x="1182291" y="109409"/>
                  </a:lnTo>
                  <a:lnTo>
                    <a:pt x="1246998" y="114494"/>
                  </a:lnTo>
                  <a:lnTo>
                    <a:pt x="1280541" y="128856"/>
                  </a:lnTo>
                  <a:lnTo>
                    <a:pt x="1410007" y="71215"/>
                  </a:lnTo>
                  <a:lnTo>
                    <a:pt x="1402825" y="50701"/>
                  </a:lnTo>
                  <a:lnTo>
                    <a:pt x="1360284" y="68356"/>
                  </a:lnTo>
                  <a:lnTo>
                    <a:pt x="1340977" y="60386"/>
                  </a:lnTo>
                  <a:lnTo>
                    <a:pt x="1404643" y="0"/>
                  </a:lnTo>
                  <a:lnTo>
                    <a:pt x="1443549" y="46265"/>
                  </a:lnTo>
                  <a:lnTo>
                    <a:pt x="1428017" y="65864"/>
                  </a:lnTo>
                  <a:lnTo>
                    <a:pt x="1426848" y="80379"/>
                  </a:lnTo>
                  <a:lnTo>
                    <a:pt x="1378422" y="141388"/>
                  </a:lnTo>
                  <a:lnTo>
                    <a:pt x="1328699" y="157327"/>
                  </a:lnTo>
                  <a:lnTo>
                    <a:pt x="1288370" y="170520"/>
                  </a:lnTo>
                  <a:lnTo>
                    <a:pt x="1264106" y="179926"/>
                  </a:lnTo>
                  <a:lnTo>
                    <a:pt x="1254840" y="199410"/>
                  </a:lnTo>
                  <a:lnTo>
                    <a:pt x="1230183" y="240452"/>
                  </a:lnTo>
                  <a:lnTo>
                    <a:pt x="1189192" y="245281"/>
                  </a:lnTo>
                  <a:lnTo>
                    <a:pt x="1156146" y="262288"/>
                  </a:lnTo>
                  <a:lnTo>
                    <a:pt x="1129658" y="277959"/>
                  </a:lnTo>
                  <a:lnTo>
                    <a:pt x="1138796" y="305541"/>
                  </a:lnTo>
                  <a:lnTo>
                    <a:pt x="1120265" y="312468"/>
                  </a:lnTo>
                  <a:lnTo>
                    <a:pt x="975534" y="381103"/>
                  </a:lnTo>
                  <a:lnTo>
                    <a:pt x="984278" y="411684"/>
                  </a:lnTo>
                  <a:lnTo>
                    <a:pt x="1003852" y="458610"/>
                  </a:lnTo>
                  <a:lnTo>
                    <a:pt x="1026425" y="449979"/>
                  </a:lnTo>
                  <a:lnTo>
                    <a:pt x="1057222" y="482276"/>
                  </a:lnTo>
                  <a:lnTo>
                    <a:pt x="1076682" y="526965"/>
                  </a:lnTo>
                  <a:lnTo>
                    <a:pt x="1060870" y="548394"/>
                  </a:lnTo>
                  <a:lnTo>
                    <a:pt x="1082287" y="551674"/>
                  </a:lnTo>
                  <a:lnTo>
                    <a:pt x="1098810" y="544226"/>
                  </a:lnTo>
                  <a:lnTo>
                    <a:pt x="1117087" y="546310"/>
                  </a:lnTo>
                  <a:lnTo>
                    <a:pt x="1128526" y="537032"/>
                  </a:lnTo>
                  <a:lnTo>
                    <a:pt x="1131272" y="524614"/>
                  </a:lnTo>
                  <a:lnTo>
                    <a:pt x="1138440" y="515844"/>
                  </a:lnTo>
                  <a:lnTo>
                    <a:pt x="1153693" y="512590"/>
                  </a:lnTo>
                  <a:lnTo>
                    <a:pt x="1159692" y="502777"/>
                  </a:lnTo>
                  <a:lnTo>
                    <a:pt x="1159044" y="489711"/>
                  </a:lnTo>
                  <a:lnTo>
                    <a:pt x="1162310" y="480052"/>
                  </a:lnTo>
                  <a:lnTo>
                    <a:pt x="1171576" y="478336"/>
                  </a:lnTo>
                  <a:lnTo>
                    <a:pt x="1175491" y="485670"/>
                  </a:lnTo>
                  <a:lnTo>
                    <a:pt x="1180829" y="494160"/>
                  </a:lnTo>
                  <a:lnTo>
                    <a:pt x="1188455" y="493626"/>
                  </a:lnTo>
                  <a:lnTo>
                    <a:pt x="1194975" y="486445"/>
                  </a:lnTo>
                  <a:lnTo>
                    <a:pt x="1197200" y="477688"/>
                  </a:lnTo>
                  <a:lnTo>
                    <a:pt x="1196030" y="468536"/>
                  </a:lnTo>
                  <a:lnTo>
                    <a:pt x="1200339" y="464088"/>
                  </a:lnTo>
                  <a:lnTo>
                    <a:pt x="1211435" y="466312"/>
                  </a:lnTo>
                  <a:lnTo>
                    <a:pt x="1249922" y="461075"/>
                  </a:lnTo>
                  <a:lnTo>
                    <a:pt x="1257624" y="512056"/>
                  </a:lnTo>
                  <a:lnTo>
                    <a:pt x="1290365" y="518208"/>
                  </a:lnTo>
                  <a:lnTo>
                    <a:pt x="1258412" y="566684"/>
                  </a:lnTo>
                  <a:lnTo>
                    <a:pt x="1241698" y="575582"/>
                  </a:lnTo>
                  <a:lnTo>
                    <a:pt x="1207253" y="563698"/>
                  </a:lnTo>
                  <a:lnTo>
                    <a:pt x="1177359" y="581212"/>
                  </a:lnTo>
                  <a:lnTo>
                    <a:pt x="1179901" y="594545"/>
                  </a:lnTo>
                  <a:lnTo>
                    <a:pt x="1150413" y="609035"/>
                  </a:lnTo>
                  <a:lnTo>
                    <a:pt x="1140487" y="624605"/>
                  </a:lnTo>
                  <a:lnTo>
                    <a:pt x="1169085" y="645653"/>
                  </a:lnTo>
                  <a:lnTo>
                    <a:pt x="1177982" y="660816"/>
                  </a:lnTo>
                  <a:lnTo>
                    <a:pt x="1152396" y="661858"/>
                  </a:lnTo>
                  <a:lnTo>
                    <a:pt x="1107631" y="676882"/>
                  </a:lnTo>
                  <a:lnTo>
                    <a:pt x="1069271" y="654283"/>
                  </a:lnTo>
                  <a:lnTo>
                    <a:pt x="1038208" y="664337"/>
                  </a:lnTo>
                  <a:lnTo>
                    <a:pt x="1059739" y="744310"/>
                  </a:lnTo>
                  <a:lnTo>
                    <a:pt x="1120938" y="744729"/>
                  </a:lnTo>
                  <a:lnTo>
                    <a:pt x="1127204" y="742505"/>
                  </a:lnTo>
                  <a:lnTo>
                    <a:pt x="1165056" y="730074"/>
                  </a:lnTo>
                  <a:lnTo>
                    <a:pt x="1167534" y="786940"/>
                  </a:lnTo>
                  <a:lnTo>
                    <a:pt x="1184057" y="807721"/>
                  </a:lnTo>
                  <a:lnTo>
                    <a:pt x="1206936" y="802878"/>
                  </a:lnTo>
                  <a:lnTo>
                    <a:pt x="1231212" y="795417"/>
                  </a:lnTo>
                  <a:lnTo>
                    <a:pt x="1239385" y="783038"/>
                  </a:lnTo>
                  <a:lnTo>
                    <a:pt x="1245257" y="763171"/>
                  </a:lnTo>
                  <a:lnTo>
                    <a:pt x="1233119" y="746559"/>
                  </a:lnTo>
                  <a:lnTo>
                    <a:pt x="1220205" y="707348"/>
                  </a:lnTo>
                  <a:lnTo>
                    <a:pt x="1248168" y="695451"/>
                  </a:lnTo>
                  <a:lnTo>
                    <a:pt x="1258094" y="691550"/>
                  </a:lnTo>
                  <a:lnTo>
                    <a:pt x="1283146" y="680949"/>
                  </a:lnTo>
                  <a:lnTo>
                    <a:pt x="1308567" y="663829"/>
                  </a:lnTo>
                  <a:lnTo>
                    <a:pt x="1329449" y="626448"/>
                  </a:lnTo>
                  <a:lnTo>
                    <a:pt x="1359344" y="580183"/>
                  </a:lnTo>
                  <a:lnTo>
                    <a:pt x="1343545" y="557037"/>
                  </a:lnTo>
                  <a:lnTo>
                    <a:pt x="1345896" y="550377"/>
                  </a:lnTo>
                  <a:lnTo>
                    <a:pt x="1378129" y="543196"/>
                  </a:lnTo>
                  <a:lnTo>
                    <a:pt x="1418802" y="528554"/>
                  </a:lnTo>
                  <a:lnTo>
                    <a:pt x="1451149" y="539396"/>
                  </a:lnTo>
                  <a:lnTo>
                    <a:pt x="1474130" y="589715"/>
                  </a:lnTo>
                  <a:lnTo>
                    <a:pt x="1482099" y="577564"/>
                  </a:lnTo>
                  <a:lnTo>
                    <a:pt x="1512095" y="574171"/>
                  </a:lnTo>
                  <a:lnTo>
                    <a:pt x="1541595" y="568807"/>
                  </a:lnTo>
                  <a:lnTo>
                    <a:pt x="1546946" y="572862"/>
                  </a:lnTo>
                  <a:lnTo>
                    <a:pt x="1593402" y="584898"/>
                  </a:lnTo>
                  <a:lnTo>
                    <a:pt x="1609201" y="577437"/>
                  </a:lnTo>
                  <a:lnTo>
                    <a:pt x="1609595" y="544886"/>
                  </a:lnTo>
                  <a:lnTo>
                    <a:pt x="1649658" y="527092"/>
                  </a:lnTo>
                  <a:lnTo>
                    <a:pt x="1651348" y="515856"/>
                  </a:lnTo>
                  <a:lnTo>
                    <a:pt x="1646264" y="478730"/>
                  </a:lnTo>
                  <a:lnTo>
                    <a:pt x="1653178" y="459906"/>
                  </a:lnTo>
                  <a:lnTo>
                    <a:pt x="1628521" y="429846"/>
                  </a:lnTo>
                  <a:lnTo>
                    <a:pt x="1598232" y="427749"/>
                  </a:lnTo>
                  <a:lnTo>
                    <a:pt x="1602147" y="403053"/>
                  </a:lnTo>
                  <a:lnTo>
                    <a:pt x="1600723" y="400308"/>
                  </a:lnTo>
                  <a:lnTo>
                    <a:pt x="1583488" y="367757"/>
                  </a:lnTo>
                  <a:lnTo>
                    <a:pt x="1584009" y="344497"/>
                  </a:lnTo>
                  <a:lnTo>
                    <a:pt x="1543693" y="346595"/>
                  </a:lnTo>
                  <a:lnTo>
                    <a:pt x="1536638" y="331965"/>
                  </a:lnTo>
                  <a:lnTo>
                    <a:pt x="1496055" y="299020"/>
                  </a:lnTo>
                  <a:lnTo>
                    <a:pt x="1495534" y="281900"/>
                  </a:lnTo>
                  <a:lnTo>
                    <a:pt x="1491212" y="243070"/>
                  </a:lnTo>
                  <a:lnTo>
                    <a:pt x="1469821" y="218234"/>
                  </a:lnTo>
                  <a:lnTo>
                    <a:pt x="1461076" y="205702"/>
                  </a:lnTo>
                  <a:lnTo>
                    <a:pt x="1515730" y="193932"/>
                  </a:lnTo>
                  <a:lnTo>
                    <a:pt x="1527602" y="191454"/>
                  </a:lnTo>
                  <a:lnTo>
                    <a:pt x="1601727" y="187272"/>
                  </a:lnTo>
                  <a:lnTo>
                    <a:pt x="1604981" y="185823"/>
                  </a:lnTo>
                  <a:lnTo>
                    <a:pt x="1624568" y="174193"/>
                  </a:lnTo>
                  <a:lnTo>
                    <a:pt x="1652886" y="161483"/>
                  </a:lnTo>
                  <a:lnTo>
                    <a:pt x="1673222" y="152586"/>
                  </a:lnTo>
                  <a:lnTo>
                    <a:pt x="1781806" y="253632"/>
                  </a:lnTo>
                  <a:lnTo>
                    <a:pt x="1819631" y="258983"/>
                  </a:lnTo>
                  <a:lnTo>
                    <a:pt x="1841556" y="223166"/>
                  </a:lnTo>
                  <a:lnTo>
                    <a:pt x="1877069" y="263305"/>
                  </a:lnTo>
                  <a:lnTo>
                    <a:pt x="1905908" y="231135"/>
                  </a:lnTo>
                  <a:lnTo>
                    <a:pt x="1914119" y="227322"/>
                  </a:lnTo>
                  <a:lnTo>
                    <a:pt x="1917932" y="232152"/>
                  </a:lnTo>
                  <a:lnTo>
                    <a:pt x="1918453" y="239206"/>
                  </a:lnTo>
                  <a:lnTo>
                    <a:pt x="1936603" y="248879"/>
                  </a:lnTo>
                  <a:lnTo>
                    <a:pt x="1957740" y="236079"/>
                  </a:lnTo>
                  <a:lnTo>
                    <a:pt x="1963485" y="271490"/>
                  </a:lnTo>
                  <a:lnTo>
                    <a:pt x="1985919" y="328076"/>
                  </a:lnTo>
                  <a:lnTo>
                    <a:pt x="1985398" y="362851"/>
                  </a:lnTo>
                  <a:lnTo>
                    <a:pt x="2001857" y="378535"/>
                  </a:lnTo>
                  <a:lnTo>
                    <a:pt x="2023897" y="436824"/>
                  </a:lnTo>
                  <a:lnTo>
                    <a:pt x="2028587" y="433303"/>
                  </a:lnTo>
                  <a:lnTo>
                    <a:pt x="2072717" y="501939"/>
                  </a:lnTo>
                  <a:lnTo>
                    <a:pt x="2064620" y="533168"/>
                  </a:lnTo>
                  <a:lnTo>
                    <a:pt x="2075449" y="587669"/>
                  </a:lnTo>
                  <a:lnTo>
                    <a:pt x="2083800" y="644128"/>
                  </a:lnTo>
                  <a:lnTo>
                    <a:pt x="2058621" y="656838"/>
                  </a:lnTo>
                  <a:lnTo>
                    <a:pt x="2045441" y="679462"/>
                  </a:lnTo>
                  <a:lnTo>
                    <a:pt x="2061964" y="758786"/>
                  </a:lnTo>
                  <a:lnTo>
                    <a:pt x="2056880" y="786635"/>
                  </a:lnTo>
                  <a:lnTo>
                    <a:pt x="2070594" y="792240"/>
                  </a:lnTo>
                  <a:lnTo>
                    <a:pt x="2048555" y="878377"/>
                  </a:lnTo>
                  <a:lnTo>
                    <a:pt x="2097870" y="937187"/>
                  </a:lnTo>
                  <a:lnTo>
                    <a:pt x="2117571" y="1008440"/>
                  </a:lnTo>
                  <a:lnTo>
                    <a:pt x="2153859" y="996416"/>
                  </a:lnTo>
                  <a:lnTo>
                    <a:pt x="2197963" y="1009864"/>
                  </a:lnTo>
                  <a:lnTo>
                    <a:pt x="2221972" y="1006051"/>
                  </a:lnTo>
                  <a:lnTo>
                    <a:pt x="2221464" y="1082248"/>
                  </a:lnTo>
                  <a:lnTo>
                    <a:pt x="2208004" y="1115295"/>
                  </a:lnTo>
                  <a:lnTo>
                    <a:pt x="2146283" y="1221692"/>
                  </a:lnTo>
                  <a:lnTo>
                    <a:pt x="2060019" y="1253328"/>
                  </a:lnTo>
                  <a:lnTo>
                    <a:pt x="2048681" y="1281557"/>
                  </a:lnTo>
                  <a:lnTo>
                    <a:pt x="2081309" y="1305859"/>
                  </a:lnTo>
                  <a:lnTo>
                    <a:pt x="2061061" y="1356306"/>
                  </a:lnTo>
                  <a:lnTo>
                    <a:pt x="2031701" y="1369652"/>
                  </a:lnTo>
                  <a:lnTo>
                    <a:pt x="2055202" y="1482772"/>
                  </a:lnTo>
                  <a:lnTo>
                    <a:pt x="2114177" y="1532838"/>
                  </a:lnTo>
                  <a:lnTo>
                    <a:pt x="2163518" y="1574680"/>
                  </a:lnTo>
                  <a:lnTo>
                    <a:pt x="2221591" y="1623817"/>
                  </a:lnTo>
                  <a:lnTo>
                    <a:pt x="2226942" y="1639756"/>
                  </a:lnTo>
                  <a:lnTo>
                    <a:pt x="2228112" y="1647382"/>
                  </a:lnTo>
                  <a:lnTo>
                    <a:pt x="2244813" y="1660448"/>
                  </a:lnTo>
                  <a:lnTo>
                    <a:pt x="2291154" y="1697041"/>
                  </a:lnTo>
                  <a:lnTo>
                    <a:pt x="2364607" y="1654436"/>
                  </a:lnTo>
                  <a:lnTo>
                    <a:pt x="2418383" y="1659800"/>
                  </a:lnTo>
                  <a:lnTo>
                    <a:pt x="2462094" y="1661490"/>
                  </a:lnTo>
                  <a:lnTo>
                    <a:pt x="2504508" y="1661490"/>
                  </a:lnTo>
                  <a:lnTo>
                    <a:pt x="2531911" y="1698617"/>
                  </a:lnTo>
                  <a:lnTo>
                    <a:pt x="2571986" y="1708544"/>
                  </a:lnTo>
                  <a:lnTo>
                    <a:pt x="2622484" y="1753118"/>
                  </a:lnTo>
                  <a:lnTo>
                    <a:pt x="2665699" y="1732197"/>
                  </a:lnTo>
                  <a:lnTo>
                    <a:pt x="2711227" y="1707679"/>
                  </a:lnTo>
                  <a:lnTo>
                    <a:pt x="2777256" y="1734587"/>
                  </a:lnTo>
                  <a:lnTo>
                    <a:pt x="2811968" y="1708709"/>
                  </a:lnTo>
                  <a:lnTo>
                    <a:pt x="2899007" y="1751059"/>
                  </a:lnTo>
                  <a:lnTo>
                    <a:pt x="2979399" y="1690050"/>
                  </a:lnTo>
                  <a:lnTo>
                    <a:pt x="3076747" y="1650966"/>
                  </a:lnTo>
                  <a:lnTo>
                    <a:pt x="3117076" y="1682323"/>
                  </a:lnTo>
                  <a:lnTo>
                    <a:pt x="3133777" y="1717237"/>
                  </a:lnTo>
                  <a:lnTo>
                    <a:pt x="3175924" y="1693444"/>
                  </a:lnTo>
                  <a:lnTo>
                    <a:pt x="3236095" y="1701934"/>
                  </a:lnTo>
                  <a:lnTo>
                    <a:pt x="3240009" y="1722207"/>
                  </a:lnTo>
                  <a:lnTo>
                    <a:pt x="3221605" y="1755533"/>
                  </a:lnTo>
                  <a:lnTo>
                    <a:pt x="3253380" y="1878924"/>
                  </a:lnTo>
                  <a:lnTo>
                    <a:pt x="3250381" y="1945309"/>
                  </a:lnTo>
                  <a:lnTo>
                    <a:pt x="3201574" y="1953406"/>
                  </a:lnTo>
                  <a:lnTo>
                    <a:pt x="3144162" y="1933285"/>
                  </a:lnTo>
                  <a:lnTo>
                    <a:pt x="3143755" y="1987939"/>
                  </a:lnTo>
                  <a:lnTo>
                    <a:pt x="3174818" y="2045580"/>
                  </a:lnTo>
                  <a:lnTo>
                    <a:pt x="3127587" y="2069234"/>
                  </a:lnTo>
                  <a:lnTo>
                    <a:pt x="3087906" y="2110262"/>
                  </a:lnTo>
                  <a:lnTo>
                    <a:pt x="3075641" y="2263713"/>
                  </a:lnTo>
                  <a:lnTo>
                    <a:pt x="3033481" y="2318748"/>
                  </a:lnTo>
                  <a:lnTo>
                    <a:pt x="2969816" y="2354425"/>
                  </a:lnTo>
                  <a:lnTo>
                    <a:pt x="2907536" y="2393763"/>
                  </a:lnTo>
                  <a:lnTo>
                    <a:pt x="2857025" y="2420811"/>
                  </a:lnTo>
                  <a:lnTo>
                    <a:pt x="2815654" y="2430356"/>
                  </a:lnTo>
                  <a:lnTo>
                    <a:pt x="2707210" y="2447362"/>
                  </a:lnTo>
                  <a:lnTo>
                    <a:pt x="2686200" y="2420175"/>
                  </a:lnTo>
                  <a:lnTo>
                    <a:pt x="2590543" y="2406308"/>
                  </a:lnTo>
                  <a:lnTo>
                    <a:pt x="2567970" y="2376109"/>
                  </a:lnTo>
                  <a:lnTo>
                    <a:pt x="2477282" y="2351807"/>
                  </a:lnTo>
                  <a:lnTo>
                    <a:pt x="2452853" y="2360310"/>
                  </a:lnTo>
                  <a:lnTo>
                    <a:pt x="2371292" y="2320833"/>
                  </a:lnTo>
                  <a:lnTo>
                    <a:pt x="2322104" y="2342529"/>
                  </a:lnTo>
                  <a:lnTo>
                    <a:pt x="2302276" y="2369716"/>
                  </a:lnTo>
                  <a:lnTo>
                    <a:pt x="2269229" y="2381473"/>
                  </a:lnTo>
                  <a:lnTo>
                    <a:pt x="2251346" y="2400297"/>
                  </a:lnTo>
                  <a:lnTo>
                    <a:pt x="2276665" y="2447324"/>
                  </a:lnTo>
                  <a:lnTo>
                    <a:pt x="2261921" y="2478820"/>
                  </a:lnTo>
                  <a:lnTo>
                    <a:pt x="2208678" y="2497377"/>
                  </a:lnTo>
                  <a:lnTo>
                    <a:pt x="2184262" y="2532965"/>
                  </a:lnTo>
                  <a:lnTo>
                    <a:pt x="2080127" y="2583692"/>
                  </a:lnTo>
                  <a:lnTo>
                    <a:pt x="2007056" y="2584734"/>
                  </a:lnTo>
                  <a:lnTo>
                    <a:pt x="1853453" y="2700283"/>
                  </a:lnTo>
                  <a:lnTo>
                    <a:pt x="1807264" y="2735973"/>
                  </a:lnTo>
                  <a:lnTo>
                    <a:pt x="1788860" y="2748683"/>
                  </a:lnTo>
                  <a:lnTo>
                    <a:pt x="1723211" y="2770507"/>
                  </a:lnTo>
                  <a:lnTo>
                    <a:pt x="1696596" y="2738236"/>
                  </a:lnTo>
                  <a:lnTo>
                    <a:pt x="1560356" y="2684370"/>
                  </a:lnTo>
                  <a:lnTo>
                    <a:pt x="1528491" y="2711430"/>
                  </a:lnTo>
                  <a:lnTo>
                    <a:pt x="1505930" y="2772222"/>
                  </a:lnTo>
                  <a:lnTo>
                    <a:pt x="1472884" y="2777180"/>
                  </a:lnTo>
                  <a:lnTo>
                    <a:pt x="1424738" y="2772222"/>
                  </a:lnTo>
                  <a:lnTo>
                    <a:pt x="1371101" y="2790017"/>
                  </a:lnTo>
                  <a:lnTo>
                    <a:pt x="1354793" y="2828592"/>
                  </a:lnTo>
                  <a:lnTo>
                    <a:pt x="1415078" y="2851839"/>
                  </a:lnTo>
                  <a:lnTo>
                    <a:pt x="1380099" y="2886347"/>
                  </a:lnTo>
                  <a:lnTo>
                    <a:pt x="1316409" y="2890669"/>
                  </a:lnTo>
                  <a:lnTo>
                    <a:pt x="1299580" y="2908819"/>
                  </a:lnTo>
                  <a:lnTo>
                    <a:pt x="1273995" y="2906340"/>
                  </a:lnTo>
                  <a:lnTo>
                    <a:pt x="1258476" y="2862948"/>
                  </a:lnTo>
                  <a:lnTo>
                    <a:pt x="1214625" y="2888572"/>
                  </a:lnTo>
                  <a:lnTo>
                    <a:pt x="1174563" y="2860470"/>
                  </a:lnTo>
                  <a:lnTo>
                    <a:pt x="1094692" y="2896541"/>
                  </a:lnTo>
                  <a:lnTo>
                    <a:pt x="1058544" y="2922686"/>
                  </a:lnTo>
                  <a:lnTo>
                    <a:pt x="1011694" y="2959545"/>
                  </a:lnTo>
                  <a:lnTo>
                    <a:pt x="927400" y="2988550"/>
                  </a:lnTo>
                  <a:lnTo>
                    <a:pt x="908335" y="2976653"/>
                  </a:lnTo>
                  <a:lnTo>
                    <a:pt x="916304" y="2892486"/>
                  </a:lnTo>
                  <a:lnTo>
                    <a:pt x="811127" y="2943200"/>
                  </a:lnTo>
                  <a:lnTo>
                    <a:pt x="811903" y="3001896"/>
                  </a:lnTo>
                  <a:lnTo>
                    <a:pt x="792329" y="3025816"/>
                  </a:lnTo>
                  <a:lnTo>
                    <a:pt x="723046" y="3035870"/>
                  </a:lnTo>
                  <a:lnTo>
                    <a:pt x="710246" y="2970527"/>
                  </a:lnTo>
                  <a:lnTo>
                    <a:pt x="704234" y="2939806"/>
                  </a:lnTo>
                  <a:lnTo>
                    <a:pt x="699532" y="2915657"/>
                  </a:lnTo>
                  <a:lnTo>
                    <a:pt x="669917" y="2881162"/>
                  </a:lnTo>
                  <a:lnTo>
                    <a:pt x="706192" y="2777243"/>
                  </a:lnTo>
                  <a:lnTo>
                    <a:pt x="673565" y="2700524"/>
                  </a:lnTo>
                  <a:lnTo>
                    <a:pt x="729820" y="2693191"/>
                  </a:lnTo>
                  <a:lnTo>
                    <a:pt x="750309" y="2657780"/>
                  </a:lnTo>
                  <a:lnTo>
                    <a:pt x="736595" y="2577922"/>
                  </a:lnTo>
                  <a:lnTo>
                    <a:pt x="733468" y="2559365"/>
                  </a:lnTo>
                  <a:lnTo>
                    <a:pt x="766629" y="2494543"/>
                  </a:lnTo>
                  <a:lnTo>
                    <a:pt x="785275" y="2458065"/>
                  </a:lnTo>
                  <a:lnTo>
                    <a:pt x="779009" y="2434678"/>
                  </a:lnTo>
                  <a:lnTo>
                    <a:pt x="760096" y="2364085"/>
                  </a:lnTo>
                  <a:lnTo>
                    <a:pt x="809666" y="2335729"/>
                  </a:lnTo>
                  <a:lnTo>
                    <a:pt x="851673" y="2269864"/>
                  </a:lnTo>
                  <a:lnTo>
                    <a:pt x="888532" y="2283973"/>
                  </a:lnTo>
                  <a:lnTo>
                    <a:pt x="932649" y="2246986"/>
                  </a:lnTo>
                  <a:lnTo>
                    <a:pt x="917499" y="2113402"/>
                  </a:lnTo>
                  <a:lnTo>
                    <a:pt x="951295" y="2098366"/>
                  </a:lnTo>
                  <a:lnTo>
                    <a:pt x="952350" y="2057985"/>
                  </a:lnTo>
                  <a:lnTo>
                    <a:pt x="983656" y="2057858"/>
                  </a:lnTo>
                  <a:lnTo>
                    <a:pt x="998793" y="2083075"/>
                  </a:lnTo>
                  <a:lnTo>
                    <a:pt x="1049050" y="2055507"/>
                  </a:lnTo>
                  <a:lnTo>
                    <a:pt x="1047232" y="1999162"/>
                  </a:lnTo>
                  <a:lnTo>
                    <a:pt x="1055049" y="1953939"/>
                  </a:lnTo>
                  <a:lnTo>
                    <a:pt x="992413" y="1930540"/>
                  </a:lnTo>
                  <a:lnTo>
                    <a:pt x="984787" y="1927680"/>
                  </a:lnTo>
                  <a:lnTo>
                    <a:pt x="992222" y="1888279"/>
                  </a:lnTo>
                  <a:lnTo>
                    <a:pt x="890706" y="1857431"/>
                  </a:lnTo>
                  <a:lnTo>
                    <a:pt x="899450" y="1778094"/>
                  </a:lnTo>
                  <a:lnTo>
                    <a:pt x="882215" y="1729083"/>
                  </a:lnTo>
                  <a:lnTo>
                    <a:pt x="871780" y="1709866"/>
                  </a:lnTo>
                  <a:lnTo>
                    <a:pt x="898141" y="1659546"/>
                  </a:lnTo>
                  <a:lnTo>
                    <a:pt x="895930" y="1645044"/>
                  </a:lnTo>
                  <a:lnTo>
                    <a:pt x="931671" y="1581391"/>
                  </a:lnTo>
                  <a:lnTo>
                    <a:pt x="931938" y="1551331"/>
                  </a:lnTo>
                  <a:lnTo>
                    <a:pt x="952020" y="1521793"/>
                  </a:lnTo>
                  <a:lnTo>
                    <a:pt x="895790" y="1470952"/>
                  </a:lnTo>
                  <a:lnTo>
                    <a:pt x="924883" y="1439723"/>
                  </a:lnTo>
                  <a:lnTo>
                    <a:pt x="969255" y="1478667"/>
                  </a:lnTo>
                  <a:lnTo>
                    <a:pt x="1012470" y="1438147"/>
                  </a:lnTo>
                  <a:lnTo>
                    <a:pt x="1003191" y="1377367"/>
                  </a:lnTo>
                  <a:lnTo>
                    <a:pt x="1000649" y="1360653"/>
                  </a:lnTo>
                  <a:lnTo>
                    <a:pt x="977021" y="1364466"/>
                  </a:lnTo>
                  <a:lnTo>
                    <a:pt x="962925" y="1343812"/>
                  </a:lnTo>
                  <a:lnTo>
                    <a:pt x="853172" y="1359064"/>
                  </a:lnTo>
                  <a:lnTo>
                    <a:pt x="803717" y="1332932"/>
                  </a:lnTo>
                  <a:lnTo>
                    <a:pt x="768611" y="1333580"/>
                  </a:lnTo>
                  <a:lnTo>
                    <a:pt x="749686" y="1316193"/>
                  </a:lnTo>
                  <a:lnTo>
                    <a:pt x="736124" y="1320120"/>
                  </a:lnTo>
                  <a:lnTo>
                    <a:pt x="723414" y="1335537"/>
                  </a:lnTo>
                  <a:lnTo>
                    <a:pt x="678255" y="1330568"/>
                  </a:lnTo>
                  <a:lnTo>
                    <a:pt x="662469" y="1326386"/>
                  </a:lnTo>
                  <a:lnTo>
                    <a:pt x="694244" y="1289921"/>
                  </a:lnTo>
                  <a:lnTo>
                    <a:pt x="698172" y="1262988"/>
                  </a:lnTo>
                  <a:lnTo>
                    <a:pt x="710437" y="1246922"/>
                  </a:lnTo>
                  <a:lnTo>
                    <a:pt x="695833" y="1213062"/>
                  </a:lnTo>
                  <a:lnTo>
                    <a:pt x="703917" y="1181439"/>
                  </a:lnTo>
                  <a:lnTo>
                    <a:pt x="692477" y="1144579"/>
                  </a:lnTo>
                  <a:lnTo>
                    <a:pt x="675369" y="1145100"/>
                  </a:lnTo>
                  <a:lnTo>
                    <a:pt x="676170" y="1137131"/>
                  </a:lnTo>
                  <a:lnTo>
                    <a:pt x="734230" y="1105356"/>
                  </a:lnTo>
                  <a:lnTo>
                    <a:pt x="750665" y="1087561"/>
                  </a:lnTo>
                  <a:lnTo>
                    <a:pt x="747805" y="1057375"/>
                  </a:lnTo>
                  <a:lnTo>
                    <a:pt x="734751" y="1047715"/>
                  </a:lnTo>
                  <a:lnTo>
                    <a:pt x="719754" y="1016206"/>
                  </a:lnTo>
                  <a:close/>
                </a:path>
              </a:pathLst>
            </a:custGeom>
            <a:noFill/>
            <a:ln w="3810" cap="flat">
              <a:solidFill>
                <a:srgbClr val="E6E4E2"/>
              </a:solidFill>
              <a:prstDash val="solid"/>
              <a:miter/>
            </a:ln>
          </p:spPr>
          <p:txBody>
            <a:bodyPr rtlCol="0" anchor="ctr"/>
            <a:lstStyle/>
            <a:p>
              <a:endParaRPr lang="de-CH"/>
            </a:p>
          </p:txBody>
        </p:sp>
        <p:sp>
          <p:nvSpPr>
            <p:cNvPr id="86" name="Freihandform: Form 85">
              <a:extLst>
                <a:ext uri="{FF2B5EF4-FFF2-40B4-BE49-F238E27FC236}">
                  <a16:creationId xmlns:a16="http://schemas.microsoft.com/office/drawing/2014/main" id="{C652CBD4-7E72-B6DB-4FF8-128332B7E0C3}"/>
                </a:ext>
              </a:extLst>
            </p:cNvPr>
            <p:cNvSpPr/>
            <p:nvPr/>
          </p:nvSpPr>
          <p:spPr>
            <a:xfrm>
              <a:off x="5339598" y="2047160"/>
              <a:ext cx="1377328" cy="1531935"/>
            </a:xfrm>
            <a:custGeom>
              <a:avLst/>
              <a:gdLst>
                <a:gd name="connsiteX0" fmla="*/ 682970 w 1377328"/>
                <a:gd name="connsiteY0" fmla="*/ 421509 h 1531935"/>
                <a:gd name="connsiteX1" fmla="*/ 643162 w 1377328"/>
                <a:gd name="connsiteY1" fmla="*/ 393546 h 1531935"/>
                <a:gd name="connsiteX2" fmla="*/ 621898 w 1377328"/>
                <a:gd name="connsiteY2" fmla="*/ 369397 h 1531935"/>
                <a:gd name="connsiteX3" fmla="*/ 598790 w 1377328"/>
                <a:gd name="connsiteY3" fmla="*/ 347166 h 1531935"/>
                <a:gd name="connsiteX4" fmla="*/ 582343 w 1377328"/>
                <a:gd name="connsiteY4" fmla="*/ 339070 h 1531935"/>
                <a:gd name="connsiteX5" fmla="*/ 575569 w 1377328"/>
                <a:gd name="connsiteY5" fmla="*/ 343760 h 1531935"/>
                <a:gd name="connsiteX6" fmla="*/ 582737 w 1377328"/>
                <a:gd name="connsiteY6" fmla="*/ 352784 h 1531935"/>
                <a:gd name="connsiteX7" fmla="*/ 576484 w 1377328"/>
                <a:gd name="connsiteY7" fmla="*/ 363766 h 1531935"/>
                <a:gd name="connsiteX8" fmla="*/ 576865 w 1377328"/>
                <a:gd name="connsiteY8" fmla="*/ 373693 h 1531935"/>
                <a:gd name="connsiteX9" fmla="*/ 580386 w 1377328"/>
                <a:gd name="connsiteY9" fmla="*/ 382984 h 1531935"/>
                <a:gd name="connsiteX10" fmla="*/ 577907 w 1377328"/>
                <a:gd name="connsiteY10" fmla="*/ 396444 h 1531935"/>
                <a:gd name="connsiteX11" fmla="*/ 581428 w 1377328"/>
                <a:gd name="connsiteY11" fmla="*/ 409243 h 1531935"/>
                <a:gd name="connsiteX12" fmla="*/ 592791 w 1377328"/>
                <a:gd name="connsiteY12" fmla="*/ 421407 h 1531935"/>
                <a:gd name="connsiteX13" fmla="*/ 627643 w 1377328"/>
                <a:gd name="connsiteY13" fmla="*/ 459703 h 1531935"/>
                <a:gd name="connsiteX14" fmla="*/ 674670 w 1377328"/>
                <a:gd name="connsiteY14" fmla="*/ 491974 h 1531935"/>
                <a:gd name="connsiteX15" fmla="*/ 692554 w 1377328"/>
                <a:gd name="connsiteY15" fmla="*/ 504544 h 1531935"/>
                <a:gd name="connsiteX16" fmla="*/ 702722 w 1377328"/>
                <a:gd name="connsiteY16" fmla="*/ 503362 h 1531935"/>
                <a:gd name="connsiteX17" fmla="*/ 713424 w 1377328"/>
                <a:gd name="connsiteY17" fmla="*/ 486623 h 1531935"/>
                <a:gd name="connsiteX18" fmla="*/ 719296 w 1377328"/>
                <a:gd name="connsiteY18" fmla="*/ 476302 h 1531935"/>
                <a:gd name="connsiteX19" fmla="*/ 717732 w 1377328"/>
                <a:gd name="connsiteY19" fmla="*/ 460885 h 1531935"/>
                <a:gd name="connsiteX20" fmla="*/ 703243 w 1377328"/>
                <a:gd name="connsiteY20" fmla="*/ 437612 h 1531935"/>
                <a:gd name="connsiteX21" fmla="*/ 1115575 w 1377328"/>
                <a:gd name="connsiteY21" fmla="*/ 842763 h 1531935"/>
                <a:gd name="connsiteX22" fmla="*/ 1135415 w 1377328"/>
                <a:gd name="connsiteY22" fmla="*/ 839369 h 1531935"/>
                <a:gd name="connsiteX23" fmla="*/ 1193997 w 1377328"/>
                <a:gd name="connsiteY23" fmla="*/ 844453 h 1531935"/>
                <a:gd name="connsiteX24" fmla="*/ 1204444 w 1377328"/>
                <a:gd name="connsiteY24" fmla="*/ 844707 h 1531935"/>
                <a:gd name="connsiteX25" fmla="*/ 1201178 w 1377328"/>
                <a:gd name="connsiteY25" fmla="*/ 863404 h 1531935"/>
                <a:gd name="connsiteX26" fmla="*/ 1117786 w 1377328"/>
                <a:gd name="connsiteY26" fmla="*/ 866289 h 1531935"/>
                <a:gd name="connsiteX27" fmla="*/ 1206275 w 1377328"/>
                <a:gd name="connsiteY27" fmla="*/ 656914 h 1531935"/>
                <a:gd name="connsiteX28" fmla="*/ 1271097 w 1377328"/>
                <a:gd name="connsiteY28" fmla="*/ 701209 h 1531935"/>
                <a:gd name="connsiteX29" fmla="*/ 1276969 w 1377328"/>
                <a:gd name="connsiteY29" fmla="*/ 706293 h 1531935"/>
                <a:gd name="connsiteX30" fmla="*/ 1298373 w 1377328"/>
                <a:gd name="connsiteY30" fmla="*/ 722117 h 1531935"/>
                <a:gd name="connsiteX31" fmla="*/ 1377329 w 1377328"/>
                <a:gd name="connsiteY31" fmla="*/ 785109 h 1531935"/>
                <a:gd name="connsiteX32" fmla="*/ 1368978 w 1377328"/>
                <a:gd name="connsiteY32" fmla="*/ 836484 h 1531935"/>
                <a:gd name="connsiteX33" fmla="*/ 1311693 w 1377328"/>
                <a:gd name="connsiteY33" fmla="*/ 869022 h 1531935"/>
                <a:gd name="connsiteX34" fmla="*/ 1302033 w 1377328"/>
                <a:gd name="connsiteY34" fmla="*/ 867586 h 1531935"/>
                <a:gd name="connsiteX35" fmla="*/ 1297725 w 1377328"/>
                <a:gd name="connsiteY35" fmla="*/ 861307 h 1531935"/>
                <a:gd name="connsiteX36" fmla="*/ 1302287 w 1377328"/>
                <a:gd name="connsiteY36" fmla="*/ 852956 h 1531935"/>
                <a:gd name="connsiteX37" fmla="*/ 1319141 w 1377328"/>
                <a:gd name="connsiteY37" fmla="*/ 842496 h 1531935"/>
                <a:gd name="connsiteX38" fmla="*/ 1311693 w 1377328"/>
                <a:gd name="connsiteY38" fmla="*/ 809691 h 1531935"/>
                <a:gd name="connsiteX39" fmla="*/ 1297203 w 1377328"/>
                <a:gd name="connsiteY39" fmla="*/ 799891 h 1531935"/>
                <a:gd name="connsiteX40" fmla="*/ 1283375 w 1377328"/>
                <a:gd name="connsiteY40" fmla="*/ 780928 h 1531935"/>
                <a:gd name="connsiteX41" fmla="*/ 1263534 w 1377328"/>
                <a:gd name="connsiteY41" fmla="*/ 781576 h 1531935"/>
                <a:gd name="connsiteX42" fmla="*/ 1252972 w 1377328"/>
                <a:gd name="connsiteY42" fmla="*/ 775056 h 1531935"/>
                <a:gd name="connsiteX43" fmla="*/ 1235737 w 1377328"/>
                <a:gd name="connsiteY43" fmla="*/ 763159 h 1531935"/>
                <a:gd name="connsiteX44" fmla="*/ 1219557 w 1377328"/>
                <a:gd name="connsiteY44" fmla="*/ 757655 h 1531935"/>
                <a:gd name="connsiteX45" fmla="*/ 1187972 w 1377328"/>
                <a:gd name="connsiteY45" fmla="*/ 767341 h 1531935"/>
                <a:gd name="connsiteX46" fmla="*/ 1165793 w 1377328"/>
                <a:gd name="connsiteY46" fmla="*/ 765243 h 1531935"/>
                <a:gd name="connsiteX47" fmla="*/ 1149269 w 1377328"/>
                <a:gd name="connsiteY47" fmla="*/ 774916 h 1531935"/>
                <a:gd name="connsiteX48" fmla="*/ 1136216 w 1377328"/>
                <a:gd name="connsiteY48" fmla="*/ 765904 h 1531935"/>
                <a:gd name="connsiteX49" fmla="*/ 1152917 w 1377328"/>
                <a:gd name="connsiteY49" fmla="*/ 740153 h 1531935"/>
                <a:gd name="connsiteX50" fmla="*/ 1182545 w 1377328"/>
                <a:gd name="connsiteY50" fmla="*/ 719118 h 1531935"/>
                <a:gd name="connsiteX51" fmla="*/ 1192077 w 1377328"/>
                <a:gd name="connsiteY51" fmla="*/ 704082 h 1531935"/>
                <a:gd name="connsiteX52" fmla="*/ 1199386 w 1377328"/>
                <a:gd name="connsiteY52" fmla="*/ 694282 h 1531935"/>
                <a:gd name="connsiteX53" fmla="*/ 1199894 w 1377328"/>
                <a:gd name="connsiteY53" fmla="*/ 673374 h 1531935"/>
                <a:gd name="connsiteX54" fmla="*/ 1206249 w 1377328"/>
                <a:gd name="connsiteY54" fmla="*/ 666841 h 1531935"/>
                <a:gd name="connsiteX55" fmla="*/ 835518 w 1377328"/>
                <a:gd name="connsiteY55" fmla="*/ 211472 h 1531935"/>
                <a:gd name="connsiteX56" fmla="*/ 829913 w 1377328"/>
                <a:gd name="connsiteY56" fmla="*/ 207164 h 1531935"/>
                <a:gd name="connsiteX57" fmla="*/ 825337 w 1377328"/>
                <a:gd name="connsiteY57" fmla="*/ 209706 h 1531935"/>
                <a:gd name="connsiteX58" fmla="*/ 825337 w 1377328"/>
                <a:gd name="connsiteY58" fmla="*/ 218730 h 1531935"/>
                <a:gd name="connsiteX59" fmla="*/ 828324 w 1377328"/>
                <a:gd name="connsiteY59" fmla="*/ 226165 h 1531935"/>
                <a:gd name="connsiteX60" fmla="*/ 823125 w 1377328"/>
                <a:gd name="connsiteY60" fmla="*/ 228529 h 1531935"/>
                <a:gd name="connsiteX61" fmla="*/ 822465 w 1377328"/>
                <a:gd name="connsiteY61" fmla="*/ 234020 h 1531935"/>
                <a:gd name="connsiteX62" fmla="*/ 839433 w 1377328"/>
                <a:gd name="connsiteY62" fmla="*/ 260165 h 1531935"/>
                <a:gd name="connsiteX63" fmla="*/ 844911 w 1377328"/>
                <a:gd name="connsiteY63" fmla="*/ 274146 h 1531935"/>
                <a:gd name="connsiteX64" fmla="*/ 850783 w 1377328"/>
                <a:gd name="connsiteY64" fmla="*/ 277680 h 1531935"/>
                <a:gd name="connsiteX65" fmla="*/ 851177 w 1377328"/>
                <a:gd name="connsiteY65" fmla="*/ 286043 h 1531935"/>
                <a:gd name="connsiteX66" fmla="*/ 865006 w 1377328"/>
                <a:gd name="connsiteY66" fmla="*/ 310752 h 1531935"/>
                <a:gd name="connsiteX67" fmla="*/ 872060 w 1377328"/>
                <a:gd name="connsiteY67" fmla="*/ 314285 h 1531935"/>
                <a:gd name="connsiteX68" fmla="*/ 875186 w 1377328"/>
                <a:gd name="connsiteY68" fmla="*/ 321606 h 1531935"/>
                <a:gd name="connsiteX69" fmla="*/ 881059 w 1377328"/>
                <a:gd name="connsiteY69" fmla="*/ 325648 h 1531935"/>
                <a:gd name="connsiteX70" fmla="*/ 884452 w 1377328"/>
                <a:gd name="connsiteY70" fmla="*/ 325000 h 1531935"/>
                <a:gd name="connsiteX71" fmla="*/ 883931 w 1377328"/>
                <a:gd name="connsiteY71" fmla="*/ 319115 h 1531935"/>
                <a:gd name="connsiteX72" fmla="*/ 888634 w 1377328"/>
                <a:gd name="connsiteY72" fmla="*/ 315988 h 1531935"/>
                <a:gd name="connsiteX73" fmla="*/ 890985 w 1377328"/>
                <a:gd name="connsiteY73" fmla="*/ 305655 h 1531935"/>
                <a:gd name="connsiteX74" fmla="*/ 888100 w 1377328"/>
                <a:gd name="connsiteY74" fmla="*/ 292945 h 1531935"/>
                <a:gd name="connsiteX75" fmla="*/ 881986 w 1377328"/>
                <a:gd name="connsiteY75" fmla="*/ 280133 h 1531935"/>
                <a:gd name="connsiteX76" fmla="*/ 875453 w 1377328"/>
                <a:gd name="connsiteY76" fmla="*/ 269024 h 1531935"/>
                <a:gd name="connsiteX77" fmla="*/ 864624 w 1377328"/>
                <a:gd name="connsiteY77" fmla="*/ 221831 h 1531935"/>
                <a:gd name="connsiteX78" fmla="*/ 857303 w 1377328"/>
                <a:gd name="connsiteY78" fmla="*/ 212032 h 1531935"/>
                <a:gd name="connsiteX79" fmla="*/ 846093 w 1377328"/>
                <a:gd name="connsiteY79" fmla="*/ 212565 h 1531935"/>
                <a:gd name="connsiteX80" fmla="*/ 663650 w 1377328"/>
                <a:gd name="connsiteY80" fmla="*/ 966802 h 1531935"/>
                <a:gd name="connsiteX81" fmla="*/ 639374 w 1377328"/>
                <a:gd name="connsiteY81" fmla="*/ 984062 h 1531935"/>
                <a:gd name="connsiteX82" fmla="*/ 669879 w 1377328"/>
                <a:gd name="connsiteY82" fmla="*/ 1038563 h 1531935"/>
                <a:gd name="connsiteX83" fmla="*/ 654207 w 1377328"/>
                <a:gd name="connsiteY83" fmla="*/ 1056472 h 1531935"/>
                <a:gd name="connsiteX84" fmla="*/ 608946 w 1377328"/>
                <a:gd name="connsiteY84" fmla="*/ 1090053 h 1531935"/>
                <a:gd name="connsiteX85" fmla="*/ 561677 w 1377328"/>
                <a:gd name="connsiteY85" fmla="*/ 1178541 h 1531935"/>
                <a:gd name="connsiteX86" fmla="*/ 544073 w 1377328"/>
                <a:gd name="connsiteY86" fmla="*/ 1171233 h 1531935"/>
                <a:gd name="connsiteX87" fmla="*/ 555830 w 1377328"/>
                <a:gd name="connsiteY87" fmla="*/ 1132530 h 1531935"/>
                <a:gd name="connsiteX88" fmla="*/ 527639 w 1377328"/>
                <a:gd name="connsiteY88" fmla="*/ 1121548 h 1531935"/>
                <a:gd name="connsiteX89" fmla="*/ 509616 w 1377328"/>
                <a:gd name="connsiteY89" fmla="*/ 1139203 h 1531935"/>
                <a:gd name="connsiteX90" fmla="*/ 477128 w 1377328"/>
                <a:gd name="connsiteY90" fmla="*/ 1170432 h 1531935"/>
                <a:gd name="connsiteX91" fmla="*/ 478819 w 1377328"/>
                <a:gd name="connsiteY91" fmla="*/ 1224425 h 1531935"/>
                <a:gd name="connsiteX92" fmla="*/ 470875 w 1377328"/>
                <a:gd name="connsiteY92" fmla="*/ 1269762 h 1531935"/>
                <a:gd name="connsiteX93" fmla="*/ 469413 w 1377328"/>
                <a:gd name="connsiteY93" fmla="*/ 1278405 h 1531935"/>
                <a:gd name="connsiteX94" fmla="*/ 427660 w 1377328"/>
                <a:gd name="connsiteY94" fmla="*/ 1339414 h 1531935"/>
                <a:gd name="connsiteX95" fmla="*/ 422182 w 1377328"/>
                <a:gd name="connsiteY95" fmla="*/ 1347256 h 1531935"/>
                <a:gd name="connsiteX96" fmla="*/ 450628 w 1377328"/>
                <a:gd name="connsiteY96" fmla="*/ 1399673 h 1531935"/>
                <a:gd name="connsiteX97" fmla="*/ 468117 w 1377328"/>
                <a:gd name="connsiteY97" fmla="*/ 1431944 h 1531935"/>
                <a:gd name="connsiteX98" fmla="*/ 464202 w 1377328"/>
                <a:gd name="connsiteY98" fmla="*/ 1439151 h 1531935"/>
                <a:gd name="connsiteX99" fmla="*/ 432897 w 1377328"/>
                <a:gd name="connsiteY99" fmla="*/ 1494695 h 1531935"/>
                <a:gd name="connsiteX100" fmla="*/ 379107 w 1377328"/>
                <a:gd name="connsiteY100" fmla="*/ 1489331 h 1531935"/>
                <a:gd name="connsiteX101" fmla="*/ 305655 w 1377328"/>
                <a:gd name="connsiteY101" fmla="*/ 1531935 h 1531935"/>
                <a:gd name="connsiteX102" fmla="*/ 259314 w 1377328"/>
                <a:gd name="connsiteY102" fmla="*/ 1495343 h 1531935"/>
                <a:gd name="connsiteX103" fmla="*/ 242701 w 1377328"/>
                <a:gd name="connsiteY103" fmla="*/ 1482302 h 1531935"/>
                <a:gd name="connsiteX104" fmla="*/ 241519 w 1377328"/>
                <a:gd name="connsiteY104" fmla="*/ 1474676 h 1531935"/>
                <a:gd name="connsiteX105" fmla="*/ 236168 w 1377328"/>
                <a:gd name="connsiteY105" fmla="*/ 1458725 h 1531935"/>
                <a:gd name="connsiteX106" fmla="*/ 178095 w 1377328"/>
                <a:gd name="connsiteY106" fmla="*/ 1409587 h 1531935"/>
                <a:gd name="connsiteX107" fmla="*/ 128767 w 1377328"/>
                <a:gd name="connsiteY107" fmla="*/ 1367745 h 1531935"/>
                <a:gd name="connsiteX108" fmla="*/ 69779 w 1377328"/>
                <a:gd name="connsiteY108" fmla="*/ 1317680 h 1531935"/>
                <a:gd name="connsiteX109" fmla="*/ 46278 w 1377328"/>
                <a:gd name="connsiteY109" fmla="*/ 1204559 h 1531935"/>
                <a:gd name="connsiteX110" fmla="*/ 75651 w 1377328"/>
                <a:gd name="connsiteY110" fmla="*/ 1191213 h 1531935"/>
                <a:gd name="connsiteX111" fmla="*/ 95886 w 1377328"/>
                <a:gd name="connsiteY111" fmla="*/ 1140766 h 1531935"/>
                <a:gd name="connsiteX112" fmla="*/ 63259 w 1377328"/>
                <a:gd name="connsiteY112" fmla="*/ 1116464 h 1531935"/>
                <a:gd name="connsiteX113" fmla="*/ 74596 w 1377328"/>
                <a:gd name="connsiteY113" fmla="*/ 1088235 h 1531935"/>
                <a:gd name="connsiteX114" fmla="*/ 160873 w 1377328"/>
                <a:gd name="connsiteY114" fmla="*/ 1056599 h 1531935"/>
                <a:gd name="connsiteX115" fmla="*/ 222594 w 1377328"/>
                <a:gd name="connsiteY115" fmla="*/ 950215 h 1531935"/>
                <a:gd name="connsiteX116" fmla="*/ 236041 w 1377328"/>
                <a:gd name="connsiteY116" fmla="*/ 917168 h 1531935"/>
                <a:gd name="connsiteX117" fmla="*/ 236562 w 1377328"/>
                <a:gd name="connsiteY117" fmla="*/ 840971 h 1531935"/>
                <a:gd name="connsiteX118" fmla="*/ 212540 w 1377328"/>
                <a:gd name="connsiteY118" fmla="*/ 844784 h 1531935"/>
                <a:gd name="connsiteX119" fmla="*/ 168436 w 1377328"/>
                <a:gd name="connsiteY119" fmla="*/ 831336 h 1531935"/>
                <a:gd name="connsiteX120" fmla="*/ 132148 w 1377328"/>
                <a:gd name="connsiteY120" fmla="*/ 843360 h 1531935"/>
                <a:gd name="connsiteX121" fmla="*/ 112447 w 1377328"/>
                <a:gd name="connsiteY121" fmla="*/ 772107 h 1531935"/>
                <a:gd name="connsiteX122" fmla="*/ 63132 w 1377328"/>
                <a:gd name="connsiteY122" fmla="*/ 713297 h 1531935"/>
                <a:gd name="connsiteX123" fmla="*/ 85184 w 1377328"/>
                <a:gd name="connsiteY123" fmla="*/ 627160 h 1531935"/>
                <a:gd name="connsiteX124" fmla="*/ 71470 w 1377328"/>
                <a:gd name="connsiteY124" fmla="*/ 621554 h 1531935"/>
                <a:gd name="connsiteX125" fmla="*/ 76554 w 1377328"/>
                <a:gd name="connsiteY125" fmla="*/ 593706 h 1531935"/>
                <a:gd name="connsiteX126" fmla="*/ 60030 w 1377328"/>
                <a:gd name="connsiteY126" fmla="*/ 514382 h 1531935"/>
                <a:gd name="connsiteX127" fmla="*/ 73211 w 1377328"/>
                <a:gd name="connsiteY127" fmla="*/ 491758 h 1531935"/>
                <a:gd name="connsiteX128" fmla="*/ 98390 w 1377328"/>
                <a:gd name="connsiteY128" fmla="*/ 479048 h 1531935"/>
                <a:gd name="connsiteX129" fmla="*/ 90052 w 1377328"/>
                <a:gd name="connsiteY129" fmla="*/ 422602 h 1531935"/>
                <a:gd name="connsiteX130" fmla="*/ 79223 w 1377328"/>
                <a:gd name="connsiteY130" fmla="*/ 368100 h 1531935"/>
                <a:gd name="connsiteX131" fmla="*/ 87306 w 1377328"/>
                <a:gd name="connsiteY131" fmla="*/ 336859 h 1531935"/>
                <a:gd name="connsiteX132" fmla="*/ 43189 w 1377328"/>
                <a:gd name="connsiteY132" fmla="*/ 268223 h 1531935"/>
                <a:gd name="connsiteX133" fmla="*/ 38499 w 1377328"/>
                <a:gd name="connsiteY133" fmla="*/ 271744 h 1531935"/>
                <a:gd name="connsiteX134" fmla="*/ 16447 w 1377328"/>
                <a:gd name="connsiteY134" fmla="*/ 213455 h 1531935"/>
                <a:gd name="connsiteX135" fmla="*/ 0 w 1377328"/>
                <a:gd name="connsiteY135" fmla="*/ 197771 h 1531935"/>
                <a:gd name="connsiteX136" fmla="*/ 521 w 1377328"/>
                <a:gd name="connsiteY136" fmla="*/ 162996 h 1531935"/>
                <a:gd name="connsiteX137" fmla="*/ 113794 w 1377328"/>
                <a:gd name="connsiteY137" fmla="*/ 138707 h 1531935"/>
                <a:gd name="connsiteX138" fmla="*/ 169783 w 1377328"/>
                <a:gd name="connsiteY138" fmla="*/ 152942 h 1531935"/>
                <a:gd name="connsiteX139" fmla="*/ 192483 w 1377328"/>
                <a:gd name="connsiteY139" fmla="*/ 158306 h 1531935"/>
                <a:gd name="connsiteX140" fmla="*/ 248726 w 1377328"/>
                <a:gd name="connsiteY140" fmla="*/ 102482 h 1531935"/>
                <a:gd name="connsiteX141" fmla="*/ 226293 w 1377328"/>
                <a:gd name="connsiteY141" fmla="*/ 42223 h 1531935"/>
                <a:gd name="connsiteX142" fmla="*/ 321810 w 1377328"/>
                <a:gd name="connsiteY142" fmla="*/ 26679 h 1531935"/>
                <a:gd name="connsiteX143" fmla="*/ 336681 w 1377328"/>
                <a:gd name="connsiteY143" fmla="*/ 52175 h 1531935"/>
                <a:gd name="connsiteX144" fmla="*/ 355085 w 1377328"/>
                <a:gd name="connsiteY144" fmla="*/ 78968 h 1531935"/>
                <a:gd name="connsiteX145" fmla="*/ 359394 w 1377328"/>
                <a:gd name="connsiteY145" fmla="*/ 132351 h 1531935"/>
                <a:gd name="connsiteX146" fmla="*/ 455305 w 1377328"/>
                <a:gd name="connsiteY146" fmla="*/ 124395 h 1531935"/>
                <a:gd name="connsiteX147" fmla="*/ 441743 w 1377328"/>
                <a:gd name="connsiteY147" fmla="*/ 108050 h 1531935"/>
                <a:gd name="connsiteX148" fmla="*/ 441997 w 1377328"/>
                <a:gd name="connsiteY148" fmla="*/ 97983 h 1531935"/>
                <a:gd name="connsiteX149" fmla="*/ 474370 w 1377328"/>
                <a:gd name="connsiteY149" fmla="*/ 99013 h 1531935"/>
                <a:gd name="connsiteX150" fmla="*/ 505828 w 1377328"/>
                <a:gd name="connsiteY150" fmla="*/ 75372 h 1531935"/>
                <a:gd name="connsiteX151" fmla="*/ 530092 w 1377328"/>
                <a:gd name="connsiteY151" fmla="*/ 86086 h 1531935"/>
                <a:gd name="connsiteX152" fmla="*/ 542497 w 1377328"/>
                <a:gd name="connsiteY152" fmla="*/ 116934 h 1531935"/>
                <a:gd name="connsiteX153" fmla="*/ 548369 w 1377328"/>
                <a:gd name="connsiteY153" fmla="*/ 129746 h 1531935"/>
                <a:gd name="connsiteX154" fmla="*/ 579420 w 1377328"/>
                <a:gd name="connsiteY154" fmla="*/ 138884 h 1531935"/>
                <a:gd name="connsiteX155" fmla="*/ 590656 w 1377328"/>
                <a:gd name="connsiteY155" fmla="*/ 132606 h 1531935"/>
                <a:gd name="connsiteX156" fmla="*/ 616610 w 1377328"/>
                <a:gd name="connsiteY156" fmla="*/ 120988 h 1531935"/>
                <a:gd name="connsiteX157" fmla="*/ 681343 w 1377328"/>
                <a:gd name="connsiteY157" fmla="*/ 102152 h 1531935"/>
                <a:gd name="connsiteX158" fmla="*/ 691003 w 1377328"/>
                <a:gd name="connsiteY158" fmla="*/ 110274 h 1531935"/>
                <a:gd name="connsiteX159" fmla="*/ 692172 w 1377328"/>
                <a:gd name="connsiteY159" fmla="*/ 125526 h 1531935"/>
                <a:gd name="connsiteX160" fmla="*/ 643632 w 1377328"/>
                <a:gd name="connsiteY160" fmla="*/ 144210 h 1531935"/>
                <a:gd name="connsiteX161" fmla="*/ 665684 w 1377328"/>
                <a:gd name="connsiteY161" fmla="*/ 166834 h 1531935"/>
                <a:gd name="connsiteX162" fmla="*/ 679513 w 1377328"/>
                <a:gd name="connsiteY162" fmla="*/ 185391 h 1531935"/>
                <a:gd name="connsiteX163" fmla="*/ 685004 w 1377328"/>
                <a:gd name="connsiteY163" fmla="*/ 196093 h 1531935"/>
                <a:gd name="connsiteX164" fmla="*/ 741361 w 1377328"/>
                <a:gd name="connsiteY164" fmla="*/ 183383 h 1531935"/>
                <a:gd name="connsiteX165" fmla="*/ 748682 w 1377328"/>
                <a:gd name="connsiteY165" fmla="*/ 119336 h 1531935"/>
                <a:gd name="connsiteX166" fmla="*/ 772691 w 1377328"/>
                <a:gd name="connsiteY166" fmla="*/ 104707 h 1531935"/>
                <a:gd name="connsiteX167" fmla="*/ 782224 w 1377328"/>
                <a:gd name="connsiteY167" fmla="*/ 123518 h 1531935"/>
                <a:gd name="connsiteX168" fmla="*/ 788579 w 1377328"/>
                <a:gd name="connsiteY168" fmla="*/ 122857 h 1531935"/>
                <a:gd name="connsiteX169" fmla="*/ 794185 w 1377328"/>
                <a:gd name="connsiteY169" fmla="*/ 117519 h 1531935"/>
                <a:gd name="connsiteX170" fmla="*/ 793803 w 1377328"/>
                <a:gd name="connsiteY170" fmla="*/ 111888 h 1531935"/>
                <a:gd name="connsiteX171" fmla="*/ 787918 w 1377328"/>
                <a:gd name="connsiteY171" fmla="*/ 104707 h 1531935"/>
                <a:gd name="connsiteX172" fmla="*/ 793002 w 1377328"/>
                <a:gd name="connsiteY172" fmla="*/ 90179 h 1531935"/>
                <a:gd name="connsiteX173" fmla="*/ 800044 w 1377328"/>
                <a:gd name="connsiteY173" fmla="*/ 75816 h 1531935"/>
                <a:gd name="connsiteX174" fmla="*/ 798989 w 1377328"/>
                <a:gd name="connsiteY174" fmla="*/ 64962 h 1531935"/>
                <a:gd name="connsiteX175" fmla="*/ 789202 w 1377328"/>
                <a:gd name="connsiteY175" fmla="*/ 43011 h 1531935"/>
                <a:gd name="connsiteX176" fmla="*/ 817533 w 1377328"/>
                <a:gd name="connsiteY176" fmla="*/ 44054 h 1531935"/>
                <a:gd name="connsiteX177" fmla="*/ 850160 w 1377328"/>
                <a:gd name="connsiteY177" fmla="*/ 0 h 1531935"/>
                <a:gd name="connsiteX178" fmla="*/ 930031 w 1377328"/>
                <a:gd name="connsiteY178" fmla="*/ 44054 h 1531935"/>
                <a:gd name="connsiteX179" fmla="*/ 933285 w 1377328"/>
                <a:gd name="connsiteY179" fmla="*/ 93445 h 1531935"/>
                <a:gd name="connsiteX180" fmla="*/ 948169 w 1377328"/>
                <a:gd name="connsiteY180" fmla="*/ 106524 h 1531935"/>
                <a:gd name="connsiteX181" fmla="*/ 957167 w 1377328"/>
                <a:gd name="connsiteY181" fmla="*/ 123912 h 1531935"/>
                <a:gd name="connsiteX182" fmla="*/ 965658 w 1377328"/>
                <a:gd name="connsiteY182" fmla="*/ 139990 h 1531935"/>
                <a:gd name="connsiteX183" fmla="*/ 967209 w 1377328"/>
                <a:gd name="connsiteY183" fmla="*/ 166796 h 1531935"/>
                <a:gd name="connsiteX184" fmla="*/ 973741 w 1377328"/>
                <a:gd name="connsiteY184" fmla="*/ 188480 h 1531935"/>
                <a:gd name="connsiteX185" fmla="*/ 988485 w 1377328"/>
                <a:gd name="connsiteY185" fmla="*/ 217497 h 1531935"/>
                <a:gd name="connsiteX186" fmla="*/ 992146 w 1377328"/>
                <a:gd name="connsiteY186" fmla="*/ 225987 h 1531935"/>
                <a:gd name="connsiteX187" fmla="*/ 997878 w 1377328"/>
                <a:gd name="connsiteY187" fmla="*/ 250963 h 1531935"/>
                <a:gd name="connsiteX188" fmla="*/ 1017198 w 1377328"/>
                <a:gd name="connsiteY188" fmla="*/ 304537 h 1531935"/>
                <a:gd name="connsiteX189" fmla="*/ 1034687 w 1377328"/>
                <a:gd name="connsiteY189" fmla="*/ 364274 h 1531935"/>
                <a:gd name="connsiteX190" fmla="*/ 1056472 w 1377328"/>
                <a:gd name="connsiteY190" fmla="*/ 386479 h 1531935"/>
                <a:gd name="connsiteX191" fmla="*/ 1056727 w 1377328"/>
                <a:gd name="connsiteY191" fmla="*/ 396825 h 1531935"/>
                <a:gd name="connsiteX192" fmla="*/ 1064963 w 1377328"/>
                <a:gd name="connsiteY192" fmla="*/ 418522 h 1531935"/>
                <a:gd name="connsiteX193" fmla="*/ 1090675 w 1377328"/>
                <a:gd name="connsiteY193" fmla="*/ 426885 h 1531935"/>
                <a:gd name="connsiteX194" fmla="*/ 1152803 w 1377328"/>
                <a:gd name="connsiteY194" fmla="*/ 442823 h 1531935"/>
                <a:gd name="connsiteX195" fmla="*/ 1166784 w 1377328"/>
                <a:gd name="connsiteY195" fmla="*/ 433418 h 1531935"/>
                <a:gd name="connsiteX196" fmla="*/ 1176952 w 1377328"/>
                <a:gd name="connsiteY196" fmla="*/ 460872 h 1531935"/>
                <a:gd name="connsiteX197" fmla="*/ 1173686 w 1377328"/>
                <a:gd name="connsiteY197" fmla="*/ 481208 h 1531935"/>
                <a:gd name="connsiteX198" fmla="*/ 1183727 w 1377328"/>
                <a:gd name="connsiteY198" fmla="*/ 486445 h 1531935"/>
                <a:gd name="connsiteX199" fmla="*/ 1242448 w 1377328"/>
                <a:gd name="connsiteY199" fmla="*/ 461025 h 1531935"/>
                <a:gd name="connsiteX200" fmla="*/ 1254332 w 1377328"/>
                <a:gd name="connsiteY200" fmla="*/ 499155 h 1531935"/>
                <a:gd name="connsiteX201" fmla="*/ 1279511 w 1377328"/>
                <a:gd name="connsiteY201" fmla="*/ 496613 h 1531935"/>
                <a:gd name="connsiteX202" fmla="*/ 1292958 w 1377328"/>
                <a:gd name="connsiteY202" fmla="*/ 507328 h 1531935"/>
                <a:gd name="connsiteX203" fmla="*/ 1312138 w 1377328"/>
                <a:gd name="connsiteY203" fmla="*/ 505370 h 1531935"/>
                <a:gd name="connsiteX204" fmla="*/ 1321544 w 1377328"/>
                <a:gd name="connsiteY204" fmla="*/ 509412 h 1531935"/>
                <a:gd name="connsiteX205" fmla="*/ 1322586 w 1377328"/>
                <a:gd name="connsiteY205" fmla="*/ 517127 h 1531935"/>
                <a:gd name="connsiteX206" fmla="*/ 1318938 w 1377328"/>
                <a:gd name="connsiteY206" fmla="*/ 523406 h 1531935"/>
                <a:gd name="connsiteX207" fmla="*/ 1308999 w 1377328"/>
                <a:gd name="connsiteY207" fmla="*/ 531388 h 1531935"/>
                <a:gd name="connsiteX208" fmla="*/ 1298437 w 1377328"/>
                <a:gd name="connsiteY208" fmla="*/ 534261 h 1531935"/>
                <a:gd name="connsiteX209" fmla="*/ 1287620 w 1377328"/>
                <a:gd name="connsiteY209" fmla="*/ 520394 h 1531935"/>
                <a:gd name="connsiteX210" fmla="*/ 1247430 w 1377328"/>
                <a:gd name="connsiteY210" fmla="*/ 522237 h 1531935"/>
                <a:gd name="connsiteX211" fmla="*/ 1185570 w 1377328"/>
                <a:gd name="connsiteY211" fmla="*/ 548369 h 1531935"/>
                <a:gd name="connsiteX212" fmla="*/ 1158421 w 1377328"/>
                <a:gd name="connsiteY212" fmla="*/ 615949 h 1531935"/>
                <a:gd name="connsiteX213" fmla="*/ 1122527 w 1377328"/>
                <a:gd name="connsiteY213" fmla="*/ 642336 h 1531935"/>
                <a:gd name="connsiteX214" fmla="*/ 1123176 w 1377328"/>
                <a:gd name="connsiteY214" fmla="*/ 649962 h 1531935"/>
                <a:gd name="connsiteX215" fmla="*/ 1146549 w 1377328"/>
                <a:gd name="connsiteY215" fmla="*/ 675852 h 1531935"/>
                <a:gd name="connsiteX216" fmla="*/ 1138453 w 1377328"/>
                <a:gd name="connsiteY216" fmla="*/ 689312 h 1531935"/>
                <a:gd name="connsiteX217" fmla="*/ 1124472 w 1377328"/>
                <a:gd name="connsiteY217" fmla="*/ 700027 h 1531935"/>
                <a:gd name="connsiteX218" fmla="*/ 1082299 w 1377328"/>
                <a:gd name="connsiteY218" fmla="*/ 744894 h 1531935"/>
                <a:gd name="connsiteX219" fmla="*/ 1069754 w 1377328"/>
                <a:gd name="connsiteY219" fmla="*/ 754427 h 1531935"/>
                <a:gd name="connsiteX220" fmla="*/ 1053714 w 1377328"/>
                <a:gd name="connsiteY220" fmla="*/ 754173 h 1531935"/>
                <a:gd name="connsiteX221" fmla="*/ 1050969 w 1377328"/>
                <a:gd name="connsiteY221" fmla="*/ 739264 h 1531935"/>
                <a:gd name="connsiteX222" fmla="*/ 1030226 w 1377328"/>
                <a:gd name="connsiteY222" fmla="*/ 717440 h 1531935"/>
                <a:gd name="connsiteX223" fmla="*/ 1006216 w 1377328"/>
                <a:gd name="connsiteY223" fmla="*/ 692477 h 1531935"/>
                <a:gd name="connsiteX224" fmla="*/ 991205 w 1377328"/>
                <a:gd name="connsiteY224" fmla="*/ 693011 h 1531935"/>
                <a:gd name="connsiteX225" fmla="*/ 965912 w 1377328"/>
                <a:gd name="connsiteY225" fmla="*/ 694053 h 1531935"/>
                <a:gd name="connsiteX226" fmla="*/ 961476 w 1377328"/>
                <a:gd name="connsiteY226" fmla="*/ 699137 h 1531935"/>
                <a:gd name="connsiteX227" fmla="*/ 971530 w 1377328"/>
                <a:gd name="connsiteY227" fmla="*/ 706853 h 1531935"/>
                <a:gd name="connsiteX228" fmla="*/ 980669 w 1377328"/>
                <a:gd name="connsiteY228" fmla="*/ 714034 h 1531935"/>
                <a:gd name="connsiteX229" fmla="*/ 1002581 w 1377328"/>
                <a:gd name="connsiteY229" fmla="*/ 734561 h 1531935"/>
                <a:gd name="connsiteX230" fmla="*/ 1011847 w 1377328"/>
                <a:gd name="connsiteY230" fmla="*/ 748008 h 1531935"/>
                <a:gd name="connsiteX231" fmla="*/ 1021506 w 1377328"/>
                <a:gd name="connsiteY231" fmla="*/ 759130 h 1531935"/>
                <a:gd name="connsiteX232" fmla="*/ 1023337 w 1377328"/>
                <a:gd name="connsiteY232" fmla="*/ 766845 h 1531935"/>
                <a:gd name="connsiteX233" fmla="*/ 1016283 w 1377328"/>
                <a:gd name="connsiteY233" fmla="*/ 783965 h 1531935"/>
                <a:gd name="connsiteX234" fmla="*/ 1025688 w 1377328"/>
                <a:gd name="connsiteY234" fmla="*/ 817419 h 1531935"/>
                <a:gd name="connsiteX235" fmla="*/ 1029209 w 1377328"/>
                <a:gd name="connsiteY235" fmla="*/ 837679 h 1531935"/>
                <a:gd name="connsiteX236" fmla="*/ 1004678 w 1377328"/>
                <a:gd name="connsiteY236" fmla="*/ 852715 h 1531935"/>
                <a:gd name="connsiteX237" fmla="*/ 987316 w 1377328"/>
                <a:gd name="connsiteY237" fmla="*/ 843042 h 1531935"/>
                <a:gd name="connsiteX238" fmla="*/ 979893 w 1377328"/>
                <a:gd name="connsiteY238" fmla="*/ 821155 h 1531935"/>
                <a:gd name="connsiteX239" fmla="*/ 964476 w 1377328"/>
                <a:gd name="connsiteY239" fmla="*/ 825197 h 1531935"/>
                <a:gd name="connsiteX240" fmla="*/ 956252 w 1377328"/>
                <a:gd name="connsiteY240" fmla="*/ 832264 h 1531935"/>
                <a:gd name="connsiteX241" fmla="*/ 971657 w 1377328"/>
                <a:gd name="connsiteY241" fmla="*/ 859045 h 1531935"/>
                <a:gd name="connsiteX242" fmla="*/ 862031 w 1377328"/>
                <a:gd name="connsiteY242" fmla="*/ 867026 h 1531935"/>
                <a:gd name="connsiteX243" fmla="*/ 829811 w 1377328"/>
                <a:gd name="connsiteY243" fmla="*/ 897874 h 1531935"/>
                <a:gd name="connsiteX244" fmla="*/ 816618 w 1377328"/>
                <a:gd name="connsiteY244" fmla="*/ 880741 h 1531935"/>
                <a:gd name="connsiteX245" fmla="*/ 797044 w 1377328"/>
                <a:gd name="connsiteY245" fmla="*/ 878796 h 1531935"/>
                <a:gd name="connsiteX246" fmla="*/ 777204 w 1377328"/>
                <a:gd name="connsiteY246" fmla="*/ 913038 h 1531935"/>
                <a:gd name="connsiteX247" fmla="*/ 799256 w 1377328"/>
                <a:gd name="connsiteY247" fmla="*/ 936691 h 1531935"/>
                <a:gd name="connsiteX248" fmla="*/ 746152 w 1377328"/>
                <a:gd name="connsiteY248" fmla="*/ 955756 h 1531935"/>
                <a:gd name="connsiteX249" fmla="*/ 714581 w 1377328"/>
                <a:gd name="connsiteY249" fmla="*/ 941648 h 1531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377328" h="1531935">
                  <a:moveTo>
                    <a:pt x="682970" y="421509"/>
                  </a:moveTo>
                  <a:lnTo>
                    <a:pt x="643162" y="393546"/>
                  </a:lnTo>
                  <a:lnTo>
                    <a:pt x="621898" y="369397"/>
                  </a:lnTo>
                  <a:lnTo>
                    <a:pt x="598790" y="347166"/>
                  </a:lnTo>
                  <a:lnTo>
                    <a:pt x="582343" y="339070"/>
                  </a:lnTo>
                  <a:lnTo>
                    <a:pt x="575569" y="343760"/>
                  </a:lnTo>
                  <a:lnTo>
                    <a:pt x="582737" y="352784"/>
                  </a:lnTo>
                  <a:lnTo>
                    <a:pt x="576484" y="363766"/>
                  </a:lnTo>
                  <a:lnTo>
                    <a:pt x="576865" y="373693"/>
                  </a:lnTo>
                  <a:lnTo>
                    <a:pt x="580386" y="382984"/>
                  </a:lnTo>
                  <a:lnTo>
                    <a:pt x="577907" y="396444"/>
                  </a:lnTo>
                  <a:lnTo>
                    <a:pt x="581428" y="409243"/>
                  </a:lnTo>
                  <a:lnTo>
                    <a:pt x="592791" y="421407"/>
                  </a:lnTo>
                  <a:lnTo>
                    <a:pt x="627643" y="459703"/>
                  </a:lnTo>
                  <a:lnTo>
                    <a:pt x="674670" y="491974"/>
                  </a:lnTo>
                  <a:lnTo>
                    <a:pt x="692554" y="504544"/>
                  </a:lnTo>
                  <a:lnTo>
                    <a:pt x="702722" y="503362"/>
                  </a:lnTo>
                  <a:lnTo>
                    <a:pt x="713424" y="486623"/>
                  </a:lnTo>
                  <a:lnTo>
                    <a:pt x="719296" y="476302"/>
                  </a:lnTo>
                  <a:lnTo>
                    <a:pt x="717732" y="460885"/>
                  </a:lnTo>
                  <a:lnTo>
                    <a:pt x="703243" y="437612"/>
                  </a:lnTo>
                  <a:close/>
                  <a:moveTo>
                    <a:pt x="1115575" y="842763"/>
                  </a:moveTo>
                  <a:lnTo>
                    <a:pt x="1135415" y="839369"/>
                  </a:lnTo>
                  <a:lnTo>
                    <a:pt x="1193997" y="844453"/>
                  </a:lnTo>
                  <a:lnTo>
                    <a:pt x="1204444" y="844707"/>
                  </a:lnTo>
                  <a:lnTo>
                    <a:pt x="1201178" y="863404"/>
                  </a:lnTo>
                  <a:lnTo>
                    <a:pt x="1117786" y="866289"/>
                  </a:lnTo>
                  <a:close/>
                  <a:moveTo>
                    <a:pt x="1206275" y="656914"/>
                  </a:moveTo>
                  <a:lnTo>
                    <a:pt x="1271097" y="701209"/>
                  </a:lnTo>
                  <a:lnTo>
                    <a:pt x="1276969" y="706293"/>
                  </a:lnTo>
                  <a:lnTo>
                    <a:pt x="1298373" y="722117"/>
                  </a:lnTo>
                  <a:lnTo>
                    <a:pt x="1377329" y="785109"/>
                  </a:lnTo>
                  <a:lnTo>
                    <a:pt x="1368978" y="836484"/>
                  </a:lnTo>
                  <a:lnTo>
                    <a:pt x="1311693" y="869022"/>
                  </a:lnTo>
                  <a:lnTo>
                    <a:pt x="1302033" y="867586"/>
                  </a:lnTo>
                  <a:lnTo>
                    <a:pt x="1297725" y="861307"/>
                  </a:lnTo>
                  <a:lnTo>
                    <a:pt x="1302287" y="852956"/>
                  </a:lnTo>
                  <a:lnTo>
                    <a:pt x="1319141" y="842496"/>
                  </a:lnTo>
                  <a:lnTo>
                    <a:pt x="1311693" y="809691"/>
                  </a:lnTo>
                  <a:lnTo>
                    <a:pt x="1297203" y="799891"/>
                  </a:lnTo>
                  <a:lnTo>
                    <a:pt x="1283375" y="780928"/>
                  </a:lnTo>
                  <a:lnTo>
                    <a:pt x="1263534" y="781576"/>
                  </a:lnTo>
                  <a:lnTo>
                    <a:pt x="1252972" y="775056"/>
                  </a:lnTo>
                  <a:lnTo>
                    <a:pt x="1235737" y="763159"/>
                  </a:lnTo>
                  <a:lnTo>
                    <a:pt x="1219557" y="757655"/>
                  </a:lnTo>
                  <a:lnTo>
                    <a:pt x="1187972" y="767341"/>
                  </a:lnTo>
                  <a:lnTo>
                    <a:pt x="1165793" y="765243"/>
                  </a:lnTo>
                  <a:lnTo>
                    <a:pt x="1149269" y="774916"/>
                  </a:lnTo>
                  <a:lnTo>
                    <a:pt x="1136216" y="765904"/>
                  </a:lnTo>
                  <a:lnTo>
                    <a:pt x="1152917" y="740153"/>
                  </a:lnTo>
                  <a:lnTo>
                    <a:pt x="1182545" y="719118"/>
                  </a:lnTo>
                  <a:lnTo>
                    <a:pt x="1192077" y="704082"/>
                  </a:lnTo>
                  <a:lnTo>
                    <a:pt x="1199386" y="694282"/>
                  </a:lnTo>
                  <a:lnTo>
                    <a:pt x="1199894" y="673374"/>
                  </a:lnTo>
                  <a:lnTo>
                    <a:pt x="1206249" y="666841"/>
                  </a:lnTo>
                  <a:close/>
                  <a:moveTo>
                    <a:pt x="835518" y="211472"/>
                  </a:moveTo>
                  <a:lnTo>
                    <a:pt x="829913" y="207164"/>
                  </a:lnTo>
                  <a:lnTo>
                    <a:pt x="825337" y="209706"/>
                  </a:lnTo>
                  <a:lnTo>
                    <a:pt x="825337" y="218730"/>
                  </a:lnTo>
                  <a:lnTo>
                    <a:pt x="828324" y="226165"/>
                  </a:lnTo>
                  <a:lnTo>
                    <a:pt x="823125" y="228529"/>
                  </a:lnTo>
                  <a:lnTo>
                    <a:pt x="822465" y="234020"/>
                  </a:lnTo>
                  <a:lnTo>
                    <a:pt x="839433" y="260165"/>
                  </a:lnTo>
                  <a:lnTo>
                    <a:pt x="844911" y="274146"/>
                  </a:lnTo>
                  <a:lnTo>
                    <a:pt x="850783" y="277680"/>
                  </a:lnTo>
                  <a:lnTo>
                    <a:pt x="851177" y="286043"/>
                  </a:lnTo>
                  <a:lnTo>
                    <a:pt x="865006" y="310752"/>
                  </a:lnTo>
                  <a:lnTo>
                    <a:pt x="872060" y="314285"/>
                  </a:lnTo>
                  <a:lnTo>
                    <a:pt x="875186" y="321606"/>
                  </a:lnTo>
                  <a:lnTo>
                    <a:pt x="881059" y="325648"/>
                  </a:lnTo>
                  <a:lnTo>
                    <a:pt x="884452" y="325000"/>
                  </a:lnTo>
                  <a:lnTo>
                    <a:pt x="883931" y="319115"/>
                  </a:lnTo>
                  <a:lnTo>
                    <a:pt x="888634" y="315988"/>
                  </a:lnTo>
                  <a:lnTo>
                    <a:pt x="890985" y="305655"/>
                  </a:lnTo>
                  <a:lnTo>
                    <a:pt x="888100" y="292945"/>
                  </a:lnTo>
                  <a:lnTo>
                    <a:pt x="881986" y="280133"/>
                  </a:lnTo>
                  <a:lnTo>
                    <a:pt x="875453" y="269024"/>
                  </a:lnTo>
                  <a:lnTo>
                    <a:pt x="864624" y="221831"/>
                  </a:lnTo>
                  <a:lnTo>
                    <a:pt x="857303" y="212032"/>
                  </a:lnTo>
                  <a:lnTo>
                    <a:pt x="846093" y="212565"/>
                  </a:lnTo>
                  <a:close/>
                  <a:moveTo>
                    <a:pt x="663650" y="966802"/>
                  </a:moveTo>
                  <a:lnTo>
                    <a:pt x="639374" y="984062"/>
                  </a:lnTo>
                  <a:lnTo>
                    <a:pt x="669879" y="1038563"/>
                  </a:lnTo>
                  <a:lnTo>
                    <a:pt x="654207" y="1056472"/>
                  </a:lnTo>
                  <a:lnTo>
                    <a:pt x="608946" y="1090053"/>
                  </a:lnTo>
                  <a:lnTo>
                    <a:pt x="561677" y="1178541"/>
                  </a:lnTo>
                  <a:lnTo>
                    <a:pt x="544073" y="1171233"/>
                  </a:lnTo>
                  <a:lnTo>
                    <a:pt x="555830" y="1132530"/>
                  </a:lnTo>
                  <a:lnTo>
                    <a:pt x="527639" y="1121548"/>
                  </a:lnTo>
                  <a:lnTo>
                    <a:pt x="509616" y="1139203"/>
                  </a:lnTo>
                  <a:lnTo>
                    <a:pt x="477128" y="1170432"/>
                  </a:lnTo>
                  <a:lnTo>
                    <a:pt x="478819" y="1224425"/>
                  </a:lnTo>
                  <a:lnTo>
                    <a:pt x="470875" y="1269762"/>
                  </a:lnTo>
                  <a:lnTo>
                    <a:pt x="469413" y="1278405"/>
                  </a:lnTo>
                  <a:lnTo>
                    <a:pt x="427660" y="1339414"/>
                  </a:lnTo>
                  <a:lnTo>
                    <a:pt x="422182" y="1347256"/>
                  </a:lnTo>
                  <a:lnTo>
                    <a:pt x="450628" y="1399673"/>
                  </a:lnTo>
                  <a:lnTo>
                    <a:pt x="468117" y="1431944"/>
                  </a:lnTo>
                  <a:lnTo>
                    <a:pt x="464202" y="1439151"/>
                  </a:lnTo>
                  <a:lnTo>
                    <a:pt x="432897" y="1494695"/>
                  </a:lnTo>
                  <a:lnTo>
                    <a:pt x="379107" y="1489331"/>
                  </a:lnTo>
                  <a:lnTo>
                    <a:pt x="305655" y="1531935"/>
                  </a:lnTo>
                  <a:lnTo>
                    <a:pt x="259314" y="1495343"/>
                  </a:lnTo>
                  <a:lnTo>
                    <a:pt x="242701" y="1482302"/>
                  </a:lnTo>
                  <a:lnTo>
                    <a:pt x="241519" y="1474676"/>
                  </a:lnTo>
                  <a:lnTo>
                    <a:pt x="236168" y="1458725"/>
                  </a:lnTo>
                  <a:lnTo>
                    <a:pt x="178095" y="1409587"/>
                  </a:lnTo>
                  <a:lnTo>
                    <a:pt x="128767" y="1367745"/>
                  </a:lnTo>
                  <a:lnTo>
                    <a:pt x="69779" y="1317680"/>
                  </a:lnTo>
                  <a:lnTo>
                    <a:pt x="46278" y="1204559"/>
                  </a:lnTo>
                  <a:lnTo>
                    <a:pt x="75651" y="1191213"/>
                  </a:lnTo>
                  <a:lnTo>
                    <a:pt x="95886" y="1140766"/>
                  </a:lnTo>
                  <a:lnTo>
                    <a:pt x="63259" y="1116464"/>
                  </a:lnTo>
                  <a:lnTo>
                    <a:pt x="74596" y="1088235"/>
                  </a:lnTo>
                  <a:lnTo>
                    <a:pt x="160873" y="1056599"/>
                  </a:lnTo>
                  <a:lnTo>
                    <a:pt x="222594" y="950215"/>
                  </a:lnTo>
                  <a:lnTo>
                    <a:pt x="236041" y="917168"/>
                  </a:lnTo>
                  <a:lnTo>
                    <a:pt x="236562" y="840971"/>
                  </a:lnTo>
                  <a:lnTo>
                    <a:pt x="212540" y="844784"/>
                  </a:lnTo>
                  <a:lnTo>
                    <a:pt x="168436" y="831336"/>
                  </a:lnTo>
                  <a:lnTo>
                    <a:pt x="132148" y="843360"/>
                  </a:lnTo>
                  <a:lnTo>
                    <a:pt x="112447" y="772107"/>
                  </a:lnTo>
                  <a:lnTo>
                    <a:pt x="63132" y="713297"/>
                  </a:lnTo>
                  <a:lnTo>
                    <a:pt x="85184" y="627160"/>
                  </a:lnTo>
                  <a:lnTo>
                    <a:pt x="71470" y="621554"/>
                  </a:lnTo>
                  <a:lnTo>
                    <a:pt x="76554" y="593706"/>
                  </a:lnTo>
                  <a:lnTo>
                    <a:pt x="60030" y="514382"/>
                  </a:lnTo>
                  <a:lnTo>
                    <a:pt x="73211" y="491758"/>
                  </a:lnTo>
                  <a:lnTo>
                    <a:pt x="98390" y="479048"/>
                  </a:lnTo>
                  <a:lnTo>
                    <a:pt x="90052" y="422602"/>
                  </a:lnTo>
                  <a:lnTo>
                    <a:pt x="79223" y="368100"/>
                  </a:lnTo>
                  <a:lnTo>
                    <a:pt x="87306" y="336859"/>
                  </a:lnTo>
                  <a:lnTo>
                    <a:pt x="43189" y="268223"/>
                  </a:lnTo>
                  <a:lnTo>
                    <a:pt x="38499" y="271744"/>
                  </a:lnTo>
                  <a:lnTo>
                    <a:pt x="16447" y="213455"/>
                  </a:lnTo>
                  <a:lnTo>
                    <a:pt x="0" y="197771"/>
                  </a:lnTo>
                  <a:lnTo>
                    <a:pt x="521" y="162996"/>
                  </a:lnTo>
                  <a:lnTo>
                    <a:pt x="113794" y="138707"/>
                  </a:lnTo>
                  <a:lnTo>
                    <a:pt x="169783" y="152942"/>
                  </a:lnTo>
                  <a:lnTo>
                    <a:pt x="192483" y="158306"/>
                  </a:lnTo>
                  <a:lnTo>
                    <a:pt x="248726" y="102482"/>
                  </a:lnTo>
                  <a:lnTo>
                    <a:pt x="226293" y="42223"/>
                  </a:lnTo>
                  <a:lnTo>
                    <a:pt x="321810" y="26679"/>
                  </a:lnTo>
                  <a:lnTo>
                    <a:pt x="336681" y="52175"/>
                  </a:lnTo>
                  <a:lnTo>
                    <a:pt x="355085" y="78968"/>
                  </a:lnTo>
                  <a:lnTo>
                    <a:pt x="359394" y="132351"/>
                  </a:lnTo>
                  <a:lnTo>
                    <a:pt x="455305" y="124395"/>
                  </a:lnTo>
                  <a:lnTo>
                    <a:pt x="441743" y="108050"/>
                  </a:lnTo>
                  <a:lnTo>
                    <a:pt x="441997" y="97983"/>
                  </a:lnTo>
                  <a:lnTo>
                    <a:pt x="474370" y="99013"/>
                  </a:lnTo>
                  <a:lnTo>
                    <a:pt x="505828" y="75372"/>
                  </a:lnTo>
                  <a:lnTo>
                    <a:pt x="530092" y="86086"/>
                  </a:lnTo>
                  <a:lnTo>
                    <a:pt x="542497" y="116934"/>
                  </a:lnTo>
                  <a:lnTo>
                    <a:pt x="548369" y="129746"/>
                  </a:lnTo>
                  <a:lnTo>
                    <a:pt x="579420" y="138884"/>
                  </a:lnTo>
                  <a:lnTo>
                    <a:pt x="590656" y="132606"/>
                  </a:lnTo>
                  <a:lnTo>
                    <a:pt x="616610" y="120988"/>
                  </a:lnTo>
                  <a:lnTo>
                    <a:pt x="681343" y="102152"/>
                  </a:lnTo>
                  <a:lnTo>
                    <a:pt x="691003" y="110274"/>
                  </a:lnTo>
                  <a:lnTo>
                    <a:pt x="692172" y="125526"/>
                  </a:lnTo>
                  <a:lnTo>
                    <a:pt x="643632" y="144210"/>
                  </a:lnTo>
                  <a:lnTo>
                    <a:pt x="665684" y="166834"/>
                  </a:lnTo>
                  <a:lnTo>
                    <a:pt x="679513" y="185391"/>
                  </a:lnTo>
                  <a:lnTo>
                    <a:pt x="685004" y="196093"/>
                  </a:lnTo>
                  <a:lnTo>
                    <a:pt x="741361" y="183383"/>
                  </a:lnTo>
                  <a:lnTo>
                    <a:pt x="748682" y="119336"/>
                  </a:lnTo>
                  <a:lnTo>
                    <a:pt x="772691" y="104707"/>
                  </a:lnTo>
                  <a:lnTo>
                    <a:pt x="782224" y="123518"/>
                  </a:lnTo>
                  <a:lnTo>
                    <a:pt x="788579" y="122857"/>
                  </a:lnTo>
                  <a:lnTo>
                    <a:pt x="794185" y="117519"/>
                  </a:lnTo>
                  <a:lnTo>
                    <a:pt x="793803" y="111888"/>
                  </a:lnTo>
                  <a:lnTo>
                    <a:pt x="787918" y="104707"/>
                  </a:lnTo>
                  <a:lnTo>
                    <a:pt x="793002" y="90179"/>
                  </a:lnTo>
                  <a:lnTo>
                    <a:pt x="800044" y="75816"/>
                  </a:lnTo>
                  <a:lnTo>
                    <a:pt x="798989" y="64962"/>
                  </a:lnTo>
                  <a:lnTo>
                    <a:pt x="789202" y="43011"/>
                  </a:lnTo>
                  <a:lnTo>
                    <a:pt x="817533" y="44054"/>
                  </a:lnTo>
                  <a:lnTo>
                    <a:pt x="850160" y="0"/>
                  </a:lnTo>
                  <a:lnTo>
                    <a:pt x="930031" y="44054"/>
                  </a:lnTo>
                  <a:lnTo>
                    <a:pt x="933285" y="93445"/>
                  </a:lnTo>
                  <a:lnTo>
                    <a:pt x="948169" y="106524"/>
                  </a:lnTo>
                  <a:lnTo>
                    <a:pt x="957167" y="123912"/>
                  </a:lnTo>
                  <a:lnTo>
                    <a:pt x="965658" y="139990"/>
                  </a:lnTo>
                  <a:lnTo>
                    <a:pt x="967209" y="166796"/>
                  </a:lnTo>
                  <a:lnTo>
                    <a:pt x="973741" y="188480"/>
                  </a:lnTo>
                  <a:lnTo>
                    <a:pt x="988485" y="217497"/>
                  </a:lnTo>
                  <a:lnTo>
                    <a:pt x="992146" y="225987"/>
                  </a:lnTo>
                  <a:lnTo>
                    <a:pt x="997878" y="250963"/>
                  </a:lnTo>
                  <a:lnTo>
                    <a:pt x="1017198" y="304537"/>
                  </a:lnTo>
                  <a:lnTo>
                    <a:pt x="1034687" y="364274"/>
                  </a:lnTo>
                  <a:lnTo>
                    <a:pt x="1056472" y="386479"/>
                  </a:lnTo>
                  <a:lnTo>
                    <a:pt x="1056727" y="396825"/>
                  </a:lnTo>
                  <a:lnTo>
                    <a:pt x="1064963" y="418522"/>
                  </a:lnTo>
                  <a:lnTo>
                    <a:pt x="1090675" y="426885"/>
                  </a:lnTo>
                  <a:lnTo>
                    <a:pt x="1152803" y="442823"/>
                  </a:lnTo>
                  <a:lnTo>
                    <a:pt x="1166784" y="433418"/>
                  </a:lnTo>
                  <a:lnTo>
                    <a:pt x="1176952" y="460872"/>
                  </a:lnTo>
                  <a:lnTo>
                    <a:pt x="1173686" y="481208"/>
                  </a:lnTo>
                  <a:lnTo>
                    <a:pt x="1183727" y="486445"/>
                  </a:lnTo>
                  <a:lnTo>
                    <a:pt x="1242448" y="461025"/>
                  </a:lnTo>
                  <a:lnTo>
                    <a:pt x="1254332" y="499155"/>
                  </a:lnTo>
                  <a:lnTo>
                    <a:pt x="1279511" y="496613"/>
                  </a:lnTo>
                  <a:lnTo>
                    <a:pt x="1292958" y="507328"/>
                  </a:lnTo>
                  <a:lnTo>
                    <a:pt x="1312138" y="505370"/>
                  </a:lnTo>
                  <a:lnTo>
                    <a:pt x="1321544" y="509412"/>
                  </a:lnTo>
                  <a:lnTo>
                    <a:pt x="1322586" y="517127"/>
                  </a:lnTo>
                  <a:lnTo>
                    <a:pt x="1318938" y="523406"/>
                  </a:lnTo>
                  <a:lnTo>
                    <a:pt x="1308999" y="531388"/>
                  </a:lnTo>
                  <a:lnTo>
                    <a:pt x="1298437" y="534261"/>
                  </a:lnTo>
                  <a:lnTo>
                    <a:pt x="1287620" y="520394"/>
                  </a:lnTo>
                  <a:lnTo>
                    <a:pt x="1247430" y="522237"/>
                  </a:lnTo>
                  <a:lnTo>
                    <a:pt x="1185570" y="548369"/>
                  </a:lnTo>
                  <a:lnTo>
                    <a:pt x="1158421" y="615949"/>
                  </a:lnTo>
                  <a:lnTo>
                    <a:pt x="1122527" y="642336"/>
                  </a:lnTo>
                  <a:lnTo>
                    <a:pt x="1123176" y="649962"/>
                  </a:lnTo>
                  <a:lnTo>
                    <a:pt x="1146549" y="675852"/>
                  </a:lnTo>
                  <a:lnTo>
                    <a:pt x="1138453" y="689312"/>
                  </a:lnTo>
                  <a:lnTo>
                    <a:pt x="1124472" y="700027"/>
                  </a:lnTo>
                  <a:lnTo>
                    <a:pt x="1082299" y="744894"/>
                  </a:lnTo>
                  <a:lnTo>
                    <a:pt x="1069754" y="754427"/>
                  </a:lnTo>
                  <a:lnTo>
                    <a:pt x="1053714" y="754173"/>
                  </a:lnTo>
                  <a:lnTo>
                    <a:pt x="1050969" y="739264"/>
                  </a:lnTo>
                  <a:lnTo>
                    <a:pt x="1030226" y="717440"/>
                  </a:lnTo>
                  <a:lnTo>
                    <a:pt x="1006216" y="692477"/>
                  </a:lnTo>
                  <a:lnTo>
                    <a:pt x="991205" y="693011"/>
                  </a:lnTo>
                  <a:lnTo>
                    <a:pt x="965912" y="694053"/>
                  </a:lnTo>
                  <a:lnTo>
                    <a:pt x="961476" y="699137"/>
                  </a:lnTo>
                  <a:lnTo>
                    <a:pt x="971530" y="706853"/>
                  </a:lnTo>
                  <a:lnTo>
                    <a:pt x="980669" y="714034"/>
                  </a:lnTo>
                  <a:lnTo>
                    <a:pt x="1002581" y="734561"/>
                  </a:lnTo>
                  <a:lnTo>
                    <a:pt x="1011847" y="748008"/>
                  </a:lnTo>
                  <a:lnTo>
                    <a:pt x="1021506" y="759130"/>
                  </a:lnTo>
                  <a:lnTo>
                    <a:pt x="1023337" y="766845"/>
                  </a:lnTo>
                  <a:lnTo>
                    <a:pt x="1016283" y="783965"/>
                  </a:lnTo>
                  <a:lnTo>
                    <a:pt x="1025688" y="817419"/>
                  </a:lnTo>
                  <a:lnTo>
                    <a:pt x="1029209" y="837679"/>
                  </a:lnTo>
                  <a:lnTo>
                    <a:pt x="1004678" y="852715"/>
                  </a:lnTo>
                  <a:lnTo>
                    <a:pt x="987316" y="843042"/>
                  </a:lnTo>
                  <a:lnTo>
                    <a:pt x="979893" y="821155"/>
                  </a:lnTo>
                  <a:lnTo>
                    <a:pt x="964476" y="825197"/>
                  </a:lnTo>
                  <a:lnTo>
                    <a:pt x="956252" y="832264"/>
                  </a:lnTo>
                  <a:lnTo>
                    <a:pt x="971657" y="859045"/>
                  </a:lnTo>
                  <a:lnTo>
                    <a:pt x="862031" y="867026"/>
                  </a:lnTo>
                  <a:lnTo>
                    <a:pt x="829811" y="897874"/>
                  </a:lnTo>
                  <a:lnTo>
                    <a:pt x="816618" y="880741"/>
                  </a:lnTo>
                  <a:lnTo>
                    <a:pt x="797044" y="878796"/>
                  </a:lnTo>
                  <a:lnTo>
                    <a:pt x="777204" y="913038"/>
                  </a:lnTo>
                  <a:lnTo>
                    <a:pt x="799256" y="936691"/>
                  </a:lnTo>
                  <a:lnTo>
                    <a:pt x="746152" y="955756"/>
                  </a:lnTo>
                  <a:lnTo>
                    <a:pt x="714581" y="941648"/>
                  </a:lnTo>
                  <a:close/>
                </a:path>
              </a:pathLst>
            </a:custGeom>
            <a:solidFill>
              <a:srgbClr val="FFFFFF"/>
            </a:solidFill>
            <a:ln w="12700" cap="flat">
              <a:noFill/>
              <a:prstDash val="solid"/>
              <a:miter/>
            </a:ln>
          </p:spPr>
          <p:txBody>
            <a:bodyPr rtlCol="0" anchor="ctr"/>
            <a:lstStyle/>
            <a:p>
              <a:endParaRPr lang="de-CH"/>
            </a:p>
          </p:txBody>
        </p:sp>
        <p:sp>
          <p:nvSpPr>
            <p:cNvPr id="87" name="Freihandform: Form 86">
              <a:extLst>
                <a:ext uri="{FF2B5EF4-FFF2-40B4-BE49-F238E27FC236}">
                  <a16:creationId xmlns:a16="http://schemas.microsoft.com/office/drawing/2014/main" id="{2BFF2BF7-0472-1AF9-8795-821E381E50F8}"/>
                </a:ext>
              </a:extLst>
            </p:cNvPr>
            <p:cNvSpPr/>
            <p:nvPr/>
          </p:nvSpPr>
          <p:spPr>
            <a:xfrm>
              <a:off x="5339598" y="2047160"/>
              <a:ext cx="1377328" cy="1531935"/>
            </a:xfrm>
            <a:custGeom>
              <a:avLst/>
              <a:gdLst>
                <a:gd name="connsiteX0" fmla="*/ 682970 w 1377328"/>
                <a:gd name="connsiteY0" fmla="*/ 421509 h 1531935"/>
                <a:gd name="connsiteX1" fmla="*/ 643162 w 1377328"/>
                <a:gd name="connsiteY1" fmla="*/ 393546 h 1531935"/>
                <a:gd name="connsiteX2" fmla="*/ 621898 w 1377328"/>
                <a:gd name="connsiteY2" fmla="*/ 369397 h 1531935"/>
                <a:gd name="connsiteX3" fmla="*/ 598790 w 1377328"/>
                <a:gd name="connsiteY3" fmla="*/ 347166 h 1531935"/>
                <a:gd name="connsiteX4" fmla="*/ 582343 w 1377328"/>
                <a:gd name="connsiteY4" fmla="*/ 339070 h 1531935"/>
                <a:gd name="connsiteX5" fmla="*/ 575569 w 1377328"/>
                <a:gd name="connsiteY5" fmla="*/ 343760 h 1531935"/>
                <a:gd name="connsiteX6" fmla="*/ 582737 w 1377328"/>
                <a:gd name="connsiteY6" fmla="*/ 352784 h 1531935"/>
                <a:gd name="connsiteX7" fmla="*/ 576484 w 1377328"/>
                <a:gd name="connsiteY7" fmla="*/ 363766 h 1531935"/>
                <a:gd name="connsiteX8" fmla="*/ 576865 w 1377328"/>
                <a:gd name="connsiteY8" fmla="*/ 373693 h 1531935"/>
                <a:gd name="connsiteX9" fmla="*/ 580386 w 1377328"/>
                <a:gd name="connsiteY9" fmla="*/ 382984 h 1531935"/>
                <a:gd name="connsiteX10" fmla="*/ 577907 w 1377328"/>
                <a:gd name="connsiteY10" fmla="*/ 396444 h 1531935"/>
                <a:gd name="connsiteX11" fmla="*/ 581428 w 1377328"/>
                <a:gd name="connsiteY11" fmla="*/ 409243 h 1531935"/>
                <a:gd name="connsiteX12" fmla="*/ 592791 w 1377328"/>
                <a:gd name="connsiteY12" fmla="*/ 421407 h 1531935"/>
                <a:gd name="connsiteX13" fmla="*/ 627643 w 1377328"/>
                <a:gd name="connsiteY13" fmla="*/ 459703 h 1531935"/>
                <a:gd name="connsiteX14" fmla="*/ 674670 w 1377328"/>
                <a:gd name="connsiteY14" fmla="*/ 491974 h 1531935"/>
                <a:gd name="connsiteX15" fmla="*/ 692554 w 1377328"/>
                <a:gd name="connsiteY15" fmla="*/ 504544 h 1531935"/>
                <a:gd name="connsiteX16" fmla="*/ 702722 w 1377328"/>
                <a:gd name="connsiteY16" fmla="*/ 503362 h 1531935"/>
                <a:gd name="connsiteX17" fmla="*/ 713424 w 1377328"/>
                <a:gd name="connsiteY17" fmla="*/ 486623 h 1531935"/>
                <a:gd name="connsiteX18" fmla="*/ 719296 w 1377328"/>
                <a:gd name="connsiteY18" fmla="*/ 476302 h 1531935"/>
                <a:gd name="connsiteX19" fmla="*/ 717732 w 1377328"/>
                <a:gd name="connsiteY19" fmla="*/ 460885 h 1531935"/>
                <a:gd name="connsiteX20" fmla="*/ 703243 w 1377328"/>
                <a:gd name="connsiteY20" fmla="*/ 437612 h 1531935"/>
                <a:gd name="connsiteX21" fmla="*/ 1115575 w 1377328"/>
                <a:gd name="connsiteY21" fmla="*/ 842763 h 1531935"/>
                <a:gd name="connsiteX22" fmla="*/ 1135415 w 1377328"/>
                <a:gd name="connsiteY22" fmla="*/ 839369 h 1531935"/>
                <a:gd name="connsiteX23" fmla="*/ 1193997 w 1377328"/>
                <a:gd name="connsiteY23" fmla="*/ 844453 h 1531935"/>
                <a:gd name="connsiteX24" fmla="*/ 1204444 w 1377328"/>
                <a:gd name="connsiteY24" fmla="*/ 844707 h 1531935"/>
                <a:gd name="connsiteX25" fmla="*/ 1201178 w 1377328"/>
                <a:gd name="connsiteY25" fmla="*/ 863404 h 1531935"/>
                <a:gd name="connsiteX26" fmla="*/ 1117786 w 1377328"/>
                <a:gd name="connsiteY26" fmla="*/ 866289 h 1531935"/>
                <a:gd name="connsiteX27" fmla="*/ 1206275 w 1377328"/>
                <a:gd name="connsiteY27" fmla="*/ 656914 h 1531935"/>
                <a:gd name="connsiteX28" fmla="*/ 1271097 w 1377328"/>
                <a:gd name="connsiteY28" fmla="*/ 701209 h 1531935"/>
                <a:gd name="connsiteX29" fmla="*/ 1276969 w 1377328"/>
                <a:gd name="connsiteY29" fmla="*/ 706293 h 1531935"/>
                <a:gd name="connsiteX30" fmla="*/ 1298373 w 1377328"/>
                <a:gd name="connsiteY30" fmla="*/ 722117 h 1531935"/>
                <a:gd name="connsiteX31" fmla="*/ 1377329 w 1377328"/>
                <a:gd name="connsiteY31" fmla="*/ 785109 h 1531935"/>
                <a:gd name="connsiteX32" fmla="*/ 1368978 w 1377328"/>
                <a:gd name="connsiteY32" fmla="*/ 836484 h 1531935"/>
                <a:gd name="connsiteX33" fmla="*/ 1311693 w 1377328"/>
                <a:gd name="connsiteY33" fmla="*/ 869022 h 1531935"/>
                <a:gd name="connsiteX34" fmla="*/ 1302033 w 1377328"/>
                <a:gd name="connsiteY34" fmla="*/ 867586 h 1531935"/>
                <a:gd name="connsiteX35" fmla="*/ 1297725 w 1377328"/>
                <a:gd name="connsiteY35" fmla="*/ 861307 h 1531935"/>
                <a:gd name="connsiteX36" fmla="*/ 1302287 w 1377328"/>
                <a:gd name="connsiteY36" fmla="*/ 852956 h 1531935"/>
                <a:gd name="connsiteX37" fmla="*/ 1319141 w 1377328"/>
                <a:gd name="connsiteY37" fmla="*/ 842496 h 1531935"/>
                <a:gd name="connsiteX38" fmla="*/ 1311693 w 1377328"/>
                <a:gd name="connsiteY38" fmla="*/ 809691 h 1531935"/>
                <a:gd name="connsiteX39" fmla="*/ 1297203 w 1377328"/>
                <a:gd name="connsiteY39" fmla="*/ 799891 h 1531935"/>
                <a:gd name="connsiteX40" fmla="*/ 1283375 w 1377328"/>
                <a:gd name="connsiteY40" fmla="*/ 780928 h 1531935"/>
                <a:gd name="connsiteX41" fmla="*/ 1263534 w 1377328"/>
                <a:gd name="connsiteY41" fmla="*/ 781576 h 1531935"/>
                <a:gd name="connsiteX42" fmla="*/ 1252972 w 1377328"/>
                <a:gd name="connsiteY42" fmla="*/ 775056 h 1531935"/>
                <a:gd name="connsiteX43" fmla="*/ 1235737 w 1377328"/>
                <a:gd name="connsiteY43" fmla="*/ 763159 h 1531935"/>
                <a:gd name="connsiteX44" fmla="*/ 1219557 w 1377328"/>
                <a:gd name="connsiteY44" fmla="*/ 757655 h 1531935"/>
                <a:gd name="connsiteX45" fmla="*/ 1187972 w 1377328"/>
                <a:gd name="connsiteY45" fmla="*/ 767341 h 1531935"/>
                <a:gd name="connsiteX46" fmla="*/ 1165793 w 1377328"/>
                <a:gd name="connsiteY46" fmla="*/ 765243 h 1531935"/>
                <a:gd name="connsiteX47" fmla="*/ 1149269 w 1377328"/>
                <a:gd name="connsiteY47" fmla="*/ 774916 h 1531935"/>
                <a:gd name="connsiteX48" fmla="*/ 1136216 w 1377328"/>
                <a:gd name="connsiteY48" fmla="*/ 765904 h 1531935"/>
                <a:gd name="connsiteX49" fmla="*/ 1152917 w 1377328"/>
                <a:gd name="connsiteY49" fmla="*/ 740153 h 1531935"/>
                <a:gd name="connsiteX50" fmla="*/ 1182545 w 1377328"/>
                <a:gd name="connsiteY50" fmla="*/ 719118 h 1531935"/>
                <a:gd name="connsiteX51" fmla="*/ 1192077 w 1377328"/>
                <a:gd name="connsiteY51" fmla="*/ 704082 h 1531935"/>
                <a:gd name="connsiteX52" fmla="*/ 1199386 w 1377328"/>
                <a:gd name="connsiteY52" fmla="*/ 694282 h 1531935"/>
                <a:gd name="connsiteX53" fmla="*/ 1199894 w 1377328"/>
                <a:gd name="connsiteY53" fmla="*/ 673374 h 1531935"/>
                <a:gd name="connsiteX54" fmla="*/ 1206249 w 1377328"/>
                <a:gd name="connsiteY54" fmla="*/ 666841 h 1531935"/>
                <a:gd name="connsiteX55" fmla="*/ 835518 w 1377328"/>
                <a:gd name="connsiteY55" fmla="*/ 211472 h 1531935"/>
                <a:gd name="connsiteX56" fmla="*/ 829913 w 1377328"/>
                <a:gd name="connsiteY56" fmla="*/ 207164 h 1531935"/>
                <a:gd name="connsiteX57" fmla="*/ 825337 w 1377328"/>
                <a:gd name="connsiteY57" fmla="*/ 209706 h 1531935"/>
                <a:gd name="connsiteX58" fmla="*/ 825337 w 1377328"/>
                <a:gd name="connsiteY58" fmla="*/ 218730 h 1531935"/>
                <a:gd name="connsiteX59" fmla="*/ 828324 w 1377328"/>
                <a:gd name="connsiteY59" fmla="*/ 226165 h 1531935"/>
                <a:gd name="connsiteX60" fmla="*/ 823125 w 1377328"/>
                <a:gd name="connsiteY60" fmla="*/ 228529 h 1531935"/>
                <a:gd name="connsiteX61" fmla="*/ 822465 w 1377328"/>
                <a:gd name="connsiteY61" fmla="*/ 234020 h 1531935"/>
                <a:gd name="connsiteX62" fmla="*/ 839433 w 1377328"/>
                <a:gd name="connsiteY62" fmla="*/ 260165 h 1531935"/>
                <a:gd name="connsiteX63" fmla="*/ 844911 w 1377328"/>
                <a:gd name="connsiteY63" fmla="*/ 274146 h 1531935"/>
                <a:gd name="connsiteX64" fmla="*/ 850783 w 1377328"/>
                <a:gd name="connsiteY64" fmla="*/ 277680 h 1531935"/>
                <a:gd name="connsiteX65" fmla="*/ 851177 w 1377328"/>
                <a:gd name="connsiteY65" fmla="*/ 286043 h 1531935"/>
                <a:gd name="connsiteX66" fmla="*/ 865006 w 1377328"/>
                <a:gd name="connsiteY66" fmla="*/ 310752 h 1531935"/>
                <a:gd name="connsiteX67" fmla="*/ 872060 w 1377328"/>
                <a:gd name="connsiteY67" fmla="*/ 314285 h 1531935"/>
                <a:gd name="connsiteX68" fmla="*/ 875186 w 1377328"/>
                <a:gd name="connsiteY68" fmla="*/ 321606 h 1531935"/>
                <a:gd name="connsiteX69" fmla="*/ 881059 w 1377328"/>
                <a:gd name="connsiteY69" fmla="*/ 325648 h 1531935"/>
                <a:gd name="connsiteX70" fmla="*/ 884452 w 1377328"/>
                <a:gd name="connsiteY70" fmla="*/ 325000 h 1531935"/>
                <a:gd name="connsiteX71" fmla="*/ 883931 w 1377328"/>
                <a:gd name="connsiteY71" fmla="*/ 319115 h 1531935"/>
                <a:gd name="connsiteX72" fmla="*/ 888634 w 1377328"/>
                <a:gd name="connsiteY72" fmla="*/ 315988 h 1531935"/>
                <a:gd name="connsiteX73" fmla="*/ 890985 w 1377328"/>
                <a:gd name="connsiteY73" fmla="*/ 305655 h 1531935"/>
                <a:gd name="connsiteX74" fmla="*/ 888100 w 1377328"/>
                <a:gd name="connsiteY74" fmla="*/ 292945 h 1531935"/>
                <a:gd name="connsiteX75" fmla="*/ 881986 w 1377328"/>
                <a:gd name="connsiteY75" fmla="*/ 280133 h 1531935"/>
                <a:gd name="connsiteX76" fmla="*/ 875453 w 1377328"/>
                <a:gd name="connsiteY76" fmla="*/ 269024 h 1531935"/>
                <a:gd name="connsiteX77" fmla="*/ 864624 w 1377328"/>
                <a:gd name="connsiteY77" fmla="*/ 221831 h 1531935"/>
                <a:gd name="connsiteX78" fmla="*/ 857303 w 1377328"/>
                <a:gd name="connsiteY78" fmla="*/ 212032 h 1531935"/>
                <a:gd name="connsiteX79" fmla="*/ 846093 w 1377328"/>
                <a:gd name="connsiteY79" fmla="*/ 212565 h 1531935"/>
                <a:gd name="connsiteX80" fmla="*/ 663650 w 1377328"/>
                <a:gd name="connsiteY80" fmla="*/ 966802 h 1531935"/>
                <a:gd name="connsiteX81" fmla="*/ 639374 w 1377328"/>
                <a:gd name="connsiteY81" fmla="*/ 984062 h 1531935"/>
                <a:gd name="connsiteX82" fmla="*/ 669879 w 1377328"/>
                <a:gd name="connsiteY82" fmla="*/ 1038563 h 1531935"/>
                <a:gd name="connsiteX83" fmla="*/ 654207 w 1377328"/>
                <a:gd name="connsiteY83" fmla="*/ 1056472 h 1531935"/>
                <a:gd name="connsiteX84" fmla="*/ 608946 w 1377328"/>
                <a:gd name="connsiteY84" fmla="*/ 1090053 h 1531935"/>
                <a:gd name="connsiteX85" fmla="*/ 561677 w 1377328"/>
                <a:gd name="connsiteY85" fmla="*/ 1178541 h 1531935"/>
                <a:gd name="connsiteX86" fmla="*/ 544073 w 1377328"/>
                <a:gd name="connsiteY86" fmla="*/ 1171233 h 1531935"/>
                <a:gd name="connsiteX87" fmla="*/ 555830 w 1377328"/>
                <a:gd name="connsiteY87" fmla="*/ 1132530 h 1531935"/>
                <a:gd name="connsiteX88" fmla="*/ 527639 w 1377328"/>
                <a:gd name="connsiteY88" fmla="*/ 1121548 h 1531935"/>
                <a:gd name="connsiteX89" fmla="*/ 509616 w 1377328"/>
                <a:gd name="connsiteY89" fmla="*/ 1139203 h 1531935"/>
                <a:gd name="connsiteX90" fmla="*/ 477128 w 1377328"/>
                <a:gd name="connsiteY90" fmla="*/ 1170432 h 1531935"/>
                <a:gd name="connsiteX91" fmla="*/ 478819 w 1377328"/>
                <a:gd name="connsiteY91" fmla="*/ 1224425 h 1531935"/>
                <a:gd name="connsiteX92" fmla="*/ 470875 w 1377328"/>
                <a:gd name="connsiteY92" fmla="*/ 1269762 h 1531935"/>
                <a:gd name="connsiteX93" fmla="*/ 469413 w 1377328"/>
                <a:gd name="connsiteY93" fmla="*/ 1278405 h 1531935"/>
                <a:gd name="connsiteX94" fmla="*/ 427660 w 1377328"/>
                <a:gd name="connsiteY94" fmla="*/ 1339414 h 1531935"/>
                <a:gd name="connsiteX95" fmla="*/ 422182 w 1377328"/>
                <a:gd name="connsiteY95" fmla="*/ 1347256 h 1531935"/>
                <a:gd name="connsiteX96" fmla="*/ 450628 w 1377328"/>
                <a:gd name="connsiteY96" fmla="*/ 1399673 h 1531935"/>
                <a:gd name="connsiteX97" fmla="*/ 468117 w 1377328"/>
                <a:gd name="connsiteY97" fmla="*/ 1431944 h 1531935"/>
                <a:gd name="connsiteX98" fmla="*/ 464202 w 1377328"/>
                <a:gd name="connsiteY98" fmla="*/ 1439151 h 1531935"/>
                <a:gd name="connsiteX99" fmla="*/ 432897 w 1377328"/>
                <a:gd name="connsiteY99" fmla="*/ 1494695 h 1531935"/>
                <a:gd name="connsiteX100" fmla="*/ 379107 w 1377328"/>
                <a:gd name="connsiteY100" fmla="*/ 1489331 h 1531935"/>
                <a:gd name="connsiteX101" fmla="*/ 305655 w 1377328"/>
                <a:gd name="connsiteY101" fmla="*/ 1531935 h 1531935"/>
                <a:gd name="connsiteX102" fmla="*/ 259314 w 1377328"/>
                <a:gd name="connsiteY102" fmla="*/ 1495343 h 1531935"/>
                <a:gd name="connsiteX103" fmla="*/ 242701 w 1377328"/>
                <a:gd name="connsiteY103" fmla="*/ 1482302 h 1531935"/>
                <a:gd name="connsiteX104" fmla="*/ 241519 w 1377328"/>
                <a:gd name="connsiteY104" fmla="*/ 1474676 h 1531935"/>
                <a:gd name="connsiteX105" fmla="*/ 236168 w 1377328"/>
                <a:gd name="connsiteY105" fmla="*/ 1458725 h 1531935"/>
                <a:gd name="connsiteX106" fmla="*/ 178095 w 1377328"/>
                <a:gd name="connsiteY106" fmla="*/ 1409587 h 1531935"/>
                <a:gd name="connsiteX107" fmla="*/ 128767 w 1377328"/>
                <a:gd name="connsiteY107" fmla="*/ 1367745 h 1531935"/>
                <a:gd name="connsiteX108" fmla="*/ 69779 w 1377328"/>
                <a:gd name="connsiteY108" fmla="*/ 1317680 h 1531935"/>
                <a:gd name="connsiteX109" fmla="*/ 46278 w 1377328"/>
                <a:gd name="connsiteY109" fmla="*/ 1204559 h 1531935"/>
                <a:gd name="connsiteX110" fmla="*/ 75651 w 1377328"/>
                <a:gd name="connsiteY110" fmla="*/ 1191213 h 1531935"/>
                <a:gd name="connsiteX111" fmla="*/ 95886 w 1377328"/>
                <a:gd name="connsiteY111" fmla="*/ 1140766 h 1531935"/>
                <a:gd name="connsiteX112" fmla="*/ 63259 w 1377328"/>
                <a:gd name="connsiteY112" fmla="*/ 1116464 h 1531935"/>
                <a:gd name="connsiteX113" fmla="*/ 74596 w 1377328"/>
                <a:gd name="connsiteY113" fmla="*/ 1088235 h 1531935"/>
                <a:gd name="connsiteX114" fmla="*/ 160873 w 1377328"/>
                <a:gd name="connsiteY114" fmla="*/ 1056599 h 1531935"/>
                <a:gd name="connsiteX115" fmla="*/ 222594 w 1377328"/>
                <a:gd name="connsiteY115" fmla="*/ 950215 h 1531935"/>
                <a:gd name="connsiteX116" fmla="*/ 236041 w 1377328"/>
                <a:gd name="connsiteY116" fmla="*/ 917168 h 1531935"/>
                <a:gd name="connsiteX117" fmla="*/ 236562 w 1377328"/>
                <a:gd name="connsiteY117" fmla="*/ 840971 h 1531935"/>
                <a:gd name="connsiteX118" fmla="*/ 212540 w 1377328"/>
                <a:gd name="connsiteY118" fmla="*/ 844784 h 1531935"/>
                <a:gd name="connsiteX119" fmla="*/ 168436 w 1377328"/>
                <a:gd name="connsiteY119" fmla="*/ 831336 h 1531935"/>
                <a:gd name="connsiteX120" fmla="*/ 132148 w 1377328"/>
                <a:gd name="connsiteY120" fmla="*/ 843360 h 1531935"/>
                <a:gd name="connsiteX121" fmla="*/ 112447 w 1377328"/>
                <a:gd name="connsiteY121" fmla="*/ 772107 h 1531935"/>
                <a:gd name="connsiteX122" fmla="*/ 63132 w 1377328"/>
                <a:gd name="connsiteY122" fmla="*/ 713297 h 1531935"/>
                <a:gd name="connsiteX123" fmla="*/ 85184 w 1377328"/>
                <a:gd name="connsiteY123" fmla="*/ 627160 h 1531935"/>
                <a:gd name="connsiteX124" fmla="*/ 71470 w 1377328"/>
                <a:gd name="connsiteY124" fmla="*/ 621554 h 1531935"/>
                <a:gd name="connsiteX125" fmla="*/ 76554 w 1377328"/>
                <a:gd name="connsiteY125" fmla="*/ 593706 h 1531935"/>
                <a:gd name="connsiteX126" fmla="*/ 60030 w 1377328"/>
                <a:gd name="connsiteY126" fmla="*/ 514382 h 1531935"/>
                <a:gd name="connsiteX127" fmla="*/ 73211 w 1377328"/>
                <a:gd name="connsiteY127" fmla="*/ 491758 h 1531935"/>
                <a:gd name="connsiteX128" fmla="*/ 98390 w 1377328"/>
                <a:gd name="connsiteY128" fmla="*/ 479048 h 1531935"/>
                <a:gd name="connsiteX129" fmla="*/ 90052 w 1377328"/>
                <a:gd name="connsiteY129" fmla="*/ 422602 h 1531935"/>
                <a:gd name="connsiteX130" fmla="*/ 79223 w 1377328"/>
                <a:gd name="connsiteY130" fmla="*/ 368100 h 1531935"/>
                <a:gd name="connsiteX131" fmla="*/ 87306 w 1377328"/>
                <a:gd name="connsiteY131" fmla="*/ 336859 h 1531935"/>
                <a:gd name="connsiteX132" fmla="*/ 43189 w 1377328"/>
                <a:gd name="connsiteY132" fmla="*/ 268223 h 1531935"/>
                <a:gd name="connsiteX133" fmla="*/ 38499 w 1377328"/>
                <a:gd name="connsiteY133" fmla="*/ 271744 h 1531935"/>
                <a:gd name="connsiteX134" fmla="*/ 16447 w 1377328"/>
                <a:gd name="connsiteY134" fmla="*/ 213455 h 1531935"/>
                <a:gd name="connsiteX135" fmla="*/ 0 w 1377328"/>
                <a:gd name="connsiteY135" fmla="*/ 197771 h 1531935"/>
                <a:gd name="connsiteX136" fmla="*/ 521 w 1377328"/>
                <a:gd name="connsiteY136" fmla="*/ 162996 h 1531935"/>
                <a:gd name="connsiteX137" fmla="*/ 113794 w 1377328"/>
                <a:gd name="connsiteY137" fmla="*/ 138707 h 1531935"/>
                <a:gd name="connsiteX138" fmla="*/ 169783 w 1377328"/>
                <a:gd name="connsiteY138" fmla="*/ 152942 h 1531935"/>
                <a:gd name="connsiteX139" fmla="*/ 192483 w 1377328"/>
                <a:gd name="connsiteY139" fmla="*/ 158306 h 1531935"/>
                <a:gd name="connsiteX140" fmla="*/ 248726 w 1377328"/>
                <a:gd name="connsiteY140" fmla="*/ 102482 h 1531935"/>
                <a:gd name="connsiteX141" fmla="*/ 226293 w 1377328"/>
                <a:gd name="connsiteY141" fmla="*/ 42223 h 1531935"/>
                <a:gd name="connsiteX142" fmla="*/ 321810 w 1377328"/>
                <a:gd name="connsiteY142" fmla="*/ 26679 h 1531935"/>
                <a:gd name="connsiteX143" fmla="*/ 336681 w 1377328"/>
                <a:gd name="connsiteY143" fmla="*/ 52175 h 1531935"/>
                <a:gd name="connsiteX144" fmla="*/ 355085 w 1377328"/>
                <a:gd name="connsiteY144" fmla="*/ 78968 h 1531935"/>
                <a:gd name="connsiteX145" fmla="*/ 359394 w 1377328"/>
                <a:gd name="connsiteY145" fmla="*/ 132351 h 1531935"/>
                <a:gd name="connsiteX146" fmla="*/ 455305 w 1377328"/>
                <a:gd name="connsiteY146" fmla="*/ 124395 h 1531935"/>
                <a:gd name="connsiteX147" fmla="*/ 441743 w 1377328"/>
                <a:gd name="connsiteY147" fmla="*/ 108050 h 1531935"/>
                <a:gd name="connsiteX148" fmla="*/ 441997 w 1377328"/>
                <a:gd name="connsiteY148" fmla="*/ 97983 h 1531935"/>
                <a:gd name="connsiteX149" fmla="*/ 474370 w 1377328"/>
                <a:gd name="connsiteY149" fmla="*/ 99013 h 1531935"/>
                <a:gd name="connsiteX150" fmla="*/ 505828 w 1377328"/>
                <a:gd name="connsiteY150" fmla="*/ 75372 h 1531935"/>
                <a:gd name="connsiteX151" fmla="*/ 530092 w 1377328"/>
                <a:gd name="connsiteY151" fmla="*/ 86086 h 1531935"/>
                <a:gd name="connsiteX152" fmla="*/ 542497 w 1377328"/>
                <a:gd name="connsiteY152" fmla="*/ 116934 h 1531935"/>
                <a:gd name="connsiteX153" fmla="*/ 548369 w 1377328"/>
                <a:gd name="connsiteY153" fmla="*/ 129746 h 1531935"/>
                <a:gd name="connsiteX154" fmla="*/ 579420 w 1377328"/>
                <a:gd name="connsiteY154" fmla="*/ 138884 h 1531935"/>
                <a:gd name="connsiteX155" fmla="*/ 590656 w 1377328"/>
                <a:gd name="connsiteY155" fmla="*/ 132606 h 1531935"/>
                <a:gd name="connsiteX156" fmla="*/ 616610 w 1377328"/>
                <a:gd name="connsiteY156" fmla="*/ 120988 h 1531935"/>
                <a:gd name="connsiteX157" fmla="*/ 681343 w 1377328"/>
                <a:gd name="connsiteY157" fmla="*/ 102152 h 1531935"/>
                <a:gd name="connsiteX158" fmla="*/ 691003 w 1377328"/>
                <a:gd name="connsiteY158" fmla="*/ 110274 h 1531935"/>
                <a:gd name="connsiteX159" fmla="*/ 692172 w 1377328"/>
                <a:gd name="connsiteY159" fmla="*/ 125526 h 1531935"/>
                <a:gd name="connsiteX160" fmla="*/ 643632 w 1377328"/>
                <a:gd name="connsiteY160" fmla="*/ 144210 h 1531935"/>
                <a:gd name="connsiteX161" fmla="*/ 665684 w 1377328"/>
                <a:gd name="connsiteY161" fmla="*/ 166834 h 1531935"/>
                <a:gd name="connsiteX162" fmla="*/ 679513 w 1377328"/>
                <a:gd name="connsiteY162" fmla="*/ 185391 h 1531935"/>
                <a:gd name="connsiteX163" fmla="*/ 685004 w 1377328"/>
                <a:gd name="connsiteY163" fmla="*/ 196093 h 1531935"/>
                <a:gd name="connsiteX164" fmla="*/ 741361 w 1377328"/>
                <a:gd name="connsiteY164" fmla="*/ 183383 h 1531935"/>
                <a:gd name="connsiteX165" fmla="*/ 748682 w 1377328"/>
                <a:gd name="connsiteY165" fmla="*/ 119336 h 1531935"/>
                <a:gd name="connsiteX166" fmla="*/ 772691 w 1377328"/>
                <a:gd name="connsiteY166" fmla="*/ 104707 h 1531935"/>
                <a:gd name="connsiteX167" fmla="*/ 782224 w 1377328"/>
                <a:gd name="connsiteY167" fmla="*/ 123518 h 1531935"/>
                <a:gd name="connsiteX168" fmla="*/ 788579 w 1377328"/>
                <a:gd name="connsiteY168" fmla="*/ 122857 h 1531935"/>
                <a:gd name="connsiteX169" fmla="*/ 794185 w 1377328"/>
                <a:gd name="connsiteY169" fmla="*/ 117519 h 1531935"/>
                <a:gd name="connsiteX170" fmla="*/ 793803 w 1377328"/>
                <a:gd name="connsiteY170" fmla="*/ 111888 h 1531935"/>
                <a:gd name="connsiteX171" fmla="*/ 787918 w 1377328"/>
                <a:gd name="connsiteY171" fmla="*/ 104707 h 1531935"/>
                <a:gd name="connsiteX172" fmla="*/ 793002 w 1377328"/>
                <a:gd name="connsiteY172" fmla="*/ 90179 h 1531935"/>
                <a:gd name="connsiteX173" fmla="*/ 800044 w 1377328"/>
                <a:gd name="connsiteY173" fmla="*/ 75816 h 1531935"/>
                <a:gd name="connsiteX174" fmla="*/ 798989 w 1377328"/>
                <a:gd name="connsiteY174" fmla="*/ 64962 h 1531935"/>
                <a:gd name="connsiteX175" fmla="*/ 789202 w 1377328"/>
                <a:gd name="connsiteY175" fmla="*/ 43011 h 1531935"/>
                <a:gd name="connsiteX176" fmla="*/ 817533 w 1377328"/>
                <a:gd name="connsiteY176" fmla="*/ 44054 h 1531935"/>
                <a:gd name="connsiteX177" fmla="*/ 850160 w 1377328"/>
                <a:gd name="connsiteY177" fmla="*/ 0 h 1531935"/>
                <a:gd name="connsiteX178" fmla="*/ 930031 w 1377328"/>
                <a:gd name="connsiteY178" fmla="*/ 44054 h 1531935"/>
                <a:gd name="connsiteX179" fmla="*/ 933285 w 1377328"/>
                <a:gd name="connsiteY179" fmla="*/ 93445 h 1531935"/>
                <a:gd name="connsiteX180" fmla="*/ 948169 w 1377328"/>
                <a:gd name="connsiteY180" fmla="*/ 106524 h 1531935"/>
                <a:gd name="connsiteX181" fmla="*/ 957167 w 1377328"/>
                <a:gd name="connsiteY181" fmla="*/ 123912 h 1531935"/>
                <a:gd name="connsiteX182" fmla="*/ 965658 w 1377328"/>
                <a:gd name="connsiteY182" fmla="*/ 139990 h 1531935"/>
                <a:gd name="connsiteX183" fmla="*/ 967209 w 1377328"/>
                <a:gd name="connsiteY183" fmla="*/ 166796 h 1531935"/>
                <a:gd name="connsiteX184" fmla="*/ 973741 w 1377328"/>
                <a:gd name="connsiteY184" fmla="*/ 188480 h 1531935"/>
                <a:gd name="connsiteX185" fmla="*/ 988485 w 1377328"/>
                <a:gd name="connsiteY185" fmla="*/ 217497 h 1531935"/>
                <a:gd name="connsiteX186" fmla="*/ 992146 w 1377328"/>
                <a:gd name="connsiteY186" fmla="*/ 225987 h 1531935"/>
                <a:gd name="connsiteX187" fmla="*/ 997878 w 1377328"/>
                <a:gd name="connsiteY187" fmla="*/ 250963 h 1531935"/>
                <a:gd name="connsiteX188" fmla="*/ 1017198 w 1377328"/>
                <a:gd name="connsiteY188" fmla="*/ 304537 h 1531935"/>
                <a:gd name="connsiteX189" fmla="*/ 1034687 w 1377328"/>
                <a:gd name="connsiteY189" fmla="*/ 364274 h 1531935"/>
                <a:gd name="connsiteX190" fmla="*/ 1056472 w 1377328"/>
                <a:gd name="connsiteY190" fmla="*/ 386479 h 1531935"/>
                <a:gd name="connsiteX191" fmla="*/ 1056727 w 1377328"/>
                <a:gd name="connsiteY191" fmla="*/ 396825 h 1531935"/>
                <a:gd name="connsiteX192" fmla="*/ 1064963 w 1377328"/>
                <a:gd name="connsiteY192" fmla="*/ 418522 h 1531935"/>
                <a:gd name="connsiteX193" fmla="*/ 1090675 w 1377328"/>
                <a:gd name="connsiteY193" fmla="*/ 426885 h 1531935"/>
                <a:gd name="connsiteX194" fmla="*/ 1152803 w 1377328"/>
                <a:gd name="connsiteY194" fmla="*/ 442823 h 1531935"/>
                <a:gd name="connsiteX195" fmla="*/ 1166784 w 1377328"/>
                <a:gd name="connsiteY195" fmla="*/ 433418 h 1531935"/>
                <a:gd name="connsiteX196" fmla="*/ 1176952 w 1377328"/>
                <a:gd name="connsiteY196" fmla="*/ 460872 h 1531935"/>
                <a:gd name="connsiteX197" fmla="*/ 1173686 w 1377328"/>
                <a:gd name="connsiteY197" fmla="*/ 481208 h 1531935"/>
                <a:gd name="connsiteX198" fmla="*/ 1183727 w 1377328"/>
                <a:gd name="connsiteY198" fmla="*/ 486445 h 1531935"/>
                <a:gd name="connsiteX199" fmla="*/ 1242448 w 1377328"/>
                <a:gd name="connsiteY199" fmla="*/ 461025 h 1531935"/>
                <a:gd name="connsiteX200" fmla="*/ 1254332 w 1377328"/>
                <a:gd name="connsiteY200" fmla="*/ 499155 h 1531935"/>
                <a:gd name="connsiteX201" fmla="*/ 1279511 w 1377328"/>
                <a:gd name="connsiteY201" fmla="*/ 496613 h 1531935"/>
                <a:gd name="connsiteX202" fmla="*/ 1292958 w 1377328"/>
                <a:gd name="connsiteY202" fmla="*/ 507328 h 1531935"/>
                <a:gd name="connsiteX203" fmla="*/ 1312138 w 1377328"/>
                <a:gd name="connsiteY203" fmla="*/ 505370 h 1531935"/>
                <a:gd name="connsiteX204" fmla="*/ 1321544 w 1377328"/>
                <a:gd name="connsiteY204" fmla="*/ 509412 h 1531935"/>
                <a:gd name="connsiteX205" fmla="*/ 1322586 w 1377328"/>
                <a:gd name="connsiteY205" fmla="*/ 517127 h 1531935"/>
                <a:gd name="connsiteX206" fmla="*/ 1318938 w 1377328"/>
                <a:gd name="connsiteY206" fmla="*/ 523406 h 1531935"/>
                <a:gd name="connsiteX207" fmla="*/ 1308999 w 1377328"/>
                <a:gd name="connsiteY207" fmla="*/ 531388 h 1531935"/>
                <a:gd name="connsiteX208" fmla="*/ 1298437 w 1377328"/>
                <a:gd name="connsiteY208" fmla="*/ 534261 h 1531935"/>
                <a:gd name="connsiteX209" fmla="*/ 1287620 w 1377328"/>
                <a:gd name="connsiteY209" fmla="*/ 520394 h 1531935"/>
                <a:gd name="connsiteX210" fmla="*/ 1247430 w 1377328"/>
                <a:gd name="connsiteY210" fmla="*/ 522237 h 1531935"/>
                <a:gd name="connsiteX211" fmla="*/ 1185570 w 1377328"/>
                <a:gd name="connsiteY211" fmla="*/ 548369 h 1531935"/>
                <a:gd name="connsiteX212" fmla="*/ 1158421 w 1377328"/>
                <a:gd name="connsiteY212" fmla="*/ 615949 h 1531935"/>
                <a:gd name="connsiteX213" fmla="*/ 1122527 w 1377328"/>
                <a:gd name="connsiteY213" fmla="*/ 642336 h 1531935"/>
                <a:gd name="connsiteX214" fmla="*/ 1123176 w 1377328"/>
                <a:gd name="connsiteY214" fmla="*/ 649962 h 1531935"/>
                <a:gd name="connsiteX215" fmla="*/ 1146549 w 1377328"/>
                <a:gd name="connsiteY215" fmla="*/ 675852 h 1531935"/>
                <a:gd name="connsiteX216" fmla="*/ 1138453 w 1377328"/>
                <a:gd name="connsiteY216" fmla="*/ 689312 h 1531935"/>
                <a:gd name="connsiteX217" fmla="*/ 1124472 w 1377328"/>
                <a:gd name="connsiteY217" fmla="*/ 700027 h 1531935"/>
                <a:gd name="connsiteX218" fmla="*/ 1082299 w 1377328"/>
                <a:gd name="connsiteY218" fmla="*/ 744894 h 1531935"/>
                <a:gd name="connsiteX219" fmla="*/ 1069754 w 1377328"/>
                <a:gd name="connsiteY219" fmla="*/ 754427 h 1531935"/>
                <a:gd name="connsiteX220" fmla="*/ 1053714 w 1377328"/>
                <a:gd name="connsiteY220" fmla="*/ 754173 h 1531935"/>
                <a:gd name="connsiteX221" fmla="*/ 1050969 w 1377328"/>
                <a:gd name="connsiteY221" fmla="*/ 739264 h 1531935"/>
                <a:gd name="connsiteX222" fmla="*/ 1030226 w 1377328"/>
                <a:gd name="connsiteY222" fmla="*/ 717440 h 1531935"/>
                <a:gd name="connsiteX223" fmla="*/ 1006216 w 1377328"/>
                <a:gd name="connsiteY223" fmla="*/ 692477 h 1531935"/>
                <a:gd name="connsiteX224" fmla="*/ 991205 w 1377328"/>
                <a:gd name="connsiteY224" fmla="*/ 693011 h 1531935"/>
                <a:gd name="connsiteX225" fmla="*/ 965912 w 1377328"/>
                <a:gd name="connsiteY225" fmla="*/ 694053 h 1531935"/>
                <a:gd name="connsiteX226" fmla="*/ 961476 w 1377328"/>
                <a:gd name="connsiteY226" fmla="*/ 699137 h 1531935"/>
                <a:gd name="connsiteX227" fmla="*/ 971530 w 1377328"/>
                <a:gd name="connsiteY227" fmla="*/ 706853 h 1531935"/>
                <a:gd name="connsiteX228" fmla="*/ 980669 w 1377328"/>
                <a:gd name="connsiteY228" fmla="*/ 714034 h 1531935"/>
                <a:gd name="connsiteX229" fmla="*/ 1002581 w 1377328"/>
                <a:gd name="connsiteY229" fmla="*/ 734561 h 1531935"/>
                <a:gd name="connsiteX230" fmla="*/ 1011847 w 1377328"/>
                <a:gd name="connsiteY230" fmla="*/ 748008 h 1531935"/>
                <a:gd name="connsiteX231" fmla="*/ 1021506 w 1377328"/>
                <a:gd name="connsiteY231" fmla="*/ 759130 h 1531935"/>
                <a:gd name="connsiteX232" fmla="*/ 1023337 w 1377328"/>
                <a:gd name="connsiteY232" fmla="*/ 766845 h 1531935"/>
                <a:gd name="connsiteX233" fmla="*/ 1016283 w 1377328"/>
                <a:gd name="connsiteY233" fmla="*/ 783965 h 1531935"/>
                <a:gd name="connsiteX234" fmla="*/ 1025688 w 1377328"/>
                <a:gd name="connsiteY234" fmla="*/ 817419 h 1531935"/>
                <a:gd name="connsiteX235" fmla="*/ 1029209 w 1377328"/>
                <a:gd name="connsiteY235" fmla="*/ 837679 h 1531935"/>
                <a:gd name="connsiteX236" fmla="*/ 1004678 w 1377328"/>
                <a:gd name="connsiteY236" fmla="*/ 852715 h 1531935"/>
                <a:gd name="connsiteX237" fmla="*/ 987316 w 1377328"/>
                <a:gd name="connsiteY237" fmla="*/ 843042 h 1531935"/>
                <a:gd name="connsiteX238" fmla="*/ 979893 w 1377328"/>
                <a:gd name="connsiteY238" fmla="*/ 821155 h 1531935"/>
                <a:gd name="connsiteX239" fmla="*/ 964476 w 1377328"/>
                <a:gd name="connsiteY239" fmla="*/ 825197 h 1531935"/>
                <a:gd name="connsiteX240" fmla="*/ 956252 w 1377328"/>
                <a:gd name="connsiteY240" fmla="*/ 832264 h 1531935"/>
                <a:gd name="connsiteX241" fmla="*/ 971657 w 1377328"/>
                <a:gd name="connsiteY241" fmla="*/ 859045 h 1531935"/>
                <a:gd name="connsiteX242" fmla="*/ 862031 w 1377328"/>
                <a:gd name="connsiteY242" fmla="*/ 867026 h 1531935"/>
                <a:gd name="connsiteX243" fmla="*/ 829811 w 1377328"/>
                <a:gd name="connsiteY243" fmla="*/ 897874 h 1531935"/>
                <a:gd name="connsiteX244" fmla="*/ 816618 w 1377328"/>
                <a:gd name="connsiteY244" fmla="*/ 880741 h 1531935"/>
                <a:gd name="connsiteX245" fmla="*/ 797044 w 1377328"/>
                <a:gd name="connsiteY245" fmla="*/ 878796 h 1531935"/>
                <a:gd name="connsiteX246" fmla="*/ 777204 w 1377328"/>
                <a:gd name="connsiteY246" fmla="*/ 913038 h 1531935"/>
                <a:gd name="connsiteX247" fmla="*/ 799256 w 1377328"/>
                <a:gd name="connsiteY247" fmla="*/ 936691 h 1531935"/>
                <a:gd name="connsiteX248" fmla="*/ 746152 w 1377328"/>
                <a:gd name="connsiteY248" fmla="*/ 955756 h 1531935"/>
                <a:gd name="connsiteX249" fmla="*/ 714581 w 1377328"/>
                <a:gd name="connsiteY249" fmla="*/ 941648 h 1531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377328" h="1531935">
                  <a:moveTo>
                    <a:pt x="682970" y="421509"/>
                  </a:moveTo>
                  <a:lnTo>
                    <a:pt x="643162" y="393546"/>
                  </a:lnTo>
                  <a:lnTo>
                    <a:pt x="621898" y="369397"/>
                  </a:lnTo>
                  <a:lnTo>
                    <a:pt x="598790" y="347166"/>
                  </a:lnTo>
                  <a:lnTo>
                    <a:pt x="582343" y="339070"/>
                  </a:lnTo>
                  <a:lnTo>
                    <a:pt x="575569" y="343760"/>
                  </a:lnTo>
                  <a:lnTo>
                    <a:pt x="582737" y="352784"/>
                  </a:lnTo>
                  <a:lnTo>
                    <a:pt x="576484" y="363766"/>
                  </a:lnTo>
                  <a:lnTo>
                    <a:pt x="576865" y="373693"/>
                  </a:lnTo>
                  <a:lnTo>
                    <a:pt x="580386" y="382984"/>
                  </a:lnTo>
                  <a:lnTo>
                    <a:pt x="577907" y="396444"/>
                  </a:lnTo>
                  <a:lnTo>
                    <a:pt x="581428" y="409243"/>
                  </a:lnTo>
                  <a:lnTo>
                    <a:pt x="592791" y="421407"/>
                  </a:lnTo>
                  <a:lnTo>
                    <a:pt x="627643" y="459703"/>
                  </a:lnTo>
                  <a:lnTo>
                    <a:pt x="674670" y="491974"/>
                  </a:lnTo>
                  <a:lnTo>
                    <a:pt x="692554" y="504544"/>
                  </a:lnTo>
                  <a:lnTo>
                    <a:pt x="702722" y="503362"/>
                  </a:lnTo>
                  <a:lnTo>
                    <a:pt x="713424" y="486623"/>
                  </a:lnTo>
                  <a:lnTo>
                    <a:pt x="719296" y="476302"/>
                  </a:lnTo>
                  <a:lnTo>
                    <a:pt x="717732" y="460885"/>
                  </a:lnTo>
                  <a:lnTo>
                    <a:pt x="703243" y="437612"/>
                  </a:lnTo>
                  <a:close/>
                  <a:moveTo>
                    <a:pt x="1115575" y="842763"/>
                  </a:moveTo>
                  <a:lnTo>
                    <a:pt x="1135415" y="839369"/>
                  </a:lnTo>
                  <a:lnTo>
                    <a:pt x="1193997" y="844453"/>
                  </a:lnTo>
                  <a:lnTo>
                    <a:pt x="1204444" y="844707"/>
                  </a:lnTo>
                  <a:lnTo>
                    <a:pt x="1201178" y="863404"/>
                  </a:lnTo>
                  <a:lnTo>
                    <a:pt x="1117786" y="866289"/>
                  </a:lnTo>
                  <a:close/>
                  <a:moveTo>
                    <a:pt x="1206275" y="656914"/>
                  </a:moveTo>
                  <a:lnTo>
                    <a:pt x="1271097" y="701209"/>
                  </a:lnTo>
                  <a:lnTo>
                    <a:pt x="1276969" y="706293"/>
                  </a:lnTo>
                  <a:lnTo>
                    <a:pt x="1298373" y="722117"/>
                  </a:lnTo>
                  <a:lnTo>
                    <a:pt x="1377329" y="785109"/>
                  </a:lnTo>
                  <a:lnTo>
                    <a:pt x="1368978" y="836484"/>
                  </a:lnTo>
                  <a:lnTo>
                    <a:pt x="1311693" y="869022"/>
                  </a:lnTo>
                  <a:lnTo>
                    <a:pt x="1302033" y="867586"/>
                  </a:lnTo>
                  <a:lnTo>
                    <a:pt x="1297725" y="861307"/>
                  </a:lnTo>
                  <a:lnTo>
                    <a:pt x="1302287" y="852956"/>
                  </a:lnTo>
                  <a:lnTo>
                    <a:pt x="1319141" y="842496"/>
                  </a:lnTo>
                  <a:lnTo>
                    <a:pt x="1311693" y="809691"/>
                  </a:lnTo>
                  <a:lnTo>
                    <a:pt x="1297203" y="799891"/>
                  </a:lnTo>
                  <a:lnTo>
                    <a:pt x="1283375" y="780928"/>
                  </a:lnTo>
                  <a:lnTo>
                    <a:pt x="1263534" y="781576"/>
                  </a:lnTo>
                  <a:lnTo>
                    <a:pt x="1252972" y="775056"/>
                  </a:lnTo>
                  <a:lnTo>
                    <a:pt x="1235737" y="763159"/>
                  </a:lnTo>
                  <a:lnTo>
                    <a:pt x="1219557" y="757655"/>
                  </a:lnTo>
                  <a:lnTo>
                    <a:pt x="1187972" y="767341"/>
                  </a:lnTo>
                  <a:lnTo>
                    <a:pt x="1165793" y="765243"/>
                  </a:lnTo>
                  <a:lnTo>
                    <a:pt x="1149269" y="774916"/>
                  </a:lnTo>
                  <a:lnTo>
                    <a:pt x="1136216" y="765904"/>
                  </a:lnTo>
                  <a:lnTo>
                    <a:pt x="1152917" y="740153"/>
                  </a:lnTo>
                  <a:lnTo>
                    <a:pt x="1182545" y="719118"/>
                  </a:lnTo>
                  <a:lnTo>
                    <a:pt x="1192077" y="704082"/>
                  </a:lnTo>
                  <a:lnTo>
                    <a:pt x="1199386" y="694282"/>
                  </a:lnTo>
                  <a:lnTo>
                    <a:pt x="1199894" y="673374"/>
                  </a:lnTo>
                  <a:lnTo>
                    <a:pt x="1206249" y="666841"/>
                  </a:lnTo>
                  <a:close/>
                  <a:moveTo>
                    <a:pt x="835518" y="211472"/>
                  </a:moveTo>
                  <a:lnTo>
                    <a:pt x="829913" y="207164"/>
                  </a:lnTo>
                  <a:lnTo>
                    <a:pt x="825337" y="209706"/>
                  </a:lnTo>
                  <a:lnTo>
                    <a:pt x="825337" y="218730"/>
                  </a:lnTo>
                  <a:lnTo>
                    <a:pt x="828324" y="226165"/>
                  </a:lnTo>
                  <a:lnTo>
                    <a:pt x="823125" y="228529"/>
                  </a:lnTo>
                  <a:lnTo>
                    <a:pt x="822465" y="234020"/>
                  </a:lnTo>
                  <a:lnTo>
                    <a:pt x="839433" y="260165"/>
                  </a:lnTo>
                  <a:lnTo>
                    <a:pt x="844911" y="274146"/>
                  </a:lnTo>
                  <a:lnTo>
                    <a:pt x="850783" y="277680"/>
                  </a:lnTo>
                  <a:lnTo>
                    <a:pt x="851177" y="286043"/>
                  </a:lnTo>
                  <a:lnTo>
                    <a:pt x="865006" y="310752"/>
                  </a:lnTo>
                  <a:lnTo>
                    <a:pt x="872060" y="314285"/>
                  </a:lnTo>
                  <a:lnTo>
                    <a:pt x="875186" y="321606"/>
                  </a:lnTo>
                  <a:lnTo>
                    <a:pt x="881059" y="325648"/>
                  </a:lnTo>
                  <a:lnTo>
                    <a:pt x="884452" y="325000"/>
                  </a:lnTo>
                  <a:lnTo>
                    <a:pt x="883931" y="319115"/>
                  </a:lnTo>
                  <a:lnTo>
                    <a:pt x="888634" y="315988"/>
                  </a:lnTo>
                  <a:lnTo>
                    <a:pt x="890985" y="305655"/>
                  </a:lnTo>
                  <a:lnTo>
                    <a:pt x="888100" y="292945"/>
                  </a:lnTo>
                  <a:lnTo>
                    <a:pt x="881986" y="280133"/>
                  </a:lnTo>
                  <a:lnTo>
                    <a:pt x="875453" y="269024"/>
                  </a:lnTo>
                  <a:lnTo>
                    <a:pt x="864624" y="221831"/>
                  </a:lnTo>
                  <a:lnTo>
                    <a:pt x="857303" y="212032"/>
                  </a:lnTo>
                  <a:lnTo>
                    <a:pt x="846093" y="212565"/>
                  </a:lnTo>
                  <a:close/>
                  <a:moveTo>
                    <a:pt x="663650" y="966802"/>
                  </a:moveTo>
                  <a:lnTo>
                    <a:pt x="639374" y="984062"/>
                  </a:lnTo>
                  <a:lnTo>
                    <a:pt x="669879" y="1038563"/>
                  </a:lnTo>
                  <a:lnTo>
                    <a:pt x="654207" y="1056472"/>
                  </a:lnTo>
                  <a:lnTo>
                    <a:pt x="608946" y="1090053"/>
                  </a:lnTo>
                  <a:lnTo>
                    <a:pt x="561677" y="1178541"/>
                  </a:lnTo>
                  <a:lnTo>
                    <a:pt x="544073" y="1171233"/>
                  </a:lnTo>
                  <a:lnTo>
                    <a:pt x="555830" y="1132530"/>
                  </a:lnTo>
                  <a:lnTo>
                    <a:pt x="527639" y="1121548"/>
                  </a:lnTo>
                  <a:lnTo>
                    <a:pt x="509616" y="1139203"/>
                  </a:lnTo>
                  <a:lnTo>
                    <a:pt x="477128" y="1170432"/>
                  </a:lnTo>
                  <a:lnTo>
                    <a:pt x="478819" y="1224425"/>
                  </a:lnTo>
                  <a:lnTo>
                    <a:pt x="470875" y="1269762"/>
                  </a:lnTo>
                  <a:lnTo>
                    <a:pt x="469413" y="1278405"/>
                  </a:lnTo>
                  <a:lnTo>
                    <a:pt x="427660" y="1339414"/>
                  </a:lnTo>
                  <a:lnTo>
                    <a:pt x="422182" y="1347256"/>
                  </a:lnTo>
                  <a:lnTo>
                    <a:pt x="450628" y="1399673"/>
                  </a:lnTo>
                  <a:lnTo>
                    <a:pt x="468117" y="1431944"/>
                  </a:lnTo>
                  <a:lnTo>
                    <a:pt x="464202" y="1439151"/>
                  </a:lnTo>
                  <a:lnTo>
                    <a:pt x="432897" y="1494695"/>
                  </a:lnTo>
                  <a:lnTo>
                    <a:pt x="379107" y="1489331"/>
                  </a:lnTo>
                  <a:lnTo>
                    <a:pt x="305655" y="1531935"/>
                  </a:lnTo>
                  <a:lnTo>
                    <a:pt x="259314" y="1495343"/>
                  </a:lnTo>
                  <a:lnTo>
                    <a:pt x="242701" y="1482302"/>
                  </a:lnTo>
                  <a:lnTo>
                    <a:pt x="241519" y="1474676"/>
                  </a:lnTo>
                  <a:lnTo>
                    <a:pt x="236168" y="1458725"/>
                  </a:lnTo>
                  <a:lnTo>
                    <a:pt x="178095" y="1409587"/>
                  </a:lnTo>
                  <a:lnTo>
                    <a:pt x="128767" y="1367745"/>
                  </a:lnTo>
                  <a:lnTo>
                    <a:pt x="69779" y="1317680"/>
                  </a:lnTo>
                  <a:lnTo>
                    <a:pt x="46278" y="1204559"/>
                  </a:lnTo>
                  <a:lnTo>
                    <a:pt x="75651" y="1191213"/>
                  </a:lnTo>
                  <a:lnTo>
                    <a:pt x="95886" y="1140766"/>
                  </a:lnTo>
                  <a:lnTo>
                    <a:pt x="63259" y="1116464"/>
                  </a:lnTo>
                  <a:lnTo>
                    <a:pt x="74596" y="1088235"/>
                  </a:lnTo>
                  <a:lnTo>
                    <a:pt x="160873" y="1056599"/>
                  </a:lnTo>
                  <a:lnTo>
                    <a:pt x="222594" y="950215"/>
                  </a:lnTo>
                  <a:lnTo>
                    <a:pt x="236041" y="917168"/>
                  </a:lnTo>
                  <a:lnTo>
                    <a:pt x="236562" y="840971"/>
                  </a:lnTo>
                  <a:lnTo>
                    <a:pt x="212540" y="844784"/>
                  </a:lnTo>
                  <a:lnTo>
                    <a:pt x="168436" y="831336"/>
                  </a:lnTo>
                  <a:lnTo>
                    <a:pt x="132148" y="843360"/>
                  </a:lnTo>
                  <a:lnTo>
                    <a:pt x="112447" y="772107"/>
                  </a:lnTo>
                  <a:lnTo>
                    <a:pt x="63132" y="713297"/>
                  </a:lnTo>
                  <a:lnTo>
                    <a:pt x="85184" y="627160"/>
                  </a:lnTo>
                  <a:lnTo>
                    <a:pt x="71470" y="621554"/>
                  </a:lnTo>
                  <a:lnTo>
                    <a:pt x="76554" y="593706"/>
                  </a:lnTo>
                  <a:lnTo>
                    <a:pt x="60030" y="514382"/>
                  </a:lnTo>
                  <a:lnTo>
                    <a:pt x="73211" y="491758"/>
                  </a:lnTo>
                  <a:lnTo>
                    <a:pt x="98390" y="479048"/>
                  </a:lnTo>
                  <a:lnTo>
                    <a:pt x="90052" y="422602"/>
                  </a:lnTo>
                  <a:lnTo>
                    <a:pt x="79223" y="368100"/>
                  </a:lnTo>
                  <a:lnTo>
                    <a:pt x="87306" y="336859"/>
                  </a:lnTo>
                  <a:lnTo>
                    <a:pt x="43189" y="268223"/>
                  </a:lnTo>
                  <a:lnTo>
                    <a:pt x="38499" y="271744"/>
                  </a:lnTo>
                  <a:lnTo>
                    <a:pt x="16447" y="213455"/>
                  </a:lnTo>
                  <a:lnTo>
                    <a:pt x="0" y="197771"/>
                  </a:lnTo>
                  <a:lnTo>
                    <a:pt x="521" y="162996"/>
                  </a:lnTo>
                  <a:lnTo>
                    <a:pt x="113794" y="138707"/>
                  </a:lnTo>
                  <a:lnTo>
                    <a:pt x="169783" y="152942"/>
                  </a:lnTo>
                  <a:lnTo>
                    <a:pt x="192483" y="158306"/>
                  </a:lnTo>
                  <a:lnTo>
                    <a:pt x="248726" y="102482"/>
                  </a:lnTo>
                  <a:lnTo>
                    <a:pt x="226293" y="42223"/>
                  </a:lnTo>
                  <a:lnTo>
                    <a:pt x="321810" y="26679"/>
                  </a:lnTo>
                  <a:lnTo>
                    <a:pt x="336681" y="52175"/>
                  </a:lnTo>
                  <a:lnTo>
                    <a:pt x="355085" y="78968"/>
                  </a:lnTo>
                  <a:lnTo>
                    <a:pt x="359394" y="132351"/>
                  </a:lnTo>
                  <a:lnTo>
                    <a:pt x="455305" y="124395"/>
                  </a:lnTo>
                  <a:lnTo>
                    <a:pt x="441743" y="108050"/>
                  </a:lnTo>
                  <a:lnTo>
                    <a:pt x="441997" y="97983"/>
                  </a:lnTo>
                  <a:lnTo>
                    <a:pt x="474370" y="99013"/>
                  </a:lnTo>
                  <a:lnTo>
                    <a:pt x="505828" y="75372"/>
                  </a:lnTo>
                  <a:lnTo>
                    <a:pt x="530092" y="86086"/>
                  </a:lnTo>
                  <a:lnTo>
                    <a:pt x="542497" y="116934"/>
                  </a:lnTo>
                  <a:lnTo>
                    <a:pt x="548369" y="129746"/>
                  </a:lnTo>
                  <a:lnTo>
                    <a:pt x="579420" y="138884"/>
                  </a:lnTo>
                  <a:lnTo>
                    <a:pt x="590656" y="132606"/>
                  </a:lnTo>
                  <a:lnTo>
                    <a:pt x="616610" y="120988"/>
                  </a:lnTo>
                  <a:lnTo>
                    <a:pt x="681343" y="102152"/>
                  </a:lnTo>
                  <a:lnTo>
                    <a:pt x="691003" y="110274"/>
                  </a:lnTo>
                  <a:lnTo>
                    <a:pt x="692172" y="125526"/>
                  </a:lnTo>
                  <a:lnTo>
                    <a:pt x="643632" y="144210"/>
                  </a:lnTo>
                  <a:lnTo>
                    <a:pt x="665684" y="166834"/>
                  </a:lnTo>
                  <a:lnTo>
                    <a:pt x="679513" y="185391"/>
                  </a:lnTo>
                  <a:lnTo>
                    <a:pt x="685004" y="196093"/>
                  </a:lnTo>
                  <a:lnTo>
                    <a:pt x="741361" y="183383"/>
                  </a:lnTo>
                  <a:lnTo>
                    <a:pt x="748682" y="119336"/>
                  </a:lnTo>
                  <a:lnTo>
                    <a:pt x="772691" y="104707"/>
                  </a:lnTo>
                  <a:lnTo>
                    <a:pt x="782224" y="123518"/>
                  </a:lnTo>
                  <a:lnTo>
                    <a:pt x="788579" y="122857"/>
                  </a:lnTo>
                  <a:lnTo>
                    <a:pt x="794185" y="117519"/>
                  </a:lnTo>
                  <a:lnTo>
                    <a:pt x="793803" y="111888"/>
                  </a:lnTo>
                  <a:lnTo>
                    <a:pt x="787918" y="104707"/>
                  </a:lnTo>
                  <a:lnTo>
                    <a:pt x="793002" y="90179"/>
                  </a:lnTo>
                  <a:lnTo>
                    <a:pt x="800044" y="75816"/>
                  </a:lnTo>
                  <a:lnTo>
                    <a:pt x="798989" y="64962"/>
                  </a:lnTo>
                  <a:lnTo>
                    <a:pt x="789202" y="43011"/>
                  </a:lnTo>
                  <a:lnTo>
                    <a:pt x="817533" y="44054"/>
                  </a:lnTo>
                  <a:lnTo>
                    <a:pt x="850160" y="0"/>
                  </a:lnTo>
                  <a:lnTo>
                    <a:pt x="930031" y="44054"/>
                  </a:lnTo>
                  <a:lnTo>
                    <a:pt x="933285" y="93445"/>
                  </a:lnTo>
                  <a:lnTo>
                    <a:pt x="948169" y="106524"/>
                  </a:lnTo>
                  <a:lnTo>
                    <a:pt x="957167" y="123912"/>
                  </a:lnTo>
                  <a:lnTo>
                    <a:pt x="965658" y="139990"/>
                  </a:lnTo>
                  <a:lnTo>
                    <a:pt x="967209" y="166796"/>
                  </a:lnTo>
                  <a:lnTo>
                    <a:pt x="973741" y="188480"/>
                  </a:lnTo>
                  <a:lnTo>
                    <a:pt x="988485" y="217497"/>
                  </a:lnTo>
                  <a:lnTo>
                    <a:pt x="992146" y="225987"/>
                  </a:lnTo>
                  <a:lnTo>
                    <a:pt x="997878" y="250963"/>
                  </a:lnTo>
                  <a:lnTo>
                    <a:pt x="1017198" y="304537"/>
                  </a:lnTo>
                  <a:lnTo>
                    <a:pt x="1034687" y="364274"/>
                  </a:lnTo>
                  <a:lnTo>
                    <a:pt x="1056472" y="386479"/>
                  </a:lnTo>
                  <a:lnTo>
                    <a:pt x="1056727" y="396825"/>
                  </a:lnTo>
                  <a:lnTo>
                    <a:pt x="1064963" y="418522"/>
                  </a:lnTo>
                  <a:lnTo>
                    <a:pt x="1090675" y="426885"/>
                  </a:lnTo>
                  <a:lnTo>
                    <a:pt x="1152803" y="442823"/>
                  </a:lnTo>
                  <a:lnTo>
                    <a:pt x="1166784" y="433418"/>
                  </a:lnTo>
                  <a:lnTo>
                    <a:pt x="1176952" y="460872"/>
                  </a:lnTo>
                  <a:lnTo>
                    <a:pt x="1173686" y="481208"/>
                  </a:lnTo>
                  <a:lnTo>
                    <a:pt x="1183727" y="486445"/>
                  </a:lnTo>
                  <a:lnTo>
                    <a:pt x="1242448" y="461025"/>
                  </a:lnTo>
                  <a:lnTo>
                    <a:pt x="1254332" y="499155"/>
                  </a:lnTo>
                  <a:lnTo>
                    <a:pt x="1279511" y="496613"/>
                  </a:lnTo>
                  <a:lnTo>
                    <a:pt x="1292958" y="507328"/>
                  </a:lnTo>
                  <a:lnTo>
                    <a:pt x="1312138" y="505370"/>
                  </a:lnTo>
                  <a:lnTo>
                    <a:pt x="1321544" y="509412"/>
                  </a:lnTo>
                  <a:lnTo>
                    <a:pt x="1322586" y="517127"/>
                  </a:lnTo>
                  <a:lnTo>
                    <a:pt x="1318938" y="523406"/>
                  </a:lnTo>
                  <a:lnTo>
                    <a:pt x="1308999" y="531388"/>
                  </a:lnTo>
                  <a:lnTo>
                    <a:pt x="1298437" y="534261"/>
                  </a:lnTo>
                  <a:lnTo>
                    <a:pt x="1287620" y="520394"/>
                  </a:lnTo>
                  <a:lnTo>
                    <a:pt x="1247430" y="522237"/>
                  </a:lnTo>
                  <a:lnTo>
                    <a:pt x="1185570" y="548369"/>
                  </a:lnTo>
                  <a:lnTo>
                    <a:pt x="1158421" y="615949"/>
                  </a:lnTo>
                  <a:lnTo>
                    <a:pt x="1122527" y="642336"/>
                  </a:lnTo>
                  <a:lnTo>
                    <a:pt x="1123176" y="649962"/>
                  </a:lnTo>
                  <a:lnTo>
                    <a:pt x="1146549" y="675852"/>
                  </a:lnTo>
                  <a:lnTo>
                    <a:pt x="1138453" y="689312"/>
                  </a:lnTo>
                  <a:lnTo>
                    <a:pt x="1124472" y="700027"/>
                  </a:lnTo>
                  <a:lnTo>
                    <a:pt x="1082299" y="744894"/>
                  </a:lnTo>
                  <a:lnTo>
                    <a:pt x="1069754" y="754427"/>
                  </a:lnTo>
                  <a:lnTo>
                    <a:pt x="1053714" y="754173"/>
                  </a:lnTo>
                  <a:lnTo>
                    <a:pt x="1050969" y="739264"/>
                  </a:lnTo>
                  <a:lnTo>
                    <a:pt x="1030226" y="717440"/>
                  </a:lnTo>
                  <a:lnTo>
                    <a:pt x="1006216" y="692477"/>
                  </a:lnTo>
                  <a:lnTo>
                    <a:pt x="991205" y="693011"/>
                  </a:lnTo>
                  <a:lnTo>
                    <a:pt x="965912" y="694053"/>
                  </a:lnTo>
                  <a:lnTo>
                    <a:pt x="961476" y="699137"/>
                  </a:lnTo>
                  <a:lnTo>
                    <a:pt x="971530" y="706853"/>
                  </a:lnTo>
                  <a:lnTo>
                    <a:pt x="980669" y="714034"/>
                  </a:lnTo>
                  <a:lnTo>
                    <a:pt x="1002581" y="734561"/>
                  </a:lnTo>
                  <a:lnTo>
                    <a:pt x="1011847" y="748008"/>
                  </a:lnTo>
                  <a:lnTo>
                    <a:pt x="1021506" y="759130"/>
                  </a:lnTo>
                  <a:lnTo>
                    <a:pt x="1023337" y="766845"/>
                  </a:lnTo>
                  <a:lnTo>
                    <a:pt x="1016283" y="783965"/>
                  </a:lnTo>
                  <a:lnTo>
                    <a:pt x="1025688" y="817419"/>
                  </a:lnTo>
                  <a:lnTo>
                    <a:pt x="1029209" y="837679"/>
                  </a:lnTo>
                  <a:lnTo>
                    <a:pt x="1004678" y="852715"/>
                  </a:lnTo>
                  <a:lnTo>
                    <a:pt x="987316" y="843042"/>
                  </a:lnTo>
                  <a:lnTo>
                    <a:pt x="979893" y="821155"/>
                  </a:lnTo>
                  <a:lnTo>
                    <a:pt x="964476" y="825197"/>
                  </a:lnTo>
                  <a:lnTo>
                    <a:pt x="956252" y="832264"/>
                  </a:lnTo>
                  <a:lnTo>
                    <a:pt x="971657" y="859045"/>
                  </a:lnTo>
                  <a:lnTo>
                    <a:pt x="862031" y="867026"/>
                  </a:lnTo>
                  <a:lnTo>
                    <a:pt x="829811" y="897874"/>
                  </a:lnTo>
                  <a:lnTo>
                    <a:pt x="816618" y="880741"/>
                  </a:lnTo>
                  <a:lnTo>
                    <a:pt x="797044" y="878796"/>
                  </a:lnTo>
                  <a:lnTo>
                    <a:pt x="777204" y="913038"/>
                  </a:lnTo>
                  <a:lnTo>
                    <a:pt x="799256" y="936691"/>
                  </a:lnTo>
                  <a:lnTo>
                    <a:pt x="746152" y="955756"/>
                  </a:lnTo>
                  <a:lnTo>
                    <a:pt x="714581" y="941648"/>
                  </a:lnTo>
                  <a:close/>
                </a:path>
              </a:pathLst>
            </a:custGeom>
            <a:noFill/>
            <a:ln w="3810" cap="flat">
              <a:solidFill>
                <a:srgbClr val="E6E4E2"/>
              </a:solidFill>
              <a:prstDash val="solid"/>
              <a:miter/>
            </a:ln>
          </p:spPr>
          <p:txBody>
            <a:bodyPr rtlCol="0" anchor="ctr"/>
            <a:lstStyle/>
            <a:p>
              <a:endParaRPr lang="de-CH"/>
            </a:p>
          </p:txBody>
        </p:sp>
        <p:sp>
          <p:nvSpPr>
            <p:cNvPr id="88" name="Freihandform: Form 87">
              <a:extLst>
                <a:ext uri="{FF2B5EF4-FFF2-40B4-BE49-F238E27FC236}">
                  <a16:creationId xmlns:a16="http://schemas.microsoft.com/office/drawing/2014/main" id="{E90A52F4-49FF-192F-C1CC-DD3B2C454299}"/>
                </a:ext>
              </a:extLst>
            </p:cNvPr>
            <p:cNvSpPr/>
            <p:nvPr/>
          </p:nvSpPr>
          <p:spPr>
            <a:xfrm>
              <a:off x="6497701" y="2930443"/>
              <a:ext cx="1128437" cy="1375777"/>
            </a:xfrm>
            <a:custGeom>
              <a:avLst/>
              <a:gdLst>
                <a:gd name="connsiteX0" fmla="*/ 561422 w 1128437"/>
                <a:gd name="connsiteY0" fmla="*/ 925125 h 1375777"/>
                <a:gd name="connsiteX1" fmla="*/ 572252 w 1128437"/>
                <a:gd name="connsiteY1" fmla="*/ 962493 h 1375777"/>
                <a:gd name="connsiteX2" fmla="*/ 523965 w 1128437"/>
                <a:gd name="connsiteY2" fmla="*/ 1005771 h 1375777"/>
                <a:gd name="connsiteX3" fmla="*/ 518220 w 1128437"/>
                <a:gd name="connsiteY3" fmla="*/ 1048897 h 1375777"/>
                <a:gd name="connsiteX4" fmla="*/ 574730 w 1128437"/>
                <a:gd name="connsiteY4" fmla="*/ 1106398 h 1375777"/>
                <a:gd name="connsiteX5" fmla="*/ 575518 w 1128437"/>
                <a:gd name="connsiteY5" fmla="*/ 1212922 h 1375777"/>
                <a:gd name="connsiteX6" fmla="*/ 547200 w 1128437"/>
                <a:gd name="connsiteY6" fmla="*/ 1223776 h 1375777"/>
                <a:gd name="connsiteX7" fmla="*/ 499041 w 1128437"/>
                <a:gd name="connsiteY7" fmla="*/ 1262339 h 1375777"/>
                <a:gd name="connsiteX8" fmla="*/ 447361 w 1128437"/>
                <a:gd name="connsiteY8" fmla="*/ 1223128 h 1375777"/>
                <a:gd name="connsiteX9" fmla="*/ 397499 w 1128437"/>
                <a:gd name="connsiteY9" fmla="*/ 1239067 h 1375777"/>
                <a:gd name="connsiteX10" fmla="*/ 360576 w 1128437"/>
                <a:gd name="connsiteY10" fmla="*/ 1206008 h 1375777"/>
                <a:gd name="connsiteX11" fmla="*/ 283577 w 1128437"/>
                <a:gd name="connsiteY11" fmla="*/ 1192535 h 1375777"/>
                <a:gd name="connsiteX12" fmla="*/ 252908 w 1128437"/>
                <a:gd name="connsiteY12" fmla="*/ 1226522 h 1375777"/>
                <a:gd name="connsiteX13" fmla="*/ 243388 w 1128437"/>
                <a:gd name="connsiteY13" fmla="*/ 1299847 h 1375777"/>
                <a:gd name="connsiteX14" fmla="*/ 251217 w 1128437"/>
                <a:gd name="connsiteY14" fmla="*/ 1340888 h 1375777"/>
                <a:gd name="connsiteX15" fmla="*/ 180358 w 1128437"/>
                <a:gd name="connsiteY15" fmla="*/ 1357094 h 1375777"/>
                <a:gd name="connsiteX16" fmla="*/ 165614 w 1128437"/>
                <a:gd name="connsiteY16" fmla="*/ 1375778 h 1375777"/>
                <a:gd name="connsiteX17" fmla="*/ 57425 w 1128437"/>
                <a:gd name="connsiteY17" fmla="*/ 1318010 h 1375777"/>
                <a:gd name="connsiteX18" fmla="*/ 16714 w 1128437"/>
                <a:gd name="connsiteY18" fmla="*/ 1203377 h 1375777"/>
                <a:gd name="connsiteX19" fmla="*/ 48286 w 1128437"/>
                <a:gd name="connsiteY19" fmla="*/ 1080266 h 1375777"/>
                <a:gd name="connsiteX20" fmla="*/ 52341 w 1128437"/>
                <a:gd name="connsiteY20" fmla="*/ 1013601 h 1375777"/>
                <a:gd name="connsiteX21" fmla="*/ 31064 w 1128437"/>
                <a:gd name="connsiteY21" fmla="*/ 997014 h 1375777"/>
                <a:gd name="connsiteX22" fmla="*/ 0 w 1128437"/>
                <a:gd name="connsiteY22" fmla="*/ 939373 h 1375777"/>
                <a:gd name="connsiteX23" fmla="*/ 394 w 1128437"/>
                <a:gd name="connsiteY23" fmla="*/ 884732 h 1375777"/>
                <a:gd name="connsiteX24" fmla="*/ 57819 w 1128437"/>
                <a:gd name="connsiteY24" fmla="*/ 904852 h 1375777"/>
                <a:gd name="connsiteX25" fmla="*/ 106626 w 1128437"/>
                <a:gd name="connsiteY25" fmla="*/ 896768 h 1375777"/>
                <a:gd name="connsiteX26" fmla="*/ 109626 w 1128437"/>
                <a:gd name="connsiteY26" fmla="*/ 830370 h 1375777"/>
                <a:gd name="connsiteX27" fmla="*/ 77914 w 1128437"/>
                <a:gd name="connsiteY27" fmla="*/ 706980 h 1375777"/>
                <a:gd name="connsiteX28" fmla="*/ 96305 w 1128437"/>
                <a:gd name="connsiteY28" fmla="*/ 673654 h 1375777"/>
                <a:gd name="connsiteX29" fmla="*/ 184273 w 1128437"/>
                <a:gd name="connsiteY29" fmla="*/ 645284 h 1375777"/>
                <a:gd name="connsiteX30" fmla="*/ 168347 w 1128437"/>
                <a:gd name="connsiteY30" fmla="*/ 592753 h 1375777"/>
                <a:gd name="connsiteX31" fmla="*/ 162348 w 1128437"/>
                <a:gd name="connsiteY31" fmla="*/ 568044 h 1375777"/>
                <a:gd name="connsiteX32" fmla="*/ 171219 w 1128437"/>
                <a:gd name="connsiteY32" fmla="*/ 467913 h 1375777"/>
                <a:gd name="connsiteX33" fmla="*/ 213112 w 1128437"/>
                <a:gd name="connsiteY33" fmla="*/ 427406 h 1375777"/>
                <a:gd name="connsiteX34" fmla="*/ 194059 w 1128437"/>
                <a:gd name="connsiteY34" fmla="*/ 402964 h 1375777"/>
                <a:gd name="connsiteX35" fmla="*/ 138846 w 1128437"/>
                <a:gd name="connsiteY35" fmla="*/ 400473 h 1375777"/>
                <a:gd name="connsiteX36" fmla="*/ 130636 w 1128437"/>
                <a:gd name="connsiteY36" fmla="*/ 336045 h 1375777"/>
                <a:gd name="connsiteX37" fmla="*/ 154658 w 1128437"/>
                <a:gd name="connsiteY37" fmla="*/ 317615 h 1375777"/>
                <a:gd name="connsiteX38" fmla="*/ 143943 w 1128437"/>
                <a:gd name="connsiteY38" fmla="*/ 285331 h 1375777"/>
                <a:gd name="connsiteX39" fmla="*/ 112117 w 1128437"/>
                <a:gd name="connsiteY39" fmla="*/ 271210 h 1375777"/>
                <a:gd name="connsiteX40" fmla="*/ 123708 w 1128437"/>
                <a:gd name="connsiteY40" fmla="*/ 248345 h 1375777"/>
                <a:gd name="connsiteX41" fmla="*/ 151518 w 1128437"/>
                <a:gd name="connsiteY41" fmla="*/ 221679 h 1375777"/>
                <a:gd name="connsiteX42" fmla="*/ 177612 w 1128437"/>
                <a:gd name="connsiteY42" fmla="*/ 210036 h 1375777"/>
                <a:gd name="connsiteX43" fmla="*/ 209846 w 1128437"/>
                <a:gd name="connsiteY43" fmla="*/ 213048 h 1375777"/>
                <a:gd name="connsiteX44" fmla="*/ 285408 w 1128437"/>
                <a:gd name="connsiteY44" fmla="*/ 180625 h 1375777"/>
                <a:gd name="connsiteX45" fmla="*/ 284111 w 1128437"/>
                <a:gd name="connsiteY45" fmla="*/ 146396 h 1375777"/>
                <a:gd name="connsiteX46" fmla="*/ 311502 w 1128437"/>
                <a:gd name="connsiteY46" fmla="*/ 134245 h 1375777"/>
                <a:gd name="connsiteX47" fmla="*/ 309163 w 1128437"/>
                <a:gd name="connsiteY47" fmla="*/ 108609 h 1375777"/>
                <a:gd name="connsiteX48" fmla="*/ 306024 w 1128437"/>
                <a:gd name="connsiteY48" fmla="*/ 75016 h 1375777"/>
                <a:gd name="connsiteX49" fmla="*/ 344802 w 1128437"/>
                <a:gd name="connsiteY49" fmla="*/ 25878 h 1375777"/>
                <a:gd name="connsiteX50" fmla="*/ 344523 w 1128437"/>
                <a:gd name="connsiteY50" fmla="*/ 12939 h 1375777"/>
                <a:gd name="connsiteX51" fmla="*/ 366448 w 1128437"/>
                <a:gd name="connsiteY51" fmla="*/ 1182 h 1375777"/>
                <a:gd name="connsiteX52" fmla="*/ 378840 w 1128437"/>
                <a:gd name="connsiteY52" fmla="*/ 0 h 1375777"/>
                <a:gd name="connsiteX53" fmla="*/ 388640 w 1128437"/>
                <a:gd name="connsiteY53" fmla="*/ 5224 h 1375777"/>
                <a:gd name="connsiteX54" fmla="*/ 390470 w 1128437"/>
                <a:gd name="connsiteY54" fmla="*/ 14769 h 1375777"/>
                <a:gd name="connsiteX55" fmla="*/ 380810 w 1128437"/>
                <a:gd name="connsiteY55" fmla="*/ 38042 h 1375777"/>
                <a:gd name="connsiteX56" fmla="*/ 386937 w 1128437"/>
                <a:gd name="connsiteY56" fmla="*/ 62865 h 1375777"/>
                <a:gd name="connsiteX57" fmla="*/ 385373 w 1128437"/>
                <a:gd name="connsiteY57" fmla="*/ 77520 h 1375777"/>
                <a:gd name="connsiteX58" fmla="*/ 375460 w 1128437"/>
                <a:gd name="connsiteY58" fmla="*/ 97894 h 1375777"/>
                <a:gd name="connsiteX59" fmla="*/ 367630 w 1128437"/>
                <a:gd name="connsiteY59" fmla="*/ 132529 h 1375777"/>
                <a:gd name="connsiteX60" fmla="*/ 358224 w 1128437"/>
                <a:gd name="connsiteY60" fmla="*/ 169389 h 1375777"/>
                <a:gd name="connsiteX61" fmla="*/ 377150 w 1128437"/>
                <a:gd name="connsiteY61" fmla="*/ 192521 h 1375777"/>
                <a:gd name="connsiteX62" fmla="*/ 392809 w 1128437"/>
                <a:gd name="connsiteY62" fmla="*/ 204037 h 1375777"/>
                <a:gd name="connsiteX63" fmla="*/ 391373 w 1128437"/>
                <a:gd name="connsiteY63" fmla="*/ 210303 h 1375777"/>
                <a:gd name="connsiteX64" fmla="*/ 385246 w 1128437"/>
                <a:gd name="connsiteY64" fmla="*/ 233321 h 1375777"/>
                <a:gd name="connsiteX65" fmla="*/ 388640 w 1128437"/>
                <a:gd name="connsiteY65" fmla="*/ 275379 h 1375777"/>
                <a:gd name="connsiteX66" fmla="*/ 401439 w 1128437"/>
                <a:gd name="connsiteY66" fmla="*/ 293568 h 1375777"/>
                <a:gd name="connsiteX67" fmla="*/ 411340 w 1128437"/>
                <a:gd name="connsiteY67" fmla="*/ 294216 h 1375777"/>
                <a:gd name="connsiteX68" fmla="*/ 411849 w 1128437"/>
                <a:gd name="connsiteY68" fmla="*/ 282586 h 1375777"/>
                <a:gd name="connsiteX69" fmla="*/ 426618 w 1128437"/>
                <a:gd name="connsiteY69" fmla="*/ 265847 h 1375777"/>
                <a:gd name="connsiteX70" fmla="*/ 449840 w 1128437"/>
                <a:gd name="connsiteY70" fmla="*/ 253175 h 1375777"/>
                <a:gd name="connsiteX71" fmla="*/ 449052 w 1128437"/>
                <a:gd name="connsiteY71" fmla="*/ 237757 h 1375777"/>
                <a:gd name="connsiteX72" fmla="*/ 443180 w 1128437"/>
                <a:gd name="connsiteY72" fmla="*/ 229508 h 1375777"/>
                <a:gd name="connsiteX73" fmla="*/ 446700 w 1128437"/>
                <a:gd name="connsiteY73" fmla="*/ 215794 h 1375777"/>
                <a:gd name="connsiteX74" fmla="*/ 443180 w 1128437"/>
                <a:gd name="connsiteY74" fmla="*/ 204545 h 1375777"/>
                <a:gd name="connsiteX75" fmla="*/ 424902 w 1128437"/>
                <a:gd name="connsiteY75" fmla="*/ 186382 h 1375777"/>
                <a:gd name="connsiteX76" fmla="*/ 419564 w 1128437"/>
                <a:gd name="connsiteY76" fmla="*/ 170965 h 1375777"/>
                <a:gd name="connsiteX77" fmla="*/ 439265 w 1128437"/>
                <a:gd name="connsiteY77" fmla="*/ 121420 h 1375777"/>
                <a:gd name="connsiteX78" fmla="*/ 438489 w 1128437"/>
                <a:gd name="connsiteY78" fmla="*/ 105609 h 1375777"/>
                <a:gd name="connsiteX79" fmla="*/ 473061 w 1128437"/>
                <a:gd name="connsiteY79" fmla="*/ 112663 h 1375777"/>
                <a:gd name="connsiteX80" fmla="*/ 569112 w 1128437"/>
                <a:gd name="connsiteY80" fmla="*/ 132148 h 1375777"/>
                <a:gd name="connsiteX81" fmla="*/ 577857 w 1128437"/>
                <a:gd name="connsiteY81" fmla="*/ 144299 h 1375777"/>
                <a:gd name="connsiteX82" fmla="*/ 621974 w 1128437"/>
                <a:gd name="connsiteY82" fmla="*/ 212006 h 1375777"/>
                <a:gd name="connsiteX83" fmla="*/ 662685 w 1128437"/>
                <a:gd name="connsiteY83" fmla="*/ 175935 h 1375777"/>
                <a:gd name="connsiteX84" fmla="*/ 747258 w 1128437"/>
                <a:gd name="connsiteY84" fmla="*/ 132923 h 1375777"/>
                <a:gd name="connsiteX85" fmla="*/ 790715 w 1128437"/>
                <a:gd name="connsiteY85" fmla="*/ 164038 h 1375777"/>
                <a:gd name="connsiteX86" fmla="*/ 828413 w 1128437"/>
                <a:gd name="connsiteY86" fmla="*/ 131754 h 1375777"/>
                <a:gd name="connsiteX87" fmla="*/ 861574 w 1128437"/>
                <a:gd name="connsiteY87" fmla="*/ 148226 h 1375777"/>
                <a:gd name="connsiteX88" fmla="*/ 863785 w 1128437"/>
                <a:gd name="connsiteY88" fmla="*/ 187704 h 1375777"/>
                <a:gd name="connsiteX89" fmla="*/ 907496 w 1128437"/>
                <a:gd name="connsiteY89" fmla="*/ 215794 h 1375777"/>
                <a:gd name="connsiteX90" fmla="*/ 905945 w 1128437"/>
                <a:gd name="connsiteY90" fmla="*/ 279574 h 1375777"/>
                <a:gd name="connsiteX91" fmla="*/ 911283 w 1128437"/>
                <a:gd name="connsiteY91" fmla="*/ 294610 h 1375777"/>
                <a:gd name="connsiteX92" fmla="*/ 984113 w 1128437"/>
                <a:gd name="connsiteY92" fmla="*/ 242714 h 1375777"/>
                <a:gd name="connsiteX93" fmla="*/ 1083799 w 1128437"/>
                <a:gd name="connsiteY93" fmla="*/ 191225 h 1375777"/>
                <a:gd name="connsiteX94" fmla="*/ 1108991 w 1128437"/>
                <a:gd name="connsiteY94" fmla="*/ 228733 h 1375777"/>
                <a:gd name="connsiteX95" fmla="*/ 1121777 w 1128437"/>
                <a:gd name="connsiteY95" fmla="*/ 247569 h 1375777"/>
                <a:gd name="connsiteX96" fmla="*/ 1122171 w 1128437"/>
                <a:gd name="connsiteY96" fmla="*/ 253175 h 1375777"/>
                <a:gd name="connsiteX97" fmla="*/ 1128438 w 1128437"/>
                <a:gd name="connsiteY97" fmla="*/ 323106 h 1375777"/>
                <a:gd name="connsiteX98" fmla="*/ 957104 w 1128437"/>
                <a:gd name="connsiteY98" fmla="*/ 425703 h 1375777"/>
                <a:gd name="connsiteX99" fmla="*/ 978622 w 1128437"/>
                <a:gd name="connsiteY99" fmla="*/ 463350 h 1375777"/>
                <a:gd name="connsiteX100" fmla="*/ 971708 w 1128437"/>
                <a:gd name="connsiteY100" fmla="*/ 507925 h 1375777"/>
                <a:gd name="connsiteX101" fmla="*/ 909212 w 1128437"/>
                <a:gd name="connsiteY101" fmla="*/ 565159 h 1375777"/>
                <a:gd name="connsiteX102" fmla="*/ 873051 w 1128437"/>
                <a:gd name="connsiteY102" fmla="*/ 571959 h 1375777"/>
                <a:gd name="connsiteX103" fmla="*/ 869924 w 1128437"/>
                <a:gd name="connsiteY103" fmla="*/ 594177 h 1375777"/>
                <a:gd name="connsiteX104" fmla="*/ 884414 w 1128437"/>
                <a:gd name="connsiteY104" fmla="*/ 648551 h 1375777"/>
                <a:gd name="connsiteX105" fmla="*/ 854914 w 1128437"/>
                <a:gd name="connsiteY105" fmla="*/ 659914 h 1375777"/>
                <a:gd name="connsiteX106" fmla="*/ 843818 w 1128437"/>
                <a:gd name="connsiteY106" fmla="*/ 740052 h 1375777"/>
                <a:gd name="connsiteX107" fmla="*/ 780928 w 1128437"/>
                <a:gd name="connsiteY107" fmla="*/ 767887 h 1375777"/>
                <a:gd name="connsiteX108" fmla="*/ 751300 w 1128437"/>
                <a:gd name="connsiteY108" fmla="*/ 715203 h 1375777"/>
                <a:gd name="connsiteX109" fmla="*/ 710055 w 1128437"/>
                <a:gd name="connsiteY109" fmla="*/ 746712 h 1375777"/>
                <a:gd name="connsiteX110" fmla="*/ 701578 w 1128437"/>
                <a:gd name="connsiteY110" fmla="*/ 807492 h 1375777"/>
                <a:gd name="connsiteX111" fmla="*/ 632663 w 1128437"/>
                <a:gd name="connsiteY111" fmla="*/ 857811 h 1375777"/>
                <a:gd name="connsiteX112" fmla="*/ 598867 w 1128437"/>
                <a:gd name="connsiteY112" fmla="*/ 849969 h 1375777"/>
                <a:gd name="connsiteX113" fmla="*/ 558410 w 1128437"/>
                <a:gd name="connsiteY113" fmla="*/ 879635 h 1375777"/>
                <a:gd name="connsiteX114" fmla="*/ 561422 w 1128437"/>
                <a:gd name="connsiteY114" fmla="*/ 925125 h 1375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1128437" h="1375777">
                  <a:moveTo>
                    <a:pt x="561422" y="925125"/>
                  </a:moveTo>
                  <a:lnTo>
                    <a:pt x="572252" y="962493"/>
                  </a:lnTo>
                  <a:lnTo>
                    <a:pt x="523965" y="1005771"/>
                  </a:lnTo>
                  <a:lnTo>
                    <a:pt x="518220" y="1048897"/>
                  </a:lnTo>
                  <a:lnTo>
                    <a:pt x="574730" y="1106398"/>
                  </a:lnTo>
                  <a:lnTo>
                    <a:pt x="575518" y="1212922"/>
                  </a:lnTo>
                  <a:lnTo>
                    <a:pt x="547200" y="1223776"/>
                  </a:lnTo>
                  <a:lnTo>
                    <a:pt x="499041" y="1262339"/>
                  </a:lnTo>
                  <a:lnTo>
                    <a:pt x="447361" y="1223128"/>
                  </a:lnTo>
                  <a:lnTo>
                    <a:pt x="397499" y="1239067"/>
                  </a:lnTo>
                  <a:lnTo>
                    <a:pt x="360576" y="1206008"/>
                  </a:lnTo>
                  <a:lnTo>
                    <a:pt x="283577" y="1192535"/>
                  </a:lnTo>
                  <a:lnTo>
                    <a:pt x="252908" y="1226522"/>
                  </a:lnTo>
                  <a:lnTo>
                    <a:pt x="243388" y="1299847"/>
                  </a:lnTo>
                  <a:lnTo>
                    <a:pt x="251217" y="1340888"/>
                  </a:lnTo>
                  <a:lnTo>
                    <a:pt x="180358" y="1357094"/>
                  </a:lnTo>
                  <a:lnTo>
                    <a:pt x="165614" y="1375778"/>
                  </a:lnTo>
                  <a:lnTo>
                    <a:pt x="57425" y="1318010"/>
                  </a:lnTo>
                  <a:lnTo>
                    <a:pt x="16714" y="1203377"/>
                  </a:lnTo>
                  <a:lnTo>
                    <a:pt x="48286" y="1080266"/>
                  </a:lnTo>
                  <a:lnTo>
                    <a:pt x="52341" y="1013601"/>
                  </a:lnTo>
                  <a:lnTo>
                    <a:pt x="31064" y="997014"/>
                  </a:lnTo>
                  <a:lnTo>
                    <a:pt x="0" y="939373"/>
                  </a:lnTo>
                  <a:lnTo>
                    <a:pt x="394" y="884732"/>
                  </a:lnTo>
                  <a:lnTo>
                    <a:pt x="57819" y="904852"/>
                  </a:lnTo>
                  <a:lnTo>
                    <a:pt x="106626" y="896768"/>
                  </a:lnTo>
                  <a:lnTo>
                    <a:pt x="109626" y="830370"/>
                  </a:lnTo>
                  <a:lnTo>
                    <a:pt x="77914" y="706980"/>
                  </a:lnTo>
                  <a:lnTo>
                    <a:pt x="96305" y="673654"/>
                  </a:lnTo>
                  <a:lnTo>
                    <a:pt x="184273" y="645284"/>
                  </a:lnTo>
                  <a:lnTo>
                    <a:pt x="168347" y="592753"/>
                  </a:lnTo>
                  <a:lnTo>
                    <a:pt x="162348" y="568044"/>
                  </a:lnTo>
                  <a:lnTo>
                    <a:pt x="171219" y="467913"/>
                  </a:lnTo>
                  <a:lnTo>
                    <a:pt x="213112" y="427406"/>
                  </a:lnTo>
                  <a:lnTo>
                    <a:pt x="194059" y="402964"/>
                  </a:lnTo>
                  <a:lnTo>
                    <a:pt x="138846" y="400473"/>
                  </a:lnTo>
                  <a:lnTo>
                    <a:pt x="130636" y="336045"/>
                  </a:lnTo>
                  <a:lnTo>
                    <a:pt x="154658" y="317615"/>
                  </a:lnTo>
                  <a:lnTo>
                    <a:pt x="143943" y="285331"/>
                  </a:lnTo>
                  <a:lnTo>
                    <a:pt x="112117" y="271210"/>
                  </a:lnTo>
                  <a:lnTo>
                    <a:pt x="123708" y="248345"/>
                  </a:lnTo>
                  <a:lnTo>
                    <a:pt x="151518" y="221679"/>
                  </a:lnTo>
                  <a:lnTo>
                    <a:pt x="177612" y="210036"/>
                  </a:lnTo>
                  <a:lnTo>
                    <a:pt x="209846" y="213048"/>
                  </a:lnTo>
                  <a:lnTo>
                    <a:pt x="285408" y="180625"/>
                  </a:lnTo>
                  <a:lnTo>
                    <a:pt x="284111" y="146396"/>
                  </a:lnTo>
                  <a:lnTo>
                    <a:pt x="311502" y="134245"/>
                  </a:lnTo>
                  <a:lnTo>
                    <a:pt x="309163" y="108609"/>
                  </a:lnTo>
                  <a:lnTo>
                    <a:pt x="306024" y="75016"/>
                  </a:lnTo>
                  <a:lnTo>
                    <a:pt x="344802" y="25878"/>
                  </a:lnTo>
                  <a:lnTo>
                    <a:pt x="344523" y="12939"/>
                  </a:lnTo>
                  <a:lnTo>
                    <a:pt x="366448" y="1182"/>
                  </a:lnTo>
                  <a:lnTo>
                    <a:pt x="378840" y="0"/>
                  </a:lnTo>
                  <a:lnTo>
                    <a:pt x="388640" y="5224"/>
                  </a:lnTo>
                  <a:lnTo>
                    <a:pt x="390470" y="14769"/>
                  </a:lnTo>
                  <a:lnTo>
                    <a:pt x="380810" y="38042"/>
                  </a:lnTo>
                  <a:lnTo>
                    <a:pt x="386937" y="62865"/>
                  </a:lnTo>
                  <a:lnTo>
                    <a:pt x="385373" y="77520"/>
                  </a:lnTo>
                  <a:lnTo>
                    <a:pt x="375460" y="97894"/>
                  </a:lnTo>
                  <a:lnTo>
                    <a:pt x="367630" y="132529"/>
                  </a:lnTo>
                  <a:lnTo>
                    <a:pt x="358224" y="169389"/>
                  </a:lnTo>
                  <a:lnTo>
                    <a:pt x="377150" y="192521"/>
                  </a:lnTo>
                  <a:lnTo>
                    <a:pt x="392809" y="204037"/>
                  </a:lnTo>
                  <a:lnTo>
                    <a:pt x="391373" y="210303"/>
                  </a:lnTo>
                  <a:lnTo>
                    <a:pt x="385246" y="233321"/>
                  </a:lnTo>
                  <a:lnTo>
                    <a:pt x="388640" y="275379"/>
                  </a:lnTo>
                  <a:lnTo>
                    <a:pt x="401439" y="293568"/>
                  </a:lnTo>
                  <a:lnTo>
                    <a:pt x="411340" y="294216"/>
                  </a:lnTo>
                  <a:lnTo>
                    <a:pt x="411849" y="282586"/>
                  </a:lnTo>
                  <a:lnTo>
                    <a:pt x="426618" y="265847"/>
                  </a:lnTo>
                  <a:lnTo>
                    <a:pt x="449840" y="253175"/>
                  </a:lnTo>
                  <a:lnTo>
                    <a:pt x="449052" y="237757"/>
                  </a:lnTo>
                  <a:lnTo>
                    <a:pt x="443180" y="229508"/>
                  </a:lnTo>
                  <a:lnTo>
                    <a:pt x="446700" y="215794"/>
                  </a:lnTo>
                  <a:lnTo>
                    <a:pt x="443180" y="204545"/>
                  </a:lnTo>
                  <a:lnTo>
                    <a:pt x="424902" y="186382"/>
                  </a:lnTo>
                  <a:lnTo>
                    <a:pt x="419564" y="170965"/>
                  </a:lnTo>
                  <a:lnTo>
                    <a:pt x="439265" y="121420"/>
                  </a:lnTo>
                  <a:lnTo>
                    <a:pt x="438489" y="105609"/>
                  </a:lnTo>
                  <a:lnTo>
                    <a:pt x="473061" y="112663"/>
                  </a:lnTo>
                  <a:lnTo>
                    <a:pt x="569112" y="132148"/>
                  </a:lnTo>
                  <a:lnTo>
                    <a:pt x="577857" y="144299"/>
                  </a:lnTo>
                  <a:lnTo>
                    <a:pt x="621974" y="212006"/>
                  </a:lnTo>
                  <a:lnTo>
                    <a:pt x="662685" y="175935"/>
                  </a:lnTo>
                  <a:lnTo>
                    <a:pt x="747258" y="132923"/>
                  </a:lnTo>
                  <a:lnTo>
                    <a:pt x="790715" y="164038"/>
                  </a:lnTo>
                  <a:lnTo>
                    <a:pt x="828413" y="131754"/>
                  </a:lnTo>
                  <a:lnTo>
                    <a:pt x="861574" y="148226"/>
                  </a:lnTo>
                  <a:lnTo>
                    <a:pt x="863785" y="187704"/>
                  </a:lnTo>
                  <a:lnTo>
                    <a:pt x="907496" y="215794"/>
                  </a:lnTo>
                  <a:lnTo>
                    <a:pt x="905945" y="279574"/>
                  </a:lnTo>
                  <a:lnTo>
                    <a:pt x="911283" y="294610"/>
                  </a:lnTo>
                  <a:lnTo>
                    <a:pt x="984113" y="242714"/>
                  </a:lnTo>
                  <a:lnTo>
                    <a:pt x="1083799" y="191225"/>
                  </a:lnTo>
                  <a:lnTo>
                    <a:pt x="1108991" y="228733"/>
                  </a:lnTo>
                  <a:lnTo>
                    <a:pt x="1121777" y="247569"/>
                  </a:lnTo>
                  <a:lnTo>
                    <a:pt x="1122171" y="253175"/>
                  </a:lnTo>
                  <a:lnTo>
                    <a:pt x="1128438" y="323106"/>
                  </a:lnTo>
                  <a:lnTo>
                    <a:pt x="957104" y="425703"/>
                  </a:lnTo>
                  <a:lnTo>
                    <a:pt x="978622" y="463350"/>
                  </a:lnTo>
                  <a:lnTo>
                    <a:pt x="971708" y="507925"/>
                  </a:lnTo>
                  <a:lnTo>
                    <a:pt x="909212" y="565159"/>
                  </a:lnTo>
                  <a:lnTo>
                    <a:pt x="873051" y="571959"/>
                  </a:lnTo>
                  <a:lnTo>
                    <a:pt x="869924" y="594177"/>
                  </a:lnTo>
                  <a:lnTo>
                    <a:pt x="884414" y="648551"/>
                  </a:lnTo>
                  <a:lnTo>
                    <a:pt x="854914" y="659914"/>
                  </a:lnTo>
                  <a:lnTo>
                    <a:pt x="843818" y="740052"/>
                  </a:lnTo>
                  <a:lnTo>
                    <a:pt x="780928" y="767887"/>
                  </a:lnTo>
                  <a:lnTo>
                    <a:pt x="751300" y="715203"/>
                  </a:lnTo>
                  <a:lnTo>
                    <a:pt x="710055" y="746712"/>
                  </a:lnTo>
                  <a:lnTo>
                    <a:pt x="701578" y="807492"/>
                  </a:lnTo>
                  <a:lnTo>
                    <a:pt x="632663" y="857811"/>
                  </a:lnTo>
                  <a:lnTo>
                    <a:pt x="598867" y="849969"/>
                  </a:lnTo>
                  <a:lnTo>
                    <a:pt x="558410" y="879635"/>
                  </a:lnTo>
                  <a:lnTo>
                    <a:pt x="561422" y="925125"/>
                  </a:lnTo>
                  <a:close/>
                </a:path>
              </a:pathLst>
            </a:custGeom>
            <a:solidFill>
              <a:srgbClr val="FFFFFF"/>
            </a:solidFill>
            <a:ln w="12700" cap="flat">
              <a:noFill/>
              <a:prstDash val="solid"/>
              <a:miter/>
            </a:ln>
          </p:spPr>
          <p:txBody>
            <a:bodyPr rtlCol="0" anchor="ctr"/>
            <a:lstStyle/>
            <a:p>
              <a:endParaRPr lang="de-CH"/>
            </a:p>
          </p:txBody>
        </p:sp>
        <p:sp>
          <p:nvSpPr>
            <p:cNvPr id="89" name="Freihandform: Form 88">
              <a:extLst>
                <a:ext uri="{FF2B5EF4-FFF2-40B4-BE49-F238E27FC236}">
                  <a16:creationId xmlns:a16="http://schemas.microsoft.com/office/drawing/2014/main" id="{AE9CC5B9-ADF4-6FBB-CB4C-D5E4540A58D0}"/>
                </a:ext>
              </a:extLst>
            </p:cNvPr>
            <p:cNvSpPr/>
            <p:nvPr/>
          </p:nvSpPr>
          <p:spPr>
            <a:xfrm>
              <a:off x="6497701" y="2930443"/>
              <a:ext cx="1128437" cy="1375777"/>
            </a:xfrm>
            <a:custGeom>
              <a:avLst/>
              <a:gdLst>
                <a:gd name="connsiteX0" fmla="*/ 561422 w 1128437"/>
                <a:gd name="connsiteY0" fmla="*/ 925125 h 1375777"/>
                <a:gd name="connsiteX1" fmla="*/ 572252 w 1128437"/>
                <a:gd name="connsiteY1" fmla="*/ 962493 h 1375777"/>
                <a:gd name="connsiteX2" fmla="*/ 523965 w 1128437"/>
                <a:gd name="connsiteY2" fmla="*/ 1005771 h 1375777"/>
                <a:gd name="connsiteX3" fmla="*/ 518220 w 1128437"/>
                <a:gd name="connsiteY3" fmla="*/ 1048897 h 1375777"/>
                <a:gd name="connsiteX4" fmla="*/ 574730 w 1128437"/>
                <a:gd name="connsiteY4" fmla="*/ 1106398 h 1375777"/>
                <a:gd name="connsiteX5" fmla="*/ 575518 w 1128437"/>
                <a:gd name="connsiteY5" fmla="*/ 1212922 h 1375777"/>
                <a:gd name="connsiteX6" fmla="*/ 547200 w 1128437"/>
                <a:gd name="connsiteY6" fmla="*/ 1223776 h 1375777"/>
                <a:gd name="connsiteX7" fmla="*/ 499041 w 1128437"/>
                <a:gd name="connsiteY7" fmla="*/ 1262339 h 1375777"/>
                <a:gd name="connsiteX8" fmla="*/ 447361 w 1128437"/>
                <a:gd name="connsiteY8" fmla="*/ 1223128 h 1375777"/>
                <a:gd name="connsiteX9" fmla="*/ 397499 w 1128437"/>
                <a:gd name="connsiteY9" fmla="*/ 1239067 h 1375777"/>
                <a:gd name="connsiteX10" fmla="*/ 360576 w 1128437"/>
                <a:gd name="connsiteY10" fmla="*/ 1206008 h 1375777"/>
                <a:gd name="connsiteX11" fmla="*/ 283577 w 1128437"/>
                <a:gd name="connsiteY11" fmla="*/ 1192535 h 1375777"/>
                <a:gd name="connsiteX12" fmla="*/ 252908 w 1128437"/>
                <a:gd name="connsiteY12" fmla="*/ 1226522 h 1375777"/>
                <a:gd name="connsiteX13" fmla="*/ 243388 w 1128437"/>
                <a:gd name="connsiteY13" fmla="*/ 1299847 h 1375777"/>
                <a:gd name="connsiteX14" fmla="*/ 251217 w 1128437"/>
                <a:gd name="connsiteY14" fmla="*/ 1340888 h 1375777"/>
                <a:gd name="connsiteX15" fmla="*/ 180358 w 1128437"/>
                <a:gd name="connsiteY15" fmla="*/ 1357094 h 1375777"/>
                <a:gd name="connsiteX16" fmla="*/ 165614 w 1128437"/>
                <a:gd name="connsiteY16" fmla="*/ 1375778 h 1375777"/>
                <a:gd name="connsiteX17" fmla="*/ 57425 w 1128437"/>
                <a:gd name="connsiteY17" fmla="*/ 1318010 h 1375777"/>
                <a:gd name="connsiteX18" fmla="*/ 16714 w 1128437"/>
                <a:gd name="connsiteY18" fmla="*/ 1203377 h 1375777"/>
                <a:gd name="connsiteX19" fmla="*/ 48286 w 1128437"/>
                <a:gd name="connsiteY19" fmla="*/ 1080266 h 1375777"/>
                <a:gd name="connsiteX20" fmla="*/ 52341 w 1128437"/>
                <a:gd name="connsiteY20" fmla="*/ 1013601 h 1375777"/>
                <a:gd name="connsiteX21" fmla="*/ 31064 w 1128437"/>
                <a:gd name="connsiteY21" fmla="*/ 997014 h 1375777"/>
                <a:gd name="connsiteX22" fmla="*/ 0 w 1128437"/>
                <a:gd name="connsiteY22" fmla="*/ 939373 h 1375777"/>
                <a:gd name="connsiteX23" fmla="*/ 394 w 1128437"/>
                <a:gd name="connsiteY23" fmla="*/ 884732 h 1375777"/>
                <a:gd name="connsiteX24" fmla="*/ 57819 w 1128437"/>
                <a:gd name="connsiteY24" fmla="*/ 904852 h 1375777"/>
                <a:gd name="connsiteX25" fmla="*/ 106626 w 1128437"/>
                <a:gd name="connsiteY25" fmla="*/ 896768 h 1375777"/>
                <a:gd name="connsiteX26" fmla="*/ 109626 w 1128437"/>
                <a:gd name="connsiteY26" fmla="*/ 830370 h 1375777"/>
                <a:gd name="connsiteX27" fmla="*/ 77914 w 1128437"/>
                <a:gd name="connsiteY27" fmla="*/ 706980 h 1375777"/>
                <a:gd name="connsiteX28" fmla="*/ 96305 w 1128437"/>
                <a:gd name="connsiteY28" fmla="*/ 673654 h 1375777"/>
                <a:gd name="connsiteX29" fmla="*/ 184273 w 1128437"/>
                <a:gd name="connsiteY29" fmla="*/ 645284 h 1375777"/>
                <a:gd name="connsiteX30" fmla="*/ 168347 w 1128437"/>
                <a:gd name="connsiteY30" fmla="*/ 592753 h 1375777"/>
                <a:gd name="connsiteX31" fmla="*/ 162348 w 1128437"/>
                <a:gd name="connsiteY31" fmla="*/ 568044 h 1375777"/>
                <a:gd name="connsiteX32" fmla="*/ 171219 w 1128437"/>
                <a:gd name="connsiteY32" fmla="*/ 467913 h 1375777"/>
                <a:gd name="connsiteX33" fmla="*/ 213112 w 1128437"/>
                <a:gd name="connsiteY33" fmla="*/ 427406 h 1375777"/>
                <a:gd name="connsiteX34" fmla="*/ 194059 w 1128437"/>
                <a:gd name="connsiteY34" fmla="*/ 402964 h 1375777"/>
                <a:gd name="connsiteX35" fmla="*/ 138846 w 1128437"/>
                <a:gd name="connsiteY35" fmla="*/ 400473 h 1375777"/>
                <a:gd name="connsiteX36" fmla="*/ 130636 w 1128437"/>
                <a:gd name="connsiteY36" fmla="*/ 336045 h 1375777"/>
                <a:gd name="connsiteX37" fmla="*/ 154658 w 1128437"/>
                <a:gd name="connsiteY37" fmla="*/ 317615 h 1375777"/>
                <a:gd name="connsiteX38" fmla="*/ 143943 w 1128437"/>
                <a:gd name="connsiteY38" fmla="*/ 285331 h 1375777"/>
                <a:gd name="connsiteX39" fmla="*/ 112117 w 1128437"/>
                <a:gd name="connsiteY39" fmla="*/ 271210 h 1375777"/>
                <a:gd name="connsiteX40" fmla="*/ 123708 w 1128437"/>
                <a:gd name="connsiteY40" fmla="*/ 248345 h 1375777"/>
                <a:gd name="connsiteX41" fmla="*/ 151518 w 1128437"/>
                <a:gd name="connsiteY41" fmla="*/ 221679 h 1375777"/>
                <a:gd name="connsiteX42" fmla="*/ 177612 w 1128437"/>
                <a:gd name="connsiteY42" fmla="*/ 210036 h 1375777"/>
                <a:gd name="connsiteX43" fmla="*/ 209846 w 1128437"/>
                <a:gd name="connsiteY43" fmla="*/ 213048 h 1375777"/>
                <a:gd name="connsiteX44" fmla="*/ 285408 w 1128437"/>
                <a:gd name="connsiteY44" fmla="*/ 180625 h 1375777"/>
                <a:gd name="connsiteX45" fmla="*/ 284111 w 1128437"/>
                <a:gd name="connsiteY45" fmla="*/ 146396 h 1375777"/>
                <a:gd name="connsiteX46" fmla="*/ 311502 w 1128437"/>
                <a:gd name="connsiteY46" fmla="*/ 134245 h 1375777"/>
                <a:gd name="connsiteX47" fmla="*/ 309163 w 1128437"/>
                <a:gd name="connsiteY47" fmla="*/ 108609 h 1375777"/>
                <a:gd name="connsiteX48" fmla="*/ 306024 w 1128437"/>
                <a:gd name="connsiteY48" fmla="*/ 75016 h 1375777"/>
                <a:gd name="connsiteX49" fmla="*/ 344802 w 1128437"/>
                <a:gd name="connsiteY49" fmla="*/ 25878 h 1375777"/>
                <a:gd name="connsiteX50" fmla="*/ 344523 w 1128437"/>
                <a:gd name="connsiteY50" fmla="*/ 12939 h 1375777"/>
                <a:gd name="connsiteX51" fmla="*/ 366448 w 1128437"/>
                <a:gd name="connsiteY51" fmla="*/ 1182 h 1375777"/>
                <a:gd name="connsiteX52" fmla="*/ 378840 w 1128437"/>
                <a:gd name="connsiteY52" fmla="*/ 0 h 1375777"/>
                <a:gd name="connsiteX53" fmla="*/ 388640 w 1128437"/>
                <a:gd name="connsiteY53" fmla="*/ 5224 h 1375777"/>
                <a:gd name="connsiteX54" fmla="*/ 390470 w 1128437"/>
                <a:gd name="connsiteY54" fmla="*/ 14769 h 1375777"/>
                <a:gd name="connsiteX55" fmla="*/ 380810 w 1128437"/>
                <a:gd name="connsiteY55" fmla="*/ 38042 h 1375777"/>
                <a:gd name="connsiteX56" fmla="*/ 386937 w 1128437"/>
                <a:gd name="connsiteY56" fmla="*/ 62865 h 1375777"/>
                <a:gd name="connsiteX57" fmla="*/ 385373 w 1128437"/>
                <a:gd name="connsiteY57" fmla="*/ 77520 h 1375777"/>
                <a:gd name="connsiteX58" fmla="*/ 375460 w 1128437"/>
                <a:gd name="connsiteY58" fmla="*/ 97894 h 1375777"/>
                <a:gd name="connsiteX59" fmla="*/ 367630 w 1128437"/>
                <a:gd name="connsiteY59" fmla="*/ 132529 h 1375777"/>
                <a:gd name="connsiteX60" fmla="*/ 358224 w 1128437"/>
                <a:gd name="connsiteY60" fmla="*/ 169389 h 1375777"/>
                <a:gd name="connsiteX61" fmla="*/ 377150 w 1128437"/>
                <a:gd name="connsiteY61" fmla="*/ 192521 h 1375777"/>
                <a:gd name="connsiteX62" fmla="*/ 392809 w 1128437"/>
                <a:gd name="connsiteY62" fmla="*/ 204037 h 1375777"/>
                <a:gd name="connsiteX63" fmla="*/ 391373 w 1128437"/>
                <a:gd name="connsiteY63" fmla="*/ 210303 h 1375777"/>
                <a:gd name="connsiteX64" fmla="*/ 385246 w 1128437"/>
                <a:gd name="connsiteY64" fmla="*/ 233321 h 1375777"/>
                <a:gd name="connsiteX65" fmla="*/ 388640 w 1128437"/>
                <a:gd name="connsiteY65" fmla="*/ 275379 h 1375777"/>
                <a:gd name="connsiteX66" fmla="*/ 401439 w 1128437"/>
                <a:gd name="connsiteY66" fmla="*/ 293568 h 1375777"/>
                <a:gd name="connsiteX67" fmla="*/ 411340 w 1128437"/>
                <a:gd name="connsiteY67" fmla="*/ 294216 h 1375777"/>
                <a:gd name="connsiteX68" fmla="*/ 411849 w 1128437"/>
                <a:gd name="connsiteY68" fmla="*/ 282586 h 1375777"/>
                <a:gd name="connsiteX69" fmla="*/ 426618 w 1128437"/>
                <a:gd name="connsiteY69" fmla="*/ 265847 h 1375777"/>
                <a:gd name="connsiteX70" fmla="*/ 449840 w 1128437"/>
                <a:gd name="connsiteY70" fmla="*/ 253175 h 1375777"/>
                <a:gd name="connsiteX71" fmla="*/ 449052 w 1128437"/>
                <a:gd name="connsiteY71" fmla="*/ 237757 h 1375777"/>
                <a:gd name="connsiteX72" fmla="*/ 443180 w 1128437"/>
                <a:gd name="connsiteY72" fmla="*/ 229508 h 1375777"/>
                <a:gd name="connsiteX73" fmla="*/ 446700 w 1128437"/>
                <a:gd name="connsiteY73" fmla="*/ 215794 h 1375777"/>
                <a:gd name="connsiteX74" fmla="*/ 443180 w 1128437"/>
                <a:gd name="connsiteY74" fmla="*/ 204545 h 1375777"/>
                <a:gd name="connsiteX75" fmla="*/ 424902 w 1128437"/>
                <a:gd name="connsiteY75" fmla="*/ 186382 h 1375777"/>
                <a:gd name="connsiteX76" fmla="*/ 419564 w 1128437"/>
                <a:gd name="connsiteY76" fmla="*/ 170965 h 1375777"/>
                <a:gd name="connsiteX77" fmla="*/ 439265 w 1128437"/>
                <a:gd name="connsiteY77" fmla="*/ 121420 h 1375777"/>
                <a:gd name="connsiteX78" fmla="*/ 438489 w 1128437"/>
                <a:gd name="connsiteY78" fmla="*/ 105609 h 1375777"/>
                <a:gd name="connsiteX79" fmla="*/ 473061 w 1128437"/>
                <a:gd name="connsiteY79" fmla="*/ 112663 h 1375777"/>
                <a:gd name="connsiteX80" fmla="*/ 569112 w 1128437"/>
                <a:gd name="connsiteY80" fmla="*/ 132148 h 1375777"/>
                <a:gd name="connsiteX81" fmla="*/ 577857 w 1128437"/>
                <a:gd name="connsiteY81" fmla="*/ 144299 h 1375777"/>
                <a:gd name="connsiteX82" fmla="*/ 621974 w 1128437"/>
                <a:gd name="connsiteY82" fmla="*/ 212006 h 1375777"/>
                <a:gd name="connsiteX83" fmla="*/ 662685 w 1128437"/>
                <a:gd name="connsiteY83" fmla="*/ 175935 h 1375777"/>
                <a:gd name="connsiteX84" fmla="*/ 747258 w 1128437"/>
                <a:gd name="connsiteY84" fmla="*/ 132923 h 1375777"/>
                <a:gd name="connsiteX85" fmla="*/ 790715 w 1128437"/>
                <a:gd name="connsiteY85" fmla="*/ 164038 h 1375777"/>
                <a:gd name="connsiteX86" fmla="*/ 828413 w 1128437"/>
                <a:gd name="connsiteY86" fmla="*/ 131754 h 1375777"/>
                <a:gd name="connsiteX87" fmla="*/ 861574 w 1128437"/>
                <a:gd name="connsiteY87" fmla="*/ 148226 h 1375777"/>
                <a:gd name="connsiteX88" fmla="*/ 863785 w 1128437"/>
                <a:gd name="connsiteY88" fmla="*/ 187704 h 1375777"/>
                <a:gd name="connsiteX89" fmla="*/ 907496 w 1128437"/>
                <a:gd name="connsiteY89" fmla="*/ 215794 h 1375777"/>
                <a:gd name="connsiteX90" fmla="*/ 905945 w 1128437"/>
                <a:gd name="connsiteY90" fmla="*/ 279574 h 1375777"/>
                <a:gd name="connsiteX91" fmla="*/ 911283 w 1128437"/>
                <a:gd name="connsiteY91" fmla="*/ 294610 h 1375777"/>
                <a:gd name="connsiteX92" fmla="*/ 984113 w 1128437"/>
                <a:gd name="connsiteY92" fmla="*/ 242714 h 1375777"/>
                <a:gd name="connsiteX93" fmla="*/ 1083799 w 1128437"/>
                <a:gd name="connsiteY93" fmla="*/ 191225 h 1375777"/>
                <a:gd name="connsiteX94" fmla="*/ 1108991 w 1128437"/>
                <a:gd name="connsiteY94" fmla="*/ 228733 h 1375777"/>
                <a:gd name="connsiteX95" fmla="*/ 1121777 w 1128437"/>
                <a:gd name="connsiteY95" fmla="*/ 247569 h 1375777"/>
                <a:gd name="connsiteX96" fmla="*/ 1122171 w 1128437"/>
                <a:gd name="connsiteY96" fmla="*/ 253175 h 1375777"/>
                <a:gd name="connsiteX97" fmla="*/ 1128438 w 1128437"/>
                <a:gd name="connsiteY97" fmla="*/ 323106 h 1375777"/>
                <a:gd name="connsiteX98" fmla="*/ 957104 w 1128437"/>
                <a:gd name="connsiteY98" fmla="*/ 425703 h 1375777"/>
                <a:gd name="connsiteX99" fmla="*/ 978622 w 1128437"/>
                <a:gd name="connsiteY99" fmla="*/ 463350 h 1375777"/>
                <a:gd name="connsiteX100" fmla="*/ 971708 w 1128437"/>
                <a:gd name="connsiteY100" fmla="*/ 507925 h 1375777"/>
                <a:gd name="connsiteX101" fmla="*/ 909212 w 1128437"/>
                <a:gd name="connsiteY101" fmla="*/ 565159 h 1375777"/>
                <a:gd name="connsiteX102" fmla="*/ 873051 w 1128437"/>
                <a:gd name="connsiteY102" fmla="*/ 571959 h 1375777"/>
                <a:gd name="connsiteX103" fmla="*/ 869924 w 1128437"/>
                <a:gd name="connsiteY103" fmla="*/ 594177 h 1375777"/>
                <a:gd name="connsiteX104" fmla="*/ 884414 w 1128437"/>
                <a:gd name="connsiteY104" fmla="*/ 648551 h 1375777"/>
                <a:gd name="connsiteX105" fmla="*/ 854914 w 1128437"/>
                <a:gd name="connsiteY105" fmla="*/ 659914 h 1375777"/>
                <a:gd name="connsiteX106" fmla="*/ 843818 w 1128437"/>
                <a:gd name="connsiteY106" fmla="*/ 740052 h 1375777"/>
                <a:gd name="connsiteX107" fmla="*/ 780928 w 1128437"/>
                <a:gd name="connsiteY107" fmla="*/ 767887 h 1375777"/>
                <a:gd name="connsiteX108" fmla="*/ 751300 w 1128437"/>
                <a:gd name="connsiteY108" fmla="*/ 715203 h 1375777"/>
                <a:gd name="connsiteX109" fmla="*/ 710055 w 1128437"/>
                <a:gd name="connsiteY109" fmla="*/ 746712 h 1375777"/>
                <a:gd name="connsiteX110" fmla="*/ 701578 w 1128437"/>
                <a:gd name="connsiteY110" fmla="*/ 807492 h 1375777"/>
                <a:gd name="connsiteX111" fmla="*/ 632663 w 1128437"/>
                <a:gd name="connsiteY111" fmla="*/ 857811 h 1375777"/>
                <a:gd name="connsiteX112" fmla="*/ 598867 w 1128437"/>
                <a:gd name="connsiteY112" fmla="*/ 849969 h 1375777"/>
                <a:gd name="connsiteX113" fmla="*/ 558410 w 1128437"/>
                <a:gd name="connsiteY113" fmla="*/ 879635 h 1375777"/>
                <a:gd name="connsiteX114" fmla="*/ 561422 w 1128437"/>
                <a:gd name="connsiteY114" fmla="*/ 925125 h 1375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1128437" h="1375777">
                  <a:moveTo>
                    <a:pt x="561422" y="925125"/>
                  </a:moveTo>
                  <a:lnTo>
                    <a:pt x="572252" y="962493"/>
                  </a:lnTo>
                  <a:lnTo>
                    <a:pt x="523965" y="1005771"/>
                  </a:lnTo>
                  <a:lnTo>
                    <a:pt x="518220" y="1048897"/>
                  </a:lnTo>
                  <a:lnTo>
                    <a:pt x="574730" y="1106398"/>
                  </a:lnTo>
                  <a:lnTo>
                    <a:pt x="575518" y="1212922"/>
                  </a:lnTo>
                  <a:lnTo>
                    <a:pt x="547200" y="1223776"/>
                  </a:lnTo>
                  <a:lnTo>
                    <a:pt x="499041" y="1262339"/>
                  </a:lnTo>
                  <a:lnTo>
                    <a:pt x="447361" y="1223128"/>
                  </a:lnTo>
                  <a:lnTo>
                    <a:pt x="397499" y="1239067"/>
                  </a:lnTo>
                  <a:lnTo>
                    <a:pt x="360576" y="1206008"/>
                  </a:lnTo>
                  <a:lnTo>
                    <a:pt x="283577" y="1192535"/>
                  </a:lnTo>
                  <a:lnTo>
                    <a:pt x="252908" y="1226522"/>
                  </a:lnTo>
                  <a:lnTo>
                    <a:pt x="243388" y="1299847"/>
                  </a:lnTo>
                  <a:lnTo>
                    <a:pt x="251217" y="1340888"/>
                  </a:lnTo>
                  <a:lnTo>
                    <a:pt x="180358" y="1357094"/>
                  </a:lnTo>
                  <a:lnTo>
                    <a:pt x="165614" y="1375778"/>
                  </a:lnTo>
                  <a:lnTo>
                    <a:pt x="57425" y="1318010"/>
                  </a:lnTo>
                  <a:lnTo>
                    <a:pt x="16714" y="1203377"/>
                  </a:lnTo>
                  <a:lnTo>
                    <a:pt x="48286" y="1080266"/>
                  </a:lnTo>
                  <a:lnTo>
                    <a:pt x="52341" y="1013601"/>
                  </a:lnTo>
                  <a:lnTo>
                    <a:pt x="31064" y="997014"/>
                  </a:lnTo>
                  <a:lnTo>
                    <a:pt x="0" y="939373"/>
                  </a:lnTo>
                  <a:lnTo>
                    <a:pt x="394" y="884732"/>
                  </a:lnTo>
                  <a:lnTo>
                    <a:pt x="57819" y="904852"/>
                  </a:lnTo>
                  <a:lnTo>
                    <a:pt x="106626" y="896768"/>
                  </a:lnTo>
                  <a:lnTo>
                    <a:pt x="109626" y="830370"/>
                  </a:lnTo>
                  <a:lnTo>
                    <a:pt x="77914" y="706980"/>
                  </a:lnTo>
                  <a:lnTo>
                    <a:pt x="96305" y="673654"/>
                  </a:lnTo>
                  <a:lnTo>
                    <a:pt x="184273" y="645284"/>
                  </a:lnTo>
                  <a:lnTo>
                    <a:pt x="168347" y="592753"/>
                  </a:lnTo>
                  <a:lnTo>
                    <a:pt x="162348" y="568044"/>
                  </a:lnTo>
                  <a:lnTo>
                    <a:pt x="171219" y="467913"/>
                  </a:lnTo>
                  <a:lnTo>
                    <a:pt x="213112" y="427406"/>
                  </a:lnTo>
                  <a:lnTo>
                    <a:pt x="194059" y="402964"/>
                  </a:lnTo>
                  <a:lnTo>
                    <a:pt x="138846" y="400473"/>
                  </a:lnTo>
                  <a:lnTo>
                    <a:pt x="130636" y="336045"/>
                  </a:lnTo>
                  <a:lnTo>
                    <a:pt x="154658" y="317615"/>
                  </a:lnTo>
                  <a:lnTo>
                    <a:pt x="143943" y="285331"/>
                  </a:lnTo>
                  <a:lnTo>
                    <a:pt x="112117" y="271210"/>
                  </a:lnTo>
                  <a:lnTo>
                    <a:pt x="123708" y="248345"/>
                  </a:lnTo>
                  <a:lnTo>
                    <a:pt x="151518" y="221679"/>
                  </a:lnTo>
                  <a:lnTo>
                    <a:pt x="177612" y="210036"/>
                  </a:lnTo>
                  <a:lnTo>
                    <a:pt x="209846" y="213048"/>
                  </a:lnTo>
                  <a:lnTo>
                    <a:pt x="285408" y="180625"/>
                  </a:lnTo>
                  <a:lnTo>
                    <a:pt x="284111" y="146396"/>
                  </a:lnTo>
                  <a:lnTo>
                    <a:pt x="311502" y="134245"/>
                  </a:lnTo>
                  <a:lnTo>
                    <a:pt x="309163" y="108609"/>
                  </a:lnTo>
                  <a:lnTo>
                    <a:pt x="306024" y="75016"/>
                  </a:lnTo>
                  <a:lnTo>
                    <a:pt x="344802" y="25878"/>
                  </a:lnTo>
                  <a:lnTo>
                    <a:pt x="344523" y="12939"/>
                  </a:lnTo>
                  <a:lnTo>
                    <a:pt x="366448" y="1182"/>
                  </a:lnTo>
                  <a:lnTo>
                    <a:pt x="378840" y="0"/>
                  </a:lnTo>
                  <a:lnTo>
                    <a:pt x="388640" y="5224"/>
                  </a:lnTo>
                  <a:lnTo>
                    <a:pt x="390470" y="14769"/>
                  </a:lnTo>
                  <a:lnTo>
                    <a:pt x="380810" y="38042"/>
                  </a:lnTo>
                  <a:lnTo>
                    <a:pt x="386937" y="62865"/>
                  </a:lnTo>
                  <a:lnTo>
                    <a:pt x="385373" y="77520"/>
                  </a:lnTo>
                  <a:lnTo>
                    <a:pt x="375460" y="97894"/>
                  </a:lnTo>
                  <a:lnTo>
                    <a:pt x="367630" y="132529"/>
                  </a:lnTo>
                  <a:lnTo>
                    <a:pt x="358224" y="169389"/>
                  </a:lnTo>
                  <a:lnTo>
                    <a:pt x="377150" y="192521"/>
                  </a:lnTo>
                  <a:lnTo>
                    <a:pt x="392809" y="204037"/>
                  </a:lnTo>
                  <a:lnTo>
                    <a:pt x="391373" y="210303"/>
                  </a:lnTo>
                  <a:lnTo>
                    <a:pt x="385246" y="233321"/>
                  </a:lnTo>
                  <a:lnTo>
                    <a:pt x="388640" y="275379"/>
                  </a:lnTo>
                  <a:lnTo>
                    <a:pt x="401439" y="293568"/>
                  </a:lnTo>
                  <a:lnTo>
                    <a:pt x="411340" y="294216"/>
                  </a:lnTo>
                  <a:lnTo>
                    <a:pt x="411849" y="282586"/>
                  </a:lnTo>
                  <a:lnTo>
                    <a:pt x="426618" y="265847"/>
                  </a:lnTo>
                  <a:lnTo>
                    <a:pt x="449840" y="253175"/>
                  </a:lnTo>
                  <a:lnTo>
                    <a:pt x="449052" y="237757"/>
                  </a:lnTo>
                  <a:lnTo>
                    <a:pt x="443180" y="229508"/>
                  </a:lnTo>
                  <a:lnTo>
                    <a:pt x="446700" y="215794"/>
                  </a:lnTo>
                  <a:lnTo>
                    <a:pt x="443180" y="204545"/>
                  </a:lnTo>
                  <a:lnTo>
                    <a:pt x="424902" y="186382"/>
                  </a:lnTo>
                  <a:lnTo>
                    <a:pt x="419564" y="170965"/>
                  </a:lnTo>
                  <a:lnTo>
                    <a:pt x="439265" y="121420"/>
                  </a:lnTo>
                  <a:lnTo>
                    <a:pt x="438489" y="105609"/>
                  </a:lnTo>
                  <a:lnTo>
                    <a:pt x="473061" y="112663"/>
                  </a:lnTo>
                  <a:lnTo>
                    <a:pt x="569112" y="132148"/>
                  </a:lnTo>
                  <a:lnTo>
                    <a:pt x="577857" y="144299"/>
                  </a:lnTo>
                  <a:lnTo>
                    <a:pt x="621974" y="212006"/>
                  </a:lnTo>
                  <a:lnTo>
                    <a:pt x="662685" y="175935"/>
                  </a:lnTo>
                  <a:lnTo>
                    <a:pt x="747258" y="132923"/>
                  </a:lnTo>
                  <a:lnTo>
                    <a:pt x="790715" y="164038"/>
                  </a:lnTo>
                  <a:lnTo>
                    <a:pt x="828413" y="131754"/>
                  </a:lnTo>
                  <a:lnTo>
                    <a:pt x="861574" y="148226"/>
                  </a:lnTo>
                  <a:lnTo>
                    <a:pt x="863785" y="187704"/>
                  </a:lnTo>
                  <a:lnTo>
                    <a:pt x="907496" y="215794"/>
                  </a:lnTo>
                  <a:lnTo>
                    <a:pt x="905945" y="279574"/>
                  </a:lnTo>
                  <a:lnTo>
                    <a:pt x="911283" y="294610"/>
                  </a:lnTo>
                  <a:lnTo>
                    <a:pt x="984113" y="242714"/>
                  </a:lnTo>
                  <a:lnTo>
                    <a:pt x="1083799" y="191225"/>
                  </a:lnTo>
                  <a:lnTo>
                    <a:pt x="1108991" y="228733"/>
                  </a:lnTo>
                  <a:lnTo>
                    <a:pt x="1121777" y="247569"/>
                  </a:lnTo>
                  <a:lnTo>
                    <a:pt x="1122171" y="253175"/>
                  </a:lnTo>
                  <a:lnTo>
                    <a:pt x="1128438" y="323106"/>
                  </a:lnTo>
                  <a:lnTo>
                    <a:pt x="957104" y="425703"/>
                  </a:lnTo>
                  <a:lnTo>
                    <a:pt x="978622" y="463350"/>
                  </a:lnTo>
                  <a:lnTo>
                    <a:pt x="971708" y="507925"/>
                  </a:lnTo>
                  <a:lnTo>
                    <a:pt x="909212" y="565159"/>
                  </a:lnTo>
                  <a:lnTo>
                    <a:pt x="873051" y="571959"/>
                  </a:lnTo>
                  <a:lnTo>
                    <a:pt x="869924" y="594177"/>
                  </a:lnTo>
                  <a:lnTo>
                    <a:pt x="884414" y="648551"/>
                  </a:lnTo>
                  <a:lnTo>
                    <a:pt x="854914" y="659914"/>
                  </a:lnTo>
                  <a:lnTo>
                    <a:pt x="843818" y="740052"/>
                  </a:lnTo>
                  <a:lnTo>
                    <a:pt x="780928" y="767887"/>
                  </a:lnTo>
                  <a:lnTo>
                    <a:pt x="751300" y="715203"/>
                  </a:lnTo>
                  <a:lnTo>
                    <a:pt x="710055" y="746712"/>
                  </a:lnTo>
                  <a:lnTo>
                    <a:pt x="701578" y="807492"/>
                  </a:lnTo>
                  <a:lnTo>
                    <a:pt x="632663" y="857811"/>
                  </a:lnTo>
                  <a:lnTo>
                    <a:pt x="598867" y="849969"/>
                  </a:lnTo>
                  <a:lnTo>
                    <a:pt x="558410" y="879635"/>
                  </a:lnTo>
                  <a:lnTo>
                    <a:pt x="561422" y="925125"/>
                  </a:lnTo>
                  <a:close/>
                </a:path>
              </a:pathLst>
            </a:custGeom>
            <a:noFill/>
            <a:ln w="3810" cap="flat">
              <a:solidFill>
                <a:srgbClr val="E6E4E2"/>
              </a:solidFill>
              <a:prstDash val="solid"/>
              <a:miter/>
            </a:ln>
          </p:spPr>
          <p:txBody>
            <a:bodyPr rtlCol="0" anchor="ctr"/>
            <a:lstStyle/>
            <a:p>
              <a:endParaRPr lang="de-CH"/>
            </a:p>
          </p:txBody>
        </p:sp>
        <p:sp>
          <p:nvSpPr>
            <p:cNvPr id="90" name="Freihandform: Form 89">
              <a:extLst>
                <a:ext uri="{FF2B5EF4-FFF2-40B4-BE49-F238E27FC236}">
                  <a16:creationId xmlns:a16="http://schemas.microsoft.com/office/drawing/2014/main" id="{EF47C1E8-D2DB-26C4-C714-7389B1627257}"/>
                </a:ext>
              </a:extLst>
            </p:cNvPr>
            <p:cNvSpPr/>
            <p:nvPr/>
          </p:nvSpPr>
          <p:spPr>
            <a:xfrm>
              <a:off x="6462138" y="2231890"/>
              <a:ext cx="1245803" cy="993048"/>
            </a:xfrm>
            <a:custGeom>
              <a:avLst/>
              <a:gdLst>
                <a:gd name="connsiteX0" fmla="*/ 853833 w 1245803"/>
                <a:gd name="connsiteY0" fmla="*/ 403028 h 993048"/>
                <a:gd name="connsiteX1" fmla="*/ 867929 w 1245803"/>
                <a:gd name="connsiteY1" fmla="*/ 395059 h 993048"/>
                <a:gd name="connsiteX2" fmla="*/ 873280 w 1245803"/>
                <a:gd name="connsiteY2" fmla="*/ 380696 h 993048"/>
                <a:gd name="connsiteX3" fmla="*/ 862972 w 1245803"/>
                <a:gd name="connsiteY3" fmla="*/ 370744 h 993048"/>
                <a:gd name="connsiteX4" fmla="*/ 849919 w 1245803"/>
                <a:gd name="connsiteY4" fmla="*/ 366041 h 993048"/>
                <a:gd name="connsiteX5" fmla="*/ 832824 w 1245803"/>
                <a:gd name="connsiteY5" fmla="*/ 353331 h 993048"/>
                <a:gd name="connsiteX6" fmla="*/ 832430 w 1245803"/>
                <a:gd name="connsiteY6" fmla="*/ 339617 h 993048"/>
                <a:gd name="connsiteX7" fmla="*/ 824486 w 1245803"/>
                <a:gd name="connsiteY7" fmla="*/ 315569 h 993048"/>
                <a:gd name="connsiteX8" fmla="*/ 825909 w 1245803"/>
                <a:gd name="connsiteY8" fmla="*/ 288255 h 993048"/>
                <a:gd name="connsiteX9" fmla="*/ 810619 w 1245803"/>
                <a:gd name="connsiteY9" fmla="*/ 251942 h 993048"/>
                <a:gd name="connsiteX10" fmla="*/ 814152 w 1245803"/>
                <a:gd name="connsiteY10" fmla="*/ 243833 h 993048"/>
                <a:gd name="connsiteX11" fmla="*/ 806730 w 1245803"/>
                <a:gd name="connsiteY11" fmla="*/ 229979 h 993048"/>
                <a:gd name="connsiteX12" fmla="*/ 810619 w 1245803"/>
                <a:gd name="connsiteY12" fmla="*/ 222073 h 993048"/>
                <a:gd name="connsiteX13" fmla="*/ 813491 w 1245803"/>
                <a:gd name="connsiteY13" fmla="*/ 213697 h 993048"/>
                <a:gd name="connsiteX14" fmla="*/ 813491 w 1245803"/>
                <a:gd name="connsiteY14" fmla="*/ 206782 h 993048"/>
                <a:gd name="connsiteX15" fmla="*/ 806730 w 1245803"/>
                <a:gd name="connsiteY15" fmla="*/ 210176 h 993048"/>
                <a:gd name="connsiteX16" fmla="*/ 799929 w 1245803"/>
                <a:gd name="connsiteY16" fmla="*/ 206363 h 993048"/>
                <a:gd name="connsiteX17" fmla="*/ 798481 w 1245803"/>
                <a:gd name="connsiteY17" fmla="*/ 198000 h 993048"/>
                <a:gd name="connsiteX18" fmla="*/ 790016 w 1245803"/>
                <a:gd name="connsiteY18" fmla="*/ 196169 h 993048"/>
                <a:gd name="connsiteX19" fmla="*/ 786736 w 1245803"/>
                <a:gd name="connsiteY19" fmla="*/ 207672 h 993048"/>
                <a:gd name="connsiteX20" fmla="*/ 778652 w 1245803"/>
                <a:gd name="connsiteY20" fmla="*/ 211193 h 993048"/>
                <a:gd name="connsiteX21" fmla="*/ 770289 w 1245803"/>
                <a:gd name="connsiteY21" fmla="*/ 213544 h 993048"/>
                <a:gd name="connsiteX22" fmla="*/ 762473 w 1245803"/>
                <a:gd name="connsiteY22" fmla="*/ 210023 h 993048"/>
                <a:gd name="connsiteX23" fmla="*/ 756728 w 1245803"/>
                <a:gd name="connsiteY23" fmla="*/ 216162 h 993048"/>
                <a:gd name="connsiteX24" fmla="*/ 754249 w 1245803"/>
                <a:gd name="connsiteY24" fmla="*/ 230144 h 993048"/>
                <a:gd name="connsiteX25" fmla="*/ 747195 w 1245803"/>
                <a:gd name="connsiteY25" fmla="*/ 237452 h 993048"/>
                <a:gd name="connsiteX26" fmla="*/ 749737 w 1245803"/>
                <a:gd name="connsiteY26" fmla="*/ 242295 h 993048"/>
                <a:gd name="connsiteX27" fmla="*/ 757185 w 1245803"/>
                <a:gd name="connsiteY27" fmla="*/ 240070 h 993048"/>
                <a:gd name="connsiteX28" fmla="*/ 763451 w 1245803"/>
                <a:gd name="connsiteY28" fmla="*/ 255882 h 993048"/>
                <a:gd name="connsiteX29" fmla="*/ 782898 w 1245803"/>
                <a:gd name="connsiteY29" fmla="*/ 285420 h 993048"/>
                <a:gd name="connsiteX30" fmla="*/ 784067 w 1245803"/>
                <a:gd name="connsiteY30" fmla="*/ 304486 h 993048"/>
                <a:gd name="connsiteX31" fmla="*/ 790588 w 1245803"/>
                <a:gd name="connsiteY31" fmla="*/ 311273 h 993048"/>
                <a:gd name="connsiteX32" fmla="*/ 801950 w 1245803"/>
                <a:gd name="connsiteY32" fmla="*/ 320818 h 993048"/>
                <a:gd name="connsiteX33" fmla="*/ 793727 w 1245803"/>
                <a:gd name="connsiteY33" fmla="*/ 333884 h 993048"/>
                <a:gd name="connsiteX34" fmla="*/ 797248 w 1245803"/>
                <a:gd name="connsiteY34" fmla="*/ 346290 h 993048"/>
                <a:gd name="connsiteX35" fmla="*/ 806386 w 1245803"/>
                <a:gd name="connsiteY35" fmla="*/ 348641 h 993048"/>
                <a:gd name="connsiteX36" fmla="*/ 810962 w 1245803"/>
                <a:gd name="connsiteY36" fmla="*/ 356267 h 993048"/>
                <a:gd name="connsiteX37" fmla="*/ 820215 w 1245803"/>
                <a:gd name="connsiteY37" fmla="*/ 358885 h 993048"/>
                <a:gd name="connsiteX38" fmla="*/ 833129 w 1245803"/>
                <a:gd name="connsiteY38" fmla="*/ 380188 h 993048"/>
                <a:gd name="connsiteX39" fmla="*/ 847224 w 1245803"/>
                <a:gd name="connsiteY39" fmla="*/ 388805 h 993048"/>
                <a:gd name="connsiteX40" fmla="*/ 853122 w 1245803"/>
                <a:gd name="connsiteY40" fmla="*/ 394169 h 993048"/>
                <a:gd name="connsiteX41" fmla="*/ 602502 w 1245803"/>
                <a:gd name="connsiteY41" fmla="*/ 252463 h 993048"/>
                <a:gd name="connsiteX42" fmla="*/ 604446 w 1245803"/>
                <a:gd name="connsiteY42" fmla="*/ 224361 h 993048"/>
                <a:gd name="connsiteX43" fmla="*/ 630413 w 1245803"/>
                <a:gd name="connsiteY43" fmla="*/ 208422 h 993048"/>
                <a:gd name="connsiteX44" fmla="*/ 611882 w 1245803"/>
                <a:gd name="connsiteY44" fmla="*/ 172338 h 993048"/>
                <a:gd name="connsiteX45" fmla="*/ 611374 w 1245803"/>
                <a:gd name="connsiteY45" fmla="*/ 162398 h 993048"/>
                <a:gd name="connsiteX46" fmla="*/ 590084 w 1245803"/>
                <a:gd name="connsiteY46" fmla="*/ 140791 h 993048"/>
                <a:gd name="connsiteX47" fmla="*/ 588521 w 1245803"/>
                <a:gd name="connsiteY47" fmla="*/ 112435 h 993048"/>
                <a:gd name="connsiteX48" fmla="*/ 655071 w 1245803"/>
                <a:gd name="connsiteY48" fmla="*/ 53879 h 993048"/>
                <a:gd name="connsiteX49" fmla="*/ 669294 w 1245803"/>
                <a:gd name="connsiteY49" fmla="*/ 57793 h 993048"/>
                <a:gd name="connsiteX50" fmla="*/ 693062 w 1245803"/>
                <a:gd name="connsiteY50" fmla="*/ 44460 h 993048"/>
                <a:gd name="connsiteX51" fmla="*/ 740687 w 1245803"/>
                <a:gd name="connsiteY51" fmla="*/ 35563 h 993048"/>
                <a:gd name="connsiteX52" fmla="*/ 750995 w 1245803"/>
                <a:gd name="connsiteY52" fmla="*/ 41435 h 993048"/>
                <a:gd name="connsiteX53" fmla="*/ 773442 w 1245803"/>
                <a:gd name="connsiteY53" fmla="*/ 44969 h 993048"/>
                <a:gd name="connsiteX54" fmla="*/ 782339 w 1245803"/>
                <a:gd name="connsiteY54" fmla="*/ 37343 h 993048"/>
                <a:gd name="connsiteX55" fmla="*/ 810021 w 1245803"/>
                <a:gd name="connsiteY55" fmla="*/ 41003 h 993048"/>
                <a:gd name="connsiteX56" fmla="*/ 814330 w 1245803"/>
                <a:gd name="connsiteY56" fmla="*/ 19828 h 993048"/>
                <a:gd name="connsiteX57" fmla="*/ 829582 w 1245803"/>
                <a:gd name="connsiteY57" fmla="*/ 13028 h 993048"/>
                <a:gd name="connsiteX58" fmla="*/ 839090 w 1245803"/>
                <a:gd name="connsiteY58" fmla="*/ 1398 h 993048"/>
                <a:gd name="connsiteX59" fmla="*/ 845750 w 1245803"/>
                <a:gd name="connsiteY59" fmla="*/ 4538 h 993048"/>
                <a:gd name="connsiteX60" fmla="*/ 841695 w 1245803"/>
                <a:gd name="connsiteY60" fmla="*/ 18125 h 993048"/>
                <a:gd name="connsiteX61" fmla="*/ 825376 w 1245803"/>
                <a:gd name="connsiteY61" fmla="*/ 31979 h 993048"/>
                <a:gd name="connsiteX62" fmla="*/ 819020 w 1245803"/>
                <a:gd name="connsiteY62" fmla="*/ 47015 h 993048"/>
                <a:gd name="connsiteX63" fmla="*/ 838861 w 1245803"/>
                <a:gd name="connsiteY63" fmla="*/ 51858 h 993048"/>
                <a:gd name="connsiteX64" fmla="*/ 860392 w 1245803"/>
                <a:gd name="connsiteY64" fmla="*/ 57997 h 993048"/>
                <a:gd name="connsiteX65" fmla="*/ 864701 w 1245803"/>
                <a:gd name="connsiteY65" fmla="*/ 71457 h 993048"/>
                <a:gd name="connsiteX66" fmla="*/ 894328 w 1245803"/>
                <a:gd name="connsiteY66" fmla="*/ 72105 h 993048"/>
                <a:gd name="connsiteX67" fmla="*/ 911690 w 1245803"/>
                <a:gd name="connsiteY67" fmla="*/ 82184 h 993048"/>
                <a:gd name="connsiteX68" fmla="*/ 925773 w 1245803"/>
                <a:gd name="connsiteY68" fmla="*/ 79045 h 993048"/>
                <a:gd name="connsiteX69" fmla="*/ 933857 w 1245803"/>
                <a:gd name="connsiteY69" fmla="*/ 69487 h 993048"/>
                <a:gd name="connsiteX70" fmla="*/ 936729 w 1245803"/>
                <a:gd name="connsiteY70" fmla="*/ 48045 h 993048"/>
                <a:gd name="connsiteX71" fmla="*/ 953443 w 1245803"/>
                <a:gd name="connsiteY71" fmla="*/ 42706 h 993048"/>
                <a:gd name="connsiteX72" fmla="*/ 977326 w 1245803"/>
                <a:gd name="connsiteY72" fmla="*/ 36021 h 993048"/>
                <a:gd name="connsiteX73" fmla="*/ 989591 w 1245803"/>
                <a:gd name="connsiteY73" fmla="*/ 37864 h 993048"/>
                <a:gd name="connsiteX74" fmla="*/ 1005517 w 1245803"/>
                <a:gd name="connsiteY74" fmla="*/ 29361 h 993048"/>
                <a:gd name="connsiteX75" fmla="*/ 1014414 w 1245803"/>
                <a:gd name="connsiteY75" fmla="*/ 31712 h 993048"/>
                <a:gd name="connsiteX76" fmla="*/ 1025853 w 1245803"/>
                <a:gd name="connsiteY76" fmla="*/ 40876 h 993048"/>
                <a:gd name="connsiteX77" fmla="*/ 1050664 w 1245803"/>
                <a:gd name="connsiteY77" fmla="*/ 32500 h 993048"/>
                <a:gd name="connsiteX78" fmla="*/ 1072195 w 1245803"/>
                <a:gd name="connsiteY78" fmla="*/ 28446 h 993048"/>
                <a:gd name="connsiteX79" fmla="*/ 1094107 w 1245803"/>
                <a:gd name="connsiteY79" fmla="*/ 18392 h 993048"/>
                <a:gd name="connsiteX80" fmla="*/ 1114215 w 1245803"/>
                <a:gd name="connsiteY80" fmla="*/ 7156 h 993048"/>
                <a:gd name="connsiteX81" fmla="*/ 1114723 w 1245803"/>
                <a:gd name="connsiteY81" fmla="*/ 216 h 993048"/>
                <a:gd name="connsiteX82" fmla="*/ 1146054 w 1245803"/>
                <a:gd name="connsiteY82" fmla="*/ 4805 h 993048"/>
                <a:gd name="connsiteX83" fmla="*/ 1164458 w 1245803"/>
                <a:gd name="connsiteY83" fmla="*/ 1271 h 993048"/>
                <a:gd name="connsiteX84" fmla="*/ 1172084 w 1245803"/>
                <a:gd name="connsiteY84" fmla="*/ 0 h 993048"/>
                <a:gd name="connsiteX85" fmla="*/ 1178605 w 1245803"/>
                <a:gd name="connsiteY85" fmla="*/ 4182 h 993048"/>
                <a:gd name="connsiteX86" fmla="*/ 1181464 w 1245803"/>
                <a:gd name="connsiteY86" fmla="*/ 14769 h 993048"/>
                <a:gd name="connsiteX87" fmla="*/ 1148710 w 1245803"/>
                <a:gd name="connsiteY87" fmla="*/ 55569 h 993048"/>
                <a:gd name="connsiteX88" fmla="*/ 1158103 w 1245803"/>
                <a:gd name="connsiteY88" fmla="*/ 101707 h 993048"/>
                <a:gd name="connsiteX89" fmla="*/ 1175592 w 1245803"/>
                <a:gd name="connsiteY89" fmla="*/ 115968 h 993048"/>
                <a:gd name="connsiteX90" fmla="*/ 1196869 w 1245803"/>
                <a:gd name="connsiteY90" fmla="*/ 102355 h 993048"/>
                <a:gd name="connsiteX91" fmla="*/ 1245804 w 1245803"/>
                <a:gd name="connsiteY91" fmla="*/ 131589 h 993048"/>
                <a:gd name="connsiteX92" fmla="*/ 1177308 w 1245803"/>
                <a:gd name="connsiteY92" fmla="*/ 234059 h 993048"/>
                <a:gd name="connsiteX93" fmla="*/ 1171945 w 1245803"/>
                <a:gd name="connsiteY93" fmla="*/ 242168 h 993048"/>
                <a:gd name="connsiteX94" fmla="*/ 1176266 w 1245803"/>
                <a:gd name="connsiteY94" fmla="*/ 248523 h 993048"/>
                <a:gd name="connsiteX95" fmla="*/ 1182520 w 1245803"/>
                <a:gd name="connsiteY95" fmla="*/ 297266 h 993048"/>
                <a:gd name="connsiteX96" fmla="*/ 1182786 w 1245803"/>
                <a:gd name="connsiteY96" fmla="*/ 306291 h 993048"/>
                <a:gd name="connsiteX97" fmla="*/ 1180549 w 1245803"/>
                <a:gd name="connsiteY97" fmla="*/ 339871 h 993048"/>
                <a:gd name="connsiteX98" fmla="*/ 1147020 w 1245803"/>
                <a:gd name="connsiteY98" fmla="*/ 377404 h 993048"/>
                <a:gd name="connsiteX99" fmla="*/ 1162158 w 1245803"/>
                <a:gd name="connsiteY99" fmla="*/ 422487 h 993048"/>
                <a:gd name="connsiteX100" fmla="*/ 1137869 w 1245803"/>
                <a:gd name="connsiteY100" fmla="*/ 503121 h 993048"/>
                <a:gd name="connsiteX101" fmla="*/ 1090650 w 1245803"/>
                <a:gd name="connsiteY101" fmla="*/ 533625 h 993048"/>
                <a:gd name="connsiteX102" fmla="*/ 1042491 w 1245803"/>
                <a:gd name="connsiteY102" fmla="*/ 551254 h 993048"/>
                <a:gd name="connsiteX103" fmla="*/ 1031141 w 1245803"/>
                <a:gd name="connsiteY103" fmla="*/ 589957 h 993048"/>
                <a:gd name="connsiteX104" fmla="*/ 1063095 w 1245803"/>
                <a:gd name="connsiteY104" fmla="*/ 600938 h 993048"/>
                <a:gd name="connsiteX105" fmla="*/ 1096903 w 1245803"/>
                <a:gd name="connsiteY105" fmla="*/ 653216 h 993048"/>
                <a:gd name="connsiteX106" fmla="*/ 1145838 w 1245803"/>
                <a:gd name="connsiteY106" fmla="*/ 741310 h 993048"/>
                <a:gd name="connsiteX107" fmla="*/ 1190984 w 1245803"/>
                <a:gd name="connsiteY107" fmla="*/ 768878 h 993048"/>
                <a:gd name="connsiteX108" fmla="*/ 1158764 w 1245803"/>
                <a:gd name="connsiteY108" fmla="*/ 832010 h 993048"/>
                <a:gd name="connsiteX109" fmla="*/ 1175846 w 1245803"/>
                <a:gd name="connsiteY109" fmla="*/ 863519 h 993048"/>
                <a:gd name="connsiteX110" fmla="*/ 1119350 w 1245803"/>
                <a:gd name="connsiteY110" fmla="*/ 889651 h 993048"/>
                <a:gd name="connsiteX111" fmla="*/ 1019651 w 1245803"/>
                <a:gd name="connsiteY111" fmla="*/ 941153 h 993048"/>
                <a:gd name="connsiteX112" fmla="*/ 946821 w 1245803"/>
                <a:gd name="connsiteY112" fmla="*/ 993048 h 993048"/>
                <a:gd name="connsiteX113" fmla="*/ 941483 w 1245803"/>
                <a:gd name="connsiteY113" fmla="*/ 978012 h 993048"/>
                <a:gd name="connsiteX114" fmla="*/ 943047 w 1245803"/>
                <a:gd name="connsiteY114" fmla="*/ 914220 h 993048"/>
                <a:gd name="connsiteX115" fmla="*/ 899323 w 1245803"/>
                <a:gd name="connsiteY115" fmla="*/ 886130 h 993048"/>
                <a:gd name="connsiteX116" fmla="*/ 897112 w 1245803"/>
                <a:gd name="connsiteY116" fmla="*/ 846652 h 993048"/>
                <a:gd name="connsiteX117" fmla="*/ 863951 w 1245803"/>
                <a:gd name="connsiteY117" fmla="*/ 830129 h 993048"/>
                <a:gd name="connsiteX118" fmla="*/ 826253 w 1245803"/>
                <a:gd name="connsiteY118" fmla="*/ 862400 h 993048"/>
                <a:gd name="connsiteX119" fmla="*/ 782796 w 1245803"/>
                <a:gd name="connsiteY119" fmla="*/ 831298 h 993048"/>
                <a:gd name="connsiteX120" fmla="*/ 698223 w 1245803"/>
                <a:gd name="connsiteY120" fmla="*/ 874297 h 993048"/>
                <a:gd name="connsiteX121" fmla="*/ 657550 w 1245803"/>
                <a:gd name="connsiteY121" fmla="*/ 910368 h 993048"/>
                <a:gd name="connsiteX122" fmla="*/ 613445 w 1245803"/>
                <a:gd name="connsiteY122" fmla="*/ 842674 h 993048"/>
                <a:gd name="connsiteX123" fmla="*/ 604688 w 1245803"/>
                <a:gd name="connsiteY123" fmla="*/ 830523 h 993048"/>
                <a:gd name="connsiteX124" fmla="*/ 508637 w 1245803"/>
                <a:gd name="connsiteY124" fmla="*/ 811038 h 993048"/>
                <a:gd name="connsiteX125" fmla="*/ 474065 w 1245803"/>
                <a:gd name="connsiteY125" fmla="*/ 803984 h 993048"/>
                <a:gd name="connsiteX126" fmla="*/ 462067 w 1245803"/>
                <a:gd name="connsiteY126" fmla="*/ 777852 h 993048"/>
                <a:gd name="connsiteX127" fmla="*/ 451111 w 1245803"/>
                <a:gd name="connsiteY127" fmla="*/ 732998 h 993048"/>
                <a:gd name="connsiteX128" fmla="*/ 454619 w 1245803"/>
                <a:gd name="connsiteY128" fmla="*/ 713144 h 993048"/>
                <a:gd name="connsiteX129" fmla="*/ 455788 w 1245803"/>
                <a:gd name="connsiteY129" fmla="*/ 701908 h 993048"/>
                <a:gd name="connsiteX130" fmla="*/ 450958 w 1245803"/>
                <a:gd name="connsiteY130" fmla="*/ 696545 h 993048"/>
                <a:gd name="connsiteX131" fmla="*/ 448480 w 1245803"/>
                <a:gd name="connsiteY131" fmla="*/ 683085 h 993048"/>
                <a:gd name="connsiteX132" fmla="*/ 434498 w 1245803"/>
                <a:gd name="connsiteY132" fmla="*/ 683606 h 993048"/>
                <a:gd name="connsiteX133" fmla="*/ 417416 w 1245803"/>
                <a:gd name="connsiteY133" fmla="*/ 677327 h 993048"/>
                <a:gd name="connsiteX134" fmla="*/ 411404 w 1245803"/>
                <a:gd name="connsiteY134" fmla="*/ 671709 h 993048"/>
                <a:gd name="connsiteX135" fmla="*/ 410235 w 1245803"/>
                <a:gd name="connsiteY135" fmla="*/ 664007 h 993048"/>
                <a:gd name="connsiteX136" fmla="*/ 400842 w 1245803"/>
                <a:gd name="connsiteY136" fmla="*/ 659939 h 993048"/>
                <a:gd name="connsiteX137" fmla="*/ 377747 w 1245803"/>
                <a:gd name="connsiteY137" fmla="*/ 665303 h 993048"/>
                <a:gd name="connsiteX138" fmla="*/ 346150 w 1245803"/>
                <a:gd name="connsiteY138" fmla="*/ 689618 h 993048"/>
                <a:gd name="connsiteX139" fmla="*/ 331673 w 1245803"/>
                <a:gd name="connsiteY139" fmla="*/ 697244 h 993048"/>
                <a:gd name="connsiteX140" fmla="*/ 304664 w 1245803"/>
                <a:gd name="connsiteY140" fmla="*/ 699315 h 993048"/>
                <a:gd name="connsiteX141" fmla="*/ 265631 w 1245803"/>
                <a:gd name="connsiteY141" fmla="*/ 683898 h 993048"/>
                <a:gd name="connsiteX142" fmla="*/ 232584 w 1245803"/>
                <a:gd name="connsiteY142" fmla="*/ 688880 h 993048"/>
                <a:gd name="connsiteX143" fmla="*/ 214701 w 1245803"/>
                <a:gd name="connsiteY143" fmla="*/ 692274 h 993048"/>
                <a:gd name="connsiteX144" fmla="*/ 189141 w 1245803"/>
                <a:gd name="connsiteY144" fmla="*/ 684165 h 993048"/>
                <a:gd name="connsiteX145" fmla="*/ 246413 w 1245803"/>
                <a:gd name="connsiteY145" fmla="*/ 651614 h 993048"/>
                <a:gd name="connsiteX146" fmla="*/ 254763 w 1245803"/>
                <a:gd name="connsiteY146" fmla="*/ 600252 h 993048"/>
                <a:gd name="connsiteX147" fmla="*/ 175820 w 1245803"/>
                <a:gd name="connsiteY147" fmla="*/ 537260 h 993048"/>
                <a:gd name="connsiteX148" fmla="*/ 154416 w 1245803"/>
                <a:gd name="connsiteY148" fmla="*/ 521436 h 993048"/>
                <a:gd name="connsiteX149" fmla="*/ 148544 w 1245803"/>
                <a:gd name="connsiteY149" fmla="*/ 516352 h 993048"/>
                <a:gd name="connsiteX150" fmla="*/ 83722 w 1245803"/>
                <a:gd name="connsiteY150" fmla="*/ 472057 h 993048"/>
                <a:gd name="connsiteX151" fmla="*/ 92721 w 1245803"/>
                <a:gd name="connsiteY151" fmla="*/ 444870 h 993048"/>
                <a:gd name="connsiteX152" fmla="*/ 101860 w 1245803"/>
                <a:gd name="connsiteY152" fmla="*/ 429046 h 993048"/>
                <a:gd name="connsiteX153" fmla="*/ 99648 w 1245803"/>
                <a:gd name="connsiteY153" fmla="*/ 423174 h 993048"/>
                <a:gd name="connsiteX154" fmla="*/ 92594 w 1245803"/>
                <a:gd name="connsiteY154" fmla="*/ 422119 h 993048"/>
                <a:gd name="connsiteX155" fmla="*/ 63767 w 1245803"/>
                <a:gd name="connsiteY155" fmla="*/ 466160 h 993048"/>
                <a:gd name="connsiteX156" fmla="*/ 56586 w 1245803"/>
                <a:gd name="connsiteY156" fmla="*/ 475451 h 993048"/>
                <a:gd name="connsiteX157" fmla="*/ 50231 w 1245803"/>
                <a:gd name="connsiteY157" fmla="*/ 477929 h 993048"/>
                <a:gd name="connsiteX158" fmla="*/ 42134 w 1245803"/>
                <a:gd name="connsiteY158" fmla="*/ 475451 h 993048"/>
                <a:gd name="connsiteX159" fmla="*/ 24010 w 1245803"/>
                <a:gd name="connsiteY159" fmla="*/ 490995 h 993048"/>
                <a:gd name="connsiteX160" fmla="*/ 648 w 1245803"/>
                <a:gd name="connsiteY160" fmla="*/ 465117 h 993048"/>
                <a:gd name="connsiteX161" fmla="*/ 0 w 1245803"/>
                <a:gd name="connsiteY161" fmla="*/ 457491 h 993048"/>
                <a:gd name="connsiteX162" fmla="*/ 35881 w 1245803"/>
                <a:gd name="connsiteY162" fmla="*/ 431092 h 993048"/>
                <a:gd name="connsiteX163" fmla="*/ 63030 w 1245803"/>
                <a:gd name="connsiteY163" fmla="*/ 363525 h 993048"/>
                <a:gd name="connsiteX164" fmla="*/ 124903 w 1245803"/>
                <a:gd name="connsiteY164" fmla="*/ 337380 h 993048"/>
                <a:gd name="connsiteX165" fmla="*/ 165080 w 1245803"/>
                <a:gd name="connsiteY165" fmla="*/ 335549 h 993048"/>
                <a:gd name="connsiteX166" fmla="*/ 175909 w 1245803"/>
                <a:gd name="connsiteY166" fmla="*/ 349404 h 993048"/>
                <a:gd name="connsiteX167" fmla="*/ 171995 w 1245803"/>
                <a:gd name="connsiteY167" fmla="*/ 360004 h 993048"/>
                <a:gd name="connsiteX168" fmla="*/ 166389 w 1245803"/>
                <a:gd name="connsiteY168" fmla="*/ 368367 h 993048"/>
                <a:gd name="connsiteX169" fmla="*/ 153590 w 1245803"/>
                <a:gd name="connsiteY169" fmla="*/ 376209 h 993048"/>
                <a:gd name="connsiteX170" fmla="*/ 152688 w 1245803"/>
                <a:gd name="connsiteY170" fmla="*/ 381827 h 993048"/>
                <a:gd name="connsiteX171" fmla="*/ 165843 w 1245803"/>
                <a:gd name="connsiteY171" fmla="*/ 398948 h 993048"/>
                <a:gd name="connsiteX172" fmla="*/ 183637 w 1245803"/>
                <a:gd name="connsiteY172" fmla="*/ 410311 h 993048"/>
                <a:gd name="connsiteX173" fmla="*/ 201139 w 1245803"/>
                <a:gd name="connsiteY173" fmla="*/ 426834 h 993048"/>
                <a:gd name="connsiteX174" fmla="*/ 208422 w 1245803"/>
                <a:gd name="connsiteY174" fmla="*/ 429376 h 993048"/>
                <a:gd name="connsiteX175" fmla="*/ 214294 w 1245803"/>
                <a:gd name="connsiteY175" fmla="*/ 437739 h 993048"/>
                <a:gd name="connsiteX176" fmla="*/ 233220 w 1245803"/>
                <a:gd name="connsiteY176" fmla="*/ 452522 h 993048"/>
                <a:gd name="connsiteX177" fmla="*/ 245485 w 1245803"/>
                <a:gd name="connsiteY177" fmla="*/ 459309 h 993048"/>
                <a:gd name="connsiteX178" fmla="*/ 256924 w 1245803"/>
                <a:gd name="connsiteY178" fmla="*/ 478908 h 993048"/>
                <a:gd name="connsiteX179" fmla="*/ 264627 w 1245803"/>
                <a:gd name="connsiteY179" fmla="*/ 477205 h 993048"/>
                <a:gd name="connsiteX180" fmla="*/ 277553 w 1245803"/>
                <a:gd name="connsiteY180" fmla="*/ 459690 h 993048"/>
                <a:gd name="connsiteX181" fmla="*/ 281480 w 1245803"/>
                <a:gd name="connsiteY181" fmla="*/ 453424 h 993048"/>
                <a:gd name="connsiteX182" fmla="*/ 278341 w 1245803"/>
                <a:gd name="connsiteY182" fmla="*/ 438909 h 993048"/>
                <a:gd name="connsiteX183" fmla="*/ 269444 w 1245803"/>
                <a:gd name="connsiteY183" fmla="*/ 418649 h 993048"/>
                <a:gd name="connsiteX184" fmla="*/ 269571 w 1245803"/>
                <a:gd name="connsiteY184" fmla="*/ 396304 h 993048"/>
                <a:gd name="connsiteX185" fmla="*/ 359089 w 1245803"/>
                <a:gd name="connsiteY185" fmla="*/ 377493 h 993048"/>
                <a:gd name="connsiteX186" fmla="*/ 372549 w 1245803"/>
                <a:gd name="connsiteY186" fmla="*/ 413437 h 993048"/>
                <a:gd name="connsiteX187" fmla="*/ 402545 w 1245803"/>
                <a:gd name="connsiteY187" fmla="*/ 407082 h 993048"/>
                <a:gd name="connsiteX188" fmla="*/ 443002 w 1245803"/>
                <a:gd name="connsiteY188" fmla="*/ 387216 h 993048"/>
                <a:gd name="connsiteX189" fmla="*/ 503553 w 1245803"/>
                <a:gd name="connsiteY189" fmla="*/ 383162 h 993048"/>
                <a:gd name="connsiteX190" fmla="*/ 527563 w 1245803"/>
                <a:gd name="connsiteY190" fmla="*/ 352657 h 993048"/>
                <a:gd name="connsiteX191" fmla="*/ 572595 w 1245803"/>
                <a:gd name="connsiteY191" fmla="*/ 314756 h 99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1245803" h="993048">
                  <a:moveTo>
                    <a:pt x="853833" y="403028"/>
                  </a:moveTo>
                  <a:lnTo>
                    <a:pt x="867929" y="395059"/>
                  </a:lnTo>
                  <a:lnTo>
                    <a:pt x="873280" y="380696"/>
                  </a:lnTo>
                  <a:lnTo>
                    <a:pt x="862972" y="370744"/>
                  </a:lnTo>
                  <a:lnTo>
                    <a:pt x="849919" y="366041"/>
                  </a:lnTo>
                  <a:lnTo>
                    <a:pt x="832824" y="353331"/>
                  </a:lnTo>
                  <a:lnTo>
                    <a:pt x="832430" y="339617"/>
                  </a:lnTo>
                  <a:lnTo>
                    <a:pt x="824486" y="315569"/>
                  </a:lnTo>
                  <a:lnTo>
                    <a:pt x="825909" y="288255"/>
                  </a:lnTo>
                  <a:lnTo>
                    <a:pt x="810619" y="251942"/>
                  </a:lnTo>
                  <a:lnTo>
                    <a:pt x="814152" y="243833"/>
                  </a:lnTo>
                  <a:lnTo>
                    <a:pt x="806730" y="229979"/>
                  </a:lnTo>
                  <a:lnTo>
                    <a:pt x="810619" y="222073"/>
                  </a:lnTo>
                  <a:lnTo>
                    <a:pt x="813491" y="213697"/>
                  </a:lnTo>
                  <a:lnTo>
                    <a:pt x="813491" y="206782"/>
                  </a:lnTo>
                  <a:lnTo>
                    <a:pt x="806730" y="210176"/>
                  </a:lnTo>
                  <a:lnTo>
                    <a:pt x="799929" y="206363"/>
                  </a:lnTo>
                  <a:lnTo>
                    <a:pt x="798481" y="198000"/>
                  </a:lnTo>
                  <a:lnTo>
                    <a:pt x="790016" y="196169"/>
                  </a:lnTo>
                  <a:lnTo>
                    <a:pt x="786736" y="207672"/>
                  </a:lnTo>
                  <a:lnTo>
                    <a:pt x="778652" y="211193"/>
                  </a:lnTo>
                  <a:lnTo>
                    <a:pt x="770289" y="213544"/>
                  </a:lnTo>
                  <a:lnTo>
                    <a:pt x="762473" y="210023"/>
                  </a:lnTo>
                  <a:lnTo>
                    <a:pt x="756728" y="216162"/>
                  </a:lnTo>
                  <a:lnTo>
                    <a:pt x="754249" y="230144"/>
                  </a:lnTo>
                  <a:lnTo>
                    <a:pt x="747195" y="237452"/>
                  </a:lnTo>
                  <a:lnTo>
                    <a:pt x="749737" y="242295"/>
                  </a:lnTo>
                  <a:lnTo>
                    <a:pt x="757185" y="240070"/>
                  </a:lnTo>
                  <a:lnTo>
                    <a:pt x="763451" y="255882"/>
                  </a:lnTo>
                  <a:lnTo>
                    <a:pt x="782898" y="285420"/>
                  </a:lnTo>
                  <a:lnTo>
                    <a:pt x="784067" y="304486"/>
                  </a:lnTo>
                  <a:lnTo>
                    <a:pt x="790588" y="311273"/>
                  </a:lnTo>
                  <a:lnTo>
                    <a:pt x="801950" y="320818"/>
                  </a:lnTo>
                  <a:lnTo>
                    <a:pt x="793727" y="333884"/>
                  </a:lnTo>
                  <a:lnTo>
                    <a:pt x="797248" y="346290"/>
                  </a:lnTo>
                  <a:lnTo>
                    <a:pt x="806386" y="348641"/>
                  </a:lnTo>
                  <a:lnTo>
                    <a:pt x="810962" y="356267"/>
                  </a:lnTo>
                  <a:lnTo>
                    <a:pt x="820215" y="358885"/>
                  </a:lnTo>
                  <a:lnTo>
                    <a:pt x="833129" y="380188"/>
                  </a:lnTo>
                  <a:lnTo>
                    <a:pt x="847224" y="388805"/>
                  </a:lnTo>
                  <a:lnTo>
                    <a:pt x="853122" y="394169"/>
                  </a:lnTo>
                  <a:close/>
                  <a:moveTo>
                    <a:pt x="602502" y="252463"/>
                  </a:moveTo>
                  <a:lnTo>
                    <a:pt x="604446" y="224361"/>
                  </a:lnTo>
                  <a:lnTo>
                    <a:pt x="630413" y="208422"/>
                  </a:lnTo>
                  <a:lnTo>
                    <a:pt x="611882" y="172338"/>
                  </a:lnTo>
                  <a:lnTo>
                    <a:pt x="611374" y="162398"/>
                  </a:lnTo>
                  <a:lnTo>
                    <a:pt x="590084" y="140791"/>
                  </a:lnTo>
                  <a:lnTo>
                    <a:pt x="588521" y="112435"/>
                  </a:lnTo>
                  <a:lnTo>
                    <a:pt x="655071" y="53879"/>
                  </a:lnTo>
                  <a:lnTo>
                    <a:pt x="669294" y="57793"/>
                  </a:lnTo>
                  <a:lnTo>
                    <a:pt x="693062" y="44460"/>
                  </a:lnTo>
                  <a:lnTo>
                    <a:pt x="740687" y="35563"/>
                  </a:lnTo>
                  <a:lnTo>
                    <a:pt x="750995" y="41435"/>
                  </a:lnTo>
                  <a:lnTo>
                    <a:pt x="773442" y="44969"/>
                  </a:lnTo>
                  <a:lnTo>
                    <a:pt x="782339" y="37343"/>
                  </a:lnTo>
                  <a:lnTo>
                    <a:pt x="810021" y="41003"/>
                  </a:lnTo>
                  <a:lnTo>
                    <a:pt x="814330" y="19828"/>
                  </a:lnTo>
                  <a:lnTo>
                    <a:pt x="829582" y="13028"/>
                  </a:lnTo>
                  <a:lnTo>
                    <a:pt x="839090" y="1398"/>
                  </a:lnTo>
                  <a:lnTo>
                    <a:pt x="845750" y="4538"/>
                  </a:lnTo>
                  <a:lnTo>
                    <a:pt x="841695" y="18125"/>
                  </a:lnTo>
                  <a:lnTo>
                    <a:pt x="825376" y="31979"/>
                  </a:lnTo>
                  <a:lnTo>
                    <a:pt x="819020" y="47015"/>
                  </a:lnTo>
                  <a:lnTo>
                    <a:pt x="838861" y="51858"/>
                  </a:lnTo>
                  <a:lnTo>
                    <a:pt x="860392" y="57997"/>
                  </a:lnTo>
                  <a:lnTo>
                    <a:pt x="864701" y="71457"/>
                  </a:lnTo>
                  <a:lnTo>
                    <a:pt x="894328" y="72105"/>
                  </a:lnTo>
                  <a:lnTo>
                    <a:pt x="911690" y="82184"/>
                  </a:lnTo>
                  <a:lnTo>
                    <a:pt x="925773" y="79045"/>
                  </a:lnTo>
                  <a:lnTo>
                    <a:pt x="933857" y="69487"/>
                  </a:lnTo>
                  <a:lnTo>
                    <a:pt x="936729" y="48045"/>
                  </a:lnTo>
                  <a:lnTo>
                    <a:pt x="953443" y="42706"/>
                  </a:lnTo>
                  <a:lnTo>
                    <a:pt x="977326" y="36021"/>
                  </a:lnTo>
                  <a:lnTo>
                    <a:pt x="989591" y="37864"/>
                  </a:lnTo>
                  <a:lnTo>
                    <a:pt x="1005517" y="29361"/>
                  </a:lnTo>
                  <a:lnTo>
                    <a:pt x="1014414" y="31712"/>
                  </a:lnTo>
                  <a:lnTo>
                    <a:pt x="1025853" y="40876"/>
                  </a:lnTo>
                  <a:lnTo>
                    <a:pt x="1050664" y="32500"/>
                  </a:lnTo>
                  <a:lnTo>
                    <a:pt x="1072195" y="28446"/>
                  </a:lnTo>
                  <a:lnTo>
                    <a:pt x="1094107" y="18392"/>
                  </a:lnTo>
                  <a:lnTo>
                    <a:pt x="1114215" y="7156"/>
                  </a:lnTo>
                  <a:lnTo>
                    <a:pt x="1114723" y="216"/>
                  </a:lnTo>
                  <a:lnTo>
                    <a:pt x="1146054" y="4805"/>
                  </a:lnTo>
                  <a:lnTo>
                    <a:pt x="1164458" y="1271"/>
                  </a:lnTo>
                  <a:lnTo>
                    <a:pt x="1172084" y="0"/>
                  </a:lnTo>
                  <a:lnTo>
                    <a:pt x="1178605" y="4182"/>
                  </a:lnTo>
                  <a:lnTo>
                    <a:pt x="1181464" y="14769"/>
                  </a:lnTo>
                  <a:lnTo>
                    <a:pt x="1148710" y="55569"/>
                  </a:lnTo>
                  <a:lnTo>
                    <a:pt x="1158103" y="101707"/>
                  </a:lnTo>
                  <a:lnTo>
                    <a:pt x="1175592" y="115968"/>
                  </a:lnTo>
                  <a:lnTo>
                    <a:pt x="1196869" y="102355"/>
                  </a:lnTo>
                  <a:lnTo>
                    <a:pt x="1245804" y="131589"/>
                  </a:lnTo>
                  <a:lnTo>
                    <a:pt x="1177308" y="234059"/>
                  </a:lnTo>
                  <a:lnTo>
                    <a:pt x="1171945" y="242168"/>
                  </a:lnTo>
                  <a:lnTo>
                    <a:pt x="1176266" y="248523"/>
                  </a:lnTo>
                  <a:lnTo>
                    <a:pt x="1182520" y="297266"/>
                  </a:lnTo>
                  <a:lnTo>
                    <a:pt x="1182786" y="306291"/>
                  </a:lnTo>
                  <a:lnTo>
                    <a:pt x="1180549" y="339871"/>
                  </a:lnTo>
                  <a:lnTo>
                    <a:pt x="1147020" y="377404"/>
                  </a:lnTo>
                  <a:lnTo>
                    <a:pt x="1162158" y="422487"/>
                  </a:lnTo>
                  <a:lnTo>
                    <a:pt x="1137869" y="503121"/>
                  </a:lnTo>
                  <a:lnTo>
                    <a:pt x="1090650" y="533625"/>
                  </a:lnTo>
                  <a:lnTo>
                    <a:pt x="1042491" y="551254"/>
                  </a:lnTo>
                  <a:lnTo>
                    <a:pt x="1031141" y="589957"/>
                  </a:lnTo>
                  <a:lnTo>
                    <a:pt x="1063095" y="600938"/>
                  </a:lnTo>
                  <a:lnTo>
                    <a:pt x="1096903" y="653216"/>
                  </a:lnTo>
                  <a:lnTo>
                    <a:pt x="1145838" y="741310"/>
                  </a:lnTo>
                  <a:lnTo>
                    <a:pt x="1190984" y="768878"/>
                  </a:lnTo>
                  <a:lnTo>
                    <a:pt x="1158764" y="832010"/>
                  </a:lnTo>
                  <a:lnTo>
                    <a:pt x="1175846" y="863519"/>
                  </a:lnTo>
                  <a:lnTo>
                    <a:pt x="1119350" y="889651"/>
                  </a:lnTo>
                  <a:lnTo>
                    <a:pt x="1019651" y="941153"/>
                  </a:lnTo>
                  <a:lnTo>
                    <a:pt x="946821" y="993048"/>
                  </a:lnTo>
                  <a:lnTo>
                    <a:pt x="941483" y="978012"/>
                  </a:lnTo>
                  <a:lnTo>
                    <a:pt x="943047" y="914220"/>
                  </a:lnTo>
                  <a:lnTo>
                    <a:pt x="899323" y="886130"/>
                  </a:lnTo>
                  <a:lnTo>
                    <a:pt x="897112" y="846652"/>
                  </a:lnTo>
                  <a:lnTo>
                    <a:pt x="863951" y="830129"/>
                  </a:lnTo>
                  <a:lnTo>
                    <a:pt x="826253" y="862400"/>
                  </a:lnTo>
                  <a:lnTo>
                    <a:pt x="782796" y="831298"/>
                  </a:lnTo>
                  <a:lnTo>
                    <a:pt x="698223" y="874297"/>
                  </a:lnTo>
                  <a:lnTo>
                    <a:pt x="657550" y="910368"/>
                  </a:lnTo>
                  <a:lnTo>
                    <a:pt x="613445" y="842674"/>
                  </a:lnTo>
                  <a:lnTo>
                    <a:pt x="604688" y="830523"/>
                  </a:lnTo>
                  <a:lnTo>
                    <a:pt x="508637" y="811038"/>
                  </a:lnTo>
                  <a:lnTo>
                    <a:pt x="474065" y="803984"/>
                  </a:lnTo>
                  <a:lnTo>
                    <a:pt x="462067" y="777852"/>
                  </a:lnTo>
                  <a:lnTo>
                    <a:pt x="451111" y="732998"/>
                  </a:lnTo>
                  <a:lnTo>
                    <a:pt x="454619" y="713144"/>
                  </a:lnTo>
                  <a:lnTo>
                    <a:pt x="455788" y="701908"/>
                  </a:lnTo>
                  <a:lnTo>
                    <a:pt x="450958" y="696545"/>
                  </a:lnTo>
                  <a:lnTo>
                    <a:pt x="448480" y="683085"/>
                  </a:lnTo>
                  <a:lnTo>
                    <a:pt x="434498" y="683606"/>
                  </a:lnTo>
                  <a:lnTo>
                    <a:pt x="417416" y="677327"/>
                  </a:lnTo>
                  <a:lnTo>
                    <a:pt x="411404" y="671709"/>
                  </a:lnTo>
                  <a:lnTo>
                    <a:pt x="410235" y="664007"/>
                  </a:lnTo>
                  <a:lnTo>
                    <a:pt x="400842" y="659939"/>
                  </a:lnTo>
                  <a:lnTo>
                    <a:pt x="377747" y="665303"/>
                  </a:lnTo>
                  <a:lnTo>
                    <a:pt x="346150" y="689618"/>
                  </a:lnTo>
                  <a:lnTo>
                    <a:pt x="331673" y="697244"/>
                  </a:lnTo>
                  <a:lnTo>
                    <a:pt x="304664" y="699315"/>
                  </a:lnTo>
                  <a:lnTo>
                    <a:pt x="265631" y="683898"/>
                  </a:lnTo>
                  <a:lnTo>
                    <a:pt x="232584" y="688880"/>
                  </a:lnTo>
                  <a:lnTo>
                    <a:pt x="214701" y="692274"/>
                  </a:lnTo>
                  <a:lnTo>
                    <a:pt x="189141" y="684165"/>
                  </a:lnTo>
                  <a:lnTo>
                    <a:pt x="246413" y="651614"/>
                  </a:lnTo>
                  <a:lnTo>
                    <a:pt x="254763" y="600252"/>
                  </a:lnTo>
                  <a:lnTo>
                    <a:pt x="175820" y="537260"/>
                  </a:lnTo>
                  <a:lnTo>
                    <a:pt x="154416" y="521436"/>
                  </a:lnTo>
                  <a:lnTo>
                    <a:pt x="148544" y="516352"/>
                  </a:lnTo>
                  <a:lnTo>
                    <a:pt x="83722" y="472057"/>
                  </a:lnTo>
                  <a:lnTo>
                    <a:pt x="92721" y="444870"/>
                  </a:lnTo>
                  <a:lnTo>
                    <a:pt x="101860" y="429046"/>
                  </a:lnTo>
                  <a:lnTo>
                    <a:pt x="99648" y="423174"/>
                  </a:lnTo>
                  <a:lnTo>
                    <a:pt x="92594" y="422119"/>
                  </a:lnTo>
                  <a:lnTo>
                    <a:pt x="63767" y="466160"/>
                  </a:lnTo>
                  <a:lnTo>
                    <a:pt x="56586" y="475451"/>
                  </a:lnTo>
                  <a:lnTo>
                    <a:pt x="50231" y="477929"/>
                  </a:lnTo>
                  <a:lnTo>
                    <a:pt x="42134" y="475451"/>
                  </a:lnTo>
                  <a:lnTo>
                    <a:pt x="24010" y="490995"/>
                  </a:lnTo>
                  <a:lnTo>
                    <a:pt x="648" y="465117"/>
                  </a:lnTo>
                  <a:lnTo>
                    <a:pt x="0" y="457491"/>
                  </a:lnTo>
                  <a:lnTo>
                    <a:pt x="35881" y="431092"/>
                  </a:lnTo>
                  <a:lnTo>
                    <a:pt x="63030" y="363525"/>
                  </a:lnTo>
                  <a:lnTo>
                    <a:pt x="124903" y="337380"/>
                  </a:lnTo>
                  <a:lnTo>
                    <a:pt x="165080" y="335549"/>
                  </a:lnTo>
                  <a:lnTo>
                    <a:pt x="175909" y="349404"/>
                  </a:lnTo>
                  <a:lnTo>
                    <a:pt x="171995" y="360004"/>
                  </a:lnTo>
                  <a:lnTo>
                    <a:pt x="166389" y="368367"/>
                  </a:lnTo>
                  <a:lnTo>
                    <a:pt x="153590" y="376209"/>
                  </a:lnTo>
                  <a:lnTo>
                    <a:pt x="152688" y="381827"/>
                  </a:lnTo>
                  <a:lnTo>
                    <a:pt x="165843" y="398948"/>
                  </a:lnTo>
                  <a:lnTo>
                    <a:pt x="183637" y="410311"/>
                  </a:lnTo>
                  <a:lnTo>
                    <a:pt x="201139" y="426834"/>
                  </a:lnTo>
                  <a:lnTo>
                    <a:pt x="208422" y="429376"/>
                  </a:lnTo>
                  <a:lnTo>
                    <a:pt x="214294" y="437739"/>
                  </a:lnTo>
                  <a:lnTo>
                    <a:pt x="233220" y="452522"/>
                  </a:lnTo>
                  <a:lnTo>
                    <a:pt x="245485" y="459309"/>
                  </a:lnTo>
                  <a:lnTo>
                    <a:pt x="256924" y="478908"/>
                  </a:lnTo>
                  <a:lnTo>
                    <a:pt x="264627" y="477205"/>
                  </a:lnTo>
                  <a:lnTo>
                    <a:pt x="277553" y="459690"/>
                  </a:lnTo>
                  <a:lnTo>
                    <a:pt x="281480" y="453424"/>
                  </a:lnTo>
                  <a:lnTo>
                    <a:pt x="278341" y="438909"/>
                  </a:lnTo>
                  <a:lnTo>
                    <a:pt x="269444" y="418649"/>
                  </a:lnTo>
                  <a:lnTo>
                    <a:pt x="269571" y="396304"/>
                  </a:lnTo>
                  <a:lnTo>
                    <a:pt x="359089" y="377493"/>
                  </a:lnTo>
                  <a:lnTo>
                    <a:pt x="372549" y="413437"/>
                  </a:lnTo>
                  <a:lnTo>
                    <a:pt x="402545" y="407082"/>
                  </a:lnTo>
                  <a:lnTo>
                    <a:pt x="443002" y="387216"/>
                  </a:lnTo>
                  <a:lnTo>
                    <a:pt x="503553" y="383162"/>
                  </a:lnTo>
                  <a:lnTo>
                    <a:pt x="527563" y="352657"/>
                  </a:lnTo>
                  <a:lnTo>
                    <a:pt x="572595" y="314756"/>
                  </a:lnTo>
                  <a:close/>
                </a:path>
              </a:pathLst>
            </a:custGeom>
            <a:solidFill>
              <a:srgbClr val="FFFFFF"/>
            </a:solidFill>
            <a:ln w="12700" cap="flat">
              <a:noFill/>
              <a:prstDash val="solid"/>
              <a:miter/>
            </a:ln>
          </p:spPr>
          <p:txBody>
            <a:bodyPr rtlCol="0" anchor="ctr"/>
            <a:lstStyle/>
            <a:p>
              <a:endParaRPr lang="de-CH"/>
            </a:p>
          </p:txBody>
        </p:sp>
        <p:sp>
          <p:nvSpPr>
            <p:cNvPr id="91" name="Freihandform: Form 90">
              <a:extLst>
                <a:ext uri="{FF2B5EF4-FFF2-40B4-BE49-F238E27FC236}">
                  <a16:creationId xmlns:a16="http://schemas.microsoft.com/office/drawing/2014/main" id="{780D435D-3ED8-C26D-CF8A-472C9B477DDD}"/>
                </a:ext>
              </a:extLst>
            </p:cNvPr>
            <p:cNvSpPr/>
            <p:nvPr/>
          </p:nvSpPr>
          <p:spPr>
            <a:xfrm>
              <a:off x="6462138" y="2231890"/>
              <a:ext cx="1245803" cy="993048"/>
            </a:xfrm>
            <a:custGeom>
              <a:avLst/>
              <a:gdLst>
                <a:gd name="connsiteX0" fmla="*/ 853833 w 1245803"/>
                <a:gd name="connsiteY0" fmla="*/ 403028 h 993048"/>
                <a:gd name="connsiteX1" fmla="*/ 867929 w 1245803"/>
                <a:gd name="connsiteY1" fmla="*/ 395059 h 993048"/>
                <a:gd name="connsiteX2" fmla="*/ 873280 w 1245803"/>
                <a:gd name="connsiteY2" fmla="*/ 380696 h 993048"/>
                <a:gd name="connsiteX3" fmla="*/ 862972 w 1245803"/>
                <a:gd name="connsiteY3" fmla="*/ 370744 h 993048"/>
                <a:gd name="connsiteX4" fmla="*/ 849919 w 1245803"/>
                <a:gd name="connsiteY4" fmla="*/ 366041 h 993048"/>
                <a:gd name="connsiteX5" fmla="*/ 832824 w 1245803"/>
                <a:gd name="connsiteY5" fmla="*/ 353331 h 993048"/>
                <a:gd name="connsiteX6" fmla="*/ 832430 w 1245803"/>
                <a:gd name="connsiteY6" fmla="*/ 339617 h 993048"/>
                <a:gd name="connsiteX7" fmla="*/ 824486 w 1245803"/>
                <a:gd name="connsiteY7" fmla="*/ 315569 h 993048"/>
                <a:gd name="connsiteX8" fmla="*/ 825909 w 1245803"/>
                <a:gd name="connsiteY8" fmla="*/ 288255 h 993048"/>
                <a:gd name="connsiteX9" fmla="*/ 810619 w 1245803"/>
                <a:gd name="connsiteY9" fmla="*/ 251942 h 993048"/>
                <a:gd name="connsiteX10" fmla="*/ 814152 w 1245803"/>
                <a:gd name="connsiteY10" fmla="*/ 243833 h 993048"/>
                <a:gd name="connsiteX11" fmla="*/ 806730 w 1245803"/>
                <a:gd name="connsiteY11" fmla="*/ 229979 h 993048"/>
                <a:gd name="connsiteX12" fmla="*/ 810619 w 1245803"/>
                <a:gd name="connsiteY12" fmla="*/ 222073 h 993048"/>
                <a:gd name="connsiteX13" fmla="*/ 813491 w 1245803"/>
                <a:gd name="connsiteY13" fmla="*/ 213697 h 993048"/>
                <a:gd name="connsiteX14" fmla="*/ 813491 w 1245803"/>
                <a:gd name="connsiteY14" fmla="*/ 206782 h 993048"/>
                <a:gd name="connsiteX15" fmla="*/ 806730 w 1245803"/>
                <a:gd name="connsiteY15" fmla="*/ 210176 h 993048"/>
                <a:gd name="connsiteX16" fmla="*/ 799929 w 1245803"/>
                <a:gd name="connsiteY16" fmla="*/ 206363 h 993048"/>
                <a:gd name="connsiteX17" fmla="*/ 798481 w 1245803"/>
                <a:gd name="connsiteY17" fmla="*/ 198000 h 993048"/>
                <a:gd name="connsiteX18" fmla="*/ 790016 w 1245803"/>
                <a:gd name="connsiteY18" fmla="*/ 196169 h 993048"/>
                <a:gd name="connsiteX19" fmla="*/ 786736 w 1245803"/>
                <a:gd name="connsiteY19" fmla="*/ 207672 h 993048"/>
                <a:gd name="connsiteX20" fmla="*/ 778652 w 1245803"/>
                <a:gd name="connsiteY20" fmla="*/ 211193 h 993048"/>
                <a:gd name="connsiteX21" fmla="*/ 770289 w 1245803"/>
                <a:gd name="connsiteY21" fmla="*/ 213544 h 993048"/>
                <a:gd name="connsiteX22" fmla="*/ 762473 w 1245803"/>
                <a:gd name="connsiteY22" fmla="*/ 210023 h 993048"/>
                <a:gd name="connsiteX23" fmla="*/ 756728 w 1245803"/>
                <a:gd name="connsiteY23" fmla="*/ 216162 h 993048"/>
                <a:gd name="connsiteX24" fmla="*/ 754249 w 1245803"/>
                <a:gd name="connsiteY24" fmla="*/ 230144 h 993048"/>
                <a:gd name="connsiteX25" fmla="*/ 747195 w 1245803"/>
                <a:gd name="connsiteY25" fmla="*/ 237452 h 993048"/>
                <a:gd name="connsiteX26" fmla="*/ 749737 w 1245803"/>
                <a:gd name="connsiteY26" fmla="*/ 242295 h 993048"/>
                <a:gd name="connsiteX27" fmla="*/ 757185 w 1245803"/>
                <a:gd name="connsiteY27" fmla="*/ 240070 h 993048"/>
                <a:gd name="connsiteX28" fmla="*/ 763451 w 1245803"/>
                <a:gd name="connsiteY28" fmla="*/ 255882 h 993048"/>
                <a:gd name="connsiteX29" fmla="*/ 782898 w 1245803"/>
                <a:gd name="connsiteY29" fmla="*/ 285420 h 993048"/>
                <a:gd name="connsiteX30" fmla="*/ 784067 w 1245803"/>
                <a:gd name="connsiteY30" fmla="*/ 304486 h 993048"/>
                <a:gd name="connsiteX31" fmla="*/ 790588 w 1245803"/>
                <a:gd name="connsiteY31" fmla="*/ 311273 h 993048"/>
                <a:gd name="connsiteX32" fmla="*/ 801950 w 1245803"/>
                <a:gd name="connsiteY32" fmla="*/ 320818 h 993048"/>
                <a:gd name="connsiteX33" fmla="*/ 793727 w 1245803"/>
                <a:gd name="connsiteY33" fmla="*/ 333884 h 993048"/>
                <a:gd name="connsiteX34" fmla="*/ 797248 w 1245803"/>
                <a:gd name="connsiteY34" fmla="*/ 346290 h 993048"/>
                <a:gd name="connsiteX35" fmla="*/ 806386 w 1245803"/>
                <a:gd name="connsiteY35" fmla="*/ 348641 h 993048"/>
                <a:gd name="connsiteX36" fmla="*/ 810962 w 1245803"/>
                <a:gd name="connsiteY36" fmla="*/ 356267 h 993048"/>
                <a:gd name="connsiteX37" fmla="*/ 820215 w 1245803"/>
                <a:gd name="connsiteY37" fmla="*/ 358885 h 993048"/>
                <a:gd name="connsiteX38" fmla="*/ 833129 w 1245803"/>
                <a:gd name="connsiteY38" fmla="*/ 380188 h 993048"/>
                <a:gd name="connsiteX39" fmla="*/ 847224 w 1245803"/>
                <a:gd name="connsiteY39" fmla="*/ 388805 h 993048"/>
                <a:gd name="connsiteX40" fmla="*/ 853122 w 1245803"/>
                <a:gd name="connsiteY40" fmla="*/ 394169 h 993048"/>
                <a:gd name="connsiteX41" fmla="*/ 602502 w 1245803"/>
                <a:gd name="connsiteY41" fmla="*/ 252463 h 993048"/>
                <a:gd name="connsiteX42" fmla="*/ 604446 w 1245803"/>
                <a:gd name="connsiteY42" fmla="*/ 224361 h 993048"/>
                <a:gd name="connsiteX43" fmla="*/ 630413 w 1245803"/>
                <a:gd name="connsiteY43" fmla="*/ 208422 h 993048"/>
                <a:gd name="connsiteX44" fmla="*/ 611882 w 1245803"/>
                <a:gd name="connsiteY44" fmla="*/ 172338 h 993048"/>
                <a:gd name="connsiteX45" fmla="*/ 611374 w 1245803"/>
                <a:gd name="connsiteY45" fmla="*/ 162398 h 993048"/>
                <a:gd name="connsiteX46" fmla="*/ 590084 w 1245803"/>
                <a:gd name="connsiteY46" fmla="*/ 140791 h 993048"/>
                <a:gd name="connsiteX47" fmla="*/ 588521 w 1245803"/>
                <a:gd name="connsiteY47" fmla="*/ 112435 h 993048"/>
                <a:gd name="connsiteX48" fmla="*/ 655071 w 1245803"/>
                <a:gd name="connsiteY48" fmla="*/ 53879 h 993048"/>
                <a:gd name="connsiteX49" fmla="*/ 669294 w 1245803"/>
                <a:gd name="connsiteY49" fmla="*/ 57793 h 993048"/>
                <a:gd name="connsiteX50" fmla="*/ 693062 w 1245803"/>
                <a:gd name="connsiteY50" fmla="*/ 44460 h 993048"/>
                <a:gd name="connsiteX51" fmla="*/ 740687 w 1245803"/>
                <a:gd name="connsiteY51" fmla="*/ 35563 h 993048"/>
                <a:gd name="connsiteX52" fmla="*/ 750995 w 1245803"/>
                <a:gd name="connsiteY52" fmla="*/ 41435 h 993048"/>
                <a:gd name="connsiteX53" fmla="*/ 773442 w 1245803"/>
                <a:gd name="connsiteY53" fmla="*/ 44969 h 993048"/>
                <a:gd name="connsiteX54" fmla="*/ 782339 w 1245803"/>
                <a:gd name="connsiteY54" fmla="*/ 37343 h 993048"/>
                <a:gd name="connsiteX55" fmla="*/ 810021 w 1245803"/>
                <a:gd name="connsiteY55" fmla="*/ 41003 h 993048"/>
                <a:gd name="connsiteX56" fmla="*/ 814330 w 1245803"/>
                <a:gd name="connsiteY56" fmla="*/ 19828 h 993048"/>
                <a:gd name="connsiteX57" fmla="*/ 829582 w 1245803"/>
                <a:gd name="connsiteY57" fmla="*/ 13028 h 993048"/>
                <a:gd name="connsiteX58" fmla="*/ 839090 w 1245803"/>
                <a:gd name="connsiteY58" fmla="*/ 1398 h 993048"/>
                <a:gd name="connsiteX59" fmla="*/ 845750 w 1245803"/>
                <a:gd name="connsiteY59" fmla="*/ 4538 h 993048"/>
                <a:gd name="connsiteX60" fmla="*/ 841695 w 1245803"/>
                <a:gd name="connsiteY60" fmla="*/ 18125 h 993048"/>
                <a:gd name="connsiteX61" fmla="*/ 825376 w 1245803"/>
                <a:gd name="connsiteY61" fmla="*/ 31979 h 993048"/>
                <a:gd name="connsiteX62" fmla="*/ 819020 w 1245803"/>
                <a:gd name="connsiteY62" fmla="*/ 47015 h 993048"/>
                <a:gd name="connsiteX63" fmla="*/ 838861 w 1245803"/>
                <a:gd name="connsiteY63" fmla="*/ 51858 h 993048"/>
                <a:gd name="connsiteX64" fmla="*/ 860392 w 1245803"/>
                <a:gd name="connsiteY64" fmla="*/ 57997 h 993048"/>
                <a:gd name="connsiteX65" fmla="*/ 864701 w 1245803"/>
                <a:gd name="connsiteY65" fmla="*/ 71457 h 993048"/>
                <a:gd name="connsiteX66" fmla="*/ 894328 w 1245803"/>
                <a:gd name="connsiteY66" fmla="*/ 72105 h 993048"/>
                <a:gd name="connsiteX67" fmla="*/ 911690 w 1245803"/>
                <a:gd name="connsiteY67" fmla="*/ 82184 h 993048"/>
                <a:gd name="connsiteX68" fmla="*/ 925773 w 1245803"/>
                <a:gd name="connsiteY68" fmla="*/ 79045 h 993048"/>
                <a:gd name="connsiteX69" fmla="*/ 933857 w 1245803"/>
                <a:gd name="connsiteY69" fmla="*/ 69487 h 993048"/>
                <a:gd name="connsiteX70" fmla="*/ 936729 w 1245803"/>
                <a:gd name="connsiteY70" fmla="*/ 48045 h 993048"/>
                <a:gd name="connsiteX71" fmla="*/ 953443 w 1245803"/>
                <a:gd name="connsiteY71" fmla="*/ 42706 h 993048"/>
                <a:gd name="connsiteX72" fmla="*/ 977326 w 1245803"/>
                <a:gd name="connsiteY72" fmla="*/ 36021 h 993048"/>
                <a:gd name="connsiteX73" fmla="*/ 989591 w 1245803"/>
                <a:gd name="connsiteY73" fmla="*/ 37864 h 993048"/>
                <a:gd name="connsiteX74" fmla="*/ 1005517 w 1245803"/>
                <a:gd name="connsiteY74" fmla="*/ 29361 h 993048"/>
                <a:gd name="connsiteX75" fmla="*/ 1014414 w 1245803"/>
                <a:gd name="connsiteY75" fmla="*/ 31712 h 993048"/>
                <a:gd name="connsiteX76" fmla="*/ 1025853 w 1245803"/>
                <a:gd name="connsiteY76" fmla="*/ 40876 h 993048"/>
                <a:gd name="connsiteX77" fmla="*/ 1050664 w 1245803"/>
                <a:gd name="connsiteY77" fmla="*/ 32500 h 993048"/>
                <a:gd name="connsiteX78" fmla="*/ 1072195 w 1245803"/>
                <a:gd name="connsiteY78" fmla="*/ 28446 h 993048"/>
                <a:gd name="connsiteX79" fmla="*/ 1094107 w 1245803"/>
                <a:gd name="connsiteY79" fmla="*/ 18392 h 993048"/>
                <a:gd name="connsiteX80" fmla="*/ 1114215 w 1245803"/>
                <a:gd name="connsiteY80" fmla="*/ 7156 h 993048"/>
                <a:gd name="connsiteX81" fmla="*/ 1114723 w 1245803"/>
                <a:gd name="connsiteY81" fmla="*/ 216 h 993048"/>
                <a:gd name="connsiteX82" fmla="*/ 1146054 w 1245803"/>
                <a:gd name="connsiteY82" fmla="*/ 4805 h 993048"/>
                <a:gd name="connsiteX83" fmla="*/ 1164458 w 1245803"/>
                <a:gd name="connsiteY83" fmla="*/ 1271 h 993048"/>
                <a:gd name="connsiteX84" fmla="*/ 1172084 w 1245803"/>
                <a:gd name="connsiteY84" fmla="*/ 0 h 993048"/>
                <a:gd name="connsiteX85" fmla="*/ 1178605 w 1245803"/>
                <a:gd name="connsiteY85" fmla="*/ 4182 h 993048"/>
                <a:gd name="connsiteX86" fmla="*/ 1181464 w 1245803"/>
                <a:gd name="connsiteY86" fmla="*/ 14769 h 993048"/>
                <a:gd name="connsiteX87" fmla="*/ 1148710 w 1245803"/>
                <a:gd name="connsiteY87" fmla="*/ 55569 h 993048"/>
                <a:gd name="connsiteX88" fmla="*/ 1158103 w 1245803"/>
                <a:gd name="connsiteY88" fmla="*/ 101707 h 993048"/>
                <a:gd name="connsiteX89" fmla="*/ 1175592 w 1245803"/>
                <a:gd name="connsiteY89" fmla="*/ 115968 h 993048"/>
                <a:gd name="connsiteX90" fmla="*/ 1196869 w 1245803"/>
                <a:gd name="connsiteY90" fmla="*/ 102355 h 993048"/>
                <a:gd name="connsiteX91" fmla="*/ 1245804 w 1245803"/>
                <a:gd name="connsiteY91" fmla="*/ 131589 h 993048"/>
                <a:gd name="connsiteX92" fmla="*/ 1177308 w 1245803"/>
                <a:gd name="connsiteY92" fmla="*/ 234059 h 993048"/>
                <a:gd name="connsiteX93" fmla="*/ 1171945 w 1245803"/>
                <a:gd name="connsiteY93" fmla="*/ 242168 h 993048"/>
                <a:gd name="connsiteX94" fmla="*/ 1176266 w 1245803"/>
                <a:gd name="connsiteY94" fmla="*/ 248523 h 993048"/>
                <a:gd name="connsiteX95" fmla="*/ 1182520 w 1245803"/>
                <a:gd name="connsiteY95" fmla="*/ 297266 h 993048"/>
                <a:gd name="connsiteX96" fmla="*/ 1182786 w 1245803"/>
                <a:gd name="connsiteY96" fmla="*/ 306291 h 993048"/>
                <a:gd name="connsiteX97" fmla="*/ 1180549 w 1245803"/>
                <a:gd name="connsiteY97" fmla="*/ 339871 h 993048"/>
                <a:gd name="connsiteX98" fmla="*/ 1147020 w 1245803"/>
                <a:gd name="connsiteY98" fmla="*/ 377404 h 993048"/>
                <a:gd name="connsiteX99" fmla="*/ 1162158 w 1245803"/>
                <a:gd name="connsiteY99" fmla="*/ 422487 h 993048"/>
                <a:gd name="connsiteX100" fmla="*/ 1137869 w 1245803"/>
                <a:gd name="connsiteY100" fmla="*/ 503121 h 993048"/>
                <a:gd name="connsiteX101" fmla="*/ 1090650 w 1245803"/>
                <a:gd name="connsiteY101" fmla="*/ 533625 h 993048"/>
                <a:gd name="connsiteX102" fmla="*/ 1042491 w 1245803"/>
                <a:gd name="connsiteY102" fmla="*/ 551254 h 993048"/>
                <a:gd name="connsiteX103" fmla="*/ 1031141 w 1245803"/>
                <a:gd name="connsiteY103" fmla="*/ 589957 h 993048"/>
                <a:gd name="connsiteX104" fmla="*/ 1063095 w 1245803"/>
                <a:gd name="connsiteY104" fmla="*/ 600938 h 993048"/>
                <a:gd name="connsiteX105" fmla="*/ 1096903 w 1245803"/>
                <a:gd name="connsiteY105" fmla="*/ 653216 h 993048"/>
                <a:gd name="connsiteX106" fmla="*/ 1145838 w 1245803"/>
                <a:gd name="connsiteY106" fmla="*/ 741310 h 993048"/>
                <a:gd name="connsiteX107" fmla="*/ 1190984 w 1245803"/>
                <a:gd name="connsiteY107" fmla="*/ 768878 h 993048"/>
                <a:gd name="connsiteX108" fmla="*/ 1158764 w 1245803"/>
                <a:gd name="connsiteY108" fmla="*/ 832010 h 993048"/>
                <a:gd name="connsiteX109" fmla="*/ 1175846 w 1245803"/>
                <a:gd name="connsiteY109" fmla="*/ 863519 h 993048"/>
                <a:gd name="connsiteX110" fmla="*/ 1119350 w 1245803"/>
                <a:gd name="connsiteY110" fmla="*/ 889651 h 993048"/>
                <a:gd name="connsiteX111" fmla="*/ 1019651 w 1245803"/>
                <a:gd name="connsiteY111" fmla="*/ 941153 h 993048"/>
                <a:gd name="connsiteX112" fmla="*/ 946821 w 1245803"/>
                <a:gd name="connsiteY112" fmla="*/ 993048 h 993048"/>
                <a:gd name="connsiteX113" fmla="*/ 941483 w 1245803"/>
                <a:gd name="connsiteY113" fmla="*/ 978012 h 993048"/>
                <a:gd name="connsiteX114" fmla="*/ 943047 w 1245803"/>
                <a:gd name="connsiteY114" fmla="*/ 914220 h 993048"/>
                <a:gd name="connsiteX115" fmla="*/ 899323 w 1245803"/>
                <a:gd name="connsiteY115" fmla="*/ 886130 h 993048"/>
                <a:gd name="connsiteX116" fmla="*/ 897112 w 1245803"/>
                <a:gd name="connsiteY116" fmla="*/ 846652 h 993048"/>
                <a:gd name="connsiteX117" fmla="*/ 863951 w 1245803"/>
                <a:gd name="connsiteY117" fmla="*/ 830129 h 993048"/>
                <a:gd name="connsiteX118" fmla="*/ 826253 w 1245803"/>
                <a:gd name="connsiteY118" fmla="*/ 862400 h 993048"/>
                <a:gd name="connsiteX119" fmla="*/ 782796 w 1245803"/>
                <a:gd name="connsiteY119" fmla="*/ 831298 h 993048"/>
                <a:gd name="connsiteX120" fmla="*/ 698223 w 1245803"/>
                <a:gd name="connsiteY120" fmla="*/ 874297 h 993048"/>
                <a:gd name="connsiteX121" fmla="*/ 657550 w 1245803"/>
                <a:gd name="connsiteY121" fmla="*/ 910368 h 993048"/>
                <a:gd name="connsiteX122" fmla="*/ 613445 w 1245803"/>
                <a:gd name="connsiteY122" fmla="*/ 842674 h 993048"/>
                <a:gd name="connsiteX123" fmla="*/ 604688 w 1245803"/>
                <a:gd name="connsiteY123" fmla="*/ 830523 h 993048"/>
                <a:gd name="connsiteX124" fmla="*/ 508637 w 1245803"/>
                <a:gd name="connsiteY124" fmla="*/ 811038 h 993048"/>
                <a:gd name="connsiteX125" fmla="*/ 474065 w 1245803"/>
                <a:gd name="connsiteY125" fmla="*/ 803984 h 993048"/>
                <a:gd name="connsiteX126" fmla="*/ 462067 w 1245803"/>
                <a:gd name="connsiteY126" fmla="*/ 777852 h 993048"/>
                <a:gd name="connsiteX127" fmla="*/ 451111 w 1245803"/>
                <a:gd name="connsiteY127" fmla="*/ 732998 h 993048"/>
                <a:gd name="connsiteX128" fmla="*/ 454619 w 1245803"/>
                <a:gd name="connsiteY128" fmla="*/ 713144 h 993048"/>
                <a:gd name="connsiteX129" fmla="*/ 455788 w 1245803"/>
                <a:gd name="connsiteY129" fmla="*/ 701908 h 993048"/>
                <a:gd name="connsiteX130" fmla="*/ 450958 w 1245803"/>
                <a:gd name="connsiteY130" fmla="*/ 696545 h 993048"/>
                <a:gd name="connsiteX131" fmla="*/ 448480 w 1245803"/>
                <a:gd name="connsiteY131" fmla="*/ 683085 h 993048"/>
                <a:gd name="connsiteX132" fmla="*/ 434498 w 1245803"/>
                <a:gd name="connsiteY132" fmla="*/ 683606 h 993048"/>
                <a:gd name="connsiteX133" fmla="*/ 417416 w 1245803"/>
                <a:gd name="connsiteY133" fmla="*/ 677327 h 993048"/>
                <a:gd name="connsiteX134" fmla="*/ 411404 w 1245803"/>
                <a:gd name="connsiteY134" fmla="*/ 671709 h 993048"/>
                <a:gd name="connsiteX135" fmla="*/ 410235 w 1245803"/>
                <a:gd name="connsiteY135" fmla="*/ 664007 h 993048"/>
                <a:gd name="connsiteX136" fmla="*/ 400842 w 1245803"/>
                <a:gd name="connsiteY136" fmla="*/ 659939 h 993048"/>
                <a:gd name="connsiteX137" fmla="*/ 377747 w 1245803"/>
                <a:gd name="connsiteY137" fmla="*/ 665303 h 993048"/>
                <a:gd name="connsiteX138" fmla="*/ 346150 w 1245803"/>
                <a:gd name="connsiteY138" fmla="*/ 689618 h 993048"/>
                <a:gd name="connsiteX139" fmla="*/ 331673 w 1245803"/>
                <a:gd name="connsiteY139" fmla="*/ 697244 h 993048"/>
                <a:gd name="connsiteX140" fmla="*/ 304664 w 1245803"/>
                <a:gd name="connsiteY140" fmla="*/ 699315 h 993048"/>
                <a:gd name="connsiteX141" fmla="*/ 265631 w 1245803"/>
                <a:gd name="connsiteY141" fmla="*/ 683898 h 993048"/>
                <a:gd name="connsiteX142" fmla="*/ 232584 w 1245803"/>
                <a:gd name="connsiteY142" fmla="*/ 688880 h 993048"/>
                <a:gd name="connsiteX143" fmla="*/ 214701 w 1245803"/>
                <a:gd name="connsiteY143" fmla="*/ 692274 h 993048"/>
                <a:gd name="connsiteX144" fmla="*/ 189141 w 1245803"/>
                <a:gd name="connsiteY144" fmla="*/ 684165 h 993048"/>
                <a:gd name="connsiteX145" fmla="*/ 246413 w 1245803"/>
                <a:gd name="connsiteY145" fmla="*/ 651614 h 993048"/>
                <a:gd name="connsiteX146" fmla="*/ 254763 w 1245803"/>
                <a:gd name="connsiteY146" fmla="*/ 600252 h 993048"/>
                <a:gd name="connsiteX147" fmla="*/ 175820 w 1245803"/>
                <a:gd name="connsiteY147" fmla="*/ 537260 h 993048"/>
                <a:gd name="connsiteX148" fmla="*/ 154416 w 1245803"/>
                <a:gd name="connsiteY148" fmla="*/ 521436 h 993048"/>
                <a:gd name="connsiteX149" fmla="*/ 148544 w 1245803"/>
                <a:gd name="connsiteY149" fmla="*/ 516352 h 993048"/>
                <a:gd name="connsiteX150" fmla="*/ 83722 w 1245803"/>
                <a:gd name="connsiteY150" fmla="*/ 472057 h 993048"/>
                <a:gd name="connsiteX151" fmla="*/ 92721 w 1245803"/>
                <a:gd name="connsiteY151" fmla="*/ 444870 h 993048"/>
                <a:gd name="connsiteX152" fmla="*/ 101860 w 1245803"/>
                <a:gd name="connsiteY152" fmla="*/ 429046 h 993048"/>
                <a:gd name="connsiteX153" fmla="*/ 99648 w 1245803"/>
                <a:gd name="connsiteY153" fmla="*/ 423174 h 993048"/>
                <a:gd name="connsiteX154" fmla="*/ 92594 w 1245803"/>
                <a:gd name="connsiteY154" fmla="*/ 422119 h 993048"/>
                <a:gd name="connsiteX155" fmla="*/ 63767 w 1245803"/>
                <a:gd name="connsiteY155" fmla="*/ 466160 h 993048"/>
                <a:gd name="connsiteX156" fmla="*/ 56586 w 1245803"/>
                <a:gd name="connsiteY156" fmla="*/ 475451 h 993048"/>
                <a:gd name="connsiteX157" fmla="*/ 50231 w 1245803"/>
                <a:gd name="connsiteY157" fmla="*/ 477929 h 993048"/>
                <a:gd name="connsiteX158" fmla="*/ 42134 w 1245803"/>
                <a:gd name="connsiteY158" fmla="*/ 475451 h 993048"/>
                <a:gd name="connsiteX159" fmla="*/ 24010 w 1245803"/>
                <a:gd name="connsiteY159" fmla="*/ 490995 h 993048"/>
                <a:gd name="connsiteX160" fmla="*/ 648 w 1245803"/>
                <a:gd name="connsiteY160" fmla="*/ 465117 h 993048"/>
                <a:gd name="connsiteX161" fmla="*/ 0 w 1245803"/>
                <a:gd name="connsiteY161" fmla="*/ 457491 h 993048"/>
                <a:gd name="connsiteX162" fmla="*/ 35881 w 1245803"/>
                <a:gd name="connsiteY162" fmla="*/ 431092 h 993048"/>
                <a:gd name="connsiteX163" fmla="*/ 63030 w 1245803"/>
                <a:gd name="connsiteY163" fmla="*/ 363525 h 993048"/>
                <a:gd name="connsiteX164" fmla="*/ 124903 w 1245803"/>
                <a:gd name="connsiteY164" fmla="*/ 337380 h 993048"/>
                <a:gd name="connsiteX165" fmla="*/ 165080 w 1245803"/>
                <a:gd name="connsiteY165" fmla="*/ 335549 h 993048"/>
                <a:gd name="connsiteX166" fmla="*/ 175909 w 1245803"/>
                <a:gd name="connsiteY166" fmla="*/ 349404 h 993048"/>
                <a:gd name="connsiteX167" fmla="*/ 171995 w 1245803"/>
                <a:gd name="connsiteY167" fmla="*/ 360004 h 993048"/>
                <a:gd name="connsiteX168" fmla="*/ 166389 w 1245803"/>
                <a:gd name="connsiteY168" fmla="*/ 368367 h 993048"/>
                <a:gd name="connsiteX169" fmla="*/ 153590 w 1245803"/>
                <a:gd name="connsiteY169" fmla="*/ 376209 h 993048"/>
                <a:gd name="connsiteX170" fmla="*/ 152688 w 1245803"/>
                <a:gd name="connsiteY170" fmla="*/ 381827 h 993048"/>
                <a:gd name="connsiteX171" fmla="*/ 165843 w 1245803"/>
                <a:gd name="connsiteY171" fmla="*/ 398948 h 993048"/>
                <a:gd name="connsiteX172" fmla="*/ 183637 w 1245803"/>
                <a:gd name="connsiteY172" fmla="*/ 410311 h 993048"/>
                <a:gd name="connsiteX173" fmla="*/ 201139 w 1245803"/>
                <a:gd name="connsiteY173" fmla="*/ 426834 h 993048"/>
                <a:gd name="connsiteX174" fmla="*/ 208422 w 1245803"/>
                <a:gd name="connsiteY174" fmla="*/ 429376 h 993048"/>
                <a:gd name="connsiteX175" fmla="*/ 214294 w 1245803"/>
                <a:gd name="connsiteY175" fmla="*/ 437739 h 993048"/>
                <a:gd name="connsiteX176" fmla="*/ 233220 w 1245803"/>
                <a:gd name="connsiteY176" fmla="*/ 452522 h 993048"/>
                <a:gd name="connsiteX177" fmla="*/ 245485 w 1245803"/>
                <a:gd name="connsiteY177" fmla="*/ 459309 h 993048"/>
                <a:gd name="connsiteX178" fmla="*/ 256924 w 1245803"/>
                <a:gd name="connsiteY178" fmla="*/ 478908 h 993048"/>
                <a:gd name="connsiteX179" fmla="*/ 264627 w 1245803"/>
                <a:gd name="connsiteY179" fmla="*/ 477205 h 993048"/>
                <a:gd name="connsiteX180" fmla="*/ 277553 w 1245803"/>
                <a:gd name="connsiteY180" fmla="*/ 459690 h 993048"/>
                <a:gd name="connsiteX181" fmla="*/ 281480 w 1245803"/>
                <a:gd name="connsiteY181" fmla="*/ 453424 h 993048"/>
                <a:gd name="connsiteX182" fmla="*/ 278341 w 1245803"/>
                <a:gd name="connsiteY182" fmla="*/ 438909 h 993048"/>
                <a:gd name="connsiteX183" fmla="*/ 269444 w 1245803"/>
                <a:gd name="connsiteY183" fmla="*/ 418649 h 993048"/>
                <a:gd name="connsiteX184" fmla="*/ 269571 w 1245803"/>
                <a:gd name="connsiteY184" fmla="*/ 396304 h 993048"/>
                <a:gd name="connsiteX185" fmla="*/ 359089 w 1245803"/>
                <a:gd name="connsiteY185" fmla="*/ 377493 h 993048"/>
                <a:gd name="connsiteX186" fmla="*/ 372549 w 1245803"/>
                <a:gd name="connsiteY186" fmla="*/ 413437 h 993048"/>
                <a:gd name="connsiteX187" fmla="*/ 402545 w 1245803"/>
                <a:gd name="connsiteY187" fmla="*/ 407082 h 993048"/>
                <a:gd name="connsiteX188" fmla="*/ 443002 w 1245803"/>
                <a:gd name="connsiteY188" fmla="*/ 387216 h 993048"/>
                <a:gd name="connsiteX189" fmla="*/ 503553 w 1245803"/>
                <a:gd name="connsiteY189" fmla="*/ 383162 h 993048"/>
                <a:gd name="connsiteX190" fmla="*/ 527563 w 1245803"/>
                <a:gd name="connsiteY190" fmla="*/ 352657 h 993048"/>
                <a:gd name="connsiteX191" fmla="*/ 572595 w 1245803"/>
                <a:gd name="connsiteY191" fmla="*/ 314756 h 99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1245803" h="993048">
                  <a:moveTo>
                    <a:pt x="853833" y="403028"/>
                  </a:moveTo>
                  <a:lnTo>
                    <a:pt x="867929" y="395059"/>
                  </a:lnTo>
                  <a:lnTo>
                    <a:pt x="873280" y="380696"/>
                  </a:lnTo>
                  <a:lnTo>
                    <a:pt x="862972" y="370744"/>
                  </a:lnTo>
                  <a:lnTo>
                    <a:pt x="849919" y="366041"/>
                  </a:lnTo>
                  <a:lnTo>
                    <a:pt x="832824" y="353331"/>
                  </a:lnTo>
                  <a:lnTo>
                    <a:pt x="832430" y="339617"/>
                  </a:lnTo>
                  <a:lnTo>
                    <a:pt x="824486" y="315569"/>
                  </a:lnTo>
                  <a:lnTo>
                    <a:pt x="825909" y="288255"/>
                  </a:lnTo>
                  <a:lnTo>
                    <a:pt x="810619" y="251942"/>
                  </a:lnTo>
                  <a:lnTo>
                    <a:pt x="814152" y="243833"/>
                  </a:lnTo>
                  <a:lnTo>
                    <a:pt x="806730" y="229979"/>
                  </a:lnTo>
                  <a:lnTo>
                    <a:pt x="810619" y="222073"/>
                  </a:lnTo>
                  <a:lnTo>
                    <a:pt x="813491" y="213697"/>
                  </a:lnTo>
                  <a:lnTo>
                    <a:pt x="813491" y="206782"/>
                  </a:lnTo>
                  <a:lnTo>
                    <a:pt x="806730" y="210176"/>
                  </a:lnTo>
                  <a:lnTo>
                    <a:pt x="799929" y="206363"/>
                  </a:lnTo>
                  <a:lnTo>
                    <a:pt x="798481" y="198000"/>
                  </a:lnTo>
                  <a:lnTo>
                    <a:pt x="790016" y="196169"/>
                  </a:lnTo>
                  <a:lnTo>
                    <a:pt x="786736" y="207672"/>
                  </a:lnTo>
                  <a:lnTo>
                    <a:pt x="778652" y="211193"/>
                  </a:lnTo>
                  <a:lnTo>
                    <a:pt x="770289" y="213544"/>
                  </a:lnTo>
                  <a:lnTo>
                    <a:pt x="762473" y="210023"/>
                  </a:lnTo>
                  <a:lnTo>
                    <a:pt x="756728" y="216162"/>
                  </a:lnTo>
                  <a:lnTo>
                    <a:pt x="754249" y="230144"/>
                  </a:lnTo>
                  <a:lnTo>
                    <a:pt x="747195" y="237452"/>
                  </a:lnTo>
                  <a:lnTo>
                    <a:pt x="749737" y="242295"/>
                  </a:lnTo>
                  <a:lnTo>
                    <a:pt x="757185" y="240070"/>
                  </a:lnTo>
                  <a:lnTo>
                    <a:pt x="763451" y="255882"/>
                  </a:lnTo>
                  <a:lnTo>
                    <a:pt x="782898" y="285420"/>
                  </a:lnTo>
                  <a:lnTo>
                    <a:pt x="784067" y="304486"/>
                  </a:lnTo>
                  <a:lnTo>
                    <a:pt x="790588" y="311273"/>
                  </a:lnTo>
                  <a:lnTo>
                    <a:pt x="801950" y="320818"/>
                  </a:lnTo>
                  <a:lnTo>
                    <a:pt x="793727" y="333884"/>
                  </a:lnTo>
                  <a:lnTo>
                    <a:pt x="797248" y="346290"/>
                  </a:lnTo>
                  <a:lnTo>
                    <a:pt x="806386" y="348641"/>
                  </a:lnTo>
                  <a:lnTo>
                    <a:pt x="810962" y="356267"/>
                  </a:lnTo>
                  <a:lnTo>
                    <a:pt x="820215" y="358885"/>
                  </a:lnTo>
                  <a:lnTo>
                    <a:pt x="833129" y="380188"/>
                  </a:lnTo>
                  <a:lnTo>
                    <a:pt x="847224" y="388805"/>
                  </a:lnTo>
                  <a:lnTo>
                    <a:pt x="853122" y="394169"/>
                  </a:lnTo>
                  <a:close/>
                  <a:moveTo>
                    <a:pt x="602502" y="252463"/>
                  </a:moveTo>
                  <a:lnTo>
                    <a:pt x="604446" y="224361"/>
                  </a:lnTo>
                  <a:lnTo>
                    <a:pt x="630413" y="208422"/>
                  </a:lnTo>
                  <a:lnTo>
                    <a:pt x="611882" y="172338"/>
                  </a:lnTo>
                  <a:lnTo>
                    <a:pt x="611374" y="162398"/>
                  </a:lnTo>
                  <a:lnTo>
                    <a:pt x="590084" y="140791"/>
                  </a:lnTo>
                  <a:lnTo>
                    <a:pt x="588521" y="112435"/>
                  </a:lnTo>
                  <a:lnTo>
                    <a:pt x="655071" y="53879"/>
                  </a:lnTo>
                  <a:lnTo>
                    <a:pt x="669294" y="57793"/>
                  </a:lnTo>
                  <a:lnTo>
                    <a:pt x="693062" y="44460"/>
                  </a:lnTo>
                  <a:lnTo>
                    <a:pt x="740687" y="35563"/>
                  </a:lnTo>
                  <a:lnTo>
                    <a:pt x="750995" y="41435"/>
                  </a:lnTo>
                  <a:lnTo>
                    <a:pt x="773442" y="44969"/>
                  </a:lnTo>
                  <a:lnTo>
                    <a:pt x="782339" y="37343"/>
                  </a:lnTo>
                  <a:lnTo>
                    <a:pt x="810021" y="41003"/>
                  </a:lnTo>
                  <a:lnTo>
                    <a:pt x="814330" y="19828"/>
                  </a:lnTo>
                  <a:lnTo>
                    <a:pt x="829582" y="13028"/>
                  </a:lnTo>
                  <a:lnTo>
                    <a:pt x="839090" y="1398"/>
                  </a:lnTo>
                  <a:lnTo>
                    <a:pt x="845750" y="4538"/>
                  </a:lnTo>
                  <a:lnTo>
                    <a:pt x="841695" y="18125"/>
                  </a:lnTo>
                  <a:lnTo>
                    <a:pt x="825376" y="31979"/>
                  </a:lnTo>
                  <a:lnTo>
                    <a:pt x="819020" y="47015"/>
                  </a:lnTo>
                  <a:lnTo>
                    <a:pt x="838861" y="51858"/>
                  </a:lnTo>
                  <a:lnTo>
                    <a:pt x="860392" y="57997"/>
                  </a:lnTo>
                  <a:lnTo>
                    <a:pt x="864701" y="71457"/>
                  </a:lnTo>
                  <a:lnTo>
                    <a:pt x="894328" y="72105"/>
                  </a:lnTo>
                  <a:lnTo>
                    <a:pt x="911690" y="82184"/>
                  </a:lnTo>
                  <a:lnTo>
                    <a:pt x="925773" y="79045"/>
                  </a:lnTo>
                  <a:lnTo>
                    <a:pt x="933857" y="69487"/>
                  </a:lnTo>
                  <a:lnTo>
                    <a:pt x="936729" y="48045"/>
                  </a:lnTo>
                  <a:lnTo>
                    <a:pt x="953443" y="42706"/>
                  </a:lnTo>
                  <a:lnTo>
                    <a:pt x="977326" y="36021"/>
                  </a:lnTo>
                  <a:lnTo>
                    <a:pt x="989591" y="37864"/>
                  </a:lnTo>
                  <a:lnTo>
                    <a:pt x="1005517" y="29361"/>
                  </a:lnTo>
                  <a:lnTo>
                    <a:pt x="1014414" y="31712"/>
                  </a:lnTo>
                  <a:lnTo>
                    <a:pt x="1025853" y="40876"/>
                  </a:lnTo>
                  <a:lnTo>
                    <a:pt x="1050664" y="32500"/>
                  </a:lnTo>
                  <a:lnTo>
                    <a:pt x="1072195" y="28446"/>
                  </a:lnTo>
                  <a:lnTo>
                    <a:pt x="1094107" y="18392"/>
                  </a:lnTo>
                  <a:lnTo>
                    <a:pt x="1114215" y="7156"/>
                  </a:lnTo>
                  <a:lnTo>
                    <a:pt x="1114723" y="216"/>
                  </a:lnTo>
                  <a:lnTo>
                    <a:pt x="1146054" y="4805"/>
                  </a:lnTo>
                  <a:lnTo>
                    <a:pt x="1164458" y="1271"/>
                  </a:lnTo>
                  <a:lnTo>
                    <a:pt x="1172084" y="0"/>
                  </a:lnTo>
                  <a:lnTo>
                    <a:pt x="1178605" y="4182"/>
                  </a:lnTo>
                  <a:lnTo>
                    <a:pt x="1181464" y="14769"/>
                  </a:lnTo>
                  <a:lnTo>
                    <a:pt x="1148710" y="55569"/>
                  </a:lnTo>
                  <a:lnTo>
                    <a:pt x="1158103" y="101707"/>
                  </a:lnTo>
                  <a:lnTo>
                    <a:pt x="1175592" y="115968"/>
                  </a:lnTo>
                  <a:lnTo>
                    <a:pt x="1196869" y="102355"/>
                  </a:lnTo>
                  <a:lnTo>
                    <a:pt x="1245804" y="131589"/>
                  </a:lnTo>
                  <a:lnTo>
                    <a:pt x="1177308" y="234059"/>
                  </a:lnTo>
                  <a:lnTo>
                    <a:pt x="1171945" y="242168"/>
                  </a:lnTo>
                  <a:lnTo>
                    <a:pt x="1176266" y="248523"/>
                  </a:lnTo>
                  <a:lnTo>
                    <a:pt x="1182520" y="297266"/>
                  </a:lnTo>
                  <a:lnTo>
                    <a:pt x="1182786" y="306291"/>
                  </a:lnTo>
                  <a:lnTo>
                    <a:pt x="1180549" y="339871"/>
                  </a:lnTo>
                  <a:lnTo>
                    <a:pt x="1147020" y="377404"/>
                  </a:lnTo>
                  <a:lnTo>
                    <a:pt x="1162158" y="422487"/>
                  </a:lnTo>
                  <a:lnTo>
                    <a:pt x="1137869" y="503121"/>
                  </a:lnTo>
                  <a:lnTo>
                    <a:pt x="1090650" y="533625"/>
                  </a:lnTo>
                  <a:lnTo>
                    <a:pt x="1042491" y="551254"/>
                  </a:lnTo>
                  <a:lnTo>
                    <a:pt x="1031141" y="589957"/>
                  </a:lnTo>
                  <a:lnTo>
                    <a:pt x="1063095" y="600938"/>
                  </a:lnTo>
                  <a:lnTo>
                    <a:pt x="1096903" y="653216"/>
                  </a:lnTo>
                  <a:lnTo>
                    <a:pt x="1145838" y="741310"/>
                  </a:lnTo>
                  <a:lnTo>
                    <a:pt x="1190984" y="768878"/>
                  </a:lnTo>
                  <a:lnTo>
                    <a:pt x="1158764" y="832010"/>
                  </a:lnTo>
                  <a:lnTo>
                    <a:pt x="1175846" y="863519"/>
                  </a:lnTo>
                  <a:lnTo>
                    <a:pt x="1119350" y="889651"/>
                  </a:lnTo>
                  <a:lnTo>
                    <a:pt x="1019651" y="941153"/>
                  </a:lnTo>
                  <a:lnTo>
                    <a:pt x="946821" y="993048"/>
                  </a:lnTo>
                  <a:lnTo>
                    <a:pt x="941483" y="978012"/>
                  </a:lnTo>
                  <a:lnTo>
                    <a:pt x="943047" y="914220"/>
                  </a:lnTo>
                  <a:lnTo>
                    <a:pt x="899323" y="886130"/>
                  </a:lnTo>
                  <a:lnTo>
                    <a:pt x="897112" y="846652"/>
                  </a:lnTo>
                  <a:lnTo>
                    <a:pt x="863951" y="830129"/>
                  </a:lnTo>
                  <a:lnTo>
                    <a:pt x="826253" y="862400"/>
                  </a:lnTo>
                  <a:lnTo>
                    <a:pt x="782796" y="831298"/>
                  </a:lnTo>
                  <a:lnTo>
                    <a:pt x="698223" y="874297"/>
                  </a:lnTo>
                  <a:lnTo>
                    <a:pt x="657550" y="910368"/>
                  </a:lnTo>
                  <a:lnTo>
                    <a:pt x="613445" y="842674"/>
                  </a:lnTo>
                  <a:lnTo>
                    <a:pt x="604688" y="830523"/>
                  </a:lnTo>
                  <a:lnTo>
                    <a:pt x="508637" y="811038"/>
                  </a:lnTo>
                  <a:lnTo>
                    <a:pt x="474065" y="803984"/>
                  </a:lnTo>
                  <a:lnTo>
                    <a:pt x="462067" y="777852"/>
                  </a:lnTo>
                  <a:lnTo>
                    <a:pt x="451111" y="732998"/>
                  </a:lnTo>
                  <a:lnTo>
                    <a:pt x="454619" y="713144"/>
                  </a:lnTo>
                  <a:lnTo>
                    <a:pt x="455788" y="701908"/>
                  </a:lnTo>
                  <a:lnTo>
                    <a:pt x="450958" y="696545"/>
                  </a:lnTo>
                  <a:lnTo>
                    <a:pt x="448480" y="683085"/>
                  </a:lnTo>
                  <a:lnTo>
                    <a:pt x="434498" y="683606"/>
                  </a:lnTo>
                  <a:lnTo>
                    <a:pt x="417416" y="677327"/>
                  </a:lnTo>
                  <a:lnTo>
                    <a:pt x="411404" y="671709"/>
                  </a:lnTo>
                  <a:lnTo>
                    <a:pt x="410235" y="664007"/>
                  </a:lnTo>
                  <a:lnTo>
                    <a:pt x="400842" y="659939"/>
                  </a:lnTo>
                  <a:lnTo>
                    <a:pt x="377747" y="665303"/>
                  </a:lnTo>
                  <a:lnTo>
                    <a:pt x="346150" y="689618"/>
                  </a:lnTo>
                  <a:lnTo>
                    <a:pt x="331673" y="697244"/>
                  </a:lnTo>
                  <a:lnTo>
                    <a:pt x="304664" y="699315"/>
                  </a:lnTo>
                  <a:lnTo>
                    <a:pt x="265631" y="683898"/>
                  </a:lnTo>
                  <a:lnTo>
                    <a:pt x="232584" y="688880"/>
                  </a:lnTo>
                  <a:lnTo>
                    <a:pt x="214701" y="692274"/>
                  </a:lnTo>
                  <a:lnTo>
                    <a:pt x="189141" y="684165"/>
                  </a:lnTo>
                  <a:lnTo>
                    <a:pt x="246413" y="651614"/>
                  </a:lnTo>
                  <a:lnTo>
                    <a:pt x="254763" y="600252"/>
                  </a:lnTo>
                  <a:lnTo>
                    <a:pt x="175820" y="537260"/>
                  </a:lnTo>
                  <a:lnTo>
                    <a:pt x="154416" y="521436"/>
                  </a:lnTo>
                  <a:lnTo>
                    <a:pt x="148544" y="516352"/>
                  </a:lnTo>
                  <a:lnTo>
                    <a:pt x="83722" y="472057"/>
                  </a:lnTo>
                  <a:lnTo>
                    <a:pt x="92721" y="444870"/>
                  </a:lnTo>
                  <a:lnTo>
                    <a:pt x="101860" y="429046"/>
                  </a:lnTo>
                  <a:lnTo>
                    <a:pt x="99648" y="423174"/>
                  </a:lnTo>
                  <a:lnTo>
                    <a:pt x="92594" y="422119"/>
                  </a:lnTo>
                  <a:lnTo>
                    <a:pt x="63767" y="466160"/>
                  </a:lnTo>
                  <a:lnTo>
                    <a:pt x="56586" y="475451"/>
                  </a:lnTo>
                  <a:lnTo>
                    <a:pt x="50231" y="477929"/>
                  </a:lnTo>
                  <a:lnTo>
                    <a:pt x="42134" y="475451"/>
                  </a:lnTo>
                  <a:lnTo>
                    <a:pt x="24010" y="490995"/>
                  </a:lnTo>
                  <a:lnTo>
                    <a:pt x="648" y="465117"/>
                  </a:lnTo>
                  <a:lnTo>
                    <a:pt x="0" y="457491"/>
                  </a:lnTo>
                  <a:lnTo>
                    <a:pt x="35881" y="431092"/>
                  </a:lnTo>
                  <a:lnTo>
                    <a:pt x="63030" y="363525"/>
                  </a:lnTo>
                  <a:lnTo>
                    <a:pt x="124903" y="337380"/>
                  </a:lnTo>
                  <a:lnTo>
                    <a:pt x="165080" y="335549"/>
                  </a:lnTo>
                  <a:lnTo>
                    <a:pt x="175909" y="349404"/>
                  </a:lnTo>
                  <a:lnTo>
                    <a:pt x="171995" y="360004"/>
                  </a:lnTo>
                  <a:lnTo>
                    <a:pt x="166389" y="368367"/>
                  </a:lnTo>
                  <a:lnTo>
                    <a:pt x="153590" y="376209"/>
                  </a:lnTo>
                  <a:lnTo>
                    <a:pt x="152688" y="381827"/>
                  </a:lnTo>
                  <a:lnTo>
                    <a:pt x="165843" y="398948"/>
                  </a:lnTo>
                  <a:lnTo>
                    <a:pt x="183637" y="410311"/>
                  </a:lnTo>
                  <a:lnTo>
                    <a:pt x="201139" y="426834"/>
                  </a:lnTo>
                  <a:lnTo>
                    <a:pt x="208422" y="429376"/>
                  </a:lnTo>
                  <a:lnTo>
                    <a:pt x="214294" y="437739"/>
                  </a:lnTo>
                  <a:lnTo>
                    <a:pt x="233220" y="452522"/>
                  </a:lnTo>
                  <a:lnTo>
                    <a:pt x="245485" y="459309"/>
                  </a:lnTo>
                  <a:lnTo>
                    <a:pt x="256924" y="478908"/>
                  </a:lnTo>
                  <a:lnTo>
                    <a:pt x="264627" y="477205"/>
                  </a:lnTo>
                  <a:lnTo>
                    <a:pt x="277553" y="459690"/>
                  </a:lnTo>
                  <a:lnTo>
                    <a:pt x="281480" y="453424"/>
                  </a:lnTo>
                  <a:lnTo>
                    <a:pt x="278341" y="438909"/>
                  </a:lnTo>
                  <a:lnTo>
                    <a:pt x="269444" y="418649"/>
                  </a:lnTo>
                  <a:lnTo>
                    <a:pt x="269571" y="396304"/>
                  </a:lnTo>
                  <a:lnTo>
                    <a:pt x="359089" y="377493"/>
                  </a:lnTo>
                  <a:lnTo>
                    <a:pt x="372549" y="413437"/>
                  </a:lnTo>
                  <a:lnTo>
                    <a:pt x="402545" y="407082"/>
                  </a:lnTo>
                  <a:lnTo>
                    <a:pt x="443002" y="387216"/>
                  </a:lnTo>
                  <a:lnTo>
                    <a:pt x="503553" y="383162"/>
                  </a:lnTo>
                  <a:lnTo>
                    <a:pt x="527563" y="352657"/>
                  </a:lnTo>
                  <a:lnTo>
                    <a:pt x="572595" y="314756"/>
                  </a:lnTo>
                  <a:close/>
                </a:path>
              </a:pathLst>
            </a:custGeom>
            <a:noFill/>
            <a:ln w="3810" cap="flat">
              <a:solidFill>
                <a:srgbClr val="E6E4E2"/>
              </a:solidFill>
              <a:prstDash val="solid"/>
              <a:miter/>
            </a:ln>
          </p:spPr>
          <p:txBody>
            <a:bodyPr rtlCol="0" anchor="ctr"/>
            <a:lstStyle/>
            <a:p>
              <a:endParaRPr lang="de-CH"/>
            </a:p>
          </p:txBody>
        </p:sp>
        <p:sp>
          <p:nvSpPr>
            <p:cNvPr id="92" name="Freihandform: Form 91">
              <a:extLst>
                <a:ext uri="{FF2B5EF4-FFF2-40B4-BE49-F238E27FC236}">
                  <a16:creationId xmlns:a16="http://schemas.microsoft.com/office/drawing/2014/main" id="{2877EAD6-5F3A-E364-41DA-DE2998E6978C}"/>
                </a:ext>
              </a:extLst>
            </p:cNvPr>
            <p:cNvSpPr/>
            <p:nvPr/>
          </p:nvSpPr>
          <p:spPr>
            <a:xfrm>
              <a:off x="5761819" y="2962472"/>
              <a:ext cx="949071" cy="672687"/>
            </a:xfrm>
            <a:custGeom>
              <a:avLst/>
              <a:gdLst>
                <a:gd name="connsiteX0" fmla="*/ 303024 w 949071"/>
                <a:gd name="connsiteY0" fmla="*/ 371456 h 672687"/>
                <a:gd name="connsiteX1" fmla="*/ 300482 w 949071"/>
                <a:gd name="connsiteY1" fmla="*/ 377328 h 672687"/>
                <a:gd name="connsiteX2" fmla="*/ 303113 w 949071"/>
                <a:gd name="connsiteY2" fmla="*/ 380874 h 672687"/>
                <a:gd name="connsiteX3" fmla="*/ 311184 w 949071"/>
                <a:gd name="connsiteY3" fmla="*/ 386225 h 672687"/>
                <a:gd name="connsiteX4" fmla="*/ 314997 w 949071"/>
                <a:gd name="connsiteY4" fmla="*/ 392110 h 672687"/>
                <a:gd name="connsiteX5" fmla="*/ 321124 w 949071"/>
                <a:gd name="connsiteY5" fmla="*/ 392758 h 672687"/>
                <a:gd name="connsiteX6" fmla="*/ 323869 w 949071"/>
                <a:gd name="connsiteY6" fmla="*/ 395300 h 672687"/>
                <a:gd name="connsiteX7" fmla="*/ 322827 w 949071"/>
                <a:gd name="connsiteY7" fmla="*/ 400384 h 672687"/>
                <a:gd name="connsiteX8" fmla="*/ 325966 w 949071"/>
                <a:gd name="connsiteY8" fmla="*/ 401426 h 672687"/>
                <a:gd name="connsiteX9" fmla="*/ 331304 w 949071"/>
                <a:gd name="connsiteY9" fmla="*/ 397245 h 672687"/>
                <a:gd name="connsiteX10" fmla="*/ 347217 w 949071"/>
                <a:gd name="connsiteY10" fmla="*/ 378040 h 672687"/>
                <a:gd name="connsiteX11" fmla="*/ 349061 w 949071"/>
                <a:gd name="connsiteY11" fmla="*/ 365329 h 672687"/>
                <a:gd name="connsiteX12" fmla="*/ 367706 w 949071"/>
                <a:gd name="connsiteY12" fmla="*/ 351882 h 672687"/>
                <a:gd name="connsiteX13" fmla="*/ 378675 w 949071"/>
                <a:gd name="connsiteY13" fmla="*/ 337507 h 672687"/>
                <a:gd name="connsiteX14" fmla="*/ 387153 w 949071"/>
                <a:gd name="connsiteY14" fmla="*/ 334965 h 672687"/>
                <a:gd name="connsiteX15" fmla="*/ 403854 w 949071"/>
                <a:gd name="connsiteY15" fmla="*/ 317857 h 672687"/>
                <a:gd name="connsiteX16" fmla="*/ 404642 w 949071"/>
                <a:gd name="connsiteY16" fmla="*/ 304638 h 672687"/>
                <a:gd name="connsiteX17" fmla="*/ 409599 w 949071"/>
                <a:gd name="connsiteY17" fmla="*/ 296148 h 672687"/>
                <a:gd name="connsiteX18" fmla="*/ 409866 w 949071"/>
                <a:gd name="connsiteY18" fmla="*/ 279942 h 672687"/>
                <a:gd name="connsiteX19" fmla="*/ 409078 w 949071"/>
                <a:gd name="connsiteY19" fmla="*/ 273155 h 672687"/>
                <a:gd name="connsiteX20" fmla="*/ 406066 w 949071"/>
                <a:gd name="connsiteY20" fmla="*/ 270143 h 672687"/>
                <a:gd name="connsiteX21" fmla="*/ 402037 w 949071"/>
                <a:gd name="connsiteY21" fmla="*/ 271960 h 672687"/>
                <a:gd name="connsiteX22" fmla="*/ 396025 w 949071"/>
                <a:gd name="connsiteY22" fmla="*/ 273663 h 672687"/>
                <a:gd name="connsiteX23" fmla="*/ 390419 w 949071"/>
                <a:gd name="connsiteY23" fmla="*/ 272100 h 672687"/>
                <a:gd name="connsiteX24" fmla="*/ 387877 w 949071"/>
                <a:gd name="connsiteY24" fmla="*/ 281366 h 672687"/>
                <a:gd name="connsiteX25" fmla="*/ 378485 w 949071"/>
                <a:gd name="connsiteY25" fmla="*/ 293275 h 672687"/>
                <a:gd name="connsiteX26" fmla="*/ 375472 w 949071"/>
                <a:gd name="connsiteY26" fmla="*/ 305032 h 672687"/>
                <a:gd name="connsiteX27" fmla="*/ 356165 w 949071"/>
                <a:gd name="connsiteY27" fmla="*/ 318899 h 672687"/>
                <a:gd name="connsiteX28" fmla="*/ 314222 w 949071"/>
                <a:gd name="connsiteY28" fmla="*/ 340506 h 672687"/>
                <a:gd name="connsiteX29" fmla="*/ 309252 w 949071"/>
                <a:gd name="connsiteY29" fmla="*/ 358301 h 672687"/>
                <a:gd name="connsiteX30" fmla="*/ 709268 w 949071"/>
                <a:gd name="connsiteY30" fmla="*/ 601752 h 672687"/>
                <a:gd name="connsiteX31" fmla="*/ 772565 w 949071"/>
                <a:gd name="connsiteY31" fmla="*/ 565807 h 672687"/>
                <a:gd name="connsiteX32" fmla="*/ 701311 w 949071"/>
                <a:gd name="connsiteY32" fmla="*/ 523470 h 672687"/>
                <a:gd name="connsiteX33" fmla="*/ 693748 w 949071"/>
                <a:gd name="connsiteY33" fmla="*/ 495228 h 672687"/>
                <a:gd name="connsiteX34" fmla="*/ 682118 w 949071"/>
                <a:gd name="connsiteY34" fmla="*/ 452750 h 672687"/>
                <a:gd name="connsiteX35" fmla="*/ 673641 w 949071"/>
                <a:gd name="connsiteY35" fmla="*/ 431066 h 672687"/>
                <a:gd name="connsiteX36" fmla="*/ 674429 w 949071"/>
                <a:gd name="connsiteY36" fmla="*/ 420898 h 672687"/>
                <a:gd name="connsiteX37" fmla="*/ 671887 w 949071"/>
                <a:gd name="connsiteY37" fmla="*/ 410311 h 672687"/>
                <a:gd name="connsiteX38" fmla="*/ 674747 w 949071"/>
                <a:gd name="connsiteY38" fmla="*/ 401960 h 672687"/>
                <a:gd name="connsiteX39" fmla="*/ 669015 w 949071"/>
                <a:gd name="connsiteY39" fmla="*/ 395605 h 672687"/>
                <a:gd name="connsiteX40" fmla="*/ 668366 w 949071"/>
                <a:gd name="connsiteY40" fmla="*/ 386708 h 672687"/>
                <a:gd name="connsiteX41" fmla="*/ 652695 w 949071"/>
                <a:gd name="connsiteY41" fmla="*/ 343188 h 672687"/>
                <a:gd name="connsiteX42" fmla="*/ 667171 w 949071"/>
                <a:gd name="connsiteY42" fmla="*/ 325279 h 672687"/>
                <a:gd name="connsiteX43" fmla="*/ 673971 w 949071"/>
                <a:gd name="connsiteY43" fmla="*/ 312480 h 672687"/>
                <a:gd name="connsiteX44" fmla="*/ 693278 w 949071"/>
                <a:gd name="connsiteY44" fmla="*/ 319649 h 672687"/>
                <a:gd name="connsiteX45" fmla="*/ 682983 w 949071"/>
                <a:gd name="connsiteY45" fmla="*/ 373248 h 672687"/>
                <a:gd name="connsiteX46" fmla="*/ 700586 w 949071"/>
                <a:gd name="connsiteY46" fmla="*/ 373248 h 672687"/>
                <a:gd name="connsiteX47" fmla="*/ 712992 w 949071"/>
                <a:gd name="connsiteY47" fmla="*/ 358733 h 672687"/>
                <a:gd name="connsiteX48" fmla="*/ 739874 w 949071"/>
                <a:gd name="connsiteY48" fmla="*/ 327224 h 672687"/>
                <a:gd name="connsiteX49" fmla="*/ 765459 w 949071"/>
                <a:gd name="connsiteY49" fmla="*/ 327224 h 672687"/>
                <a:gd name="connsiteX50" fmla="*/ 771446 w 949071"/>
                <a:gd name="connsiteY50" fmla="*/ 378472 h 672687"/>
                <a:gd name="connsiteX51" fmla="*/ 874805 w 949071"/>
                <a:gd name="connsiteY51" fmla="*/ 368532 h 672687"/>
                <a:gd name="connsiteX52" fmla="*/ 930006 w 949071"/>
                <a:gd name="connsiteY52" fmla="*/ 371074 h 672687"/>
                <a:gd name="connsiteX53" fmla="*/ 949071 w 949071"/>
                <a:gd name="connsiteY53" fmla="*/ 395516 h 672687"/>
                <a:gd name="connsiteX54" fmla="*/ 907127 w 949071"/>
                <a:gd name="connsiteY54" fmla="*/ 436036 h 672687"/>
                <a:gd name="connsiteX55" fmla="*/ 898230 w 949071"/>
                <a:gd name="connsiteY55" fmla="*/ 536155 h 672687"/>
                <a:gd name="connsiteX56" fmla="*/ 904229 w 949071"/>
                <a:gd name="connsiteY56" fmla="*/ 560863 h 672687"/>
                <a:gd name="connsiteX57" fmla="*/ 920143 w 949071"/>
                <a:gd name="connsiteY57" fmla="*/ 613394 h 672687"/>
                <a:gd name="connsiteX58" fmla="*/ 832188 w 949071"/>
                <a:gd name="connsiteY58" fmla="*/ 641763 h 672687"/>
                <a:gd name="connsiteX59" fmla="*/ 828273 w 949071"/>
                <a:gd name="connsiteY59" fmla="*/ 621491 h 672687"/>
                <a:gd name="connsiteX60" fmla="*/ 768103 w 949071"/>
                <a:gd name="connsiteY60" fmla="*/ 613000 h 672687"/>
                <a:gd name="connsiteX61" fmla="*/ 725969 w 949071"/>
                <a:gd name="connsiteY61" fmla="*/ 636794 h 672687"/>
                <a:gd name="connsiteX62" fmla="*/ 428690 w 949071"/>
                <a:gd name="connsiteY62" fmla="*/ 0 h 672687"/>
                <a:gd name="connsiteX63" fmla="*/ 536726 w 949071"/>
                <a:gd name="connsiteY63" fmla="*/ 11630 h 672687"/>
                <a:gd name="connsiteX64" fmla="*/ 540260 w 949071"/>
                <a:gd name="connsiteY64" fmla="*/ 31369 h 672687"/>
                <a:gd name="connsiteX65" fmla="*/ 532558 w 949071"/>
                <a:gd name="connsiteY65" fmla="*/ 36593 h 672687"/>
                <a:gd name="connsiteX66" fmla="*/ 523152 w 949071"/>
                <a:gd name="connsiteY66" fmla="*/ 37864 h 672687"/>
                <a:gd name="connsiteX67" fmla="*/ 512450 w 949071"/>
                <a:gd name="connsiteY67" fmla="*/ 43609 h 672687"/>
                <a:gd name="connsiteX68" fmla="*/ 502409 w 949071"/>
                <a:gd name="connsiteY68" fmla="*/ 56675 h 672687"/>
                <a:gd name="connsiteX69" fmla="*/ 488428 w 949071"/>
                <a:gd name="connsiteY69" fmla="*/ 62687 h 672687"/>
                <a:gd name="connsiteX70" fmla="*/ 483738 w 949071"/>
                <a:gd name="connsiteY70" fmla="*/ 74710 h 672687"/>
                <a:gd name="connsiteX71" fmla="*/ 491440 w 949071"/>
                <a:gd name="connsiteY71" fmla="*/ 77329 h 672687"/>
                <a:gd name="connsiteX72" fmla="*/ 495342 w 949071"/>
                <a:gd name="connsiteY72" fmla="*/ 77329 h 672687"/>
                <a:gd name="connsiteX73" fmla="*/ 498876 w 949071"/>
                <a:gd name="connsiteY73" fmla="*/ 70783 h 672687"/>
                <a:gd name="connsiteX74" fmla="*/ 505396 w 949071"/>
                <a:gd name="connsiteY74" fmla="*/ 70783 h 672687"/>
                <a:gd name="connsiteX75" fmla="*/ 507086 w 949071"/>
                <a:gd name="connsiteY75" fmla="*/ 77329 h 672687"/>
                <a:gd name="connsiteX76" fmla="*/ 510607 w 949071"/>
                <a:gd name="connsiteY76" fmla="*/ 75486 h 672687"/>
                <a:gd name="connsiteX77" fmla="*/ 514776 w 949071"/>
                <a:gd name="connsiteY77" fmla="*/ 77329 h 672687"/>
                <a:gd name="connsiteX78" fmla="*/ 515183 w 949071"/>
                <a:gd name="connsiteY78" fmla="*/ 82566 h 672687"/>
                <a:gd name="connsiteX79" fmla="*/ 520788 w 949071"/>
                <a:gd name="connsiteY79" fmla="*/ 82566 h 672687"/>
                <a:gd name="connsiteX80" fmla="*/ 535151 w 949071"/>
                <a:gd name="connsiteY80" fmla="*/ 71584 h 672687"/>
                <a:gd name="connsiteX81" fmla="*/ 497694 w 949071"/>
                <a:gd name="connsiteY81" fmla="*/ 123454 h 672687"/>
                <a:gd name="connsiteX82" fmla="*/ 543094 w 949071"/>
                <a:gd name="connsiteY82" fmla="*/ 165156 h 672687"/>
                <a:gd name="connsiteX83" fmla="*/ 601180 w 949071"/>
                <a:gd name="connsiteY83" fmla="*/ 149599 h 672687"/>
                <a:gd name="connsiteX84" fmla="*/ 601447 w 949071"/>
                <a:gd name="connsiteY84" fmla="*/ 222403 h 672687"/>
                <a:gd name="connsiteX85" fmla="*/ 601701 w 949071"/>
                <a:gd name="connsiteY85" fmla="*/ 266711 h 672687"/>
                <a:gd name="connsiteX86" fmla="*/ 583093 w 949071"/>
                <a:gd name="connsiteY86" fmla="*/ 302973 h 672687"/>
                <a:gd name="connsiteX87" fmla="*/ 587021 w 949071"/>
                <a:gd name="connsiteY87" fmla="*/ 396304 h 672687"/>
                <a:gd name="connsiteX88" fmla="*/ 598613 w 949071"/>
                <a:gd name="connsiteY88" fmla="*/ 450538 h 672687"/>
                <a:gd name="connsiteX89" fmla="*/ 571921 w 949071"/>
                <a:gd name="connsiteY89" fmla="*/ 474459 h 672687"/>
                <a:gd name="connsiteX90" fmla="*/ 669015 w 949071"/>
                <a:gd name="connsiteY90" fmla="*/ 570383 h 672687"/>
                <a:gd name="connsiteX91" fmla="*/ 571654 w 949071"/>
                <a:gd name="connsiteY91" fmla="*/ 609467 h 672687"/>
                <a:gd name="connsiteX92" fmla="*/ 491262 w 949071"/>
                <a:gd name="connsiteY92" fmla="*/ 670476 h 672687"/>
                <a:gd name="connsiteX93" fmla="*/ 404223 w 949071"/>
                <a:gd name="connsiteY93" fmla="*/ 628113 h 672687"/>
                <a:gd name="connsiteX94" fmla="*/ 369524 w 949071"/>
                <a:gd name="connsiteY94" fmla="*/ 653991 h 672687"/>
                <a:gd name="connsiteX95" fmla="*/ 303431 w 949071"/>
                <a:gd name="connsiteY95" fmla="*/ 627083 h 672687"/>
                <a:gd name="connsiteX96" fmla="*/ 258017 w 949071"/>
                <a:gd name="connsiteY96" fmla="*/ 651766 h 672687"/>
                <a:gd name="connsiteX97" fmla="*/ 214802 w 949071"/>
                <a:gd name="connsiteY97" fmla="*/ 672687 h 672687"/>
                <a:gd name="connsiteX98" fmla="*/ 164305 w 949071"/>
                <a:gd name="connsiteY98" fmla="*/ 628113 h 672687"/>
                <a:gd name="connsiteX99" fmla="*/ 124230 w 949071"/>
                <a:gd name="connsiteY99" fmla="*/ 618186 h 672687"/>
                <a:gd name="connsiteX100" fmla="*/ 96839 w 949071"/>
                <a:gd name="connsiteY100" fmla="*/ 581072 h 672687"/>
                <a:gd name="connsiteX101" fmla="*/ 54425 w 949071"/>
                <a:gd name="connsiteY101" fmla="*/ 581072 h 672687"/>
                <a:gd name="connsiteX102" fmla="*/ 10715 w 949071"/>
                <a:gd name="connsiteY102" fmla="*/ 579369 h 672687"/>
                <a:gd name="connsiteX103" fmla="*/ 42020 w 949071"/>
                <a:gd name="connsiteY103" fmla="*/ 523826 h 672687"/>
                <a:gd name="connsiteX104" fmla="*/ 45935 w 949071"/>
                <a:gd name="connsiteY104" fmla="*/ 516631 h 672687"/>
                <a:gd name="connsiteX105" fmla="*/ 28446 w 949071"/>
                <a:gd name="connsiteY105" fmla="*/ 484348 h 672687"/>
                <a:gd name="connsiteX106" fmla="*/ 0 w 949071"/>
                <a:gd name="connsiteY106" fmla="*/ 431943 h 672687"/>
                <a:gd name="connsiteX107" fmla="*/ 5478 w 949071"/>
                <a:gd name="connsiteY107" fmla="*/ 424089 h 672687"/>
                <a:gd name="connsiteX108" fmla="*/ 47231 w 949071"/>
                <a:gd name="connsiteY108" fmla="*/ 363080 h 672687"/>
                <a:gd name="connsiteX109" fmla="*/ 48693 w 949071"/>
                <a:gd name="connsiteY109" fmla="*/ 354449 h 672687"/>
                <a:gd name="connsiteX110" fmla="*/ 56637 w 949071"/>
                <a:gd name="connsiteY110" fmla="*/ 309112 h 672687"/>
                <a:gd name="connsiteX111" fmla="*/ 54946 w 949071"/>
                <a:gd name="connsiteY111" fmla="*/ 255119 h 672687"/>
                <a:gd name="connsiteX112" fmla="*/ 87395 w 949071"/>
                <a:gd name="connsiteY112" fmla="*/ 223903 h 672687"/>
                <a:gd name="connsiteX113" fmla="*/ 105419 w 949071"/>
                <a:gd name="connsiteY113" fmla="*/ 206248 h 672687"/>
                <a:gd name="connsiteX114" fmla="*/ 133597 w 949071"/>
                <a:gd name="connsiteY114" fmla="*/ 217217 h 672687"/>
                <a:gd name="connsiteX115" fmla="*/ 121853 w 949071"/>
                <a:gd name="connsiteY115" fmla="*/ 255920 h 672687"/>
                <a:gd name="connsiteX116" fmla="*/ 139457 w 949071"/>
                <a:gd name="connsiteY116" fmla="*/ 263228 h 672687"/>
                <a:gd name="connsiteX117" fmla="*/ 186726 w 949071"/>
                <a:gd name="connsiteY117" fmla="*/ 174740 h 672687"/>
                <a:gd name="connsiteX118" fmla="*/ 231987 w 949071"/>
                <a:gd name="connsiteY118" fmla="*/ 141160 h 672687"/>
                <a:gd name="connsiteX119" fmla="*/ 247659 w 949071"/>
                <a:gd name="connsiteY119" fmla="*/ 123251 h 672687"/>
                <a:gd name="connsiteX120" fmla="*/ 217154 w 949071"/>
                <a:gd name="connsiteY120" fmla="*/ 68749 h 672687"/>
                <a:gd name="connsiteX121" fmla="*/ 241430 w 949071"/>
                <a:gd name="connsiteY121" fmla="*/ 51489 h 672687"/>
                <a:gd name="connsiteX122" fmla="*/ 292271 w 949071"/>
                <a:gd name="connsiteY122" fmla="*/ 26399 h 672687"/>
                <a:gd name="connsiteX123" fmla="*/ 323843 w 949071"/>
                <a:gd name="connsiteY123" fmla="*/ 40520 h 672687"/>
                <a:gd name="connsiteX124" fmla="*/ 376947 w 949071"/>
                <a:gd name="connsiteY124" fmla="*/ 21455 h 672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949071" h="672687">
                  <a:moveTo>
                    <a:pt x="303024" y="371456"/>
                  </a:moveTo>
                  <a:lnTo>
                    <a:pt x="300482" y="377328"/>
                  </a:lnTo>
                  <a:lnTo>
                    <a:pt x="303113" y="380874"/>
                  </a:lnTo>
                  <a:lnTo>
                    <a:pt x="311184" y="386225"/>
                  </a:lnTo>
                  <a:lnTo>
                    <a:pt x="314997" y="392110"/>
                  </a:lnTo>
                  <a:lnTo>
                    <a:pt x="321124" y="392758"/>
                  </a:lnTo>
                  <a:lnTo>
                    <a:pt x="323869" y="395300"/>
                  </a:lnTo>
                  <a:lnTo>
                    <a:pt x="322827" y="400384"/>
                  </a:lnTo>
                  <a:lnTo>
                    <a:pt x="325966" y="401426"/>
                  </a:lnTo>
                  <a:lnTo>
                    <a:pt x="331304" y="397245"/>
                  </a:lnTo>
                  <a:lnTo>
                    <a:pt x="347217" y="378040"/>
                  </a:lnTo>
                  <a:lnTo>
                    <a:pt x="349061" y="365329"/>
                  </a:lnTo>
                  <a:lnTo>
                    <a:pt x="367706" y="351882"/>
                  </a:lnTo>
                  <a:lnTo>
                    <a:pt x="378675" y="337507"/>
                  </a:lnTo>
                  <a:lnTo>
                    <a:pt x="387153" y="334965"/>
                  </a:lnTo>
                  <a:lnTo>
                    <a:pt x="403854" y="317857"/>
                  </a:lnTo>
                  <a:lnTo>
                    <a:pt x="404642" y="304638"/>
                  </a:lnTo>
                  <a:lnTo>
                    <a:pt x="409599" y="296148"/>
                  </a:lnTo>
                  <a:lnTo>
                    <a:pt x="409866" y="279942"/>
                  </a:lnTo>
                  <a:lnTo>
                    <a:pt x="409078" y="273155"/>
                  </a:lnTo>
                  <a:lnTo>
                    <a:pt x="406066" y="270143"/>
                  </a:lnTo>
                  <a:lnTo>
                    <a:pt x="402037" y="271960"/>
                  </a:lnTo>
                  <a:lnTo>
                    <a:pt x="396025" y="273663"/>
                  </a:lnTo>
                  <a:lnTo>
                    <a:pt x="390419" y="272100"/>
                  </a:lnTo>
                  <a:lnTo>
                    <a:pt x="387877" y="281366"/>
                  </a:lnTo>
                  <a:lnTo>
                    <a:pt x="378485" y="293275"/>
                  </a:lnTo>
                  <a:lnTo>
                    <a:pt x="375472" y="305032"/>
                  </a:lnTo>
                  <a:lnTo>
                    <a:pt x="356165" y="318899"/>
                  </a:lnTo>
                  <a:lnTo>
                    <a:pt x="314222" y="340506"/>
                  </a:lnTo>
                  <a:lnTo>
                    <a:pt x="309252" y="358301"/>
                  </a:lnTo>
                  <a:close/>
                  <a:moveTo>
                    <a:pt x="709268" y="601752"/>
                  </a:moveTo>
                  <a:lnTo>
                    <a:pt x="772565" y="565807"/>
                  </a:lnTo>
                  <a:lnTo>
                    <a:pt x="701311" y="523470"/>
                  </a:lnTo>
                  <a:lnTo>
                    <a:pt x="693748" y="495228"/>
                  </a:lnTo>
                  <a:lnTo>
                    <a:pt x="682118" y="452750"/>
                  </a:lnTo>
                  <a:lnTo>
                    <a:pt x="673641" y="431066"/>
                  </a:lnTo>
                  <a:lnTo>
                    <a:pt x="674429" y="420898"/>
                  </a:lnTo>
                  <a:lnTo>
                    <a:pt x="671887" y="410311"/>
                  </a:lnTo>
                  <a:lnTo>
                    <a:pt x="674747" y="401960"/>
                  </a:lnTo>
                  <a:lnTo>
                    <a:pt x="669015" y="395605"/>
                  </a:lnTo>
                  <a:lnTo>
                    <a:pt x="668366" y="386708"/>
                  </a:lnTo>
                  <a:lnTo>
                    <a:pt x="652695" y="343188"/>
                  </a:lnTo>
                  <a:lnTo>
                    <a:pt x="667171" y="325279"/>
                  </a:lnTo>
                  <a:lnTo>
                    <a:pt x="673971" y="312480"/>
                  </a:lnTo>
                  <a:lnTo>
                    <a:pt x="693278" y="319649"/>
                  </a:lnTo>
                  <a:lnTo>
                    <a:pt x="682983" y="373248"/>
                  </a:lnTo>
                  <a:lnTo>
                    <a:pt x="700586" y="373248"/>
                  </a:lnTo>
                  <a:lnTo>
                    <a:pt x="712992" y="358733"/>
                  </a:lnTo>
                  <a:lnTo>
                    <a:pt x="739874" y="327224"/>
                  </a:lnTo>
                  <a:lnTo>
                    <a:pt x="765459" y="327224"/>
                  </a:lnTo>
                  <a:lnTo>
                    <a:pt x="771446" y="378472"/>
                  </a:lnTo>
                  <a:lnTo>
                    <a:pt x="874805" y="368532"/>
                  </a:lnTo>
                  <a:lnTo>
                    <a:pt x="930006" y="371074"/>
                  </a:lnTo>
                  <a:lnTo>
                    <a:pt x="949071" y="395516"/>
                  </a:lnTo>
                  <a:lnTo>
                    <a:pt x="907127" y="436036"/>
                  </a:lnTo>
                  <a:lnTo>
                    <a:pt x="898230" y="536155"/>
                  </a:lnTo>
                  <a:lnTo>
                    <a:pt x="904229" y="560863"/>
                  </a:lnTo>
                  <a:lnTo>
                    <a:pt x="920143" y="613394"/>
                  </a:lnTo>
                  <a:lnTo>
                    <a:pt x="832188" y="641763"/>
                  </a:lnTo>
                  <a:lnTo>
                    <a:pt x="828273" y="621491"/>
                  </a:lnTo>
                  <a:lnTo>
                    <a:pt x="768103" y="613000"/>
                  </a:lnTo>
                  <a:lnTo>
                    <a:pt x="725969" y="636794"/>
                  </a:lnTo>
                  <a:close/>
                  <a:moveTo>
                    <a:pt x="428690" y="0"/>
                  </a:moveTo>
                  <a:lnTo>
                    <a:pt x="536726" y="11630"/>
                  </a:lnTo>
                  <a:lnTo>
                    <a:pt x="540260" y="31369"/>
                  </a:lnTo>
                  <a:lnTo>
                    <a:pt x="532558" y="36593"/>
                  </a:lnTo>
                  <a:lnTo>
                    <a:pt x="523152" y="37864"/>
                  </a:lnTo>
                  <a:lnTo>
                    <a:pt x="512450" y="43609"/>
                  </a:lnTo>
                  <a:lnTo>
                    <a:pt x="502409" y="56675"/>
                  </a:lnTo>
                  <a:lnTo>
                    <a:pt x="488428" y="62687"/>
                  </a:lnTo>
                  <a:lnTo>
                    <a:pt x="483738" y="74710"/>
                  </a:lnTo>
                  <a:lnTo>
                    <a:pt x="491440" y="77329"/>
                  </a:lnTo>
                  <a:lnTo>
                    <a:pt x="495342" y="77329"/>
                  </a:lnTo>
                  <a:lnTo>
                    <a:pt x="498876" y="70783"/>
                  </a:lnTo>
                  <a:lnTo>
                    <a:pt x="505396" y="70783"/>
                  </a:lnTo>
                  <a:lnTo>
                    <a:pt x="507086" y="77329"/>
                  </a:lnTo>
                  <a:lnTo>
                    <a:pt x="510607" y="75486"/>
                  </a:lnTo>
                  <a:lnTo>
                    <a:pt x="514776" y="77329"/>
                  </a:lnTo>
                  <a:lnTo>
                    <a:pt x="515183" y="82566"/>
                  </a:lnTo>
                  <a:lnTo>
                    <a:pt x="520788" y="82566"/>
                  </a:lnTo>
                  <a:lnTo>
                    <a:pt x="535151" y="71584"/>
                  </a:lnTo>
                  <a:lnTo>
                    <a:pt x="497694" y="123454"/>
                  </a:lnTo>
                  <a:lnTo>
                    <a:pt x="543094" y="165156"/>
                  </a:lnTo>
                  <a:lnTo>
                    <a:pt x="601180" y="149599"/>
                  </a:lnTo>
                  <a:lnTo>
                    <a:pt x="601447" y="222403"/>
                  </a:lnTo>
                  <a:lnTo>
                    <a:pt x="601701" y="266711"/>
                  </a:lnTo>
                  <a:lnTo>
                    <a:pt x="583093" y="302973"/>
                  </a:lnTo>
                  <a:lnTo>
                    <a:pt x="587021" y="396304"/>
                  </a:lnTo>
                  <a:lnTo>
                    <a:pt x="598613" y="450538"/>
                  </a:lnTo>
                  <a:lnTo>
                    <a:pt x="571921" y="474459"/>
                  </a:lnTo>
                  <a:lnTo>
                    <a:pt x="669015" y="570383"/>
                  </a:lnTo>
                  <a:lnTo>
                    <a:pt x="571654" y="609467"/>
                  </a:lnTo>
                  <a:lnTo>
                    <a:pt x="491262" y="670476"/>
                  </a:lnTo>
                  <a:lnTo>
                    <a:pt x="404223" y="628113"/>
                  </a:lnTo>
                  <a:lnTo>
                    <a:pt x="369524" y="653991"/>
                  </a:lnTo>
                  <a:lnTo>
                    <a:pt x="303431" y="627083"/>
                  </a:lnTo>
                  <a:lnTo>
                    <a:pt x="258017" y="651766"/>
                  </a:lnTo>
                  <a:lnTo>
                    <a:pt x="214802" y="672687"/>
                  </a:lnTo>
                  <a:lnTo>
                    <a:pt x="164305" y="628113"/>
                  </a:lnTo>
                  <a:lnTo>
                    <a:pt x="124230" y="618186"/>
                  </a:lnTo>
                  <a:lnTo>
                    <a:pt x="96839" y="581072"/>
                  </a:lnTo>
                  <a:lnTo>
                    <a:pt x="54425" y="581072"/>
                  </a:lnTo>
                  <a:lnTo>
                    <a:pt x="10715" y="579369"/>
                  </a:lnTo>
                  <a:lnTo>
                    <a:pt x="42020" y="523826"/>
                  </a:lnTo>
                  <a:lnTo>
                    <a:pt x="45935" y="516631"/>
                  </a:lnTo>
                  <a:lnTo>
                    <a:pt x="28446" y="484348"/>
                  </a:lnTo>
                  <a:lnTo>
                    <a:pt x="0" y="431943"/>
                  </a:lnTo>
                  <a:lnTo>
                    <a:pt x="5478" y="424089"/>
                  </a:lnTo>
                  <a:lnTo>
                    <a:pt x="47231" y="363080"/>
                  </a:lnTo>
                  <a:lnTo>
                    <a:pt x="48693" y="354449"/>
                  </a:lnTo>
                  <a:lnTo>
                    <a:pt x="56637" y="309112"/>
                  </a:lnTo>
                  <a:lnTo>
                    <a:pt x="54946" y="255119"/>
                  </a:lnTo>
                  <a:lnTo>
                    <a:pt x="87395" y="223903"/>
                  </a:lnTo>
                  <a:lnTo>
                    <a:pt x="105419" y="206248"/>
                  </a:lnTo>
                  <a:lnTo>
                    <a:pt x="133597" y="217217"/>
                  </a:lnTo>
                  <a:lnTo>
                    <a:pt x="121853" y="255920"/>
                  </a:lnTo>
                  <a:lnTo>
                    <a:pt x="139457" y="263228"/>
                  </a:lnTo>
                  <a:lnTo>
                    <a:pt x="186726" y="174740"/>
                  </a:lnTo>
                  <a:lnTo>
                    <a:pt x="231987" y="141160"/>
                  </a:lnTo>
                  <a:lnTo>
                    <a:pt x="247659" y="123251"/>
                  </a:lnTo>
                  <a:lnTo>
                    <a:pt x="217154" y="68749"/>
                  </a:lnTo>
                  <a:lnTo>
                    <a:pt x="241430" y="51489"/>
                  </a:lnTo>
                  <a:lnTo>
                    <a:pt x="292271" y="26399"/>
                  </a:lnTo>
                  <a:lnTo>
                    <a:pt x="323843" y="40520"/>
                  </a:lnTo>
                  <a:lnTo>
                    <a:pt x="376947" y="21455"/>
                  </a:lnTo>
                  <a:close/>
                </a:path>
              </a:pathLst>
            </a:custGeom>
            <a:solidFill>
              <a:srgbClr val="FFFFFF"/>
            </a:solidFill>
            <a:ln w="12700" cap="flat">
              <a:noFill/>
              <a:prstDash val="solid"/>
              <a:miter/>
            </a:ln>
          </p:spPr>
          <p:txBody>
            <a:bodyPr rtlCol="0" anchor="ctr"/>
            <a:lstStyle/>
            <a:p>
              <a:endParaRPr lang="de-CH"/>
            </a:p>
          </p:txBody>
        </p:sp>
        <p:sp>
          <p:nvSpPr>
            <p:cNvPr id="93" name="Freihandform: Form 92">
              <a:extLst>
                <a:ext uri="{FF2B5EF4-FFF2-40B4-BE49-F238E27FC236}">
                  <a16:creationId xmlns:a16="http://schemas.microsoft.com/office/drawing/2014/main" id="{6F4C088A-2768-E377-9FD0-272992582629}"/>
                </a:ext>
              </a:extLst>
            </p:cNvPr>
            <p:cNvSpPr/>
            <p:nvPr/>
          </p:nvSpPr>
          <p:spPr>
            <a:xfrm>
              <a:off x="5761819" y="2962472"/>
              <a:ext cx="949071" cy="672687"/>
            </a:xfrm>
            <a:custGeom>
              <a:avLst/>
              <a:gdLst>
                <a:gd name="connsiteX0" fmla="*/ 303024 w 949071"/>
                <a:gd name="connsiteY0" fmla="*/ 371456 h 672687"/>
                <a:gd name="connsiteX1" fmla="*/ 300482 w 949071"/>
                <a:gd name="connsiteY1" fmla="*/ 377328 h 672687"/>
                <a:gd name="connsiteX2" fmla="*/ 303113 w 949071"/>
                <a:gd name="connsiteY2" fmla="*/ 380874 h 672687"/>
                <a:gd name="connsiteX3" fmla="*/ 311184 w 949071"/>
                <a:gd name="connsiteY3" fmla="*/ 386225 h 672687"/>
                <a:gd name="connsiteX4" fmla="*/ 314997 w 949071"/>
                <a:gd name="connsiteY4" fmla="*/ 392110 h 672687"/>
                <a:gd name="connsiteX5" fmla="*/ 321124 w 949071"/>
                <a:gd name="connsiteY5" fmla="*/ 392758 h 672687"/>
                <a:gd name="connsiteX6" fmla="*/ 323869 w 949071"/>
                <a:gd name="connsiteY6" fmla="*/ 395300 h 672687"/>
                <a:gd name="connsiteX7" fmla="*/ 322827 w 949071"/>
                <a:gd name="connsiteY7" fmla="*/ 400384 h 672687"/>
                <a:gd name="connsiteX8" fmla="*/ 325966 w 949071"/>
                <a:gd name="connsiteY8" fmla="*/ 401426 h 672687"/>
                <a:gd name="connsiteX9" fmla="*/ 331304 w 949071"/>
                <a:gd name="connsiteY9" fmla="*/ 397245 h 672687"/>
                <a:gd name="connsiteX10" fmla="*/ 347217 w 949071"/>
                <a:gd name="connsiteY10" fmla="*/ 378040 h 672687"/>
                <a:gd name="connsiteX11" fmla="*/ 349061 w 949071"/>
                <a:gd name="connsiteY11" fmla="*/ 365329 h 672687"/>
                <a:gd name="connsiteX12" fmla="*/ 367706 w 949071"/>
                <a:gd name="connsiteY12" fmla="*/ 351882 h 672687"/>
                <a:gd name="connsiteX13" fmla="*/ 378675 w 949071"/>
                <a:gd name="connsiteY13" fmla="*/ 337507 h 672687"/>
                <a:gd name="connsiteX14" fmla="*/ 387153 w 949071"/>
                <a:gd name="connsiteY14" fmla="*/ 334965 h 672687"/>
                <a:gd name="connsiteX15" fmla="*/ 403854 w 949071"/>
                <a:gd name="connsiteY15" fmla="*/ 317857 h 672687"/>
                <a:gd name="connsiteX16" fmla="*/ 404642 w 949071"/>
                <a:gd name="connsiteY16" fmla="*/ 304638 h 672687"/>
                <a:gd name="connsiteX17" fmla="*/ 409599 w 949071"/>
                <a:gd name="connsiteY17" fmla="*/ 296148 h 672687"/>
                <a:gd name="connsiteX18" fmla="*/ 409866 w 949071"/>
                <a:gd name="connsiteY18" fmla="*/ 279942 h 672687"/>
                <a:gd name="connsiteX19" fmla="*/ 409078 w 949071"/>
                <a:gd name="connsiteY19" fmla="*/ 273155 h 672687"/>
                <a:gd name="connsiteX20" fmla="*/ 406066 w 949071"/>
                <a:gd name="connsiteY20" fmla="*/ 270143 h 672687"/>
                <a:gd name="connsiteX21" fmla="*/ 402037 w 949071"/>
                <a:gd name="connsiteY21" fmla="*/ 271960 h 672687"/>
                <a:gd name="connsiteX22" fmla="*/ 396025 w 949071"/>
                <a:gd name="connsiteY22" fmla="*/ 273663 h 672687"/>
                <a:gd name="connsiteX23" fmla="*/ 390419 w 949071"/>
                <a:gd name="connsiteY23" fmla="*/ 272100 h 672687"/>
                <a:gd name="connsiteX24" fmla="*/ 387877 w 949071"/>
                <a:gd name="connsiteY24" fmla="*/ 281366 h 672687"/>
                <a:gd name="connsiteX25" fmla="*/ 378485 w 949071"/>
                <a:gd name="connsiteY25" fmla="*/ 293275 h 672687"/>
                <a:gd name="connsiteX26" fmla="*/ 375472 w 949071"/>
                <a:gd name="connsiteY26" fmla="*/ 305032 h 672687"/>
                <a:gd name="connsiteX27" fmla="*/ 356165 w 949071"/>
                <a:gd name="connsiteY27" fmla="*/ 318899 h 672687"/>
                <a:gd name="connsiteX28" fmla="*/ 314222 w 949071"/>
                <a:gd name="connsiteY28" fmla="*/ 340506 h 672687"/>
                <a:gd name="connsiteX29" fmla="*/ 309252 w 949071"/>
                <a:gd name="connsiteY29" fmla="*/ 358301 h 672687"/>
                <a:gd name="connsiteX30" fmla="*/ 709268 w 949071"/>
                <a:gd name="connsiteY30" fmla="*/ 601752 h 672687"/>
                <a:gd name="connsiteX31" fmla="*/ 772565 w 949071"/>
                <a:gd name="connsiteY31" fmla="*/ 565807 h 672687"/>
                <a:gd name="connsiteX32" fmla="*/ 701311 w 949071"/>
                <a:gd name="connsiteY32" fmla="*/ 523470 h 672687"/>
                <a:gd name="connsiteX33" fmla="*/ 693748 w 949071"/>
                <a:gd name="connsiteY33" fmla="*/ 495228 h 672687"/>
                <a:gd name="connsiteX34" fmla="*/ 682118 w 949071"/>
                <a:gd name="connsiteY34" fmla="*/ 452750 h 672687"/>
                <a:gd name="connsiteX35" fmla="*/ 673641 w 949071"/>
                <a:gd name="connsiteY35" fmla="*/ 431066 h 672687"/>
                <a:gd name="connsiteX36" fmla="*/ 674429 w 949071"/>
                <a:gd name="connsiteY36" fmla="*/ 420898 h 672687"/>
                <a:gd name="connsiteX37" fmla="*/ 671887 w 949071"/>
                <a:gd name="connsiteY37" fmla="*/ 410311 h 672687"/>
                <a:gd name="connsiteX38" fmla="*/ 674747 w 949071"/>
                <a:gd name="connsiteY38" fmla="*/ 401960 h 672687"/>
                <a:gd name="connsiteX39" fmla="*/ 669015 w 949071"/>
                <a:gd name="connsiteY39" fmla="*/ 395605 h 672687"/>
                <a:gd name="connsiteX40" fmla="*/ 668366 w 949071"/>
                <a:gd name="connsiteY40" fmla="*/ 386708 h 672687"/>
                <a:gd name="connsiteX41" fmla="*/ 652695 w 949071"/>
                <a:gd name="connsiteY41" fmla="*/ 343188 h 672687"/>
                <a:gd name="connsiteX42" fmla="*/ 667171 w 949071"/>
                <a:gd name="connsiteY42" fmla="*/ 325279 h 672687"/>
                <a:gd name="connsiteX43" fmla="*/ 673971 w 949071"/>
                <a:gd name="connsiteY43" fmla="*/ 312480 h 672687"/>
                <a:gd name="connsiteX44" fmla="*/ 693278 w 949071"/>
                <a:gd name="connsiteY44" fmla="*/ 319649 h 672687"/>
                <a:gd name="connsiteX45" fmla="*/ 682983 w 949071"/>
                <a:gd name="connsiteY45" fmla="*/ 373248 h 672687"/>
                <a:gd name="connsiteX46" fmla="*/ 700586 w 949071"/>
                <a:gd name="connsiteY46" fmla="*/ 373248 h 672687"/>
                <a:gd name="connsiteX47" fmla="*/ 712992 w 949071"/>
                <a:gd name="connsiteY47" fmla="*/ 358733 h 672687"/>
                <a:gd name="connsiteX48" fmla="*/ 739874 w 949071"/>
                <a:gd name="connsiteY48" fmla="*/ 327224 h 672687"/>
                <a:gd name="connsiteX49" fmla="*/ 765459 w 949071"/>
                <a:gd name="connsiteY49" fmla="*/ 327224 h 672687"/>
                <a:gd name="connsiteX50" fmla="*/ 771446 w 949071"/>
                <a:gd name="connsiteY50" fmla="*/ 378472 h 672687"/>
                <a:gd name="connsiteX51" fmla="*/ 874805 w 949071"/>
                <a:gd name="connsiteY51" fmla="*/ 368532 h 672687"/>
                <a:gd name="connsiteX52" fmla="*/ 930006 w 949071"/>
                <a:gd name="connsiteY52" fmla="*/ 371074 h 672687"/>
                <a:gd name="connsiteX53" fmla="*/ 949071 w 949071"/>
                <a:gd name="connsiteY53" fmla="*/ 395516 h 672687"/>
                <a:gd name="connsiteX54" fmla="*/ 907127 w 949071"/>
                <a:gd name="connsiteY54" fmla="*/ 436036 h 672687"/>
                <a:gd name="connsiteX55" fmla="*/ 898230 w 949071"/>
                <a:gd name="connsiteY55" fmla="*/ 536155 h 672687"/>
                <a:gd name="connsiteX56" fmla="*/ 904229 w 949071"/>
                <a:gd name="connsiteY56" fmla="*/ 560863 h 672687"/>
                <a:gd name="connsiteX57" fmla="*/ 920143 w 949071"/>
                <a:gd name="connsiteY57" fmla="*/ 613394 h 672687"/>
                <a:gd name="connsiteX58" fmla="*/ 832188 w 949071"/>
                <a:gd name="connsiteY58" fmla="*/ 641763 h 672687"/>
                <a:gd name="connsiteX59" fmla="*/ 828273 w 949071"/>
                <a:gd name="connsiteY59" fmla="*/ 621491 h 672687"/>
                <a:gd name="connsiteX60" fmla="*/ 768103 w 949071"/>
                <a:gd name="connsiteY60" fmla="*/ 613000 h 672687"/>
                <a:gd name="connsiteX61" fmla="*/ 725969 w 949071"/>
                <a:gd name="connsiteY61" fmla="*/ 636794 h 672687"/>
                <a:gd name="connsiteX62" fmla="*/ 428690 w 949071"/>
                <a:gd name="connsiteY62" fmla="*/ 0 h 672687"/>
                <a:gd name="connsiteX63" fmla="*/ 536726 w 949071"/>
                <a:gd name="connsiteY63" fmla="*/ 11630 h 672687"/>
                <a:gd name="connsiteX64" fmla="*/ 540260 w 949071"/>
                <a:gd name="connsiteY64" fmla="*/ 31369 h 672687"/>
                <a:gd name="connsiteX65" fmla="*/ 532558 w 949071"/>
                <a:gd name="connsiteY65" fmla="*/ 36593 h 672687"/>
                <a:gd name="connsiteX66" fmla="*/ 523152 w 949071"/>
                <a:gd name="connsiteY66" fmla="*/ 37864 h 672687"/>
                <a:gd name="connsiteX67" fmla="*/ 512450 w 949071"/>
                <a:gd name="connsiteY67" fmla="*/ 43609 h 672687"/>
                <a:gd name="connsiteX68" fmla="*/ 502409 w 949071"/>
                <a:gd name="connsiteY68" fmla="*/ 56675 h 672687"/>
                <a:gd name="connsiteX69" fmla="*/ 488428 w 949071"/>
                <a:gd name="connsiteY69" fmla="*/ 62687 h 672687"/>
                <a:gd name="connsiteX70" fmla="*/ 483738 w 949071"/>
                <a:gd name="connsiteY70" fmla="*/ 74710 h 672687"/>
                <a:gd name="connsiteX71" fmla="*/ 491440 w 949071"/>
                <a:gd name="connsiteY71" fmla="*/ 77329 h 672687"/>
                <a:gd name="connsiteX72" fmla="*/ 495342 w 949071"/>
                <a:gd name="connsiteY72" fmla="*/ 77329 h 672687"/>
                <a:gd name="connsiteX73" fmla="*/ 498876 w 949071"/>
                <a:gd name="connsiteY73" fmla="*/ 70783 h 672687"/>
                <a:gd name="connsiteX74" fmla="*/ 505396 w 949071"/>
                <a:gd name="connsiteY74" fmla="*/ 70783 h 672687"/>
                <a:gd name="connsiteX75" fmla="*/ 507086 w 949071"/>
                <a:gd name="connsiteY75" fmla="*/ 77329 h 672687"/>
                <a:gd name="connsiteX76" fmla="*/ 510607 w 949071"/>
                <a:gd name="connsiteY76" fmla="*/ 75486 h 672687"/>
                <a:gd name="connsiteX77" fmla="*/ 514776 w 949071"/>
                <a:gd name="connsiteY77" fmla="*/ 77329 h 672687"/>
                <a:gd name="connsiteX78" fmla="*/ 515183 w 949071"/>
                <a:gd name="connsiteY78" fmla="*/ 82566 h 672687"/>
                <a:gd name="connsiteX79" fmla="*/ 520788 w 949071"/>
                <a:gd name="connsiteY79" fmla="*/ 82566 h 672687"/>
                <a:gd name="connsiteX80" fmla="*/ 535151 w 949071"/>
                <a:gd name="connsiteY80" fmla="*/ 71584 h 672687"/>
                <a:gd name="connsiteX81" fmla="*/ 497694 w 949071"/>
                <a:gd name="connsiteY81" fmla="*/ 123454 h 672687"/>
                <a:gd name="connsiteX82" fmla="*/ 543094 w 949071"/>
                <a:gd name="connsiteY82" fmla="*/ 165156 h 672687"/>
                <a:gd name="connsiteX83" fmla="*/ 601180 w 949071"/>
                <a:gd name="connsiteY83" fmla="*/ 149599 h 672687"/>
                <a:gd name="connsiteX84" fmla="*/ 601447 w 949071"/>
                <a:gd name="connsiteY84" fmla="*/ 222403 h 672687"/>
                <a:gd name="connsiteX85" fmla="*/ 601701 w 949071"/>
                <a:gd name="connsiteY85" fmla="*/ 266711 h 672687"/>
                <a:gd name="connsiteX86" fmla="*/ 583093 w 949071"/>
                <a:gd name="connsiteY86" fmla="*/ 302973 h 672687"/>
                <a:gd name="connsiteX87" fmla="*/ 587021 w 949071"/>
                <a:gd name="connsiteY87" fmla="*/ 396304 h 672687"/>
                <a:gd name="connsiteX88" fmla="*/ 598613 w 949071"/>
                <a:gd name="connsiteY88" fmla="*/ 450538 h 672687"/>
                <a:gd name="connsiteX89" fmla="*/ 571921 w 949071"/>
                <a:gd name="connsiteY89" fmla="*/ 474459 h 672687"/>
                <a:gd name="connsiteX90" fmla="*/ 669015 w 949071"/>
                <a:gd name="connsiteY90" fmla="*/ 570383 h 672687"/>
                <a:gd name="connsiteX91" fmla="*/ 571654 w 949071"/>
                <a:gd name="connsiteY91" fmla="*/ 609467 h 672687"/>
                <a:gd name="connsiteX92" fmla="*/ 491262 w 949071"/>
                <a:gd name="connsiteY92" fmla="*/ 670476 h 672687"/>
                <a:gd name="connsiteX93" fmla="*/ 404223 w 949071"/>
                <a:gd name="connsiteY93" fmla="*/ 628113 h 672687"/>
                <a:gd name="connsiteX94" fmla="*/ 369524 w 949071"/>
                <a:gd name="connsiteY94" fmla="*/ 653991 h 672687"/>
                <a:gd name="connsiteX95" fmla="*/ 303431 w 949071"/>
                <a:gd name="connsiteY95" fmla="*/ 627083 h 672687"/>
                <a:gd name="connsiteX96" fmla="*/ 258017 w 949071"/>
                <a:gd name="connsiteY96" fmla="*/ 651766 h 672687"/>
                <a:gd name="connsiteX97" fmla="*/ 214802 w 949071"/>
                <a:gd name="connsiteY97" fmla="*/ 672687 h 672687"/>
                <a:gd name="connsiteX98" fmla="*/ 164305 w 949071"/>
                <a:gd name="connsiteY98" fmla="*/ 628113 h 672687"/>
                <a:gd name="connsiteX99" fmla="*/ 124230 w 949071"/>
                <a:gd name="connsiteY99" fmla="*/ 618186 h 672687"/>
                <a:gd name="connsiteX100" fmla="*/ 96839 w 949071"/>
                <a:gd name="connsiteY100" fmla="*/ 581072 h 672687"/>
                <a:gd name="connsiteX101" fmla="*/ 54425 w 949071"/>
                <a:gd name="connsiteY101" fmla="*/ 581072 h 672687"/>
                <a:gd name="connsiteX102" fmla="*/ 10715 w 949071"/>
                <a:gd name="connsiteY102" fmla="*/ 579369 h 672687"/>
                <a:gd name="connsiteX103" fmla="*/ 42020 w 949071"/>
                <a:gd name="connsiteY103" fmla="*/ 523826 h 672687"/>
                <a:gd name="connsiteX104" fmla="*/ 45935 w 949071"/>
                <a:gd name="connsiteY104" fmla="*/ 516631 h 672687"/>
                <a:gd name="connsiteX105" fmla="*/ 28446 w 949071"/>
                <a:gd name="connsiteY105" fmla="*/ 484348 h 672687"/>
                <a:gd name="connsiteX106" fmla="*/ 0 w 949071"/>
                <a:gd name="connsiteY106" fmla="*/ 431943 h 672687"/>
                <a:gd name="connsiteX107" fmla="*/ 5478 w 949071"/>
                <a:gd name="connsiteY107" fmla="*/ 424089 h 672687"/>
                <a:gd name="connsiteX108" fmla="*/ 47231 w 949071"/>
                <a:gd name="connsiteY108" fmla="*/ 363080 h 672687"/>
                <a:gd name="connsiteX109" fmla="*/ 48693 w 949071"/>
                <a:gd name="connsiteY109" fmla="*/ 354449 h 672687"/>
                <a:gd name="connsiteX110" fmla="*/ 56637 w 949071"/>
                <a:gd name="connsiteY110" fmla="*/ 309112 h 672687"/>
                <a:gd name="connsiteX111" fmla="*/ 54946 w 949071"/>
                <a:gd name="connsiteY111" fmla="*/ 255119 h 672687"/>
                <a:gd name="connsiteX112" fmla="*/ 87395 w 949071"/>
                <a:gd name="connsiteY112" fmla="*/ 223903 h 672687"/>
                <a:gd name="connsiteX113" fmla="*/ 105419 w 949071"/>
                <a:gd name="connsiteY113" fmla="*/ 206248 h 672687"/>
                <a:gd name="connsiteX114" fmla="*/ 133597 w 949071"/>
                <a:gd name="connsiteY114" fmla="*/ 217217 h 672687"/>
                <a:gd name="connsiteX115" fmla="*/ 121853 w 949071"/>
                <a:gd name="connsiteY115" fmla="*/ 255920 h 672687"/>
                <a:gd name="connsiteX116" fmla="*/ 139457 w 949071"/>
                <a:gd name="connsiteY116" fmla="*/ 263228 h 672687"/>
                <a:gd name="connsiteX117" fmla="*/ 186726 w 949071"/>
                <a:gd name="connsiteY117" fmla="*/ 174740 h 672687"/>
                <a:gd name="connsiteX118" fmla="*/ 231987 w 949071"/>
                <a:gd name="connsiteY118" fmla="*/ 141160 h 672687"/>
                <a:gd name="connsiteX119" fmla="*/ 247659 w 949071"/>
                <a:gd name="connsiteY119" fmla="*/ 123251 h 672687"/>
                <a:gd name="connsiteX120" fmla="*/ 217154 w 949071"/>
                <a:gd name="connsiteY120" fmla="*/ 68749 h 672687"/>
                <a:gd name="connsiteX121" fmla="*/ 241430 w 949071"/>
                <a:gd name="connsiteY121" fmla="*/ 51489 h 672687"/>
                <a:gd name="connsiteX122" fmla="*/ 292271 w 949071"/>
                <a:gd name="connsiteY122" fmla="*/ 26399 h 672687"/>
                <a:gd name="connsiteX123" fmla="*/ 323843 w 949071"/>
                <a:gd name="connsiteY123" fmla="*/ 40520 h 672687"/>
                <a:gd name="connsiteX124" fmla="*/ 376947 w 949071"/>
                <a:gd name="connsiteY124" fmla="*/ 21455 h 672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949071" h="672687">
                  <a:moveTo>
                    <a:pt x="303024" y="371456"/>
                  </a:moveTo>
                  <a:lnTo>
                    <a:pt x="300482" y="377328"/>
                  </a:lnTo>
                  <a:lnTo>
                    <a:pt x="303113" y="380874"/>
                  </a:lnTo>
                  <a:lnTo>
                    <a:pt x="311184" y="386225"/>
                  </a:lnTo>
                  <a:lnTo>
                    <a:pt x="314997" y="392110"/>
                  </a:lnTo>
                  <a:lnTo>
                    <a:pt x="321124" y="392758"/>
                  </a:lnTo>
                  <a:lnTo>
                    <a:pt x="323869" y="395300"/>
                  </a:lnTo>
                  <a:lnTo>
                    <a:pt x="322827" y="400384"/>
                  </a:lnTo>
                  <a:lnTo>
                    <a:pt x="325966" y="401426"/>
                  </a:lnTo>
                  <a:lnTo>
                    <a:pt x="331304" y="397245"/>
                  </a:lnTo>
                  <a:lnTo>
                    <a:pt x="347217" y="378040"/>
                  </a:lnTo>
                  <a:lnTo>
                    <a:pt x="349061" y="365329"/>
                  </a:lnTo>
                  <a:lnTo>
                    <a:pt x="367706" y="351882"/>
                  </a:lnTo>
                  <a:lnTo>
                    <a:pt x="378675" y="337507"/>
                  </a:lnTo>
                  <a:lnTo>
                    <a:pt x="387153" y="334965"/>
                  </a:lnTo>
                  <a:lnTo>
                    <a:pt x="403854" y="317857"/>
                  </a:lnTo>
                  <a:lnTo>
                    <a:pt x="404642" y="304638"/>
                  </a:lnTo>
                  <a:lnTo>
                    <a:pt x="409599" y="296148"/>
                  </a:lnTo>
                  <a:lnTo>
                    <a:pt x="409866" y="279942"/>
                  </a:lnTo>
                  <a:lnTo>
                    <a:pt x="409078" y="273155"/>
                  </a:lnTo>
                  <a:lnTo>
                    <a:pt x="406066" y="270143"/>
                  </a:lnTo>
                  <a:lnTo>
                    <a:pt x="402037" y="271960"/>
                  </a:lnTo>
                  <a:lnTo>
                    <a:pt x="396025" y="273663"/>
                  </a:lnTo>
                  <a:lnTo>
                    <a:pt x="390419" y="272100"/>
                  </a:lnTo>
                  <a:lnTo>
                    <a:pt x="387877" y="281366"/>
                  </a:lnTo>
                  <a:lnTo>
                    <a:pt x="378485" y="293275"/>
                  </a:lnTo>
                  <a:lnTo>
                    <a:pt x="375472" y="305032"/>
                  </a:lnTo>
                  <a:lnTo>
                    <a:pt x="356165" y="318899"/>
                  </a:lnTo>
                  <a:lnTo>
                    <a:pt x="314222" y="340506"/>
                  </a:lnTo>
                  <a:lnTo>
                    <a:pt x="309252" y="358301"/>
                  </a:lnTo>
                  <a:close/>
                  <a:moveTo>
                    <a:pt x="709268" y="601752"/>
                  </a:moveTo>
                  <a:lnTo>
                    <a:pt x="772565" y="565807"/>
                  </a:lnTo>
                  <a:lnTo>
                    <a:pt x="701311" y="523470"/>
                  </a:lnTo>
                  <a:lnTo>
                    <a:pt x="693748" y="495228"/>
                  </a:lnTo>
                  <a:lnTo>
                    <a:pt x="682118" y="452750"/>
                  </a:lnTo>
                  <a:lnTo>
                    <a:pt x="673641" y="431066"/>
                  </a:lnTo>
                  <a:lnTo>
                    <a:pt x="674429" y="420898"/>
                  </a:lnTo>
                  <a:lnTo>
                    <a:pt x="671887" y="410311"/>
                  </a:lnTo>
                  <a:lnTo>
                    <a:pt x="674747" y="401960"/>
                  </a:lnTo>
                  <a:lnTo>
                    <a:pt x="669015" y="395605"/>
                  </a:lnTo>
                  <a:lnTo>
                    <a:pt x="668366" y="386708"/>
                  </a:lnTo>
                  <a:lnTo>
                    <a:pt x="652695" y="343188"/>
                  </a:lnTo>
                  <a:lnTo>
                    <a:pt x="667171" y="325279"/>
                  </a:lnTo>
                  <a:lnTo>
                    <a:pt x="673971" y="312480"/>
                  </a:lnTo>
                  <a:lnTo>
                    <a:pt x="693278" y="319649"/>
                  </a:lnTo>
                  <a:lnTo>
                    <a:pt x="682983" y="373248"/>
                  </a:lnTo>
                  <a:lnTo>
                    <a:pt x="700586" y="373248"/>
                  </a:lnTo>
                  <a:lnTo>
                    <a:pt x="712992" y="358733"/>
                  </a:lnTo>
                  <a:lnTo>
                    <a:pt x="739874" y="327224"/>
                  </a:lnTo>
                  <a:lnTo>
                    <a:pt x="765459" y="327224"/>
                  </a:lnTo>
                  <a:lnTo>
                    <a:pt x="771446" y="378472"/>
                  </a:lnTo>
                  <a:lnTo>
                    <a:pt x="874805" y="368532"/>
                  </a:lnTo>
                  <a:lnTo>
                    <a:pt x="930006" y="371074"/>
                  </a:lnTo>
                  <a:lnTo>
                    <a:pt x="949071" y="395516"/>
                  </a:lnTo>
                  <a:lnTo>
                    <a:pt x="907127" y="436036"/>
                  </a:lnTo>
                  <a:lnTo>
                    <a:pt x="898230" y="536155"/>
                  </a:lnTo>
                  <a:lnTo>
                    <a:pt x="904229" y="560863"/>
                  </a:lnTo>
                  <a:lnTo>
                    <a:pt x="920143" y="613394"/>
                  </a:lnTo>
                  <a:lnTo>
                    <a:pt x="832188" y="641763"/>
                  </a:lnTo>
                  <a:lnTo>
                    <a:pt x="828273" y="621491"/>
                  </a:lnTo>
                  <a:lnTo>
                    <a:pt x="768103" y="613000"/>
                  </a:lnTo>
                  <a:lnTo>
                    <a:pt x="725969" y="636794"/>
                  </a:lnTo>
                  <a:close/>
                  <a:moveTo>
                    <a:pt x="428690" y="0"/>
                  </a:moveTo>
                  <a:lnTo>
                    <a:pt x="536726" y="11630"/>
                  </a:lnTo>
                  <a:lnTo>
                    <a:pt x="540260" y="31369"/>
                  </a:lnTo>
                  <a:lnTo>
                    <a:pt x="532558" y="36593"/>
                  </a:lnTo>
                  <a:lnTo>
                    <a:pt x="523152" y="37864"/>
                  </a:lnTo>
                  <a:lnTo>
                    <a:pt x="512450" y="43609"/>
                  </a:lnTo>
                  <a:lnTo>
                    <a:pt x="502409" y="56675"/>
                  </a:lnTo>
                  <a:lnTo>
                    <a:pt x="488428" y="62687"/>
                  </a:lnTo>
                  <a:lnTo>
                    <a:pt x="483738" y="74710"/>
                  </a:lnTo>
                  <a:lnTo>
                    <a:pt x="491440" y="77329"/>
                  </a:lnTo>
                  <a:lnTo>
                    <a:pt x="495342" y="77329"/>
                  </a:lnTo>
                  <a:lnTo>
                    <a:pt x="498876" y="70783"/>
                  </a:lnTo>
                  <a:lnTo>
                    <a:pt x="505396" y="70783"/>
                  </a:lnTo>
                  <a:lnTo>
                    <a:pt x="507086" y="77329"/>
                  </a:lnTo>
                  <a:lnTo>
                    <a:pt x="510607" y="75486"/>
                  </a:lnTo>
                  <a:lnTo>
                    <a:pt x="514776" y="77329"/>
                  </a:lnTo>
                  <a:lnTo>
                    <a:pt x="515183" y="82566"/>
                  </a:lnTo>
                  <a:lnTo>
                    <a:pt x="520788" y="82566"/>
                  </a:lnTo>
                  <a:lnTo>
                    <a:pt x="535151" y="71584"/>
                  </a:lnTo>
                  <a:lnTo>
                    <a:pt x="497694" y="123454"/>
                  </a:lnTo>
                  <a:lnTo>
                    <a:pt x="543094" y="165156"/>
                  </a:lnTo>
                  <a:lnTo>
                    <a:pt x="601180" y="149599"/>
                  </a:lnTo>
                  <a:lnTo>
                    <a:pt x="601447" y="222403"/>
                  </a:lnTo>
                  <a:lnTo>
                    <a:pt x="601701" y="266711"/>
                  </a:lnTo>
                  <a:lnTo>
                    <a:pt x="583093" y="302973"/>
                  </a:lnTo>
                  <a:lnTo>
                    <a:pt x="587021" y="396304"/>
                  </a:lnTo>
                  <a:lnTo>
                    <a:pt x="598613" y="450538"/>
                  </a:lnTo>
                  <a:lnTo>
                    <a:pt x="571921" y="474459"/>
                  </a:lnTo>
                  <a:lnTo>
                    <a:pt x="669015" y="570383"/>
                  </a:lnTo>
                  <a:lnTo>
                    <a:pt x="571654" y="609467"/>
                  </a:lnTo>
                  <a:lnTo>
                    <a:pt x="491262" y="670476"/>
                  </a:lnTo>
                  <a:lnTo>
                    <a:pt x="404223" y="628113"/>
                  </a:lnTo>
                  <a:lnTo>
                    <a:pt x="369524" y="653991"/>
                  </a:lnTo>
                  <a:lnTo>
                    <a:pt x="303431" y="627083"/>
                  </a:lnTo>
                  <a:lnTo>
                    <a:pt x="258017" y="651766"/>
                  </a:lnTo>
                  <a:lnTo>
                    <a:pt x="214802" y="672687"/>
                  </a:lnTo>
                  <a:lnTo>
                    <a:pt x="164305" y="628113"/>
                  </a:lnTo>
                  <a:lnTo>
                    <a:pt x="124230" y="618186"/>
                  </a:lnTo>
                  <a:lnTo>
                    <a:pt x="96839" y="581072"/>
                  </a:lnTo>
                  <a:lnTo>
                    <a:pt x="54425" y="581072"/>
                  </a:lnTo>
                  <a:lnTo>
                    <a:pt x="10715" y="579369"/>
                  </a:lnTo>
                  <a:lnTo>
                    <a:pt x="42020" y="523826"/>
                  </a:lnTo>
                  <a:lnTo>
                    <a:pt x="45935" y="516631"/>
                  </a:lnTo>
                  <a:lnTo>
                    <a:pt x="28446" y="484348"/>
                  </a:lnTo>
                  <a:lnTo>
                    <a:pt x="0" y="431943"/>
                  </a:lnTo>
                  <a:lnTo>
                    <a:pt x="5478" y="424089"/>
                  </a:lnTo>
                  <a:lnTo>
                    <a:pt x="47231" y="363080"/>
                  </a:lnTo>
                  <a:lnTo>
                    <a:pt x="48693" y="354449"/>
                  </a:lnTo>
                  <a:lnTo>
                    <a:pt x="56637" y="309112"/>
                  </a:lnTo>
                  <a:lnTo>
                    <a:pt x="54946" y="255119"/>
                  </a:lnTo>
                  <a:lnTo>
                    <a:pt x="87395" y="223903"/>
                  </a:lnTo>
                  <a:lnTo>
                    <a:pt x="105419" y="206248"/>
                  </a:lnTo>
                  <a:lnTo>
                    <a:pt x="133597" y="217217"/>
                  </a:lnTo>
                  <a:lnTo>
                    <a:pt x="121853" y="255920"/>
                  </a:lnTo>
                  <a:lnTo>
                    <a:pt x="139457" y="263228"/>
                  </a:lnTo>
                  <a:lnTo>
                    <a:pt x="186726" y="174740"/>
                  </a:lnTo>
                  <a:lnTo>
                    <a:pt x="231987" y="141160"/>
                  </a:lnTo>
                  <a:lnTo>
                    <a:pt x="247659" y="123251"/>
                  </a:lnTo>
                  <a:lnTo>
                    <a:pt x="217154" y="68749"/>
                  </a:lnTo>
                  <a:lnTo>
                    <a:pt x="241430" y="51489"/>
                  </a:lnTo>
                  <a:lnTo>
                    <a:pt x="292271" y="26399"/>
                  </a:lnTo>
                  <a:lnTo>
                    <a:pt x="323843" y="40520"/>
                  </a:lnTo>
                  <a:lnTo>
                    <a:pt x="376947" y="21455"/>
                  </a:lnTo>
                  <a:close/>
                </a:path>
              </a:pathLst>
            </a:custGeom>
            <a:noFill/>
            <a:ln w="3810" cap="flat">
              <a:solidFill>
                <a:srgbClr val="E6E4E2"/>
              </a:solidFill>
              <a:prstDash val="solid"/>
              <a:miter/>
            </a:ln>
          </p:spPr>
          <p:txBody>
            <a:bodyPr rtlCol="0" anchor="ctr"/>
            <a:lstStyle/>
            <a:p>
              <a:endParaRPr lang="de-CH"/>
            </a:p>
          </p:txBody>
        </p:sp>
        <p:sp>
          <p:nvSpPr>
            <p:cNvPr id="94" name="Freihandform: Form 93">
              <a:extLst>
                <a:ext uri="{FF2B5EF4-FFF2-40B4-BE49-F238E27FC236}">
                  <a16:creationId xmlns:a16="http://schemas.microsoft.com/office/drawing/2014/main" id="{32403B97-9A41-987B-9021-A2DE4A7554B2}"/>
                </a:ext>
              </a:extLst>
            </p:cNvPr>
            <p:cNvSpPr/>
            <p:nvPr/>
          </p:nvSpPr>
          <p:spPr>
            <a:xfrm>
              <a:off x="6116777" y="2888868"/>
              <a:ext cx="725727" cy="675343"/>
            </a:xfrm>
            <a:custGeom>
              <a:avLst/>
              <a:gdLst>
                <a:gd name="connsiteX0" fmla="*/ 469795 w 725727"/>
                <a:gd name="connsiteY0" fmla="*/ 92289 h 675343"/>
                <a:gd name="connsiteX1" fmla="*/ 506997 w 725727"/>
                <a:gd name="connsiteY1" fmla="*/ 92416 h 675343"/>
                <a:gd name="connsiteX2" fmla="*/ 515348 w 725727"/>
                <a:gd name="connsiteY2" fmla="*/ 95949 h 675343"/>
                <a:gd name="connsiteX3" fmla="*/ 533485 w 725727"/>
                <a:gd name="connsiteY3" fmla="*/ 112816 h 675343"/>
                <a:gd name="connsiteX4" fmla="*/ 566252 w 725727"/>
                <a:gd name="connsiteY4" fmla="*/ 119997 h 675343"/>
                <a:gd name="connsiteX5" fmla="*/ 602006 w 725727"/>
                <a:gd name="connsiteY5" fmla="*/ 115154 h 675343"/>
                <a:gd name="connsiteX6" fmla="*/ 627312 w 725727"/>
                <a:gd name="connsiteY6" fmla="*/ 98822 h 675343"/>
                <a:gd name="connsiteX7" fmla="*/ 674289 w 725727"/>
                <a:gd name="connsiteY7" fmla="*/ 86277 h 675343"/>
                <a:gd name="connsiteX8" fmla="*/ 696621 w 725727"/>
                <a:gd name="connsiteY8" fmla="*/ 75295 h 675343"/>
                <a:gd name="connsiteX9" fmla="*/ 703014 w 725727"/>
                <a:gd name="connsiteY9" fmla="*/ 66945 h 675343"/>
                <a:gd name="connsiteX10" fmla="*/ 725460 w 725727"/>
                <a:gd name="connsiteY10" fmla="*/ 54501 h 675343"/>
                <a:gd name="connsiteX11" fmla="*/ 725727 w 725727"/>
                <a:gd name="connsiteY11" fmla="*/ 67453 h 675343"/>
                <a:gd name="connsiteX12" fmla="*/ 686961 w 725727"/>
                <a:gd name="connsiteY12" fmla="*/ 116591 h 675343"/>
                <a:gd name="connsiteX13" fmla="*/ 690101 w 725727"/>
                <a:gd name="connsiteY13" fmla="*/ 150184 h 675343"/>
                <a:gd name="connsiteX14" fmla="*/ 692439 w 725727"/>
                <a:gd name="connsiteY14" fmla="*/ 175820 h 675343"/>
                <a:gd name="connsiteX15" fmla="*/ 665036 w 725727"/>
                <a:gd name="connsiteY15" fmla="*/ 187971 h 675343"/>
                <a:gd name="connsiteX16" fmla="*/ 666333 w 725727"/>
                <a:gd name="connsiteY16" fmla="*/ 222200 h 675343"/>
                <a:gd name="connsiteX17" fmla="*/ 590770 w 725727"/>
                <a:gd name="connsiteY17" fmla="*/ 254623 h 675343"/>
                <a:gd name="connsiteX18" fmla="*/ 558550 w 725727"/>
                <a:gd name="connsiteY18" fmla="*/ 251611 h 675343"/>
                <a:gd name="connsiteX19" fmla="*/ 532443 w 725727"/>
                <a:gd name="connsiteY19" fmla="*/ 263254 h 675343"/>
                <a:gd name="connsiteX20" fmla="*/ 504633 w 725727"/>
                <a:gd name="connsiteY20" fmla="*/ 289920 h 675343"/>
                <a:gd name="connsiteX21" fmla="*/ 493042 w 725727"/>
                <a:gd name="connsiteY21" fmla="*/ 312785 h 675343"/>
                <a:gd name="connsiteX22" fmla="*/ 524868 w 725727"/>
                <a:gd name="connsiteY22" fmla="*/ 326906 h 675343"/>
                <a:gd name="connsiteX23" fmla="*/ 535583 w 725727"/>
                <a:gd name="connsiteY23" fmla="*/ 359178 h 675343"/>
                <a:gd name="connsiteX24" fmla="*/ 511573 w 725727"/>
                <a:gd name="connsiteY24" fmla="*/ 377620 h 675343"/>
                <a:gd name="connsiteX25" fmla="*/ 519784 w 725727"/>
                <a:gd name="connsiteY25" fmla="*/ 442048 h 675343"/>
                <a:gd name="connsiteX26" fmla="*/ 416424 w 725727"/>
                <a:gd name="connsiteY26" fmla="*/ 451975 h 675343"/>
                <a:gd name="connsiteX27" fmla="*/ 410438 w 725727"/>
                <a:gd name="connsiteY27" fmla="*/ 400740 h 675343"/>
                <a:gd name="connsiteX28" fmla="*/ 384840 w 725727"/>
                <a:gd name="connsiteY28" fmla="*/ 400740 h 675343"/>
                <a:gd name="connsiteX29" fmla="*/ 357970 w 725727"/>
                <a:gd name="connsiteY29" fmla="*/ 432249 h 675343"/>
                <a:gd name="connsiteX30" fmla="*/ 345565 w 725727"/>
                <a:gd name="connsiteY30" fmla="*/ 446751 h 675343"/>
                <a:gd name="connsiteX31" fmla="*/ 327949 w 725727"/>
                <a:gd name="connsiteY31" fmla="*/ 446751 h 675343"/>
                <a:gd name="connsiteX32" fmla="*/ 338257 w 725727"/>
                <a:gd name="connsiteY32" fmla="*/ 393165 h 675343"/>
                <a:gd name="connsiteX33" fmla="*/ 318950 w 725727"/>
                <a:gd name="connsiteY33" fmla="*/ 385996 h 675343"/>
                <a:gd name="connsiteX34" fmla="*/ 312150 w 725727"/>
                <a:gd name="connsiteY34" fmla="*/ 398795 h 675343"/>
                <a:gd name="connsiteX35" fmla="*/ 297673 w 725727"/>
                <a:gd name="connsiteY35" fmla="*/ 416704 h 675343"/>
                <a:gd name="connsiteX36" fmla="*/ 313332 w 725727"/>
                <a:gd name="connsiteY36" fmla="*/ 460224 h 675343"/>
                <a:gd name="connsiteX37" fmla="*/ 313980 w 725727"/>
                <a:gd name="connsiteY37" fmla="*/ 469108 h 675343"/>
                <a:gd name="connsiteX38" fmla="*/ 319712 w 725727"/>
                <a:gd name="connsiteY38" fmla="*/ 475514 h 675343"/>
                <a:gd name="connsiteX39" fmla="*/ 316865 w 725727"/>
                <a:gd name="connsiteY39" fmla="*/ 483877 h 675343"/>
                <a:gd name="connsiteX40" fmla="*/ 319471 w 725727"/>
                <a:gd name="connsiteY40" fmla="*/ 494452 h 675343"/>
                <a:gd name="connsiteX41" fmla="*/ 318670 w 725727"/>
                <a:gd name="connsiteY41" fmla="*/ 504671 h 675343"/>
                <a:gd name="connsiteX42" fmla="*/ 327161 w 725727"/>
                <a:gd name="connsiteY42" fmla="*/ 526355 h 675343"/>
                <a:gd name="connsiteX43" fmla="*/ 338790 w 725727"/>
                <a:gd name="connsiteY43" fmla="*/ 568832 h 675343"/>
                <a:gd name="connsiteX44" fmla="*/ 346353 w 725727"/>
                <a:gd name="connsiteY44" fmla="*/ 597074 h 675343"/>
                <a:gd name="connsiteX45" fmla="*/ 417594 w 725727"/>
                <a:gd name="connsiteY45" fmla="*/ 639412 h 675343"/>
                <a:gd name="connsiteX46" fmla="*/ 354310 w 725727"/>
                <a:gd name="connsiteY46" fmla="*/ 675344 h 675343"/>
                <a:gd name="connsiteX47" fmla="*/ 313980 w 725727"/>
                <a:gd name="connsiteY47" fmla="*/ 643988 h 675343"/>
                <a:gd name="connsiteX48" fmla="*/ 216900 w 725727"/>
                <a:gd name="connsiteY48" fmla="*/ 548051 h 675343"/>
                <a:gd name="connsiteX49" fmla="*/ 243642 w 725727"/>
                <a:gd name="connsiteY49" fmla="*/ 524131 h 675343"/>
                <a:gd name="connsiteX50" fmla="*/ 232038 w 725727"/>
                <a:gd name="connsiteY50" fmla="*/ 469896 h 675343"/>
                <a:gd name="connsiteX51" fmla="*/ 228110 w 725727"/>
                <a:gd name="connsiteY51" fmla="*/ 376565 h 675343"/>
                <a:gd name="connsiteX52" fmla="*/ 246769 w 725727"/>
                <a:gd name="connsiteY52" fmla="*/ 340366 h 675343"/>
                <a:gd name="connsiteX53" fmla="*/ 246515 w 725727"/>
                <a:gd name="connsiteY53" fmla="*/ 296059 h 675343"/>
                <a:gd name="connsiteX54" fmla="*/ 246260 w 725727"/>
                <a:gd name="connsiteY54" fmla="*/ 223255 h 675343"/>
                <a:gd name="connsiteX55" fmla="*/ 188174 w 725727"/>
                <a:gd name="connsiteY55" fmla="*/ 238812 h 675343"/>
                <a:gd name="connsiteX56" fmla="*/ 142774 w 725727"/>
                <a:gd name="connsiteY56" fmla="*/ 197110 h 675343"/>
                <a:gd name="connsiteX57" fmla="*/ 180218 w 725727"/>
                <a:gd name="connsiteY57" fmla="*/ 145227 h 675343"/>
                <a:gd name="connsiteX58" fmla="*/ 219632 w 725727"/>
                <a:gd name="connsiteY58" fmla="*/ 122221 h 675343"/>
                <a:gd name="connsiteX59" fmla="*/ 226941 w 725727"/>
                <a:gd name="connsiteY59" fmla="*/ 114900 h 675343"/>
                <a:gd name="connsiteX60" fmla="*/ 241291 w 725727"/>
                <a:gd name="connsiteY60" fmla="*/ 104313 h 675343"/>
                <a:gd name="connsiteX61" fmla="*/ 245472 w 725727"/>
                <a:gd name="connsiteY61" fmla="*/ 97780 h 675343"/>
                <a:gd name="connsiteX62" fmla="*/ 244557 w 725727"/>
                <a:gd name="connsiteY62" fmla="*/ 91107 h 675343"/>
                <a:gd name="connsiteX63" fmla="*/ 236207 w 725727"/>
                <a:gd name="connsiteY63" fmla="*/ 74380 h 675343"/>
                <a:gd name="connsiteX64" fmla="*/ 229826 w 725727"/>
                <a:gd name="connsiteY64" fmla="*/ 71253 h 675343"/>
                <a:gd name="connsiteX65" fmla="*/ 232813 w 725727"/>
                <a:gd name="connsiteY65" fmla="*/ 84447 h 675343"/>
                <a:gd name="connsiteX66" fmla="*/ 230080 w 725727"/>
                <a:gd name="connsiteY66" fmla="*/ 91908 h 675343"/>
                <a:gd name="connsiteX67" fmla="*/ 222505 w 725727"/>
                <a:gd name="connsiteY67" fmla="*/ 96597 h 675343"/>
                <a:gd name="connsiteX68" fmla="*/ 212464 w 725727"/>
                <a:gd name="connsiteY68" fmla="*/ 97780 h 675343"/>
                <a:gd name="connsiteX69" fmla="*/ 200058 w 725727"/>
                <a:gd name="connsiteY69" fmla="*/ 105482 h 675343"/>
                <a:gd name="connsiteX70" fmla="*/ 185327 w 725727"/>
                <a:gd name="connsiteY70" fmla="*/ 104974 h 675343"/>
                <a:gd name="connsiteX71" fmla="*/ 181781 w 725727"/>
                <a:gd name="connsiteY71" fmla="*/ 85235 h 675343"/>
                <a:gd name="connsiteX72" fmla="*/ 73732 w 725727"/>
                <a:gd name="connsiteY72" fmla="*/ 73605 h 675343"/>
                <a:gd name="connsiteX73" fmla="*/ 22052 w 725727"/>
                <a:gd name="connsiteY73" fmla="*/ 95034 h 675343"/>
                <a:gd name="connsiteX74" fmla="*/ 0 w 725727"/>
                <a:gd name="connsiteY74" fmla="*/ 71380 h 675343"/>
                <a:gd name="connsiteX75" fmla="*/ 19841 w 725727"/>
                <a:gd name="connsiteY75" fmla="*/ 37139 h 675343"/>
                <a:gd name="connsiteX76" fmla="*/ 39415 w 725727"/>
                <a:gd name="connsiteY76" fmla="*/ 39084 h 675343"/>
                <a:gd name="connsiteX77" fmla="*/ 52595 w 725727"/>
                <a:gd name="connsiteY77" fmla="*/ 56217 h 675343"/>
                <a:gd name="connsiteX78" fmla="*/ 84815 w 725727"/>
                <a:gd name="connsiteY78" fmla="*/ 25370 h 675343"/>
                <a:gd name="connsiteX79" fmla="*/ 194441 w 725727"/>
                <a:gd name="connsiteY79" fmla="*/ 17388 h 675343"/>
                <a:gd name="connsiteX80" fmla="*/ 201889 w 725727"/>
                <a:gd name="connsiteY80" fmla="*/ 44320 h 675343"/>
                <a:gd name="connsiteX81" fmla="*/ 194962 w 725727"/>
                <a:gd name="connsiteY81" fmla="*/ 52696 h 675343"/>
                <a:gd name="connsiteX82" fmla="*/ 194441 w 725727"/>
                <a:gd name="connsiteY82" fmla="*/ 72677 h 675343"/>
                <a:gd name="connsiteX83" fmla="*/ 209579 w 725727"/>
                <a:gd name="connsiteY83" fmla="*/ 73478 h 675343"/>
                <a:gd name="connsiteX84" fmla="*/ 228771 w 725727"/>
                <a:gd name="connsiteY84" fmla="*/ 66271 h 675343"/>
                <a:gd name="connsiteX85" fmla="*/ 236207 w 725727"/>
                <a:gd name="connsiteY85" fmla="*/ 69804 h 675343"/>
                <a:gd name="connsiteX86" fmla="*/ 265834 w 725727"/>
                <a:gd name="connsiteY86" fmla="*/ 61187 h 675343"/>
                <a:gd name="connsiteX87" fmla="*/ 280832 w 725727"/>
                <a:gd name="connsiteY87" fmla="*/ 34521 h 675343"/>
                <a:gd name="connsiteX88" fmla="*/ 295703 w 725727"/>
                <a:gd name="connsiteY88" fmla="*/ 18442 h 675343"/>
                <a:gd name="connsiteX89" fmla="*/ 298334 w 725727"/>
                <a:gd name="connsiteY89" fmla="*/ 7588 h 675343"/>
                <a:gd name="connsiteX90" fmla="*/ 307206 w 725727"/>
                <a:gd name="connsiteY90" fmla="*/ 0 h 675343"/>
                <a:gd name="connsiteX91" fmla="*/ 338396 w 725727"/>
                <a:gd name="connsiteY91" fmla="*/ 1055 h 675343"/>
                <a:gd name="connsiteX92" fmla="*/ 340608 w 725727"/>
                <a:gd name="connsiteY92" fmla="*/ 24581 h 675343"/>
                <a:gd name="connsiteX93" fmla="*/ 424000 w 725727"/>
                <a:gd name="connsiteY93" fmla="*/ 21709 h 675343"/>
                <a:gd name="connsiteX94" fmla="*/ 427253 w 725727"/>
                <a:gd name="connsiteY94" fmla="*/ 3012 h 675343"/>
                <a:gd name="connsiteX95" fmla="*/ 493169 w 725727"/>
                <a:gd name="connsiteY95" fmla="*/ 8897 h 675343"/>
                <a:gd name="connsiteX96" fmla="*/ 495762 w 725727"/>
                <a:gd name="connsiteY96" fmla="*/ 15570 h 675343"/>
                <a:gd name="connsiteX97" fmla="*/ 488860 w 725727"/>
                <a:gd name="connsiteY97" fmla="*/ 24327 h 675343"/>
                <a:gd name="connsiteX98" fmla="*/ 453106 w 725727"/>
                <a:gd name="connsiteY98" fmla="*/ 27861 h 675343"/>
                <a:gd name="connsiteX99" fmla="*/ 409116 w 725727"/>
                <a:gd name="connsiteY99" fmla="*/ 50853 h 675343"/>
                <a:gd name="connsiteX100" fmla="*/ 409383 w 725727"/>
                <a:gd name="connsiteY100" fmla="*/ 67580 h 675343"/>
                <a:gd name="connsiteX101" fmla="*/ 420860 w 725727"/>
                <a:gd name="connsiteY101" fmla="*/ 72931 h 675343"/>
                <a:gd name="connsiteX102" fmla="*/ 423479 w 725727"/>
                <a:gd name="connsiteY102" fmla="*/ 80913 h 675343"/>
                <a:gd name="connsiteX103" fmla="*/ 458063 w 725727"/>
                <a:gd name="connsiteY103" fmla="*/ 86544 h 675343"/>
                <a:gd name="connsiteX104" fmla="*/ 469795 w 725727"/>
                <a:gd name="connsiteY104" fmla="*/ 92289 h 675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725727" h="675343">
                  <a:moveTo>
                    <a:pt x="469795" y="92289"/>
                  </a:moveTo>
                  <a:lnTo>
                    <a:pt x="506997" y="92416"/>
                  </a:lnTo>
                  <a:lnTo>
                    <a:pt x="515348" y="95949"/>
                  </a:lnTo>
                  <a:lnTo>
                    <a:pt x="533485" y="112816"/>
                  </a:lnTo>
                  <a:lnTo>
                    <a:pt x="566252" y="119997"/>
                  </a:lnTo>
                  <a:lnTo>
                    <a:pt x="602006" y="115154"/>
                  </a:lnTo>
                  <a:lnTo>
                    <a:pt x="627312" y="98822"/>
                  </a:lnTo>
                  <a:lnTo>
                    <a:pt x="674289" y="86277"/>
                  </a:lnTo>
                  <a:lnTo>
                    <a:pt x="696621" y="75295"/>
                  </a:lnTo>
                  <a:lnTo>
                    <a:pt x="703014" y="66945"/>
                  </a:lnTo>
                  <a:lnTo>
                    <a:pt x="725460" y="54501"/>
                  </a:lnTo>
                  <a:lnTo>
                    <a:pt x="725727" y="67453"/>
                  </a:lnTo>
                  <a:lnTo>
                    <a:pt x="686961" y="116591"/>
                  </a:lnTo>
                  <a:lnTo>
                    <a:pt x="690101" y="150184"/>
                  </a:lnTo>
                  <a:lnTo>
                    <a:pt x="692439" y="175820"/>
                  </a:lnTo>
                  <a:lnTo>
                    <a:pt x="665036" y="187971"/>
                  </a:lnTo>
                  <a:lnTo>
                    <a:pt x="666333" y="222200"/>
                  </a:lnTo>
                  <a:lnTo>
                    <a:pt x="590770" y="254623"/>
                  </a:lnTo>
                  <a:lnTo>
                    <a:pt x="558550" y="251611"/>
                  </a:lnTo>
                  <a:lnTo>
                    <a:pt x="532443" y="263254"/>
                  </a:lnTo>
                  <a:lnTo>
                    <a:pt x="504633" y="289920"/>
                  </a:lnTo>
                  <a:lnTo>
                    <a:pt x="493042" y="312785"/>
                  </a:lnTo>
                  <a:lnTo>
                    <a:pt x="524868" y="326906"/>
                  </a:lnTo>
                  <a:lnTo>
                    <a:pt x="535583" y="359178"/>
                  </a:lnTo>
                  <a:lnTo>
                    <a:pt x="511573" y="377620"/>
                  </a:lnTo>
                  <a:lnTo>
                    <a:pt x="519784" y="442048"/>
                  </a:lnTo>
                  <a:lnTo>
                    <a:pt x="416424" y="451975"/>
                  </a:lnTo>
                  <a:lnTo>
                    <a:pt x="410438" y="400740"/>
                  </a:lnTo>
                  <a:lnTo>
                    <a:pt x="384840" y="400740"/>
                  </a:lnTo>
                  <a:lnTo>
                    <a:pt x="357970" y="432249"/>
                  </a:lnTo>
                  <a:lnTo>
                    <a:pt x="345565" y="446751"/>
                  </a:lnTo>
                  <a:lnTo>
                    <a:pt x="327949" y="446751"/>
                  </a:lnTo>
                  <a:lnTo>
                    <a:pt x="338257" y="393165"/>
                  </a:lnTo>
                  <a:lnTo>
                    <a:pt x="318950" y="385996"/>
                  </a:lnTo>
                  <a:lnTo>
                    <a:pt x="312150" y="398795"/>
                  </a:lnTo>
                  <a:lnTo>
                    <a:pt x="297673" y="416704"/>
                  </a:lnTo>
                  <a:lnTo>
                    <a:pt x="313332" y="460224"/>
                  </a:lnTo>
                  <a:lnTo>
                    <a:pt x="313980" y="469108"/>
                  </a:lnTo>
                  <a:lnTo>
                    <a:pt x="319712" y="475514"/>
                  </a:lnTo>
                  <a:lnTo>
                    <a:pt x="316865" y="483877"/>
                  </a:lnTo>
                  <a:lnTo>
                    <a:pt x="319471" y="494452"/>
                  </a:lnTo>
                  <a:lnTo>
                    <a:pt x="318670" y="504671"/>
                  </a:lnTo>
                  <a:lnTo>
                    <a:pt x="327161" y="526355"/>
                  </a:lnTo>
                  <a:lnTo>
                    <a:pt x="338790" y="568832"/>
                  </a:lnTo>
                  <a:lnTo>
                    <a:pt x="346353" y="597074"/>
                  </a:lnTo>
                  <a:lnTo>
                    <a:pt x="417594" y="639412"/>
                  </a:lnTo>
                  <a:lnTo>
                    <a:pt x="354310" y="675344"/>
                  </a:lnTo>
                  <a:lnTo>
                    <a:pt x="313980" y="643988"/>
                  </a:lnTo>
                  <a:lnTo>
                    <a:pt x="216900" y="548051"/>
                  </a:lnTo>
                  <a:lnTo>
                    <a:pt x="243642" y="524131"/>
                  </a:lnTo>
                  <a:lnTo>
                    <a:pt x="232038" y="469896"/>
                  </a:lnTo>
                  <a:lnTo>
                    <a:pt x="228110" y="376565"/>
                  </a:lnTo>
                  <a:lnTo>
                    <a:pt x="246769" y="340366"/>
                  </a:lnTo>
                  <a:lnTo>
                    <a:pt x="246515" y="296059"/>
                  </a:lnTo>
                  <a:lnTo>
                    <a:pt x="246260" y="223255"/>
                  </a:lnTo>
                  <a:lnTo>
                    <a:pt x="188174" y="238812"/>
                  </a:lnTo>
                  <a:lnTo>
                    <a:pt x="142774" y="197110"/>
                  </a:lnTo>
                  <a:lnTo>
                    <a:pt x="180218" y="145227"/>
                  </a:lnTo>
                  <a:lnTo>
                    <a:pt x="219632" y="122221"/>
                  </a:lnTo>
                  <a:lnTo>
                    <a:pt x="226941" y="114900"/>
                  </a:lnTo>
                  <a:lnTo>
                    <a:pt x="241291" y="104313"/>
                  </a:lnTo>
                  <a:lnTo>
                    <a:pt x="245472" y="97780"/>
                  </a:lnTo>
                  <a:lnTo>
                    <a:pt x="244557" y="91107"/>
                  </a:lnTo>
                  <a:lnTo>
                    <a:pt x="236207" y="74380"/>
                  </a:lnTo>
                  <a:lnTo>
                    <a:pt x="229826" y="71253"/>
                  </a:lnTo>
                  <a:lnTo>
                    <a:pt x="232813" y="84447"/>
                  </a:lnTo>
                  <a:lnTo>
                    <a:pt x="230080" y="91908"/>
                  </a:lnTo>
                  <a:lnTo>
                    <a:pt x="222505" y="96597"/>
                  </a:lnTo>
                  <a:lnTo>
                    <a:pt x="212464" y="97780"/>
                  </a:lnTo>
                  <a:lnTo>
                    <a:pt x="200058" y="105482"/>
                  </a:lnTo>
                  <a:lnTo>
                    <a:pt x="185327" y="104974"/>
                  </a:lnTo>
                  <a:lnTo>
                    <a:pt x="181781" y="85235"/>
                  </a:lnTo>
                  <a:lnTo>
                    <a:pt x="73732" y="73605"/>
                  </a:lnTo>
                  <a:lnTo>
                    <a:pt x="22052" y="95034"/>
                  </a:lnTo>
                  <a:lnTo>
                    <a:pt x="0" y="71380"/>
                  </a:lnTo>
                  <a:lnTo>
                    <a:pt x="19841" y="37139"/>
                  </a:lnTo>
                  <a:lnTo>
                    <a:pt x="39415" y="39084"/>
                  </a:lnTo>
                  <a:lnTo>
                    <a:pt x="52595" y="56217"/>
                  </a:lnTo>
                  <a:lnTo>
                    <a:pt x="84815" y="25370"/>
                  </a:lnTo>
                  <a:lnTo>
                    <a:pt x="194441" y="17388"/>
                  </a:lnTo>
                  <a:lnTo>
                    <a:pt x="201889" y="44320"/>
                  </a:lnTo>
                  <a:lnTo>
                    <a:pt x="194962" y="52696"/>
                  </a:lnTo>
                  <a:lnTo>
                    <a:pt x="194441" y="72677"/>
                  </a:lnTo>
                  <a:lnTo>
                    <a:pt x="209579" y="73478"/>
                  </a:lnTo>
                  <a:lnTo>
                    <a:pt x="228771" y="66271"/>
                  </a:lnTo>
                  <a:lnTo>
                    <a:pt x="236207" y="69804"/>
                  </a:lnTo>
                  <a:lnTo>
                    <a:pt x="265834" y="61187"/>
                  </a:lnTo>
                  <a:lnTo>
                    <a:pt x="280832" y="34521"/>
                  </a:lnTo>
                  <a:lnTo>
                    <a:pt x="295703" y="18442"/>
                  </a:lnTo>
                  <a:lnTo>
                    <a:pt x="298334" y="7588"/>
                  </a:lnTo>
                  <a:lnTo>
                    <a:pt x="307206" y="0"/>
                  </a:lnTo>
                  <a:lnTo>
                    <a:pt x="338396" y="1055"/>
                  </a:lnTo>
                  <a:lnTo>
                    <a:pt x="340608" y="24581"/>
                  </a:lnTo>
                  <a:lnTo>
                    <a:pt x="424000" y="21709"/>
                  </a:lnTo>
                  <a:lnTo>
                    <a:pt x="427253" y="3012"/>
                  </a:lnTo>
                  <a:lnTo>
                    <a:pt x="493169" y="8897"/>
                  </a:lnTo>
                  <a:lnTo>
                    <a:pt x="495762" y="15570"/>
                  </a:lnTo>
                  <a:lnTo>
                    <a:pt x="488860" y="24327"/>
                  </a:lnTo>
                  <a:lnTo>
                    <a:pt x="453106" y="27861"/>
                  </a:lnTo>
                  <a:lnTo>
                    <a:pt x="409116" y="50853"/>
                  </a:lnTo>
                  <a:lnTo>
                    <a:pt x="409383" y="67580"/>
                  </a:lnTo>
                  <a:lnTo>
                    <a:pt x="420860" y="72931"/>
                  </a:lnTo>
                  <a:lnTo>
                    <a:pt x="423479" y="80913"/>
                  </a:lnTo>
                  <a:lnTo>
                    <a:pt x="458063" y="86544"/>
                  </a:lnTo>
                  <a:lnTo>
                    <a:pt x="469795" y="92289"/>
                  </a:lnTo>
                  <a:close/>
                </a:path>
              </a:pathLst>
            </a:custGeom>
            <a:solidFill>
              <a:srgbClr val="FFFFFF"/>
            </a:solidFill>
            <a:ln w="12700" cap="flat">
              <a:noFill/>
              <a:prstDash val="solid"/>
              <a:miter/>
            </a:ln>
          </p:spPr>
          <p:txBody>
            <a:bodyPr rtlCol="0" anchor="ctr"/>
            <a:lstStyle/>
            <a:p>
              <a:endParaRPr lang="de-CH"/>
            </a:p>
          </p:txBody>
        </p:sp>
        <p:sp>
          <p:nvSpPr>
            <p:cNvPr id="95" name="Freihandform: Form 94">
              <a:extLst>
                <a:ext uri="{FF2B5EF4-FFF2-40B4-BE49-F238E27FC236}">
                  <a16:creationId xmlns:a16="http://schemas.microsoft.com/office/drawing/2014/main" id="{1E31D176-E439-8906-7DE1-43072AA68534}"/>
                </a:ext>
              </a:extLst>
            </p:cNvPr>
            <p:cNvSpPr/>
            <p:nvPr/>
          </p:nvSpPr>
          <p:spPr>
            <a:xfrm>
              <a:off x="6116777" y="2888868"/>
              <a:ext cx="725727" cy="675343"/>
            </a:xfrm>
            <a:custGeom>
              <a:avLst/>
              <a:gdLst>
                <a:gd name="connsiteX0" fmla="*/ 469795 w 725727"/>
                <a:gd name="connsiteY0" fmla="*/ 92289 h 675343"/>
                <a:gd name="connsiteX1" fmla="*/ 506997 w 725727"/>
                <a:gd name="connsiteY1" fmla="*/ 92416 h 675343"/>
                <a:gd name="connsiteX2" fmla="*/ 515348 w 725727"/>
                <a:gd name="connsiteY2" fmla="*/ 95949 h 675343"/>
                <a:gd name="connsiteX3" fmla="*/ 533485 w 725727"/>
                <a:gd name="connsiteY3" fmla="*/ 112816 h 675343"/>
                <a:gd name="connsiteX4" fmla="*/ 566252 w 725727"/>
                <a:gd name="connsiteY4" fmla="*/ 119997 h 675343"/>
                <a:gd name="connsiteX5" fmla="*/ 602006 w 725727"/>
                <a:gd name="connsiteY5" fmla="*/ 115154 h 675343"/>
                <a:gd name="connsiteX6" fmla="*/ 627312 w 725727"/>
                <a:gd name="connsiteY6" fmla="*/ 98822 h 675343"/>
                <a:gd name="connsiteX7" fmla="*/ 674289 w 725727"/>
                <a:gd name="connsiteY7" fmla="*/ 86277 h 675343"/>
                <a:gd name="connsiteX8" fmla="*/ 696621 w 725727"/>
                <a:gd name="connsiteY8" fmla="*/ 75295 h 675343"/>
                <a:gd name="connsiteX9" fmla="*/ 703014 w 725727"/>
                <a:gd name="connsiteY9" fmla="*/ 66945 h 675343"/>
                <a:gd name="connsiteX10" fmla="*/ 725460 w 725727"/>
                <a:gd name="connsiteY10" fmla="*/ 54501 h 675343"/>
                <a:gd name="connsiteX11" fmla="*/ 725727 w 725727"/>
                <a:gd name="connsiteY11" fmla="*/ 67453 h 675343"/>
                <a:gd name="connsiteX12" fmla="*/ 686961 w 725727"/>
                <a:gd name="connsiteY12" fmla="*/ 116591 h 675343"/>
                <a:gd name="connsiteX13" fmla="*/ 690101 w 725727"/>
                <a:gd name="connsiteY13" fmla="*/ 150184 h 675343"/>
                <a:gd name="connsiteX14" fmla="*/ 692439 w 725727"/>
                <a:gd name="connsiteY14" fmla="*/ 175820 h 675343"/>
                <a:gd name="connsiteX15" fmla="*/ 665036 w 725727"/>
                <a:gd name="connsiteY15" fmla="*/ 187971 h 675343"/>
                <a:gd name="connsiteX16" fmla="*/ 666333 w 725727"/>
                <a:gd name="connsiteY16" fmla="*/ 222200 h 675343"/>
                <a:gd name="connsiteX17" fmla="*/ 590770 w 725727"/>
                <a:gd name="connsiteY17" fmla="*/ 254623 h 675343"/>
                <a:gd name="connsiteX18" fmla="*/ 558550 w 725727"/>
                <a:gd name="connsiteY18" fmla="*/ 251611 h 675343"/>
                <a:gd name="connsiteX19" fmla="*/ 532443 w 725727"/>
                <a:gd name="connsiteY19" fmla="*/ 263254 h 675343"/>
                <a:gd name="connsiteX20" fmla="*/ 504633 w 725727"/>
                <a:gd name="connsiteY20" fmla="*/ 289920 h 675343"/>
                <a:gd name="connsiteX21" fmla="*/ 493042 w 725727"/>
                <a:gd name="connsiteY21" fmla="*/ 312785 h 675343"/>
                <a:gd name="connsiteX22" fmla="*/ 524868 w 725727"/>
                <a:gd name="connsiteY22" fmla="*/ 326906 h 675343"/>
                <a:gd name="connsiteX23" fmla="*/ 535583 w 725727"/>
                <a:gd name="connsiteY23" fmla="*/ 359178 h 675343"/>
                <a:gd name="connsiteX24" fmla="*/ 511573 w 725727"/>
                <a:gd name="connsiteY24" fmla="*/ 377620 h 675343"/>
                <a:gd name="connsiteX25" fmla="*/ 519784 w 725727"/>
                <a:gd name="connsiteY25" fmla="*/ 442048 h 675343"/>
                <a:gd name="connsiteX26" fmla="*/ 416424 w 725727"/>
                <a:gd name="connsiteY26" fmla="*/ 451975 h 675343"/>
                <a:gd name="connsiteX27" fmla="*/ 410438 w 725727"/>
                <a:gd name="connsiteY27" fmla="*/ 400740 h 675343"/>
                <a:gd name="connsiteX28" fmla="*/ 384840 w 725727"/>
                <a:gd name="connsiteY28" fmla="*/ 400740 h 675343"/>
                <a:gd name="connsiteX29" fmla="*/ 357970 w 725727"/>
                <a:gd name="connsiteY29" fmla="*/ 432249 h 675343"/>
                <a:gd name="connsiteX30" fmla="*/ 345565 w 725727"/>
                <a:gd name="connsiteY30" fmla="*/ 446751 h 675343"/>
                <a:gd name="connsiteX31" fmla="*/ 327949 w 725727"/>
                <a:gd name="connsiteY31" fmla="*/ 446751 h 675343"/>
                <a:gd name="connsiteX32" fmla="*/ 338257 w 725727"/>
                <a:gd name="connsiteY32" fmla="*/ 393165 h 675343"/>
                <a:gd name="connsiteX33" fmla="*/ 318950 w 725727"/>
                <a:gd name="connsiteY33" fmla="*/ 385996 h 675343"/>
                <a:gd name="connsiteX34" fmla="*/ 312150 w 725727"/>
                <a:gd name="connsiteY34" fmla="*/ 398795 h 675343"/>
                <a:gd name="connsiteX35" fmla="*/ 297673 w 725727"/>
                <a:gd name="connsiteY35" fmla="*/ 416704 h 675343"/>
                <a:gd name="connsiteX36" fmla="*/ 313332 w 725727"/>
                <a:gd name="connsiteY36" fmla="*/ 460224 h 675343"/>
                <a:gd name="connsiteX37" fmla="*/ 313980 w 725727"/>
                <a:gd name="connsiteY37" fmla="*/ 469108 h 675343"/>
                <a:gd name="connsiteX38" fmla="*/ 319712 w 725727"/>
                <a:gd name="connsiteY38" fmla="*/ 475514 h 675343"/>
                <a:gd name="connsiteX39" fmla="*/ 316865 w 725727"/>
                <a:gd name="connsiteY39" fmla="*/ 483877 h 675343"/>
                <a:gd name="connsiteX40" fmla="*/ 319471 w 725727"/>
                <a:gd name="connsiteY40" fmla="*/ 494452 h 675343"/>
                <a:gd name="connsiteX41" fmla="*/ 318670 w 725727"/>
                <a:gd name="connsiteY41" fmla="*/ 504671 h 675343"/>
                <a:gd name="connsiteX42" fmla="*/ 327161 w 725727"/>
                <a:gd name="connsiteY42" fmla="*/ 526355 h 675343"/>
                <a:gd name="connsiteX43" fmla="*/ 338790 w 725727"/>
                <a:gd name="connsiteY43" fmla="*/ 568832 h 675343"/>
                <a:gd name="connsiteX44" fmla="*/ 346353 w 725727"/>
                <a:gd name="connsiteY44" fmla="*/ 597074 h 675343"/>
                <a:gd name="connsiteX45" fmla="*/ 417594 w 725727"/>
                <a:gd name="connsiteY45" fmla="*/ 639412 h 675343"/>
                <a:gd name="connsiteX46" fmla="*/ 354310 w 725727"/>
                <a:gd name="connsiteY46" fmla="*/ 675344 h 675343"/>
                <a:gd name="connsiteX47" fmla="*/ 313980 w 725727"/>
                <a:gd name="connsiteY47" fmla="*/ 643988 h 675343"/>
                <a:gd name="connsiteX48" fmla="*/ 216900 w 725727"/>
                <a:gd name="connsiteY48" fmla="*/ 548051 h 675343"/>
                <a:gd name="connsiteX49" fmla="*/ 243642 w 725727"/>
                <a:gd name="connsiteY49" fmla="*/ 524131 h 675343"/>
                <a:gd name="connsiteX50" fmla="*/ 232038 w 725727"/>
                <a:gd name="connsiteY50" fmla="*/ 469896 h 675343"/>
                <a:gd name="connsiteX51" fmla="*/ 228110 w 725727"/>
                <a:gd name="connsiteY51" fmla="*/ 376565 h 675343"/>
                <a:gd name="connsiteX52" fmla="*/ 246769 w 725727"/>
                <a:gd name="connsiteY52" fmla="*/ 340366 h 675343"/>
                <a:gd name="connsiteX53" fmla="*/ 246515 w 725727"/>
                <a:gd name="connsiteY53" fmla="*/ 296059 h 675343"/>
                <a:gd name="connsiteX54" fmla="*/ 246260 w 725727"/>
                <a:gd name="connsiteY54" fmla="*/ 223255 h 675343"/>
                <a:gd name="connsiteX55" fmla="*/ 188174 w 725727"/>
                <a:gd name="connsiteY55" fmla="*/ 238812 h 675343"/>
                <a:gd name="connsiteX56" fmla="*/ 142774 w 725727"/>
                <a:gd name="connsiteY56" fmla="*/ 197110 h 675343"/>
                <a:gd name="connsiteX57" fmla="*/ 180218 w 725727"/>
                <a:gd name="connsiteY57" fmla="*/ 145227 h 675343"/>
                <a:gd name="connsiteX58" fmla="*/ 219632 w 725727"/>
                <a:gd name="connsiteY58" fmla="*/ 122221 h 675343"/>
                <a:gd name="connsiteX59" fmla="*/ 226941 w 725727"/>
                <a:gd name="connsiteY59" fmla="*/ 114900 h 675343"/>
                <a:gd name="connsiteX60" fmla="*/ 241291 w 725727"/>
                <a:gd name="connsiteY60" fmla="*/ 104313 h 675343"/>
                <a:gd name="connsiteX61" fmla="*/ 245472 w 725727"/>
                <a:gd name="connsiteY61" fmla="*/ 97780 h 675343"/>
                <a:gd name="connsiteX62" fmla="*/ 244557 w 725727"/>
                <a:gd name="connsiteY62" fmla="*/ 91107 h 675343"/>
                <a:gd name="connsiteX63" fmla="*/ 236207 w 725727"/>
                <a:gd name="connsiteY63" fmla="*/ 74380 h 675343"/>
                <a:gd name="connsiteX64" fmla="*/ 229826 w 725727"/>
                <a:gd name="connsiteY64" fmla="*/ 71253 h 675343"/>
                <a:gd name="connsiteX65" fmla="*/ 232813 w 725727"/>
                <a:gd name="connsiteY65" fmla="*/ 84447 h 675343"/>
                <a:gd name="connsiteX66" fmla="*/ 230080 w 725727"/>
                <a:gd name="connsiteY66" fmla="*/ 91908 h 675343"/>
                <a:gd name="connsiteX67" fmla="*/ 222505 w 725727"/>
                <a:gd name="connsiteY67" fmla="*/ 96597 h 675343"/>
                <a:gd name="connsiteX68" fmla="*/ 212464 w 725727"/>
                <a:gd name="connsiteY68" fmla="*/ 97780 h 675343"/>
                <a:gd name="connsiteX69" fmla="*/ 200058 w 725727"/>
                <a:gd name="connsiteY69" fmla="*/ 105482 h 675343"/>
                <a:gd name="connsiteX70" fmla="*/ 185327 w 725727"/>
                <a:gd name="connsiteY70" fmla="*/ 104974 h 675343"/>
                <a:gd name="connsiteX71" fmla="*/ 181781 w 725727"/>
                <a:gd name="connsiteY71" fmla="*/ 85235 h 675343"/>
                <a:gd name="connsiteX72" fmla="*/ 73732 w 725727"/>
                <a:gd name="connsiteY72" fmla="*/ 73605 h 675343"/>
                <a:gd name="connsiteX73" fmla="*/ 22052 w 725727"/>
                <a:gd name="connsiteY73" fmla="*/ 95034 h 675343"/>
                <a:gd name="connsiteX74" fmla="*/ 0 w 725727"/>
                <a:gd name="connsiteY74" fmla="*/ 71380 h 675343"/>
                <a:gd name="connsiteX75" fmla="*/ 19841 w 725727"/>
                <a:gd name="connsiteY75" fmla="*/ 37139 h 675343"/>
                <a:gd name="connsiteX76" fmla="*/ 39415 w 725727"/>
                <a:gd name="connsiteY76" fmla="*/ 39084 h 675343"/>
                <a:gd name="connsiteX77" fmla="*/ 52595 w 725727"/>
                <a:gd name="connsiteY77" fmla="*/ 56217 h 675343"/>
                <a:gd name="connsiteX78" fmla="*/ 84815 w 725727"/>
                <a:gd name="connsiteY78" fmla="*/ 25370 h 675343"/>
                <a:gd name="connsiteX79" fmla="*/ 194441 w 725727"/>
                <a:gd name="connsiteY79" fmla="*/ 17388 h 675343"/>
                <a:gd name="connsiteX80" fmla="*/ 201889 w 725727"/>
                <a:gd name="connsiteY80" fmla="*/ 44320 h 675343"/>
                <a:gd name="connsiteX81" fmla="*/ 194962 w 725727"/>
                <a:gd name="connsiteY81" fmla="*/ 52696 h 675343"/>
                <a:gd name="connsiteX82" fmla="*/ 194441 w 725727"/>
                <a:gd name="connsiteY82" fmla="*/ 72677 h 675343"/>
                <a:gd name="connsiteX83" fmla="*/ 209579 w 725727"/>
                <a:gd name="connsiteY83" fmla="*/ 73478 h 675343"/>
                <a:gd name="connsiteX84" fmla="*/ 228771 w 725727"/>
                <a:gd name="connsiteY84" fmla="*/ 66271 h 675343"/>
                <a:gd name="connsiteX85" fmla="*/ 236207 w 725727"/>
                <a:gd name="connsiteY85" fmla="*/ 69804 h 675343"/>
                <a:gd name="connsiteX86" fmla="*/ 265834 w 725727"/>
                <a:gd name="connsiteY86" fmla="*/ 61187 h 675343"/>
                <a:gd name="connsiteX87" fmla="*/ 280832 w 725727"/>
                <a:gd name="connsiteY87" fmla="*/ 34521 h 675343"/>
                <a:gd name="connsiteX88" fmla="*/ 295703 w 725727"/>
                <a:gd name="connsiteY88" fmla="*/ 18442 h 675343"/>
                <a:gd name="connsiteX89" fmla="*/ 298334 w 725727"/>
                <a:gd name="connsiteY89" fmla="*/ 7588 h 675343"/>
                <a:gd name="connsiteX90" fmla="*/ 307206 w 725727"/>
                <a:gd name="connsiteY90" fmla="*/ 0 h 675343"/>
                <a:gd name="connsiteX91" fmla="*/ 338396 w 725727"/>
                <a:gd name="connsiteY91" fmla="*/ 1055 h 675343"/>
                <a:gd name="connsiteX92" fmla="*/ 340608 w 725727"/>
                <a:gd name="connsiteY92" fmla="*/ 24581 h 675343"/>
                <a:gd name="connsiteX93" fmla="*/ 424000 w 725727"/>
                <a:gd name="connsiteY93" fmla="*/ 21709 h 675343"/>
                <a:gd name="connsiteX94" fmla="*/ 427253 w 725727"/>
                <a:gd name="connsiteY94" fmla="*/ 3012 h 675343"/>
                <a:gd name="connsiteX95" fmla="*/ 493169 w 725727"/>
                <a:gd name="connsiteY95" fmla="*/ 8897 h 675343"/>
                <a:gd name="connsiteX96" fmla="*/ 495762 w 725727"/>
                <a:gd name="connsiteY96" fmla="*/ 15570 h 675343"/>
                <a:gd name="connsiteX97" fmla="*/ 488860 w 725727"/>
                <a:gd name="connsiteY97" fmla="*/ 24327 h 675343"/>
                <a:gd name="connsiteX98" fmla="*/ 453106 w 725727"/>
                <a:gd name="connsiteY98" fmla="*/ 27861 h 675343"/>
                <a:gd name="connsiteX99" fmla="*/ 409116 w 725727"/>
                <a:gd name="connsiteY99" fmla="*/ 50853 h 675343"/>
                <a:gd name="connsiteX100" fmla="*/ 409383 w 725727"/>
                <a:gd name="connsiteY100" fmla="*/ 67580 h 675343"/>
                <a:gd name="connsiteX101" fmla="*/ 420860 w 725727"/>
                <a:gd name="connsiteY101" fmla="*/ 72931 h 675343"/>
                <a:gd name="connsiteX102" fmla="*/ 423479 w 725727"/>
                <a:gd name="connsiteY102" fmla="*/ 80913 h 675343"/>
                <a:gd name="connsiteX103" fmla="*/ 458063 w 725727"/>
                <a:gd name="connsiteY103" fmla="*/ 86544 h 675343"/>
                <a:gd name="connsiteX104" fmla="*/ 469795 w 725727"/>
                <a:gd name="connsiteY104" fmla="*/ 92289 h 675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725727" h="675343">
                  <a:moveTo>
                    <a:pt x="469795" y="92289"/>
                  </a:moveTo>
                  <a:lnTo>
                    <a:pt x="506997" y="92416"/>
                  </a:lnTo>
                  <a:lnTo>
                    <a:pt x="515348" y="95949"/>
                  </a:lnTo>
                  <a:lnTo>
                    <a:pt x="533485" y="112816"/>
                  </a:lnTo>
                  <a:lnTo>
                    <a:pt x="566252" y="119997"/>
                  </a:lnTo>
                  <a:lnTo>
                    <a:pt x="602006" y="115154"/>
                  </a:lnTo>
                  <a:lnTo>
                    <a:pt x="627312" y="98822"/>
                  </a:lnTo>
                  <a:lnTo>
                    <a:pt x="674289" y="86277"/>
                  </a:lnTo>
                  <a:lnTo>
                    <a:pt x="696621" y="75295"/>
                  </a:lnTo>
                  <a:lnTo>
                    <a:pt x="703014" y="66945"/>
                  </a:lnTo>
                  <a:lnTo>
                    <a:pt x="725460" y="54501"/>
                  </a:lnTo>
                  <a:lnTo>
                    <a:pt x="725727" y="67453"/>
                  </a:lnTo>
                  <a:lnTo>
                    <a:pt x="686961" y="116591"/>
                  </a:lnTo>
                  <a:lnTo>
                    <a:pt x="690101" y="150184"/>
                  </a:lnTo>
                  <a:lnTo>
                    <a:pt x="692439" y="175820"/>
                  </a:lnTo>
                  <a:lnTo>
                    <a:pt x="665036" y="187971"/>
                  </a:lnTo>
                  <a:lnTo>
                    <a:pt x="666333" y="222200"/>
                  </a:lnTo>
                  <a:lnTo>
                    <a:pt x="590770" y="254623"/>
                  </a:lnTo>
                  <a:lnTo>
                    <a:pt x="558550" y="251611"/>
                  </a:lnTo>
                  <a:lnTo>
                    <a:pt x="532443" y="263254"/>
                  </a:lnTo>
                  <a:lnTo>
                    <a:pt x="504633" y="289920"/>
                  </a:lnTo>
                  <a:lnTo>
                    <a:pt x="493042" y="312785"/>
                  </a:lnTo>
                  <a:lnTo>
                    <a:pt x="524868" y="326906"/>
                  </a:lnTo>
                  <a:lnTo>
                    <a:pt x="535583" y="359178"/>
                  </a:lnTo>
                  <a:lnTo>
                    <a:pt x="511573" y="377620"/>
                  </a:lnTo>
                  <a:lnTo>
                    <a:pt x="519784" y="442048"/>
                  </a:lnTo>
                  <a:lnTo>
                    <a:pt x="416424" y="451975"/>
                  </a:lnTo>
                  <a:lnTo>
                    <a:pt x="410438" y="400740"/>
                  </a:lnTo>
                  <a:lnTo>
                    <a:pt x="384840" y="400740"/>
                  </a:lnTo>
                  <a:lnTo>
                    <a:pt x="357970" y="432249"/>
                  </a:lnTo>
                  <a:lnTo>
                    <a:pt x="345565" y="446751"/>
                  </a:lnTo>
                  <a:lnTo>
                    <a:pt x="327949" y="446751"/>
                  </a:lnTo>
                  <a:lnTo>
                    <a:pt x="338257" y="393165"/>
                  </a:lnTo>
                  <a:lnTo>
                    <a:pt x="318950" y="385996"/>
                  </a:lnTo>
                  <a:lnTo>
                    <a:pt x="312150" y="398795"/>
                  </a:lnTo>
                  <a:lnTo>
                    <a:pt x="297673" y="416704"/>
                  </a:lnTo>
                  <a:lnTo>
                    <a:pt x="313332" y="460224"/>
                  </a:lnTo>
                  <a:lnTo>
                    <a:pt x="313980" y="469108"/>
                  </a:lnTo>
                  <a:lnTo>
                    <a:pt x="319712" y="475514"/>
                  </a:lnTo>
                  <a:lnTo>
                    <a:pt x="316865" y="483877"/>
                  </a:lnTo>
                  <a:lnTo>
                    <a:pt x="319471" y="494452"/>
                  </a:lnTo>
                  <a:lnTo>
                    <a:pt x="318670" y="504671"/>
                  </a:lnTo>
                  <a:lnTo>
                    <a:pt x="327161" y="526355"/>
                  </a:lnTo>
                  <a:lnTo>
                    <a:pt x="338790" y="568832"/>
                  </a:lnTo>
                  <a:lnTo>
                    <a:pt x="346353" y="597074"/>
                  </a:lnTo>
                  <a:lnTo>
                    <a:pt x="417594" y="639412"/>
                  </a:lnTo>
                  <a:lnTo>
                    <a:pt x="354310" y="675344"/>
                  </a:lnTo>
                  <a:lnTo>
                    <a:pt x="313980" y="643988"/>
                  </a:lnTo>
                  <a:lnTo>
                    <a:pt x="216900" y="548051"/>
                  </a:lnTo>
                  <a:lnTo>
                    <a:pt x="243642" y="524131"/>
                  </a:lnTo>
                  <a:lnTo>
                    <a:pt x="232038" y="469896"/>
                  </a:lnTo>
                  <a:lnTo>
                    <a:pt x="228110" y="376565"/>
                  </a:lnTo>
                  <a:lnTo>
                    <a:pt x="246769" y="340366"/>
                  </a:lnTo>
                  <a:lnTo>
                    <a:pt x="246515" y="296059"/>
                  </a:lnTo>
                  <a:lnTo>
                    <a:pt x="246260" y="223255"/>
                  </a:lnTo>
                  <a:lnTo>
                    <a:pt x="188174" y="238812"/>
                  </a:lnTo>
                  <a:lnTo>
                    <a:pt x="142774" y="197110"/>
                  </a:lnTo>
                  <a:lnTo>
                    <a:pt x="180218" y="145227"/>
                  </a:lnTo>
                  <a:lnTo>
                    <a:pt x="219632" y="122221"/>
                  </a:lnTo>
                  <a:lnTo>
                    <a:pt x="226941" y="114900"/>
                  </a:lnTo>
                  <a:lnTo>
                    <a:pt x="241291" y="104313"/>
                  </a:lnTo>
                  <a:lnTo>
                    <a:pt x="245472" y="97780"/>
                  </a:lnTo>
                  <a:lnTo>
                    <a:pt x="244557" y="91107"/>
                  </a:lnTo>
                  <a:lnTo>
                    <a:pt x="236207" y="74380"/>
                  </a:lnTo>
                  <a:lnTo>
                    <a:pt x="229826" y="71253"/>
                  </a:lnTo>
                  <a:lnTo>
                    <a:pt x="232813" y="84447"/>
                  </a:lnTo>
                  <a:lnTo>
                    <a:pt x="230080" y="91908"/>
                  </a:lnTo>
                  <a:lnTo>
                    <a:pt x="222505" y="96597"/>
                  </a:lnTo>
                  <a:lnTo>
                    <a:pt x="212464" y="97780"/>
                  </a:lnTo>
                  <a:lnTo>
                    <a:pt x="200058" y="105482"/>
                  </a:lnTo>
                  <a:lnTo>
                    <a:pt x="185327" y="104974"/>
                  </a:lnTo>
                  <a:lnTo>
                    <a:pt x="181781" y="85235"/>
                  </a:lnTo>
                  <a:lnTo>
                    <a:pt x="73732" y="73605"/>
                  </a:lnTo>
                  <a:lnTo>
                    <a:pt x="22052" y="95034"/>
                  </a:lnTo>
                  <a:lnTo>
                    <a:pt x="0" y="71380"/>
                  </a:lnTo>
                  <a:lnTo>
                    <a:pt x="19841" y="37139"/>
                  </a:lnTo>
                  <a:lnTo>
                    <a:pt x="39415" y="39084"/>
                  </a:lnTo>
                  <a:lnTo>
                    <a:pt x="52595" y="56217"/>
                  </a:lnTo>
                  <a:lnTo>
                    <a:pt x="84815" y="25370"/>
                  </a:lnTo>
                  <a:lnTo>
                    <a:pt x="194441" y="17388"/>
                  </a:lnTo>
                  <a:lnTo>
                    <a:pt x="201889" y="44320"/>
                  </a:lnTo>
                  <a:lnTo>
                    <a:pt x="194962" y="52696"/>
                  </a:lnTo>
                  <a:lnTo>
                    <a:pt x="194441" y="72677"/>
                  </a:lnTo>
                  <a:lnTo>
                    <a:pt x="209579" y="73478"/>
                  </a:lnTo>
                  <a:lnTo>
                    <a:pt x="228771" y="66271"/>
                  </a:lnTo>
                  <a:lnTo>
                    <a:pt x="236207" y="69804"/>
                  </a:lnTo>
                  <a:lnTo>
                    <a:pt x="265834" y="61187"/>
                  </a:lnTo>
                  <a:lnTo>
                    <a:pt x="280832" y="34521"/>
                  </a:lnTo>
                  <a:lnTo>
                    <a:pt x="295703" y="18442"/>
                  </a:lnTo>
                  <a:lnTo>
                    <a:pt x="298334" y="7588"/>
                  </a:lnTo>
                  <a:lnTo>
                    <a:pt x="307206" y="0"/>
                  </a:lnTo>
                  <a:lnTo>
                    <a:pt x="338396" y="1055"/>
                  </a:lnTo>
                  <a:lnTo>
                    <a:pt x="340608" y="24581"/>
                  </a:lnTo>
                  <a:lnTo>
                    <a:pt x="424000" y="21709"/>
                  </a:lnTo>
                  <a:lnTo>
                    <a:pt x="427253" y="3012"/>
                  </a:lnTo>
                  <a:lnTo>
                    <a:pt x="493169" y="8897"/>
                  </a:lnTo>
                  <a:lnTo>
                    <a:pt x="495762" y="15570"/>
                  </a:lnTo>
                  <a:lnTo>
                    <a:pt x="488860" y="24327"/>
                  </a:lnTo>
                  <a:lnTo>
                    <a:pt x="453106" y="27861"/>
                  </a:lnTo>
                  <a:lnTo>
                    <a:pt x="409116" y="50853"/>
                  </a:lnTo>
                  <a:lnTo>
                    <a:pt x="409383" y="67580"/>
                  </a:lnTo>
                  <a:lnTo>
                    <a:pt x="420860" y="72931"/>
                  </a:lnTo>
                  <a:lnTo>
                    <a:pt x="423479" y="80913"/>
                  </a:lnTo>
                  <a:lnTo>
                    <a:pt x="458063" y="86544"/>
                  </a:lnTo>
                  <a:lnTo>
                    <a:pt x="469795" y="92289"/>
                  </a:lnTo>
                  <a:close/>
                </a:path>
              </a:pathLst>
            </a:custGeom>
            <a:noFill/>
            <a:ln w="3810" cap="flat">
              <a:solidFill>
                <a:srgbClr val="E6E4E2"/>
              </a:solidFill>
              <a:prstDash val="solid"/>
              <a:miter/>
            </a:ln>
          </p:spPr>
          <p:txBody>
            <a:bodyPr rtlCol="0" anchor="ctr"/>
            <a:lstStyle/>
            <a:p>
              <a:endParaRPr lang="de-CH"/>
            </a:p>
          </p:txBody>
        </p:sp>
        <p:sp>
          <p:nvSpPr>
            <p:cNvPr id="96" name="Freihandform: Form 95">
              <a:extLst>
                <a:ext uri="{FF2B5EF4-FFF2-40B4-BE49-F238E27FC236}">
                  <a16:creationId xmlns:a16="http://schemas.microsoft.com/office/drawing/2014/main" id="{865806F9-3009-3C9E-88D9-C3D3A42EA37C}"/>
                </a:ext>
              </a:extLst>
            </p:cNvPr>
            <p:cNvSpPr/>
            <p:nvPr/>
          </p:nvSpPr>
          <p:spPr>
            <a:xfrm>
              <a:off x="7454818" y="2363580"/>
              <a:ext cx="773581" cy="1126390"/>
            </a:xfrm>
            <a:custGeom>
              <a:avLst/>
              <a:gdLst>
                <a:gd name="connsiteX0" fmla="*/ 253162 w 773581"/>
                <a:gd name="connsiteY0" fmla="*/ 0 h 1126390"/>
                <a:gd name="connsiteX1" fmla="*/ 260063 w 773581"/>
                <a:gd name="connsiteY1" fmla="*/ 3139 h 1126390"/>
                <a:gd name="connsiteX2" fmla="*/ 347624 w 773581"/>
                <a:gd name="connsiteY2" fmla="*/ 92022 h 1126390"/>
                <a:gd name="connsiteX3" fmla="*/ 383772 w 773581"/>
                <a:gd name="connsiteY3" fmla="*/ 126136 h 1126390"/>
                <a:gd name="connsiteX4" fmla="*/ 420441 w 773581"/>
                <a:gd name="connsiteY4" fmla="*/ 125094 h 1126390"/>
                <a:gd name="connsiteX5" fmla="*/ 446942 w 773581"/>
                <a:gd name="connsiteY5" fmla="*/ 115549 h 1126390"/>
                <a:gd name="connsiteX6" fmla="*/ 463389 w 773581"/>
                <a:gd name="connsiteY6" fmla="*/ 129136 h 1126390"/>
                <a:gd name="connsiteX7" fmla="*/ 490398 w 773581"/>
                <a:gd name="connsiteY7" fmla="*/ 132923 h 1126390"/>
                <a:gd name="connsiteX8" fmla="*/ 524588 w 773581"/>
                <a:gd name="connsiteY8" fmla="*/ 132669 h 1126390"/>
                <a:gd name="connsiteX9" fmla="*/ 537501 w 773581"/>
                <a:gd name="connsiteY9" fmla="*/ 139990 h 1126390"/>
                <a:gd name="connsiteX10" fmla="*/ 563863 w 773581"/>
                <a:gd name="connsiteY10" fmla="*/ 143396 h 1126390"/>
                <a:gd name="connsiteX11" fmla="*/ 584873 w 773581"/>
                <a:gd name="connsiteY11" fmla="*/ 151874 h 1126390"/>
                <a:gd name="connsiteX12" fmla="*/ 630032 w 773581"/>
                <a:gd name="connsiteY12" fmla="*/ 161293 h 1126390"/>
                <a:gd name="connsiteX13" fmla="*/ 637468 w 773581"/>
                <a:gd name="connsiteY13" fmla="*/ 255920 h 1126390"/>
                <a:gd name="connsiteX14" fmla="*/ 641649 w 773581"/>
                <a:gd name="connsiteY14" fmla="*/ 308464 h 1126390"/>
                <a:gd name="connsiteX15" fmla="*/ 617894 w 773581"/>
                <a:gd name="connsiteY15" fmla="*/ 325458 h 1126390"/>
                <a:gd name="connsiteX16" fmla="*/ 532558 w 773581"/>
                <a:gd name="connsiteY16" fmla="*/ 393953 h 1126390"/>
                <a:gd name="connsiteX17" fmla="*/ 570129 w 773581"/>
                <a:gd name="connsiteY17" fmla="*/ 419945 h 1126390"/>
                <a:gd name="connsiteX18" fmla="*/ 619724 w 773581"/>
                <a:gd name="connsiteY18" fmla="*/ 431448 h 1126390"/>
                <a:gd name="connsiteX19" fmla="*/ 653914 w 773581"/>
                <a:gd name="connsiteY19" fmla="*/ 396685 h 1126390"/>
                <a:gd name="connsiteX20" fmla="*/ 699455 w 773581"/>
                <a:gd name="connsiteY20" fmla="*/ 408328 h 1126390"/>
                <a:gd name="connsiteX21" fmla="*/ 729998 w 773581"/>
                <a:gd name="connsiteY21" fmla="*/ 418000 h 1126390"/>
                <a:gd name="connsiteX22" fmla="*/ 765485 w 773581"/>
                <a:gd name="connsiteY22" fmla="*/ 510264 h 1126390"/>
                <a:gd name="connsiteX23" fmla="*/ 757922 w 773581"/>
                <a:gd name="connsiteY23" fmla="*/ 589347 h 1126390"/>
                <a:gd name="connsiteX24" fmla="*/ 736773 w 773581"/>
                <a:gd name="connsiteY24" fmla="*/ 657829 h 1126390"/>
                <a:gd name="connsiteX25" fmla="*/ 773581 w 773581"/>
                <a:gd name="connsiteY25" fmla="*/ 723058 h 1126390"/>
                <a:gd name="connsiteX26" fmla="*/ 766400 w 773581"/>
                <a:gd name="connsiteY26" fmla="*/ 755342 h 1126390"/>
                <a:gd name="connsiteX27" fmla="*/ 723719 w 773581"/>
                <a:gd name="connsiteY27" fmla="*/ 782923 h 1126390"/>
                <a:gd name="connsiteX28" fmla="*/ 694625 w 773581"/>
                <a:gd name="connsiteY28" fmla="*/ 829442 h 1126390"/>
                <a:gd name="connsiteX29" fmla="*/ 660969 w 773581"/>
                <a:gd name="connsiteY29" fmla="*/ 861472 h 1126390"/>
                <a:gd name="connsiteX30" fmla="*/ 579789 w 773581"/>
                <a:gd name="connsiteY30" fmla="*/ 861726 h 1126390"/>
                <a:gd name="connsiteX31" fmla="*/ 565299 w 773581"/>
                <a:gd name="connsiteY31" fmla="*/ 879241 h 1126390"/>
                <a:gd name="connsiteX32" fmla="*/ 545204 w 773581"/>
                <a:gd name="connsiteY32" fmla="*/ 914537 h 1126390"/>
                <a:gd name="connsiteX33" fmla="*/ 536066 w 773581"/>
                <a:gd name="connsiteY33" fmla="*/ 927197 h 1126390"/>
                <a:gd name="connsiteX34" fmla="*/ 489864 w 773581"/>
                <a:gd name="connsiteY34" fmla="*/ 957930 h 1126390"/>
                <a:gd name="connsiteX35" fmla="*/ 455025 w 773581"/>
                <a:gd name="connsiteY35" fmla="*/ 897798 h 1126390"/>
                <a:gd name="connsiteX36" fmla="*/ 394881 w 773581"/>
                <a:gd name="connsiteY36" fmla="*/ 887083 h 1126390"/>
                <a:gd name="connsiteX37" fmla="*/ 369816 w 773581"/>
                <a:gd name="connsiteY37" fmla="*/ 896756 h 1126390"/>
                <a:gd name="connsiteX38" fmla="*/ 354145 w 773581"/>
                <a:gd name="connsiteY38" fmla="*/ 916762 h 1126390"/>
                <a:gd name="connsiteX39" fmla="*/ 334062 w 773581"/>
                <a:gd name="connsiteY39" fmla="*/ 1006940 h 1126390"/>
                <a:gd name="connsiteX40" fmla="*/ 283158 w 773581"/>
                <a:gd name="connsiteY40" fmla="*/ 1079350 h 1126390"/>
                <a:gd name="connsiteX41" fmla="*/ 176672 w 773581"/>
                <a:gd name="connsiteY41" fmla="*/ 1096865 h 1126390"/>
                <a:gd name="connsiteX42" fmla="*/ 119120 w 773581"/>
                <a:gd name="connsiteY42" fmla="*/ 1126391 h 1126390"/>
                <a:gd name="connsiteX43" fmla="*/ 90941 w 773581"/>
                <a:gd name="connsiteY43" fmla="*/ 1082998 h 1126390"/>
                <a:gd name="connsiteX44" fmla="*/ 56878 w 773581"/>
                <a:gd name="connsiteY44" fmla="*/ 1074381 h 1126390"/>
                <a:gd name="connsiteX45" fmla="*/ 14591 w 773581"/>
                <a:gd name="connsiteY45" fmla="*/ 1074788 h 1126390"/>
                <a:gd name="connsiteX46" fmla="*/ 21505 w 773581"/>
                <a:gd name="connsiteY46" fmla="*/ 1030213 h 1126390"/>
                <a:gd name="connsiteX47" fmla="*/ 0 w 773581"/>
                <a:gd name="connsiteY47" fmla="*/ 992553 h 1126390"/>
                <a:gd name="connsiteX48" fmla="*/ 171308 w 773581"/>
                <a:gd name="connsiteY48" fmla="*/ 889956 h 1126390"/>
                <a:gd name="connsiteX49" fmla="*/ 165055 w 773581"/>
                <a:gd name="connsiteY49" fmla="*/ 820037 h 1126390"/>
                <a:gd name="connsiteX50" fmla="*/ 164661 w 773581"/>
                <a:gd name="connsiteY50" fmla="*/ 814419 h 1126390"/>
                <a:gd name="connsiteX51" fmla="*/ 151862 w 773581"/>
                <a:gd name="connsiteY51" fmla="*/ 795595 h 1126390"/>
                <a:gd name="connsiteX52" fmla="*/ 126682 w 773581"/>
                <a:gd name="connsiteY52" fmla="*/ 758075 h 1126390"/>
                <a:gd name="connsiteX53" fmla="*/ 183192 w 773581"/>
                <a:gd name="connsiteY53" fmla="*/ 731943 h 1126390"/>
                <a:gd name="connsiteX54" fmla="*/ 166110 w 773581"/>
                <a:gd name="connsiteY54" fmla="*/ 700434 h 1126390"/>
                <a:gd name="connsiteX55" fmla="*/ 198330 w 773581"/>
                <a:gd name="connsiteY55" fmla="*/ 637302 h 1126390"/>
                <a:gd name="connsiteX56" fmla="*/ 153183 w 773581"/>
                <a:gd name="connsiteY56" fmla="*/ 609734 h 1126390"/>
                <a:gd name="connsiteX57" fmla="*/ 104249 w 773581"/>
                <a:gd name="connsiteY57" fmla="*/ 521639 h 1126390"/>
                <a:gd name="connsiteX58" fmla="*/ 70453 w 773581"/>
                <a:gd name="connsiteY58" fmla="*/ 469362 h 1126390"/>
                <a:gd name="connsiteX59" fmla="*/ 38474 w 773581"/>
                <a:gd name="connsiteY59" fmla="*/ 458381 h 1126390"/>
                <a:gd name="connsiteX60" fmla="*/ 49824 w 773581"/>
                <a:gd name="connsiteY60" fmla="*/ 419678 h 1126390"/>
                <a:gd name="connsiteX61" fmla="*/ 97983 w 773581"/>
                <a:gd name="connsiteY61" fmla="*/ 402049 h 1126390"/>
                <a:gd name="connsiteX62" fmla="*/ 145214 w 773581"/>
                <a:gd name="connsiteY62" fmla="*/ 371583 h 1126390"/>
                <a:gd name="connsiteX63" fmla="*/ 169503 w 773581"/>
                <a:gd name="connsiteY63" fmla="*/ 290949 h 1126390"/>
                <a:gd name="connsiteX64" fmla="*/ 154352 w 773581"/>
                <a:gd name="connsiteY64" fmla="*/ 245866 h 1126390"/>
                <a:gd name="connsiteX65" fmla="*/ 187895 w 773581"/>
                <a:gd name="connsiteY65" fmla="*/ 208333 h 1126390"/>
                <a:gd name="connsiteX66" fmla="*/ 190107 w 773581"/>
                <a:gd name="connsiteY66" fmla="*/ 174752 h 1126390"/>
                <a:gd name="connsiteX67" fmla="*/ 189840 w 773581"/>
                <a:gd name="connsiteY67" fmla="*/ 165728 h 1126390"/>
                <a:gd name="connsiteX68" fmla="*/ 183586 w 773581"/>
                <a:gd name="connsiteY68" fmla="*/ 116985 h 1126390"/>
                <a:gd name="connsiteX69" fmla="*/ 179277 w 773581"/>
                <a:gd name="connsiteY69" fmla="*/ 110579 h 1126390"/>
                <a:gd name="connsiteX70" fmla="*/ 184628 w 773581"/>
                <a:gd name="connsiteY70" fmla="*/ 102470 h 1126390"/>
                <a:gd name="connsiteX71" fmla="*/ 253162 w 773581"/>
                <a:gd name="connsiteY71" fmla="*/ 0 h 1126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773581" h="1126390">
                  <a:moveTo>
                    <a:pt x="253162" y="0"/>
                  </a:moveTo>
                  <a:lnTo>
                    <a:pt x="260063" y="3139"/>
                  </a:lnTo>
                  <a:lnTo>
                    <a:pt x="347624" y="92022"/>
                  </a:lnTo>
                  <a:lnTo>
                    <a:pt x="383772" y="126136"/>
                  </a:lnTo>
                  <a:lnTo>
                    <a:pt x="420441" y="125094"/>
                  </a:lnTo>
                  <a:lnTo>
                    <a:pt x="446942" y="115549"/>
                  </a:lnTo>
                  <a:lnTo>
                    <a:pt x="463389" y="129136"/>
                  </a:lnTo>
                  <a:lnTo>
                    <a:pt x="490398" y="132923"/>
                  </a:lnTo>
                  <a:lnTo>
                    <a:pt x="524588" y="132669"/>
                  </a:lnTo>
                  <a:lnTo>
                    <a:pt x="537501" y="139990"/>
                  </a:lnTo>
                  <a:lnTo>
                    <a:pt x="563863" y="143396"/>
                  </a:lnTo>
                  <a:lnTo>
                    <a:pt x="584873" y="151874"/>
                  </a:lnTo>
                  <a:lnTo>
                    <a:pt x="630032" y="161293"/>
                  </a:lnTo>
                  <a:lnTo>
                    <a:pt x="637468" y="255920"/>
                  </a:lnTo>
                  <a:lnTo>
                    <a:pt x="641649" y="308464"/>
                  </a:lnTo>
                  <a:lnTo>
                    <a:pt x="617894" y="325458"/>
                  </a:lnTo>
                  <a:lnTo>
                    <a:pt x="532558" y="393953"/>
                  </a:lnTo>
                  <a:lnTo>
                    <a:pt x="570129" y="419945"/>
                  </a:lnTo>
                  <a:lnTo>
                    <a:pt x="619724" y="431448"/>
                  </a:lnTo>
                  <a:lnTo>
                    <a:pt x="653914" y="396685"/>
                  </a:lnTo>
                  <a:lnTo>
                    <a:pt x="699455" y="408328"/>
                  </a:lnTo>
                  <a:lnTo>
                    <a:pt x="729998" y="418000"/>
                  </a:lnTo>
                  <a:lnTo>
                    <a:pt x="765485" y="510264"/>
                  </a:lnTo>
                  <a:lnTo>
                    <a:pt x="757922" y="589347"/>
                  </a:lnTo>
                  <a:lnTo>
                    <a:pt x="736773" y="657829"/>
                  </a:lnTo>
                  <a:lnTo>
                    <a:pt x="773581" y="723058"/>
                  </a:lnTo>
                  <a:lnTo>
                    <a:pt x="766400" y="755342"/>
                  </a:lnTo>
                  <a:lnTo>
                    <a:pt x="723719" y="782923"/>
                  </a:lnTo>
                  <a:lnTo>
                    <a:pt x="694625" y="829442"/>
                  </a:lnTo>
                  <a:lnTo>
                    <a:pt x="660969" y="861472"/>
                  </a:lnTo>
                  <a:lnTo>
                    <a:pt x="579789" y="861726"/>
                  </a:lnTo>
                  <a:lnTo>
                    <a:pt x="565299" y="879241"/>
                  </a:lnTo>
                  <a:lnTo>
                    <a:pt x="545204" y="914537"/>
                  </a:lnTo>
                  <a:lnTo>
                    <a:pt x="536066" y="927197"/>
                  </a:lnTo>
                  <a:lnTo>
                    <a:pt x="489864" y="957930"/>
                  </a:lnTo>
                  <a:lnTo>
                    <a:pt x="455025" y="897798"/>
                  </a:lnTo>
                  <a:lnTo>
                    <a:pt x="394881" y="887083"/>
                  </a:lnTo>
                  <a:lnTo>
                    <a:pt x="369816" y="896756"/>
                  </a:lnTo>
                  <a:lnTo>
                    <a:pt x="354145" y="916762"/>
                  </a:lnTo>
                  <a:lnTo>
                    <a:pt x="334062" y="1006940"/>
                  </a:lnTo>
                  <a:lnTo>
                    <a:pt x="283158" y="1079350"/>
                  </a:lnTo>
                  <a:lnTo>
                    <a:pt x="176672" y="1096865"/>
                  </a:lnTo>
                  <a:lnTo>
                    <a:pt x="119120" y="1126391"/>
                  </a:lnTo>
                  <a:lnTo>
                    <a:pt x="90941" y="1082998"/>
                  </a:lnTo>
                  <a:lnTo>
                    <a:pt x="56878" y="1074381"/>
                  </a:lnTo>
                  <a:lnTo>
                    <a:pt x="14591" y="1074788"/>
                  </a:lnTo>
                  <a:lnTo>
                    <a:pt x="21505" y="1030213"/>
                  </a:lnTo>
                  <a:lnTo>
                    <a:pt x="0" y="992553"/>
                  </a:lnTo>
                  <a:lnTo>
                    <a:pt x="171308" y="889956"/>
                  </a:lnTo>
                  <a:lnTo>
                    <a:pt x="165055" y="820037"/>
                  </a:lnTo>
                  <a:lnTo>
                    <a:pt x="164661" y="814419"/>
                  </a:lnTo>
                  <a:lnTo>
                    <a:pt x="151862" y="795595"/>
                  </a:lnTo>
                  <a:lnTo>
                    <a:pt x="126682" y="758075"/>
                  </a:lnTo>
                  <a:lnTo>
                    <a:pt x="183192" y="731943"/>
                  </a:lnTo>
                  <a:lnTo>
                    <a:pt x="166110" y="700434"/>
                  </a:lnTo>
                  <a:lnTo>
                    <a:pt x="198330" y="637302"/>
                  </a:lnTo>
                  <a:lnTo>
                    <a:pt x="153183" y="609734"/>
                  </a:lnTo>
                  <a:lnTo>
                    <a:pt x="104249" y="521639"/>
                  </a:lnTo>
                  <a:lnTo>
                    <a:pt x="70453" y="469362"/>
                  </a:lnTo>
                  <a:lnTo>
                    <a:pt x="38474" y="458381"/>
                  </a:lnTo>
                  <a:lnTo>
                    <a:pt x="49824" y="419678"/>
                  </a:lnTo>
                  <a:lnTo>
                    <a:pt x="97983" y="402049"/>
                  </a:lnTo>
                  <a:lnTo>
                    <a:pt x="145214" y="371583"/>
                  </a:lnTo>
                  <a:lnTo>
                    <a:pt x="169503" y="290949"/>
                  </a:lnTo>
                  <a:lnTo>
                    <a:pt x="154352" y="245866"/>
                  </a:lnTo>
                  <a:lnTo>
                    <a:pt x="187895" y="208333"/>
                  </a:lnTo>
                  <a:lnTo>
                    <a:pt x="190107" y="174752"/>
                  </a:lnTo>
                  <a:lnTo>
                    <a:pt x="189840" y="165728"/>
                  </a:lnTo>
                  <a:lnTo>
                    <a:pt x="183586" y="116985"/>
                  </a:lnTo>
                  <a:lnTo>
                    <a:pt x="179277" y="110579"/>
                  </a:lnTo>
                  <a:lnTo>
                    <a:pt x="184628" y="102470"/>
                  </a:lnTo>
                  <a:lnTo>
                    <a:pt x="253162" y="0"/>
                  </a:lnTo>
                  <a:close/>
                </a:path>
              </a:pathLst>
            </a:custGeom>
            <a:solidFill>
              <a:srgbClr val="FFFFFF"/>
            </a:solidFill>
            <a:ln w="12700" cap="flat">
              <a:noFill/>
              <a:prstDash val="solid"/>
              <a:miter/>
            </a:ln>
          </p:spPr>
          <p:txBody>
            <a:bodyPr rtlCol="0" anchor="ctr"/>
            <a:lstStyle/>
            <a:p>
              <a:endParaRPr lang="de-CH"/>
            </a:p>
          </p:txBody>
        </p:sp>
        <p:sp>
          <p:nvSpPr>
            <p:cNvPr id="97" name="Freihandform: Form 96">
              <a:extLst>
                <a:ext uri="{FF2B5EF4-FFF2-40B4-BE49-F238E27FC236}">
                  <a16:creationId xmlns:a16="http://schemas.microsoft.com/office/drawing/2014/main" id="{29F639A3-C130-9378-0FB9-DE9CD3EAE6F0}"/>
                </a:ext>
              </a:extLst>
            </p:cNvPr>
            <p:cNvSpPr/>
            <p:nvPr/>
          </p:nvSpPr>
          <p:spPr>
            <a:xfrm>
              <a:off x="7454818" y="2363580"/>
              <a:ext cx="773581" cy="1126390"/>
            </a:xfrm>
            <a:custGeom>
              <a:avLst/>
              <a:gdLst>
                <a:gd name="connsiteX0" fmla="*/ 253162 w 773581"/>
                <a:gd name="connsiteY0" fmla="*/ 0 h 1126390"/>
                <a:gd name="connsiteX1" fmla="*/ 260063 w 773581"/>
                <a:gd name="connsiteY1" fmla="*/ 3139 h 1126390"/>
                <a:gd name="connsiteX2" fmla="*/ 347624 w 773581"/>
                <a:gd name="connsiteY2" fmla="*/ 92022 h 1126390"/>
                <a:gd name="connsiteX3" fmla="*/ 383772 w 773581"/>
                <a:gd name="connsiteY3" fmla="*/ 126136 h 1126390"/>
                <a:gd name="connsiteX4" fmla="*/ 420441 w 773581"/>
                <a:gd name="connsiteY4" fmla="*/ 125094 h 1126390"/>
                <a:gd name="connsiteX5" fmla="*/ 446942 w 773581"/>
                <a:gd name="connsiteY5" fmla="*/ 115549 h 1126390"/>
                <a:gd name="connsiteX6" fmla="*/ 463389 w 773581"/>
                <a:gd name="connsiteY6" fmla="*/ 129136 h 1126390"/>
                <a:gd name="connsiteX7" fmla="*/ 490398 w 773581"/>
                <a:gd name="connsiteY7" fmla="*/ 132923 h 1126390"/>
                <a:gd name="connsiteX8" fmla="*/ 524588 w 773581"/>
                <a:gd name="connsiteY8" fmla="*/ 132669 h 1126390"/>
                <a:gd name="connsiteX9" fmla="*/ 537501 w 773581"/>
                <a:gd name="connsiteY9" fmla="*/ 139990 h 1126390"/>
                <a:gd name="connsiteX10" fmla="*/ 563863 w 773581"/>
                <a:gd name="connsiteY10" fmla="*/ 143396 h 1126390"/>
                <a:gd name="connsiteX11" fmla="*/ 584873 w 773581"/>
                <a:gd name="connsiteY11" fmla="*/ 151874 h 1126390"/>
                <a:gd name="connsiteX12" fmla="*/ 630032 w 773581"/>
                <a:gd name="connsiteY12" fmla="*/ 161293 h 1126390"/>
                <a:gd name="connsiteX13" fmla="*/ 637468 w 773581"/>
                <a:gd name="connsiteY13" fmla="*/ 255920 h 1126390"/>
                <a:gd name="connsiteX14" fmla="*/ 641649 w 773581"/>
                <a:gd name="connsiteY14" fmla="*/ 308464 h 1126390"/>
                <a:gd name="connsiteX15" fmla="*/ 617894 w 773581"/>
                <a:gd name="connsiteY15" fmla="*/ 325458 h 1126390"/>
                <a:gd name="connsiteX16" fmla="*/ 532558 w 773581"/>
                <a:gd name="connsiteY16" fmla="*/ 393953 h 1126390"/>
                <a:gd name="connsiteX17" fmla="*/ 570129 w 773581"/>
                <a:gd name="connsiteY17" fmla="*/ 419945 h 1126390"/>
                <a:gd name="connsiteX18" fmla="*/ 619724 w 773581"/>
                <a:gd name="connsiteY18" fmla="*/ 431448 h 1126390"/>
                <a:gd name="connsiteX19" fmla="*/ 653914 w 773581"/>
                <a:gd name="connsiteY19" fmla="*/ 396685 h 1126390"/>
                <a:gd name="connsiteX20" fmla="*/ 699455 w 773581"/>
                <a:gd name="connsiteY20" fmla="*/ 408328 h 1126390"/>
                <a:gd name="connsiteX21" fmla="*/ 729998 w 773581"/>
                <a:gd name="connsiteY21" fmla="*/ 418000 h 1126390"/>
                <a:gd name="connsiteX22" fmla="*/ 765485 w 773581"/>
                <a:gd name="connsiteY22" fmla="*/ 510264 h 1126390"/>
                <a:gd name="connsiteX23" fmla="*/ 757922 w 773581"/>
                <a:gd name="connsiteY23" fmla="*/ 589347 h 1126390"/>
                <a:gd name="connsiteX24" fmla="*/ 736773 w 773581"/>
                <a:gd name="connsiteY24" fmla="*/ 657829 h 1126390"/>
                <a:gd name="connsiteX25" fmla="*/ 773581 w 773581"/>
                <a:gd name="connsiteY25" fmla="*/ 723058 h 1126390"/>
                <a:gd name="connsiteX26" fmla="*/ 766400 w 773581"/>
                <a:gd name="connsiteY26" fmla="*/ 755342 h 1126390"/>
                <a:gd name="connsiteX27" fmla="*/ 723719 w 773581"/>
                <a:gd name="connsiteY27" fmla="*/ 782923 h 1126390"/>
                <a:gd name="connsiteX28" fmla="*/ 694625 w 773581"/>
                <a:gd name="connsiteY28" fmla="*/ 829442 h 1126390"/>
                <a:gd name="connsiteX29" fmla="*/ 660969 w 773581"/>
                <a:gd name="connsiteY29" fmla="*/ 861472 h 1126390"/>
                <a:gd name="connsiteX30" fmla="*/ 579789 w 773581"/>
                <a:gd name="connsiteY30" fmla="*/ 861726 h 1126390"/>
                <a:gd name="connsiteX31" fmla="*/ 565299 w 773581"/>
                <a:gd name="connsiteY31" fmla="*/ 879241 h 1126390"/>
                <a:gd name="connsiteX32" fmla="*/ 545204 w 773581"/>
                <a:gd name="connsiteY32" fmla="*/ 914537 h 1126390"/>
                <a:gd name="connsiteX33" fmla="*/ 536066 w 773581"/>
                <a:gd name="connsiteY33" fmla="*/ 927197 h 1126390"/>
                <a:gd name="connsiteX34" fmla="*/ 489864 w 773581"/>
                <a:gd name="connsiteY34" fmla="*/ 957930 h 1126390"/>
                <a:gd name="connsiteX35" fmla="*/ 455025 w 773581"/>
                <a:gd name="connsiteY35" fmla="*/ 897798 h 1126390"/>
                <a:gd name="connsiteX36" fmla="*/ 394881 w 773581"/>
                <a:gd name="connsiteY36" fmla="*/ 887083 h 1126390"/>
                <a:gd name="connsiteX37" fmla="*/ 369816 w 773581"/>
                <a:gd name="connsiteY37" fmla="*/ 896756 h 1126390"/>
                <a:gd name="connsiteX38" fmla="*/ 354145 w 773581"/>
                <a:gd name="connsiteY38" fmla="*/ 916762 h 1126390"/>
                <a:gd name="connsiteX39" fmla="*/ 334062 w 773581"/>
                <a:gd name="connsiteY39" fmla="*/ 1006940 h 1126390"/>
                <a:gd name="connsiteX40" fmla="*/ 283158 w 773581"/>
                <a:gd name="connsiteY40" fmla="*/ 1079350 h 1126390"/>
                <a:gd name="connsiteX41" fmla="*/ 176672 w 773581"/>
                <a:gd name="connsiteY41" fmla="*/ 1096865 h 1126390"/>
                <a:gd name="connsiteX42" fmla="*/ 119120 w 773581"/>
                <a:gd name="connsiteY42" fmla="*/ 1126391 h 1126390"/>
                <a:gd name="connsiteX43" fmla="*/ 90941 w 773581"/>
                <a:gd name="connsiteY43" fmla="*/ 1082998 h 1126390"/>
                <a:gd name="connsiteX44" fmla="*/ 56878 w 773581"/>
                <a:gd name="connsiteY44" fmla="*/ 1074381 h 1126390"/>
                <a:gd name="connsiteX45" fmla="*/ 14591 w 773581"/>
                <a:gd name="connsiteY45" fmla="*/ 1074788 h 1126390"/>
                <a:gd name="connsiteX46" fmla="*/ 21505 w 773581"/>
                <a:gd name="connsiteY46" fmla="*/ 1030213 h 1126390"/>
                <a:gd name="connsiteX47" fmla="*/ 0 w 773581"/>
                <a:gd name="connsiteY47" fmla="*/ 992553 h 1126390"/>
                <a:gd name="connsiteX48" fmla="*/ 171308 w 773581"/>
                <a:gd name="connsiteY48" fmla="*/ 889956 h 1126390"/>
                <a:gd name="connsiteX49" fmla="*/ 165055 w 773581"/>
                <a:gd name="connsiteY49" fmla="*/ 820037 h 1126390"/>
                <a:gd name="connsiteX50" fmla="*/ 164661 w 773581"/>
                <a:gd name="connsiteY50" fmla="*/ 814419 h 1126390"/>
                <a:gd name="connsiteX51" fmla="*/ 151862 w 773581"/>
                <a:gd name="connsiteY51" fmla="*/ 795595 h 1126390"/>
                <a:gd name="connsiteX52" fmla="*/ 126682 w 773581"/>
                <a:gd name="connsiteY52" fmla="*/ 758075 h 1126390"/>
                <a:gd name="connsiteX53" fmla="*/ 183192 w 773581"/>
                <a:gd name="connsiteY53" fmla="*/ 731943 h 1126390"/>
                <a:gd name="connsiteX54" fmla="*/ 166110 w 773581"/>
                <a:gd name="connsiteY54" fmla="*/ 700434 h 1126390"/>
                <a:gd name="connsiteX55" fmla="*/ 198330 w 773581"/>
                <a:gd name="connsiteY55" fmla="*/ 637302 h 1126390"/>
                <a:gd name="connsiteX56" fmla="*/ 153183 w 773581"/>
                <a:gd name="connsiteY56" fmla="*/ 609734 h 1126390"/>
                <a:gd name="connsiteX57" fmla="*/ 104249 w 773581"/>
                <a:gd name="connsiteY57" fmla="*/ 521639 h 1126390"/>
                <a:gd name="connsiteX58" fmla="*/ 70453 w 773581"/>
                <a:gd name="connsiteY58" fmla="*/ 469362 h 1126390"/>
                <a:gd name="connsiteX59" fmla="*/ 38474 w 773581"/>
                <a:gd name="connsiteY59" fmla="*/ 458381 h 1126390"/>
                <a:gd name="connsiteX60" fmla="*/ 49824 w 773581"/>
                <a:gd name="connsiteY60" fmla="*/ 419678 h 1126390"/>
                <a:gd name="connsiteX61" fmla="*/ 97983 w 773581"/>
                <a:gd name="connsiteY61" fmla="*/ 402049 h 1126390"/>
                <a:gd name="connsiteX62" fmla="*/ 145214 w 773581"/>
                <a:gd name="connsiteY62" fmla="*/ 371583 h 1126390"/>
                <a:gd name="connsiteX63" fmla="*/ 169503 w 773581"/>
                <a:gd name="connsiteY63" fmla="*/ 290949 h 1126390"/>
                <a:gd name="connsiteX64" fmla="*/ 154352 w 773581"/>
                <a:gd name="connsiteY64" fmla="*/ 245866 h 1126390"/>
                <a:gd name="connsiteX65" fmla="*/ 187895 w 773581"/>
                <a:gd name="connsiteY65" fmla="*/ 208333 h 1126390"/>
                <a:gd name="connsiteX66" fmla="*/ 190107 w 773581"/>
                <a:gd name="connsiteY66" fmla="*/ 174752 h 1126390"/>
                <a:gd name="connsiteX67" fmla="*/ 189840 w 773581"/>
                <a:gd name="connsiteY67" fmla="*/ 165728 h 1126390"/>
                <a:gd name="connsiteX68" fmla="*/ 183586 w 773581"/>
                <a:gd name="connsiteY68" fmla="*/ 116985 h 1126390"/>
                <a:gd name="connsiteX69" fmla="*/ 179277 w 773581"/>
                <a:gd name="connsiteY69" fmla="*/ 110579 h 1126390"/>
                <a:gd name="connsiteX70" fmla="*/ 184628 w 773581"/>
                <a:gd name="connsiteY70" fmla="*/ 102470 h 1126390"/>
                <a:gd name="connsiteX71" fmla="*/ 253162 w 773581"/>
                <a:gd name="connsiteY71" fmla="*/ 0 h 1126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773581" h="1126390">
                  <a:moveTo>
                    <a:pt x="253162" y="0"/>
                  </a:moveTo>
                  <a:lnTo>
                    <a:pt x="260063" y="3139"/>
                  </a:lnTo>
                  <a:lnTo>
                    <a:pt x="347624" y="92022"/>
                  </a:lnTo>
                  <a:lnTo>
                    <a:pt x="383772" y="126136"/>
                  </a:lnTo>
                  <a:lnTo>
                    <a:pt x="420441" y="125094"/>
                  </a:lnTo>
                  <a:lnTo>
                    <a:pt x="446942" y="115549"/>
                  </a:lnTo>
                  <a:lnTo>
                    <a:pt x="463389" y="129136"/>
                  </a:lnTo>
                  <a:lnTo>
                    <a:pt x="490398" y="132923"/>
                  </a:lnTo>
                  <a:lnTo>
                    <a:pt x="524588" y="132669"/>
                  </a:lnTo>
                  <a:lnTo>
                    <a:pt x="537501" y="139990"/>
                  </a:lnTo>
                  <a:lnTo>
                    <a:pt x="563863" y="143396"/>
                  </a:lnTo>
                  <a:lnTo>
                    <a:pt x="584873" y="151874"/>
                  </a:lnTo>
                  <a:lnTo>
                    <a:pt x="630032" y="161293"/>
                  </a:lnTo>
                  <a:lnTo>
                    <a:pt x="637468" y="255920"/>
                  </a:lnTo>
                  <a:lnTo>
                    <a:pt x="641649" y="308464"/>
                  </a:lnTo>
                  <a:lnTo>
                    <a:pt x="617894" y="325458"/>
                  </a:lnTo>
                  <a:lnTo>
                    <a:pt x="532558" y="393953"/>
                  </a:lnTo>
                  <a:lnTo>
                    <a:pt x="570129" y="419945"/>
                  </a:lnTo>
                  <a:lnTo>
                    <a:pt x="619724" y="431448"/>
                  </a:lnTo>
                  <a:lnTo>
                    <a:pt x="653914" y="396685"/>
                  </a:lnTo>
                  <a:lnTo>
                    <a:pt x="699455" y="408328"/>
                  </a:lnTo>
                  <a:lnTo>
                    <a:pt x="729998" y="418000"/>
                  </a:lnTo>
                  <a:lnTo>
                    <a:pt x="765485" y="510264"/>
                  </a:lnTo>
                  <a:lnTo>
                    <a:pt x="757922" y="589347"/>
                  </a:lnTo>
                  <a:lnTo>
                    <a:pt x="736773" y="657829"/>
                  </a:lnTo>
                  <a:lnTo>
                    <a:pt x="773581" y="723058"/>
                  </a:lnTo>
                  <a:lnTo>
                    <a:pt x="766400" y="755342"/>
                  </a:lnTo>
                  <a:lnTo>
                    <a:pt x="723719" y="782923"/>
                  </a:lnTo>
                  <a:lnTo>
                    <a:pt x="694625" y="829442"/>
                  </a:lnTo>
                  <a:lnTo>
                    <a:pt x="660969" y="861472"/>
                  </a:lnTo>
                  <a:lnTo>
                    <a:pt x="579789" y="861726"/>
                  </a:lnTo>
                  <a:lnTo>
                    <a:pt x="565299" y="879241"/>
                  </a:lnTo>
                  <a:lnTo>
                    <a:pt x="545204" y="914537"/>
                  </a:lnTo>
                  <a:lnTo>
                    <a:pt x="536066" y="927197"/>
                  </a:lnTo>
                  <a:lnTo>
                    <a:pt x="489864" y="957930"/>
                  </a:lnTo>
                  <a:lnTo>
                    <a:pt x="455025" y="897798"/>
                  </a:lnTo>
                  <a:lnTo>
                    <a:pt x="394881" y="887083"/>
                  </a:lnTo>
                  <a:lnTo>
                    <a:pt x="369816" y="896756"/>
                  </a:lnTo>
                  <a:lnTo>
                    <a:pt x="354145" y="916762"/>
                  </a:lnTo>
                  <a:lnTo>
                    <a:pt x="334062" y="1006940"/>
                  </a:lnTo>
                  <a:lnTo>
                    <a:pt x="283158" y="1079350"/>
                  </a:lnTo>
                  <a:lnTo>
                    <a:pt x="176672" y="1096865"/>
                  </a:lnTo>
                  <a:lnTo>
                    <a:pt x="119120" y="1126391"/>
                  </a:lnTo>
                  <a:lnTo>
                    <a:pt x="90941" y="1082998"/>
                  </a:lnTo>
                  <a:lnTo>
                    <a:pt x="56878" y="1074381"/>
                  </a:lnTo>
                  <a:lnTo>
                    <a:pt x="14591" y="1074788"/>
                  </a:lnTo>
                  <a:lnTo>
                    <a:pt x="21505" y="1030213"/>
                  </a:lnTo>
                  <a:lnTo>
                    <a:pt x="0" y="992553"/>
                  </a:lnTo>
                  <a:lnTo>
                    <a:pt x="171308" y="889956"/>
                  </a:lnTo>
                  <a:lnTo>
                    <a:pt x="165055" y="820037"/>
                  </a:lnTo>
                  <a:lnTo>
                    <a:pt x="164661" y="814419"/>
                  </a:lnTo>
                  <a:lnTo>
                    <a:pt x="151862" y="795595"/>
                  </a:lnTo>
                  <a:lnTo>
                    <a:pt x="126682" y="758075"/>
                  </a:lnTo>
                  <a:lnTo>
                    <a:pt x="183192" y="731943"/>
                  </a:lnTo>
                  <a:lnTo>
                    <a:pt x="166110" y="700434"/>
                  </a:lnTo>
                  <a:lnTo>
                    <a:pt x="198330" y="637302"/>
                  </a:lnTo>
                  <a:lnTo>
                    <a:pt x="153183" y="609734"/>
                  </a:lnTo>
                  <a:lnTo>
                    <a:pt x="104249" y="521639"/>
                  </a:lnTo>
                  <a:lnTo>
                    <a:pt x="70453" y="469362"/>
                  </a:lnTo>
                  <a:lnTo>
                    <a:pt x="38474" y="458381"/>
                  </a:lnTo>
                  <a:lnTo>
                    <a:pt x="49824" y="419678"/>
                  </a:lnTo>
                  <a:lnTo>
                    <a:pt x="97983" y="402049"/>
                  </a:lnTo>
                  <a:lnTo>
                    <a:pt x="145214" y="371583"/>
                  </a:lnTo>
                  <a:lnTo>
                    <a:pt x="169503" y="290949"/>
                  </a:lnTo>
                  <a:lnTo>
                    <a:pt x="154352" y="245866"/>
                  </a:lnTo>
                  <a:lnTo>
                    <a:pt x="187895" y="208333"/>
                  </a:lnTo>
                  <a:lnTo>
                    <a:pt x="190107" y="174752"/>
                  </a:lnTo>
                  <a:lnTo>
                    <a:pt x="189840" y="165728"/>
                  </a:lnTo>
                  <a:lnTo>
                    <a:pt x="183586" y="116985"/>
                  </a:lnTo>
                  <a:lnTo>
                    <a:pt x="179277" y="110579"/>
                  </a:lnTo>
                  <a:lnTo>
                    <a:pt x="184628" y="102470"/>
                  </a:lnTo>
                  <a:lnTo>
                    <a:pt x="253162" y="0"/>
                  </a:lnTo>
                  <a:close/>
                </a:path>
              </a:pathLst>
            </a:custGeom>
            <a:noFill/>
            <a:ln w="3810" cap="flat">
              <a:solidFill>
                <a:srgbClr val="E6E4E2"/>
              </a:solidFill>
              <a:prstDash val="solid"/>
              <a:miter/>
            </a:ln>
          </p:spPr>
          <p:txBody>
            <a:bodyPr rtlCol="0" anchor="ctr"/>
            <a:lstStyle/>
            <a:p>
              <a:endParaRPr lang="de-CH"/>
            </a:p>
          </p:txBody>
        </p:sp>
        <p:sp>
          <p:nvSpPr>
            <p:cNvPr id="98" name="Freihandform: Form 97">
              <a:extLst>
                <a:ext uri="{FF2B5EF4-FFF2-40B4-BE49-F238E27FC236}">
                  <a16:creationId xmlns:a16="http://schemas.microsoft.com/office/drawing/2014/main" id="{6AAA9C4C-C46A-9A0D-B6A2-AE5267CD34E4}"/>
                </a:ext>
              </a:extLst>
            </p:cNvPr>
            <p:cNvSpPr/>
            <p:nvPr/>
          </p:nvSpPr>
          <p:spPr>
            <a:xfrm>
              <a:off x="6468506" y="2161742"/>
              <a:ext cx="624058" cy="483737"/>
            </a:xfrm>
            <a:custGeom>
              <a:avLst/>
              <a:gdLst>
                <a:gd name="connsiteX0" fmla="*/ 463757 w 624058"/>
                <a:gd name="connsiteY0" fmla="*/ 389530 h 483737"/>
                <a:gd name="connsiteX1" fmla="*/ 471472 w 624058"/>
                <a:gd name="connsiteY1" fmla="*/ 392783 h 483737"/>
                <a:gd name="connsiteX2" fmla="*/ 471994 w 624058"/>
                <a:gd name="connsiteY2" fmla="*/ 410972 h 483737"/>
                <a:gd name="connsiteX3" fmla="*/ 482950 w 624058"/>
                <a:gd name="connsiteY3" fmla="*/ 424559 h 483737"/>
                <a:gd name="connsiteX4" fmla="*/ 490398 w 624058"/>
                <a:gd name="connsiteY4" fmla="*/ 427177 h 483737"/>
                <a:gd name="connsiteX5" fmla="*/ 501087 w 624058"/>
                <a:gd name="connsiteY5" fmla="*/ 421292 h 483737"/>
                <a:gd name="connsiteX6" fmla="*/ 506565 w 624058"/>
                <a:gd name="connsiteY6" fmla="*/ 406777 h 483737"/>
                <a:gd name="connsiteX7" fmla="*/ 506438 w 624058"/>
                <a:gd name="connsiteY7" fmla="*/ 389530 h 483737"/>
                <a:gd name="connsiteX8" fmla="*/ 494554 w 624058"/>
                <a:gd name="connsiteY8" fmla="*/ 374366 h 483737"/>
                <a:gd name="connsiteX9" fmla="*/ 488034 w 624058"/>
                <a:gd name="connsiteY9" fmla="*/ 356470 h 483737"/>
                <a:gd name="connsiteX10" fmla="*/ 478895 w 624058"/>
                <a:gd name="connsiteY10" fmla="*/ 344968 h 483737"/>
                <a:gd name="connsiteX11" fmla="*/ 458165 w 624058"/>
                <a:gd name="connsiteY11" fmla="*/ 335816 h 483737"/>
                <a:gd name="connsiteX12" fmla="*/ 448899 w 624058"/>
                <a:gd name="connsiteY12" fmla="*/ 339871 h 483737"/>
                <a:gd name="connsiteX13" fmla="*/ 435858 w 624058"/>
                <a:gd name="connsiteY13" fmla="*/ 333338 h 483737"/>
                <a:gd name="connsiteX14" fmla="*/ 428804 w 624058"/>
                <a:gd name="connsiteY14" fmla="*/ 323526 h 483737"/>
                <a:gd name="connsiteX15" fmla="*/ 416094 w 624058"/>
                <a:gd name="connsiteY15" fmla="*/ 325877 h 483737"/>
                <a:gd name="connsiteX16" fmla="*/ 400842 w 624058"/>
                <a:gd name="connsiteY16" fmla="*/ 320793 h 483737"/>
                <a:gd name="connsiteX17" fmla="*/ 394588 w 624058"/>
                <a:gd name="connsiteY17" fmla="*/ 323424 h 483737"/>
                <a:gd name="connsiteX18" fmla="*/ 399406 w 624058"/>
                <a:gd name="connsiteY18" fmla="*/ 330351 h 483737"/>
                <a:gd name="connsiteX19" fmla="*/ 409053 w 624058"/>
                <a:gd name="connsiteY19" fmla="*/ 336083 h 483737"/>
                <a:gd name="connsiteX20" fmla="*/ 415077 w 624058"/>
                <a:gd name="connsiteY20" fmla="*/ 354793 h 483737"/>
                <a:gd name="connsiteX21" fmla="*/ 403968 w 624058"/>
                <a:gd name="connsiteY21" fmla="*/ 361593 h 483737"/>
                <a:gd name="connsiteX22" fmla="*/ 403727 w 624058"/>
                <a:gd name="connsiteY22" fmla="*/ 366295 h 483737"/>
                <a:gd name="connsiteX23" fmla="*/ 423415 w 624058"/>
                <a:gd name="connsiteY23" fmla="*/ 369562 h 483737"/>
                <a:gd name="connsiteX24" fmla="*/ 443751 w 624058"/>
                <a:gd name="connsiteY24" fmla="*/ 377925 h 483737"/>
                <a:gd name="connsiteX25" fmla="*/ 300774 w 624058"/>
                <a:gd name="connsiteY25" fmla="*/ 72181 h 483737"/>
                <a:gd name="connsiteX26" fmla="*/ 363792 w 624058"/>
                <a:gd name="connsiteY26" fmla="*/ 86824 h 483737"/>
                <a:gd name="connsiteX27" fmla="*/ 373197 w 624058"/>
                <a:gd name="connsiteY27" fmla="*/ 83951 h 483737"/>
                <a:gd name="connsiteX28" fmla="*/ 383238 w 624058"/>
                <a:gd name="connsiteY28" fmla="*/ 88514 h 483737"/>
                <a:gd name="connsiteX29" fmla="*/ 379730 w 624058"/>
                <a:gd name="connsiteY29" fmla="*/ 100411 h 483737"/>
                <a:gd name="connsiteX30" fmla="*/ 384967 w 624058"/>
                <a:gd name="connsiteY30" fmla="*/ 107605 h 483737"/>
                <a:gd name="connsiteX31" fmla="*/ 406218 w 624058"/>
                <a:gd name="connsiteY31" fmla="*/ 102241 h 483737"/>
                <a:gd name="connsiteX32" fmla="*/ 412738 w 624058"/>
                <a:gd name="connsiteY32" fmla="*/ 122895 h 483737"/>
                <a:gd name="connsiteX33" fmla="*/ 423059 w 624058"/>
                <a:gd name="connsiteY33" fmla="*/ 126937 h 483737"/>
                <a:gd name="connsiteX34" fmla="*/ 431689 w 624058"/>
                <a:gd name="connsiteY34" fmla="*/ 121192 h 483737"/>
                <a:gd name="connsiteX35" fmla="*/ 447717 w 624058"/>
                <a:gd name="connsiteY35" fmla="*/ 137918 h 483737"/>
                <a:gd name="connsiteX36" fmla="*/ 455343 w 624058"/>
                <a:gd name="connsiteY36" fmla="*/ 153616 h 483737"/>
                <a:gd name="connsiteX37" fmla="*/ 453500 w 624058"/>
                <a:gd name="connsiteY37" fmla="*/ 160784 h 483737"/>
                <a:gd name="connsiteX38" fmla="*/ 460033 w 624058"/>
                <a:gd name="connsiteY38" fmla="*/ 164851 h 483737"/>
                <a:gd name="connsiteX39" fmla="*/ 461063 w 624058"/>
                <a:gd name="connsiteY39" fmla="*/ 173100 h 483737"/>
                <a:gd name="connsiteX40" fmla="*/ 475947 w 624058"/>
                <a:gd name="connsiteY40" fmla="*/ 196868 h 483737"/>
                <a:gd name="connsiteX41" fmla="*/ 468231 w 624058"/>
                <a:gd name="connsiteY41" fmla="*/ 206287 h 483737"/>
                <a:gd name="connsiteX42" fmla="*/ 466808 w 624058"/>
                <a:gd name="connsiteY42" fmla="*/ 215438 h 483737"/>
                <a:gd name="connsiteX43" fmla="*/ 481818 w 624058"/>
                <a:gd name="connsiteY43" fmla="*/ 223064 h 483737"/>
                <a:gd name="connsiteX44" fmla="*/ 495520 w 624058"/>
                <a:gd name="connsiteY44" fmla="*/ 221793 h 483737"/>
                <a:gd name="connsiteX45" fmla="*/ 497999 w 624058"/>
                <a:gd name="connsiteY45" fmla="*/ 230817 h 483737"/>
                <a:gd name="connsiteX46" fmla="*/ 507252 w 624058"/>
                <a:gd name="connsiteY46" fmla="*/ 231211 h 483737"/>
                <a:gd name="connsiteX47" fmla="*/ 523838 w 624058"/>
                <a:gd name="connsiteY47" fmla="*/ 223496 h 483737"/>
                <a:gd name="connsiteX48" fmla="*/ 541328 w 624058"/>
                <a:gd name="connsiteY48" fmla="*/ 223102 h 483737"/>
                <a:gd name="connsiteX49" fmla="*/ 551890 w 624058"/>
                <a:gd name="connsiteY49" fmla="*/ 254471 h 483737"/>
                <a:gd name="connsiteX50" fmla="*/ 605527 w 624058"/>
                <a:gd name="connsiteY50" fmla="*/ 242574 h 483737"/>
                <a:gd name="connsiteX51" fmla="*/ 624058 w 624058"/>
                <a:gd name="connsiteY51" fmla="*/ 278658 h 483737"/>
                <a:gd name="connsiteX52" fmla="*/ 598091 w 624058"/>
                <a:gd name="connsiteY52" fmla="*/ 294597 h 483737"/>
                <a:gd name="connsiteX53" fmla="*/ 596147 w 624058"/>
                <a:gd name="connsiteY53" fmla="*/ 322699 h 483737"/>
                <a:gd name="connsiteX54" fmla="*/ 566252 w 624058"/>
                <a:gd name="connsiteY54" fmla="*/ 385043 h 483737"/>
                <a:gd name="connsiteX55" fmla="*/ 521220 w 624058"/>
                <a:gd name="connsiteY55" fmla="*/ 422945 h 483737"/>
                <a:gd name="connsiteX56" fmla="*/ 497210 w 624058"/>
                <a:gd name="connsiteY56" fmla="*/ 453449 h 483737"/>
                <a:gd name="connsiteX57" fmla="*/ 436672 w 624058"/>
                <a:gd name="connsiteY57" fmla="*/ 457517 h 483737"/>
                <a:gd name="connsiteX58" fmla="*/ 396202 w 624058"/>
                <a:gd name="connsiteY58" fmla="*/ 477383 h 483737"/>
                <a:gd name="connsiteX59" fmla="*/ 366207 w 624058"/>
                <a:gd name="connsiteY59" fmla="*/ 483738 h 483737"/>
                <a:gd name="connsiteX60" fmla="*/ 352746 w 624058"/>
                <a:gd name="connsiteY60" fmla="*/ 447793 h 483737"/>
                <a:gd name="connsiteX61" fmla="*/ 263228 w 624058"/>
                <a:gd name="connsiteY61" fmla="*/ 466604 h 483737"/>
                <a:gd name="connsiteX62" fmla="*/ 255119 w 624058"/>
                <a:gd name="connsiteY62" fmla="*/ 453526 h 483737"/>
                <a:gd name="connsiteX63" fmla="*/ 241964 w 624058"/>
                <a:gd name="connsiteY63" fmla="*/ 440714 h 483737"/>
                <a:gd name="connsiteX64" fmla="*/ 233207 w 624058"/>
                <a:gd name="connsiteY64" fmla="*/ 424000 h 483737"/>
                <a:gd name="connsiteX65" fmla="*/ 223039 w 624058"/>
                <a:gd name="connsiteY65" fmla="*/ 415102 h 483737"/>
                <a:gd name="connsiteX66" fmla="*/ 214281 w 624058"/>
                <a:gd name="connsiteY66" fmla="*/ 389339 h 483737"/>
                <a:gd name="connsiteX67" fmla="*/ 206185 w 624058"/>
                <a:gd name="connsiteY67" fmla="*/ 377315 h 483737"/>
                <a:gd name="connsiteX68" fmla="*/ 204914 w 624058"/>
                <a:gd name="connsiteY68" fmla="*/ 365418 h 483737"/>
                <a:gd name="connsiteX69" fmla="*/ 210926 w 624058"/>
                <a:gd name="connsiteY69" fmla="*/ 357716 h 483737"/>
                <a:gd name="connsiteX70" fmla="*/ 210926 w 624058"/>
                <a:gd name="connsiteY70" fmla="*/ 350649 h 483737"/>
                <a:gd name="connsiteX71" fmla="*/ 214968 w 624058"/>
                <a:gd name="connsiteY71" fmla="*/ 345311 h 483737"/>
                <a:gd name="connsiteX72" fmla="*/ 222149 w 624058"/>
                <a:gd name="connsiteY72" fmla="*/ 338231 h 483737"/>
                <a:gd name="connsiteX73" fmla="*/ 225784 w 624058"/>
                <a:gd name="connsiteY73" fmla="*/ 328559 h 483737"/>
                <a:gd name="connsiteX74" fmla="*/ 224119 w 624058"/>
                <a:gd name="connsiteY74" fmla="*/ 296554 h 483737"/>
                <a:gd name="connsiteX75" fmla="*/ 234541 w 624058"/>
                <a:gd name="connsiteY75" fmla="*/ 276816 h 483737"/>
                <a:gd name="connsiteX76" fmla="*/ 234033 w 624058"/>
                <a:gd name="connsiteY76" fmla="*/ 270282 h 483737"/>
                <a:gd name="connsiteX77" fmla="*/ 243146 w 624058"/>
                <a:gd name="connsiteY77" fmla="*/ 235762 h 483737"/>
                <a:gd name="connsiteX78" fmla="*/ 238838 w 624058"/>
                <a:gd name="connsiteY78" fmla="*/ 227131 h 483737"/>
                <a:gd name="connsiteX79" fmla="*/ 229724 w 624058"/>
                <a:gd name="connsiteY79" fmla="*/ 225860 h 483737"/>
                <a:gd name="connsiteX80" fmla="*/ 219683 w 624058"/>
                <a:gd name="connsiteY80" fmla="*/ 217624 h 483737"/>
                <a:gd name="connsiteX81" fmla="*/ 212616 w 624058"/>
                <a:gd name="connsiteY81" fmla="*/ 215273 h 483737"/>
                <a:gd name="connsiteX82" fmla="*/ 205181 w 624058"/>
                <a:gd name="connsiteY82" fmla="*/ 207558 h 483737"/>
                <a:gd name="connsiteX83" fmla="*/ 187819 w 624058"/>
                <a:gd name="connsiteY83" fmla="*/ 206388 h 483737"/>
                <a:gd name="connsiteX84" fmla="*/ 178921 w 624058"/>
                <a:gd name="connsiteY84" fmla="*/ 211091 h 483737"/>
                <a:gd name="connsiteX85" fmla="*/ 177384 w 624058"/>
                <a:gd name="connsiteY85" fmla="*/ 204164 h 483737"/>
                <a:gd name="connsiteX86" fmla="*/ 165105 w 624058"/>
                <a:gd name="connsiteY86" fmla="*/ 195153 h 483737"/>
                <a:gd name="connsiteX87" fmla="*/ 139151 w 624058"/>
                <a:gd name="connsiteY87" fmla="*/ 203109 h 483737"/>
                <a:gd name="connsiteX88" fmla="*/ 121637 w 624058"/>
                <a:gd name="connsiteY88" fmla="*/ 218946 h 483737"/>
                <a:gd name="connsiteX89" fmla="*/ 119959 w 624058"/>
                <a:gd name="connsiteY89" fmla="*/ 228873 h 483737"/>
                <a:gd name="connsiteX90" fmla="*/ 125679 w 624058"/>
                <a:gd name="connsiteY90" fmla="*/ 237770 h 483737"/>
                <a:gd name="connsiteX91" fmla="*/ 131703 w 624058"/>
                <a:gd name="connsiteY91" fmla="*/ 244303 h 483737"/>
                <a:gd name="connsiteX92" fmla="*/ 137563 w 624058"/>
                <a:gd name="connsiteY92" fmla="*/ 259847 h 483737"/>
                <a:gd name="connsiteX93" fmla="*/ 135211 w 624058"/>
                <a:gd name="connsiteY93" fmla="*/ 266787 h 483737"/>
                <a:gd name="connsiteX94" fmla="*/ 141732 w 624058"/>
                <a:gd name="connsiteY94" fmla="*/ 270829 h 483737"/>
                <a:gd name="connsiteX95" fmla="*/ 138351 w 624058"/>
                <a:gd name="connsiteY95" fmla="*/ 285344 h 483737"/>
                <a:gd name="connsiteX96" fmla="*/ 130114 w 624058"/>
                <a:gd name="connsiteY96" fmla="*/ 297635 h 483737"/>
                <a:gd name="connsiteX97" fmla="*/ 131157 w 624058"/>
                <a:gd name="connsiteY97" fmla="*/ 315010 h 483737"/>
                <a:gd name="connsiteX98" fmla="*/ 146714 w 624058"/>
                <a:gd name="connsiteY98" fmla="*/ 323640 h 483737"/>
                <a:gd name="connsiteX99" fmla="*/ 156501 w 624058"/>
                <a:gd name="connsiteY99" fmla="*/ 316446 h 483737"/>
                <a:gd name="connsiteX100" fmla="*/ 163021 w 624058"/>
                <a:gd name="connsiteY100" fmla="*/ 319979 h 483737"/>
                <a:gd name="connsiteX101" fmla="*/ 160682 w 624058"/>
                <a:gd name="connsiteY101" fmla="*/ 327694 h 483737"/>
                <a:gd name="connsiteX102" fmla="*/ 144744 w 624058"/>
                <a:gd name="connsiteY102" fmla="*/ 347421 h 483737"/>
                <a:gd name="connsiteX103" fmla="*/ 144744 w 624058"/>
                <a:gd name="connsiteY103" fmla="*/ 373960 h 483737"/>
                <a:gd name="connsiteX104" fmla="*/ 150616 w 624058"/>
                <a:gd name="connsiteY104" fmla="*/ 382196 h 483737"/>
                <a:gd name="connsiteX105" fmla="*/ 125437 w 624058"/>
                <a:gd name="connsiteY105" fmla="*/ 384738 h 483737"/>
                <a:gd name="connsiteX106" fmla="*/ 113553 w 624058"/>
                <a:gd name="connsiteY106" fmla="*/ 346607 h 483737"/>
                <a:gd name="connsiteX107" fmla="*/ 54832 w 624058"/>
                <a:gd name="connsiteY107" fmla="*/ 372028 h 483737"/>
                <a:gd name="connsiteX108" fmla="*/ 44778 w 624058"/>
                <a:gd name="connsiteY108" fmla="*/ 366791 h 483737"/>
                <a:gd name="connsiteX109" fmla="*/ 48045 w 624058"/>
                <a:gd name="connsiteY109" fmla="*/ 346455 h 483737"/>
                <a:gd name="connsiteX110" fmla="*/ 37877 w 624058"/>
                <a:gd name="connsiteY110" fmla="*/ 319001 h 483737"/>
                <a:gd name="connsiteX111" fmla="*/ 44931 w 624058"/>
                <a:gd name="connsiteY111" fmla="*/ 309328 h 483737"/>
                <a:gd name="connsiteX112" fmla="*/ 43748 w 624058"/>
                <a:gd name="connsiteY112" fmla="*/ 295728 h 483737"/>
                <a:gd name="connsiteX113" fmla="*/ 38410 w 624058"/>
                <a:gd name="connsiteY113" fmla="*/ 279790 h 483737"/>
                <a:gd name="connsiteX114" fmla="*/ 41423 w 624058"/>
                <a:gd name="connsiteY114" fmla="*/ 271427 h 483737"/>
                <a:gd name="connsiteX115" fmla="*/ 41664 w 624058"/>
                <a:gd name="connsiteY115" fmla="*/ 268884 h 483737"/>
                <a:gd name="connsiteX116" fmla="*/ 44931 w 624058"/>
                <a:gd name="connsiteY116" fmla="*/ 257255 h 483737"/>
                <a:gd name="connsiteX117" fmla="*/ 42579 w 624058"/>
                <a:gd name="connsiteY117" fmla="*/ 242002 h 483737"/>
                <a:gd name="connsiteX118" fmla="*/ 34889 w 624058"/>
                <a:gd name="connsiteY118" fmla="*/ 217688 h 483737"/>
                <a:gd name="connsiteX119" fmla="*/ 22472 w 624058"/>
                <a:gd name="connsiteY119" fmla="*/ 215336 h 483737"/>
                <a:gd name="connsiteX120" fmla="*/ 15443 w 624058"/>
                <a:gd name="connsiteY120" fmla="*/ 208791 h 483737"/>
                <a:gd name="connsiteX121" fmla="*/ 12049 w 624058"/>
                <a:gd name="connsiteY121" fmla="*/ 191149 h 483737"/>
                <a:gd name="connsiteX122" fmla="*/ 14261 w 624058"/>
                <a:gd name="connsiteY122" fmla="*/ 174562 h 483737"/>
                <a:gd name="connsiteX123" fmla="*/ 23666 w 624058"/>
                <a:gd name="connsiteY123" fmla="*/ 158611 h 483737"/>
                <a:gd name="connsiteX124" fmla="*/ 10956 w 624058"/>
                <a:gd name="connsiteY124" fmla="*/ 114824 h 483737"/>
                <a:gd name="connsiteX125" fmla="*/ 10689 w 624058"/>
                <a:gd name="connsiteY125" fmla="*/ 95225 h 483737"/>
                <a:gd name="connsiteX126" fmla="*/ 2847 w 624058"/>
                <a:gd name="connsiteY126" fmla="*/ 82400 h 483737"/>
                <a:gd name="connsiteX127" fmla="*/ 0 w 624058"/>
                <a:gd name="connsiteY127" fmla="*/ 66335 h 483737"/>
                <a:gd name="connsiteX128" fmla="*/ 4169 w 624058"/>
                <a:gd name="connsiteY128" fmla="*/ 54438 h 483737"/>
                <a:gd name="connsiteX129" fmla="*/ 24264 w 624058"/>
                <a:gd name="connsiteY129" fmla="*/ 29017 h 483737"/>
                <a:gd name="connsiteX130" fmla="*/ 25433 w 624058"/>
                <a:gd name="connsiteY130" fmla="*/ 15939 h 483737"/>
                <a:gd name="connsiteX131" fmla="*/ 32462 w 624058"/>
                <a:gd name="connsiteY131" fmla="*/ 7041 h 483737"/>
                <a:gd name="connsiteX132" fmla="*/ 31305 w 624058"/>
                <a:gd name="connsiteY132" fmla="*/ 0 h 483737"/>
                <a:gd name="connsiteX133" fmla="*/ 37558 w 624058"/>
                <a:gd name="connsiteY133" fmla="*/ 4449 h 483737"/>
                <a:gd name="connsiteX134" fmla="*/ 37699 w 624058"/>
                <a:gd name="connsiteY134" fmla="*/ 11109 h 483737"/>
                <a:gd name="connsiteX135" fmla="*/ 43698 w 624058"/>
                <a:gd name="connsiteY135" fmla="*/ 18938 h 483737"/>
                <a:gd name="connsiteX136" fmla="*/ 40190 w 624058"/>
                <a:gd name="connsiteY136" fmla="*/ 27174 h 483737"/>
                <a:gd name="connsiteX137" fmla="*/ 44346 w 624058"/>
                <a:gd name="connsiteY137" fmla="*/ 33059 h 483737"/>
                <a:gd name="connsiteX138" fmla="*/ 43952 w 624058"/>
                <a:gd name="connsiteY138" fmla="*/ 41435 h 483737"/>
                <a:gd name="connsiteX139" fmla="*/ 54120 w 624058"/>
                <a:gd name="connsiteY139" fmla="*/ 71940 h 483737"/>
                <a:gd name="connsiteX140" fmla="*/ 104109 w 624058"/>
                <a:gd name="connsiteY140" fmla="*/ 71012 h 483737"/>
                <a:gd name="connsiteX141" fmla="*/ 172630 w 624058"/>
                <a:gd name="connsiteY141" fmla="*/ 114227 h 483737"/>
                <a:gd name="connsiteX142" fmla="*/ 191543 w 624058"/>
                <a:gd name="connsiteY142" fmla="*/ 107566 h 483737"/>
                <a:gd name="connsiteX143" fmla="*/ 210087 w 624058"/>
                <a:gd name="connsiteY143" fmla="*/ 103512 h 483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624058" h="483737">
                  <a:moveTo>
                    <a:pt x="463757" y="389530"/>
                  </a:moveTo>
                  <a:lnTo>
                    <a:pt x="471472" y="392783"/>
                  </a:lnTo>
                  <a:lnTo>
                    <a:pt x="471994" y="410972"/>
                  </a:lnTo>
                  <a:lnTo>
                    <a:pt x="482950" y="424559"/>
                  </a:lnTo>
                  <a:lnTo>
                    <a:pt x="490398" y="427177"/>
                  </a:lnTo>
                  <a:lnTo>
                    <a:pt x="501087" y="421292"/>
                  </a:lnTo>
                  <a:lnTo>
                    <a:pt x="506565" y="406777"/>
                  </a:lnTo>
                  <a:lnTo>
                    <a:pt x="506438" y="389530"/>
                  </a:lnTo>
                  <a:lnTo>
                    <a:pt x="494554" y="374366"/>
                  </a:lnTo>
                  <a:lnTo>
                    <a:pt x="488034" y="356470"/>
                  </a:lnTo>
                  <a:lnTo>
                    <a:pt x="478895" y="344968"/>
                  </a:lnTo>
                  <a:lnTo>
                    <a:pt x="458165" y="335816"/>
                  </a:lnTo>
                  <a:lnTo>
                    <a:pt x="448899" y="339871"/>
                  </a:lnTo>
                  <a:lnTo>
                    <a:pt x="435858" y="333338"/>
                  </a:lnTo>
                  <a:lnTo>
                    <a:pt x="428804" y="323526"/>
                  </a:lnTo>
                  <a:lnTo>
                    <a:pt x="416094" y="325877"/>
                  </a:lnTo>
                  <a:lnTo>
                    <a:pt x="400842" y="320793"/>
                  </a:lnTo>
                  <a:lnTo>
                    <a:pt x="394588" y="323424"/>
                  </a:lnTo>
                  <a:lnTo>
                    <a:pt x="399406" y="330351"/>
                  </a:lnTo>
                  <a:lnTo>
                    <a:pt x="409053" y="336083"/>
                  </a:lnTo>
                  <a:lnTo>
                    <a:pt x="415077" y="354793"/>
                  </a:lnTo>
                  <a:lnTo>
                    <a:pt x="403968" y="361593"/>
                  </a:lnTo>
                  <a:lnTo>
                    <a:pt x="403727" y="366295"/>
                  </a:lnTo>
                  <a:lnTo>
                    <a:pt x="423415" y="369562"/>
                  </a:lnTo>
                  <a:lnTo>
                    <a:pt x="443751" y="377925"/>
                  </a:lnTo>
                  <a:close/>
                  <a:moveTo>
                    <a:pt x="300774" y="72181"/>
                  </a:moveTo>
                  <a:lnTo>
                    <a:pt x="363792" y="86824"/>
                  </a:lnTo>
                  <a:lnTo>
                    <a:pt x="373197" y="83951"/>
                  </a:lnTo>
                  <a:lnTo>
                    <a:pt x="383238" y="88514"/>
                  </a:lnTo>
                  <a:lnTo>
                    <a:pt x="379730" y="100411"/>
                  </a:lnTo>
                  <a:lnTo>
                    <a:pt x="384967" y="107605"/>
                  </a:lnTo>
                  <a:lnTo>
                    <a:pt x="406218" y="102241"/>
                  </a:lnTo>
                  <a:lnTo>
                    <a:pt x="412738" y="122895"/>
                  </a:lnTo>
                  <a:lnTo>
                    <a:pt x="423059" y="126937"/>
                  </a:lnTo>
                  <a:lnTo>
                    <a:pt x="431689" y="121192"/>
                  </a:lnTo>
                  <a:lnTo>
                    <a:pt x="447717" y="137918"/>
                  </a:lnTo>
                  <a:lnTo>
                    <a:pt x="455343" y="153616"/>
                  </a:lnTo>
                  <a:lnTo>
                    <a:pt x="453500" y="160784"/>
                  </a:lnTo>
                  <a:lnTo>
                    <a:pt x="460033" y="164851"/>
                  </a:lnTo>
                  <a:lnTo>
                    <a:pt x="461063" y="173100"/>
                  </a:lnTo>
                  <a:lnTo>
                    <a:pt x="475947" y="196868"/>
                  </a:lnTo>
                  <a:lnTo>
                    <a:pt x="468231" y="206287"/>
                  </a:lnTo>
                  <a:lnTo>
                    <a:pt x="466808" y="215438"/>
                  </a:lnTo>
                  <a:lnTo>
                    <a:pt x="481818" y="223064"/>
                  </a:lnTo>
                  <a:lnTo>
                    <a:pt x="495520" y="221793"/>
                  </a:lnTo>
                  <a:lnTo>
                    <a:pt x="497999" y="230817"/>
                  </a:lnTo>
                  <a:lnTo>
                    <a:pt x="507252" y="231211"/>
                  </a:lnTo>
                  <a:lnTo>
                    <a:pt x="523838" y="223496"/>
                  </a:lnTo>
                  <a:lnTo>
                    <a:pt x="541328" y="223102"/>
                  </a:lnTo>
                  <a:lnTo>
                    <a:pt x="551890" y="254471"/>
                  </a:lnTo>
                  <a:lnTo>
                    <a:pt x="605527" y="242574"/>
                  </a:lnTo>
                  <a:lnTo>
                    <a:pt x="624058" y="278658"/>
                  </a:lnTo>
                  <a:lnTo>
                    <a:pt x="598091" y="294597"/>
                  </a:lnTo>
                  <a:lnTo>
                    <a:pt x="596147" y="322699"/>
                  </a:lnTo>
                  <a:lnTo>
                    <a:pt x="566252" y="385043"/>
                  </a:lnTo>
                  <a:lnTo>
                    <a:pt x="521220" y="422945"/>
                  </a:lnTo>
                  <a:lnTo>
                    <a:pt x="497210" y="453449"/>
                  </a:lnTo>
                  <a:lnTo>
                    <a:pt x="436672" y="457517"/>
                  </a:lnTo>
                  <a:lnTo>
                    <a:pt x="396202" y="477383"/>
                  </a:lnTo>
                  <a:lnTo>
                    <a:pt x="366207" y="483738"/>
                  </a:lnTo>
                  <a:lnTo>
                    <a:pt x="352746" y="447793"/>
                  </a:lnTo>
                  <a:lnTo>
                    <a:pt x="263228" y="466604"/>
                  </a:lnTo>
                  <a:lnTo>
                    <a:pt x="255119" y="453526"/>
                  </a:lnTo>
                  <a:lnTo>
                    <a:pt x="241964" y="440714"/>
                  </a:lnTo>
                  <a:lnTo>
                    <a:pt x="233207" y="424000"/>
                  </a:lnTo>
                  <a:lnTo>
                    <a:pt x="223039" y="415102"/>
                  </a:lnTo>
                  <a:lnTo>
                    <a:pt x="214281" y="389339"/>
                  </a:lnTo>
                  <a:lnTo>
                    <a:pt x="206185" y="377315"/>
                  </a:lnTo>
                  <a:lnTo>
                    <a:pt x="204914" y="365418"/>
                  </a:lnTo>
                  <a:lnTo>
                    <a:pt x="210926" y="357716"/>
                  </a:lnTo>
                  <a:lnTo>
                    <a:pt x="210926" y="350649"/>
                  </a:lnTo>
                  <a:lnTo>
                    <a:pt x="214968" y="345311"/>
                  </a:lnTo>
                  <a:lnTo>
                    <a:pt x="222149" y="338231"/>
                  </a:lnTo>
                  <a:lnTo>
                    <a:pt x="225784" y="328559"/>
                  </a:lnTo>
                  <a:lnTo>
                    <a:pt x="224119" y="296554"/>
                  </a:lnTo>
                  <a:lnTo>
                    <a:pt x="234541" y="276816"/>
                  </a:lnTo>
                  <a:lnTo>
                    <a:pt x="234033" y="270282"/>
                  </a:lnTo>
                  <a:lnTo>
                    <a:pt x="243146" y="235762"/>
                  </a:lnTo>
                  <a:lnTo>
                    <a:pt x="238838" y="227131"/>
                  </a:lnTo>
                  <a:lnTo>
                    <a:pt x="229724" y="225860"/>
                  </a:lnTo>
                  <a:lnTo>
                    <a:pt x="219683" y="217624"/>
                  </a:lnTo>
                  <a:lnTo>
                    <a:pt x="212616" y="215273"/>
                  </a:lnTo>
                  <a:lnTo>
                    <a:pt x="205181" y="207558"/>
                  </a:lnTo>
                  <a:lnTo>
                    <a:pt x="187819" y="206388"/>
                  </a:lnTo>
                  <a:lnTo>
                    <a:pt x="178921" y="211091"/>
                  </a:lnTo>
                  <a:lnTo>
                    <a:pt x="177384" y="204164"/>
                  </a:lnTo>
                  <a:lnTo>
                    <a:pt x="165105" y="195153"/>
                  </a:lnTo>
                  <a:lnTo>
                    <a:pt x="139151" y="203109"/>
                  </a:lnTo>
                  <a:lnTo>
                    <a:pt x="121637" y="218946"/>
                  </a:lnTo>
                  <a:lnTo>
                    <a:pt x="119959" y="228873"/>
                  </a:lnTo>
                  <a:lnTo>
                    <a:pt x="125679" y="237770"/>
                  </a:lnTo>
                  <a:lnTo>
                    <a:pt x="131703" y="244303"/>
                  </a:lnTo>
                  <a:lnTo>
                    <a:pt x="137563" y="259847"/>
                  </a:lnTo>
                  <a:lnTo>
                    <a:pt x="135211" y="266787"/>
                  </a:lnTo>
                  <a:lnTo>
                    <a:pt x="141732" y="270829"/>
                  </a:lnTo>
                  <a:lnTo>
                    <a:pt x="138351" y="285344"/>
                  </a:lnTo>
                  <a:lnTo>
                    <a:pt x="130114" y="297635"/>
                  </a:lnTo>
                  <a:lnTo>
                    <a:pt x="131157" y="315010"/>
                  </a:lnTo>
                  <a:lnTo>
                    <a:pt x="146714" y="323640"/>
                  </a:lnTo>
                  <a:lnTo>
                    <a:pt x="156501" y="316446"/>
                  </a:lnTo>
                  <a:lnTo>
                    <a:pt x="163021" y="319979"/>
                  </a:lnTo>
                  <a:lnTo>
                    <a:pt x="160682" y="327694"/>
                  </a:lnTo>
                  <a:lnTo>
                    <a:pt x="144744" y="347421"/>
                  </a:lnTo>
                  <a:lnTo>
                    <a:pt x="144744" y="373960"/>
                  </a:lnTo>
                  <a:lnTo>
                    <a:pt x="150616" y="382196"/>
                  </a:lnTo>
                  <a:lnTo>
                    <a:pt x="125437" y="384738"/>
                  </a:lnTo>
                  <a:lnTo>
                    <a:pt x="113553" y="346607"/>
                  </a:lnTo>
                  <a:lnTo>
                    <a:pt x="54832" y="372028"/>
                  </a:lnTo>
                  <a:lnTo>
                    <a:pt x="44778" y="366791"/>
                  </a:lnTo>
                  <a:lnTo>
                    <a:pt x="48045" y="346455"/>
                  </a:lnTo>
                  <a:lnTo>
                    <a:pt x="37877" y="319001"/>
                  </a:lnTo>
                  <a:lnTo>
                    <a:pt x="44931" y="309328"/>
                  </a:lnTo>
                  <a:lnTo>
                    <a:pt x="43748" y="295728"/>
                  </a:lnTo>
                  <a:lnTo>
                    <a:pt x="38410" y="279790"/>
                  </a:lnTo>
                  <a:lnTo>
                    <a:pt x="41423" y="271427"/>
                  </a:lnTo>
                  <a:lnTo>
                    <a:pt x="41664" y="268884"/>
                  </a:lnTo>
                  <a:lnTo>
                    <a:pt x="44931" y="257255"/>
                  </a:lnTo>
                  <a:lnTo>
                    <a:pt x="42579" y="242002"/>
                  </a:lnTo>
                  <a:lnTo>
                    <a:pt x="34889" y="217688"/>
                  </a:lnTo>
                  <a:lnTo>
                    <a:pt x="22472" y="215336"/>
                  </a:lnTo>
                  <a:lnTo>
                    <a:pt x="15443" y="208791"/>
                  </a:lnTo>
                  <a:lnTo>
                    <a:pt x="12049" y="191149"/>
                  </a:lnTo>
                  <a:lnTo>
                    <a:pt x="14261" y="174562"/>
                  </a:lnTo>
                  <a:lnTo>
                    <a:pt x="23666" y="158611"/>
                  </a:lnTo>
                  <a:lnTo>
                    <a:pt x="10956" y="114824"/>
                  </a:lnTo>
                  <a:lnTo>
                    <a:pt x="10689" y="95225"/>
                  </a:lnTo>
                  <a:lnTo>
                    <a:pt x="2847" y="82400"/>
                  </a:lnTo>
                  <a:lnTo>
                    <a:pt x="0" y="66335"/>
                  </a:lnTo>
                  <a:lnTo>
                    <a:pt x="4169" y="54438"/>
                  </a:lnTo>
                  <a:lnTo>
                    <a:pt x="24264" y="29017"/>
                  </a:lnTo>
                  <a:lnTo>
                    <a:pt x="25433" y="15939"/>
                  </a:lnTo>
                  <a:lnTo>
                    <a:pt x="32462" y="7041"/>
                  </a:lnTo>
                  <a:lnTo>
                    <a:pt x="31305" y="0"/>
                  </a:lnTo>
                  <a:lnTo>
                    <a:pt x="37558" y="4449"/>
                  </a:lnTo>
                  <a:lnTo>
                    <a:pt x="37699" y="11109"/>
                  </a:lnTo>
                  <a:lnTo>
                    <a:pt x="43698" y="18938"/>
                  </a:lnTo>
                  <a:lnTo>
                    <a:pt x="40190" y="27174"/>
                  </a:lnTo>
                  <a:lnTo>
                    <a:pt x="44346" y="33059"/>
                  </a:lnTo>
                  <a:lnTo>
                    <a:pt x="43952" y="41435"/>
                  </a:lnTo>
                  <a:lnTo>
                    <a:pt x="54120" y="71940"/>
                  </a:lnTo>
                  <a:lnTo>
                    <a:pt x="104109" y="71012"/>
                  </a:lnTo>
                  <a:lnTo>
                    <a:pt x="172630" y="114227"/>
                  </a:lnTo>
                  <a:lnTo>
                    <a:pt x="191543" y="107566"/>
                  </a:lnTo>
                  <a:lnTo>
                    <a:pt x="210087" y="103512"/>
                  </a:lnTo>
                  <a:close/>
                </a:path>
              </a:pathLst>
            </a:custGeom>
            <a:solidFill>
              <a:srgbClr val="FFFFFF"/>
            </a:solidFill>
            <a:ln w="12700" cap="flat">
              <a:noFill/>
              <a:prstDash val="solid"/>
              <a:miter/>
            </a:ln>
          </p:spPr>
          <p:txBody>
            <a:bodyPr rtlCol="0" anchor="ctr"/>
            <a:lstStyle/>
            <a:p>
              <a:endParaRPr lang="de-CH"/>
            </a:p>
          </p:txBody>
        </p:sp>
        <p:sp>
          <p:nvSpPr>
            <p:cNvPr id="99" name="Freihandform: Form 98">
              <a:extLst>
                <a:ext uri="{FF2B5EF4-FFF2-40B4-BE49-F238E27FC236}">
                  <a16:creationId xmlns:a16="http://schemas.microsoft.com/office/drawing/2014/main" id="{3C371920-2B59-6547-9F62-751FD63AF7DE}"/>
                </a:ext>
              </a:extLst>
            </p:cNvPr>
            <p:cNvSpPr/>
            <p:nvPr/>
          </p:nvSpPr>
          <p:spPr>
            <a:xfrm>
              <a:off x="6468506" y="2161742"/>
              <a:ext cx="624058" cy="483737"/>
            </a:xfrm>
            <a:custGeom>
              <a:avLst/>
              <a:gdLst>
                <a:gd name="connsiteX0" fmla="*/ 463757 w 624058"/>
                <a:gd name="connsiteY0" fmla="*/ 389530 h 483737"/>
                <a:gd name="connsiteX1" fmla="*/ 471472 w 624058"/>
                <a:gd name="connsiteY1" fmla="*/ 392783 h 483737"/>
                <a:gd name="connsiteX2" fmla="*/ 471994 w 624058"/>
                <a:gd name="connsiteY2" fmla="*/ 410972 h 483737"/>
                <a:gd name="connsiteX3" fmla="*/ 482950 w 624058"/>
                <a:gd name="connsiteY3" fmla="*/ 424559 h 483737"/>
                <a:gd name="connsiteX4" fmla="*/ 490398 w 624058"/>
                <a:gd name="connsiteY4" fmla="*/ 427177 h 483737"/>
                <a:gd name="connsiteX5" fmla="*/ 501087 w 624058"/>
                <a:gd name="connsiteY5" fmla="*/ 421292 h 483737"/>
                <a:gd name="connsiteX6" fmla="*/ 506565 w 624058"/>
                <a:gd name="connsiteY6" fmla="*/ 406777 h 483737"/>
                <a:gd name="connsiteX7" fmla="*/ 506438 w 624058"/>
                <a:gd name="connsiteY7" fmla="*/ 389530 h 483737"/>
                <a:gd name="connsiteX8" fmla="*/ 494554 w 624058"/>
                <a:gd name="connsiteY8" fmla="*/ 374366 h 483737"/>
                <a:gd name="connsiteX9" fmla="*/ 488034 w 624058"/>
                <a:gd name="connsiteY9" fmla="*/ 356470 h 483737"/>
                <a:gd name="connsiteX10" fmla="*/ 478895 w 624058"/>
                <a:gd name="connsiteY10" fmla="*/ 344968 h 483737"/>
                <a:gd name="connsiteX11" fmla="*/ 458165 w 624058"/>
                <a:gd name="connsiteY11" fmla="*/ 335816 h 483737"/>
                <a:gd name="connsiteX12" fmla="*/ 448899 w 624058"/>
                <a:gd name="connsiteY12" fmla="*/ 339871 h 483737"/>
                <a:gd name="connsiteX13" fmla="*/ 435858 w 624058"/>
                <a:gd name="connsiteY13" fmla="*/ 333338 h 483737"/>
                <a:gd name="connsiteX14" fmla="*/ 428804 w 624058"/>
                <a:gd name="connsiteY14" fmla="*/ 323526 h 483737"/>
                <a:gd name="connsiteX15" fmla="*/ 416094 w 624058"/>
                <a:gd name="connsiteY15" fmla="*/ 325877 h 483737"/>
                <a:gd name="connsiteX16" fmla="*/ 400842 w 624058"/>
                <a:gd name="connsiteY16" fmla="*/ 320793 h 483737"/>
                <a:gd name="connsiteX17" fmla="*/ 394588 w 624058"/>
                <a:gd name="connsiteY17" fmla="*/ 323424 h 483737"/>
                <a:gd name="connsiteX18" fmla="*/ 399406 w 624058"/>
                <a:gd name="connsiteY18" fmla="*/ 330351 h 483737"/>
                <a:gd name="connsiteX19" fmla="*/ 409053 w 624058"/>
                <a:gd name="connsiteY19" fmla="*/ 336083 h 483737"/>
                <a:gd name="connsiteX20" fmla="*/ 415077 w 624058"/>
                <a:gd name="connsiteY20" fmla="*/ 354793 h 483737"/>
                <a:gd name="connsiteX21" fmla="*/ 403968 w 624058"/>
                <a:gd name="connsiteY21" fmla="*/ 361593 h 483737"/>
                <a:gd name="connsiteX22" fmla="*/ 403727 w 624058"/>
                <a:gd name="connsiteY22" fmla="*/ 366295 h 483737"/>
                <a:gd name="connsiteX23" fmla="*/ 423415 w 624058"/>
                <a:gd name="connsiteY23" fmla="*/ 369562 h 483737"/>
                <a:gd name="connsiteX24" fmla="*/ 443751 w 624058"/>
                <a:gd name="connsiteY24" fmla="*/ 377925 h 483737"/>
                <a:gd name="connsiteX25" fmla="*/ 300774 w 624058"/>
                <a:gd name="connsiteY25" fmla="*/ 72181 h 483737"/>
                <a:gd name="connsiteX26" fmla="*/ 363792 w 624058"/>
                <a:gd name="connsiteY26" fmla="*/ 86824 h 483737"/>
                <a:gd name="connsiteX27" fmla="*/ 373197 w 624058"/>
                <a:gd name="connsiteY27" fmla="*/ 83951 h 483737"/>
                <a:gd name="connsiteX28" fmla="*/ 383238 w 624058"/>
                <a:gd name="connsiteY28" fmla="*/ 88514 h 483737"/>
                <a:gd name="connsiteX29" fmla="*/ 379730 w 624058"/>
                <a:gd name="connsiteY29" fmla="*/ 100411 h 483737"/>
                <a:gd name="connsiteX30" fmla="*/ 384967 w 624058"/>
                <a:gd name="connsiteY30" fmla="*/ 107605 h 483737"/>
                <a:gd name="connsiteX31" fmla="*/ 406218 w 624058"/>
                <a:gd name="connsiteY31" fmla="*/ 102241 h 483737"/>
                <a:gd name="connsiteX32" fmla="*/ 412738 w 624058"/>
                <a:gd name="connsiteY32" fmla="*/ 122895 h 483737"/>
                <a:gd name="connsiteX33" fmla="*/ 423059 w 624058"/>
                <a:gd name="connsiteY33" fmla="*/ 126937 h 483737"/>
                <a:gd name="connsiteX34" fmla="*/ 431689 w 624058"/>
                <a:gd name="connsiteY34" fmla="*/ 121192 h 483737"/>
                <a:gd name="connsiteX35" fmla="*/ 447717 w 624058"/>
                <a:gd name="connsiteY35" fmla="*/ 137918 h 483737"/>
                <a:gd name="connsiteX36" fmla="*/ 455343 w 624058"/>
                <a:gd name="connsiteY36" fmla="*/ 153616 h 483737"/>
                <a:gd name="connsiteX37" fmla="*/ 453500 w 624058"/>
                <a:gd name="connsiteY37" fmla="*/ 160784 h 483737"/>
                <a:gd name="connsiteX38" fmla="*/ 460033 w 624058"/>
                <a:gd name="connsiteY38" fmla="*/ 164851 h 483737"/>
                <a:gd name="connsiteX39" fmla="*/ 461063 w 624058"/>
                <a:gd name="connsiteY39" fmla="*/ 173100 h 483737"/>
                <a:gd name="connsiteX40" fmla="*/ 475947 w 624058"/>
                <a:gd name="connsiteY40" fmla="*/ 196868 h 483737"/>
                <a:gd name="connsiteX41" fmla="*/ 468231 w 624058"/>
                <a:gd name="connsiteY41" fmla="*/ 206287 h 483737"/>
                <a:gd name="connsiteX42" fmla="*/ 466808 w 624058"/>
                <a:gd name="connsiteY42" fmla="*/ 215438 h 483737"/>
                <a:gd name="connsiteX43" fmla="*/ 481818 w 624058"/>
                <a:gd name="connsiteY43" fmla="*/ 223064 h 483737"/>
                <a:gd name="connsiteX44" fmla="*/ 495520 w 624058"/>
                <a:gd name="connsiteY44" fmla="*/ 221793 h 483737"/>
                <a:gd name="connsiteX45" fmla="*/ 497999 w 624058"/>
                <a:gd name="connsiteY45" fmla="*/ 230817 h 483737"/>
                <a:gd name="connsiteX46" fmla="*/ 507252 w 624058"/>
                <a:gd name="connsiteY46" fmla="*/ 231211 h 483737"/>
                <a:gd name="connsiteX47" fmla="*/ 523838 w 624058"/>
                <a:gd name="connsiteY47" fmla="*/ 223496 h 483737"/>
                <a:gd name="connsiteX48" fmla="*/ 541328 w 624058"/>
                <a:gd name="connsiteY48" fmla="*/ 223102 h 483737"/>
                <a:gd name="connsiteX49" fmla="*/ 551890 w 624058"/>
                <a:gd name="connsiteY49" fmla="*/ 254471 h 483737"/>
                <a:gd name="connsiteX50" fmla="*/ 605527 w 624058"/>
                <a:gd name="connsiteY50" fmla="*/ 242574 h 483737"/>
                <a:gd name="connsiteX51" fmla="*/ 624058 w 624058"/>
                <a:gd name="connsiteY51" fmla="*/ 278658 h 483737"/>
                <a:gd name="connsiteX52" fmla="*/ 598091 w 624058"/>
                <a:gd name="connsiteY52" fmla="*/ 294597 h 483737"/>
                <a:gd name="connsiteX53" fmla="*/ 596147 w 624058"/>
                <a:gd name="connsiteY53" fmla="*/ 322699 h 483737"/>
                <a:gd name="connsiteX54" fmla="*/ 566252 w 624058"/>
                <a:gd name="connsiteY54" fmla="*/ 385043 h 483737"/>
                <a:gd name="connsiteX55" fmla="*/ 521220 w 624058"/>
                <a:gd name="connsiteY55" fmla="*/ 422945 h 483737"/>
                <a:gd name="connsiteX56" fmla="*/ 497210 w 624058"/>
                <a:gd name="connsiteY56" fmla="*/ 453449 h 483737"/>
                <a:gd name="connsiteX57" fmla="*/ 436672 w 624058"/>
                <a:gd name="connsiteY57" fmla="*/ 457517 h 483737"/>
                <a:gd name="connsiteX58" fmla="*/ 396202 w 624058"/>
                <a:gd name="connsiteY58" fmla="*/ 477383 h 483737"/>
                <a:gd name="connsiteX59" fmla="*/ 366207 w 624058"/>
                <a:gd name="connsiteY59" fmla="*/ 483738 h 483737"/>
                <a:gd name="connsiteX60" fmla="*/ 352746 w 624058"/>
                <a:gd name="connsiteY60" fmla="*/ 447793 h 483737"/>
                <a:gd name="connsiteX61" fmla="*/ 263228 w 624058"/>
                <a:gd name="connsiteY61" fmla="*/ 466604 h 483737"/>
                <a:gd name="connsiteX62" fmla="*/ 255119 w 624058"/>
                <a:gd name="connsiteY62" fmla="*/ 453526 h 483737"/>
                <a:gd name="connsiteX63" fmla="*/ 241964 w 624058"/>
                <a:gd name="connsiteY63" fmla="*/ 440714 h 483737"/>
                <a:gd name="connsiteX64" fmla="*/ 233207 w 624058"/>
                <a:gd name="connsiteY64" fmla="*/ 424000 h 483737"/>
                <a:gd name="connsiteX65" fmla="*/ 223039 w 624058"/>
                <a:gd name="connsiteY65" fmla="*/ 415102 h 483737"/>
                <a:gd name="connsiteX66" fmla="*/ 214281 w 624058"/>
                <a:gd name="connsiteY66" fmla="*/ 389339 h 483737"/>
                <a:gd name="connsiteX67" fmla="*/ 206185 w 624058"/>
                <a:gd name="connsiteY67" fmla="*/ 377315 h 483737"/>
                <a:gd name="connsiteX68" fmla="*/ 204914 w 624058"/>
                <a:gd name="connsiteY68" fmla="*/ 365418 h 483737"/>
                <a:gd name="connsiteX69" fmla="*/ 210926 w 624058"/>
                <a:gd name="connsiteY69" fmla="*/ 357716 h 483737"/>
                <a:gd name="connsiteX70" fmla="*/ 210926 w 624058"/>
                <a:gd name="connsiteY70" fmla="*/ 350649 h 483737"/>
                <a:gd name="connsiteX71" fmla="*/ 214968 w 624058"/>
                <a:gd name="connsiteY71" fmla="*/ 345311 h 483737"/>
                <a:gd name="connsiteX72" fmla="*/ 222149 w 624058"/>
                <a:gd name="connsiteY72" fmla="*/ 338231 h 483737"/>
                <a:gd name="connsiteX73" fmla="*/ 225784 w 624058"/>
                <a:gd name="connsiteY73" fmla="*/ 328559 h 483737"/>
                <a:gd name="connsiteX74" fmla="*/ 224119 w 624058"/>
                <a:gd name="connsiteY74" fmla="*/ 296554 h 483737"/>
                <a:gd name="connsiteX75" fmla="*/ 234541 w 624058"/>
                <a:gd name="connsiteY75" fmla="*/ 276816 h 483737"/>
                <a:gd name="connsiteX76" fmla="*/ 234033 w 624058"/>
                <a:gd name="connsiteY76" fmla="*/ 270282 h 483737"/>
                <a:gd name="connsiteX77" fmla="*/ 243146 w 624058"/>
                <a:gd name="connsiteY77" fmla="*/ 235762 h 483737"/>
                <a:gd name="connsiteX78" fmla="*/ 238838 w 624058"/>
                <a:gd name="connsiteY78" fmla="*/ 227131 h 483737"/>
                <a:gd name="connsiteX79" fmla="*/ 229724 w 624058"/>
                <a:gd name="connsiteY79" fmla="*/ 225860 h 483737"/>
                <a:gd name="connsiteX80" fmla="*/ 219683 w 624058"/>
                <a:gd name="connsiteY80" fmla="*/ 217624 h 483737"/>
                <a:gd name="connsiteX81" fmla="*/ 212616 w 624058"/>
                <a:gd name="connsiteY81" fmla="*/ 215273 h 483737"/>
                <a:gd name="connsiteX82" fmla="*/ 205181 w 624058"/>
                <a:gd name="connsiteY82" fmla="*/ 207558 h 483737"/>
                <a:gd name="connsiteX83" fmla="*/ 187819 w 624058"/>
                <a:gd name="connsiteY83" fmla="*/ 206388 h 483737"/>
                <a:gd name="connsiteX84" fmla="*/ 178921 w 624058"/>
                <a:gd name="connsiteY84" fmla="*/ 211091 h 483737"/>
                <a:gd name="connsiteX85" fmla="*/ 177384 w 624058"/>
                <a:gd name="connsiteY85" fmla="*/ 204164 h 483737"/>
                <a:gd name="connsiteX86" fmla="*/ 165105 w 624058"/>
                <a:gd name="connsiteY86" fmla="*/ 195153 h 483737"/>
                <a:gd name="connsiteX87" fmla="*/ 139151 w 624058"/>
                <a:gd name="connsiteY87" fmla="*/ 203109 h 483737"/>
                <a:gd name="connsiteX88" fmla="*/ 121637 w 624058"/>
                <a:gd name="connsiteY88" fmla="*/ 218946 h 483737"/>
                <a:gd name="connsiteX89" fmla="*/ 119959 w 624058"/>
                <a:gd name="connsiteY89" fmla="*/ 228873 h 483737"/>
                <a:gd name="connsiteX90" fmla="*/ 125679 w 624058"/>
                <a:gd name="connsiteY90" fmla="*/ 237770 h 483737"/>
                <a:gd name="connsiteX91" fmla="*/ 131703 w 624058"/>
                <a:gd name="connsiteY91" fmla="*/ 244303 h 483737"/>
                <a:gd name="connsiteX92" fmla="*/ 137563 w 624058"/>
                <a:gd name="connsiteY92" fmla="*/ 259847 h 483737"/>
                <a:gd name="connsiteX93" fmla="*/ 135211 w 624058"/>
                <a:gd name="connsiteY93" fmla="*/ 266787 h 483737"/>
                <a:gd name="connsiteX94" fmla="*/ 141732 w 624058"/>
                <a:gd name="connsiteY94" fmla="*/ 270829 h 483737"/>
                <a:gd name="connsiteX95" fmla="*/ 138351 w 624058"/>
                <a:gd name="connsiteY95" fmla="*/ 285344 h 483737"/>
                <a:gd name="connsiteX96" fmla="*/ 130114 w 624058"/>
                <a:gd name="connsiteY96" fmla="*/ 297635 h 483737"/>
                <a:gd name="connsiteX97" fmla="*/ 131157 w 624058"/>
                <a:gd name="connsiteY97" fmla="*/ 315010 h 483737"/>
                <a:gd name="connsiteX98" fmla="*/ 146714 w 624058"/>
                <a:gd name="connsiteY98" fmla="*/ 323640 h 483737"/>
                <a:gd name="connsiteX99" fmla="*/ 156501 w 624058"/>
                <a:gd name="connsiteY99" fmla="*/ 316446 h 483737"/>
                <a:gd name="connsiteX100" fmla="*/ 163021 w 624058"/>
                <a:gd name="connsiteY100" fmla="*/ 319979 h 483737"/>
                <a:gd name="connsiteX101" fmla="*/ 160682 w 624058"/>
                <a:gd name="connsiteY101" fmla="*/ 327694 h 483737"/>
                <a:gd name="connsiteX102" fmla="*/ 144744 w 624058"/>
                <a:gd name="connsiteY102" fmla="*/ 347421 h 483737"/>
                <a:gd name="connsiteX103" fmla="*/ 144744 w 624058"/>
                <a:gd name="connsiteY103" fmla="*/ 373960 h 483737"/>
                <a:gd name="connsiteX104" fmla="*/ 150616 w 624058"/>
                <a:gd name="connsiteY104" fmla="*/ 382196 h 483737"/>
                <a:gd name="connsiteX105" fmla="*/ 125437 w 624058"/>
                <a:gd name="connsiteY105" fmla="*/ 384738 h 483737"/>
                <a:gd name="connsiteX106" fmla="*/ 113553 w 624058"/>
                <a:gd name="connsiteY106" fmla="*/ 346607 h 483737"/>
                <a:gd name="connsiteX107" fmla="*/ 54832 w 624058"/>
                <a:gd name="connsiteY107" fmla="*/ 372028 h 483737"/>
                <a:gd name="connsiteX108" fmla="*/ 44778 w 624058"/>
                <a:gd name="connsiteY108" fmla="*/ 366791 h 483737"/>
                <a:gd name="connsiteX109" fmla="*/ 48045 w 624058"/>
                <a:gd name="connsiteY109" fmla="*/ 346455 h 483737"/>
                <a:gd name="connsiteX110" fmla="*/ 37877 w 624058"/>
                <a:gd name="connsiteY110" fmla="*/ 319001 h 483737"/>
                <a:gd name="connsiteX111" fmla="*/ 44931 w 624058"/>
                <a:gd name="connsiteY111" fmla="*/ 309328 h 483737"/>
                <a:gd name="connsiteX112" fmla="*/ 43748 w 624058"/>
                <a:gd name="connsiteY112" fmla="*/ 295728 h 483737"/>
                <a:gd name="connsiteX113" fmla="*/ 38410 w 624058"/>
                <a:gd name="connsiteY113" fmla="*/ 279790 h 483737"/>
                <a:gd name="connsiteX114" fmla="*/ 41423 w 624058"/>
                <a:gd name="connsiteY114" fmla="*/ 271427 h 483737"/>
                <a:gd name="connsiteX115" fmla="*/ 41664 w 624058"/>
                <a:gd name="connsiteY115" fmla="*/ 268884 h 483737"/>
                <a:gd name="connsiteX116" fmla="*/ 44931 w 624058"/>
                <a:gd name="connsiteY116" fmla="*/ 257255 h 483737"/>
                <a:gd name="connsiteX117" fmla="*/ 42579 w 624058"/>
                <a:gd name="connsiteY117" fmla="*/ 242002 h 483737"/>
                <a:gd name="connsiteX118" fmla="*/ 34889 w 624058"/>
                <a:gd name="connsiteY118" fmla="*/ 217688 h 483737"/>
                <a:gd name="connsiteX119" fmla="*/ 22472 w 624058"/>
                <a:gd name="connsiteY119" fmla="*/ 215336 h 483737"/>
                <a:gd name="connsiteX120" fmla="*/ 15443 w 624058"/>
                <a:gd name="connsiteY120" fmla="*/ 208791 h 483737"/>
                <a:gd name="connsiteX121" fmla="*/ 12049 w 624058"/>
                <a:gd name="connsiteY121" fmla="*/ 191149 h 483737"/>
                <a:gd name="connsiteX122" fmla="*/ 14261 w 624058"/>
                <a:gd name="connsiteY122" fmla="*/ 174562 h 483737"/>
                <a:gd name="connsiteX123" fmla="*/ 23666 w 624058"/>
                <a:gd name="connsiteY123" fmla="*/ 158611 h 483737"/>
                <a:gd name="connsiteX124" fmla="*/ 10956 w 624058"/>
                <a:gd name="connsiteY124" fmla="*/ 114824 h 483737"/>
                <a:gd name="connsiteX125" fmla="*/ 10689 w 624058"/>
                <a:gd name="connsiteY125" fmla="*/ 95225 h 483737"/>
                <a:gd name="connsiteX126" fmla="*/ 2847 w 624058"/>
                <a:gd name="connsiteY126" fmla="*/ 82400 h 483737"/>
                <a:gd name="connsiteX127" fmla="*/ 0 w 624058"/>
                <a:gd name="connsiteY127" fmla="*/ 66335 h 483737"/>
                <a:gd name="connsiteX128" fmla="*/ 4169 w 624058"/>
                <a:gd name="connsiteY128" fmla="*/ 54438 h 483737"/>
                <a:gd name="connsiteX129" fmla="*/ 24264 w 624058"/>
                <a:gd name="connsiteY129" fmla="*/ 29017 h 483737"/>
                <a:gd name="connsiteX130" fmla="*/ 25433 w 624058"/>
                <a:gd name="connsiteY130" fmla="*/ 15939 h 483737"/>
                <a:gd name="connsiteX131" fmla="*/ 32462 w 624058"/>
                <a:gd name="connsiteY131" fmla="*/ 7041 h 483737"/>
                <a:gd name="connsiteX132" fmla="*/ 31305 w 624058"/>
                <a:gd name="connsiteY132" fmla="*/ 0 h 483737"/>
                <a:gd name="connsiteX133" fmla="*/ 37558 w 624058"/>
                <a:gd name="connsiteY133" fmla="*/ 4449 h 483737"/>
                <a:gd name="connsiteX134" fmla="*/ 37699 w 624058"/>
                <a:gd name="connsiteY134" fmla="*/ 11109 h 483737"/>
                <a:gd name="connsiteX135" fmla="*/ 43698 w 624058"/>
                <a:gd name="connsiteY135" fmla="*/ 18938 h 483737"/>
                <a:gd name="connsiteX136" fmla="*/ 40190 w 624058"/>
                <a:gd name="connsiteY136" fmla="*/ 27174 h 483737"/>
                <a:gd name="connsiteX137" fmla="*/ 44346 w 624058"/>
                <a:gd name="connsiteY137" fmla="*/ 33059 h 483737"/>
                <a:gd name="connsiteX138" fmla="*/ 43952 w 624058"/>
                <a:gd name="connsiteY138" fmla="*/ 41435 h 483737"/>
                <a:gd name="connsiteX139" fmla="*/ 54120 w 624058"/>
                <a:gd name="connsiteY139" fmla="*/ 71940 h 483737"/>
                <a:gd name="connsiteX140" fmla="*/ 104109 w 624058"/>
                <a:gd name="connsiteY140" fmla="*/ 71012 h 483737"/>
                <a:gd name="connsiteX141" fmla="*/ 172630 w 624058"/>
                <a:gd name="connsiteY141" fmla="*/ 114227 h 483737"/>
                <a:gd name="connsiteX142" fmla="*/ 191543 w 624058"/>
                <a:gd name="connsiteY142" fmla="*/ 107566 h 483737"/>
                <a:gd name="connsiteX143" fmla="*/ 210087 w 624058"/>
                <a:gd name="connsiteY143" fmla="*/ 103512 h 483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624058" h="483737">
                  <a:moveTo>
                    <a:pt x="463757" y="389530"/>
                  </a:moveTo>
                  <a:lnTo>
                    <a:pt x="471472" y="392783"/>
                  </a:lnTo>
                  <a:lnTo>
                    <a:pt x="471994" y="410972"/>
                  </a:lnTo>
                  <a:lnTo>
                    <a:pt x="482950" y="424559"/>
                  </a:lnTo>
                  <a:lnTo>
                    <a:pt x="490398" y="427177"/>
                  </a:lnTo>
                  <a:lnTo>
                    <a:pt x="501087" y="421292"/>
                  </a:lnTo>
                  <a:lnTo>
                    <a:pt x="506565" y="406777"/>
                  </a:lnTo>
                  <a:lnTo>
                    <a:pt x="506438" y="389530"/>
                  </a:lnTo>
                  <a:lnTo>
                    <a:pt x="494554" y="374366"/>
                  </a:lnTo>
                  <a:lnTo>
                    <a:pt x="488034" y="356470"/>
                  </a:lnTo>
                  <a:lnTo>
                    <a:pt x="478895" y="344968"/>
                  </a:lnTo>
                  <a:lnTo>
                    <a:pt x="458165" y="335816"/>
                  </a:lnTo>
                  <a:lnTo>
                    <a:pt x="448899" y="339871"/>
                  </a:lnTo>
                  <a:lnTo>
                    <a:pt x="435858" y="333338"/>
                  </a:lnTo>
                  <a:lnTo>
                    <a:pt x="428804" y="323526"/>
                  </a:lnTo>
                  <a:lnTo>
                    <a:pt x="416094" y="325877"/>
                  </a:lnTo>
                  <a:lnTo>
                    <a:pt x="400842" y="320793"/>
                  </a:lnTo>
                  <a:lnTo>
                    <a:pt x="394588" y="323424"/>
                  </a:lnTo>
                  <a:lnTo>
                    <a:pt x="399406" y="330351"/>
                  </a:lnTo>
                  <a:lnTo>
                    <a:pt x="409053" y="336083"/>
                  </a:lnTo>
                  <a:lnTo>
                    <a:pt x="415077" y="354793"/>
                  </a:lnTo>
                  <a:lnTo>
                    <a:pt x="403968" y="361593"/>
                  </a:lnTo>
                  <a:lnTo>
                    <a:pt x="403727" y="366295"/>
                  </a:lnTo>
                  <a:lnTo>
                    <a:pt x="423415" y="369562"/>
                  </a:lnTo>
                  <a:lnTo>
                    <a:pt x="443751" y="377925"/>
                  </a:lnTo>
                  <a:close/>
                  <a:moveTo>
                    <a:pt x="300774" y="72181"/>
                  </a:moveTo>
                  <a:lnTo>
                    <a:pt x="363792" y="86824"/>
                  </a:lnTo>
                  <a:lnTo>
                    <a:pt x="373197" y="83951"/>
                  </a:lnTo>
                  <a:lnTo>
                    <a:pt x="383238" y="88514"/>
                  </a:lnTo>
                  <a:lnTo>
                    <a:pt x="379730" y="100411"/>
                  </a:lnTo>
                  <a:lnTo>
                    <a:pt x="384967" y="107605"/>
                  </a:lnTo>
                  <a:lnTo>
                    <a:pt x="406218" y="102241"/>
                  </a:lnTo>
                  <a:lnTo>
                    <a:pt x="412738" y="122895"/>
                  </a:lnTo>
                  <a:lnTo>
                    <a:pt x="423059" y="126937"/>
                  </a:lnTo>
                  <a:lnTo>
                    <a:pt x="431689" y="121192"/>
                  </a:lnTo>
                  <a:lnTo>
                    <a:pt x="447717" y="137918"/>
                  </a:lnTo>
                  <a:lnTo>
                    <a:pt x="455343" y="153616"/>
                  </a:lnTo>
                  <a:lnTo>
                    <a:pt x="453500" y="160784"/>
                  </a:lnTo>
                  <a:lnTo>
                    <a:pt x="460033" y="164851"/>
                  </a:lnTo>
                  <a:lnTo>
                    <a:pt x="461063" y="173100"/>
                  </a:lnTo>
                  <a:lnTo>
                    <a:pt x="475947" y="196868"/>
                  </a:lnTo>
                  <a:lnTo>
                    <a:pt x="468231" y="206287"/>
                  </a:lnTo>
                  <a:lnTo>
                    <a:pt x="466808" y="215438"/>
                  </a:lnTo>
                  <a:lnTo>
                    <a:pt x="481818" y="223064"/>
                  </a:lnTo>
                  <a:lnTo>
                    <a:pt x="495520" y="221793"/>
                  </a:lnTo>
                  <a:lnTo>
                    <a:pt x="497999" y="230817"/>
                  </a:lnTo>
                  <a:lnTo>
                    <a:pt x="507252" y="231211"/>
                  </a:lnTo>
                  <a:lnTo>
                    <a:pt x="523838" y="223496"/>
                  </a:lnTo>
                  <a:lnTo>
                    <a:pt x="541328" y="223102"/>
                  </a:lnTo>
                  <a:lnTo>
                    <a:pt x="551890" y="254471"/>
                  </a:lnTo>
                  <a:lnTo>
                    <a:pt x="605527" y="242574"/>
                  </a:lnTo>
                  <a:lnTo>
                    <a:pt x="624058" y="278658"/>
                  </a:lnTo>
                  <a:lnTo>
                    <a:pt x="598091" y="294597"/>
                  </a:lnTo>
                  <a:lnTo>
                    <a:pt x="596147" y="322699"/>
                  </a:lnTo>
                  <a:lnTo>
                    <a:pt x="566252" y="385043"/>
                  </a:lnTo>
                  <a:lnTo>
                    <a:pt x="521220" y="422945"/>
                  </a:lnTo>
                  <a:lnTo>
                    <a:pt x="497210" y="453449"/>
                  </a:lnTo>
                  <a:lnTo>
                    <a:pt x="436672" y="457517"/>
                  </a:lnTo>
                  <a:lnTo>
                    <a:pt x="396202" y="477383"/>
                  </a:lnTo>
                  <a:lnTo>
                    <a:pt x="366207" y="483738"/>
                  </a:lnTo>
                  <a:lnTo>
                    <a:pt x="352746" y="447793"/>
                  </a:lnTo>
                  <a:lnTo>
                    <a:pt x="263228" y="466604"/>
                  </a:lnTo>
                  <a:lnTo>
                    <a:pt x="255119" y="453526"/>
                  </a:lnTo>
                  <a:lnTo>
                    <a:pt x="241964" y="440714"/>
                  </a:lnTo>
                  <a:lnTo>
                    <a:pt x="233207" y="424000"/>
                  </a:lnTo>
                  <a:lnTo>
                    <a:pt x="223039" y="415102"/>
                  </a:lnTo>
                  <a:lnTo>
                    <a:pt x="214281" y="389339"/>
                  </a:lnTo>
                  <a:lnTo>
                    <a:pt x="206185" y="377315"/>
                  </a:lnTo>
                  <a:lnTo>
                    <a:pt x="204914" y="365418"/>
                  </a:lnTo>
                  <a:lnTo>
                    <a:pt x="210926" y="357716"/>
                  </a:lnTo>
                  <a:lnTo>
                    <a:pt x="210926" y="350649"/>
                  </a:lnTo>
                  <a:lnTo>
                    <a:pt x="214968" y="345311"/>
                  </a:lnTo>
                  <a:lnTo>
                    <a:pt x="222149" y="338231"/>
                  </a:lnTo>
                  <a:lnTo>
                    <a:pt x="225784" y="328559"/>
                  </a:lnTo>
                  <a:lnTo>
                    <a:pt x="224119" y="296554"/>
                  </a:lnTo>
                  <a:lnTo>
                    <a:pt x="234541" y="276816"/>
                  </a:lnTo>
                  <a:lnTo>
                    <a:pt x="234033" y="270282"/>
                  </a:lnTo>
                  <a:lnTo>
                    <a:pt x="243146" y="235762"/>
                  </a:lnTo>
                  <a:lnTo>
                    <a:pt x="238838" y="227131"/>
                  </a:lnTo>
                  <a:lnTo>
                    <a:pt x="229724" y="225860"/>
                  </a:lnTo>
                  <a:lnTo>
                    <a:pt x="219683" y="217624"/>
                  </a:lnTo>
                  <a:lnTo>
                    <a:pt x="212616" y="215273"/>
                  </a:lnTo>
                  <a:lnTo>
                    <a:pt x="205181" y="207558"/>
                  </a:lnTo>
                  <a:lnTo>
                    <a:pt x="187819" y="206388"/>
                  </a:lnTo>
                  <a:lnTo>
                    <a:pt x="178921" y="211091"/>
                  </a:lnTo>
                  <a:lnTo>
                    <a:pt x="177384" y="204164"/>
                  </a:lnTo>
                  <a:lnTo>
                    <a:pt x="165105" y="195153"/>
                  </a:lnTo>
                  <a:lnTo>
                    <a:pt x="139151" y="203109"/>
                  </a:lnTo>
                  <a:lnTo>
                    <a:pt x="121637" y="218946"/>
                  </a:lnTo>
                  <a:lnTo>
                    <a:pt x="119959" y="228873"/>
                  </a:lnTo>
                  <a:lnTo>
                    <a:pt x="125679" y="237770"/>
                  </a:lnTo>
                  <a:lnTo>
                    <a:pt x="131703" y="244303"/>
                  </a:lnTo>
                  <a:lnTo>
                    <a:pt x="137563" y="259847"/>
                  </a:lnTo>
                  <a:lnTo>
                    <a:pt x="135211" y="266787"/>
                  </a:lnTo>
                  <a:lnTo>
                    <a:pt x="141732" y="270829"/>
                  </a:lnTo>
                  <a:lnTo>
                    <a:pt x="138351" y="285344"/>
                  </a:lnTo>
                  <a:lnTo>
                    <a:pt x="130114" y="297635"/>
                  </a:lnTo>
                  <a:lnTo>
                    <a:pt x="131157" y="315010"/>
                  </a:lnTo>
                  <a:lnTo>
                    <a:pt x="146714" y="323640"/>
                  </a:lnTo>
                  <a:lnTo>
                    <a:pt x="156501" y="316446"/>
                  </a:lnTo>
                  <a:lnTo>
                    <a:pt x="163021" y="319979"/>
                  </a:lnTo>
                  <a:lnTo>
                    <a:pt x="160682" y="327694"/>
                  </a:lnTo>
                  <a:lnTo>
                    <a:pt x="144744" y="347421"/>
                  </a:lnTo>
                  <a:lnTo>
                    <a:pt x="144744" y="373960"/>
                  </a:lnTo>
                  <a:lnTo>
                    <a:pt x="150616" y="382196"/>
                  </a:lnTo>
                  <a:lnTo>
                    <a:pt x="125437" y="384738"/>
                  </a:lnTo>
                  <a:lnTo>
                    <a:pt x="113553" y="346607"/>
                  </a:lnTo>
                  <a:lnTo>
                    <a:pt x="54832" y="372028"/>
                  </a:lnTo>
                  <a:lnTo>
                    <a:pt x="44778" y="366791"/>
                  </a:lnTo>
                  <a:lnTo>
                    <a:pt x="48045" y="346455"/>
                  </a:lnTo>
                  <a:lnTo>
                    <a:pt x="37877" y="319001"/>
                  </a:lnTo>
                  <a:lnTo>
                    <a:pt x="44931" y="309328"/>
                  </a:lnTo>
                  <a:lnTo>
                    <a:pt x="43748" y="295728"/>
                  </a:lnTo>
                  <a:lnTo>
                    <a:pt x="38410" y="279790"/>
                  </a:lnTo>
                  <a:lnTo>
                    <a:pt x="41423" y="271427"/>
                  </a:lnTo>
                  <a:lnTo>
                    <a:pt x="41664" y="268884"/>
                  </a:lnTo>
                  <a:lnTo>
                    <a:pt x="44931" y="257255"/>
                  </a:lnTo>
                  <a:lnTo>
                    <a:pt x="42579" y="242002"/>
                  </a:lnTo>
                  <a:lnTo>
                    <a:pt x="34889" y="217688"/>
                  </a:lnTo>
                  <a:lnTo>
                    <a:pt x="22472" y="215336"/>
                  </a:lnTo>
                  <a:lnTo>
                    <a:pt x="15443" y="208791"/>
                  </a:lnTo>
                  <a:lnTo>
                    <a:pt x="12049" y="191149"/>
                  </a:lnTo>
                  <a:lnTo>
                    <a:pt x="14261" y="174562"/>
                  </a:lnTo>
                  <a:lnTo>
                    <a:pt x="23666" y="158611"/>
                  </a:lnTo>
                  <a:lnTo>
                    <a:pt x="10956" y="114824"/>
                  </a:lnTo>
                  <a:lnTo>
                    <a:pt x="10689" y="95225"/>
                  </a:lnTo>
                  <a:lnTo>
                    <a:pt x="2847" y="82400"/>
                  </a:lnTo>
                  <a:lnTo>
                    <a:pt x="0" y="66335"/>
                  </a:lnTo>
                  <a:lnTo>
                    <a:pt x="4169" y="54438"/>
                  </a:lnTo>
                  <a:lnTo>
                    <a:pt x="24264" y="29017"/>
                  </a:lnTo>
                  <a:lnTo>
                    <a:pt x="25433" y="15939"/>
                  </a:lnTo>
                  <a:lnTo>
                    <a:pt x="32462" y="7041"/>
                  </a:lnTo>
                  <a:lnTo>
                    <a:pt x="31305" y="0"/>
                  </a:lnTo>
                  <a:lnTo>
                    <a:pt x="37558" y="4449"/>
                  </a:lnTo>
                  <a:lnTo>
                    <a:pt x="37699" y="11109"/>
                  </a:lnTo>
                  <a:lnTo>
                    <a:pt x="43698" y="18938"/>
                  </a:lnTo>
                  <a:lnTo>
                    <a:pt x="40190" y="27174"/>
                  </a:lnTo>
                  <a:lnTo>
                    <a:pt x="44346" y="33059"/>
                  </a:lnTo>
                  <a:lnTo>
                    <a:pt x="43952" y="41435"/>
                  </a:lnTo>
                  <a:lnTo>
                    <a:pt x="54120" y="71940"/>
                  </a:lnTo>
                  <a:lnTo>
                    <a:pt x="104109" y="71012"/>
                  </a:lnTo>
                  <a:lnTo>
                    <a:pt x="172630" y="114227"/>
                  </a:lnTo>
                  <a:lnTo>
                    <a:pt x="191543" y="107566"/>
                  </a:lnTo>
                  <a:lnTo>
                    <a:pt x="210087" y="103512"/>
                  </a:lnTo>
                  <a:close/>
                </a:path>
              </a:pathLst>
            </a:custGeom>
            <a:noFill/>
            <a:ln w="3810" cap="flat">
              <a:solidFill>
                <a:srgbClr val="E6E4E2"/>
              </a:solidFill>
              <a:prstDash val="solid"/>
              <a:miter/>
            </a:ln>
          </p:spPr>
          <p:txBody>
            <a:bodyPr rtlCol="0" anchor="ctr"/>
            <a:lstStyle/>
            <a:p>
              <a:endParaRPr lang="de-CH"/>
            </a:p>
          </p:txBody>
        </p:sp>
        <p:sp>
          <p:nvSpPr>
            <p:cNvPr id="100" name="Freihandform: Form 99">
              <a:extLst>
                <a:ext uri="{FF2B5EF4-FFF2-40B4-BE49-F238E27FC236}">
                  <a16:creationId xmlns:a16="http://schemas.microsoft.com/office/drawing/2014/main" id="{438498CB-30BE-20AF-38AF-93E1734359E6}"/>
                </a:ext>
              </a:extLst>
            </p:cNvPr>
            <p:cNvSpPr/>
            <p:nvPr/>
          </p:nvSpPr>
          <p:spPr>
            <a:xfrm>
              <a:off x="3116304" y="2897994"/>
              <a:ext cx="1292919" cy="1686974"/>
            </a:xfrm>
            <a:custGeom>
              <a:avLst/>
              <a:gdLst>
                <a:gd name="connsiteX0" fmla="*/ 995603 w 1292919"/>
                <a:gd name="connsiteY0" fmla="*/ 217014 h 1686974"/>
                <a:gd name="connsiteX1" fmla="*/ 995476 w 1292919"/>
                <a:gd name="connsiteY1" fmla="*/ 223801 h 1686974"/>
                <a:gd name="connsiteX2" fmla="*/ 963624 w 1292919"/>
                <a:gd name="connsiteY2" fmla="*/ 238710 h 1686974"/>
                <a:gd name="connsiteX3" fmla="*/ 959442 w 1292919"/>
                <a:gd name="connsiteY3" fmla="*/ 228911 h 1686974"/>
                <a:gd name="connsiteX4" fmla="*/ 961400 w 1292919"/>
                <a:gd name="connsiteY4" fmla="*/ 214790 h 1686974"/>
                <a:gd name="connsiteX5" fmla="*/ 987240 w 1292919"/>
                <a:gd name="connsiteY5" fmla="*/ 192572 h 1686974"/>
                <a:gd name="connsiteX6" fmla="*/ 997154 w 1292919"/>
                <a:gd name="connsiteY6" fmla="*/ 198444 h 1686974"/>
                <a:gd name="connsiteX7" fmla="*/ 751427 w 1292919"/>
                <a:gd name="connsiteY7" fmla="*/ 269126 h 1686974"/>
                <a:gd name="connsiteX8" fmla="*/ 759269 w 1292919"/>
                <a:gd name="connsiteY8" fmla="*/ 303354 h 1686974"/>
                <a:gd name="connsiteX9" fmla="*/ 769832 w 1292919"/>
                <a:gd name="connsiteY9" fmla="*/ 306901 h 1686974"/>
                <a:gd name="connsiteX10" fmla="*/ 799586 w 1292919"/>
                <a:gd name="connsiteY10" fmla="*/ 285852 h 1686974"/>
                <a:gd name="connsiteX11" fmla="*/ 795011 w 1292919"/>
                <a:gd name="connsiteY11" fmla="*/ 260101 h 1686974"/>
                <a:gd name="connsiteX12" fmla="*/ 702239 w 1292919"/>
                <a:gd name="connsiteY12" fmla="*/ 924858 h 1686974"/>
                <a:gd name="connsiteX13" fmla="*/ 713449 w 1292919"/>
                <a:gd name="connsiteY13" fmla="*/ 926561 h 1686974"/>
                <a:gd name="connsiteX14" fmla="*/ 718165 w 1292919"/>
                <a:gd name="connsiteY14" fmla="*/ 934276 h 1686974"/>
                <a:gd name="connsiteX15" fmla="*/ 726376 w 1292919"/>
                <a:gd name="connsiteY15" fmla="*/ 926561 h 1686974"/>
                <a:gd name="connsiteX16" fmla="*/ 730557 w 1292919"/>
                <a:gd name="connsiteY16" fmla="*/ 928391 h 1686974"/>
                <a:gd name="connsiteX17" fmla="*/ 725473 w 1292919"/>
                <a:gd name="connsiteY17" fmla="*/ 933996 h 1686974"/>
                <a:gd name="connsiteX18" fmla="*/ 725219 w 1292919"/>
                <a:gd name="connsiteY18" fmla="*/ 943173 h 1686974"/>
                <a:gd name="connsiteX19" fmla="*/ 719347 w 1292919"/>
                <a:gd name="connsiteY19" fmla="*/ 945245 h 1686974"/>
                <a:gd name="connsiteX20" fmla="*/ 715165 w 1292919"/>
                <a:gd name="connsiteY20" fmla="*/ 952566 h 1686974"/>
                <a:gd name="connsiteX21" fmla="*/ 707539 w 1292919"/>
                <a:gd name="connsiteY21" fmla="*/ 955972 h 1686974"/>
                <a:gd name="connsiteX22" fmla="*/ 691105 w 1292919"/>
                <a:gd name="connsiteY22" fmla="*/ 975699 h 1686974"/>
                <a:gd name="connsiteX23" fmla="*/ 689910 w 1292919"/>
                <a:gd name="connsiteY23" fmla="*/ 989820 h 1686974"/>
                <a:gd name="connsiteX24" fmla="*/ 684572 w 1292919"/>
                <a:gd name="connsiteY24" fmla="*/ 999352 h 1686974"/>
                <a:gd name="connsiteX25" fmla="*/ 675675 w 1292919"/>
                <a:gd name="connsiteY25" fmla="*/ 1005250 h 1686974"/>
                <a:gd name="connsiteX26" fmla="*/ 681025 w 1292919"/>
                <a:gd name="connsiteY26" fmla="*/ 1011783 h 1686974"/>
                <a:gd name="connsiteX27" fmla="*/ 691092 w 1292919"/>
                <a:gd name="connsiteY27" fmla="*/ 1010512 h 1686974"/>
                <a:gd name="connsiteX28" fmla="*/ 695248 w 1292919"/>
                <a:gd name="connsiteY28" fmla="*/ 1000344 h 1686974"/>
                <a:gd name="connsiteX29" fmla="*/ 705823 w 1292919"/>
                <a:gd name="connsiteY29" fmla="*/ 1004157 h 1686974"/>
                <a:gd name="connsiteX30" fmla="*/ 707781 w 1292919"/>
                <a:gd name="connsiteY30" fmla="*/ 1009241 h 1686974"/>
                <a:gd name="connsiteX31" fmla="*/ 698121 w 1292919"/>
                <a:gd name="connsiteY31" fmla="*/ 1027811 h 1686974"/>
                <a:gd name="connsiteX32" fmla="*/ 703726 w 1292919"/>
                <a:gd name="connsiteY32" fmla="*/ 1045452 h 1686974"/>
                <a:gd name="connsiteX33" fmla="*/ 699277 w 1292919"/>
                <a:gd name="connsiteY33" fmla="*/ 1078651 h 1686974"/>
                <a:gd name="connsiteX34" fmla="*/ 701641 w 1292919"/>
                <a:gd name="connsiteY34" fmla="*/ 1102801 h 1686974"/>
                <a:gd name="connsiteX35" fmla="*/ 698769 w 1292919"/>
                <a:gd name="connsiteY35" fmla="*/ 1120061 h 1686974"/>
                <a:gd name="connsiteX36" fmla="*/ 703980 w 1292919"/>
                <a:gd name="connsiteY36" fmla="*/ 1122413 h 1686974"/>
                <a:gd name="connsiteX37" fmla="*/ 701120 w 1292919"/>
                <a:gd name="connsiteY37" fmla="*/ 1129480 h 1686974"/>
                <a:gd name="connsiteX38" fmla="*/ 708162 w 1292919"/>
                <a:gd name="connsiteY38" fmla="*/ 1148951 h 1686974"/>
                <a:gd name="connsiteX39" fmla="*/ 709979 w 1292919"/>
                <a:gd name="connsiteY39" fmla="*/ 1163060 h 1686974"/>
                <a:gd name="connsiteX40" fmla="*/ 717682 w 1292919"/>
                <a:gd name="connsiteY40" fmla="*/ 1160187 h 1686974"/>
                <a:gd name="connsiteX41" fmla="*/ 724736 w 1292919"/>
                <a:gd name="connsiteY41" fmla="*/ 1167902 h 1686974"/>
                <a:gd name="connsiteX42" fmla="*/ 729947 w 1292919"/>
                <a:gd name="connsiteY42" fmla="*/ 1165551 h 1686974"/>
                <a:gd name="connsiteX43" fmla="*/ 728257 w 1292919"/>
                <a:gd name="connsiteY43" fmla="*/ 1137055 h 1686974"/>
                <a:gd name="connsiteX44" fmla="*/ 727087 w 1292919"/>
                <a:gd name="connsiteY44" fmla="*/ 1106995 h 1686974"/>
                <a:gd name="connsiteX45" fmla="*/ 721736 w 1292919"/>
                <a:gd name="connsiteY45" fmla="*/ 1098098 h 1686974"/>
                <a:gd name="connsiteX46" fmla="*/ 720567 w 1292919"/>
                <a:gd name="connsiteY46" fmla="*/ 1075093 h 1686974"/>
                <a:gd name="connsiteX47" fmla="*/ 714034 w 1292919"/>
                <a:gd name="connsiteY47" fmla="*/ 1067390 h 1686974"/>
                <a:gd name="connsiteX48" fmla="*/ 712598 w 1292919"/>
                <a:gd name="connsiteY48" fmla="*/ 1039428 h 1686974"/>
                <a:gd name="connsiteX49" fmla="*/ 716411 w 1292919"/>
                <a:gd name="connsiteY49" fmla="*/ 1031319 h 1686974"/>
                <a:gd name="connsiteX50" fmla="*/ 714708 w 1292919"/>
                <a:gd name="connsiteY50" fmla="*/ 1023095 h 1686974"/>
                <a:gd name="connsiteX51" fmla="*/ 722677 w 1292919"/>
                <a:gd name="connsiteY51" fmla="*/ 1014859 h 1686974"/>
                <a:gd name="connsiteX52" fmla="*/ 714059 w 1292919"/>
                <a:gd name="connsiteY52" fmla="*/ 991713 h 1686974"/>
                <a:gd name="connsiteX53" fmla="*/ 724761 w 1292919"/>
                <a:gd name="connsiteY53" fmla="*/ 977478 h 1686974"/>
                <a:gd name="connsiteX54" fmla="*/ 731803 w 1292919"/>
                <a:gd name="connsiteY54" fmla="*/ 978647 h 1686974"/>
                <a:gd name="connsiteX55" fmla="*/ 737675 w 1292919"/>
                <a:gd name="connsiteY55" fmla="*/ 966878 h 1686974"/>
                <a:gd name="connsiteX56" fmla="*/ 735984 w 1292919"/>
                <a:gd name="connsiteY56" fmla="*/ 956824 h 1686974"/>
                <a:gd name="connsiteX57" fmla="*/ 747195 w 1292919"/>
                <a:gd name="connsiteY57" fmla="*/ 958527 h 1686974"/>
                <a:gd name="connsiteX58" fmla="*/ 755431 w 1292919"/>
                <a:gd name="connsiteY58" fmla="*/ 953303 h 1686974"/>
                <a:gd name="connsiteX59" fmla="*/ 761684 w 1292919"/>
                <a:gd name="connsiteY59" fmla="*/ 945588 h 1686974"/>
                <a:gd name="connsiteX60" fmla="*/ 763655 w 1292919"/>
                <a:gd name="connsiteY60" fmla="*/ 939703 h 1686974"/>
                <a:gd name="connsiteX61" fmla="*/ 760248 w 1292919"/>
                <a:gd name="connsiteY61" fmla="*/ 935522 h 1686974"/>
                <a:gd name="connsiteX62" fmla="*/ 754262 w 1292919"/>
                <a:gd name="connsiteY62" fmla="*/ 943249 h 1686974"/>
                <a:gd name="connsiteX63" fmla="*/ 747729 w 1292919"/>
                <a:gd name="connsiteY63" fmla="*/ 946097 h 1686974"/>
                <a:gd name="connsiteX64" fmla="*/ 741844 w 1292919"/>
                <a:gd name="connsiteY64" fmla="*/ 941407 h 1686974"/>
                <a:gd name="connsiteX65" fmla="*/ 740039 w 1292919"/>
                <a:gd name="connsiteY65" fmla="*/ 924019 h 1686974"/>
                <a:gd name="connsiteX66" fmla="*/ 728790 w 1292919"/>
                <a:gd name="connsiteY66" fmla="*/ 918935 h 1686974"/>
                <a:gd name="connsiteX67" fmla="*/ 728663 w 1292919"/>
                <a:gd name="connsiteY67" fmla="*/ 912669 h 1686974"/>
                <a:gd name="connsiteX68" fmla="*/ 719766 w 1292919"/>
                <a:gd name="connsiteY68" fmla="*/ 903772 h 1686974"/>
                <a:gd name="connsiteX69" fmla="*/ 714682 w 1292919"/>
                <a:gd name="connsiteY69" fmla="*/ 888735 h 1686974"/>
                <a:gd name="connsiteX70" fmla="*/ 717682 w 1292919"/>
                <a:gd name="connsiteY70" fmla="*/ 883779 h 1686974"/>
                <a:gd name="connsiteX71" fmla="*/ 735705 w 1292919"/>
                <a:gd name="connsiteY71" fmla="*/ 877906 h 1686974"/>
                <a:gd name="connsiteX72" fmla="*/ 738247 w 1292919"/>
                <a:gd name="connsiteY72" fmla="*/ 864560 h 1686974"/>
                <a:gd name="connsiteX73" fmla="*/ 746483 w 1292919"/>
                <a:gd name="connsiteY73" fmla="*/ 856845 h 1686974"/>
                <a:gd name="connsiteX74" fmla="*/ 739696 w 1292919"/>
                <a:gd name="connsiteY74" fmla="*/ 853452 h 1686974"/>
                <a:gd name="connsiteX75" fmla="*/ 730163 w 1292919"/>
                <a:gd name="connsiteY75" fmla="*/ 858943 h 1686974"/>
                <a:gd name="connsiteX76" fmla="*/ 727036 w 1292919"/>
                <a:gd name="connsiteY76" fmla="*/ 869276 h 1686974"/>
                <a:gd name="connsiteX77" fmla="*/ 722855 w 1292919"/>
                <a:gd name="connsiteY77" fmla="*/ 872797 h 1686974"/>
                <a:gd name="connsiteX78" fmla="*/ 716334 w 1292919"/>
                <a:gd name="connsiteY78" fmla="*/ 871627 h 1686974"/>
                <a:gd name="connsiteX79" fmla="*/ 712280 w 1292919"/>
                <a:gd name="connsiteY79" fmla="*/ 879330 h 1686974"/>
                <a:gd name="connsiteX80" fmla="*/ 698057 w 1292919"/>
                <a:gd name="connsiteY80" fmla="*/ 885075 h 1686974"/>
                <a:gd name="connsiteX81" fmla="*/ 698057 w 1292919"/>
                <a:gd name="connsiteY81" fmla="*/ 890566 h 1686974"/>
                <a:gd name="connsiteX82" fmla="*/ 704578 w 1292919"/>
                <a:gd name="connsiteY82" fmla="*/ 888735 h 1686974"/>
                <a:gd name="connsiteX83" fmla="*/ 708111 w 1292919"/>
                <a:gd name="connsiteY83" fmla="*/ 893578 h 1686974"/>
                <a:gd name="connsiteX84" fmla="*/ 708238 w 1292919"/>
                <a:gd name="connsiteY84" fmla="*/ 900899 h 1686974"/>
                <a:gd name="connsiteX85" fmla="*/ 701591 w 1292919"/>
                <a:gd name="connsiteY85" fmla="*/ 904814 h 1686974"/>
                <a:gd name="connsiteX86" fmla="*/ 699887 w 1292919"/>
                <a:gd name="connsiteY86" fmla="*/ 918922 h 1686974"/>
                <a:gd name="connsiteX87" fmla="*/ 50383 w 1292919"/>
                <a:gd name="connsiteY87" fmla="*/ 749330 h 1686974"/>
                <a:gd name="connsiteX88" fmla="*/ 77265 w 1292919"/>
                <a:gd name="connsiteY88" fmla="*/ 760693 h 1686974"/>
                <a:gd name="connsiteX89" fmla="*/ 73224 w 1292919"/>
                <a:gd name="connsiteY89" fmla="*/ 797031 h 1686974"/>
                <a:gd name="connsiteX90" fmla="*/ 44778 w 1292919"/>
                <a:gd name="connsiteY90" fmla="*/ 840945 h 1686974"/>
                <a:gd name="connsiteX91" fmla="*/ 20120 w 1292919"/>
                <a:gd name="connsiteY91" fmla="*/ 836764 h 1686974"/>
                <a:gd name="connsiteX92" fmla="*/ 0 w 1292919"/>
                <a:gd name="connsiteY92" fmla="*/ 807225 h 1686974"/>
                <a:gd name="connsiteX93" fmla="*/ 416056 w 1292919"/>
                <a:gd name="connsiteY93" fmla="*/ 247938 h 1686974"/>
                <a:gd name="connsiteX94" fmla="*/ 424661 w 1292919"/>
                <a:gd name="connsiteY94" fmla="*/ 236499 h 1686974"/>
                <a:gd name="connsiteX95" fmla="*/ 439544 w 1292919"/>
                <a:gd name="connsiteY95" fmla="*/ 227207 h 1686974"/>
                <a:gd name="connsiteX96" fmla="*/ 491859 w 1292919"/>
                <a:gd name="connsiteY96" fmla="*/ 255055 h 1686974"/>
                <a:gd name="connsiteX97" fmla="*/ 484945 w 1292919"/>
                <a:gd name="connsiteY97" fmla="*/ 286018 h 1686974"/>
                <a:gd name="connsiteX98" fmla="*/ 536371 w 1292919"/>
                <a:gd name="connsiteY98" fmla="*/ 342362 h 1686974"/>
                <a:gd name="connsiteX99" fmla="*/ 504392 w 1292919"/>
                <a:gd name="connsiteY99" fmla="*/ 372155 h 1686974"/>
                <a:gd name="connsiteX100" fmla="*/ 531159 w 1292919"/>
                <a:gd name="connsiteY100" fmla="*/ 389758 h 1686974"/>
                <a:gd name="connsiteX101" fmla="*/ 549945 w 1292919"/>
                <a:gd name="connsiteY101" fmla="*/ 367274 h 1686974"/>
                <a:gd name="connsiteX102" fmla="*/ 582572 w 1292919"/>
                <a:gd name="connsiteY102" fmla="*/ 381916 h 1686974"/>
                <a:gd name="connsiteX103" fmla="*/ 596414 w 1292919"/>
                <a:gd name="connsiteY103" fmla="*/ 431193 h 1686974"/>
                <a:gd name="connsiteX104" fmla="*/ 577081 w 1292919"/>
                <a:gd name="connsiteY104" fmla="*/ 451060 h 1686974"/>
                <a:gd name="connsiteX105" fmla="*/ 588050 w 1292919"/>
                <a:gd name="connsiteY105" fmla="*/ 468574 h 1686974"/>
                <a:gd name="connsiteX106" fmla="*/ 618974 w 1292919"/>
                <a:gd name="connsiteY106" fmla="*/ 445454 h 1686974"/>
                <a:gd name="connsiteX107" fmla="*/ 633337 w 1292919"/>
                <a:gd name="connsiteY107" fmla="*/ 426389 h 1686974"/>
                <a:gd name="connsiteX108" fmla="*/ 635815 w 1292919"/>
                <a:gd name="connsiteY108" fmla="*/ 422207 h 1686974"/>
                <a:gd name="connsiteX109" fmla="*/ 639628 w 1292919"/>
                <a:gd name="connsiteY109" fmla="*/ 418814 h 1686974"/>
                <a:gd name="connsiteX110" fmla="*/ 653063 w 1292919"/>
                <a:gd name="connsiteY110" fmla="*/ 403790 h 1686974"/>
                <a:gd name="connsiteX111" fmla="*/ 643149 w 1292919"/>
                <a:gd name="connsiteY111" fmla="*/ 370845 h 1686974"/>
                <a:gd name="connsiteX112" fmla="*/ 668989 w 1292919"/>
                <a:gd name="connsiteY112" fmla="*/ 324580 h 1686974"/>
                <a:gd name="connsiteX113" fmla="*/ 687114 w 1292919"/>
                <a:gd name="connsiteY113" fmla="*/ 322038 h 1686974"/>
                <a:gd name="connsiteX114" fmla="*/ 700561 w 1292919"/>
                <a:gd name="connsiteY114" fmla="*/ 333134 h 1686974"/>
                <a:gd name="connsiteX115" fmla="*/ 723528 w 1292919"/>
                <a:gd name="connsiteY115" fmla="*/ 310256 h 1686974"/>
                <a:gd name="connsiteX116" fmla="*/ 703688 w 1292919"/>
                <a:gd name="connsiteY116" fmla="*/ 299274 h 1686974"/>
                <a:gd name="connsiteX117" fmla="*/ 701209 w 1292919"/>
                <a:gd name="connsiteY117" fmla="*/ 287378 h 1686974"/>
                <a:gd name="connsiteX118" fmla="*/ 689770 w 1292919"/>
                <a:gd name="connsiteY118" fmla="*/ 271960 h 1686974"/>
                <a:gd name="connsiteX119" fmla="*/ 700726 w 1292919"/>
                <a:gd name="connsiteY119" fmla="*/ 257839 h 1686974"/>
                <a:gd name="connsiteX120" fmla="*/ 698184 w 1292919"/>
                <a:gd name="connsiteY120" fmla="*/ 246997 h 1686974"/>
                <a:gd name="connsiteX121" fmla="*/ 701311 w 1292919"/>
                <a:gd name="connsiteY121" fmla="*/ 243591 h 1686974"/>
                <a:gd name="connsiteX122" fmla="*/ 709280 w 1292919"/>
                <a:gd name="connsiteY122" fmla="*/ 248815 h 1686974"/>
                <a:gd name="connsiteX123" fmla="*/ 722982 w 1292919"/>
                <a:gd name="connsiteY123" fmla="*/ 246209 h 1686974"/>
                <a:gd name="connsiteX124" fmla="*/ 742301 w 1292919"/>
                <a:gd name="connsiteY124" fmla="*/ 228707 h 1686974"/>
                <a:gd name="connsiteX125" fmla="*/ 763299 w 1292919"/>
                <a:gd name="connsiteY125" fmla="*/ 206998 h 1686974"/>
                <a:gd name="connsiteX126" fmla="*/ 787448 w 1292919"/>
                <a:gd name="connsiteY126" fmla="*/ 183739 h 1686974"/>
                <a:gd name="connsiteX127" fmla="*/ 787982 w 1292919"/>
                <a:gd name="connsiteY127" fmla="*/ 171842 h 1686974"/>
                <a:gd name="connsiteX128" fmla="*/ 766832 w 1292919"/>
                <a:gd name="connsiteY128" fmla="*/ 142608 h 1686974"/>
                <a:gd name="connsiteX129" fmla="*/ 747767 w 1292919"/>
                <a:gd name="connsiteY129" fmla="*/ 138935 h 1686974"/>
                <a:gd name="connsiteX130" fmla="*/ 709789 w 1292919"/>
                <a:gd name="connsiteY130" fmla="*/ 158280 h 1686974"/>
                <a:gd name="connsiteX131" fmla="*/ 647407 w 1292919"/>
                <a:gd name="connsiteY131" fmla="*/ 187437 h 1686974"/>
                <a:gd name="connsiteX132" fmla="*/ 639781 w 1292919"/>
                <a:gd name="connsiteY132" fmla="*/ 155929 h 1686974"/>
                <a:gd name="connsiteX133" fmla="*/ 642386 w 1292919"/>
                <a:gd name="connsiteY133" fmla="*/ 103906 h 1686974"/>
                <a:gd name="connsiteX134" fmla="*/ 597901 w 1292919"/>
                <a:gd name="connsiteY134" fmla="*/ 84434 h 1686974"/>
                <a:gd name="connsiteX135" fmla="*/ 597774 w 1292919"/>
                <a:gd name="connsiteY135" fmla="*/ 73846 h 1686974"/>
                <a:gd name="connsiteX136" fmla="*/ 618390 w 1292919"/>
                <a:gd name="connsiteY136" fmla="*/ 75549 h 1686974"/>
                <a:gd name="connsiteX137" fmla="*/ 685194 w 1292919"/>
                <a:gd name="connsiteY137" fmla="*/ 86264 h 1686974"/>
                <a:gd name="connsiteX138" fmla="*/ 699290 w 1292919"/>
                <a:gd name="connsiteY138" fmla="*/ 81434 h 1686974"/>
                <a:gd name="connsiteX139" fmla="*/ 709344 w 1292919"/>
                <a:gd name="connsiteY139" fmla="*/ 83252 h 1686974"/>
                <a:gd name="connsiteX140" fmla="*/ 799586 w 1292919"/>
                <a:gd name="connsiteY140" fmla="*/ 61949 h 1686974"/>
                <a:gd name="connsiteX141" fmla="*/ 817215 w 1292919"/>
                <a:gd name="connsiteY141" fmla="*/ 57653 h 1686974"/>
                <a:gd name="connsiteX142" fmla="*/ 831819 w 1292919"/>
                <a:gd name="connsiteY142" fmla="*/ 53980 h 1686974"/>
                <a:gd name="connsiteX143" fmla="*/ 844529 w 1292919"/>
                <a:gd name="connsiteY143" fmla="*/ 50587 h 1686974"/>
                <a:gd name="connsiteX144" fmla="*/ 867243 w 1292919"/>
                <a:gd name="connsiteY144" fmla="*/ 38550 h 1686974"/>
                <a:gd name="connsiteX145" fmla="*/ 882635 w 1292919"/>
                <a:gd name="connsiteY145" fmla="*/ 30720 h 1686974"/>
                <a:gd name="connsiteX146" fmla="*/ 900251 w 1292919"/>
                <a:gd name="connsiteY146" fmla="*/ 21302 h 1686974"/>
                <a:gd name="connsiteX147" fmla="*/ 925824 w 1292919"/>
                <a:gd name="connsiteY147" fmla="*/ 8096 h 1686974"/>
                <a:gd name="connsiteX148" fmla="*/ 957600 w 1292919"/>
                <a:gd name="connsiteY148" fmla="*/ 0 h 1686974"/>
                <a:gd name="connsiteX149" fmla="*/ 972610 w 1292919"/>
                <a:gd name="connsiteY149" fmla="*/ 31508 h 1686974"/>
                <a:gd name="connsiteX150" fmla="*/ 985651 w 1292919"/>
                <a:gd name="connsiteY150" fmla="*/ 41168 h 1686974"/>
                <a:gd name="connsiteX151" fmla="*/ 988523 w 1292919"/>
                <a:gd name="connsiteY151" fmla="*/ 71355 h 1686974"/>
                <a:gd name="connsiteX152" fmla="*/ 972076 w 1292919"/>
                <a:gd name="connsiteY152" fmla="*/ 89149 h 1686974"/>
                <a:gd name="connsiteX153" fmla="*/ 914016 w 1292919"/>
                <a:gd name="connsiteY153" fmla="*/ 120925 h 1686974"/>
                <a:gd name="connsiteX154" fmla="*/ 913228 w 1292919"/>
                <a:gd name="connsiteY154" fmla="*/ 128894 h 1686974"/>
                <a:gd name="connsiteX155" fmla="*/ 930336 w 1292919"/>
                <a:gd name="connsiteY155" fmla="*/ 128360 h 1686974"/>
                <a:gd name="connsiteX156" fmla="*/ 941775 w 1292919"/>
                <a:gd name="connsiteY156" fmla="*/ 165220 h 1686974"/>
                <a:gd name="connsiteX157" fmla="*/ 933692 w 1292919"/>
                <a:gd name="connsiteY157" fmla="*/ 196856 h 1686974"/>
                <a:gd name="connsiteX158" fmla="*/ 948296 w 1292919"/>
                <a:gd name="connsiteY158" fmla="*/ 230703 h 1686974"/>
                <a:gd name="connsiteX159" fmla="*/ 936043 w 1292919"/>
                <a:gd name="connsiteY159" fmla="*/ 246769 h 1686974"/>
                <a:gd name="connsiteX160" fmla="*/ 932116 w 1292919"/>
                <a:gd name="connsiteY160" fmla="*/ 273701 h 1686974"/>
                <a:gd name="connsiteX161" fmla="*/ 900340 w 1292919"/>
                <a:gd name="connsiteY161" fmla="*/ 310180 h 1686974"/>
                <a:gd name="connsiteX162" fmla="*/ 916126 w 1292919"/>
                <a:gd name="connsiteY162" fmla="*/ 314349 h 1686974"/>
                <a:gd name="connsiteX163" fmla="*/ 961285 w 1292919"/>
                <a:gd name="connsiteY163" fmla="*/ 319331 h 1686974"/>
                <a:gd name="connsiteX164" fmla="*/ 973996 w 1292919"/>
                <a:gd name="connsiteY164" fmla="*/ 303901 h 1686974"/>
                <a:gd name="connsiteX165" fmla="*/ 987557 w 1292919"/>
                <a:gd name="connsiteY165" fmla="*/ 299973 h 1686974"/>
                <a:gd name="connsiteX166" fmla="*/ 1006470 w 1292919"/>
                <a:gd name="connsiteY166" fmla="*/ 317361 h 1686974"/>
                <a:gd name="connsiteX167" fmla="*/ 1041589 w 1292919"/>
                <a:gd name="connsiteY167" fmla="*/ 316713 h 1686974"/>
                <a:gd name="connsiteX168" fmla="*/ 1091031 w 1292919"/>
                <a:gd name="connsiteY168" fmla="*/ 342845 h 1686974"/>
                <a:gd name="connsiteX169" fmla="*/ 1200784 w 1292919"/>
                <a:gd name="connsiteY169" fmla="*/ 327593 h 1686974"/>
                <a:gd name="connsiteX170" fmla="*/ 1214879 w 1292919"/>
                <a:gd name="connsiteY170" fmla="*/ 348234 h 1686974"/>
                <a:gd name="connsiteX171" fmla="*/ 1238508 w 1292919"/>
                <a:gd name="connsiteY171" fmla="*/ 344421 h 1686974"/>
                <a:gd name="connsiteX172" fmla="*/ 1241113 w 1292919"/>
                <a:gd name="connsiteY172" fmla="*/ 361135 h 1686974"/>
                <a:gd name="connsiteX173" fmla="*/ 1250392 w 1292919"/>
                <a:gd name="connsiteY173" fmla="*/ 421915 h 1686974"/>
                <a:gd name="connsiteX174" fmla="*/ 1207177 w 1292919"/>
                <a:gd name="connsiteY174" fmla="*/ 462435 h 1686974"/>
                <a:gd name="connsiteX175" fmla="*/ 1162793 w 1292919"/>
                <a:gd name="connsiteY175" fmla="*/ 423491 h 1686974"/>
                <a:gd name="connsiteX176" fmla="*/ 1133699 w 1292919"/>
                <a:gd name="connsiteY176" fmla="*/ 454720 h 1686974"/>
                <a:gd name="connsiteX177" fmla="*/ 1189942 w 1292919"/>
                <a:gd name="connsiteY177" fmla="*/ 505561 h 1686974"/>
                <a:gd name="connsiteX178" fmla="*/ 1169860 w 1292919"/>
                <a:gd name="connsiteY178" fmla="*/ 535099 h 1686974"/>
                <a:gd name="connsiteX179" fmla="*/ 1169593 w 1292919"/>
                <a:gd name="connsiteY179" fmla="*/ 565159 h 1686974"/>
                <a:gd name="connsiteX180" fmla="*/ 1133839 w 1292919"/>
                <a:gd name="connsiteY180" fmla="*/ 628812 h 1686974"/>
                <a:gd name="connsiteX181" fmla="*/ 1136064 w 1292919"/>
                <a:gd name="connsiteY181" fmla="*/ 643314 h 1686974"/>
                <a:gd name="connsiteX182" fmla="*/ 1109690 w 1292919"/>
                <a:gd name="connsiteY182" fmla="*/ 693647 h 1686974"/>
                <a:gd name="connsiteX183" fmla="*/ 1120125 w 1292919"/>
                <a:gd name="connsiteY183" fmla="*/ 712852 h 1686974"/>
                <a:gd name="connsiteX184" fmla="*/ 1137360 w 1292919"/>
                <a:gd name="connsiteY184" fmla="*/ 761862 h 1686974"/>
                <a:gd name="connsiteX185" fmla="*/ 1128615 w 1292919"/>
                <a:gd name="connsiteY185" fmla="*/ 841212 h 1686974"/>
                <a:gd name="connsiteX186" fmla="*/ 1230132 w 1292919"/>
                <a:gd name="connsiteY186" fmla="*/ 872047 h 1686974"/>
                <a:gd name="connsiteX187" fmla="*/ 1222709 w 1292919"/>
                <a:gd name="connsiteY187" fmla="*/ 911449 h 1686974"/>
                <a:gd name="connsiteX188" fmla="*/ 1230271 w 1292919"/>
                <a:gd name="connsiteY188" fmla="*/ 914321 h 1686974"/>
                <a:gd name="connsiteX189" fmla="*/ 1292920 w 1292919"/>
                <a:gd name="connsiteY189" fmla="*/ 937721 h 1686974"/>
                <a:gd name="connsiteX190" fmla="*/ 1285091 w 1292919"/>
                <a:gd name="connsiteY190" fmla="*/ 982931 h 1686974"/>
                <a:gd name="connsiteX191" fmla="*/ 1286908 w 1292919"/>
                <a:gd name="connsiteY191" fmla="*/ 1039275 h 1686974"/>
                <a:gd name="connsiteX192" fmla="*/ 1236665 w 1292919"/>
                <a:gd name="connsiteY192" fmla="*/ 1066844 h 1686974"/>
                <a:gd name="connsiteX193" fmla="*/ 1221527 w 1292919"/>
                <a:gd name="connsiteY193" fmla="*/ 1041626 h 1686974"/>
                <a:gd name="connsiteX194" fmla="*/ 1190209 w 1292919"/>
                <a:gd name="connsiteY194" fmla="*/ 1041754 h 1686974"/>
                <a:gd name="connsiteX195" fmla="*/ 1189167 w 1292919"/>
                <a:gd name="connsiteY195" fmla="*/ 1082147 h 1686974"/>
                <a:gd name="connsiteX196" fmla="*/ 1155370 w 1292919"/>
                <a:gd name="connsiteY196" fmla="*/ 1097183 h 1686974"/>
                <a:gd name="connsiteX197" fmla="*/ 1170508 w 1292919"/>
                <a:gd name="connsiteY197" fmla="*/ 1230767 h 1686974"/>
                <a:gd name="connsiteX198" fmla="*/ 1126404 w 1292919"/>
                <a:gd name="connsiteY198" fmla="*/ 1267741 h 1686974"/>
                <a:gd name="connsiteX199" fmla="*/ 1089544 w 1292919"/>
                <a:gd name="connsiteY199" fmla="*/ 1253633 h 1686974"/>
                <a:gd name="connsiteX200" fmla="*/ 1047524 w 1292919"/>
                <a:gd name="connsiteY200" fmla="*/ 1319497 h 1686974"/>
                <a:gd name="connsiteX201" fmla="*/ 997954 w 1292919"/>
                <a:gd name="connsiteY201" fmla="*/ 1347853 h 1686974"/>
                <a:gd name="connsiteX202" fmla="*/ 964539 w 1292919"/>
                <a:gd name="connsiteY202" fmla="*/ 1369715 h 1686974"/>
                <a:gd name="connsiteX203" fmla="*/ 946402 w 1292919"/>
                <a:gd name="connsiteY203" fmla="*/ 1400436 h 1686974"/>
                <a:gd name="connsiteX204" fmla="*/ 912733 w 1292919"/>
                <a:gd name="connsiteY204" fmla="*/ 1413235 h 1686974"/>
                <a:gd name="connsiteX205" fmla="*/ 900454 w 1292919"/>
                <a:gd name="connsiteY205" fmla="*/ 1380048 h 1686974"/>
                <a:gd name="connsiteX206" fmla="*/ 862616 w 1292919"/>
                <a:gd name="connsiteY206" fmla="*/ 1406193 h 1686974"/>
                <a:gd name="connsiteX207" fmla="*/ 808064 w 1292919"/>
                <a:gd name="connsiteY207" fmla="*/ 1442138 h 1686974"/>
                <a:gd name="connsiteX208" fmla="*/ 793714 w 1292919"/>
                <a:gd name="connsiteY208" fmla="*/ 1487094 h 1686974"/>
                <a:gd name="connsiteX209" fmla="*/ 737332 w 1292919"/>
                <a:gd name="connsiteY209" fmla="*/ 1518869 h 1686974"/>
                <a:gd name="connsiteX210" fmla="*/ 724278 w 1292919"/>
                <a:gd name="connsiteY210" fmla="*/ 1543845 h 1686974"/>
                <a:gd name="connsiteX211" fmla="*/ 639209 w 1292919"/>
                <a:gd name="connsiteY211" fmla="*/ 1543845 h 1686974"/>
                <a:gd name="connsiteX212" fmla="*/ 591177 w 1292919"/>
                <a:gd name="connsiteY212" fmla="*/ 1577819 h 1686974"/>
                <a:gd name="connsiteX213" fmla="*/ 573573 w 1292919"/>
                <a:gd name="connsiteY213" fmla="*/ 1609595 h 1686974"/>
                <a:gd name="connsiteX214" fmla="*/ 556593 w 1292919"/>
                <a:gd name="connsiteY214" fmla="*/ 1640315 h 1686974"/>
                <a:gd name="connsiteX215" fmla="*/ 546018 w 1292919"/>
                <a:gd name="connsiteY215" fmla="*/ 1659520 h 1686974"/>
                <a:gd name="connsiteX216" fmla="*/ 476467 w 1292919"/>
                <a:gd name="connsiteY216" fmla="*/ 1686974 h 1686974"/>
                <a:gd name="connsiteX217" fmla="*/ 468511 w 1292919"/>
                <a:gd name="connsiteY217" fmla="*/ 1609200 h 1686974"/>
                <a:gd name="connsiteX218" fmla="*/ 479086 w 1292919"/>
                <a:gd name="connsiteY218" fmla="*/ 1577959 h 1686974"/>
                <a:gd name="connsiteX219" fmla="*/ 444883 w 1292919"/>
                <a:gd name="connsiteY219" fmla="*/ 1535354 h 1686974"/>
                <a:gd name="connsiteX220" fmla="*/ 439938 w 1292919"/>
                <a:gd name="connsiteY220" fmla="*/ 1524907 h 1686974"/>
                <a:gd name="connsiteX221" fmla="*/ 431829 w 1292919"/>
                <a:gd name="connsiteY221" fmla="*/ 1513925 h 1686974"/>
                <a:gd name="connsiteX222" fmla="*/ 437968 w 1292919"/>
                <a:gd name="connsiteY222" fmla="*/ 1501774 h 1686974"/>
                <a:gd name="connsiteX223" fmla="*/ 426758 w 1292919"/>
                <a:gd name="connsiteY223" fmla="*/ 1497580 h 1686974"/>
                <a:gd name="connsiteX224" fmla="*/ 413565 w 1292919"/>
                <a:gd name="connsiteY224" fmla="*/ 1492877 h 1686974"/>
                <a:gd name="connsiteX225" fmla="*/ 375434 w 1292919"/>
                <a:gd name="connsiteY225" fmla="*/ 1474307 h 1686974"/>
                <a:gd name="connsiteX226" fmla="*/ 328978 w 1292919"/>
                <a:gd name="connsiteY226" fmla="*/ 1461902 h 1686974"/>
                <a:gd name="connsiteX227" fmla="*/ 313179 w 1292919"/>
                <a:gd name="connsiteY227" fmla="*/ 1482556 h 1686974"/>
                <a:gd name="connsiteX228" fmla="*/ 296224 w 1292919"/>
                <a:gd name="connsiteY228" fmla="*/ 1477981 h 1686974"/>
                <a:gd name="connsiteX229" fmla="*/ 300800 w 1292919"/>
                <a:gd name="connsiteY229" fmla="*/ 1441769 h 1686974"/>
                <a:gd name="connsiteX230" fmla="*/ 281734 w 1292919"/>
                <a:gd name="connsiteY230" fmla="*/ 1433419 h 1686974"/>
                <a:gd name="connsiteX231" fmla="*/ 267512 w 1292919"/>
                <a:gd name="connsiteY231" fmla="*/ 1463211 h 1686974"/>
                <a:gd name="connsiteX232" fmla="*/ 218844 w 1292919"/>
                <a:gd name="connsiteY232" fmla="*/ 1520598 h 1686974"/>
                <a:gd name="connsiteX233" fmla="*/ 198228 w 1292919"/>
                <a:gd name="connsiteY233" fmla="*/ 1519136 h 1686974"/>
                <a:gd name="connsiteX234" fmla="*/ 181387 w 1292919"/>
                <a:gd name="connsiteY234" fmla="*/ 1482556 h 1686974"/>
                <a:gd name="connsiteX235" fmla="*/ 166783 w 1292919"/>
                <a:gd name="connsiteY235" fmla="*/ 1484907 h 1686974"/>
                <a:gd name="connsiteX236" fmla="*/ 161699 w 1292919"/>
                <a:gd name="connsiteY236" fmla="*/ 1462830 h 1686974"/>
                <a:gd name="connsiteX237" fmla="*/ 149955 w 1292919"/>
                <a:gd name="connsiteY237" fmla="*/ 1463732 h 1686974"/>
                <a:gd name="connsiteX238" fmla="*/ 125564 w 1292919"/>
                <a:gd name="connsiteY238" fmla="*/ 1422297 h 1686974"/>
                <a:gd name="connsiteX239" fmla="*/ 149447 w 1292919"/>
                <a:gd name="connsiteY239" fmla="*/ 1377201 h 1686974"/>
                <a:gd name="connsiteX240" fmla="*/ 166389 w 1292919"/>
                <a:gd name="connsiteY240" fmla="*/ 1387675 h 1686974"/>
                <a:gd name="connsiteX241" fmla="*/ 204901 w 1292919"/>
                <a:gd name="connsiteY241" fmla="*/ 1377507 h 1686974"/>
                <a:gd name="connsiteX242" fmla="*/ 214548 w 1292919"/>
                <a:gd name="connsiteY242" fmla="*/ 1378561 h 1686974"/>
                <a:gd name="connsiteX243" fmla="*/ 216251 w 1292919"/>
                <a:gd name="connsiteY243" fmla="*/ 1392161 h 1686974"/>
                <a:gd name="connsiteX244" fmla="*/ 222772 w 1292919"/>
                <a:gd name="connsiteY244" fmla="*/ 1393992 h 1686974"/>
                <a:gd name="connsiteX245" fmla="*/ 219759 w 1292919"/>
                <a:gd name="connsiteY245" fmla="*/ 1406409 h 1686974"/>
                <a:gd name="connsiteX246" fmla="*/ 225110 w 1292919"/>
                <a:gd name="connsiteY246" fmla="*/ 1409930 h 1686974"/>
                <a:gd name="connsiteX247" fmla="*/ 229826 w 1292919"/>
                <a:gd name="connsiteY247" fmla="*/ 1412282 h 1686974"/>
                <a:gd name="connsiteX248" fmla="*/ 235825 w 1292919"/>
                <a:gd name="connsiteY248" fmla="*/ 1398033 h 1686974"/>
                <a:gd name="connsiteX249" fmla="*/ 233474 w 1292919"/>
                <a:gd name="connsiteY249" fmla="*/ 1392161 h 1686974"/>
                <a:gd name="connsiteX250" fmla="*/ 237910 w 1292919"/>
                <a:gd name="connsiteY250" fmla="*/ 1379603 h 1686974"/>
                <a:gd name="connsiteX251" fmla="*/ 240795 w 1292919"/>
                <a:gd name="connsiteY251" fmla="*/ 1376464 h 1686974"/>
                <a:gd name="connsiteX252" fmla="*/ 280069 w 1292919"/>
                <a:gd name="connsiteY252" fmla="*/ 1331254 h 1686974"/>
                <a:gd name="connsiteX253" fmla="*/ 289462 w 1292919"/>
                <a:gd name="connsiteY253" fmla="*/ 1329157 h 1686974"/>
                <a:gd name="connsiteX254" fmla="*/ 294165 w 1292919"/>
                <a:gd name="connsiteY254" fmla="*/ 1326017 h 1686974"/>
                <a:gd name="connsiteX255" fmla="*/ 310981 w 1292919"/>
                <a:gd name="connsiteY255" fmla="*/ 1318175 h 1686974"/>
                <a:gd name="connsiteX256" fmla="*/ 302249 w 1292919"/>
                <a:gd name="connsiteY256" fmla="*/ 1290467 h 1686974"/>
                <a:gd name="connsiteX257" fmla="*/ 278099 w 1292919"/>
                <a:gd name="connsiteY257" fmla="*/ 1313472 h 1686974"/>
                <a:gd name="connsiteX258" fmla="*/ 248345 w 1292919"/>
                <a:gd name="connsiteY258" fmla="*/ 1293136 h 1686974"/>
                <a:gd name="connsiteX259" fmla="*/ 234770 w 1292919"/>
                <a:gd name="connsiteY259" fmla="*/ 1273270 h 1686974"/>
                <a:gd name="connsiteX260" fmla="*/ 232228 w 1292919"/>
                <a:gd name="connsiteY260" fmla="*/ 1267385 h 1686974"/>
                <a:gd name="connsiteX261" fmla="*/ 209350 w 1292919"/>
                <a:gd name="connsiteY261" fmla="*/ 1255883 h 1686974"/>
                <a:gd name="connsiteX262" fmla="*/ 188073 w 1292919"/>
                <a:gd name="connsiteY262" fmla="*/ 1255488 h 1686974"/>
                <a:gd name="connsiteX263" fmla="*/ 184679 w 1292919"/>
                <a:gd name="connsiteY263" fmla="*/ 1261373 h 1686974"/>
                <a:gd name="connsiteX264" fmla="*/ 172427 w 1292919"/>
                <a:gd name="connsiteY264" fmla="*/ 1275494 h 1686974"/>
                <a:gd name="connsiteX265" fmla="*/ 163288 w 1292919"/>
                <a:gd name="connsiteY265" fmla="*/ 1272749 h 1686974"/>
                <a:gd name="connsiteX266" fmla="*/ 153488 w 1292919"/>
                <a:gd name="connsiteY266" fmla="*/ 1269737 h 1686974"/>
                <a:gd name="connsiteX267" fmla="*/ 144108 w 1292919"/>
                <a:gd name="connsiteY267" fmla="*/ 1249870 h 1686974"/>
                <a:gd name="connsiteX268" fmla="*/ 130267 w 1292919"/>
                <a:gd name="connsiteY268" fmla="*/ 1244507 h 1686974"/>
                <a:gd name="connsiteX269" fmla="*/ 126454 w 1292919"/>
                <a:gd name="connsiteY269" fmla="*/ 1257979 h 1686974"/>
                <a:gd name="connsiteX270" fmla="*/ 128131 w 1292919"/>
                <a:gd name="connsiteY270" fmla="*/ 1266457 h 1686974"/>
                <a:gd name="connsiteX271" fmla="*/ 99686 w 1292919"/>
                <a:gd name="connsiteY271" fmla="*/ 1278761 h 1686974"/>
                <a:gd name="connsiteX272" fmla="*/ 90420 w 1292919"/>
                <a:gd name="connsiteY272" fmla="*/ 1275088 h 1686974"/>
                <a:gd name="connsiteX273" fmla="*/ 99559 w 1292919"/>
                <a:gd name="connsiteY273" fmla="*/ 1250786 h 1686974"/>
                <a:gd name="connsiteX274" fmla="*/ 103613 w 1292919"/>
                <a:gd name="connsiteY274" fmla="*/ 1223204 h 1686974"/>
                <a:gd name="connsiteX275" fmla="*/ 98263 w 1292919"/>
                <a:gd name="connsiteY275" fmla="*/ 1202156 h 1686974"/>
                <a:gd name="connsiteX276" fmla="*/ 108685 w 1292919"/>
                <a:gd name="connsiteY276" fmla="*/ 1178515 h 1686974"/>
                <a:gd name="connsiteX277" fmla="*/ 97093 w 1292919"/>
                <a:gd name="connsiteY277" fmla="*/ 1087282 h 1686974"/>
                <a:gd name="connsiteX278" fmla="*/ 109867 w 1292919"/>
                <a:gd name="connsiteY278" fmla="*/ 1068458 h 1686974"/>
                <a:gd name="connsiteX279" fmla="*/ 112485 w 1292919"/>
                <a:gd name="connsiteY279" fmla="*/ 1058379 h 1686974"/>
                <a:gd name="connsiteX280" fmla="*/ 140549 w 1292919"/>
                <a:gd name="connsiteY280" fmla="*/ 1057476 h 1686974"/>
                <a:gd name="connsiteX281" fmla="*/ 160377 w 1292919"/>
                <a:gd name="connsiteY281" fmla="*/ 1022193 h 1686974"/>
                <a:gd name="connsiteX282" fmla="*/ 193424 w 1292919"/>
                <a:gd name="connsiteY282" fmla="*/ 1020756 h 1686974"/>
                <a:gd name="connsiteX283" fmla="*/ 205422 w 1292919"/>
                <a:gd name="connsiteY283" fmla="*/ 1032780 h 1686974"/>
                <a:gd name="connsiteX284" fmla="*/ 212871 w 1292919"/>
                <a:gd name="connsiteY284" fmla="*/ 1036822 h 1686974"/>
                <a:gd name="connsiteX285" fmla="*/ 242752 w 1292919"/>
                <a:gd name="connsiteY285" fmla="*/ 1021265 h 1686974"/>
                <a:gd name="connsiteX286" fmla="*/ 250721 w 1292919"/>
                <a:gd name="connsiteY286" fmla="*/ 983769 h 1686974"/>
                <a:gd name="connsiteX287" fmla="*/ 235965 w 1292919"/>
                <a:gd name="connsiteY287" fmla="*/ 974097 h 1686974"/>
                <a:gd name="connsiteX288" fmla="*/ 261932 w 1292919"/>
                <a:gd name="connsiteY288" fmla="*/ 943390 h 1686974"/>
                <a:gd name="connsiteX289" fmla="*/ 277349 w 1292919"/>
                <a:gd name="connsiteY289" fmla="*/ 931086 h 1686974"/>
                <a:gd name="connsiteX290" fmla="*/ 295601 w 1292919"/>
                <a:gd name="connsiteY290" fmla="*/ 905081 h 1686974"/>
                <a:gd name="connsiteX291" fmla="*/ 293263 w 1292919"/>
                <a:gd name="connsiteY291" fmla="*/ 897226 h 1686974"/>
                <a:gd name="connsiteX292" fmla="*/ 305007 w 1292919"/>
                <a:gd name="connsiteY292" fmla="*/ 880118 h 1686974"/>
                <a:gd name="connsiteX293" fmla="*/ 349124 w 1292919"/>
                <a:gd name="connsiteY293" fmla="*/ 833967 h 1686974"/>
                <a:gd name="connsiteX294" fmla="*/ 357589 w 1292919"/>
                <a:gd name="connsiteY294" fmla="*/ 839992 h 1686974"/>
                <a:gd name="connsiteX295" fmla="*/ 382018 w 1292919"/>
                <a:gd name="connsiteY295" fmla="*/ 813059 h 1686974"/>
                <a:gd name="connsiteX296" fmla="*/ 383963 w 1292919"/>
                <a:gd name="connsiteY296" fmla="*/ 802471 h 1686974"/>
                <a:gd name="connsiteX297" fmla="*/ 394398 w 1292919"/>
                <a:gd name="connsiteY297" fmla="*/ 770454 h 1686974"/>
                <a:gd name="connsiteX298" fmla="*/ 372790 w 1292919"/>
                <a:gd name="connsiteY298" fmla="*/ 744564 h 1686974"/>
                <a:gd name="connsiteX299" fmla="*/ 354386 w 1292919"/>
                <a:gd name="connsiteY299" fmla="*/ 751109 h 1686974"/>
                <a:gd name="connsiteX300" fmla="*/ 331508 w 1292919"/>
                <a:gd name="connsiteY300" fmla="*/ 746140 h 1686974"/>
                <a:gd name="connsiteX301" fmla="*/ 339604 w 1292919"/>
                <a:gd name="connsiteY301" fmla="*/ 717783 h 1686974"/>
                <a:gd name="connsiteX302" fmla="*/ 369486 w 1292919"/>
                <a:gd name="connsiteY302" fmla="*/ 704056 h 1686974"/>
                <a:gd name="connsiteX303" fmla="*/ 390102 w 1292919"/>
                <a:gd name="connsiteY303" fmla="*/ 662227 h 1686974"/>
                <a:gd name="connsiteX304" fmla="*/ 430177 w 1292919"/>
                <a:gd name="connsiteY304" fmla="*/ 636616 h 1686974"/>
                <a:gd name="connsiteX305" fmla="*/ 443345 w 1292919"/>
                <a:gd name="connsiteY305" fmla="*/ 591253 h 1686974"/>
                <a:gd name="connsiteX306" fmla="*/ 430304 w 1292919"/>
                <a:gd name="connsiteY306" fmla="*/ 549818 h 1686974"/>
                <a:gd name="connsiteX307" fmla="*/ 444654 w 1292919"/>
                <a:gd name="connsiteY307" fmla="*/ 523292 h 1686974"/>
                <a:gd name="connsiteX308" fmla="*/ 472972 w 1292919"/>
                <a:gd name="connsiteY308" fmla="*/ 539230 h 1686974"/>
                <a:gd name="connsiteX309" fmla="*/ 500235 w 1292919"/>
                <a:gd name="connsiteY309" fmla="*/ 516886 h 1686974"/>
                <a:gd name="connsiteX310" fmla="*/ 485746 w 1292919"/>
                <a:gd name="connsiteY310" fmla="*/ 486356 h 1686974"/>
                <a:gd name="connsiteX311" fmla="*/ 460567 w 1292919"/>
                <a:gd name="connsiteY311" fmla="*/ 452381 h 1686974"/>
                <a:gd name="connsiteX312" fmla="*/ 478971 w 1292919"/>
                <a:gd name="connsiteY312" fmla="*/ 407031 h 1686974"/>
                <a:gd name="connsiteX313" fmla="*/ 494224 w 1292919"/>
                <a:gd name="connsiteY313" fmla="*/ 388602 h 1686974"/>
                <a:gd name="connsiteX314" fmla="*/ 490690 w 1292919"/>
                <a:gd name="connsiteY314" fmla="*/ 383886 h 1686974"/>
                <a:gd name="connsiteX315" fmla="*/ 463414 w 1292919"/>
                <a:gd name="connsiteY315" fmla="*/ 347293 h 1686974"/>
                <a:gd name="connsiteX316" fmla="*/ 439671 w 1292919"/>
                <a:gd name="connsiteY316" fmla="*/ 356318 h 1686974"/>
                <a:gd name="connsiteX317" fmla="*/ 452852 w 1292919"/>
                <a:gd name="connsiteY317" fmla="*/ 404540 h 1686974"/>
                <a:gd name="connsiteX318" fmla="*/ 433138 w 1292919"/>
                <a:gd name="connsiteY318" fmla="*/ 410158 h 1686974"/>
                <a:gd name="connsiteX319" fmla="*/ 391767 w 1292919"/>
                <a:gd name="connsiteY319" fmla="*/ 339858 h 1686974"/>
                <a:gd name="connsiteX320" fmla="*/ 365940 w 1292919"/>
                <a:gd name="connsiteY320" fmla="*/ 330681 h 1686974"/>
                <a:gd name="connsiteX321" fmla="*/ 359927 w 1292919"/>
                <a:gd name="connsiteY321" fmla="*/ 291216 h 1686974"/>
                <a:gd name="connsiteX322" fmla="*/ 366194 w 1292919"/>
                <a:gd name="connsiteY322" fmla="*/ 292004 h 1686974"/>
                <a:gd name="connsiteX323" fmla="*/ 370375 w 1292919"/>
                <a:gd name="connsiteY323" fmla="*/ 284937 h 1686974"/>
                <a:gd name="connsiteX324" fmla="*/ 371545 w 1292919"/>
                <a:gd name="connsiteY324" fmla="*/ 277235 h 1686974"/>
                <a:gd name="connsiteX325" fmla="*/ 385246 w 1292919"/>
                <a:gd name="connsiteY325" fmla="*/ 271617 h 1686974"/>
                <a:gd name="connsiteX326" fmla="*/ 200592 w 1292919"/>
                <a:gd name="connsiteY326" fmla="*/ 691422 h 1686974"/>
                <a:gd name="connsiteX327" fmla="*/ 212604 w 1292919"/>
                <a:gd name="connsiteY327" fmla="*/ 681890 h 1686974"/>
                <a:gd name="connsiteX328" fmla="*/ 234656 w 1292919"/>
                <a:gd name="connsiteY328" fmla="*/ 715610 h 1686974"/>
                <a:gd name="connsiteX329" fmla="*/ 244430 w 1292919"/>
                <a:gd name="connsiteY329" fmla="*/ 724621 h 1686974"/>
                <a:gd name="connsiteX330" fmla="*/ 253975 w 1292919"/>
                <a:gd name="connsiteY330" fmla="*/ 732463 h 1686974"/>
                <a:gd name="connsiteX331" fmla="*/ 273422 w 1292919"/>
                <a:gd name="connsiteY331" fmla="*/ 755990 h 1686974"/>
                <a:gd name="connsiteX332" fmla="*/ 241303 w 1292919"/>
                <a:gd name="connsiteY332" fmla="*/ 806183 h 1686974"/>
                <a:gd name="connsiteX333" fmla="*/ 235825 w 1292919"/>
                <a:gd name="connsiteY333" fmla="*/ 814152 h 1686974"/>
                <a:gd name="connsiteX334" fmla="*/ 240134 w 1292919"/>
                <a:gd name="connsiteY334" fmla="*/ 820431 h 1686974"/>
                <a:gd name="connsiteX335" fmla="*/ 232177 w 1292919"/>
                <a:gd name="connsiteY335" fmla="*/ 831145 h 1686974"/>
                <a:gd name="connsiteX336" fmla="*/ 210888 w 1292919"/>
                <a:gd name="connsiteY336" fmla="*/ 824994 h 1686974"/>
                <a:gd name="connsiteX337" fmla="*/ 184539 w 1292919"/>
                <a:gd name="connsiteY337" fmla="*/ 806831 h 1686974"/>
                <a:gd name="connsiteX338" fmla="*/ 162932 w 1292919"/>
                <a:gd name="connsiteY338" fmla="*/ 797807 h 1686974"/>
                <a:gd name="connsiteX339" fmla="*/ 140613 w 1292919"/>
                <a:gd name="connsiteY339" fmla="*/ 804085 h 1686974"/>
                <a:gd name="connsiteX340" fmla="*/ 128208 w 1292919"/>
                <a:gd name="connsiteY340" fmla="*/ 820024 h 1686974"/>
                <a:gd name="connsiteX341" fmla="*/ 117646 w 1292919"/>
                <a:gd name="connsiteY341" fmla="*/ 822655 h 1686974"/>
                <a:gd name="connsiteX342" fmla="*/ 90763 w 1292919"/>
                <a:gd name="connsiteY342" fmla="*/ 826570 h 1686974"/>
                <a:gd name="connsiteX343" fmla="*/ 80062 w 1292919"/>
                <a:gd name="connsiteY343" fmla="*/ 815321 h 1686974"/>
                <a:gd name="connsiteX344" fmla="*/ 92073 w 1292919"/>
                <a:gd name="connsiteY344" fmla="*/ 796256 h 1686974"/>
                <a:gd name="connsiteX345" fmla="*/ 137346 w 1292919"/>
                <a:gd name="connsiteY345" fmla="*/ 789901 h 1686974"/>
                <a:gd name="connsiteX346" fmla="*/ 165144 w 1292919"/>
                <a:gd name="connsiteY346" fmla="*/ 745212 h 1686974"/>
                <a:gd name="connsiteX347" fmla="*/ 181845 w 1292919"/>
                <a:gd name="connsiteY347" fmla="*/ 721062 h 1686974"/>
                <a:gd name="connsiteX348" fmla="*/ 237122 w 1292919"/>
                <a:gd name="connsiteY348" fmla="*/ 652478 h 1686974"/>
                <a:gd name="connsiteX349" fmla="*/ 215069 w 1292919"/>
                <a:gd name="connsiteY349" fmla="*/ 648665 h 1686974"/>
                <a:gd name="connsiteX350" fmla="*/ 194326 w 1292919"/>
                <a:gd name="connsiteY350" fmla="*/ 669192 h 1686974"/>
                <a:gd name="connsiteX351" fmla="*/ 157912 w 1292919"/>
                <a:gd name="connsiteY351" fmla="*/ 685398 h 1686974"/>
                <a:gd name="connsiteX352" fmla="*/ 141871 w 1292919"/>
                <a:gd name="connsiteY352" fmla="*/ 673501 h 1686974"/>
                <a:gd name="connsiteX353" fmla="*/ 135605 w 1292919"/>
                <a:gd name="connsiteY353" fmla="*/ 668010 h 1686974"/>
                <a:gd name="connsiteX354" fmla="*/ 102317 w 1292919"/>
                <a:gd name="connsiteY354" fmla="*/ 656113 h 1686974"/>
                <a:gd name="connsiteX355" fmla="*/ 72702 w 1292919"/>
                <a:gd name="connsiteY355" fmla="*/ 629206 h 1686974"/>
                <a:gd name="connsiteX356" fmla="*/ 61861 w 1292919"/>
                <a:gd name="connsiteY356" fmla="*/ 639527 h 1686974"/>
                <a:gd name="connsiteX357" fmla="*/ 53116 w 1292919"/>
                <a:gd name="connsiteY357" fmla="*/ 629727 h 1686974"/>
                <a:gd name="connsiteX358" fmla="*/ 74266 w 1292919"/>
                <a:gd name="connsiteY358" fmla="*/ 602794 h 1686974"/>
                <a:gd name="connsiteX359" fmla="*/ 59395 w 1292919"/>
                <a:gd name="connsiteY359" fmla="*/ 596922 h 1686974"/>
                <a:gd name="connsiteX360" fmla="*/ 39821 w 1292919"/>
                <a:gd name="connsiteY360" fmla="*/ 577691 h 1686974"/>
                <a:gd name="connsiteX361" fmla="*/ 92530 w 1292919"/>
                <a:gd name="connsiteY361" fmla="*/ 523711 h 1686974"/>
                <a:gd name="connsiteX362" fmla="*/ 123200 w 1292919"/>
                <a:gd name="connsiteY362" fmla="*/ 494046 h 1686974"/>
                <a:gd name="connsiteX363" fmla="*/ 132987 w 1292919"/>
                <a:gd name="connsiteY363" fmla="*/ 485949 h 1686974"/>
                <a:gd name="connsiteX364" fmla="*/ 144731 w 1292919"/>
                <a:gd name="connsiteY364" fmla="*/ 484106 h 1686974"/>
                <a:gd name="connsiteX365" fmla="*/ 171613 w 1292919"/>
                <a:gd name="connsiteY365" fmla="*/ 471955 h 1686974"/>
                <a:gd name="connsiteX366" fmla="*/ 201774 w 1292919"/>
                <a:gd name="connsiteY366" fmla="*/ 439150 h 1686974"/>
                <a:gd name="connsiteX367" fmla="*/ 216251 w 1292919"/>
                <a:gd name="connsiteY367" fmla="*/ 426872 h 1686974"/>
                <a:gd name="connsiteX368" fmla="*/ 226953 w 1292919"/>
                <a:gd name="connsiteY368" fmla="*/ 423860 h 1686974"/>
                <a:gd name="connsiteX369" fmla="*/ 229826 w 1292919"/>
                <a:gd name="connsiteY369" fmla="*/ 416806 h 1686974"/>
                <a:gd name="connsiteX370" fmla="*/ 239219 w 1292919"/>
                <a:gd name="connsiteY370" fmla="*/ 411048 h 1686974"/>
                <a:gd name="connsiteX371" fmla="*/ 248751 w 1292919"/>
                <a:gd name="connsiteY371" fmla="*/ 405036 h 1686974"/>
                <a:gd name="connsiteX372" fmla="*/ 257229 w 1292919"/>
                <a:gd name="connsiteY372" fmla="*/ 391182 h 1686974"/>
                <a:gd name="connsiteX373" fmla="*/ 294673 w 1292919"/>
                <a:gd name="connsiteY373" fmla="*/ 345946 h 1686974"/>
                <a:gd name="connsiteX374" fmla="*/ 334749 w 1292919"/>
                <a:gd name="connsiteY374" fmla="*/ 366600 h 1686974"/>
                <a:gd name="connsiteX375" fmla="*/ 355365 w 1292919"/>
                <a:gd name="connsiteY375" fmla="*/ 394054 h 1686974"/>
                <a:gd name="connsiteX376" fmla="*/ 347535 w 1292919"/>
                <a:gd name="connsiteY376" fmla="*/ 421369 h 1686974"/>
                <a:gd name="connsiteX377" fmla="*/ 373629 w 1292919"/>
                <a:gd name="connsiteY377" fmla="*/ 446077 h 1686974"/>
                <a:gd name="connsiteX378" fmla="*/ 351577 w 1292919"/>
                <a:gd name="connsiteY378" fmla="*/ 466096 h 1686974"/>
                <a:gd name="connsiteX379" fmla="*/ 327428 w 1292919"/>
                <a:gd name="connsiteY379" fmla="*/ 503210 h 1686974"/>
                <a:gd name="connsiteX380" fmla="*/ 322610 w 1292919"/>
                <a:gd name="connsiteY380" fmla="*/ 535214 h 1686974"/>
                <a:gd name="connsiteX381" fmla="*/ 326665 w 1292919"/>
                <a:gd name="connsiteY381" fmla="*/ 576395 h 1686974"/>
                <a:gd name="connsiteX382" fmla="*/ 375599 w 1292919"/>
                <a:gd name="connsiteY382" fmla="*/ 589461 h 1686974"/>
                <a:gd name="connsiteX383" fmla="*/ 364160 w 1292919"/>
                <a:gd name="connsiteY383" fmla="*/ 611818 h 1686974"/>
                <a:gd name="connsiteX384" fmla="*/ 354500 w 1292919"/>
                <a:gd name="connsiteY384" fmla="*/ 618478 h 1686974"/>
                <a:gd name="connsiteX385" fmla="*/ 345501 w 1292919"/>
                <a:gd name="connsiteY385" fmla="*/ 648030 h 1686974"/>
                <a:gd name="connsiteX386" fmla="*/ 333236 w 1292919"/>
                <a:gd name="connsiteY386" fmla="*/ 667095 h 1686974"/>
                <a:gd name="connsiteX387" fmla="*/ 322000 w 1292919"/>
                <a:gd name="connsiteY387" fmla="*/ 655656 h 1686974"/>
                <a:gd name="connsiteX388" fmla="*/ 263686 w 1292919"/>
                <a:gd name="connsiteY388" fmla="*/ 677606 h 168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Lst>
              <a:rect l="l" t="t" r="r" b="b"/>
              <a:pathLst>
                <a:path w="1292919" h="1686974">
                  <a:moveTo>
                    <a:pt x="995603" y="217014"/>
                  </a:moveTo>
                  <a:lnTo>
                    <a:pt x="995476" y="223801"/>
                  </a:lnTo>
                  <a:lnTo>
                    <a:pt x="963624" y="238710"/>
                  </a:lnTo>
                  <a:lnTo>
                    <a:pt x="959442" y="228911"/>
                  </a:lnTo>
                  <a:lnTo>
                    <a:pt x="961400" y="214790"/>
                  </a:lnTo>
                  <a:lnTo>
                    <a:pt x="987240" y="192572"/>
                  </a:lnTo>
                  <a:lnTo>
                    <a:pt x="997154" y="198444"/>
                  </a:lnTo>
                  <a:close/>
                  <a:moveTo>
                    <a:pt x="751427" y="269126"/>
                  </a:moveTo>
                  <a:lnTo>
                    <a:pt x="759269" y="303354"/>
                  </a:lnTo>
                  <a:lnTo>
                    <a:pt x="769832" y="306901"/>
                  </a:lnTo>
                  <a:lnTo>
                    <a:pt x="799586" y="285852"/>
                  </a:lnTo>
                  <a:lnTo>
                    <a:pt x="795011" y="260101"/>
                  </a:lnTo>
                  <a:close/>
                  <a:moveTo>
                    <a:pt x="702239" y="924858"/>
                  </a:moveTo>
                  <a:lnTo>
                    <a:pt x="713449" y="926561"/>
                  </a:lnTo>
                  <a:lnTo>
                    <a:pt x="718165" y="934276"/>
                  </a:lnTo>
                  <a:lnTo>
                    <a:pt x="726376" y="926561"/>
                  </a:lnTo>
                  <a:lnTo>
                    <a:pt x="730557" y="928391"/>
                  </a:lnTo>
                  <a:lnTo>
                    <a:pt x="725473" y="933996"/>
                  </a:lnTo>
                  <a:lnTo>
                    <a:pt x="725219" y="943173"/>
                  </a:lnTo>
                  <a:lnTo>
                    <a:pt x="719347" y="945245"/>
                  </a:lnTo>
                  <a:lnTo>
                    <a:pt x="715165" y="952566"/>
                  </a:lnTo>
                  <a:lnTo>
                    <a:pt x="707539" y="955972"/>
                  </a:lnTo>
                  <a:lnTo>
                    <a:pt x="691105" y="975699"/>
                  </a:lnTo>
                  <a:lnTo>
                    <a:pt x="689910" y="989820"/>
                  </a:lnTo>
                  <a:lnTo>
                    <a:pt x="684572" y="999352"/>
                  </a:lnTo>
                  <a:lnTo>
                    <a:pt x="675675" y="1005250"/>
                  </a:lnTo>
                  <a:lnTo>
                    <a:pt x="681025" y="1011783"/>
                  </a:lnTo>
                  <a:lnTo>
                    <a:pt x="691092" y="1010512"/>
                  </a:lnTo>
                  <a:lnTo>
                    <a:pt x="695248" y="1000344"/>
                  </a:lnTo>
                  <a:lnTo>
                    <a:pt x="705823" y="1004157"/>
                  </a:lnTo>
                  <a:lnTo>
                    <a:pt x="707781" y="1009241"/>
                  </a:lnTo>
                  <a:lnTo>
                    <a:pt x="698121" y="1027811"/>
                  </a:lnTo>
                  <a:lnTo>
                    <a:pt x="703726" y="1045452"/>
                  </a:lnTo>
                  <a:lnTo>
                    <a:pt x="699277" y="1078651"/>
                  </a:lnTo>
                  <a:lnTo>
                    <a:pt x="701641" y="1102801"/>
                  </a:lnTo>
                  <a:lnTo>
                    <a:pt x="698769" y="1120061"/>
                  </a:lnTo>
                  <a:lnTo>
                    <a:pt x="703980" y="1122413"/>
                  </a:lnTo>
                  <a:lnTo>
                    <a:pt x="701120" y="1129480"/>
                  </a:lnTo>
                  <a:lnTo>
                    <a:pt x="708162" y="1148951"/>
                  </a:lnTo>
                  <a:lnTo>
                    <a:pt x="709979" y="1163060"/>
                  </a:lnTo>
                  <a:lnTo>
                    <a:pt x="717682" y="1160187"/>
                  </a:lnTo>
                  <a:lnTo>
                    <a:pt x="724736" y="1167902"/>
                  </a:lnTo>
                  <a:lnTo>
                    <a:pt x="729947" y="1165551"/>
                  </a:lnTo>
                  <a:lnTo>
                    <a:pt x="728257" y="1137055"/>
                  </a:lnTo>
                  <a:lnTo>
                    <a:pt x="727087" y="1106995"/>
                  </a:lnTo>
                  <a:lnTo>
                    <a:pt x="721736" y="1098098"/>
                  </a:lnTo>
                  <a:lnTo>
                    <a:pt x="720567" y="1075093"/>
                  </a:lnTo>
                  <a:lnTo>
                    <a:pt x="714034" y="1067390"/>
                  </a:lnTo>
                  <a:lnTo>
                    <a:pt x="712598" y="1039428"/>
                  </a:lnTo>
                  <a:lnTo>
                    <a:pt x="716411" y="1031319"/>
                  </a:lnTo>
                  <a:lnTo>
                    <a:pt x="714708" y="1023095"/>
                  </a:lnTo>
                  <a:lnTo>
                    <a:pt x="722677" y="1014859"/>
                  </a:lnTo>
                  <a:lnTo>
                    <a:pt x="714059" y="991713"/>
                  </a:lnTo>
                  <a:lnTo>
                    <a:pt x="724761" y="977478"/>
                  </a:lnTo>
                  <a:lnTo>
                    <a:pt x="731803" y="978647"/>
                  </a:lnTo>
                  <a:lnTo>
                    <a:pt x="737675" y="966878"/>
                  </a:lnTo>
                  <a:lnTo>
                    <a:pt x="735984" y="956824"/>
                  </a:lnTo>
                  <a:lnTo>
                    <a:pt x="747195" y="958527"/>
                  </a:lnTo>
                  <a:lnTo>
                    <a:pt x="755431" y="953303"/>
                  </a:lnTo>
                  <a:lnTo>
                    <a:pt x="761684" y="945588"/>
                  </a:lnTo>
                  <a:lnTo>
                    <a:pt x="763655" y="939703"/>
                  </a:lnTo>
                  <a:lnTo>
                    <a:pt x="760248" y="935522"/>
                  </a:lnTo>
                  <a:lnTo>
                    <a:pt x="754262" y="943249"/>
                  </a:lnTo>
                  <a:lnTo>
                    <a:pt x="747729" y="946097"/>
                  </a:lnTo>
                  <a:lnTo>
                    <a:pt x="741844" y="941407"/>
                  </a:lnTo>
                  <a:lnTo>
                    <a:pt x="740039" y="924019"/>
                  </a:lnTo>
                  <a:lnTo>
                    <a:pt x="728790" y="918935"/>
                  </a:lnTo>
                  <a:lnTo>
                    <a:pt x="728663" y="912669"/>
                  </a:lnTo>
                  <a:lnTo>
                    <a:pt x="719766" y="903772"/>
                  </a:lnTo>
                  <a:lnTo>
                    <a:pt x="714682" y="888735"/>
                  </a:lnTo>
                  <a:lnTo>
                    <a:pt x="717682" y="883779"/>
                  </a:lnTo>
                  <a:lnTo>
                    <a:pt x="735705" y="877906"/>
                  </a:lnTo>
                  <a:lnTo>
                    <a:pt x="738247" y="864560"/>
                  </a:lnTo>
                  <a:lnTo>
                    <a:pt x="746483" y="856845"/>
                  </a:lnTo>
                  <a:lnTo>
                    <a:pt x="739696" y="853452"/>
                  </a:lnTo>
                  <a:lnTo>
                    <a:pt x="730163" y="858943"/>
                  </a:lnTo>
                  <a:lnTo>
                    <a:pt x="727036" y="869276"/>
                  </a:lnTo>
                  <a:lnTo>
                    <a:pt x="722855" y="872797"/>
                  </a:lnTo>
                  <a:lnTo>
                    <a:pt x="716334" y="871627"/>
                  </a:lnTo>
                  <a:lnTo>
                    <a:pt x="712280" y="879330"/>
                  </a:lnTo>
                  <a:lnTo>
                    <a:pt x="698057" y="885075"/>
                  </a:lnTo>
                  <a:lnTo>
                    <a:pt x="698057" y="890566"/>
                  </a:lnTo>
                  <a:lnTo>
                    <a:pt x="704578" y="888735"/>
                  </a:lnTo>
                  <a:lnTo>
                    <a:pt x="708111" y="893578"/>
                  </a:lnTo>
                  <a:lnTo>
                    <a:pt x="708238" y="900899"/>
                  </a:lnTo>
                  <a:lnTo>
                    <a:pt x="701591" y="904814"/>
                  </a:lnTo>
                  <a:lnTo>
                    <a:pt x="699887" y="918922"/>
                  </a:lnTo>
                  <a:close/>
                  <a:moveTo>
                    <a:pt x="50383" y="749330"/>
                  </a:moveTo>
                  <a:lnTo>
                    <a:pt x="77265" y="760693"/>
                  </a:lnTo>
                  <a:lnTo>
                    <a:pt x="73224" y="797031"/>
                  </a:lnTo>
                  <a:lnTo>
                    <a:pt x="44778" y="840945"/>
                  </a:lnTo>
                  <a:lnTo>
                    <a:pt x="20120" y="836764"/>
                  </a:lnTo>
                  <a:lnTo>
                    <a:pt x="0" y="807225"/>
                  </a:lnTo>
                  <a:close/>
                  <a:moveTo>
                    <a:pt x="416056" y="247938"/>
                  </a:moveTo>
                  <a:lnTo>
                    <a:pt x="424661" y="236499"/>
                  </a:lnTo>
                  <a:lnTo>
                    <a:pt x="439544" y="227207"/>
                  </a:lnTo>
                  <a:lnTo>
                    <a:pt x="491859" y="255055"/>
                  </a:lnTo>
                  <a:lnTo>
                    <a:pt x="484945" y="286018"/>
                  </a:lnTo>
                  <a:lnTo>
                    <a:pt x="536371" y="342362"/>
                  </a:lnTo>
                  <a:lnTo>
                    <a:pt x="504392" y="372155"/>
                  </a:lnTo>
                  <a:lnTo>
                    <a:pt x="531159" y="389758"/>
                  </a:lnTo>
                  <a:lnTo>
                    <a:pt x="549945" y="367274"/>
                  </a:lnTo>
                  <a:lnTo>
                    <a:pt x="582572" y="381916"/>
                  </a:lnTo>
                  <a:lnTo>
                    <a:pt x="596414" y="431193"/>
                  </a:lnTo>
                  <a:lnTo>
                    <a:pt x="577081" y="451060"/>
                  </a:lnTo>
                  <a:lnTo>
                    <a:pt x="588050" y="468574"/>
                  </a:lnTo>
                  <a:lnTo>
                    <a:pt x="618974" y="445454"/>
                  </a:lnTo>
                  <a:lnTo>
                    <a:pt x="633337" y="426389"/>
                  </a:lnTo>
                  <a:lnTo>
                    <a:pt x="635815" y="422207"/>
                  </a:lnTo>
                  <a:lnTo>
                    <a:pt x="639628" y="418814"/>
                  </a:lnTo>
                  <a:lnTo>
                    <a:pt x="653063" y="403790"/>
                  </a:lnTo>
                  <a:lnTo>
                    <a:pt x="643149" y="370845"/>
                  </a:lnTo>
                  <a:lnTo>
                    <a:pt x="668989" y="324580"/>
                  </a:lnTo>
                  <a:lnTo>
                    <a:pt x="687114" y="322038"/>
                  </a:lnTo>
                  <a:lnTo>
                    <a:pt x="700561" y="333134"/>
                  </a:lnTo>
                  <a:lnTo>
                    <a:pt x="723528" y="310256"/>
                  </a:lnTo>
                  <a:lnTo>
                    <a:pt x="703688" y="299274"/>
                  </a:lnTo>
                  <a:lnTo>
                    <a:pt x="701209" y="287378"/>
                  </a:lnTo>
                  <a:lnTo>
                    <a:pt x="689770" y="271960"/>
                  </a:lnTo>
                  <a:lnTo>
                    <a:pt x="700726" y="257839"/>
                  </a:lnTo>
                  <a:lnTo>
                    <a:pt x="698184" y="246997"/>
                  </a:lnTo>
                  <a:lnTo>
                    <a:pt x="701311" y="243591"/>
                  </a:lnTo>
                  <a:lnTo>
                    <a:pt x="709280" y="248815"/>
                  </a:lnTo>
                  <a:lnTo>
                    <a:pt x="722982" y="246209"/>
                  </a:lnTo>
                  <a:lnTo>
                    <a:pt x="742301" y="228707"/>
                  </a:lnTo>
                  <a:lnTo>
                    <a:pt x="763299" y="206998"/>
                  </a:lnTo>
                  <a:lnTo>
                    <a:pt x="787448" y="183739"/>
                  </a:lnTo>
                  <a:lnTo>
                    <a:pt x="787982" y="171842"/>
                  </a:lnTo>
                  <a:lnTo>
                    <a:pt x="766832" y="142608"/>
                  </a:lnTo>
                  <a:lnTo>
                    <a:pt x="747767" y="138935"/>
                  </a:lnTo>
                  <a:lnTo>
                    <a:pt x="709789" y="158280"/>
                  </a:lnTo>
                  <a:lnTo>
                    <a:pt x="647407" y="187437"/>
                  </a:lnTo>
                  <a:lnTo>
                    <a:pt x="639781" y="155929"/>
                  </a:lnTo>
                  <a:lnTo>
                    <a:pt x="642386" y="103906"/>
                  </a:lnTo>
                  <a:lnTo>
                    <a:pt x="597901" y="84434"/>
                  </a:lnTo>
                  <a:lnTo>
                    <a:pt x="597774" y="73846"/>
                  </a:lnTo>
                  <a:lnTo>
                    <a:pt x="618390" y="75549"/>
                  </a:lnTo>
                  <a:lnTo>
                    <a:pt x="685194" y="86264"/>
                  </a:lnTo>
                  <a:lnTo>
                    <a:pt x="699290" y="81434"/>
                  </a:lnTo>
                  <a:lnTo>
                    <a:pt x="709344" y="83252"/>
                  </a:lnTo>
                  <a:lnTo>
                    <a:pt x="799586" y="61949"/>
                  </a:lnTo>
                  <a:lnTo>
                    <a:pt x="817215" y="57653"/>
                  </a:lnTo>
                  <a:lnTo>
                    <a:pt x="831819" y="53980"/>
                  </a:lnTo>
                  <a:lnTo>
                    <a:pt x="844529" y="50587"/>
                  </a:lnTo>
                  <a:lnTo>
                    <a:pt x="867243" y="38550"/>
                  </a:lnTo>
                  <a:lnTo>
                    <a:pt x="882635" y="30720"/>
                  </a:lnTo>
                  <a:lnTo>
                    <a:pt x="900251" y="21302"/>
                  </a:lnTo>
                  <a:lnTo>
                    <a:pt x="925824" y="8096"/>
                  </a:lnTo>
                  <a:lnTo>
                    <a:pt x="957600" y="0"/>
                  </a:lnTo>
                  <a:lnTo>
                    <a:pt x="972610" y="31508"/>
                  </a:lnTo>
                  <a:lnTo>
                    <a:pt x="985651" y="41168"/>
                  </a:lnTo>
                  <a:lnTo>
                    <a:pt x="988523" y="71355"/>
                  </a:lnTo>
                  <a:lnTo>
                    <a:pt x="972076" y="89149"/>
                  </a:lnTo>
                  <a:lnTo>
                    <a:pt x="914016" y="120925"/>
                  </a:lnTo>
                  <a:lnTo>
                    <a:pt x="913228" y="128894"/>
                  </a:lnTo>
                  <a:lnTo>
                    <a:pt x="930336" y="128360"/>
                  </a:lnTo>
                  <a:lnTo>
                    <a:pt x="941775" y="165220"/>
                  </a:lnTo>
                  <a:lnTo>
                    <a:pt x="933692" y="196856"/>
                  </a:lnTo>
                  <a:lnTo>
                    <a:pt x="948296" y="230703"/>
                  </a:lnTo>
                  <a:lnTo>
                    <a:pt x="936043" y="246769"/>
                  </a:lnTo>
                  <a:lnTo>
                    <a:pt x="932116" y="273701"/>
                  </a:lnTo>
                  <a:lnTo>
                    <a:pt x="900340" y="310180"/>
                  </a:lnTo>
                  <a:lnTo>
                    <a:pt x="916126" y="314349"/>
                  </a:lnTo>
                  <a:lnTo>
                    <a:pt x="961285" y="319331"/>
                  </a:lnTo>
                  <a:lnTo>
                    <a:pt x="973996" y="303901"/>
                  </a:lnTo>
                  <a:lnTo>
                    <a:pt x="987557" y="299973"/>
                  </a:lnTo>
                  <a:lnTo>
                    <a:pt x="1006470" y="317361"/>
                  </a:lnTo>
                  <a:lnTo>
                    <a:pt x="1041589" y="316713"/>
                  </a:lnTo>
                  <a:lnTo>
                    <a:pt x="1091031" y="342845"/>
                  </a:lnTo>
                  <a:lnTo>
                    <a:pt x="1200784" y="327593"/>
                  </a:lnTo>
                  <a:lnTo>
                    <a:pt x="1214879" y="348234"/>
                  </a:lnTo>
                  <a:lnTo>
                    <a:pt x="1238508" y="344421"/>
                  </a:lnTo>
                  <a:lnTo>
                    <a:pt x="1241113" y="361135"/>
                  </a:lnTo>
                  <a:lnTo>
                    <a:pt x="1250392" y="421915"/>
                  </a:lnTo>
                  <a:lnTo>
                    <a:pt x="1207177" y="462435"/>
                  </a:lnTo>
                  <a:lnTo>
                    <a:pt x="1162793" y="423491"/>
                  </a:lnTo>
                  <a:lnTo>
                    <a:pt x="1133699" y="454720"/>
                  </a:lnTo>
                  <a:lnTo>
                    <a:pt x="1189942" y="505561"/>
                  </a:lnTo>
                  <a:lnTo>
                    <a:pt x="1169860" y="535099"/>
                  </a:lnTo>
                  <a:lnTo>
                    <a:pt x="1169593" y="565159"/>
                  </a:lnTo>
                  <a:lnTo>
                    <a:pt x="1133839" y="628812"/>
                  </a:lnTo>
                  <a:lnTo>
                    <a:pt x="1136064" y="643314"/>
                  </a:lnTo>
                  <a:lnTo>
                    <a:pt x="1109690" y="693647"/>
                  </a:lnTo>
                  <a:lnTo>
                    <a:pt x="1120125" y="712852"/>
                  </a:lnTo>
                  <a:lnTo>
                    <a:pt x="1137360" y="761862"/>
                  </a:lnTo>
                  <a:lnTo>
                    <a:pt x="1128615" y="841212"/>
                  </a:lnTo>
                  <a:lnTo>
                    <a:pt x="1230132" y="872047"/>
                  </a:lnTo>
                  <a:lnTo>
                    <a:pt x="1222709" y="911449"/>
                  </a:lnTo>
                  <a:lnTo>
                    <a:pt x="1230271" y="914321"/>
                  </a:lnTo>
                  <a:lnTo>
                    <a:pt x="1292920" y="937721"/>
                  </a:lnTo>
                  <a:lnTo>
                    <a:pt x="1285091" y="982931"/>
                  </a:lnTo>
                  <a:lnTo>
                    <a:pt x="1286908" y="1039275"/>
                  </a:lnTo>
                  <a:lnTo>
                    <a:pt x="1236665" y="1066844"/>
                  </a:lnTo>
                  <a:lnTo>
                    <a:pt x="1221527" y="1041626"/>
                  </a:lnTo>
                  <a:lnTo>
                    <a:pt x="1190209" y="1041754"/>
                  </a:lnTo>
                  <a:lnTo>
                    <a:pt x="1189167" y="1082147"/>
                  </a:lnTo>
                  <a:lnTo>
                    <a:pt x="1155370" y="1097183"/>
                  </a:lnTo>
                  <a:lnTo>
                    <a:pt x="1170508" y="1230767"/>
                  </a:lnTo>
                  <a:lnTo>
                    <a:pt x="1126404" y="1267741"/>
                  </a:lnTo>
                  <a:lnTo>
                    <a:pt x="1089544" y="1253633"/>
                  </a:lnTo>
                  <a:lnTo>
                    <a:pt x="1047524" y="1319497"/>
                  </a:lnTo>
                  <a:lnTo>
                    <a:pt x="997954" y="1347853"/>
                  </a:lnTo>
                  <a:lnTo>
                    <a:pt x="964539" y="1369715"/>
                  </a:lnTo>
                  <a:lnTo>
                    <a:pt x="946402" y="1400436"/>
                  </a:lnTo>
                  <a:lnTo>
                    <a:pt x="912733" y="1413235"/>
                  </a:lnTo>
                  <a:lnTo>
                    <a:pt x="900454" y="1380048"/>
                  </a:lnTo>
                  <a:lnTo>
                    <a:pt x="862616" y="1406193"/>
                  </a:lnTo>
                  <a:lnTo>
                    <a:pt x="808064" y="1442138"/>
                  </a:lnTo>
                  <a:lnTo>
                    <a:pt x="793714" y="1487094"/>
                  </a:lnTo>
                  <a:lnTo>
                    <a:pt x="737332" y="1518869"/>
                  </a:lnTo>
                  <a:lnTo>
                    <a:pt x="724278" y="1543845"/>
                  </a:lnTo>
                  <a:lnTo>
                    <a:pt x="639209" y="1543845"/>
                  </a:lnTo>
                  <a:lnTo>
                    <a:pt x="591177" y="1577819"/>
                  </a:lnTo>
                  <a:lnTo>
                    <a:pt x="573573" y="1609595"/>
                  </a:lnTo>
                  <a:lnTo>
                    <a:pt x="556593" y="1640315"/>
                  </a:lnTo>
                  <a:lnTo>
                    <a:pt x="546018" y="1659520"/>
                  </a:lnTo>
                  <a:lnTo>
                    <a:pt x="476467" y="1686974"/>
                  </a:lnTo>
                  <a:lnTo>
                    <a:pt x="468511" y="1609200"/>
                  </a:lnTo>
                  <a:lnTo>
                    <a:pt x="479086" y="1577959"/>
                  </a:lnTo>
                  <a:lnTo>
                    <a:pt x="444883" y="1535354"/>
                  </a:lnTo>
                  <a:lnTo>
                    <a:pt x="439938" y="1524907"/>
                  </a:lnTo>
                  <a:lnTo>
                    <a:pt x="431829" y="1513925"/>
                  </a:lnTo>
                  <a:lnTo>
                    <a:pt x="437968" y="1501774"/>
                  </a:lnTo>
                  <a:lnTo>
                    <a:pt x="426758" y="1497580"/>
                  </a:lnTo>
                  <a:lnTo>
                    <a:pt x="413565" y="1492877"/>
                  </a:lnTo>
                  <a:lnTo>
                    <a:pt x="375434" y="1474307"/>
                  </a:lnTo>
                  <a:lnTo>
                    <a:pt x="328978" y="1461902"/>
                  </a:lnTo>
                  <a:lnTo>
                    <a:pt x="313179" y="1482556"/>
                  </a:lnTo>
                  <a:lnTo>
                    <a:pt x="296224" y="1477981"/>
                  </a:lnTo>
                  <a:lnTo>
                    <a:pt x="300800" y="1441769"/>
                  </a:lnTo>
                  <a:lnTo>
                    <a:pt x="281734" y="1433419"/>
                  </a:lnTo>
                  <a:lnTo>
                    <a:pt x="267512" y="1463211"/>
                  </a:lnTo>
                  <a:lnTo>
                    <a:pt x="218844" y="1520598"/>
                  </a:lnTo>
                  <a:lnTo>
                    <a:pt x="198228" y="1519136"/>
                  </a:lnTo>
                  <a:lnTo>
                    <a:pt x="181387" y="1482556"/>
                  </a:lnTo>
                  <a:lnTo>
                    <a:pt x="166783" y="1484907"/>
                  </a:lnTo>
                  <a:lnTo>
                    <a:pt x="161699" y="1462830"/>
                  </a:lnTo>
                  <a:lnTo>
                    <a:pt x="149955" y="1463732"/>
                  </a:lnTo>
                  <a:lnTo>
                    <a:pt x="125564" y="1422297"/>
                  </a:lnTo>
                  <a:lnTo>
                    <a:pt x="149447" y="1377201"/>
                  </a:lnTo>
                  <a:lnTo>
                    <a:pt x="166389" y="1387675"/>
                  </a:lnTo>
                  <a:lnTo>
                    <a:pt x="204901" y="1377507"/>
                  </a:lnTo>
                  <a:lnTo>
                    <a:pt x="214548" y="1378561"/>
                  </a:lnTo>
                  <a:lnTo>
                    <a:pt x="216251" y="1392161"/>
                  </a:lnTo>
                  <a:lnTo>
                    <a:pt x="222772" y="1393992"/>
                  </a:lnTo>
                  <a:lnTo>
                    <a:pt x="219759" y="1406409"/>
                  </a:lnTo>
                  <a:lnTo>
                    <a:pt x="225110" y="1409930"/>
                  </a:lnTo>
                  <a:lnTo>
                    <a:pt x="229826" y="1412282"/>
                  </a:lnTo>
                  <a:lnTo>
                    <a:pt x="235825" y="1398033"/>
                  </a:lnTo>
                  <a:lnTo>
                    <a:pt x="233474" y="1392161"/>
                  </a:lnTo>
                  <a:lnTo>
                    <a:pt x="237910" y="1379603"/>
                  </a:lnTo>
                  <a:lnTo>
                    <a:pt x="240795" y="1376464"/>
                  </a:lnTo>
                  <a:lnTo>
                    <a:pt x="280069" y="1331254"/>
                  </a:lnTo>
                  <a:lnTo>
                    <a:pt x="289462" y="1329157"/>
                  </a:lnTo>
                  <a:lnTo>
                    <a:pt x="294165" y="1326017"/>
                  </a:lnTo>
                  <a:lnTo>
                    <a:pt x="310981" y="1318175"/>
                  </a:lnTo>
                  <a:lnTo>
                    <a:pt x="302249" y="1290467"/>
                  </a:lnTo>
                  <a:lnTo>
                    <a:pt x="278099" y="1313472"/>
                  </a:lnTo>
                  <a:lnTo>
                    <a:pt x="248345" y="1293136"/>
                  </a:lnTo>
                  <a:lnTo>
                    <a:pt x="234770" y="1273270"/>
                  </a:lnTo>
                  <a:lnTo>
                    <a:pt x="232228" y="1267385"/>
                  </a:lnTo>
                  <a:lnTo>
                    <a:pt x="209350" y="1255883"/>
                  </a:lnTo>
                  <a:lnTo>
                    <a:pt x="188073" y="1255488"/>
                  </a:lnTo>
                  <a:lnTo>
                    <a:pt x="184679" y="1261373"/>
                  </a:lnTo>
                  <a:lnTo>
                    <a:pt x="172427" y="1275494"/>
                  </a:lnTo>
                  <a:lnTo>
                    <a:pt x="163288" y="1272749"/>
                  </a:lnTo>
                  <a:lnTo>
                    <a:pt x="153488" y="1269737"/>
                  </a:lnTo>
                  <a:lnTo>
                    <a:pt x="144108" y="1249870"/>
                  </a:lnTo>
                  <a:lnTo>
                    <a:pt x="130267" y="1244507"/>
                  </a:lnTo>
                  <a:lnTo>
                    <a:pt x="126454" y="1257979"/>
                  </a:lnTo>
                  <a:lnTo>
                    <a:pt x="128131" y="1266457"/>
                  </a:lnTo>
                  <a:lnTo>
                    <a:pt x="99686" y="1278761"/>
                  </a:lnTo>
                  <a:lnTo>
                    <a:pt x="90420" y="1275088"/>
                  </a:lnTo>
                  <a:lnTo>
                    <a:pt x="99559" y="1250786"/>
                  </a:lnTo>
                  <a:lnTo>
                    <a:pt x="103613" y="1223204"/>
                  </a:lnTo>
                  <a:lnTo>
                    <a:pt x="98263" y="1202156"/>
                  </a:lnTo>
                  <a:lnTo>
                    <a:pt x="108685" y="1178515"/>
                  </a:lnTo>
                  <a:lnTo>
                    <a:pt x="97093" y="1087282"/>
                  </a:lnTo>
                  <a:lnTo>
                    <a:pt x="109867" y="1068458"/>
                  </a:lnTo>
                  <a:lnTo>
                    <a:pt x="112485" y="1058379"/>
                  </a:lnTo>
                  <a:lnTo>
                    <a:pt x="140549" y="1057476"/>
                  </a:lnTo>
                  <a:lnTo>
                    <a:pt x="160377" y="1022193"/>
                  </a:lnTo>
                  <a:lnTo>
                    <a:pt x="193424" y="1020756"/>
                  </a:lnTo>
                  <a:lnTo>
                    <a:pt x="205422" y="1032780"/>
                  </a:lnTo>
                  <a:lnTo>
                    <a:pt x="212871" y="1036822"/>
                  </a:lnTo>
                  <a:lnTo>
                    <a:pt x="242752" y="1021265"/>
                  </a:lnTo>
                  <a:lnTo>
                    <a:pt x="250721" y="983769"/>
                  </a:lnTo>
                  <a:lnTo>
                    <a:pt x="235965" y="974097"/>
                  </a:lnTo>
                  <a:lnTo>
                    <a:pt x="261932" y="943390"/>
                  </a:lnTo>
                  <a:lnTo>
                    <a:pt x="277349" y="931086"/>
                  </a:lnTo>
                  <a:lnTo>
                    <a:pt x="295601" y="905081"/>
                  </a:lnTo>
                  <a:lnTo>
                    <a:pt x="293263" y="897226"/>
                  </a:lnTo>
                  <a:lnTo>
                    <a:pt x="305007" y="880118"/>
                  </a:lnTo>
                  <a:lnTo>
                    <a:pt x="349124" y="833967"/>
                  </a:lnTo>
                  <a:lnTo>
                    <a:pt x="357589" y="839992"/>
                  </a:lnTo>
                  <a:lnTo>
                    <a:pt x="382018" y="813059"/>
                  </a:lnTo>
                  <a:lnTo>
                    <a:pt x="383963" y="802471"/>
                  </a:lnTo>
                  <a:lnTo>
                    <a:pt x="394398" y="770454"/>
                  </a:lnTo>
                  <a:lnTo>
                    <a:pt x="372790" y="744564"/>
                  </a:lnTo>
                  <a:lnTo>
                    <a:pt x="354386" y="751109"/>
                  </a:lnTo>
                  <a:lnTo>
                    <a:pt x="331508" y="746140"/>
                  </a:lnTo>
                  <a:lnTo>
                    <a:pt x="339604" y="717783"/>
                  </a:lnTo>
                  <a:lnTo>
                    <a:pt x="369486" y="704056"/>
                  </a:lnTo>
                  <a:lnTo>
                    <a:pt x="390102" y="662227"/>
                  </a:lnTo>
                  <a:lnTo>
                    <a:pt x="430177" y="636616"/>
                  </a:lnTo>
                  <a:lnTo>
                    <a:pt x="443345" y="591253"/>
                  </a:lnTo>
                  <a:lnTo>
                    <a:pt x="430304" y="549818"/>
                  </a:lnTo>
                  <a:lnTo>
                    <a:pt x="444654" y="523292"/>
                  </a:lnTo>
                  <a:lnTo>
                    <a:pt x="472972" y="539230"/>
                  </a:lnTo>
                  <a:lnTo>
                    <a:pt x="500235" y="516886"/>
                  </a:lnTo>
                  <a:lnTo>
                    <a:pt x="485746" y="486356"/>
                  </a:lnTo>
                  <a:lnTo>
                    <a:pt x="460567" y="452381"/>
                  </a:lnTo>
                  <a:lnTo>
                    <a:pt x="478971" y="407031"/>
                  </a:lnTo>
                  <a:lnTo>
                    <a:pt x="494224" y="388602"/>
                  </a:lnTo>
                  <a:lnTo>
                    <a:pt x="490690" y="383886"/>
                  </a:lnTo>
                  <a:lnTo>
                    <a:pt x="463414" y="347293"/>
                  </a:lnTo>
                  <a:lnTo>
                    <a:pt x="439671" y="356318"/>
                  </a:lnTo>
                  <a:lnTo>
                    <a:pt x="452852" y="404540"/>
                  </a:lnTo>
                  <a:lnTo>
                    <a:pt x="433138" y="410158"/>
                  </a:lnTo>
                  <a:lnTo>
                    <a:pt x="391767" y="339858"/>
                  </a:lnTo>
                  <a:lnTo>
                    <a:pt x="365940" y="330681"/>
                  </a:lnTo>
                  <a:lnTo>
                    <a:pt x="359927" y="291216"/>
                  </a:lnTo>
                  <a:lnTo>
                    <a:pt x="366194" y="292004"/>
                  </a:lnTo>
                  <a:lnTo>
                    <a:pt x="370375" y="284937"/>
                  </a:lnTo>
                  <a:lnTo>
                    <a:pt x="371545" y="277235"/>
                  </a:lnTo>
                  <a:lnTo>
                    <a:pt x="385246" y="271617"/>
                  </a:lnTo>
                  <a:close/>
                  <a:moveTo>
                    <a:pt x="200592" y="691422"/>
                  </a:moveTo>
                  <a:lnTo>
                    <a:pt x="212604" y="681890"/>
                  </a:lnTo>
                  <a:lnTo>
                    <a:pt x="234656" y="715610"/>
                  </a:lnTo>
                  <a:lnTo>
                    <a:pt x="244430" y="724621"/>
                  </a:lnTo>
                  <a:lnTo>
                    <a:pt x="253975" y="732463"/>
                  </a:lnTo>
                  <a:lnTo>
                    <a:pt x="273422" y="755990"/>
                  </a:lnTo>
                  <a:lnTo>
                    <a:pt x="241303" y="806183"/>
                  </a:lnTo>
                  <a:lnTo>
                    <a:pt x="235825" y="814152"/>
                  </a:lnTo>
                  <a:lnTo>
                    <a:pt x="240134" y="820431"/>
                  </a:lnTo>
                  <a:lnTo>
                    <a:pt x="232177" y="831145"/>
                  </a:lnTo>
                  <a:lnTo>
                    <a:pt x="210888" y="824994"/>
                  </a:lnTo>
                  <a:lnTo>
                    <a:pt x="184539" y="806831"/>
                  </a:lnTo>
                  <a:lnTo>
                    <a:pt x="162932" y="797807"/>
                  </a:lnTo>
                  <a:lnTo>
                    <a:pt x="140613" y="804085"/>
                  </a:lnTo>
                  <a:lnTo>
                    <a:pt x="128208" y="820024"/>
                  </a:lnTo>
                  <a:lnTo>
                    <a:pt x="117646" y="822655"/>
                  </a:lnTo>
                  <a:lnTo>
                    <a:pt x="90763" y="826570"/>
                  </a:lnTo>
                  <a:lnTo>
                    <a:pt x="80062" y="815321"/>
                  </a:lnTo>
                  <a:lnTo>
                    <a:pt x="92073" y="796256"/>
                  </a:lnTo>
                  <a:lnTo>
                    <a:pt x="137346" y="789901"/>
                  </a:lnTo>
                  <a:lnTo>
                    <a:pt x="165144" y="745212"/>
                  </a:lnTo>
                  <a:lnTo>
                    <a:pt x="181845" y="721062"/>
                  </a:lnTo>
                  <a:close/>
                  <a:moveTo>
                    <a:pt x="237122" y="652478"/>
                  </a:moveTo>
                  <a:lnTo>
                    <a:pt x="215069" y="648665"/>
                  </a:lnTo>
                  <a:lnTo>
                    <a:pt x="194326" y="669192"/>
                  </a:lnTo>
                  <a:lnTo>
                    <a:pt x="157912" y="685398"/>
                  </a:lnTo>
                  <a:lnTo>
                    <a:pt x="141871" y="673501"/>
                  </a:lnTo>
                  <a:lnTo>
                    <a:pt x="135605" y="668010"/>
                  </a:lnTo>
                  <a:lnTo>
                    <a:pt x="102317" y="656113"/>
                  </a:lnTo>
                  <a:lnTo>
                    <a:pt x="72702" y="629206"/>
                  </a:lnTo>
                  <a:lnTo>
                    <a:pt x="61861" y="639527"/>
                  </a:lnTo>
                  <a:lnTo>
                    <a:pt x="53116" y="629727"/>
                  </a:lnTo>
                  <a:lnTo>
                    <a:pt x="74266" y="602794"/>
                  </a:lnTo>
                  <a:lnTo>
                    <a:pt x="59395" y="596922"/>
                  </a:lnTo>
                  <a:lnTo>
                    <a:pt x="39821" y="577691"/>
                  </a:lnTo>
                  <a:lnTo>
                    <a:pt x="92530" y="523711"/>
                  </a:lnTo>
                  <a:lnTo>
                    <a:pt x="123200" y="494046"/>
                  </a:lnTo>
                  <a:lnTo>
                    <a:pt x="132987" y="485949"/>
                  </a:lnTo>
                  <a:lnTo>
                    <a:pt x="144731" y="484106"/>
                  </a:lnTo>
                  <a:lnTo>
                    <a:pt x="171613" y="471955"/>
                  </a:lnTo>
                  <a:lnTo>
                    <a:pt x="201774" y="439150"/>
                  </a:lnTo>
                  <a:lnTo>
                    <a:pt x="216251" y="426872"/>
                  </a:lnTo>
                  <a:lnTo>
                    <a:pt x="226953" y="423860"/>
                  </a:lnTo>
                  <a:lnTo>
                    <a:pt x="229826" y="416806"/>
                  </a:lnTo>
                  <a:lnTo>
                    <a:pt x="239219" y="411048"/>
                  </a:lnTo>
                  <a:lnTo>
                    <a:pt x="248751" y="405036"/>
                  </a:lnTo>
                  <a:lnTo>
                    <a:pt x="257229" y="391182"/>
                  </a:lnTo>
                  <a:lnTo>
                    <a:pt x="294673" y="345946"/>
                  </a:lnTo>
                  <a:lnTo>
                    <a:pt x="334749" y="366600"/>
                  </a:lnTo>
                  <a:lnTo>
                    <a:pt x="355365" y="394054"/>
                  </a:lnTo>
                  <a:lnTo>
                    <a:pt x="347535" y="421369"/>
                  </a:lnTo>
                  <a:lnTo>
                    <a:pt x="373629" y="446077"/>
                  </a:lnTo>
                  <a:lnTo>
                    <a:pt x="351577" y="466096"/>
                  </a:lnTo>
                  <a:lnTo>
                    <a:pt x="327428" y="503210"/>
                  </a:lnTo>
                  <a:lnTo>
                    <a:pt x="322610" y="535214"/>
                  </a:lnTo>
                  <a:lnTo>
                    <a:pt x="326665" y="576395"/>
                  </a:lnTo>
                  <a:lnTo>
                    <a:pt x="375599" y="589461"/>
                  </a:lnTo>
                  <a:lnTo>
                    <a:pt x="364160" y="611818"/>
                  </a:lnTo>
                  <a:lnTo>
                    <a:pt x="354500" y="618478"/>
                  </a:lnTo>
                  <a:lnTo>
                    <a:pt x="345501" y="648030"/>
                  </a:lnTo>
                  <a:lnTo>
                    <a:pt x="333236" y="667095"/>
                  </a:lnTo>
                  <a:lnTo>
                    <a:pt x="322000" y="655656"/>
                  </a:lnTo>
                  <a:lnTo>
                    <a:pt x="263686" y="677606"/>
                  </a:lnTo>
                  <a:close/>
                </a:path>
              </a:pathLst>
            </a:custGeom>
            <a:solidFill>
              <a:srgbClr val="FFFFFF"/>
            </a:solidFill>
            <a:ln w="12700" cap="flat">
              <a:noFill/>
              <a:prstDash val="solid"/>
              <a:miter/>
            </a:ln>
          </p:spPr>
          <p:txBody>
            <a:bodyPr rtlCol="0" anchor="ctr"/>
            <a:lstStyle/>
            <a:p>
              <a:endParaRPr lang="de-CH"/>
            </a:p>
          </p:txBody>
        </p:sp>
        <p:sp>
          <p:nvSpPr>
            <p:cNvPr id="101" name="Freihandform: Form 100">
              <a:extLst>
                <a:ext uri="{FF2B5EF4-FFF2-40B4-BE49-F238E27FC236}">
                  <a16:creationId xmlns:a16="http://schemas.microsoft.com/office/drawing/2014/main" id="{BE54203E-543C-4E6B-9CBC-96D47B4428F1}"/>
                </a:ext>
              </a:extLst>
            </p:cNvPr>
            <p:cNvSpPr/>
            <p:nvPr/>
          </p:nvSpPr>
          <p:spPr>
            <a:xfrm>
              <a:off x="3116304" y="2897994"/>
              <a:ext cx="1292919" cy="1686974"/>
            </a:xfrm>
            <a:custGeom>
              <a:avLst/>
              <a:gdLst>
                <a:gd name="connsiteX0" fmla="*/ 995603 w 1292919"/>
                <a:gd name="connsiteY0" fmla="*/ 217014 h 1686974"/>
                <a:gd name="connsiteX1" fmla="*/ 995476 w 1292919"/>
                <a:gd name="connsiteY1" fmla="*/ 223801 h 1686974"/>
                <a:gd name="connsiteX2" fmla="*/ 963624 w 1292919"/>
                <a:gd name="connsiteY2" fmla="*/ 238710 h 1686974"/>
                <a:gd name="connsiteX3" fmla="*/ 959442 w 1292919"/>
                <a:gd name="connsiteY3" fmla="*/ 228911 h 1686974"/>
                <a:gd name="connsiteX4" fmla="*/ 961400 w 1292919"/>
                <a:gd name="connsiteY4" fmla="*/ 214790 h 1686974"/>
                <a:gd name="connsiteX5" fmla="*/ 987240 w 1292919"/>
                <a:gd name="connsiteY5" fmla="*/ 192572 h 1686974"/>
                <a:gd name="connsiteX6" fmla="*/ 997154 w 1292919"/>
                <a:gd name="connsiteY6" fmla="*/ 198444 h 1686974"/>
                <a:gd name="connsiteX7" fmla="*/ 751427 w 1292919"/>
                <a:gd name="connsiteY7" fmla="*/ 269126 h 1686974"/>
                <a:gd name="connsiteX8" fmla="*/ 759269 w 1292919"/>
                <a:gd name="connsiteY8" fmla="*/ 303354 h 1686974"/>
                <a:gd name="connsiteX9" fmla="*/ 769832 w 1292919"/>
                <a:gd name="connsiteY9" fmla="*/ 306901 h 1686974"/>
                <a:gd name="connsiteX10" fmla="*/ 799586 w 1292919"/>
                <a:gd name="connsiteY10" fmla="*/ 285852 h 1686974"/>
                <a:gd name="connsiteX11" fmla="*/ 795011 w 1292919"/>
                <a:gd name="connsiteY11" fmla="*/ 260101 h 1686974"/>
                <a:gd name="connsiteX12" fmla="*/ 702239 w 1292919"/>
                <a:gd name="connsiteY12" fmla="*/ 924858 h 1686974"/>
                <a:gd name="connsiteX13" fmla="*/ 713449 w 1292919"/>
                <a:gd name="connsiteY13" fmla="*/ 926561 h 1686974"/>
                <a:gd name="connsiteX14" fmla="*/ 718165 w 1292919"/>
                <a:gd name="connsiteY14" fmla="*/ 934276 h 1686974"/>
                <a:gd name="connsiteX15" fmla="*/ 726376 w 1292919"/>
                <a:gd name="connsiteY15" fmla="*/ 926561 h 1686974"/>
                <a:gd name="connsiteX16" fmla="*/ 730557 w 1292919"/>
                <a:gd name="connsiteY16" fmla="*/ 928391 h 1686974"/>
                <a:gd name="connsiteX17" fmla="*/ 725473 w 1292919"/>
                <a:gd name="connsiteY17" fmla="*/ 933996 h 1686974"/>
                <a:gd name="connsiteX18" fmla="*/ 725219 w 1292919"/>
                <a:gd name="connsiteY18" fmla="*/ 943173 h 1686974"/>
                <a:gd name="connsiteX19" fmla="*/ 719347 w 1292919"/>
                <a:gd name="connsiteY19" fmla="*/ 945245 h 1686974"/>
                <a:gd name="connsiteX20" fmla="*/ 715165 w 1292919"/>
                <a:gd name="connsiteY20" fmla="*/ 952566 h 1686974"/>
                <a:gd name="connsiteX21" fmla="*/ 707539 w 1292919"/>
                <a:gd name="connsiteY21" fmla="*/ 955972 h 1686974"/>
                <a:gd name="connsiteX22" fmla="*/ 691105 w 1292919"/>
                <a:gd name="connsiteY22" fmla="*/ 975699 h 1686974"/>
                <a:gd name="connsiteX23" fmla="*/ 689910 w 1292919"/>
                <a:gd name="connsiteY23" fmla="*/ 989820 h 1686974"/>
                <a:gd name="connsiteX24" fmla="*/ 684572 w 1292919"/>
                <a:gd name="connsiteY24" fmla="*/ 999352 h 1686974"/>
                <a:gd name="connsiteX25" fmla="*/ 675675 w 1292919"/>
                <a:gd name="connsiteY25" fmla="*/ 1005250 h 1686974"/>
                <a:gd name="connsiteX26" fmla="*/ 681025 w 1292919"/>
                <a:gd name="connsiteY26" fmla="*/ 1011783 h 1686974"/>
                <a:gd name="connsiteX27" fmla="*/ 691092 w 1292919"/>
                <a:gd name="connsiteY27" fmla="*/ 1010512 h 1686974"/>
                <a:gd name="connsiteX28" fmla="*/ 695248 w 1292919"/>
                <a:gd name="connsiteY28" fmla="*/ 1000344 h 1686974"/>
                <a:gd name="connsiteX29" fmla="*/ 705823 w 1292919"/>
                <a:gd name="connsiteY29" fmla="*/ 1004157 h 1686974"/>
                <a:gd name="connsiteX30" fmla="*/ 707781 w 1292919"/>
                <a:gd name="connsiteY30" fmla="*/ 1009241 h 1686974"/>
                <a:gd name="connsiteX31" fmla="*/ 698121 w 1292919"/>
                <a:gd name="connsiteY31" fmla="*/ 1027811 h 1686974"/>
                <a:gd name="connsiteX32" fmla="*/ 703726 w 1292919"/>
                <a:gd name="connsiteY32" fmla="*/ 1045452 h 1686974"/>
                <a:gd name="connsiteX33" fmla="*/ 699277 w 1292919"/>
                <a:gd name="connsiteY33" fmla="*/ 1078651 h 1686974"/>
                <a:gd name="connsiteX34" fmla="*/ 701641 w 1292919"/>
                <a:gd name="connsiteY34" fmla="*/ 1102801 h 1686974"/>
                <a:gd name="connsiteX35" fmla="*/ 698769 w 1292919"/>
                <a:gd name="connsiteY35" fmla="*/ 1120061 h 1686974"/>
                <a:gd name="connsiteX36" fmla="*/ 703980 w 1292919"/>
                <a:gd name="connsiteY36" fmla="*/ 1122413 h 1686974"/>
                <a:gd name="connsiteX37" fmla="*/ 701120 w 1292919"/>
                <a:gd name="connsiteY37" fmla="*/ 1129480 h 1686974"/>
                <a:gd name="connsiteX38" fmla="*/ 708162 w 1292919"/>
                <a:gd name="connsiteY38" fmla="*/ 1148951 h 1686974"/>
                <a:gd name="connsiteX39" fmla="*/ 709979 w 1292919"/>
                <a:gd name="connsiteY39" fmla="*/ 1163060 h 1686974"/>
                <a:gd name="connsiteX40" fmla="*/ 717682 w 1292919"/>
                <a:gd name="connsiteY40" fmla="*/ 1160187 h 1686974"/>
                <a:gd name="connsiteX41" fmla="*/ 724736 w 1292919"/>
                <a:gd name="connsiteY41" fmla="*/ 1167902 h 1686974"/>
                <a:gd name="connsiteX42" fmla="*/ 729947 w 1292919"/>
                <a:gd name="connsiteY42" fmla="*/ 1165551 h 1686974"/>
                <a:gd name="connsiteX43" fmla="*/ 728257 w 1292919"/>
                <a:gd name="connsiteY43" fmla="*/ 1137055 h 1686974"/>
                <a:gd name="connsiteX44" fmla="*/ 727087 w 1292919"/>
                <a:gd name="connsiteY44" fmla="*/ 1106995 h 1686974"/>
                <a:gd name="connsiteX45" fmla="*/ 721736 w 1292919"/>
                <a:gd name="connsiteY45" fmla="*/ 1098098 h 1686974"/>
                <a:gd name="connsiteX46" fmla="*/ 720567 w 1292919"/>
                <a:gd name="connsiteY46" fmla="*/ 1075093 h 1686974"/>
                <a:gd name="connsiteX47" fmla="*/ 714034 w 1292919"/>
                <a:gd name="connsiteY47" fmla="*/ 1067390 h 1686974"/>
                <a:gd name="connsiteX48" fmla="*/ 712598 w 1292919"/>
                <a:gd name="connsiteY48" fmla="*/ 1039428 h 1686974"/>
                <a:gd name="connsiteX49" fmla="*/ 716411 w 1292919"/>
                <a:gd name="connsiteY49" fmla="*/ 1031319 h 1686974"/>
                <a:gd name="connsiteX50" fmla="*/ 714708 w 1292919"/>
                <a:gd name="connsiteY50" fmla="*/ 1023095 h 1686974"/>
                <a:gd name="connsiteX51" fmla="*/ 722677 w 1292919"/>
                <a:gd name="connsiteY51" fmla="*/ 1014859 h 1686974"/>
                <a:gd name="connsiteX52" fmla="*/ 714059 w 1292919"/>
                <a:gd name="connsiteY52" fmla="*/ 991713 h 1686974"/>
                <a:gd name="connsiteX53" fmla="*/ 724761 w 1292919"/>
                <a:gd name="connsiteY53" fmla="*/ 977478 h 1686974"/>
                <a:gd name="connsiteX54" fmla="*/ 731803 w 1292919"/>
                <a:gd name="connsiteY54" fmla="*/ 978647 h 1686974"/>
                <a:gd name="connsiteX55" fmla="*/ 737675 w 1292919"/>
                <a:gd name="connsiteY55" fmla="*/ 966878 h 1686974"/>
                <a:gd name="connsiteX56" fmla="*/ 735984 w 1292919"/>
                <a:gd name="connsiteY56" fmla="*/ 956824 h 1686974"/>
                <a:gd name="connsiteX57" fmla="*/ 747195 w 1292919"/>
                <a:gd name="connsiteY57" fmla="*/ 958527 h 1686974"/>
                <a:gd name="connsiteX58" fmla="*/ 755431 w 1292919"/>
                <a:gd name="connsiteY58" fmla="*/ 953303 h 1686974"/>
                <a:gd name="connsiteX59" fmla="*/ 761684 w 1292919"/>
                <a:gd name="connsiteY59" fmla="*/ 945588 h 1686974"/>
                <a:gd name="connsiteX60" fmla="*/ 763655 w 1292919"/>
                <a:gd name="connsiteY60" fmla="*/ 939703 h 1686974"/>
                <a:gd name="connsiteX61" fmla="*/ 760248 w 1292919"/>
                <a:gd name="connsiteY61" fmla="*/ 935522 h 1686974"/>
                <a:gd name="connsiteX62" fmla="*/ 754262 w 1292919"/>
                <a:gd name="connsiteY62" fmla="*/ 943249 h 1686974"/>
                <a:gd name="connsiteX63" fmla="*/ 747729 w 1292919"/>
                <a:gd name="connsiteY63" fmla="*/ 946097 h 1686974"/>
                <a:gd name="connsiteX64" fmla="*/ 741844 w 1292919"/>
                <a:gd name="connsiteY64" fmla="*/ 941407 h 1686974"/>
                <a:gd name="connsiteX65" fmla="*/ 740039 w 1292919"/>
                <a:gd name="connsiteY65" fmla="*/ 924019 h 1686974"/>
                <a:gd name="connsiteX66" fmla="*/ 728790 w 1292919"/>
                <a:gd name="connsiteY66" fmla="*/ 918935 h 1686974"/>
                <a:gd name="connsiteX67" fmla="*/ 728663 w 1292919"/>
                <a:gd name="connsiteY67" fmla="*/ 912669 h 1686974"/>
                <a:gd name="connsiteX68" fmla="*/ 719766 w 1292919"/>
                <a:gd name="connsiteY68" fmla="*/ 903772 h 1686974"/>
                <a:gd name="connsiteX69" fmla="*/ 714682 w 1292919"/>
                <a:gd name="connsiteY69" fmla="*/ 888735 h 1686974"/>
                <a:gd name="connsiteX70" fmla="*/ 717682 w 1292919"/>
                <a:gd name="connsiteY70" fmla="*/ 883779 h 1686974"/>
                <a:gd name="connsiteX71" fmla="*/ 735705 w 1292919"/>
                <a:gd name="connsiteY71" fmla="*/ 877906 h 1686974"/>
                <a:gd name="connsiteX72" fmla="*/ 738247 w 1292919"/>
                <a:gd name="connsiteY72" fmla="*/ 864560 h 1686974"/>
                <a:gd name="connsiteX73" fmla="*/ 746483 w 1292919"/>
                <a:gd name="connsiteY73" fmla="*/ 856845 h 1686974"/>
                <a:gd name="connsiteX74" fmla="*/ 739696 w 1292919"/>
                <a:gd name="connsiteY74" fmla="*/ 853452 h 1686974"/>
                <a:gd name="connsiteX75" fmla="*/ 730163 w 1292919"/>
                <a:gd name="connsiteY75" fmla="*/ 858943 h 1686974"/>
                <a:gd name="connsiteX76" fmla="*/ 727036 w 1292919"/>
                <a:gd name="connsiteY76" fmla="*/ 869276 h 1686974"/>
                <a:gd name="connsiteX77" fmla="*/ 722855 w 1292919"/>
                <a:gd name="connsiteY77" fmla="*/ 872797 h 1686974"/>
                <a:gd name="connsiteX78" fmla="*/ 716334 w 1292919"/>
                <a:gd name="connsiteY78" fmla="*/ 871627 h 1686974"/>
                <a:gd name="connsiteX79" fmla="*/ 712280 w 1292919"/>
                <a:gd name="connsiteY79" fmla="*/ 879330 h 1686974"/>
                <a:gd name="connsiteX80" fmla="*/ 698057 w 1292919"/>
                <a:gd name="connsiteY80" fmla="*/ 885075 h 1686974"/>
                <a:gd name="connsiteX81" fmla="*/ 698057 w 1292919"/>
                <a:gd name="connsiteY81" fmla="*/ 890566 h 1686974"/>
                <a:gd name="connsiteX82" fmla="*/ 704578 w 1292919"/>
                <a:gd name="connsiteY82" fmla="*/ 888735 h 1686974"/>
                <a:gd name="connsiteX83" fmla="*/ 708111 w 1292919"/>
                <a:gd name="connsiteY83" fmla="*/ 893578 h 1686974"/>
                <a:gd name="connsiteX84" fmla="*/ 708238 w 1292919"/>
                <a:gd name="connsiteY84" fmla="*/ 900899 h 1686974"/>
                <a:gd name="connsiteX85" fmla="*/ 701591 w 1292919"/>
                <a:gd name="connsiteY85" fmla="*/ 904814 h 1686974"/>
                <a:gd name="connsiteX86" fmla="*/ 699887 w 1292919"/>
                <a:gd name="connsiteY86" fmla="*/ 918922 h 1686974"/>
                <a:gd name="connsiteX87" fmla="*/ 50383 w 1292919"/>
                <a:gd name="connsiteY87" fmla="*/ 749330 h 1686974"/>
                <a:gd name="connsiteX88" fmla="*/ 77265 w 1292919"/>
                <a:gd name="connsiteY88" fmla="*/ 760693 h 1686974"/>
                <a:gd name="connsiteX89" fmla="*/ 73224 w 1292919"/>
                <a:gd name="connsiteY89" fmla="*/ 797031 h 1686974"/>
                <a:gd name="connsiteX90" fmla="*/ 44778 w 1292919"/>
                <a:gd name="connsiteY90" fmla="*/ 840945 h 1686974"/>
                <a:gd name="connsiteX91" fmla="*/ 20120 w 1292919"/>
                <a:gd name="connsiteY91" fmla="*/ 836764 h 1686974"/>
                <a:gd name="connsiteX92" fmla="*/ 0 w 1292919"/>
                <a:gd name="connsiteY92" fmla="*/ 807225 h 1686974"/>
                <a:gd name="connsiteX93" fmla="*/ 416056 w 1292919"/>
                <a:gd name="connsiteY93" fmla="*/ 247938 h 1686974"/>
                <a:gd name="connsiteX94" fmla="*/ 424661 w 1292919"/>
                <a:gd name="connsiteY94" fmla="*/ 236499 h 1686974"/>
                <a:gd name="connsiteX95" fmla="*/ 439544 w 1292919"/>
                <a:gd name="connsiteY95" fmla="*/ 227207 h 1686974"/>
                <a:gd name="connsiteX96" fmla="*/ 491859 w 1292919"/>
                <a:gd name="connsiteY96" fmla="*/ 255055 h 1686974"/>
                <a:gd name="connsiteX97" fmla="*/ 484945 w 1292919"/>
                <a:gd name="connsiteY97" fmla="*/ 286018 h 1686974"/>
                <a:gd name="connsiteX98" fmla="*/ 536371 w 1292919"/>
                <a:gd name="connsiteY98" fmla="*/ 342362 h 1686974"/>
                <a:gd name="connsiteX99" fmla="*/ 504392 w 1292919"/>
                <a:gd name="connsiteY99" fmla="*/ 372155 h 1686974"/>
                <a:gd name="connsiteX100" fmla="*/ 531159 w 1292919"/>
                <a:gd name="connsiteY100" fmla="*/ 389758 h 1686974"/>
                <a:gd name="connsiteX101" fmla="*/ 549945 w 1292919"/>
                <a:gd name="connsiteY101" fmla="*/ 367274 h 1686974"/>
                <a:gd name="connsiteX102" fmla="*/ 582572 w 1292919"/>
                <a:gd name="connsiteY102" fmla="*/ 381916 h 1686974"/>
                <a:gd name="connsiteX103" fmla="*/ 596414 w 1292919"/>
                <a:gd name="connsiteY103" fmla="*/ 431193 h 1686974"/>
                <a:gd name="connsiteX104" fmla="*/ 577081 w 1292919"/>
                <a:gd name="connsiteY104" fmla="*/ 451060 h 1686974"/>
                <a:gd name="connsiteX105" fmla="*/ 588050 w 1292919"/>
                <a:gd name="connsiteY105" fmla="*/ 468574 h 1686974"/>
                <a:gd name="connsiteX106" fmla="*/ 618974 w 1292919"/>
                <a:gd name="connsiteY106" fmla="*/ 445454 h 1686974"/>
                <a:gd name="connsiteX107" fmla="*/ 633337 w 1292919"/>
                <a:gd name="connsiteY107" fmla="*/ 426389 h 1686974"/>
                <a:gd name="connsiteX108" fmla="*/ 635815 w 1292919"/>
                <a:gd name="connsiteY108" fmla="*/ 422207 h 1686974"/>
                <a:gd name="connsiteX109" fmla="*/ 639628 w 1292919"/>
                <a:gd name="connsiteY109" fmla="*/ 418814 h 1686974"/>
                <a:gd name="connsiteX110" fmla="*/ 653063 w 1292919"/>
                <a:gd name="connsiteY110" fmla="*/ 403790 h 1686974"/>
                <a:gd name="connsiteX111" fmla="*/ 643149 w 1292919"/>
                <a:gd name="connsiteY111" fmla="*/ 370845 h 1686974"/>
                <a:gd name="connsiteX112" fmla="*/ 668989 w 1292919"/>
                <a:gd name="connsiteY112" fmla="*/ 324580 h 1686974"/>
                <a:gd name="connsiteX113" fmla="*/ 687114 w 1292919"/>
                <a:gd name="connsiteY113" fmla="*/ 322038 h 1686974"/>
                <a:gd name="connsiteX114" fmla="*/ 700561 w 1292919"/>
                <a:gd name="connsiteY114" fmla="*/ 333134 h 1686974"/>
                <a:gd name="connsiteX115" fmla="*/ 723528 w 1292919"/>
                <a:gd name="connsiteY115" fmla="*/ 310256 h 1686974"/>
                <a:gd name="connsiteX116" fmla="*/ 703688 w 1292919"/>
                <a:gd name="connsiteY116" fmla="*/ 299274 h 1686974"/>
                <a:gd name="connsiteX117" fmla="*/ 701209 w 1292919"/>
                <a:gd name="connsiteY117" fmla="*/ 287378 h 1686974"/>
                <a:gd name="connsiteX118" fmla="*/ 689770 w 1292919"/>
                <a:gd name="connsiteY118" fmla="*/ 271960 h 1686974"/>
                <a:gd name="connsiteX119" fmla="*/ 700726 w 1292919"/>
                <a:gd name="connsiteY119" fmla="*/ 257839 h 1686974"/>
                <a:gd name="connsiteX120" fmla="*/ 698184 w 1292919"/>
                <a:gd name="connsiteY120" fmla="*/ 246997 h 1686974"/>
                <a:gd name="connsiteX121" fmla="*/ 701311 w 1292919"/>
                <a:gd name="connsiteY121" fmla="*/ 243591 h 1686974"/>
                <a:gd name="connsiteX122" fmla="*/ 709280 w 1292919"/>
                <a:gd name="connsiteY122" fmla="*/ 248815 h 1686974"/>
                <a:gd name="connsiteX123" fmla="*/ 722982 w 1292919"/>
                <a:gd name="connsiteY123" fmla="*/ 246209 h 1686974"/>
                <a:gd name="connsiteX124" fmla="*/ 742301 w 1292919"/>
                <a:gd name="connsiteY124" fmla="*/ 228707 h 1686974"/>
                <a:gd name="connsiteX125" fmla="*/ 763299 w 1292919"/>
                <a:gd name="connsiteY125" fmla="*/ 206998 h 1686974"/>
                <a:gd name="connsiteX126" fmla="*/ 787448 w 1292919"/>
                <a:gd name="connsiteY126" fmla="*/ 183739 h 1686974"/>
                <a:gd name="connsiteX127" fmla="*/ 787982 w 1292919"/>
                <a:gd name="connsiteY127" fmla="*/ 171842 h 1686974"/>
                <a:gd name="connsiteX128" fmla="*/ 766832 w 1292919"/>
                <a:gd name="connsiteY128" fmla="*/ 142608 h 1686974"/>
                <a:gd name="connsiteX129" fmla="*/ 747767 w 1292919"/>
                <a:gd name="connsiteY129" fmla="*/ 138935 h 1686974"/>
                <a:gd name="connsiteX130" fmla="*/ 709789 w 1292919"/>
                <a:gd name="connsiteY130" fmla="*/ 158280 h 1686974"/>
                <a:gd name="connsiteX131" fmla="*/ 647407 w 1292919"/>
                <a:gd name="connsiteY131" fmla="*/ 187437 h 1686974"/>
                <a:gd name="connsiteX132" fmla="*/ 639781 w 1292919"/>
                <a:gd name="connsiteY132" fmla="*/ 155929 h 1686974"/>
                <a:gd name="connsiteX133" fmla="*/ 642386 w 1292919"/>
                <a:gd name="connsiteY133" fmla="*/ 103906 h 1686974"/>
                <a:gd name="connsiteX134" fmla="*/ 597901 w 1292919"/>
                <a:gd name="connsiteY134" fmla="*/ 84434 h 1686974"/>
                <a:gd name="connsiteX135" fmla="*/ 597774 w 1292919"/>
                <a:gd name="connsiteY135" fmla="*/ 73846 h 1686974"/>
                <a:gd name="connsiteX136" fmla="*/ 618390 w 1292919"/>
                <a:gd name="connsiteY136" fmla="*/ 75549 h 1686974"/>
                <a:gd name="connsiteX137" fmla="*/ 685194 w 1292919"/>
                <a:gd name="connsiteY137" fmla="*/ 86264 h 1686974"/>
                <a:gd name="connsiteX138" fmla="*/ 699290 w 1292919"/>
                <a:gd name="connsiteY138" fmla="*/ 81434 h 1686974"/>
                <a:gd name="connsiteX139" fmla="*/ 709344 w 1292919"/>
                <a:gd name="connsiteY139" fmla="*/ 83252 h 1686974"/>
                <a:gd name="connsiteX140" fmla="*/ 799586 w 1292919"/>
                <a:gd name="connsiteY140" fmla="*/ 61949 h 1686974"/>
                <a:gd name="connsiteX141" fmla="*/ 817215 w 1292919"/>
                <a:gd name="connsiteY141" fmla="*/ 57653 h 1686974"/>
                <a:gd name="connsiteX142" fmla="*/ 831819 w 1292919"/>
                <a:gd name="connsiteY142" fmla="*/ 53980 h 1686974"/>
                <a:gd name="connsiteX143" fmla="*/ 844529 w 1292919"/>
                <a:gd name="connsiteY143" fmla="*/ 50587 h 1686974"/>
                <a:gd name="connsiteX144" fmla="*/ 867243 w 1292919"/>
                <a:gd name="connsiteY144" fmla="*/ 38550 h 1686974"/>
                <a:gd name="connsiteX145" fmla="*/ 882635 w 1292919"/>
                <a:gd name="connsiteY145" fmla="*/ 30720 h 1686974"/>
                <a:gd name="connsiteX146" fmla="*/ 900251 w 1292919"/>
                <a:gd name="connsiteY146" fmla="*/ 21302 h 1686974"/>
                <a:gd name="connsiteX147" fmla="*/ 925824 w 1292919"/>
                <a:gd name="connsiteY147" fmla="*/ 8096 h 1686974"/>
                <a:gd name="connsiteX148" fmla="*/ 957600 w 1292919"/>
                <a:gd name="connsiteY148" fmla="*/ 0 h 1686974"/>
                <a:gd name="connsiteX149" fmla="*/ 972610 w 1292919"/>
                <a:gd name="connsiteY149" fmla="*/ 31508 h 1686974"/>
                <a:gd name="connsiteX150" fmla="*/ 985651 w 1292919"/>
                <a:gd name="connsiteY150" fmla="*/ 41168 h 1686974"/>
                <a:gd name="connsiteX151" fmla="*/ 988523 w 1292919"/>
                <a:gd name="connsiteY151" fmla="*/ 71355 h 1686974"/>
                <a:gd name="connsiteX152" fmla="*/ 972076 w 1292919"/>
                <a:gd name="connsiteY152" fmla="*/ 89149 h 1686974"/>
                <a:gd name="connsiteX153" fmla="*/ 914016 w 1292919"/>
                <a:gd name="connsiteY153" fmla="*/ 120925 h 1686974"/>
                <a:gd name="connsiteX154" fmla="*/ 913228 w 1292919"/>
                <a:gd name="connsiteY154" fmla="*/ 128894 h 1686974"/>
                <a:gd name="connsiteX155" fmla="*/ 930336 w 1292919"/>
                <a:gd name="connsiteY155" fmla="*/ 128360 h 1686974"/>
                <a:gd name="connsiteX156" fmla="*/ 941775 w 1292919"/>
                <a:gd name="connsiteY156" fmla="*/ 165220 h 1686974"/>
                <a:gd name="connsiteX157" fmla="*/ 933692 w 1292919"/>
                <a:gd name="connsiteY157" fmla="*/ 196856 h 1686974"/>
                <a:gd name="connsiteX158" fmla="*/ 948296 w 1292919"/>
                <a:gd name="connsiteY158" fmla="*/ 230703 h 1686974"/>
                <a:gd name="connsiteX159" fmla="*/ 936043 w 1292919"/>
                <a:gd name="connsiteY159" fmla="*/ 246769 h 1686974"/>
                <a:gd name="connsiteX160" fmla="*/ 932116 w 1292919"/>
                <a:gd name="connsiteY160" fmla="*/ 273701 h 1686974"/>
                <a:gd name="connsiteX161" fmla="*/ 900340 w 1292919"/>
                <a:gd name="connsiteY161" fmla="*/ 310180 h 1686974"/>
                <a:gd name="connsiteX162" fmla="*/ 916126 w 1292919"/>
                <a:gd name="connsiteY162" fmla="*/ 314349 h 1686974"/>
                <a:gd name="connsiteX163" fmla="*/ 961285 w 1292919"/>
                <a:gd name="connsiteY163" fmla="*/ 319331 h 1686974"/>
                <a:gd name="connsiteX164" fmla="*/ 973996 w 1292919"/>
                <a:gd name="connsiteY164" fmla="*/ 303901 h 1686974"/>
                <a:gd name="connsiteX165" fmla="*/ 987557 w 1292919"/>
                <a:gd name="connsiteY165" fmla="*/ 299973 h 1686974"/>
                <a:gd name="connsiteX166" fmla="*/ 1006470 w 1292919"/>
                <a:gd name="connsiteY166" fmla="*/ 317361 h 1686974"/>
                <a:gd name="connsiteX167" fmla="*/ 1041589 w 1292919"/>
                <a:gd name="connsiteY167" fmla="*/ 316713 h 1686974"/>
                <a:gd name="connsiteX168" fmla="*/ 1091031 w 1292919"/>
                <a:gd name="connsiteY168" fmla="*/ 342845 h 1686974"/>
                <a:gd name="connsiteX169" fmla="*/ 1200784 w 1292919"/>
                <a:gd name="connsiteY169" fmla="*/ 327593 h 1686974"/>
                <a:gd name="connsiteX170" fmla="*/ 1214879 w 1292919"/>
                <a:gd name="connsiteY170" fmla="*/ 348234 h 1686974"/>
                <a:gd name="connsiteX171" fmla="*/ 1238508 w 1292919"/>
                <a:gd name="connsiteY171" fmla="*/ 344421 h 1686974"/>
                <a:gd name="connsiteX172" fmla="*/ 1241113 w 1292919"/>
                <a:gd name="connsiteY172" fmla="*/ 361135 h 1686974"/>
                <a:gd name="connsiteX173" fmla="*/ 1250392 w 1292919"/>
                <a:gd name="connsiteY173" fmla="*/ 421915 h 1686974"/>
                <a:gd name="connsiteX174" fmla="*/ 1207177 w 1292919"/>
                <a:gd name="connsiteY174" fmla="*/ 462435 h 1686974"/>
                <a:gd name="connsiteX175" fmla="*/ 1162793 w 1292919"/>
                <a:gd name="connsiteY175" fmla="*/ 423491 h 1686974"/>
                <a:gd name="connsiteX176" fmla="*/ 1133699 w 1292919"/>
                <a:gd name="connsiteY176" fmla="*/ 454720 h 1686974"/>
                <a:gd name="connsiteX177" fmla="*/ 1189942 w 1292919"/>
                <a:gd name="connsiteY177" fmla="*/ 505561 h 1686974"/>
                <a:gd name="connsiteX178" fmla="*/ 1169860 w 1292919"/>
                <a:gd name="connsiteY178" fmla="*/ 535099 h 1686974"/>
                <a:gd name="connsiteX179" fmla="*/ 1169593 w 1292919"/>
                <a:gd name="connsiteY179" fmla="*/ 565159 h 1686974"/>
                <a:gd name="connsiteX180" fmla="*/ 1133839 w 1292919"/>
                <a:gd name="connsiteY180" fmla="*/ 628812 h 1686974"/>
                <a:gd name="connsiteX181" fmla="*/ 1136064 w 1292919"/>
                <a:gd name="connsiteY181" fmla="*/ 643314 h 1686974"/>
                <a:gd name="connsiteX182" fmla="*/ 1109690 w 1292919"/>
                <a:gd name="connsiteY182" fmla="*/ 693647 h 1686974"/>
                <a:gd name="connsiteX183" fmla="*/ 1120125 w 1292919"/>
                <a:gd name="connsiteY183" fmla="*/ 712852 h 1686974"/>
                <a:gd name="connsiteX184" fmla="*/ 1137360 w 1292919"/>
                <a:gd name="connsiteY184" fmla="*/ 761862 h 1686974"/>
                <a:gd name="connsiteX185" fmla="*/ 1128615 w 1292919"/>
                <a:gd name="connsiteY185" fmla="*/ 841212 h 1686974"/>
                <a:gd name="connsiteX186" fmla="*/ 1230132 w 1292919"/>
                <a:gd name="connsiteY186" fmla="*/ 872047 h 1686974"/>
                <a:gd name="connsiteX187" fmla="*/ 1222709 w 1292919"/>
                <a:gd name="connsiteY187" fmla="*/ 911449 h 1686974"/>
                <a:gd name="connsiteX188" fmla="*/ 1230271 w 1292919"/>
                <a:gd name="connsiteY188" fmla="*/ 914321 h 1686974"/>
                <a:gd name="connsiteX189" fmla="*/ 1292920 w 1292919"/>
                <a:gd name="connsiteY189" fmla="*/ 937721 h 1686974"/>
                <a:gd name="connsiteX190" fmla="*/ 1285091 w 1292919"/>
                <a:gd name="connsiteY190" fmla="*/ 982931 h 1686974"/>
                <a:gd name="connsiteX191" fmla="*/ 1286908 w 1292919"/>
                <a:gd name="connsiteY191" fmla="*/ 1039275 h 1686974"/>
                <a:gd name="connsiteX192" fmla="*/ 1236665 w 1292919"/>
                <a:gd name="connsiteY192" fmla="*/ 1066844 h 1686974"/>
                <a:gd name="connsiteX193" fmla="*/ 1221527 w 1292919"/>
                <a:gd name="connsiteY193" fmla="*/ 1041626 h 1686974"/>
                <a:gd name="connsiteX194" fmla="*/ 1190209 w 1292919"/>
                <a:gd name="connsiteY194" fmla="*/ 1041754 h 1686974"/>
                <a:gd name="connsiteX195" fmla="*/ 1189167 w 1292919"/>
                <a:gd name="connsiteY195" fmla="*/ 1082147 h 1686974"/>
                <a:gd name="connsiteX196" fmla="*/ 1155370 w 1292919"/>
                <a:gd name="connsiteY196" fmla="*/ 1097183 h 1686974"/>
                <a:gd name="connsiteX197" fmla="*/ 1170508 w 1292919"/>
                <a:gd name="connsiteY197" fmla="*/ 1230767 h 1686974"/>
                <a:gd name="connsiteX198" fmla="*/ 1126404 w 1292919"/>
                <a:gd name="connsiteY198" fmla="*/ 1267741 h 1686974"/>
                <a:gd name="connsiteX199" fmla="*/ 1089544 w 1292919"/>
                <a:gd name="connsiteY199" fmla="*/ 1253633 h 1686974"/>
                <a:gd name="connsiteX200" fmla="*/ 1047524 w 1292919"/>
                <a:gd name="connsiteY200" fmla="*/ 1319497 h 1686974"/>
                <a:gd name="connsiteX201" fmla="*/ 997954 w 1292919"/>
                <a:gd name="connsiteY201" fmla="*/ 1347853 h 1686974"/>
                <a:gd name="connsiteX202" fmla="*/ 964539 w 1292919"/>
                <a:gd name="connsiteY202" fmla="*/ 1369715 h 1686974"/>
                <a:gd name="connsiteX203" fmla="*/ 946402 w 1292919"/>
                <a:gd name="connsiteY203" fmla="*/ 1400436 h 1686974"/>
                <a:gd name="connsiteX204" fmla="*/ 912733 w 1292919"/>
                <a:gd name="connsiteY204" fmla="*/ 1413235 h 1686974"/>
                <a:gd name="connsiteX205" fmla="*/ 900454 w 1292919"/>
                <a:gd name="connsiteY205" fmla="*/ 1380048 h 1686974"/>
                <a:gd name="connsiteX206" fmla="*/ 862616 w 1292919"/>
                <a:gd name="connsiteY206" fmla="*/ 1406193 h 1686974"/>
                <a:gd name="connsiteX207" fmla="*/ 808064 w 1292919"/>
                <a:gd name="connsiteY207" fmla="*/ 1442138 h 1686974"/>
                <a:gd name="connsiteX208" fmla="*/ 793714 w 1292919"/>
                <a:gd name="connsiteY208" fmla="*/ 1487094 h 1686974"/>
                <a:gd name="connsiteX209" fmla="*/ 737332 w 1292919"/>
                <a:gd name="connsiteY209" fmla="*/ 1518869 h 1686974"/>
                <a:gd name="connsiteX210" fmla="*/ 724278 w 1292919"/>
                <a:gd name="connsiteY210" fmla="*/ 1543845 h 1686974"/>
                <a:gd name="connsiteX211" fmla="*/ 639209 w 1292919"/>
                <a:gd name="connsiteY211" fmla="*/ 1543845 h 1686974"/>
                <a:gd name="connsiteX212" fmla="*/ 591177 w 1292919"/>
                <a:gd name="connsiteY212" fmla="*/ 1577819 h 1686974"/>
                <a:gd name="connsiteX213" fmla="*/ 573573 w 1292919"/>
                <a:gd name="connsiteY213" fmla="*/ 1609595 h 1686974"/>
                <a:gd name="connsiteX214" fmla="*/ 556593 w 1292919"/>
                <a:gd name="connsiteY214" fmla="*/ 1640315 h 1686974"/>
                <a:gd name="connsiteX215" fmla="*/ 546018 w 1292919"/>
                <a:gd name="connsiteY215" fmla="*/ 1659520 h 1686974"/>
                <a:gd name="connsiteX216" fmla="*/ 476467 w 1292919"/>
                <a:gd name="connsiteY216" fmla="*/ 1686974 h 1686974"/>
                <a:gd name="connsiteX217" fmla="*/ 468511 w 1292919"/>
                <a:gd name="connsiteY217" fmla="*/ 1609200 h 1686974"/>
                <a:gd name="connsiteX218" fmla="*/ 479086 w 1292919"/>
                <a:gd name="connsiteY218" fmla="*/ 1577959 h 1686974"/>
                <a:gd name="connsiteX219" fmla="*/ 444883 w 1292919"/>
                <a:gd name="connsiteY219" fmla="*/ 1535354 h 1686974"/>
                <a:gd name="connsiteX220" fmla="*/ 439938 w 1292919"/>
                <a:gd name="connsiteY220" fmla="*/ 1524907 h 1686974"/>
                <a:gd name="connsiteX221" fmla="*/ 431829 w 1292919"/>
                <a:gd name="connsiteY221" fmla="*/ 1513925 h 1686974"/>
                <a:gd name="connsiteX222" fmla="*/ 437968 w 1292919"/>
                <a:gd name="connsiteY222" fmla="*/ 1501774 h 1686974"/>
                <a:gd name="connsiteX223" fmla="*/ 426758 w 1292919"/>
                <a:gd name="connsiteY223" fmla="*/ 1497580 h 1686974"/>
                <a:gd name="connsiteX224" fmla="*/ 413565 w 1292919"/>
                <a:gd name="connsiteY224" fmla="*/ 1492877 h 1686974"/>
                <a:gd name="connsiteX225" fmla="*/ 375434 w 1292919"/>
                <a:gd name="connsiteY225" fmla="*/ 1474307 h 1686974"/>
                <a:gd name="connsiteX226" fmla="*/ 328978 w 1292919"/>
                <a:gd name="connsiteY226" fmla="*/ 1461902 h 1686974"/>
                <a:gd name="connsiteX227" fmla="*/ 313179 w 1292919"/>
                <a:gd name="connsiteY227" fmla="*/ 1482556 h 1686974"/>
                <a:gd name="connsiteX228" fmla="*/ 296224 w 1292919"/>
                <a:gd name="connsiteY228" fmla="*/ 1477981 h 1686974"/>
                <a:gd name="connsiteX229" fmla="*/ 300800 w 1292919"/>
                <a:gd name="connsiteY229" fmla="*/ 1441769 h 1686974"/>
                <a:gd name="connsiteX230" fmla="*/ 281734 w 1292919"/>
                <a:gd name="connsiteY230" fmla="*/ 1433419 h 1686974"/>
                <a:gd name="connsiteX231" fmla="*/ 267512 w 1292919"/>
                <a:gd name="connsiteY231" fmla="*/ 1463211 h 1686974"/>
                <a:gd name="connsiteX232" fmla="*/ 218844 w 1292919"/>
                <a:gd name="connsiteY232" fmla="*/ 1520598 h 1686974"/>
                <a:gd name="connsiteX233" fmla="*/ 198228 w 1292919"/>
                <a:gd name="connsiteY233" fmla="*/ 1519136 h 1686974"/>
                <a:gd name="connsiteX234" fmla="*/ 181387 w 1292919"/>
                <a:gd name="connsiteY234" fmla="*/ 1482556 h 1686974"/>
                <a:gd name="connsiteX235" fmla="*/ 166783 w 1292919"/>
                <a:gd name="connsiteY235" fmla="*/ 1484907 h 1686974"/>
                <a:gd name="connsiteX236" fmla="*/ 161699 w 1292919"/>
                <a:gd name="connsiteY236" fmla="*/ 1462830 h 1686974"/>
                <a:gd name="connsiteX237" fmla="*/ 149955 w 1292919"/>
                <a:gd name="connsiteY237" fmla="*/ 1463732 h 1686974"/>
                <a:gd name="connsiteX238" fmla="*/ 125564 w 1292919"/>
                <a:gd name="connsiteY238" fmla="*/ 1422297 h 1686974"/>
                <a:gd name="connsiteX239" fmla="*/ 149447 w 1292919"/>
                <a:gd name="connsiteY239" fmla="*/ 1377201 h 1686974"/>
                <a:gd name="connsiteX240" fmla="*/ 166389 w 1292919"/>
                <a:gd name="connsiteY240" fmla="*/ 1387675 h 1686974"/>
                <a:gd name="connsiteX241" fmla="*/ 204901 w 1292919"/>
                <a:gd name="connsiteY241" fmla="*/ 1377507 h 1686974"/>
                <a:gd name="connsiteX242" fmla="*/ 214548 w 1292919"/>
                <a:gd name="connsiteY242" fmla="*/ 1378561 h 1686974"/>
                <a:gd name="connsiteX243" fmla="*/ 216251 w 1292919"/>
                <a:gd name="connsiteY243" fmla="*/ 1392161 h 1686974"/>
                <a:gd name="connsiteX244" fmla="*/ 222772 w 1292919"/>
                <a:gd name="connsiteY244" fmla="*/ 1393992 h 1686974"/>
                <a:gd name="connsiteX245" fmla="*/ 219759 w 1292919"/>
                <a:gd name="connsiteY245" fmla="*/ 1406409 h 1686974"/>
                <a:gd name="connsiteX246" fmla="*/ 225110 w 1292919"/>
                <a:gd name="connsiteY246" fmla="*/ 1409930 h 1686974"/>
                <a:gd name="connsiteX247" fmla="*/ 229826 w 1292919"/>
                <a:gd name="connsiteY247" fmla="*/ 1412282 h 1686974"/>
                <a:gd name="connsiteX248" fmla="*/ 235825 w 1292919"/>
                <a:gd name="connsiteY248" fmla="*/ 1398033 h 1686974"/>
                <a:gd name="connsiteX249" fmla="*/ 233474 w 1292919"/>
                <a:gd name="connsiteY249" fmla="*/ 1392161 h 1686974"/>
                <a:gd name="connsiteX250" fmla="*/ 237910 w 1292919"/>
                <a:gd name="connsiteY250" fmla="*/ 1379603 h 1686974"/>
                <a:gd name="connsiteX251" fmla="*/ 240795 w 1292919"/>
                <a:gd name="connsiteY251" fmla="*/ 1376464 h 1686974"/>
                <a:gd name="connsiteX252" fmla="*/ 280069 w 1292919"/>
                <a:gd name="connsiteY252" fmla="*/ 1331254 h 1686974"/>
                <a:gd name="connsiteX253" fmla="*/ 289462 w 1292919"/>
                <a:gd name="connsiteY253" fmla="*/ 1329157 h 1686974"/>
                <a:gd name="connsiteX254" fmla="*/ 294165 w 1292919"/>
                <a:gd name="connsiteY254" fmla="*/ 1326017 h 1686974"/>
                <a:gd name="connsiteX255" fmla="*/ 310981 w 1292919"/>
                <a:gd name="connsiteY255" fmla="*/ 1318175 h 1686974"/>
                <a:gd name="connsiteX256" fmla="*/ 302249 w 1292919"/>
                <a:gd name="connsiteY256" fmla="*/ 1290467 h 1686974"/>
                <a:gd name="connsiteX257" fmla="*/ 278099 w 1292919"/>
                <a:gd name="connsiteY257" fmla="*/ 1313472 h 1686974"/>
                <a:gd name="connsiteX258" fmla="*/ 248345 w 1292919"/>
                <a:gd name="connsiteY258" fmla="*/ 1293136 h 1686974"/>
                <a:gd name="connsiteX259" fmla="*/ 234770 w 1292919"/>
                <a:gd name="connsiteY259" fmla="*/ 1273270 h 1686974"/>
                <a:gd name="connsiteX260" fmla="*/ 232228 w 1292919"/>
                <a:gd name="connsiteY260" fmla="*/ 1267385 h 1686974"/>
                <a:gd name="connsiteX261" fmla="*/ 209350 w 1292919"/>
                <a:gd name="connsiteY261" fmla="*/ 1255883 h 1686974"/>
                <a:gd name="connsiteX262" fmla="*/ 188073 w 1292919"/>
                <a:gd name="connsiteY262" fmla="*/ 1255488 h 1686974"/>
                <a:gd name="connsiteX263" fmla="*/ 184679 w 1292919"/>
                <a:gd name="connsiteY263" fmla="*/ 1261373 h 1686974"/>
                <a:gd name="connsiteX264" fmla="*/ 172427 w 1292919"/>
                <a:gd name="connsiteY264" fmla="*/ 1275494 h 1686974"/>
                <a:gd name="connsiteX265" fmla="*/ 163288 w 1292919"/>
                <a:gd name="connsiteY265" fmla="*/ 1272749 h 1686974"/>
                <a:gd name="connsiteX266" fmla="*/ 153488 w 1292919"/>
                <a:gd name="connsiteY266" fmla="*/ 1269737 h 1686974"/>
                <a:gd name="connsiteX267" fmla="*/ 144108 w 1292919"/>
                <a:gd name="connsiteY267" fmla="*/ 1249870 h 1686974"/>
                <a:gd name="connsiteX268" fmla="*/ 130267 w 1292919"/>
                <a:gd name="connsiteY268" fmla="*/ 1244507 h 1686974"/>
                <a:gd name="connsiteX269" fmla="*/ 126454 w 1292919"/>
                <a:gd name="connsiteY269" fmla="*/ 1257979 h 1686974"/>
                <a:gd name="connsiteX270" fmla="*/ 128131 w 1292919"/>
                <a:gd name="connsiteY270" fmla="*/ 1266457 h 1686974"/>
                <a:gd name="connsiteX271" fmla="*/ 99686 w 1292919"/>
                <a:gd name="connsiteY271" fmla="*/ 1278761 h 1686974"/>
                <a:gd name="connsiteX272" fmla="*/ 90420 w 1292919"/>
                <a:gd name="connsiteY272" fmla="*/ 1275088 h 1686974"/>
                <a:gd name="connsiteX273" fmla="*/ 99559 w 1292919"/>
                <a:gd name="connsiteY273" fmla="*/ 1250786 h 1686974"/>
                <a:gd name="connsiteX274" fmla="*/ 103613 w 1292919"/>
                <a:gd name="connsiteY274" fmla="*/ 1223204 h 1686974"/>
                <a:gd name="connsiteX275" fmla="*/ 98263 w 1292919"/>
                <a:gd name="connsiteY275" fmla="*/ 1202156 h 1686974"/>
                <a:gd name="connsiteX276" fmla="*/ 108685 w 1292919"/>
                <a:gd name="connsiteY276" fmla="*/ 1178515 h 1686974"/>
                <a:gd name="connsiteX277" fmla="*/ 97093 w 1292919"/>
                <a:gd name="connsiteY277" fmla="*/ 1087282 h 1686974"/>
                <a:gd name="connsiteX278" fmla="*/ 109867 w 1292919"/>
                <a:gd name="connsiteY278" fmla="*/ 1068458 h 1686974"/>
                <a:gd name="connsiteX279" fmla="*/ 112485 w 1292919"/>
                <a:gd name="connsiteY279" fmla="*/ 1058379 h 1686974"/>
                <a:gd name="connsiteX280" fmla="*/ 140549 w 1292919"/>
                <a:gd name="connsiteY280" fmla="*/ 1057476 h 1686974"/>
                <a:gd name="connsiteX281" fmla="*/ 160377 w 1292919"/>
                <a:gd name="connsiteY281" fmla="*/ 1022193 h 1686974"/>
                <a:gd name="connsiteX282" fmla="*/ 193424 w 1292919"/>
                <a:gd name="connsiteY282" fmla="*/ 1020756 h 1686974"/>
                <a:gd name="connsiteX283" fmla="*/ 205422 w 1292919"/>
                <a:gd name="connsiteY283" fmla="*/ 1032780 h 1686974"/>
                <a:gd name="connsiteX284" fmla="*/ 212871 w 1292919"/>
                <a:gd name="connsiteY284" fmla="*/ 1036822 h 1686974"/>
                <a:gd name="connsiteX285" fmla="*/ 242752 w 1292919"/>
                <a:gd name="connsiteY285" fmla="*/ 1021265 h 1686974"/>
                <a:gd name="connsiteX286" fmla="*/ 250721 w 1292919"/>
                <a:gd name="connsiteY286" fmla="*/ 983769 h 1686974"/>
                <a:gd name="connsiteX287" fmla="*/ 235965 w 1292919"/>
                <a:gd name="connsiteY287" fmla="*/ 974097 h 1686974"/>
                <a:gd name="connsiteX288" fmla="*/ 261932 w 1292919"/>
                <a:gd name="connsiteY288" fmla="*/ 943390 h 1686974"/>
                <a:gd name="connsiteX289" fmla="*/ 277349 w 1292919"/>
                <a:gd name="connsiteY289" fmla="*/ 931086 h 1686974"/>
                <a:gd name="connsiteX290" fmla="*/ 295601 w 1292919"/>
                <a:gd name="connsiteY290" fmla="*/ 905081 h 1686974"/>
                <a:gd name="connsiteX291" fmla="*/ 293263 w 1292919"/>
                <a:gd name="connsiteY291" fmla="*/ 897226 h 1686974"/>
                <a:gd name="connsiteX292" fmla="*/ 305007 w 1292919"/>
                <a:gd name="connsiteY292" fmla="*/ 880118 h 1686974"/>
                <a:gd name="connsiteX293" fmla="*/ 349124 w 1292919"/>
                <a:gd name="connsiteY293" fmla="*/ 833967 h 1686974"/>
                <a:gd name="connsiteX294" fmla="*/ 357589 w 1292919"/>
                <a:gd name="connsiteY294" fmla="*/ 839992 h 1686974"/>
                <a:gd name="connsiteX295" fmla="*/ 382018 w 1292919"/>
                <a:gd name="connsiteY295" fmla="*/ 813059 h 1686974"/>
                <a:gd name="connsiteX296" fmla="*/ 383963 w 1292919"/>
                <a:gd name="connsiteY296" fmla="*/ 802471 h 1686974"/>
                <a:gd name="connsiteX297" fmla="*/ 394398 w 1292919"/>
                <a:gd name="connsiteY297" fmla="*/ 770454 h 1686974"/>
                <a:gd name="connsiteX298" fmla="*/ 372790 w 1292919"/>
                <a:gd name="connsiteY298" fmla="*/ 744564 h 1686974"/>
                <a:gd name="connsiteX299" fmla="*/ 354386 w 1292919"/>
                <a:gd name="connsiteY299" fmla="*/ 751109 h 1686974"/>
                <a:gd name="connsiteX300" fmla="*/ 331508 w 1292919"/>
                <a:gd name="connsiteY300" fmla="*/ 746140 h 1686974"/>
                <a:gd name="connsiteX301" fmla="*/ 339604 w 1292919"/>
                <a:gd name="connsiteY301" fmla="*/ 717783 h 1686974"/>
                <a:gd name="connsiteX302" fmla="*/ 369486 w 1292919"/>
                <a:gd name="connsiteY302" fmla="*/ 704056 h 1686974"/>
                <a:gd name="connsiteX303" fmla="*/ 390102 w 1292919"/>
                <a:gd name="connsiteY303" fmla="*/ 662227 h 1686974"/>
                <a:gd name="connsiteX304" fmla="*/ 430177 w 1292919"/>
                <a:gd name="connsiteY304" fmla="*/ 636616 h 1686974"/>
                <a:gd name="connsiteX305" fmla="*/ 443345 w 1292919"/>
                <a:gd name="connsiteY305" fmla="*/ 591253 h 1686974"/>
                <a:gd name="connsiteX306" fmla="*/ 430304 w 1292919"/>
                <a:gd name="connsiteY306" fmla="*/ 549818 h 1686974"/>
                <a:gd name="connsiteX307" fmla="*/ 444654 w 1292919"/>
                <a:gd name="connsiteY307" fmla="*/ 523292 h 1686974"/>
                <a:gd name="connsiteX308" fmla="*/ 472972 w 1292919"/>
                <a:gd name="connsiteY308" fmla="*/ 539230 h 1686974"/>
                <a:gd name="connsiteX309" fmla="*/ 500235 w 1292919"/>
                <a:gd name="connsiteY309" fmla="*/ 516886 h 1686974"/>
                <a:gd name="connsiteX310" fmla="*/ 485746 w 1292919"/>
                <a:gd name="connsiteY310" fmla="*/ 486356 h 1686974"/>
                <a:gd name="connsiteX311" fmla="*/ 460567 w 1292919"/>
                <a:gd name="connsiteY311" fmla="*/ 452381 h 1686974"/>
                <a:gd name="connsiteX312" fmla="*/ 478971 w 1292919"/>
                <a:gd name="connsiteY312" fmla="*/ 407031 h 1686974"/>
                <a:gd name="connsiteX313" fmla="*/ 494224 w 1292919"/>
                <a:gd name="connsiteY313" fmla="*/ 388602 h 1686974"/>
                <a:gd name="connsiteX314" fmla="*/ 490690 w 1292919"/>
                <a:gd name="connsiteY314" fmla="*/ 383886 h 1686974"/>
                <a:gd name="connsiteX315" fmla="*/ 463414 w 1292919"/>
                <a:gd name="connsiteY315" fmla="*/ 347293 h 1686974"/>
                <a:gd name="connsiteX316" fmla="*/ 439671 w 1292919"/>
                <a:gd name="connsiteY316" fmla="*/ 356318 h 1686974"/>
                <a:gd name="connsiteX317" fmla="*/ 452852 w 1292919"/>
                <a:gd name="connsiteY317" fmla="*/ 404540 h 1686974"/>
                <a:gd name="connsiteX318" fmla="*/ 433138 w 1292919"/>
                <a:gd name="connsiteY318" fmla="*/ 410158 h 1686974"/>
                <a:gd name="connsiteX319" fmla="*/ 391767 w 1292919"/>
                <a:gd name="connsiteY319" fmla="*/ 339858 h 1686974"/>
                <a:gd name="connsiteX320" fmla="*/ 365940 w 1292919"/>
                <a:gd name="connsiteY320" fmla="*/ 330681 h 1686974"/>
                <a:gd name="connsiteX321" fmla="*/ 359927 w 1292919"/>
                <a:gd name="connsiteY321" fmla="*/ 291216 h 1686974"/>
                <a:gd name="connsiteX322" fmla="*/ 366194 w 1292919"/>
                <a:gd name="connsiteY322" fmla="*/ 292004 h 1686974"/>
                <a:gd name="connsiteX323" fmla="*/ 370375 w 1292919"/>
                <a:gd name="connsiteY323" fmla="*/ 284937 h 1686974"/>
                <a:gd name="connsiteX324" fmla="*/ 371545 w 1292919"/>
                <a:gd name="connsiteY324" fmla="*/ 277235 h 1686974"/>
                <a:gd name="connsiteX325" fmla="*/ 385246 w 1292919"/>
                <a:gd name="connsiteY325" fmla="*/ 271617 h 1686974"/>
                <a:gd name="connsiteX326" fmla="*/ 200592 w 1292919"/>
                <a:gd name="connsiteY326" fmla="*/ 691422 h 1686974"/>
                <a:gd name="connsiteX327" fmla="*/ 212604 w 1292919"/>
                <a:gd name="connsiteY327" fmla="*/ 681890 h 1686974"/>
                <a:gd name="connsiteX328" fmla="*/ 234656 w 1292919"/>
                <a:gd name="connsiteY328" fmla="*/ 715610 h 1686974"/>
                <a:gd name="connsiteX329" fmla="*/ 244430 w 1292919"/>
                <a:gd name="connsiteY329" fmla="*/ 724621 h 1686974"/>
                <a:gd name="connsiteX330" fmla="*/ 253975 w 1292919"/>
                <a:gd name="connsiteY330" fmla="*/ 732463 h 1686974"/>
                <a:gd name="connsiteX331" fmla="*/ 273422 w 1292919"/>
                <a:gd name="connsiteY331" fmla="*/ 755990 h 1686974"/>
                <a:gd name="connsiteX332" fmla="*/ 241303 w 1292919"/>
                <a:gd name="connsiteY332" fmla="*/ 806183 h 1686974"/>
                <a:gd name="connsiteX333" fmla="*/ 235825 w 1292919"/>
                <a:gd name="connsiteY333" fmla="*/ 814152 h 1686974"/>
                <a:gd name="connsiteX334" fmla="*/ 240134 w 1292919"/>
                <a:gd name="connsiteY334" fmla="*/ 820431 h 1686974"/>
                <a:gd name="connsiteX335" fmla="*/ 232177 w 1292919"/>
                <a:gd name="connsiteY335" fmla="*/ 831145 h 1686974"/>
                <a:gd name="connsiteX336" fmla="*/ 210888 w 1292919"/>
                <a:gd name="connsiteY336" fmla="*/ 824994 h 1686974"/>
                <a:gd name="connsiteX337" fmla="*/ 184539 w 1292919"/>
                <a:gd name="connsiteY337" fmla="*/ 806831 h 1686974"/>
                <a:gd name="connsiteX338" fmla="*/ 162932 w 1292919"/>
                <a:gd name="connsiteY338" fmla="*/ 797807 h 1686974"/>
                <a:gd name="connsiteX339" fmla="*/ 140613 w 1292919"/>
                <a:gd name="connsiteY339" fmla="*/ 804085 h 1686974"/>
                <a:gd name="connsiteX340" fmla="*/ 128208 w 1292919"/>
                <a:gd name="connsiteY340" fmla="*/ 820024 h 1686974"/>
                <a:gd name="connsiteX341" fmla="*/ 117646 w 1292919"/>
                <a:gd name="connsiteY341" fmla="*/ 822655 h 1686974"/>
                <a:gd name="connsiteX342" fmla="*/ 90763 w 1292919"/>
                <a:gd name="connsiteY342" fmla="*/ 826570 h 1686974"/>
                <a:gd name="connsiteX343" fmla="*/ 80062 w 1292919"/>
                <a:gd name="connsiteY343" fmla="*/ 815321 h 1686974"/>
                <a:gd name="connsiteX344" fmla="*/ 92073 w 1292919"/>
                <a:gd name="connsiteY344" fmla="*/ 796256 h 1686974"/>
                <a:gd name="connsiteX345" fmla="*/ 137346 w 1292919"/>
                <a:gd name="connsiteY345" fmla="*/ 789901 h 1686974"/>
                <a:gd name="connsiteX346" fmla="*/ 165144 w 1292919"/>
                <a:gd name="connsiteY346" fmla="*/ 745212 h 1686974"/>
                <a:gd name="connsiteX347" fmla="*/ 181845 w 1292919"/>
                <a:gd name="connsiteY347" fmla="*/ 721062 h 1686974"/>
                <a:gd name="connsiteX348" fmla="*/ 237122 w 1292919"/>
                <a:gd name="connsiteY348" fmla="*/ 652478 h 1686974"/>
                <a:gd name="connsiteX349" fmla="*/ 215069 w 1292919"/>
                <a:gd name="connsiteY349" fmla="*/ 648665 h 1686974"/>
                <a:gd name="connsiteX350" fmla="*/ 194326 w 1292919"/>
                <a:gd name="connsiteY350" fmla="*/ 669192 h 1686974"/>
                <a:gd name="connsiteX351" fmla="*/ 157912 w 1292919"/>
                <a:gd name="connsiteY351" fmla="*/ 685398 h 1686974"/>
                <a:gd name="connsiteX352" fmla="*/ 141871 w 1292919"/>
                <a:gd name="connsiteY352" fmla="*/ 673501 h 1686974"/>
                <a:gd name="connsiteX353" fmla="*/ 135605 w 1292919"/>
                <a:gd name="connsiteY353" fmla="*/ 668010 h 1686974"/>
                <a:gd name="connsiteX354" fmla="*/ 102317 w 1292919"/>
                <a:gd name="connsiteY354" fmla="*/ 656113 h 1686974"/>
                <a:gd name="connsiteX355" fmla="*/ 72702 w 1292919"/>
                <a:gd name="connsiteY355" fmla="*/ 629206 h 1686974"/>
                <a:gd name="connsiteX356" fmla="*/ 61861 w 1292919"/>
                <a:gd name="connsiteY356" fmla="*/ 639527 h 1686974"/>
                <a:gd name="connsiteX357" fmla="*/ 53116 w 1292919"/>
                <a:gd name="connsiteY357" fmla="*/ 629727 h 1686974"/>
                <a:gd name="connsiteX358" fmla="*/ 74266 w 1292919"/>
                <a:gd name="connsiteY358" fmla="*/ 602794 h 1686974"/>
                <a:gd name="connsiteX359" fmla="*/ 59395 w 1292919"/>
                <a:gd name="connsiteY359" fmla="*/ 596922 h 1686974"/>
                <a:gd name="connsiteX360" fmla="*/ 39821 w 1292919"/>
                <a:gd name="connsiteY360" fmla="*/ 577691 h 1686974"/>
                <a:gd name="connsiteX361" fmla="*/ 92530 w 1292919"/>
                <a:gd name="connsiteY361" fmla="*/ 523711 h 1686974"/>
                <a:gd name="connsiteX362" fmla="*/ 123200 w 1292919"/>
                <a:gd name="connsiteY362" fmla="*/ 494046 h 1686974"/>
                <a:gd name="connsiteX363" fmla="*/ 132987 w 1292919"/>
                <a:gd name="connsiteY363" fmla="*/ 485949 h 1686974"/>
                <a:gd name="connsiteX364" fmla="*/ 144731 w 1292919"/>
                <a:gd name="connsiteY364" fmla="*/ 484106 h 1686974"/>
                <a:gd name="connsiteX365" fmla="*/ 171613 w 1292919"/>
                <a:gd name="connsiteY365" fmla="*/ 471955 h 1686974"/>
                <a:gd name="connsiteX366" fmla="*/ 201774 w 1292919"/>
                <a:gd name="connsiteY366" fmla="*/ 439150 h 1686974"/>
                <a:gd name="connsiteX367" fmla="*/ 216251 w 1292919"/>
                <a:gd name="connsiteY367" fmla="*/ 426872 h 1686974"/>
                <a:gd name="connsiteX368" fmla="*/ 226953 w 1292919"/>
                <a:gd name="connsiteY368" fmla="*/ 423860 h 1686974"/>
                <a:gd name="connsiteX369" fmla="*/ 229826 w 1292919"/>
                <a:gd name="connsiteY369" fmla="*/ 416806 h 1686974"/>
                <a:gd name="connsiteX370" fmla="*/ 239219 w 1292919"/>
                <a:gd name="connsiteY370" fmla="*/ 411048 h 1686974"/>
                <a:gd name="connsiteX371" fmla="*/ 248751 w 1292919"/>
                <a:gd name="connsiteY371" fmla="*/ 405036 h 1686974"/>
                <a:gd name="connsiteX372" fmla="*/ 257229 w 1292919"/>
                <a:gd name="connsiteY372" fmla="*/ 391182 h 1686974"/>
                <a:gd name="connsiteX373" fmla="*/ 294673 w 1292919"/>
                <a:gd name="connsiteY373" fmla="*/ 345946 h 1686974"/>
                <a:gd name="connsiteX374" fmla="*/ 334749 w 1292919"/>
                <a:gd name="connsiteY374" fmla="*/ 366600 h 1686974"/>
                <a:gd name="connsiteX375" fmla="*/ 355365 w 1292919"/>
                <a:gd name="connsiteY375" fmla="*/ 394054 h 1686974"/>
                <a:gd name="connsiteX376" fmla="*/ 347535 w 1292919"/>
                <a:gd name="connsiteY376" fmla="*/ 421369 h 1686974"/>
                <a:gd name="connsiteX377" fmla="*/ 373629 w 1292919"/>
                <a:gd name="connsiteY377" fmla="*/ 446077 h 1686974"/>
                <a:gd name="connsiteX378" fmla="*/ 351577 w 1292919"/>
                <a:gd name="connsiteY378" fmla="*/ 466096 h 1686974"/>
                <a:gd name="connsiteX379" fmla="*/ 327428 w 1292919"/>
                <a:gd name="connsiteY379" fmla="*/ 503210 h 1686974"/>
                <a:gd name="connsiteX380" fmla="*/ 322610 w 1292919"/>
                <a:gd name="connsiteY380" fmla="*/ 535214 h 1686974"/>
                <a:gd name="connsiteX381" fmla="*/ 326665 w 1292919"/>
                <a:gd name="connsiteY381" fmla="*/ 576395 h 1686974"/>
                <a:gd name="connsiteX382" fmla="*/ 375599 w 1292919"/>
                <a:gd name="connsiteY382" fmla="*/ 589461 h 1686974"/>
                <a:gd name="connsiteX383" fmla="*/ 364160 w 1292919"/>
                <a:gd name="connsiteY383" fmla="*/ 611818 h 1686974"/>
                <a:gd name="connsiteX384" fmla="*/ 354500 w 1292919"/>
                <a:gd name="connsiteY384" fmla="*/ 618478 h 1686974"/>
                <a:gd name="connsiteX385" fmla="*/ 345501 w 1292919"/>
                <a:gd name="connsiteY385" fmla="*/ 648030 h 1686974"/>
                <a:gd name="connsiteX386" fmla="*/ 333236 w 1292919"/>
                <a:gd name="connsiteY386" fmla="*/ 667095 h 1686974"/>
                <a:gd name="connsiteX387" fmla="*/ 322000 w 1292919"/>
                <a:gd name="connsiteY387" fmla="*/ 655656 h 1686974"/>
                <a:gd name="connsiteX388" fmla="*/ 263686 w 1292919"/>
                <a:gd name="connsiteY388" fmla="*/ 677606 h 168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Lst>
              <a:rect l="l" t="t" r="r" b="b"/>
              <a:pathLst>
                <a:path w="1292919" h="1686974">
                  <a:moveTo>
                    <a:pt x="995603" y="217014"/>
                  </a:moveTo>
                  <a:lnTo>
                    <a:pt x="995476" y="223801"/>
                  </a:lnTo>
                  <a:lnTo>
                    <a:pt x="963624" y="238710"/>
                  </a:lnTo>
                  <a:lnTo>
                    <a:pt x="959442" y="228911"/>
                  </a:lnTo>
                  <a:lnTo>
                    <a:pt x="961400" y="214790"/>
                  </a:lnTo>
                  <a:lnTo>
                    <a:pt x="987240" y="192572"/>
                  </a:lnTo>
                  <a:lnTo>
                    <a:pt x="997154" y="198444"/>
                  </a:lnTo>
                  <a:close/>
                  <a:moveTo>
                    <a:pt x="751427" y="269126"/>
                  </a:moveTo>
                  <a:lnTo>
                    <a:pt x="759269" y="303354"/>
                  </a:lnTo>
                  <a:lnTo>
                    <a:pt x="769832" y="306901"/>
                  </a:lnTo>
                  <a:lnTo>
                    <a:pt x="799586" y="285852"/>
                  </a:lnTo>
                  <a:lnTo>
                    <a:pt x="795011" y="260101"/>
                  </a:lnTo>
                  <a:close/>
                  <a:moveTo>
                    <a:pt x="702239" y="924858"/>
                  </a:moveTo>
                  <a:lnTo>
                    <a:pt x="713449" y="926561"/>
                  </a:lnTo>
                  <a:lnTo>
                    <a:pt x="718165" y="934276"/>
                  </a:lnTo>
                  <a:lnTo>
                    <a:pt x="726376" y="926561"/>
                  </a:lnTo>
                  <a:lnTo>
                    <a:pt x="730557" y="928391"/>
                  </a:lnTo>
                  <a:lnTo>
                    <a:pt x="725473" y="933996"/>
                  </a:lnTo>
                  <a:lnTo>
                    <a:pt x="725219" y="943173"/>
                  </a:lnTo>
                  <a:lnTo>
                    <a:pt x="719347" y="945245"/>
                  </a:lnTo>
                  <a:lnTo>
                    <a:pt x="715165" y="952566"/>
                  </a:lnTo>
                  <a:lnTo>
                    <a:pt x="707539" y="955972"/>
                  </a:lnTo>
                  <a:lnTo>
                    <a:pt x="691105" y="975699"/>
                  </a:lnTo>
                  <a:lnTo>
                    <a:pt x="689910" y="989820"/>
                  </a:lnTo>
                  <a:lnTo>
                    <a:pt x="684572" y="999352"/>
                  </a:lnTo>
                  <a:lnTo>
                    <a:pt x="675675" y="1005250"/>
                  </a:lnTo>
                  <a:lnTo>
                    <a:pt x="681025" y="1011783"/>
                  </a:lnTo>
                  <a:lnTo>
                    <a:pt x="691092" y="1010512"/>
                  </a:lnTo>
                  <a:lnTo>
                    <a:pt x="695248" y="1000344"/>
                  </a:lnTo>
                  <a:lnTo>
                    <a:pt x="705823" y="1004157"/>
                  </a:lnTo>
                  <a:lnTo>
                    <a:pt x="707781" y="1009241"/>
                  </a:lnTo>
                  <a:lnTo>
                    <a:pt x="698121" y="1027811"/>
                  </a:lnTo>
                  <a:lnTo>
                    <a:pt x="703726" y="1045452"/>
                  </a:lnTo>
                  <a:lnTo>
                    <a:pt x="699277" y="1078651"/>
                  </a:lnTo>
                  <a:lnTo>
                    <a:pt x="701641" y="1102801"/>
                  </a:lnTo>
                  <a:lnTo>
                    <a:pt x="698769" y="1120061"/>
                  </a:lnTo>
                  <a:lnTo>
                    <a:pt x="703980" y="1122413"/>
                  </a:lnTo>
                  <a:lnTo>
                    <a:pt x="701120" y="1129480"/>
                  </a:lnTo>
                  <a:lnTo>
                    <a:pt x="708162" y="1148951"/>
                  </a:lnTo>
                  <a:lnTo>
                    <a:pt x="709979" y="1163060"/>
                  </a:lnTo>
                  <a:lnTo>
                    <a:pt x="717682" y="1160187"/>
                  </a:lnTo>
                  <a:lnTo>
                    <a:pt x="724736" y="1167902"/>
                  </a:lnTo>
                  <a:lnTo>
                    <a:pt x="729947" y="1165551"/>
                  </a:lnTo>
                  <a:lnTo>
                    <a:pt x="728257" y="1137055"/>
                  </a:lnTo>
                  <a:lnTo>
                    <a:pt x="727087" y="1106995"/>
                  </a:lnTo>
                  <a:lnTo>
                    <a:pt x="721736" y="1098098"/>
                  </a:lnTo>
                  <a:lnTo>
                    <a:pt x="720567" y="1075093"/>
                  </a:lnTo>
                  <a:lnTo>
                    <a:pt x="714034" y="1067390"/>
                  </a:lnTo>
                  <a:lnTo>
                    <a:pt x="712598" y="1039428"/>
                  </a:lnTo>
                  <a:lnTo>
                    <a:pt x="716411" y="1031319"/>
                  </a:lnTo>
                  <a:lnTo>
                    <a:pt x="714708" y="1023095"/>
                  </a:lnTo>
                  <a:lnTo>
                    <a:pt x="722677" y="1014859"/>
                  </a:lnTo>
                  <a:lnTo>
                    <a:pt x="714059" y="991713"/>
                  </a:lnTo>
                  <a:lnTo>
                    <a:pt x="724761" y="977478"/>
                  </a:lnTo>
                  <a:lnTo>
                    <a:pt x="731803" y="978647"/>
                  </a:lnTo>
                  <a:lnTo>
                    <a:pt x="737675" y="966878"/>
                  </a:lnTo>
                  <a:lnTo>
                    <a:pt x="735984" y="956824"/>
                  </a:lnTo>
                  <a:lnTo>
                    <a:pt x="747195" y="958527"/>
                  </a:lnTo>
                  <a:lnTo>
                    <a:pt x="755431" y="953303"/>
                  </a:lnTo>
                  <a:lnTo>
                    <a:pt x="761684" y="945588"/>
                  </a:lnTo>
                  <a:lnTo>
                    <a:pt x="763655" y="939703"/>
                  </a:lnTo>
                  <a:lnTo>
                    <a:pt x="760248" y="935522"/>
                  </a:lnTo>
                  <a:lnTo>
                    <a:pt x="754262" y="943249"/>
                  </a:lnTo>
                  <a:lnTo>
                    <a:pt x="747729" y="946097"/>
                  </a:lnTo>
                  <a:lnTo>
                    <a:pt x="741844" y="941407"/>
                  </a:lnTo>
                  <a:lnTo>
                    <a:pt x="740039" y="924019"/>
                  </a:lnTo>
                  <a:lnTo>
                    <a:pt x="728790" y="918935"/>
                  </a:lnTo>
                  <a:lnTo>
                    <a:pt x="728663" y="912669"/>
                  </a:lnTo>
                  <a:lnTo>
                    <a:pt x="719766" y="903772"/>
                  </a:lnTo>
                  <a:lnTo>
                    <a:pt x="714682" y="888735"/>
                  </a:lnTo>
                  <a:lnTo>
                    <a:pt x="717682" y="883779"/>
                  </a:lnTo>
                  <a:lnTo>
                    <a:pt x="735705" y="877906"/>
                  </a:lnTo>
                  <a:lnTo>
                    <a:pt x="738247" y="864560"/>
                  </a:lnTo>
                  <a:lnTo>
                    <a:pt x="746483" y="856845"/>
                  </a:lnTo>
                  <a:lnTo>
                    <a:pt x="739696" y="853452"/>
                  </a:lnTo>
                  <a:lnTo>
                    <a:pt x="730163" y="858943"/>
                  </a:lnTo>
                  <a:lnTo>
                    <a:pt x="727036" y="869276"/>
                  </a:lnTo>
                  <a:lnTo>
                    <a:pt x="722855" y="872797"/>
                  </a:lnTo>
                  <a:lnTo>
                    <a:pt x="716334" y="871627"/>
                  </a:lnTo>
                  <a:lnTo>
                    <a:pt x="712280" y="879330"/>
                  </a:lnTo>
                  <a:lnTo>
                    <a:pt x="698057" y="885075"/>
                  </a:lnTo>
                  <a:lnTo>
                    <a:pt x="698057" y="890566"/>
                  </a:lnTo>
                  <a:lnTo>
                    <a:pt x="704578" y="888735"/>
                  </a:lnTo>
                  <a:lnTo>
                    <a:pt x="708111" y="893578"/>
                  </a:lnTo>
                  <a:lnTo>
                    <a:pt x="708238" y="900899"/>
                  </a:lnTo>
                  <a:lnTo>
                    <a:pt x="701591" y="904814"/>
                  </a:lnTo>
                  <a:lnTo>
                    <a:pt x="699887" y="918922"/>
                  </a:lnTo>
                  <a:close/>
                  <a:moveTo>
                    <a:pt x="50383" y="749330"/>
                  </a:moveTo>
                  <a:lnTo>
                    <a:pt x="77265" y="760693"/>
                  </a:lnTo>
                  <a:lnTo>
                    <a:pt x="73224" y="797031"/>
                  </a:lnTo>
                  <a:lnTo>
                    <a:pt x="44778" y="840945"/>
                  </a:lnTo>
                  <a:lnTo>
                    <a:pt x="20120" y="836764"/>
                  </a:lnTo>
                  <a:lnTo>
                    <a:pt x="0" y="807225"/>
                  </a:lnTo>
                  <a:close/>
                  <a:moveTo>
                    <a:pt x="416056" y="247938"/>
                  </a:moveTo>
                  <a:lnTo>
                    <a:pt x="424661" y="236499"/>
                  </a:lnTo>
                  <a:lnTo>
                    <a:pt x="439544" y="227207"/>
                  </a:lnTo>
                  <a:lnTo>
                    <a:pt x="491859" y="255055"/>
                  </a:lnTo>
                  <a:lnTo>
                    <a:pt x="484945" y="286018"/>
                  </a:lnTo>
                  <a:lnTo>
                    <a:pt x="536371" y="342362"/>
                  </a:lnTo>
                  <a:lnTo>
                    <a:pt x="504392" y="372155"/>
                  </a:lnTo>
                  <a:lnTo>
                    <a:pt x="531159" y="389758"/>
                  </a:lnTo>
                  <a:lnTo>
                    <a:pt x="549945" y="367274"/>
                  </a:lnTo>
                  <a:lnTo>
                    <a:pt x="582572" y="381916"/>
                  </a:lnTo>
                  <a:lnTo>
                    <a:pt x="596414" y="431193"/>
                  </a:lnTo>
                  <a:lnTo>
                    <a:pt x="577081" y="451060"/>
                  </a:lnTo>
                  <a:lnTo>
                    <a:pt x="588050" y="468574"/>
                  </a:lnTo>
                  <a:lnTo>
                    <a:pt x="618974" y="445454"/>
                  </a:lnTo>
                  <a:lnTo>
                    <a:pt x="633337" y="426389"/>
                  </a:lnTo>
                  <a:lnTo>
                    <a:pt x="635815" y="422207"/>
                  </a:lnTo>
                  <a:lnTo>
                    <a:pt x="639628" y="418814"/>
                  </a:lnTo>
                  <a:lnTo>
                    <a:pt x="653063" y="403790"/>
                  </a:lnTo>
                  <a:lnTo>
                    <a:pt x="643149" y="370845"/>
                  </a:lnTo>
                  <a:lnTo>
                    <a:pt x="668989" y="324580"/>
                  </a:lnTo>
                  <a:lnTo>
                    <a:pt x="687114" y="322038"/>
                  </a:lnTo>
                  <a:lnTo>
                    <a:pt x="700561" y="333134"/>
                  </a:lnTo>
                  <a:lnTo>
                    <a:pt x="723528" y="310256"/>
                  </a:lnTo>
                  <a:lnTo>
                    <a:pt x="703688" y="299274"/>
                  </a:lnTo>
                  <a:lnTo>
                    <a:pt x="701209" y="287378"/>
                  </a:lnTo>
                  <a:lnTo>
                    <a:pt x="689770" y="271960"/>
                  </a:lnTo>
                  <a:lnTo>
                    <a:pt x="700726" y="257839"/>
                  </a:lnTo>
                  <a:lnTo>
                    <a:pt x="698184" y="246997"/>
                  </a:lnTo>
                  <a:lnTo>
                    <a:pt x="701311" y="243591"/>
                  </a:lnTo>
                  <a:lnTo>
                    <a:pt x="709280" y="248815"/>
                  </a:lnTo>
                  <a:lnTo>
                    <a:pt x="722982" y="246209"/>
                  </a:lnTo>
                  <a:lnTo>
                    <a:pt x="742301" y="228707"/>
                  </a:lnTo>
                  <a:lnTo>
                    <a:pt x="763299" y="206998"/>
                  </a:lnTo>
                  <a:lnTo>
                    <a:pt x="787448" y="183739"/>
                  </a:lnTo>
                  <a:lnTo>
                    <a:pt x="787982" y="171842"/>
                  </a:lnTo>
                  <a:lnTo>
                    <a:pt x="766832" y="142608"/>
                  </a:lnTo>
                  <a:lnTo>
                    <a:pt x="747767" y="138935"/>
                  </a:lnTo>
                  <a:lnTo>
                    <a:pt x="709789" y="158280"/>
                  </a:lnTo>
                  <a:lnTo>
                    <a:pt x="647407" y="187437"/>
                  </a:lnTo>
                  <a:lnTo>
                    <a:pt x="639781" y="155929"/>
                  </a:lnTo>
                  <a:lnTo>
                    <a:pt x="642386" y="103906"/>
                  </a:lnTo>
                  <a:lnTo>
                    <a:pt x="597901" y="84434"/>
                  </a:lnTo>
                  <a:lnTo>
                    <a:pt x="597774" y="73846"/>
                  </a:lnTo>
                  <a:lnTo>
                    <a:pt x="618390" y="75549"/>
                  </a:lnTo>
                  <a:lnTo>
                    <a:pt x="685194" y="86264"/>
                  </a:lnTo>
                  <a:lnTo>
                    <a:pt x="699290" y="81434"/>
                  </a:lnTo>
                  <a:lnTo>
                    <a:pt x="709344" y="83252"/>
                  </a:lnTo>
                  <a:lnTo>
                    <a:pt x="799586" y="61949"/>
                  </a:lnTo>
                  <a:lnTo>
                    <a:pt x="817215" y="57653"/>
                  </a:lnTo>
                  <a:lnTo>
                    <a:pt x="831819" y="53980"/>
                  </a:lnTo>
                  <a:lnTo>
                    <a:pt x="844529" y="50587"/>
                  </a:lnTo>
                  <a:lnTo>
                    <a:pt x="867243" y="38550"/>
                  </a:lnTo>
                  <a:lnTo>
                    <a:pt x="882635" y="30720"/>
                  </a:lnTo>
                  <a:lnTo>
                    <a:pt x="900251" y="21302"/>
                  </a:lnTo>
                  <a:lnTo>
                    <a:pt x="925824" y="8096"/>
                  </a:lnTo>
                  <a:lnTo>
                    <a:pt x="957600" y="0"/>
                  </a:lnTo>
                  <a:lnTo>
                    <a:pt x="972610" y="31508"/>
                  </a:lnTo>
                  <a:lnTo>
                    <a:pt x="985651" y="41168"/>
                  </a:lnTo>
                  <a:lnTo>
                    <a:pt x="988523" y="71355"/>
                  </a:lnTo>
                  <a:lnTo>
                    <a:pt x="972076" y="89149"/>
                  </a:lnTo>
                  <a:lnTo>
                    <a:pt x="914016" y="120925"/>
                  </a:lnTo>
                  <a:lnTo>
                    <a:pt x="913228" y="128894"/>
                  </a:lnTo>
                  <a:lnTo>
                    <a:pt x="930336" y="128360"/>
                  </a:lnTo>
                  <a:lnTo>
                    <a:pt x="941775" y="165220"/>
                  </a:lnTo>
                  <a:lnTo>
                    <a:pt x="933692" y="196856"/>
                  </a:lnTo>
                  <a:lnTo>
                    <a:pt x="948296" y="230703"/>
                  </a:lnTo>
                  <a:lnTo>
                    <a:pt x="936043" y="246769"/>
                  </a:lnTo>
                  <a:lnTo>
                    <a:pt x="932116" y="273701"/>
                  </a:lnTo>
                  <a:lnTo>
                    <a:pt x="900340" y="310180"/>
                  </a:lnTo>
                  <a:lnTo>
                    <a:pt x="916126" y="314349"/>
                  </a:lnTo>
                  <a:lnTo>
                    <a:pt x="961285" y="319331"/>
                  </a:lnTo>
                  <a:lnTo>
                    <a:pt x="973996" y="303901"/>
                  </a:lnTo>
                  <a:lnTo>
                    <a:pt x="987557" y="299973"/>
                  </a:lnTo>
                  <a:lnTo>
                    <a:pt x="1006470" y="317361"/>
                  </a:lnTo>
                  <a:lnTo>
                    <a:pt x="1041589" y="316713"/>
                  </a:lnTo>
                  <a:lnTo>
                    <a:pt x="1091031" y="342845"/>
                  </a:lnTo>
                  <a:lnTo>
                    <a:pt x="1200784" y="327593"/>
                  </a:lnTo>
                  <a:lnTo>
                    <a:pt x="1214879" y="348234"/>
                  </a:lnTo>
                  <a:lnTo>
                    <a:pt x="1238508" y="344421"/>
                  </a:lnTo>
                  <a:lnTo>
                    <a:pt x="1241113" y="361135"/>
                  </a:lnTo>
                  <a:lnTo>
                    <a:pt x="1250392" y="421915"/>
                  </a:lnTo>
                  <a:lnTo>
                    <a:pt x="1207177" y="462435"/>
                  </a:lnTo>
                  <a:lnTo>
                    <a:pt x="1162793" y="423491"/>
                  </a:lnTo>
                  <a:lnTo>
                    <a:pt x="1133699" y="454720"/>
                  </a:lnTo>
                  <a:lnTo>
                    <a:pt x="1189942" y="505561"/>
                  </a:lnTo>
                  <a:lnTo>
                    <a:pt x="1169860" y="535099"/>
                  </a:lnTo>
                  <a:lnTo>
                    <a:pt x="1169593" y="565159"/>
                  </a:lnTo>
                  <a:lnTo>
                    <a:pt x="1133839" y="628812"/>
                  </a:lnTo>
                  <a:lnTo>
                    <a:pt x="1136064" y="643314"/>
                  </a:lnTo>
                  <a:lnTo>
                    <a:pt x="1109690" y="693647"/>
                  </a:lnTo>
                  <a:lnTo>
                    <a:pt x="1120125" y="712852"/>
                  </a:lnTo>
                  <a:lnTo>
                    <a:pt x="1137360" y="761862"/>
                  </a:lnTo>
                  <a:lnTo>
                    <a:pt x="1128615" y="841212"/>
                  </a:lnTo>
                  <a:lnTo>
                    <a:pt x="1230132" y="872047"/>
                  </a:lnTo>
                  <a:lnTo>
                    <a:pt x="1222709" y="911449"/>
                  </a:lnTo>
                  <a:lnTo>
                    <a:pt x="1230271" y="914321"/>
                  </a:lnTo>
                  <a:lnTo>
                    <a:pt x="1292920" y="937721"/>
                  </a:lnTo>
                  <a:lnTo>
                    <a:pt x="1285091" y="982931"/>
                  </a:lnTo>
                  <a:lnTo>
                    <a:pt x="1286908" y="1039275"/>
                  </a:lnTo>
                  <a:lnTo>
                    <a:pt x="1236665" y="1066844"/>
                  </a:lnTo>
                  <a:lnTo>
                    <a:pt x="1221527" y="1041626"/>
                  </a:lnTo>
                  <a:lnTo>
                    <a:pt x="1190209" y="1041754"/>
                  </a:lnTo>
                  <a:lnTo>
                    <a:pt x="1189167" y="1082147"/>
                  </a:lnTo>
                  <a:lnTo>
                    <a:pt x="1155370" y="1097183"/>
                  </a:lnTo>
                  <a:lnTo>
                    <a:pt x="1170508" y="1230767"/>
                  </a:lnTo>
                  <a:lnTo>
                    <a:pt x="1126404" y="1267741"/>
                  </a:lnTo>
                  <a:lnTo>
                    <a:pt x="1089544" y="1253633"/>
                  </a:lnTo>
                  <a:lnTo>
                    <a:pt x="1047524" y="1319497"/>
                  </a:lnTo>
                  <a:lnTo>
                    <a:pt x="997954" y="1347853"/>
                  </a:lnTo>
                  <a:lnTo>
                    <a:pt x="964539" y="1369715"/>
                  </a:lnTo>
                  <a:lnTo>
                    <a:pt x="946402" y="1400436"/>
                  </a:lnTo>
                  <a:lnTo>
                    <a:pt x="912733" y="1413235"/>
                  </a:lnTo>
                  <a:lnTo>
                    <a:pt x="900454" y="1380048"/>
                  </a:lnTo>
                  <a:lnTo>
                    <a:pt x="862616" y="1406193"/>
                  </a:lnTo>
                  <a:lnTo>
                    <a:pt x="808064" y="1442138"/>
                  </a:lnTo>
                  <a:lnTo>
                    <a:pt x="793714" y="1487094"/>
                  </a:lnTo>
                  <a:lnTo>
                    <a:pt x="737332" y="1518869"/>
                  </a:lnTo>
                  <a:lnTo>
                    <a:pt x="724278" y="1543845"/>
                  </a:lnTo>
                  <a:lnTo>
                    <a:pt x="639209" y="1543845"/>
                  </a:lnTo>
                  <a:lnTo>
                    <a:pt x="591177" y="1577819"/>
                  </a:lnTo>
                  <a:lnTo>
                    <a:pt x="573573" y="1609595"/>
                  </a:lnTo>
                  <a:lnTo>
                    <a:pt x="556593" y="1640315"/>
                  </a:lnTo>
                  <a:lnTo>
                    <a:pt x="546018" y="1659520"/>
                  </a:lnTo>
                  <a:lnTo>
                    <a:pt x="476467" y="1686974"/>
                  </a:lnTo>
                  <a:lnTo>
                    <a:pt x="468511" y="1609200"/>
                  </a:lnTo>
                  <a:lnTo>
                    <a:pt x="479086" y="1577959"/>
                  </a:lnTo>
                  <a:lnTo>
                    <a:pt x="444883" y="1535354"/>
                  </a:lnTo>
                  <a:lnTo>
                    <a:pt x="439938" y="1524907"/>
                  </a:lnTo>
                  <a:lnTo>
                    <a:pt x="431829" y="1513925"/>
                  </a:lnTo>
                  <a:lnTo>
                    <a:pt x="437968" y="1501774"/>
                  </a:lnTo>
                  <a:lnTo>
                    <a:pt x="426758" y="1497580"/>
                  </a:lnTo>
                  <a:lnTo>
                    <a:pt x="413565" y="1492877"/>
                  </a:lnTo>
                  <a:lnTo>
                    <a:pt x="375434" y="1474307"/>
                  </a:lnTo>
                  <a:lnTo>
                    <a:pt x="328978" y="1461902"/>
                  </a:lnTo>
                  <a:lnTo>
                    <a:pt x="313179" y="1482556"/>
                  </a:lnTo>
                  <a:lnTo>
                    <a:pt x="296224" y="1477981"/>
                  </a:lnTo>
                  <a:lnTo>
                    <a:pt x="300800" y="1441769"/>
                  </a:lnTo>
                  <a:lnTo>
                    <a:pt x="281734" y="1433419"/>
                  </a:lnTo>
                  <a:lnTo>
                    <a:pt x="267512" y="1463211"/>
                  </a:lnTo>
                  <a:lnTo>
                    <a:pt x="218844" y="1520598"/>
                  </a:lnTo>
                  <a:lnTo>
                    <a:pt x="198228" y="1519136"/>
                  </a:lnTo>
                  <a:lnTo>
                    <a:pt x="181387" y="1482556"/>
                  </a:lnTo>
                  <a:lnTo>
                    <a:pt x="166783" y="1484907"/>
                  </a:lnTo>
                  <a:lnTo>
                    <a:pt x="161699" y="1462830"/>
                  </a:lnTo>
                  <a:lnTo>
                    <a:pt x="149955" y="1463732"/>
                  </a:lnTo>
                  <a:lnTo>
                    <a:pt x="125564" y="1422297"/>
                  </a:lnTo>
                  <a:lnTo>
                    <a:pt x="149447" y="1377201"/>
                  </a:lnTo>
                  <a:lnTo>
                    <a:pt x="166389" y="1387675"/>
                  </a:lnTo>
                  <a:lnTo>
                    <a:pt x="204901" y="1377507"/>
                  </a:lnTo>
                  <a:lnTo>
                    <a:pt x="214548" y="1378561"/>
                  </a:lnTo>
                  <a:lnTo>
                    <a:pt x="216251" y="1392161"/>
                  </a:lnTo>
                  <a:lnTo>
                    <a:pt x="222772" y="1393992"/>
                  </a:lnTo>
                  <a:lnTo>
                    <a:pt x="219759" y="1406409"/>
                  </a:lnTo>
                  <a:lnTo>
                    <a:pt x="225110" y="1409930"/>
                  </a:lnTo>
                  <a:lnTo>
                    <a:pt x="229826" y="1412282"/>
                  </a:lnTo>
                  <a:lnTo>
                    <a:pt x="235825" y="1398033"/>
                  </a:lnTo>
                  <a:lnTo>
                    <a:pt x="233474" y="1392161"/>
                  </a:lnTo>
                  <a:lnTo>
                    <a:pt x="237910" y="1379603"/>
                  </a:lnTo>
                  <a:lnTo>
                    <a:pt x="240795" y="1376464"/>
                  </a:lnTo>
                  <a:lnTo>
                    <a:pt x="280069" y="1331254"/>
                  </a:lnTo>
                  <a:lnTo>
                    <a:pt x="289462" y="1329157"/>
                  </a:lnTo>
                  <a:lnTo>
                    <a:pt x="294165" y="1326017"/>
                  </a:lnTo>
                  <a:lnTo>
                    <a:pt x="310981" y="1318175"/>
                  </a:lnTo>
                  <a:lnTo>
                    <a:pt x="302249" y="1290467"/>
                  </a:lnTo>
                  <a:lnTo>
                    <a:pt x="278099" y="1313472"/>
                  </a:lnTo>
                  <a:lnTo>
                    <a:pt x="248345" y="1293136"/>
                  </a:lnTo>
                  <a:lnTo>
                    <a:pt x="234770" y="1273270"/>
                  </a:lnTo>
                  <a:lnTo>
                    <a:pt x="232228" y="1267385"/>
                  </a:lnTo>
                  <a:lnTo>
                    <a:pt x="209350" y="1255883"/>
                  </a:lnTo>
                  <a:lnTo>
                    <a:pt x="188073" y="1255488"/>
                  </a:lnTo>
                  <a:lnTo>
                    <a:pt x="184679" y="1261373"/>
                  </a:lnTo>
                  <a:lnTo>
                    <a:pt x="172427" y="1275494"/>
                  </a:lnTo>
                  <a:lnTo>
                    <a:pt x="163288" y="1272749"/>
                  </a:lnTo>
                  <a:lnTo>
                    <a:pt x="153488" y="1269737"/>
                  </a:lnTo>
                  <a:lnTo>
                    <a:pt x="144108" y="1249870"/>
                  </a:lnTo>
                  <a:lnTo>
                    <a:pt x="130267" y="1244507"/>
                  </a:lnTo>
                  <a:lnTo>
                    <a:pt x="126454" y="1257979"/>
                  </a:lnTo>
                  <a:lnTo>
                    <a:pt x="128131" y="1266457"/>
                  </a:lnTo>
                  <a:lnTo>
                    <a:pt x="99686" y="1278761"/>
                  </a:lnTo>
                  <a:lnTo>
                    <a:pt x="90420" y="1275088"/>
                  </a:lnTo>
                  <a:lnTo>
                    <a:pt x="99559" y="1250786"/>
                  </a:lnTo>
                  <a:lnTo>
                    <a:pt x="103613" y="1223204"/>
                  </a:lnTo>
                  <a:lnTo>
                    <a:pt x="98263" y="1202156"/>
                  </a:lnTo>
                  <a:lnTo>
                    <a:pt x="108685" y="1178515"/>
                  </a:lnTo>
                  <a:lnTo>
                    <a:pt x="97093" y="1087282"/>
                  </a:lnTo>
                  <a:lnTo>
                    <a:pt x="109867" y="1068458"/>
                  </a:lnTo>
                  <a:lnTo>
                    <a:pt x="112485" y="1058379"/>
                  </a:lnTo>
                  <a:lnTo>
                    <a:pt x="140549" y="1057476"/>
                  </a:lnTo>
                  <a:lnTo>
                    <a:pt x="160377" y="1022193"/>
                  </a:lnTo>
                  <a:lnTo>
                    <a:pt x="193424" y="1020756"/>
                  </a:lnTo>
                  <a:lnTo>
                    <a:pt x="205422" y="1032780"/>
                  </a:lnTo>
                  <a:lnTo>
                    <a:pt x="212871" y="1036822"/>
                  </a:lnTo>
                  <a:lnTo>
                    <a:pt x="242752" y="1021265"/>
                  </a:lnTo>
                  <a:lnTo>
                    <a:pt x="250721" y="983769"/>
                  </a:lnTo>
                  <a:lnTo>
                    <a:pt x="235965" y="974097"/>
                  </a:lnTo>
                  <a:lnTo>
                    <a:pt x="261932" y="943390"/>
                  </a:lnTo>
                  <a:lnTo>
                    <a:pt x="277349" y="931086"/>
                  </a:lnTo>
                  <a:lnTo>
                    <a:pt x="295601" y="905081"/>
                  </a:lnTo>
                  <a:lnTo>
                    <a:pt x="293263" y="897226"/>
                  </a:lnTo>
                  <a:lnTo>
                    <a:pt x="305007" y="880118"/>
                  </a:lnTo>
                  <a:lnTo>
                    <a:pt x="349124" y="833967"/>
                  </a:lnTo>
                  <a:lnTo>
                    <a:pt x="357589" y="839992"/>
                  </a:lnTo>
                  <a:lnTo>
                    <a:pt x="382018" y="813059"/>
                  </a:lnTo>
                  <a:lnTo>
                    <a:pt x="383963" y="802471"/>
                  </a:lnTo>
                  <a:lnTo>
                    <a:pt x="394398" y="770454"/>
                  </a:lnTo>
                  <a:lnTo>
                    <a:pt x="372790" y="744564"/>
                  </a:lnTo>
                  <a:lnTo>
                    <a:pt x="354386" y="751109"/>
                  </a:lnTo>
                  <a:lnTo>
                    <a:pt x="331508" y="746140"/>
                  </a:lnTo>
                  <a:lnTo>
                    <a:pt x="339604" y="717783"/>
                  </a:lnTo>
                  <a:lnTo>
                    <a:pt x="369486" y="704056"/>
                  </a:lnTo>
                  <a:lnTo>
                    <a:pt x="390102" y="662227"/>
                  </a:lnTo>
                  <a:lnTo>
                    <a:pt x="430177" y="636616"/>
                  </a:lnTo>
                  <a:lnTo>
                    <a:pt x="443345" y="591253"/>
                  </a:lnTo>
                  <a:lnTo>
                    <a:pt x="430304" y="549818"/>
                  </a:lnTo>
                  <a:lnTo>
                    <a:pt x="444654" y="523292"/>
                  </a:lnTo>
                  <a:lnTo>
                    <a:pt x="472972" y="539230"/>
                  </a:lnTo>
                  <a:lnTo>
                    <a:pt x="500235" y="516886"/>
                  </a:lnTo>
                  <a:lnTo>
                    <a:pt x="485746" y="486356"/>
                  </a:lnTo>
                  <a:lnTo>
                    <a:pt x="460567" y="452381"/>
                  </a:lnTo>
                  <a:lnTo>
                    <a:pt x="478971" y="407031"/>
                  </a:lnTo>
                  <a:lnTo>
                    <a:pt x="494224" y="388602"/>
                  </a:lnTo>
                  <a:lnTo>
                    <a:pt x="490690" y="383886"/>
                  </a:lnTo>
                  <a:lnTo>
                    <a:pt x="463414" y="347293"/>
                  </a:lnTo>
                  <a:lnTo>
                    <a:pt x="439671" y="356318"/>
                  </a:lnTo>
                  <a:lnTo>
                    <a:pt x="452852" y="404540"/>
                  </a:lnTo>
                  <a:lnTo>
                    <a:pt x="433138" y="410158"/>
                  </a:lnTo>
                  <a:lnTo>
                    <a:pt x="391767" y="339858"/>
                  </a:lnTo>
                  <a:lnTo>
                    <a:pt x="365940" y="330681"/>
                  </a:lnTo>
                  <a:lnTo>
                    <a:pt x="359927" y="291216"/>
                  </a:lnTo>
                  <a:lnTo>
                    <a:pt x="366194" y="292004"/>
                  </a:lnTo>
                  <a:lnTo>
                    <a:pt x="370375" y="284937"/>
                  </a:lnTo>
                  <a:lnTo>
                    <a:pt x="371545" y="277235"/>
                  </a:lnTo>
                  <a:lnTo>
                    <a:pt x="385246" y="271617"/>
                  </a:lnTo>
                  <a:close/>
                  <a:moveTo>
                    <a:pt x="200592" y="691422"/>
                  </a:moveTo>
                  <a:lnTo>
                    <a:pt x="212604" y="681890"/>
                  </a:lnTo>
                  <a:lnTo>
                    <a:pt x="234656" y="715610"/>
                  </a:lnTo>
                  <a:lnTo>
                    <a:pt x="244430" y="724621"/>
                  </a:lnTo>
                  <a:lnTo>
                    <a:pt x="253975" y="732463"/>
                  </a:lnTo>
                  <a:lnTo>
                    <a:pt x="273422" y="755990"/>
                  </a:lnTo>
                  <a:lnTo>
                    <a:pt x="241303" y="806183"/>
                  </a:lnTo>
                  <a:lnTo>
                    <a:pt x="235825" y="814152"/>
                  </a:lnTo>
                  <a:lnTo>
                    <a:pt x="240134" y="820431"/>
                  </a:lnTo>
                  <a:lnTo>
                    <a:pt x="232177" y="831145"/>
                  </a:lnTo>
                  <a:lnTo>
                    <a:pt x="210888" y="824994"/>
                  </a:lnTo>
                  <a:lnTo>
                    <a:pt x="184539" y="806831"/>
                  </a:lnTo>
                  <a:lnTo>
                    <a:pt x="162932" y="797807"/>
                  </a:lnTo>
                  <a:lnTo>
                    <a:pt x="140613" y="804085"/>
                  </a:lnTo>
                  <a:lnTo>
                    <a:pt x="128208" y="820024"/>
                  </a:lnTo>
                  <a:lnTo>
                    <a:pt x="117646" y="822655"/>
                  </a:lnTo>
                  <a:lnTo>
                    <a:pt x="90763" y="826570"/>
                  </a:lnTo>
                  <a:lnTo>
                    <a:pt x="80062" y="815321"/>
                  </a:lnTo>
                  <a:lnTo>
                    <a:pt x="92073" y="796256"/>
                  </a:lnTo>
                  <a:lnTo>
                    <a:pt x="137346" y="789901"/>
                  </a:lnTo>
                  <a:lnTo>
                    <a:pt x="165144" y="745212"/>
                  </a:lnTo>
                  <a:lnTo>
                    <a:pt x="181845" y="721062"/>
                  </a:lnTo>
                  <a:close/>
                  <a:moveTo>
                    <a:pt x="237122" y="652478"/>
                  </a:moveTo>
                  <a:lnTo>
                    <a:pt x="215069" y="648665"/>
                  </a:lnTo>
                  <a:lnTo>
                    <a:pt x="194326" y="669192"/>
                  </a:lnTo>
                  <a:lnTo>
                    <a:pt x="157912" y="685398"/>
                  </a:lnTo>
                  <a:lnTo>
                    <a:pt x="141871" y="673501"/>
                  </a:lnTo>
                  <a:lnTo>
                    <a:pt x="135605" y="668010"/>
                  </a:lnTo>
                  <a:lnTo>
                    <a:pt x="102317" y="656113"/>
                  </a:lnTo>
                  <a:lnTo>
                    <a:pt x="72702" y="629206"/>
                  </a:lnTo>
                  <a:lnTo>
                    <a:pt x="61861" y="639527"/>
                  </a:lnTo>
                  <a:lnTo>
                    <a:pt x="53116" y="629727"/>
                  </a:lnTo>
                  <a:lnTo>
                    <a:pt x="74266" y="602794"/>
                  </a:lnTo>
                  <a:lnTo>
                    <a:pt x="59395" y="596922"/>
                  </a:lnTo>
                  <a:lnTo>
                    <a:pt x="39821" y="577691"/>
                  </a:lnTo>
                  <a:lnTo>
                    <a:pt x="92530" y="523711"/>
                  </a:lnTo>
                  <a:lnTo>
                    <a:pt x="123200" y="494046"/>
                  </a:lnTo>
                  <a:lnTo>
                    <a:pt x="132987" y="485949"/>
                  </a:lnTo>
                  <a:lnTo>
                    <a:pt x="144731" y="484106"/>
                  </a:lnTo>
                  <a:lnTo>
                    <a:pt x="171613" y="471955"/>
                  </a:lnTo>
                  <a:lnTo>
                    <a:pt x="201774" y="439150"/>
                  </a:lnTo>
                  <a:lnTo>
                    <a:pt x="216251" y="426872"/>
                  </a:lnTo>
                  <a:lnTo>
                    <a:pt x="226953" y="423860"/>
                  </a:lnTo>
                  <a:lnTo>
                    <a:pt x="229826" y="416806"/>
                  </a:lnTo>
                  <a:lnTo>
                    <a:pt x="239219" y="411048"/>
                  </a:lnTo>
                  <a:lnTo>
                    <a:pt x="248751" y="405036"/>
                  </a:lnTo>
                  <a:lnTo>
                    <a:pt x="257229" y="391182"/>
                  </a:lnTo>
                  <a:lnTo>
                    <a:pt x="294673" y="345946"/>
                  </a:lnTo>
                  <a:lnTo>
                    <a:pt x="334749" y="366600"/>
                  </a:lnTo>
                  <a:lnTo>
                    <a:pt x="355365" y="394054"/>
                  </a:lnTo>
                  <a:lnTo>
                    <a:pt x="347535" y="421369"/>
                  </a:lnTo>
                  <a:lnTo>
                    <a:pt x="373629" y="446077"/>
                  </a:lnTo>
                  <a:lnTo>
                    <a:pt x="351577" y="466096"/>
                  </a:lnTo>
                  <a:lnTo>
                    <a:pt x="327428" y="503210"/>
                  </a:lnTo>
                  <a:lnTo>
                    <a:pt x="322610" y="535214"/>
                  </a:lnTo>
                  <a:lnTo>
                    <a:pt x="326665" y="576395"/>
                  </a:lnTo>
                  <a:lnTo>
                    <a:pt x="375599" y="589461"/>
                  </a:lnTo>
                  <a:lnTo>
                    <a:pt x="364160" y="611818"/>
                  </a:lnTo>
                  <a:lnTo>
                    <a:pt x="354500" y="618478"/>
                  </a:lnTo>
                  <a:lnTo>
                    <a:pt x="345501" y="648030"/>
                  </a:lnTo>
                  <a:lnTo>
                    <a:pt x="333236" y="667095"/>
                  </a:lnTo>
                  <a:lnTo>
                    <a:pt x="322000" y="655656"/>
                  </a:lnTo>
                  <a:lnTo>
                    <a:pt x="263686" y="677606"/>
                  </a:lnTo>
                  <a:close/>
                </a:path>
              </a:pathLst>
            </a:custGeom>
            <a:noFill/>
            <a:ln w="3810" cap="flat">
              <a:solidFill>
                <a:srgbClr val="E6E4E2"/>
              </a:solidFill>
              <a:prstDash val="solid"/>
              <a:miter/>
            </a:ln>
          </p:spPr>
          <p:txBody>
            <a:bodyPr rtlCol="0" anchor="ctr"/>
            <a:lstStyle/>
            <a:p>
              <a:endParaRPr lang="de-CH"/>
            </a:p>
          </p:txBody>
        </p:sp>
        <p:sp>
          <p:nvSpPr>
            <p:cNvPr id="102" name="Freihandform: Form 101">
              <a:extLst>
                <a:ext uri="{FF2B5EF4-FFF2-40B4-BE49-F238E27FC236}">
                  <a16:creationId xmlns:a16="http://schemas.microsoft.com/office/drawing/2014/main" id="{D61F7729-9399-8AFC-8A55-42CF243A390E}"/>
                </a:ext>
              </a:extLst>
            </p:cNvPr>
            <p:cNvSpPr/>
            <p:nvPr/>
          </p:nvSpPr>
          <p:spPr>
            <a:xfrm>
              <a:off x="4329379" y="1413378"/>
              <a:ext cx="1397410" cy="1276409"/>
            </a:xfrm>
            <a:custGeom>
              <a:avLst/>
              <a:gdLst>
                <a:gd name="connsiteX0" fmla="*/ 163453 w 1397410"/>
                <a:gd name="connsiteY0" fmla="*/ 168728 h 1276409"/>
                <a:gd name="connsiteX1" fmla="*/ 197657 w 1397410"/>
                <a:gd name="connsiteY1" fmla="*/ 167292 h 1276409"/>
                <a:gd name="connsiteX2" fmla="*/ 233537 w 1397410"/>
                <a:gd name="connsiteY2" fmla="*/ 222327 h 1276409"/>
                <a:gd name="connsiteX3" fmla="*/ 216696 w 1397410"/>
                <a:gd name="connsiteY3" fmla="*/ 262440 h 1276409"/>
                <a:gd name="connsiteX4" fmla="*/ 81968 w 1397410"/>
                <a:gd name="connsiteY4" fmla="*/ 255907 h 1276409"/>
                <a:gd name="connsiteX5" fmla="*/ 83137 w 1397410"/>
                <a:gd name="connsiteY5" fmla="*/ 210036 h 1276409"/>
                <a:gd name="connsiteX6" fmla="*/ 688385 w 1397410"/>
                <a:gd name="connsiteY6" fmla="*/ 1011503 h 1276409"/>
                <a:gd name="connsiteX7" fmla="*/ 713310 w 1397410"/>
                <a:gd name="connsiteY7" fmla="*/ 1003534 h 1276409"/>
                <a:gd name="connsiteX8" fmla="*/ 731307 w 1397410"/>
                <a:gd name="connsiteY8" fmla="*/ 1015304 h 1276409"/>
                <a:gd name="connsiteX9" fmla="*/ 710310 w 1397410"/>
                <a:gd name="connsiteY9" fmla="*/ 1042097 h 1276409"/>
                <a:gd name="connsiteX10" fmla="*/ 678191 w 1397410"/>
                <a:gd name="connsiteY10" fmla="*/ 1038563 h 1276409"/>
                <a:gd name="connsiteX11" fmla="*/ 344065 w 1397410"/>
                <a:gd name="connsiteY11" fmla="*/ 0 h 1276409"/>
                <a:gd name="connsiteX12" fmla="*/ 361949 w 1397410"/>
                <a:gd name="connsiteY12" fmla="*/ 16727 h 1276409"/>
                <a:gd name="connsiteX13" fmla="*/ 387267 w 1397410"/>
                <a:gd name="connsiteY13" fmla="*/ 15151 h 1276409"/>
                <a:gd name="connsiteX14" fmla="*/ 397054 w 1397410"/>
                <a:gd name="connsiteY14" fmla="*/ 52150 h 1276409"/>
                <a:gd name="connsiteX15" fmla="*/ 381916 w 1397410"/>
                <a:gd name="connsiteY15" fmla="*/ 73185 h 1276409"/>
                <a:gd name="connsiteX16" fmla="*/ 385056 w 1397410"/>
                <a:gd name="connsiteY16" fmla="*/ 123124 h 1276409"/>
                <a:gd name="connsiteX17" fmla="*/ 313141 w 1397410"/>
                <a:gd name="connsiteY17" fmla="*/ 128869 h 1276409"/>
                <a:gd name="connsiteX18" fmla="*/ 291737 w 1397410"/>
                <a:gd name="connsiteY18" fmla="*/ 135148 h 1276409"/>
                <a:gd name="connsiteX19" fmla="*/ 247633 w 1397410"/>
                <a:gd name="connsiteY19" fmla="*/ 152268 h 1276409"/>
                <a:gd name="connsiteX20" fmla="*/ 231720 w 1397410"/>
                <a:gd name="connsiteY20" fmla="*/ 158801 h 1276409"/>
                <a:gd name="connsiteX21" fmla="*/ 213684 w 1397410"/>
                <a:gd name="connsiteY21" fmla="*/ 120899 h 1276409"/>
                <a:gd name="connsiteX22" fmla="*/ 233664 w 1397410"/>
                <a:gd name="connsiteY22" fmla="*/ 95021 h 1276409"/>
                <a:gd name="connsiteX23" fmla="*/ 184717 w 1397410"/>
                <a:gd name="connsiteY23" fmla="*/ 68254 h 1276409"/>
                <a:gd name="connsiteX24" fmla="*/ 163110 w 1397410"/>
                <a:gd name="connsiteY24" fmla="*/ 66157 h 1276409"/>
                <a:gd name="connsiteX25" fmla="*/ 188289 w 1397410"/>
                <a:gd name="connsiteY25" fmla="*/ 16117 h 1276409"/>
                <a:gd name="connsiteX26" fmla="*/ 247938 w 1397410"/>
                <a:gd name="connsiteY26" fmla="*/ 45795 h 1276409"/>
                <a:gd name="connsiteX27" fmla="*/ 263978 w 1397410"/>
                <a:gd name="connsiteY27" fmla="*/ 64987 h 1276409"/>
                <a:gd name="connsiteX28" fmla="*/ 297381 w 1397410"/>
                <a:gd name="connsiteY28" fmla="*/ 60806 h 1276409"/>
                <a:gd name="connsiteX29" fmla="*/ 316446 w 1397410"/>
                <a:gd name="connsiteY29" fmla="*/ 36898 h 1276409"/>
                <a:gd name="connsiteX30" fmla="*/ 325343 w 1397410"/>
                <a:gd name="connsiteY30" fmla="*/ 20946 h 1276409"/>
                <a:gd name="connsiteX31" fmla="*/ 905856 w 1397410"/>
                <a:gd name="connsiteY31" fmla="*/ 488174 h 1276409"/>
                <a:gd name="connsiteX32" fmla="*/ 917295 w 1397410"/>
                <a:gd name="connsiteY32" fmla="*/ 484119 h 1276409"/>
                <a:gd name="connsiteX33" fmla="*/ 942894 w 1397410"/>
                <a:gd name="connsiteY33" fmla="*/ 416158 h 1276409"/>
                <a:gd name="connsiteX34" fmla="*/ 998221 w 1397410"/>
                <a:gd name="connsiteY34" fmla="*/ 400727 h 1276409"/>
                <a:gd name="connsiteX35" fmla="*/ 1010093 w 1397410"/>
                <a:gd name="connsiteY35" fmla="*/ 380721 h 1276409"/>
                <a:gd name="connsiteX36" fmla="*/ 1089430 w 1397410"/>
                <a:gd name="connsiteY36" fmla="*/ 352238 h 1276409"/>
                <a:gd name="connsiteX37" fmla="*/ 1069589 w 1397410"/>
                <a:gd name="connsiteY37" fmla="*/ 316815 h 1276409"/>
                <a:gd name="connsiteX38" fmla="*/ 1090752 w 1397410"/>
                <a:gd name="connsiteY38" fmla="*/ 298258 h 1276409"/>
                <a:gd name="connsiteX39" fmla="*/ 1108546 w 1397410"/>
                <a:gd name="connsiteY39" fmla="*/ 281518 h 1276409"/>
                <a:gd name="connsiteX40" fmla="*/ 1151608 w 1397410"/>
                <a:gd name="connsiteY40" fmla="*/ 307536 h 1276409"/>
                <a:gd name="connsiteX41" fmla="*/ 1206033 w 1397410"/>
                <a:gd name="connsiteY41" fmla="*/ 278659 h 1276409"/>
                <a:gd name="connsiteX42" fmla="*/ 1213736 w 1397410"/>
                <a:gd name="connsiteY42" fmla="*/ 260496 h 1276409"/>
                <a:gd name="connsiteX43" fmla="*/ 1246223 w 1397410"/>
                <a:gd name="connsiteY43" fmla="*/ 245981 h 1276409"/>
                <a:gd name="connsiteX44" fmla="*/ 1256531 w 1397410"/>
                <a:gd name="connsiteY44" fmla="*/ 237083 h 1276409"/>
                <a:gd name="connsiteX45" fmla="*/ 1225607 w 1397410"/>
                <a:gd name="connsiteY45" fmla="*/ 173532 h 1276409"/>
                <a:gd name="connsiteX46" fmla="*/ 1245689 w 1397410"/>
                <a:gd name="connsiteY46" fmla="*/ 137461 h 1276409"/>
                <a:gd name="connsiteX47" fmla="*/ 1281710 w 1397410"/>
                <a:gd name="connsiteY47" fmla="*/ 125818 h 1276409"/>
                <a:gd name="connsiteX48" fmla="*/ 1296466 w 1397410"/>
                <a:gd name="connsiteY48" fmla="*/ 163860 h 1276409"/>
                <a:gd name="connsiteX49" fmla="*/ 1307804 w 1397410"/>
                <a:gd name="connsiteY49" fmla="*/ 216391 h 1276409"/>
                <a:gd name="connsiteX50" fmla="*/ 1298551 w 1397410"/>
                <a:gd name="connsiteY50" fmla="*/ 217306 h 1276409"/>
                <a:gd name="connsiteX51" fmla="*/ 1273372 w 1397410"/>
                <a:gd name="connsiteY51" fmla="*/ 236664 h 1276409"/>
                <a:gd name="connsiteX52" fmla="*/ 1347879 w 1397410"/>
                <a:gd name="connsiteY52" fmla="*/ 277337 h 1276409"/>
                <a:gd name="connsiteX53" fmla="*/ 1351934 w 1397410"/>
                <a:gd name="connsiteY53" fmla="*/ 294343 h 1276409"/>
                <a:gd name="connsiteX54" fmla="*/ 1355569 w 1397410"/>
                <a:gd name="connsiteY54" fmla="*/ 316421 h 1276409"/>
                <a:gd name="connsiteX55" fmla="*/ 1387942 w 1397410"/>
                <a:gd name="connsiteY55" fmla="*/ 314463 h 1276409"/>
                <a:gd name="connsiteX56" fmla="*/ 1389785 w 1397410"/>
                <a:gd name="connsiteY56" fmla="*/ 321657 h 1276409"/>
                <a:gd name="connsiteX57" fmla="*/ 1397411 w 1397410"/>
                <a:gd name="connsiteY57" fmla="*/ 352632 h 1276409"/>
                <a:gd name="connsiteX58" fmla="*/ 1390484 w 1397410"/>
                <a:gd name="connsiteY58" fmla="*/ 387534 h 1276409"/>
                <a:gd name="connsiteX59" fmla="*/ 1385667 w 1397410"/>
                <a:gd name="connsiteY59" fmla="*/ 397601 h 1276409"/>
                <a:gd name="connsiteX60" fmla="*/ 1381612 w 1397410"/>
                <a:gd name="connsiteY60" fmla="*/ 406358 h 1276409"/>
                <a:gd name="connsiteX61" fmla="*/ 1373783 w 1397410"/>
                <a:gd name="connsiteY61" fmla="*/ 410260 h 1276409"/>
                <a:gd name="connsiteX62" fmla="*/ 1359293 w 1397410"/>
                <a:gd name="connsiteY62" fmla="*/ 451187 h 1276409"/>
                <a:gd name="connsiteX63" fmla="*/ 1337686 w 1397410"/>
                <a:gd name="connsiteY63" fmla="*/ 496270 h 1276409"/>
                <a:gd name="connsiteX64" fmla="*/ 1319154 w 1397410"/>
                <a:gd name="connsiteY64" fmla="*/ 502803 h 1276409"/>
                <a:gd name="connsiteX65" fmla="*/ 1262505 w 1397410"/>
                <a:gd name="connsiteY65" fmla="*/ 537438 h 1276409"/>
                <a:gd name="connsiteX66" fmla="*/ 1231822 w 1397410"/>
                <a:gd name="connsiteY66" fmla="*/ 549208 h 1276409"/>
                <a:gd name="connsiteX67" fmla="*/ 1230145 w 1397410"/>
                <a:gd name="connsiteY67" fmla="*/ 503337 h 1276409"/>
                <a:gd name="connsiteX68" fmla="*/ 1199640 w 1397410"/>
                <a:gd name="connsiteY68" fmla="*/ 501506 h 1276409"/>
                <a:gd name="connsiteX69" fmla="*/ 1170000 w 1397410"/>
                <a:gd name="connsiteY69" fmla="*/ 495495 h 1276409"/>
                <a:gd name="connsiteX70" fmla="*/ 1165310 w 1397410"/>
                <a:gd name="connsiteY70" fmla="*/ 491821 h 1276409"/>
                <a:gd name="connsiteX71" fmla="*/ 1146778 w 1397410"/>
                <a:gd name="connsiteY71" fmla="*/ 483458 h 1276409"/>
                <a:gd name="connsiteX72" fmla="*/ 1131895 w 1397410"/>
                <a:gd name="connsiteY72" fmla="*/ 508167 h 1276409"/>
                <a:gd name="connsiteX73" fmla="*/ 1125374 w 1397410"/>
                <a:gd name="connsiteY73" fmla="*/ 526596 h 1276409"/>
                <a:gd name="connsiteX74" fmla="*/ 1128120 w 1397410"/>
                <a:gd name="connsiteY74" fmla="*/ 536917 h 1276409"/>
                <a:gd name="connsiteX75" fmla="*/ 1128641 w 1397410"/>
                <a:gd name="connsiteY75" fmla="*/ 542929 h 1276409"/>
                <a:gd name="connsiteX76" fmla="*/ 1117278 w 1397410"/>
                <a:gd name="connsiteY76" fmla="*/ 552741 h 1276409"/>
                <a:gd name="connsiteX77" fmla="*/ 1117278 w 1397410"/>
                <a:gd name="connsiteY77" fmla="*/ 560571 h 1276409"/>
                <a:gd name="connsiteX78" fmla="*/ 1108012 w 1397410"/>
                <a:gd name="connsiteY78" fmla="*/ 568566 h 1276409"/>
                <a:gd name="connsiteX79" fmla="*/ 1095302 w 1397410"/>
                <a:gd name="connsiteY79" fmla="*/ 570370 h 1276409"/>
                <a:gd name="connsiteX80" fmla="*/ 1078067 w 1397410"/>
                <a:gd name="connsiteY80" fmla="*/ 570243 h 1276409"/>
                <a:gd name="connsiteX81" fmla="*/ 1053536 w 1397410"/>
                <a:gd name="connsiteY81" fmla="*/ 585152 h 1276409"/>
                <a:gd name="connsiteX82" fmla="*/ 1035742 w 1397410"/>
                <a:gd name="connsiteY82" fmla="*/ 631824 h 1276409"/>
                <a:gd name="connsiteX83" fmla="*/ 1031827 w 1397410"/>
                <a:gd name="connsiteY83" fmla="*/ 636133 h 1276409"/>
                <a:gd name="connsiteX84" fmla="*/ 1022040 w 1397410"/>
                <a:gd name="connsiteY84" fmla="*/ 651385 h 1276409"/>
                <a:gd name="connsiteX85" fmla="*/ 1020998 w 1397410"/>
                <a:gd name="connsiteY85" fmla="*/ 670336 h 1276409"/>
                <a:gd name="connsiteX86" fmla="*/ 1015393 w 1397410"/>
                <a:gd name="connsiteY86" fmla="*/ 679348 h 1276409"/>
                <a:gd name="connsiteX87" fmla="*/ 1000382 w 1397410"/>
                <a:gd name="connsiteY87" fmla="*/ 695960 h 1276409"/>
                <a:gd name="connsiteX88" fmla="*/ 989019 w 1397410"/>
                <a:gd name="connsiteY88" fmla="*/ 701832 h 1276409"/>
                <a:gd name="connsiteX89" fmla="*/ 982499 w 1397410"/>
                <a:gd name="connsiteY89" fmla="*/ 704717 h 1276409"/>
                <a:gd name="connsiteX90" fmla="*/ 961375 w 1397410"/>
                <a:gd name="connsiteY90" fmla="*/ 717516 h 1276409"/>
                <a:gd name="connsiteX91" fmla="*/ 943224 w 1397410"/>
                <a:gd name="connsiteY91" fmla="*/ 707844 h 1276409"/>
                <a:gd name="connsiteX92" fmla="*/ 942703 w 1397410"/>
                <a:gd name="connsiteY92" fmla="*/ 700790 h 1276409"/>
                <a:gd name="connsiteX93" fmla="*/ 938890 w 1397410"/>
                <a:gd name="connsiteY93" fmla="*/ 695960 h 1276409"/>
                <a:gd name="connsiteX94" fmla="*/ 930667 w 1397410"/>
                <a:gd name="connsiteY94" fmla="*/ 699773 h 1276409"/>
                <a:gd name="connsiteX95" fmla="*/ 901827 w 1397410"/>
                <a:gd name="connsiteY95" fmla="*/ 731943 h 1276409"/>
                <a:gd name="connsiteX96" fmla="*/ 866328 w 1397410"/>
                <a:gd name="connsiteY96" fmla="*/ 691816 h 1276409"/>
                <a:gd name="connsiteX97" fmla="*/ 844403 w 1397410"/>
                <a:gd name="connsiteY97" fmla="*/ 727634 h 1276409"/>
                <a:gd name="connsiteX98" fmla="*/ 806564 w 1397410"/>
                <a:gd name="connsiteY98" fmla="*/ 722270 h 1276409"/>
                <a:gd name="connsiteX99" fmla="*/ 697981 w 1397410"/>
                <a:gd name="connsiteY99" fmla="*/ 621224 h 1276409"/>
                <a:gd name="connsiteX100" fmla="*/ 677645 w 1397410"/>
                <a:gd name="connsiteY100" fmla="*/ 630121 h 1276409"/>
                <a:gd name="connsiteX101" fmla="*/ 649326 w 1397410"/>
                <a:gd name="connsiteY101" fmla="*/ 642831 h 1276409"/>
                <a:gd name="connsiteX102" fmla="*/ 629753 w 1397410"/>
                <a:gd name="connsiteY102" fmla="*/ 654461 h 1276409"/>
                <a:gd name="connsiteX103" fmla="*/ 626486 w 1397410"/>
                <a:gd name="connsiteY103" fmla="*/ 655910 h 1276409"/>
                <a:gd name="connsiteX104" fmla="*/ 552373 w 1397410"/>
                <a:gd name="connsiteY104" fmla="*/ 660092 h 1276409"/>
                <a:gd name="connsiteX105" fmla="*/ 540502 w 1397410"/>
                <a:gd name="connsiteY105" fmla="*/ 662570 h 1276409"/>
                <a:gd name="connsiteX106" fmla="*/ 485847 w 1397410"/>
                <a:gd name="connsiteY106" fmla="*/ 674340 h 1276409"/>
                <a:gd name="connsiteX107" fmla="*/ 494592 w 1397410"/>
                <a:gd name="connsiteY107" fmla="*/ 686872 h 1276409"/>
                <a:gd name="connsiteX108" fmla="*/ 515983 w 1397410"/>
                <a:gd name="connsiteY108" fmla="*/ 711708 h 1276409"/>
                <a:gd name="connsiteX109" fmla="*/ 520292 w 1397410"/>
                <a:gd name="connsiteY109" fmla="*/ 750538 h 1276409"/>
                <a:gd name="connsiteX110" fmla="*/ 520813 w 1397410"/>
                <a:gd name="connsiteY110" fmla="*/ 767658 h 1276409"/>
                <a:gd name="connsiteX111" fmla="*/ 561410 w 1397410"/>
                <a:gd name="connsiteY111" fmla="*/ 800603 h 1276409"/>
                <a:gd name="connsiteX112" fmla="*/ 568451 w 1397410"/>
                <a:gd name="connsiteY112" fmla="*/ 815232 h 1276409"/>
                <a:gd name="connsiteX113" fmla="*/ 608781 w 1397410"/>
                <a:gd name="connsiteY113" fmla="*/ 813135 h 1276409"/>
                <a:gd name="connsiteX114" fmla="*/ 608260 w 1397410"/>
                <a:gd name="connsiteY114" fmla="*/ 836408 h 1276409"/>
                <a:gd name="connsiteX115" fmla="*/ 625482 w 1397410"/>
                <a:gd name="connsiteY115" fmla="*/ 868959 h 1276409"/>
                <a:gd name="connsiteX116" fmla="*/ 626906 w 1397410"/>
                <a:gd name="connsiteY116" fmla="*/ 871704 h 1276409"/>
                <a:gd name="connsiteX117" fmla="*/ 623003 w 1397410"/>
                <a:gd name="connsiteY117" fmla="*/ 896400 h 1276409"/>
                <a:gd name="connsiteX118" fmla="*/ 653279 w 1397410"/>
                <a:gd name="connsiteY118" fmla="*/ 898484 h 1276409"/>
                <a:gd name="connsiteX119" fmla="*/ 677937 w 1397410"/>
                <a:gd name="connsiteY119" fmla="*/ 928544 h 1276409"/>
                <a:gd name="connsiteX120" fmla="*/ 671035 w 1397410"/>
                <a:gd name="connsiteY120" fmla="*/ 947380 h 1276409"/>
                <a:gd name="connsiteX121" fmla="*/ 676119 w 1397410"/>
                <a:gd name="connsiteY121" fmla="*/ 984494 h 1276409"/>
                <a:gd name="connsiteX122" fmla="*/ 674416 w 1397410"/>
                <a:gd name="connsiteY122" fmla="*/ 995730 h 1276409"/>
                <a:gd name="connsiteX123" fmla="*/ 634354 w 1397410"/>
                <a:gd name="connsiteY123" fmla="*/ 1013524 h 1276409"/>
                <a:gd name="connsiteX124" fmla="*/ 633972 w 1397410"/>
                <a:gd name="connsiteY124" fmla="*/ 1046075 h 1276409"/>
                <a:gd name="connsiteX125" fmla="*/ 618174 w 1397410"/>
                <a:gd name="connsiteY125" fmla="*/ 1053536 h 1276409"/>
                <a:gd name="connsiteX126" fmla="*/ 571718 w 1397410"/>
                <a:gd name="connsiteY126" fmla="*/ 1041512 h 1276409"/>
                <a:gd name="connsiteX127" fmla="*/ 566367 w 1397410"/>
                <a:gd name="connsiteY127" fmla="*/ 1037445 h 1276409"/>
                <a:gd name="connsiteX128" fmla="*/ 536866 w 1397410"/>
                <a:gd name="connsiteY128" fmla="*/ 1042809 h 1276409"/>
                <a:gd name="connsiteX129" fmla="*/ 506858 w 1397410"/>
                <a:gd name="connsiteY129" fmla="*/ 1046202 h 1276409"/>
                <a:gd name="connsiteX130" fmla="*/ 498901 w 1397410"/>
                <a:gd name="connsiteY130" fmla="*/ 1058353 h 1276409"/>
                <a:gd name="connsiteX131" fmla="*/ 475921 w 1397410"/>
                <a:gd name="connsiteY131" fmla="*/ 1008034 h 1276409"/>
                <a:gd name="connsiteX132" fmla="*/ 443561 w 1397410"/>
                <a:gd name="connsiteY132" fmla="*/ 997192 h 1276409"/>
                <a:gd name="connsiteX133" fmla="*/ 402888 w 1397410"/>
                <a:gd name="connsiteY133" fmla="*/ 1011834 h 1276409"/>
                <a:gd name="connsiteX134" fmla="*/ 370668 w 1397410"/>
                <a:gd name="connsiteY134" fmla="*/ 1019015 h 1276409"/>
                <a:gd name="connsiteX135" fmla="*/ 368304 w 1397410"/>
                <a:gd name="connsiteY135" fmla="*/ 1025675 h 1276409"/>
                <a:gd name="connsiteX136" fmla="*/ 384103 w 1397410"/>
                <a:gd name="connsiteY136" fmla="*/ 1048821 h 1276409"/>
                <a:gd name="connsiteX137" fmla="*/ 354208 w 1397410"/>
                <a:gd name="connsiteY137" fmla="*/ 1095086 h 1276409"/>
                <a:gd name="connsiteX138" fmla="*/ 333338 w 1397410"/>
                <a:gd name="connsiteY138" fmla="*/ 1132466 h 1276409"/>
                <a:gd name="connsiteX139" fmla="*/ 307917 w 1397410"/>
                <a:gd name="connsiteY139" fmla="*/ 1149600 h 1276409"/>
                <a:gd name="connsiteX140" fmla="*/ 282866 w 1397410"/>
                <a:gd name="connsiteY140" fmla="*/ 1160187 h 1276409"/>
                <a:gd name="connsiteX141" fmla="*/ 272939 w 1397410"/>
                <a:gd name="connsiteY141" fmla="*/ 1164089 h 1276409"/>
                <a:gd name="connsiteX142" fmla="*/ 244977 w 1397410"/>
                <a:gd name="connsiteY142" fmla="*/ 1175986 h 1276409"/>
                <a:gd name="connsiteX143" fmla="*/ 257903 w 1397410"/>
                <a:gd name="connsiteY143" fmla="*/ 1215197 h 1276409"/>
                <a:gd name="connsiteX144" fmla="*/ 270041 w 1397410"/>
                <a:gd name="connsiteY144" fmla="*/ 1231809 h 1276409"/>
                <a:gd name="connsiteX145" fmla="*/ 264067 w 1397410"/>
                <a:gd name="connsiteY145" fmla="*/ 1251574 h 1276409"/>
                <a:gd name="connsiteX146" fmla="*/ 255590 w 1397410"/>
                <a:gd name="connsiteY146" fmla="*/ 1264106 h 1276409"/>
                <a:gd name="connsiteX147" fmla="*/ 231313 w 1397410"/>
                <a:gd name="connsiteY147" fmla="*/ 1271567 h 1276409"/>
                <a:gd name="connsiteX148" fmla="*/ 208435 w 1397410"/>
                <a:gd name="connsiteY148" fmla="*/ 1276409 h 1276409"/>
                <a:gd name="connsiteX149" fmla="*/ 191848 w 1397410"/>
                <a:gd name="connsiteY149" fmla="*/ 1255628 h 1276409"/>
                <a:gd name="connsiteX150" fmla="*/ 189382 w 1397410"/>
                <a:gd name="connsiteY150" fmla="*/ 1198763 h 1276409"/>
                <a:gd name="connsiteX151" fmla="*/ 151531 w 1397410"/>
                <a:gd name="connsiteY151" fmla="*/ 1211193 h 1276409"/>
                <a:gd name="connsiteX152" fmla="*/ 145252 w 1397410"/>
                <a:gd name="connsiteY152" fmla="*/ 1213418 h 1276409"/>
                <a:gd name="connsiteX153" fmla="*/ 84065 w 1397410"/>
                <a:gd name="connsiteY153" fmla="*/ 1213011 h 1276409"/>
                <a:gd name="connsiteX154" fmla="*/ 62522 w 1397410"/>
                <a:gd name="connsiteY154" fmla="*/ 1133026 h 1276409"/>
                <a:gd name="connsiteX155" fmla="*/ 93585 w 1397410"/>
                <a:gd name="connsiteY155" fmla="*/ 1122972 h 1276409"/>
                <a:gd name="connsiteX156" fmla="*/ 131957 w 1397410"/>
                <a:gd name="connsiteY156" fmla="*/ 1145571 h 1276409"/>
                <a:gd name="connsiteX157" fmla="*/ 176710 w 1397410"/>
                <a:gd name="connsiteY157" fmla="*/ 1130547 h 1276409"/>
                <a:gd name="connsiteX158" fmla="*/ 202296 w 1397410"/>
                <a:gd name="connsiteY158" fmla="*/ 1129505 h 1276409"/>
                <a:gd name="connsiteX159" fmla="*/ 193399 w 1397410"/>
                <a:gd name="connsiteY159" fmla="*/ 1114342 h 1276409"/>
                <a:gd name="connsiteX160" fmla="*/ 164928 w 1397410"/>
                <a:gd name="connsiteY160" fmla="*/ 1093332 h 1276409"/>
                <a:gd name="connsiteX161" fmla="*/ 174867 w 1397410"/>
                <a:gd name="connsiteY161" fmla="*/ 1077774 h 1276409"/>
                <a:gd name="connsiteX162" fmla="*/ 204355 w 1397410"/>
                <a:gd name="connsiteY162" fmla="*/ 1063272 h 1276409"/>
                <a:gd name="connsiteX163" fmla="*/ 201813 w 1397410"/>
                <a:gd name="connsiteY163" fmla="*/ 1049939 h 1276409"/>
                <a:gd name="connsiteX164" fmla="*/ 231720 w 1397410"/>
                <a:gd name="connsiteY164" fmla="*/ 1032424 h 1276409"/>
                <a:gd name="connsiteX165" fmla="*/ 266165 w 1397410"/>
                <a:gd name="connsiteY165" fmla="*/ 1044321 h 1276409"/>
                <a:gd name="connsiteX166" fmla="*/ 282866 w 1397410"/>
                <a:gd name="connsiteY166" fmla="*/ 1035424 h 1276409"/>
                <a:gd name="connsiteX167" fmla="*/ 314832 w 1397410"/>
                <a:gd name="connsiteY167" fmla="*/ 986947 h 1276409"/>
                <a:gd name="connsiteX168" fmla="*/ 282078 w 1397410"/>
                <a:gd name="connsiteY168" fmla="*/ 980796 h 1276409"/>
                <a:gd name="connsiteX169" fmla="*/ 274375 w 1397410"/>
                <a:gd name="connsiteY169" fmla="*/ 929828 h 1276409"/>
                <a:gd name="connsiteX170" fmla="*/ 235901 w 1397410"/>
                <a:gd name="connsiteY170" fmla="*/ 935052 h 1276409"/>
                <a:gd name="connsiteX171" fmla="*/ 224793 w 1397410"/>
                <a:gd name="connsiteY171" fmla="*/ 932827 h 1276409"/>
                <a:gd name="connsiteX172" fmla="*/ 220484 w 1397410"/>
                <a:gd name="connsiteY172" fmla="*/ 937276 h 1276409"/>
                <a:gd name="connsiteX173" fmla="*/ 221653 w 1397410"/>
                <a:gd name="connsiteY173" fmla="*/ 946427 h 1276409"/>
                <a:gd name="connsiteX174" fmla="*/ 219442 w 1397410"/>
                <a:gd name="connsiteY174" fmla="*/ 955184 h 1276409"/>
                <a:gd name="connsiteX175" fmla="*/ 212921 w 1397410"/>
                <a:gd name="connsiteY175" fmla="*/ 962366 h 1276409"/>
                <a:gd name="connsiteX176" fmla="*/ 205295 w 1397410"/>
                <a:gd name="connsiteY176" fmla="*/ 962912 h 1276409"/>
                <a:gd name="connsiteX177" fmla="*/ 199957 w 1397410"/>
                <a:gd name="connsiteY177" fmla="*/ 954409 h 1276409"/>
                <a:gd name="connsiteX178" fmla="*/ 196030 w 1397410"/>
                <a:gd name="connsiteY178" fmla="*/ 947088 h 1276409"/>
                <a:gd name="connsiteX179" fmla="*/ 186764 w 1397410"/>
                <a:gd name="connsiteY179" fmla="*/ 948791 h 1276409"/>
                <a:gd name="connsiteX180" fmla="*/ 183510 w 1397410"/>
                <a:gd name="connsiteY180" fmla="*/ 958451 h 1276409"/>
                <a:gd name="connsiteX181" fmla="*/ 184158 w 1397410"/>
                <a:gd name="connsiteY181" fmla="*/ 971530 h 1276409"/>
                <a:gd name="connsiteX182" fmla="*/ 178146 w 1397410"/>
                <a:gd name="connsiteY182" fmla="*/ 981329 h 1276409"/>
                <a:gd name="connsiteX183" fmla="*/ 162894 w 1397410"/>
                <a:gd name="connsiteY183" fmla="*/ 984596 h 1276409"/>
                <a:gd name="connsiteX184" fmla="*/ 155725 w 1397410"/>
                <a:gd name="connsiteY184" fmla="*/ 993366 h 1276409"/>
                <a:gd name="connsiteX185" fmla="*/ 152980 w 1397410"/>
                <a:gd name="connsiteY185" fmla="*/ 1005771 h 1276409"/>
                <a:gd name="connsiteX186" fmla="*/ 141541 w 1397410"/>
                <a:gd name="connsiteY186" fmla="*/ 1015050 h 1276409"/>
                <a:gd name="connsiteX187" fmla="*/ 123264 w 1397410"/>
                <a:gd name="connsiteY187" fmla="*/ 1012965 h 1276409"/>
                <a:gd name="connsiteX188" fmla="*/ 106740 w 1397410"/>
                <a:gd name="connsiteY188" fmla="*/ 1020413 h 1276409"/>
                <a:gd name="connsiteX189" fmla="*/ 85336 w 1397410"/>
                <a:gd name="connsiteY189" fmla="*/ 1017147 h 1276409"/>
                <a:gd name="connsiteX190" fmla="*/ 101135 w 1397410"/>
                <a:gd name="connsiteY190" fmla="*/ 995705 h 1276409"/>
                <a:gd name="connsiteX191" fmla="*/ 81689 w 1397410"/>
                <a:gd name="connsiteY191" fmla="*/ 951016 h 1276409"/>
                <a:gd name="connsiteX192" fmla="*/ 50892 w 1397410"/>
                <a:gd name="connsiteY192" fmla="*/ 918719 h 1276409"/>
                <a:gd name="connsiteX193" fmla="*/ 28318 w 1397410"/>
                <a:gd name="connsiteY193" fmla="*/ 927349 h 1276409"/>
                <a:gd name="connsiteX194" fmla="*/ 8745 w 1397410"/>
                <a:gd name="connsiteY194" fmla="*/ 880423 h 1276409"/>
                <a:gd name="connsiteX195" fmla="*/ 0 w 1397410"/>
                <a:gd name="connsiteY195" fmla="*/ 849842 h 1276409"/>
                <a:gd name="connsiteX196" fmla="*/ 144718 w 1397410"/>
                <a:gd name="connsiteY196" fmla="*/ 781207 h 1276409"/>
                <a:gd name="connsiteX197" fmla="*/ 163250 w 1397410"/>
                <a:gd name="connsiteY197" fmla="*/ 774280 h 1276409"/>
                <a:gd name="connsiteX198" fmla="*/ 154111 w 1397410"/>
                <a:gd name="connsiteY198" fmla="*/ 746699 h 1276409"/>
                <a:gd name="connsiteX199" fmla="*/ 180612 w 1397410"/>
                <a:gd name="connsiteY199" fmla="*/ 731027 h 1276409"/>
                <a:gd name="connsiteX200" fmla="*/ 213659 w 1397410"/>
                <a:gd name="connsiteY200" fmla="*/ 714021 h 1276409"/>
                <a:gd name="connsiteX201" fmla="*/ 254636 w 1397410"/>
                <a:gd name="connsiteY201" fmla="*/ 709191 h 1276409"/>
                <a:gd name="connsiteX202" fmla="*/ 279307 w 1397410"/>
                <a:gd name="connsiteY202" fmla="*/ 668150 h 1276409"/>
                <a:gd name="connsiteX203" fmla="*/ 288560 w 1397410"/>
                <a:gd name="connsiteY203" fmla="*/ 648665 h 1276409"/>
                <a:gd name="connsiteX204" fmla="*/ 312836 w 1397410"/>
                <a:gd name="connsiteY204" fmla="*/ 639260 h 1276409"/>
                <a:gd name="connsiteX205" fmla="*/ 353166 w 1397410"/>
                <a:gd name="connsiteY205" fmla="*/ 626067 h 1276409"/>
                <a:gd name="connsiteX206" fmla="*/ 402875 w 1397410"/>
                <a:gd name="connsiteY206" fmla="*/ 610128 h 1276409"/>
                <a:gd name="connsiteX207" fmla="*/ 451301 w 1397410"/>
                <a:gd name="connsiteY207" fmla="*/ 549119 h 1276409"/>
                <a:gd name="connsiteX208" fmla="*/ 452483 w 1397410"/>
                <a:gd name="connsiteY208" fmla="*/ 534617 h 1276409"/>
                <a:gd name="connsiteX209" fmla="*/ 468002 w 1397410"/>
                <a:gd name="connsiteY209" fmla="*/ 515005 h 1276409"/>
                <a:gd name="connsiteX210" fmla="*/ 429109 w 1397410"/>
                <a:gd name="connsiteY210" fmla="*/ 468740 h 1276409"/>
                <a:gd name="connsiteX211" fmla="*/ 398058 w 1397410"/>
                <a:gd name="connsiteY211" fmla="*/ 454237 h 1276409"/>
                <a:gd name="connsiteX212" fmla="*/ 403549 w 1397410"/>
                <a:gd name="connsiteY212" fmla="*/ 424559 h 1276409"/>
                <a:gd name="connsiteX213" fmla="*/ 361516 w 1397410"/>
                <a:gd name="connsiteY213" fmla="*/ 388881 h 1276409"/>
                <a:gd name="connsiteX214" fmla="*/ 311947 w 1397410"/>
                <a:gd name="connsiteY214" fmla="*/ 393190 h 1276409"/>
                <a:gd name="connsiteX215" fmla="*/ 298372 w 1397410"/>
                <a:gd name="connsiteY215" fmla="*/ 396177 h 1276409"/>
                <a:gd name="connsiteX216" fmla="*/ 239524 w 1397410"/>
                <a:gd name="connsiteY216" fmla="*/ 391741 h 1276409"/>
                <a:gd name="connsiteX217" fmla="*/ 229610 w 1397410"/>
                <a:gd name="connsiteY217" fmla="*/ 385081 h 1276409"/>
                <a:gd name="connsiteX218" fmla="*/ 194225 w 1397410"/>
                <a:gd name="connsiteY218" fmla="*/ 370960 h 1276409"/>
                <a:gd name="connsiteX219" fmla="*/ 196767 w 1397410"/>
                <a:gd name="connsiteY219" fmla="*/ 362749 h 1276409"/>
                <a:gd name="connsiteX220" fmla="*/ 208384 w 1397410"/>
                <a:gd name="connsiteY220" fmla="*/ 299338 h 1276409"/>
                <a:gd name="connsiteX221" fmla="*/ 215031 w 1397410"/>
                <a:gd name="connsiteY221" fmla="*/ 303011 h 1276409"/>
                <a:gd name="connsiteX222" fmla="*/ 222594 w 1397410"/>
                <a:gd name="connsiteY222" fmla="*/ 303520 h 1276409"/>
                <a:gd name="connsiteX223" fmla="*/ 222085 w 1397410"/>
                <a:gd name="connsiteY223" fmla="*/ 296478 h 1276409"/>
                <a:gd name="connsiteX224" fmla="*/ 230983 w 1397410"/>
                <a:gd name="connsiteY224" fmla="*/ 295296 h 1276409"/>
                <a:gd name="connsiteX225" fmla="*/ 242612 w 1397410"/>
                <a:gd name="connsiteY225" fmla="*/ 302744 h 1276409"/>
                <a:gd name="connsiteX226" fmla="*/ 252781 w 1397410"/>
                <a:gd name="connsiteY226" fmla="*/ 298296 h 1276409"/>
                <a:gd name="connsiteX227" fmla="*/ 258653 w 1397410"/>
                <a:gd name="connsiteY227" fmla="*/ 301168 h 1276409"/>
                <a:gd name="connsiteX228" fmla="*/ 269342 w 1397410"/>
                <a:gd name="connsiteY228" fmla="*/ 304689 h 1276409"/>
                <a:gd name="connsiteX229" fmla="*/ 278239 w 1397410"/>
                <a:gd name="connsiteY229" fmla="*/ 301562 h 1276409"/>
                <a:gd name="connsiteX230" fmla="*/ 280591 w 1397410"/>
                <a:gd name="connsiteY230" fmla="*/ 335422 h 1276409"/>
                <a:gd name="connsiteX231" fmla="*/ 304994 w 1397410"/>
                <a:gd name="connsiteY231" fmla="*/ 348628 h 1276409"/>
                <a:gd name="connsiteX232" fmla="*/ 308121 w 1397410"/>
                <a:gd name="connsiteY232" fmla="*/ 349670 h 1276409"/>
                <a:gd name="connsiteX233" fmla="*/ 358364 w 1397410"/>
                <a:gd name="connsiteY233" fmla="*/ 339731 h 1276409"/>
                <a:gd name="connsiteX234" fmla="*/ 381992 w 1397410"/>
                <a:gd name="connsiteY234" fmla="*/ 302744 h 1276409"/>
                <a:gd name="connsiteX235" fmla="*/ 376642 w 1397410"/>
                <a:gd name="connsiteY235" fmla="*/ 270066 h 1276409"/>
                <a:gd name="connsiteX236" fmla="*/ 486394 w 1397410"/>
                <a:gd name="connsiteY236" fmla="*/ 261576 h 1276409"/>
                <a:gd name="connsiteX237" fmla="*/ 461469 w 1397410"/>
                <a:gd name="connsiteY237" fmla="*/ 239333 h 1276409"/>
                <a:gd name="connsiteX238" fmla="*/ 462118 w 1397410"/>
                <a:gd name="connsiteY238" fmla="*/ 193462 h 1276409"/>
                <a:gd name="connsiteX239" fmla="*/ 499321 w 1397410"/>
                <a:gd name="connsiteY239" fmla="*/ 217128 h 1276409"/>
                <a:gd name="connsiteX240" fmla="*/ 525275 w 1397410"/>
                <a:gd name="connsiteY240" fmla="*/ 221196 h 1276409"/>
                <a:gd name="connsiteX241" fmla="*/ 535710 w 1397410"/>
                <a:gd name="connsiteY241" fmla="*/ 206032 h 1276409"/>
                <a:gd name="connsiteX242" fmla="*/ 557381 w 1397410"/>
                <a:gd name="connsiteY242" fmla="*/ 207850 h 1276409"/>
                <a:gd name="connsiteX243" fmla="*/ 557775 w 1397410"/>
                <a:gd name="connsiteY243" fmla="*/ 190996 h 1276409"/>
                <a:gd name="connsiteX244" fmla="*/ 577996 w 1397410"/>
                <a:gd name="connsiteY244" fmla="*/ 117925 h 1276409"/>
                <a:gd name="connsiteX245" fmla="*/ 528541 w 1397410"/>
                <a:gd name="connsiteY245" fmla="*/ 93623 h 1276409"/>
                <a:gd name="connsiteX246" fmla="*/ 538061 w 1397410"/>
                <a:gd name="connsiteY246" fmla="*/ 79490 h 1276409"/>
                <a:gd name="connsiteX247" fmla="*/ 540145 w 1397410"/>
                <a:gd name="connsiteY247" fmla="*/ 42516 h 1276409"/>
                <a:gd name="connsiteX248" fmla="*/ 539891 w 1397410"/>
                <a:gd name="connsiteY248" fmla="*/ 38703 h 1276409"/>
                <a:gd name="connsiteX249" fmla="*/ 607878 w 1397410"/>
                <a:gd name="connsiteY249" fmla="*/ 58848 h 1276409"/>
                <a:gd name="connsiteX250" fmla="*/ 638027 w 1397410"/>
                <a:gd name="connsiteY250" fmla="*/ 44727 h 1276409"/>
                <a:gd name="connsiteX251" fmla="*/ 627338 w 1397410"/>
                <a:gd name="connsiteY251" fmla="*/ 23120 h 1276409"/>
                <a:gd name="connsiteX252" fmla="*/ 658261 w 1397410"/>
                <a:gd name="connsiteY252" fmla="*/ 16333 h 1276409"/>
                <a:gd name="connsiteX253" fmla="*/ 662952 w 1397410"/>
                <a:gd name="connsiteY253" fmla="*/ 47816 h 1276409"/>
                <a:gd name="connsiteX254" fmla="*/ 666218 w 1397410"/>
                <a:gd name="connsiteY254" fmla="*/ 50358 h 1276409"/>
                <a:gd name="connsiteX255" fmla="*/ 726503 w 1397410"/>
                <a:gd name="connsiteY255" fmla="*/ 64606 h 1276409"/>
                <a:gd name="connsiteX256" fmla="*/ 747131 w 1397410"/>
                <a:gd name="connsiteY256" fmla="*/ 97805 h 1276409"/>
                <a:gd name="connsiteX257" fmla="*/ 724253 w 1397410"/>
                <a:gd name="connsiteY257" fmla="*/ 139088 h 1276409"/>
                <a:gd name="connsiteX258" fmla="*/ 709128 w 1397410"/>
                <a:gd name="connsiteY258" fmla="*/ 147337 h 1276409"/>
                <a:gd name="connsiteX259" fmla="*/ 695248 w 1397410"/>
                <a:gd name="connsiteY259" fmla="*/ 163580 h 1276409"/>
                <a:gd name="connsiteX260" fmla="*/ 691067 w 1397410"/>
                <a:gd name="connsiteY260" fmla="*/ 188810 h 1276409"/>
                <a:gd name="connsiteX261" fmla="*/ 696290 w 1397410"/>
                <a:gd name="connsiteY261" fmla="*/ 219391 h 1276409"/>
                <a:gd name="connsiteX262" fmla="*/ 674505 w 1397410"/>
                <a:gd name="connsiteY262" fmla="*/ 260063 h 1276409"/>
                <a:gd name="connsiteX263" fmla="*/ 652707 w 1397410"/>
                <a:gd name="connsiteY263" fmla="*/ 275316 h 1276409"/>
                <a:gd name="connsiteX264" fmla="*/ 591508 w 1397410"/>
                <a:gd name="connsiteY264" fmla="*/ 275163 h 1276409"/>
                <a:gd name="connsiteX265" fmla="*/ 609899 w 1397410"/>
                <a:gd name="connsiteY265" fmla="*/ 363143 h 1276409"/>
                <a:gd name="connsiteX266" fmla="*/ 608628 w 1397410"/>
                <a:gd name="connsiteY266" fmla="*/ 369803 h 1276409"/>
                <a:gd name="connsiteX267" fmla="*/ 614983 w 1397410"/>
                <a:gd name="connsiteY267" fmla="*/ 402748 h 1276409"/>
                <a:gd name="connsiteX268" fmla="*/ 702684 w 1397410"/>
                <a:gd name="connsiteY268" fmla="*/ 390585 h 1276409"/>
                <a:gd name="connsiteX269" fmla="*/ 728536 w 1397410"/>
                <a:gd name="connsiteY269" fmla="*/ 387318 h 1276409"/>
                <a:gd name="connsiteX270" fmla="*/ 786469 w 1397410"/>
                <a:gd name="connsiteY270" fmla="*/ 403269 h 1276409"/>
                <a:gd name="connsiteX271" fmla="*/ 832226 w 1397410"/>
                <a:gd name="connsiteY271" fmla="*/ 470316 h 1276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Lst>
              <a:rect l="l" t="t" r="r" b="b"/>
              <a:pathLst>
                <a:path w="1397410" h="1276409">
                  <a:moveTo>
                    <a:pt x="163453" y="168728"/>
                  </a:moveTo>
                  <a:lnTo>
                    <a:pt x="197657" y="167292"/>
                  </a:lnTo>
                  <a:lnTo>
                    <a:pt x="233537" y="222327"/>
                  </a:lnTo>
                  <a:lnTo>
                    <a:pt x="216696" y="262440"/>
                  </a:lnTo>
                  <a:lnTo>
                    <a:pt x="81968" y="255907"/>
                  </a:lnTo>
                  <a:lnTo>
                    <a:pt x="83137" y="210036"/>
                  </a:lnTo>
                  <a:close/>
                  <a:moveTo>
                    <a:pt x="688385" y="1011503"/>
                  </a:moveTo>
                  <a:lnTo>
                    <a:pt x="713310" y="1003534"/>
                  </a:lnTo>
                  <a:lnTo>
                    <a:pt x="731307" y="1015304"/>
                  </a:lnTo>
                  <a:lnTo>
                    <a:pt x="710310" y="1042097"/>
                  </a:lnTo>
                  <a:lnTo>
                    <a:pt x="678191" y="1038563"/>
                  </a:lnTo>
                  <a:close/>
                  <a:moveTo>
                    <a:pt x="344065" y="0"/>
                  </a:moveTo>
                  <a:lnTo>
                    <a:pt x="361949" y="16727"/>
                  </a:lnTo>
                  <a:lnTo>
                    <a:pt x="387267" y="15151"/>
                  </a:lnTo>
                  <a:lnTo>
                    <a:pt x="397054" y="52150"/>
                  </a:lnTo>
                  <a:lnTo>
                    <a:pt x="381916" y="73185"/>
                  </a:lnTo>
                  <a:lnTo>
                    <a:pt x="385056" y="123124"/>
                  </a:lnTo>
                  <a:lnTo>
                    <a:pt x="313141" y="128869"/>
                  </a:lnTo>
                  <a:lnTo>
                    <a:pt x="291737" y="135148"/>
                  </a:lnTo>
                  <a:lnTo>
                    <a:pt x="247633" y="152268"/>
                  </a:lnTo>
                  <a:lnTo>
                    <a:pt x="231720" y="158801"/>
                  </a:lnTo>
                  <a:lnTo>
                    <a:pt x="213684" y="120899"/>
                  </a:lnTo>
                  <a:lnTo>
                    <a:pt x="233664" y="95021"/>
                  </a:lnTo>
                  <a:lnTo>
                    <a:pt x="184717" y="68254"/>
                  </a:lnTo>
                  <a:lnTo>
                    <a:pt x="163110" y="66157"/>
                  </a:lnTo>
                  <a:lnTo>
                    <a:pt x="188289" y="16117"/>
                  </a:lnTo>
                  <a:lnTo>
                    <a:pt x="247938" y="45795"/>
                  </a:lnTo>
                  <a:lnTo>
                    <a:pt x="263978" y="64987"/>
                  </a:lnTo>
                  <a:lnTo>
                    <a:pt x="297381" y="60806"/>
                  </a:lnTo>
                  <a:lnTo>
                    <a:pt x="316446" y="36898"/>
                  </a:lnTo>
                  <a:lnTo>
                    <a:pt x="325343" y="20946"/>
                  </a:lnTo>
                  <a:close/>
                  <a:moveTo>
                    <a:pt x="905856" y="488174"/>
                  </a:moveTo>
                  <a:lnTo>
                    <a:pt x="917295" y="484119"/>
                  </a:lnTo>
                  <a:lnTo>
                    <a:pt x="942894" y="416158"/>
                  </a:lnTo>
                  <a:lnTo>
                    <a:pt x="998221" y="400727"/>
                  </a:lnTo>
                  <a:lnTo>
                    <a:pt x="1010093" y="380721"/>
                  </a:lnTo>
                  <a:lnTo>
                    <a:pt x="1089430" y="352238"/>
                  </a:lnTo>
                  <a:lnTo>
                    <a:pt x="1069589" y="316815"/>
                  </a:lnTo>
                  <a:lnTo>
                    <a:pt x="1090752" y="298258"/>
                  </a:lnTo>
                  <a:lnTo>
                    <a:pt x="1108546" y="281518"/>
                  </a:lnTo>
                  <a:lnTo>
                    <a:pt x="1151608" y="307536"/>
                  </a:lnTo>
                  <a:lnTo>
                    <a:pt x="1206033" y="278659"/>
                  </a:lnTo>
                  <a:lnTo>
                    <a:pt x="1213736" y="260496"/>
                  </a:lnTo>
                  <a:lnTo>
                    <a:pt x="1246223" y="245981"/>
                  </a:lnTo>
                  <a:lnTo>
                    <a:pt x="1256531" y="237083"/>
                  </a:lnTo>
                  <a:lnTo>
                    <a:pt x="1225607" y="173532"/>
                  </a:lnTo>
                  <a:lnTo>
                    <a:pt x="1245689" y="137461"/>
                  </a:lnTo>
                  <a:lnTo>
                    <a:pt x="1281710" y="125818"/>
                  </a:lnTo>
                  <a:lnTo>
                    <a:pt x="1296466" y="163860"/>
                  </a:lnTo>
                  <a:lnTo>
                    <a:pt x="1307804" y="216391"/>
                  </a:lnTo>
                  <a:lnTo>
                    <a:pt x="1298551" y="217306"/>
                  </a:lnTo>
                  <a:lnTo>
                    <a:pt x="1273372" y="236664"/>
                  </a:lnTo>
                  <a:lnTo>
                    <a:pt x="1347879" y="277337"/>
                  </a:lnTo>
                  <a:lnTo>
                    <a:pt x="1351934" y="294343"/>
                  </a:lnTo>
                  <a:lnTo>
                    <a:pt x="1355569" y="316421"/>
                  </a:lnTo>
                  <a:lnTo>
                    <a:pt x="1387942" y="314463"/>
                  </a:lnTo>
                  <a:lnTo>
                    <a:pt x="1389785" y="321657"/>
                  </a:lnTo>
                  <a:lnTo>
                    <a:pt x="1397411" y="352632"/>
                  </a:lnTo>
                  <a:lnTo>
                    <a:pt x="1390484" y="387534"/>
                  </a:lnTo>
                  <a:lnTo>
                    <a:pt x="1385667" y="397601"/>
                  </a:lnTo>
                  <a:lnTo>
                    <a:pt x="1381612" y="406358"/>
                  </a:lnTo>
                  <a:lnTo>
                    <a:pt x="1373783" y="410260"/>
                  </a:lnTo>
                  <a:lnTo>
                    <a:pt x="1359293" y="451187"/>
                  </a:lnTo>
                  <a:lnTo>
                    <a:pt x="1337686" y="496270"/>
                  </a:lnTo>
                  <a:lnTo>
                    <a:pt x="1319154" y="502803"/>
                  </a:lnTo>
                  <a:lnTo>
                    <a:pt x="1262505" y="537438"/>
                  </a:lnTo>
                  <a:lnTo>
                    <a:pt x="1231822" y="549208"/>
                  </a:lnTo>
                  <a:lnTo>
                    <a:pt x="1230145" y="503337"/>
                  </a:lnTo>
                  <a:lnTo>
                    <a:pt x="1199640" y="501506"/>
                  </a:lnTo>
                  <a:lnTo>
                    <a:pt x="1170000" y="495495"/>
                  </a:lnTo>
                  <a:lnTo>
                    <a:pt x="1165310" y="491821"/>
                  </a:lnTo>
                  <a:lnTo>
                    <a:pt x="1146778" y="483458"/>
                  </a:lnTo>
                  <a:lnTo>
                    <a:pt x="1131895" y="508167"/>
                  </a:lnTo>
                  <a:lnTo>
                    <a:pt x="1125374" y="526596"/>
                  </a:lnTo>
                  <a:lnTo>
                    <a:pt x="1128120" y="536917"/>
                  </a:lnTo>
                  <a:lnTo>
                    <a:pt x="1128641" y="542929"/>
                  </a:lnTo>
                  <a:lnTo>
                    <a:pt x="1117278" y="552741"/>
                  </a:lnTo>
                  <a:lnTo>
                    <a:pt x="1117278" y="560571"/>
                  </a:lnTo>
                  <a:lnTo>
                    <a:pt x="1108012" y="568566"/>
                  </a:lnTo>
                  <a:lnTo>
                    <a:pt x="1095302" y="570370"/>
                  </a:lnTo>
                  <a:lnTo>
                    <a:pt x="1078067" y="570243"/>
                  </a:lnTo>
                  <a:lnTo>
                    <a:pt x="1053536" y="585152"/>
                  </a:lnTo>
                  <a:lnTo>
                    <a:pt x="1035742" y="631824"/>
                  </a:lnTo>
                  <a:lnTo>
                    <a:pt x="1031827" y="636133"/>
                  </a:lnTo>
                  <a:lnTo>
                    <a:pt x="1022040" y="651385"/>
                  </a:lnTo>
                  <a:lnTo>
                    <a:pt x="1020998" y="670336"/>
                  </a:lnTo>
                  <a:lnTo>
                    <a:pt x="1015393" y="679348"/>
                  </a:lnTo>
                  <a:lnTo>
                    <a:pt x="1000382" y="695960"/>
                  </a:lnTo>
                  <a:lnTo>
                    <a:pt x="989019" y="701832"/>
                  </a:lnTo>
                  <a:lnTo>
                    <a:pt x="982499" y="704717"/>
                  </a:lnTo>
                  <a:lnTo>
                    <a:pt x="961375" y="717516"/>
                  </a:lnTo>
                  <a:lnTo>
                    <a:pt x="943224" y="707844"/>
                  </a:lnTo>
                  <a:lnTo>
                    <a:pt x="942703" y="700790"/>
                  </a:lnTo>
                  <a:lnTo>
                    <a:pt x="938890" y="695960"/>
                  </a:lnTo>
                  <a:lnTo>
                    <a:pt x="930667" y="699773"/>
                  </a:lnTo>
                  <a:lnTo>
                    <a:pt x="901827" y="731943"/>
                  </a:lnTo>
                  <a:lnTo>
                    <a:pt x="866328" y="691816"/>
                  </a:lnTo>
                  <a:lnTo>
                    <a:pt x="844403" y="727634"/>
                  </a:lnTo>
                  <a:lnTo>
                    <a:pt x="806564" y="722270"/>
                  </a:lnTo>
                  <a:lnTo>
                    <a:pt x="697981" y="621224"/>
                  </a:lnTo>
                  <a:lnTo>
                    <a:pt x="677645" y="630121"/>
                  </a:lnTo>
                  <a:lnTo>
                    <a:pt x="649326" y="642831"/>
                  </a:lnTo>
                  <a:lnTo>
                    <a:pt x="629753" y="654461"/>
                  </a:lnTo>
                  <a:lnTo>
                    <a:pt x="626486" y="655910"/>
                  </a:lnTo>
                  <a:lnTo>
                    <a:pt x="552373" y="660092"/>
                  </a:lnTo>
                  <a:lnTo>
                    <a:pt x="540502" y="662570"/>
                  </a:lnTo>
                  <a:lnTo>
                    <a:pt x="485847" y="674340"/>
                  </a:lnTo>
                  <a:lnTo>
                    <a:pt x="494592" y="686872"/>
                  </a:lnTo>
                  <a:lnTo>
                    <a:pt x="515983" y="711708"/>
                  </a:lnTo>
                  <a:lnTo>
                    <a:pt x="520292" y="750538"/>
                  </a:lnTo>
                  <a:lnTo>
                    <a:pt x="520813" y="767658"/>
                  </a:lnTo>
                  <a:lnTo>
                    <a:pt x="561410" y="800603"/>
                  </a:lnTo>
                  <a:lnTo>
                    <a:pt x="568451" y="815232"/>
                  </a:lnTo>
                  <a:lnTo>
                    <a:pt x="608781" y="813135"/>
                  </a:lnTo>
                  <a:lnTo>
                    <a:pt x="608260" y="836408"/>
                  </a:lnTo>
                  <a:lnTo>
                    <a:pt x="625482" y="868959"/>
                  </a:lnTo>
                  <a:lnTo>
                    <a:pt x="626906" y="871704"/>
                  </a:lnTo>
                  <a:lnTo>
                    <a:pt x="623003" y="896400"/>
                  </a:lnTo>
                  <a:lnTo>
                    <a:pt x="653279" y="898484"/>
                  </a:lnTo>
                  <a:lnTo>
                    <a:pt x="677937" y="928544"/>
                  </a:lnTo>
                  <a:lnTo>
                    <a:pt x="671035" y="947380"/>
                  </a:lnTo>
                  <a:lnTo>
                    <a:pt x="676119" y="984494"/>
                  </a:lnTo>
                  <a:lnTo>
                    <a:pt x="674416" y="995730"/>
                  </a:lnTo>
                  <a:lnTo>
                    <a:pt x="634354" y="1013524"/>
                  </a:lnTo>
                  <a:lnTo>
                    <a:pt x="633972" y="1046075"/>
                  </a:lnTo>
                  <a:lnTo>
                    <a:pt x="618174" y="1053536"/>
                  </a:lnTo>
                  <a:lnTo>
                    <a:pt x="571718" y="1041512"/>
                  </a:lnTo>
                  <a:lnTo>
                    <a:pt x="566367" y="1037445"/>
                  </a:lnTo>
                  <a:lnTo>
                    <a:pt x="536866" y="1042809"/>
                  </a:lnTo>
                  <a:lnTo>
                    <a:pt x="506858" y="1046202"/>
                  </a:lnTo>
                  <a:lnTo>
                    <a:pt x="498901" y="1058353"/>
                  </a:lnTo>
                  <a:lnTo>
                    <a:pt x="475921" y="1008034"/>
                  </a:lnTo>
                  <a:lnTo>
                    <a:pt x="443561" y="997192"/>
                  </a:lnTo>
                  <a:lnTo>
                    <a:pt x="402888" y="1011834"/>
                  </a:lnTo>
                  <a:lnTo>
                    <a:pt x="370668" y="1019015"/>
                  </a:lnTo>
                  <a:lnTo>
                    <a:pt x="368304" y="1025675"/>
                  </a:lnTo>
                  <a:lnTo>
                    <a:pt x="384103" y="1048821"/>
                  </a:lnTo>
                  <a:lnTo>
                    <a:pt x="354208" y="1095086"/>
                  </a:lnTo>
                  <a:lnTo>
                    <a:pt x="333338" y="1132466"/>
                  </a:lnTo>
                  <a:lnTo>
                    <a:pt x="307917" y="1149600"/>
                  </a:lnTo>
                  <a:lnTo>
                    <a:pt x="282866" y="1160187"/>
                  </a:lnTo>
                  <a:lnTo>
                    <a:pt x="272939" y="1164089"/>
                  </a:lnTo>
                  <a:lnTo>
                    <a:pt x="244977" y="1175986"/>
                  </a:lnTo>
                  <a:lnTo>
                    <a:pt x="257903" y="1215197"/>
                  </a:lnTo>
                  <a:lnTo>
                    <a:pt x="270041" y="1231809"/>
                  </a:lnTo>
                  <a:lnTo>
                    <a:pt x="264067" y="1251574"/>
                  </a:lnTo>
                  <a:lnTo>
                    <a:pt x="255590" y="1264106"/>
                  </a:lnTo>
                  <a:lnTo>
                    <a:pt x="231313" y="1271567"/>
                  </a:lnTo>
                  <a:lnTo>
                    <a:pt x="208435" y="1276409"/>
                  </a:lnTo>
                  <a:lnTo>
                    <a:pt x="191848" y="1255628"/>
                  </a:lnTo>
                  <a:lnTo>
                    <a:pt x="189382" y="1198763"/>
                  </a:lnTo>
                  <a:lnTo>
                    <a:pt x="151531" y="1211193"/>
                  </a:lnTo>
                  <a:lnTo>
                    <a:pt x="145252" y="1213418"/>
                  </a:lnTo>
                  <a:lnTo>
                    <a:pt x="84065" y="1213011"/>
                  </a:lnTo>
                  <a:lnTo>
                    <a:pt x="62522" y="1133026"/>
                  </a:lnTo>
                  <a:lnTo>
                    <a:pt x="93585" y="1122972"/>
                  </a:lnTo>
                  <a:lnTo>
                    <a:pt x="131957" y="1145571"/>
                  </a:lnTo>
                  <a:lnTo>
                    <a:pt x="176710" y="1130547"/>
                  </a:lnTo>
                  <a:lnTo>
                    <a:pt x="202296" y="1129505"/>
                  </a:lnTo>
                  <a:lnTo>
                    <a:pt x="193399" y="1114342"/>
                  </a:lnTo>
                  <a:lnTo>
                    <a:pt x="164928" y="1093332"/>
                  </a:lnTo>
                  <a:lnTo>
                    <a:pt x="174867" y="1077774"/>
                  </a:lnTo>
                  <a:lnTo>
                    <a:pt x="204355" y="1063272"/>
                  </a:lnTo>
                  <a:lnTo>
                    <a:pt x="201813" y="1049939"/>
                  </a:lnTo>
                  <a:lnTo>
                    <a:pt x="231720" y="1032424"/>
                  </a:lnTo>
                  <a:lnTo>
                    <a:pt x="266165" y="1044321"/>
                  </a:lnTo>
                  <a:lnTo>
                    <a:pt x="282866" y="1035424"/>
                  </a:lnTo>
                  <a:lnTo>
                    <a:pt x="314832" y="986947"/>
                  </a:lnTo>
                  <a:lnTo>
                    <a:pt x="282078" y="980796"/>
                  </a:lnTo>
                  <a:lnTo>
                    <a:pt x="274375" y="929828"/>
                  </a:lnTo>
                  <a:lnTo>
                    <a:pt x="235901" y="935052"/>
                  </a:lnTo>
                  <a:lnTo>
                    <a:pt x="224793" y="932827"/>
                  </a:lnTo>
                  <a:lnTo>
                    <a:pt x="220484" y="937276"/>
                  </a:lnTo>
                  <a:lnTo>
                    <a:pt x="221653" y="946427"/>
                  </a:lnTo>
                  <a:lnTo>
                    <a:pt x="219442" y="955184"/>
                  </a:lnTo>
                  <a:lnTo>
                    <a:pt x="212921" y="962366"/>
                  </a:lnTo>
                  <a:lnTo>
                    <a:pt x="205295" y="962912"/>
                  </a:lnTo>
                  <a:lnTo>
                    <a:pt x="199957" y="954409"/>
                  </a:lnTo>
                  <a:lnTo>
                    <a:pt x="196030" y="947088"/>
                  </a:lnTo>
                  <a:lnTo>
                    <a:pt x="186764" y="948791"/>
                  </a:lnTo>
                  <a:lnTo>
                    <a:pt x="183510" y="958451"/>
                  </a:lnTo>
                  <a:lnTo>
                    <a:pt x="184158" y="971530"/>
                  </a:lnTo>
                  <a:lnTo>
                    <a:pt x="178146" y="981329"/>
                  </a:lnTo>
                  <a:lnTo>
                    <a:pt x="162894" y="984596"/>
                  </a:lnTo>
                  <a:lnTo>
                    <a:pt x="155725" y="993366"/>
                  </a:lnTo>
                  <a:lnTo>
                    <a:pt x="152980" y="1005771"/>
                  </a:lnTo>
                  <a:lnTo>
                    <a:pt x="141541" y="1015050"/>
                  </a:lnTo>
                  <a:lnTo>
                    <a:pt x="123264" y="1012965"/>
                  </a:lnTo>
                  <a:lnTo>
                    <a:pt x="106740" y="1020413"/>
                  </a:lnTo>
                  <a:lnTo>
                    <a:pt x="85336" y="1017147"/>
                  </a:lnTo>
                  <a:lnTo>
                    <a:pt x="101135" y="995705"/>
                  </a:lnTo>
                  <a:lnTo>
                    <a:pt x="81689" y="951016"/>
                  </a:lnTo>
                  <a:lnTo>
                    <a:pt x="50892" y="918719"/>
                  </a:lnTo>
                  <a:lnTo>
                    <a:pt x="28318" y="927349"/>
                  </a:lnTo>
                  <a:lnTo>
                    <a:pt x="8745" y="880423"/>
                  </a:lnTo>
                  <a:lnTo>
                    <a:pt x="0" y="849842"/>
                  </a:lnTo>
                  <a:lnTo>
                    <a:pt x="144718" y="781207"/>
                  </a:lnTo>
                  <a:lnTo>
                    <a:pt x="163250" y="774280"/>
                  </a:lnTo>
                  <a:lnTo>
                    <a:pt x="154111" y="746699"/>
                  </a:lnTo>
                  <a:lnTo>
                    <a:pt x="180612" y="731027"/>
                  </a:lnTo>
                  <a:lnTo>
                    <a:pt x="213659" y="714021"/>
                  </a:lnTo>
                  <a:lnTo>
                    <a:pt x="254636" y="709191"/>
                  </a:lnTo>
                  <a:lnTo>
                    <a:pt x="279307" y="668150"/>
                  </a:lnTo>
                  <a:lnTo>
                    <a:pt x="288560" y="648665"/>
                  </a:lnTo>
                  <a:lnTo>
                    <a:pt x="312836" y="639260"/>
                  </a:lnTo>
                  <a:lnTo>
                    <a:pt x="353166" y="626067"/>
                  </a:lnTo>
                  <a:lnTo>
                    <a:pt x="402875" y="610128"/>
                  </a:lnTo>
                  <a:lnTo>
                    <a:pt x="451301" y="549119"/>
                  </a:lnTo>
                  <a:lnTo>
                    <a:pt x="452483" y="534617"/>
                  </a:lnTo>
                  <a:lnTo>
                    <a:pt x="468002" y="515005"/>
                  </a:lnTo>
                  <a:lnTo>
                    <a:pt x="429109" y="468740"/>
                  </a:lnTo>
                  <a:lnTo>
                    <a:pt x="398058" y="454237"/>
                  </a:lnTo>
                  <a:lnTo>
                    <a:pt x="403549" y="424559"/>
                  </a:lnTo>
                  <a:lnTo>
                    <a:pt x="361516" y="388881"/>
                  </a:lnTo>
                  <a:lnTo>
                    <a:pt x="311947" y="393190"/>
                  </a:lnTo>
                  <a:lnTo>
                    <a:pt x="298372" y="396177"/>
                  </a:lnTo>
                  <a:lnTo>
                    <a:pt x="239524" y="391741"/>
                  </a:lnTo>
                  <a:lnTo>
                    <a:pt x="229610" y="385081"/>
                  </a:lnTo>
                  <a:lnTo>
                    <a:pt x="194225" y="370960"/>
                  </a:lnTo>
                  <a:lnTo>
                    <a:pt x="196767" y="362749"/>
                  </a:lnTo>
                  <a:lnTo>
                    <a:pt x="208384" y="299338"/>
                  </a:lnTo>
                  <a:lnTo>
                    <a:pt x="215031" y="303011"/>
                  </a:lnTo>
                  <a:lnTo>
                    <a:pt x="222594" y="303520"/>
                  </a:lnTo>
                  <a:lnTo>
                    <a:pt x="222085" y="296478"/>
                  </a:lnTo>
                  <a:lnTo>
                    <a:pt x="230983" y="295296"/>
                  </a:lnTo>
                  <a:lnTo>
                    <a:pt x="242612" y="302744"/>
                  </a:lnTo>
                  <a:lnTo>
                    <a:pt x="252781" y="298296"/>
                  </a:lnTo>
                  <a:lnTo>
                    <a:pt x="258653" y="301168"/>
                  </a:lnTo>
                  <a:lnTo>
                    <a:pt x="269342" y="304689"/>
                  </a:lnTo>
                  <a:lnTo>
                    <a:pt x="278239" y="301562"/>
                  </a:lnTo>
                  <a:lnTo>
                    <a:pt x="280591" y="335422"/>
                  </a:lnTo>
                  <a:lnTo>
                    <a:pt x="304994" y="348628"/>
                  </a:lnTo>
                  <a:lnTo>
                    <a:pt x="308121" y="349670"/>
                  </a:lnTo>
                  <a:lnTo>
                    <a:pt x="358364" y="339731"/>
                  </a:lnTo>
                  <a:lnTo>
                    <a:pt x="381992" y="302744"/>
                  </a:lnTo>
                  <a:lnTo>
                    <a:pt x="376642" y="270066"/>
                  </a:lnTo>
                  <a:lnTo>
                    <a:pt x="486394" y="261576"/>
                  </a:lnTo>
                  <a:lnTo>
                    <a:pt x="461469" y="239333"/>
                  </a:lnTo>
                  <a:lnTo>
                    <a:pt x="462118" y="193462"/>
                  </a:lnTo>
                  <a:lnTo>
                    <a:pt x="499321" y="217128"/>
                  </a:lnTo>
                  <a:lnTo>
                    <a:pt x="525275" y="221196"/>
                  </a:lnTo>
                  <a:lnTo>
                    <a:pt x="535710" y="206032"/>
                  </a:lnTo>
                  <a:lnTo>
                    <a:pt x="557381" y="207850"/>
                  </a:lnTo>
                  <a:lnTo>
                    <a:pt x="557775" y="190996"/>
                  </a:lnTo>
                  <a:lnTo>
                    <a:pt x="577996" y="117925"/>
                  </a:lnTo>
                  <a:lnTo>
                    <a:pt x="528541" y="93623"/>
                  </a:lnTo>
                  <a:lnTo>
                    <a:pt x="538061" y="79490"/>
                  </a:lnTo>
                  <a:lnTo>
                    <a:pt x="540145" y="42516"/>
                  </a:lnTo>
                  <a:lnTo>
                    <a:pt x="539891" y="38703"/>
                  </a:lnTo>
                  <a:lnTo>
                    <a:pt x="607878" y="58848"/>
                  </a:lnTo>
                  <a:lnTo>
                    <a:pt x="638027" y="44727"/>
                  </a:lnTo>
                  <a:lnTo>
                    <a:pt x="627338" y="23120"/>
                  </a:lnTo>
                  <a:lnTo>
                    <a:pt x="658261" y="16333"/>
                  </a:lnTo>
                  <a:lnTo>
                    <a:pt x="662952" y="47816"/>
                  </a:lnTo>
                  <a:lnTo>
                    <a:pt x="666218" y="50358"/>
                  </a:lnTo>
                  <a:lnTo>
                    <a:pt x="726503" y="64606"/>
                  </a:lnTo>
                  <a:lnTo>
                    <a:pt x="747131" y="97805"/>
                  </a:lnTo>
                  <a:lnTo>
                    <a:pt x="724253" y="139088"/>
                  </a:lnTo>
                  <a:lnTo>
                    <a:pt x="709128" y="147337"/>
                  </a:lnTo>
                  <a:lnTo>
                    <a:pt x="695248" y="163580"/>
                  </a:lnTo>
                  <a:lnTo>
                    <a:pt x="691067" y="188810"/>
                  </a:lnTo>
                  <a:lnTo>
                    <a:pt x="696290" y="219391"/>
                  </a:lnTo>
                  <a:lnTo>
                    <a:pt x="674505" y="260063"/>
                  </a:lnTo>
                  <a:lnTo>
                    <a:pt x="652707" y="275316"/>
                  </a:lnTo>
                  <a:lnTo>
                    <a:pt x="591508" y="275163"/>
                  </a:lnTo>
                  <a:lnTo>
                    <a:pt x="609899" y="363143"/>
                  </a:lnTo>
                  <a:lnTo>
                    <a:pt x="608628" y="369803"/>
                  </a:lnTo>
                  <a:lnTo>
                    <a:pt x="614983" y="402748"/>
                  </a:lnTo>
                  <a:lnTo>
                    <a:pt x="702684" y="390585"/>
                  </a:lnTo>
                  <a:lnTo>
                    <a:pt x="728536" y="387318"/>
                  </a:lnTo>
                  <a:lnTo>
                    <a:pt x="786469" y="403269"/>
                  </a:lnTo>
                  <a:lnTo>
                    <a:pt x="832226" y="470316"/>
                  </a:lnTo>
                  <a:close/>
                </a:path>
              </a:pathLst>
            </a:custGeom>
            <a:solidFill>
              <a:srgbClr val="FFFFFF"/>
            </a:solidFill>
            <a:ln w="12700" cap="flat">
              <a:noFill/>
              <a:prstDash val="solid"/>
              <a:miter/>
            </a:ln>
          </p:spPr>
          <p:txBody>
            <a:bodyPr rtlCol="0" anchor="ctr"/>
            <a:lstStyle/>
            <a:p>
              <a:endParaRPr lang="de-CH"/>
            </a:p>
          </p:txBody>
        </p:sp>
        <p:sp>
          <p:nvSpPr>
            <p:cNvPr id="103" name="Freihandform: Form 102">
              <a:extLst>
                <a:ext uri="{FF2B5EF4-FFF2-40B4-BE49-F238E27FC236}">
                  <a16:creationId xmlns:a16="http://schemas.microsoft.com/office/drawing/2014/main" id="{61F24CEA-AC32-8AD5-00BB-44E4B78191EB}"/>
                </a:ext>
              </a:extLst>
            </p:cNvPr>
            <p:cNvSpPr/>
            <p:nvPr/>
          </p:nvSpPr>
          <p:spPr>
            <a:xfrm>
              <a:off x="4329379" y="1413378"/>
              <a:ext cx="1397410" cy="1276409"/>
            </a:xfrm>
            <a:custGeom>
              <a:avLst/>
              <a:gdLst>
                <a:gd name="connsiteX0" fmla="*/ 163453 w 1397410"/>
                <a:gd name="connsiteY0" fmla="*/ 168728 h 1276409"/>
                <a:gd name="connsiteX1" fmla="*/ 197657 w 1397410"/>
                <a:gd name="connsiteY1" fmla="*/ 167292 h 1276409"/>
                <a:gd name="connsiteX2" fmla="*/ 233537 w 1397410"/>
                <a:gd name="connsiteY2" fmla="*/ 222327 h 1276409"/>
                <a:gd name="connsiteX3" fmla="*/ 216696 w 1397410"/>
                <a:gd name="connsiteY3" fmla="*/ 262440 h 1276409"/>
                <a:gd name="connsiteX4" fmla="*/ 81968 w 1397410"/>
                <a:gd name="connsiteY4" fmla="*/ 255907 h 1276409"/>
                <a:gd name="connsiteX5" fmla="*/ 83137 w 1397410"/>
                <a:gd name="connsiteY5" fmla="*/ 210036 h 1276409"/>
                <a:gd name="connsiteX6" fmla="*/ 688385 w 1397410"/>
                <a:gd name="connsiteY6" fmla="*/ 1011503 h 1276409"/>
                <a:gd name="connsiteX7" fmla="*/ 713310 w 1397410"/>
                <a:gd name="connsiteY7" fmla="*/ 1003534 h 1276409"/>
                <a:gd name="connsiteX8" fmla="*/ 731307 w 1397410"/>
                <a:gd name="connsiteY8" fmla="*/ 1015304 h 1276409"/>
                <a:gd name="connsiteX9" fmla="*/ 710310 w 1397410"/>
                <a:gd name="connsiteY9" fmla="*/ 1042097 h 1276409"/>
                <a:gd name="connsiteX10" fmla="*/ 678191 w 1397410"/>
                <a:gd name="connsiteY10" fmla="*/ 1038563 h 1276409"/>
                <a:gd name="connsiteX11" fmla="*/ 344065 w 1397410"/>
                <a:gd name="connsiteY11" fmla="*/ 0 h 1276409"/>
                <a:gd name="connsiteX12" fmla="*/ 361949 w 1397410"/>
                <a:gd name="connsiteY12" fmla="*/ 16727 h 1276409"/>
                <a:gd name="connsiteX13" fmla="*/ 387267 w 1397410"/>
                <a:gd name="connsiteY13" fmla="*/ 15151 h 1276409"/>
                <a:gd name="connsiteX14" fmla="*/ 397054 w 1397410"/>
                <a:gd name="connsiteY14" fmla="*/ 52150 h 1276409"/>
                <a:gd name="connsiteX15" fmla="*/ 381916 w 1397410"/>
                <a:gd name="connsiteY15" fmla="*/ 73185 h 1276409"/>
                <a:gd name="connsiteX16" fmla="*/ 385056 w 1397410"/>
                <a:gd name="connsiteY16" fmla="*/ 123124 h 1276409"/>
                <a:gd name="connsiteX17" fmla="*/ 313141 w 1397410"/>
                <a:gd name="connsiteY17" fmla="*/ 128869 h 1276409"/>
                <a:gd name="connsiteX18" fmla="*/ 291737 w 1397410"/>
                <a:gd name="connsiteY18" fmla="*/ 135148 h 1276409"/>
                <a:gd name="connsiteX19" fmla="*/ 247633 w 1397410"/>
                <a:gd name="connsiteY19" fmla="*/ 152268 h 1276409"/>
                <a:gd name="connsiteX20" fmla="*/ 231720 w 1397410"/>
                <a:gd name="connsiteY20" fmla="*/ 158801 h 1276409"/>
                <a:gd name="connsiteX21" fmla="*/ 213684 w 1397410"/>
                <a:gd name="connsiteY21" fmla="*/ 120899 h 1276409"/>
                <a:gd name="connsiteX22" fmla="*/ 233664 w 1397410"/>
                <a:gd name="connsiteY22" fmla="*/ 95021 h 1276409"/>
                <a:gd name="connsiteX23" fmla="*/ 184717 w 1397410"/>
                <a:gd name="connsiteY23" fmla="*/ 68254 h 1276409"/>
                <a:gd name="connsiteX24" fmla="*/ 163110 w 1397410"/>
                <a:gd name="connsiteY24" fmla="*/ 66157 h 1276409"/>
                <a:gd name="connsiteX25" fmla="*/ 188289 w 1397410"/>
                <a:gd name="connsiteY25" fmla="*/ 16117 h 1276409"/>
                <a:gd name="connsiteX26" fmla="*/ 247938 w 1397410"/>
                <a:gd name="connsiteY26" fmla="*/ 45795 h 1276409"/>
                <a:gd name="connsiteX27" fmla="*/ 263978 w 1397410"/>
                <a:gd name="connsiteY27" fmla="*/ 64987 h 1276409"/>
                <a:gd name="connsiteX28" fmla="*/ 297381 w 1397410"/>
                <a:gd name="connsiteY28" fmla="*/ 60806 h 1276409"/>
                <a:gd name="connsiteX29" fmla="*/ 316446 w 1397410"/>
                <a:gd name="connsiteY29" fmla="*/ 36898 h 1276409"/>
                <a:gd name="connsiteX30" fmla="*/ 325343 w 1397410"/>
                <a:gd name="connsiteY30" fmla="*/ 20946 h 1276409"/>
                <a:gd name="connsiteX31" fmla="*/ 905856 w 1397410"/>
                <a:gd name="connsiteY31" fmla="*/ 488174 h 1276409"/>
                <a:gd name="connsiteX32" fmla="*/ 917295 w 1397410"/>
                <a:gd name="connsiteY32" fmla="*/ 484119 h 1276409"/>
                <a:gd name="connsiteX33" fmla="*/ 942894 w 1397410"/>
                <a:gd name="connsiteY33" fmla="*/ 416158 h 1276409"/>
                <a:gd name="connsiteX34" fmla="*/ 998221 w 1397410"/>
                <a:gd name="connsiteY34" fmla="*/ 400727 h 1276409"/>
                <a:gd name="connsiteX35" fmla="*/ 1010093 w 1397410"/>
                <a:gd name="connsiteY35" fmla="*/ 380721 h 1276409"/>
                <a:gd name="connsiteX36" fmla="*/ 1089430 w 1397410"/>
                <a:gd name="connsiteY36" fmla="*/ 352238 h 1276409"/>
                <a:gd name="connsiteX37" fmla="*/ 1069589 w 1397410"/>
                <a:gd name="connsiteY37" fmla="*/ 316815 h 1276409"/>
                <a:gd name="connsiteX38" fmla="*/ 1090752 w 1397410"/>
                <a:gd name="connsiteY38" fmla="*/ 298258 h 1276409"/>
                <a:gd name="connsiteX39" fmla="*/ 1108546 w 1397410"/>
                <a:gd name="connsiteY39" fmla="*/ 281518 h 1276409"/>
                <a:gd name="connsiteX40" fmla="*/ 1151608 w 1397410"/>
                <a:gd name="connsiteY40" fmla="*/ 307536 h 1276409"/>
                <a:gd name="connsiteX41" fmla="*/ 1206033 w 1397410"/>
                <a:gd name="connsiteY41" fmla="*/ 278659 h 1276409"/>
                <a:gd name="connsiteX42" fmla="*/ 1213736 w 1397410"/>
                <a:gd name="connsiteY42" fmla="*/ 260496 h 1276409"/>
                <a:gd name="connsiteX43" fmla="*/ 1246223 w 1397410"/>
                <a:gd name="connsiteY43" fmla="*/ 245981 h 1276409"/>
                <a:gd name="connsiteX44" fmla="*/ 1256531 w 1397410"/>
                <a:gd name="connsiteY44" fmla="*/ 237083 h 1276409"/>
                <a:gd name="connsiteX45" fmla="*/ 1225607 w 1397410"/>
                <a:gd name="connsiteY45" fmla="*/ 173532 h 1276409"/>
                <a:gd name="connsiteX46" fmla="*/ 1245689 w 1397410"/>
                <a:gd name="connsiteY46" fmla="*/ 137461 h 1276409"/>
                <a:gd name="connsiteX47" fmla="*/ 1281710 w 1397410"/>
                <a:gd name="connsiteY47" fmla="*/ 125818 h 1276409"/>
                <a:gd name="connsiteX48" fmla="*/ 1296466 w 1397410"/>
                <a:gd name="connsiteY48" fmla="*/ 163860 h 1276409"/>
                <a:gd name="connsiteX49" fmla="*/ 1307804 w 1397410"/>
                <a:gd name="connsiteY49" fmla="*/ 216391 h 1276409"/>
                <a:gd name="connsiteX50" fmla="*/ 1298551 w 1397410"/>
                <a:gd name="connsiteY50" fmla="*/ 217306 h 1276409"/>
                <a:gd name="connsiteX51" fmla="*/ 1273372 w 1397410"/>
                <a:gd name="connsiteY51" fmla="*/ 236664 h 1276409"/>
                <a:gd name="connsiteX52" fmla="*/ 1347879 w 1397410"/>
                <a:gd name="connsiteY52" fmla="*/ 277337 h 1276409"/>
                <a:gd name="connsiteX53" fmla="*/ 1351934 w 1397410"/>
                <a:gd name="connsiteY53" fmla="*/ 294343 h 1276409"/>
                <a:gd name="connsiteX54" fmla="*/ 1355569 w 1397410"/>
                <a:gd name="connsiteY54" fmla="*/ 316421 h 1276409"/>
                <a:gd name="connsiteX55" fmla="*/ 1387942 w 1397410"/>
                <a:gd name="connsiteY55" fmla="*/ 314463 h 1276409"/>
                <a:gd name="connsiteX56" fmla="*/ 1389785 w 1397410"/>
                <a:gd name="connsiteY56" fmla="*/ 321657 h 1276409"/>
                <a:gd name="connsiteX57" fmla="*/ 1397411 w 1397410"/>
                <a:gd name="connsiteY57" fmla="*/ 352632 h 1276409"/>
                <a:gd name="connsiteX58" fmla="*/ 1390484 w 1397410"/>
                <a:gd name="connsiteY58" fmla="*/ 387534 h 1276409"/>
                <a:gd name="connsiteX59" fmla="*/ 1385667 w 1397410"/>
                <a:gd name="connsiteY59" fmla="*/ 397601 h 1276409"/>
                <a:gd name="connsiteX60" fmla="*/ 1381612 w 1397410"/>
                <a:gd name="connsiteY60" fmla="*/ 406358 h 1276409"/>
                <a:gd name="connsiteX61" fmla="*/ 1373783 w 1397410"/>
                <a:gd name="connsiteY61" fmla="*/ 410260 h 1276409"/>
                <a:gd name="connsiteX62" fmla="*/ 1359293 w 1397410"/>
                <a:gd name="connsiteY62" fmla="*/ 451187 h 1276409"/>
                <a:gd name="connsiteX63" fmla="*/ 1337686 w 1397410"/>
                <a:gd name="connsiteY63" fmla="*/ 496270 h 1276409"/>
                <a:gd name="connsiteX64" fmla="*/ 1319154 w 1397410"/>
                <a:gd name="connsiteY64" fmla="*/ 502803 h 1276409"/>
                <a:gd name="connsiteX65" fmla="*/ 1262505 w 1397410"/>
                <a:gd name="connsiteY65" fmla="*/ 537438 h 1276409"/>
                <a:gd name="connsiteX66" fmla="*/ 1231822 w 1397410"/>
                <a:gd name="connsiteY66" fmla="*/ 549208 h 1276409"/>
                <a:gd name="connsiteX67" fmla="*/ 1230145 w 1397410"/>
                <a:gd name="connsiteY67" fmla="*/ 503337 h 1276409"/>
                <a:gd name="connsiteX68" fmla="*/ 1199640 w 1397410"/>
                <a:gd name="connsiteY68" fmla="*/ 501506 h 1276409"/>
                <a:gd name="connsiteX69" fmla="*/ 1170000 w 1397410"/>
                <a:gd name="connsiteY69" fmla="*/ 495495 h 1276409"/>
                <a:gd name="connsiteX70" fmla="*/ 1165310 w 1397410"/>
                <a:gd name="connsiteY70" fmla="*/ 491821 h 1276409"/>
                <a:gd name="connsiteX71" fmla="*/ 1146778 w 1397410"/>
                <a:gd name="connsiteY71" fmla="*/ 483458 h 1276409"/>
                <a:gd name="connsiteX72" fmla="*/ 1131895 w 1397410"/>
                <a:gd name="connsiteY72" fmla="*/ 508167 h 1276409"/>
                <a:gd name="connsiteX73" fmla="*/ 1125374 w 1397410"/>
                <a:gd name="connsiteY73" fmla="*/ 526596 h 1276409"/>
                <a:gd name="connsiteX74" fmla="*/ 1128120 w 1397410"/>
                <a:gd name="connsiteY74" fmla="*/ 536917 h 1276409"/>
                <a:gd name="connsiteX75" fmla="*/ 1128641 w 1397410"/>
                <a:gd name="connsiteY75" fmla="*/ 542929 h 1276409"/>
                <a:gd name="connsiteX76" fmla="*/ 1117278 w 1397410"/>
                <a:gd name="connsiteY76" fmla="*/ 552741 h 1276409"/>
                <a:gd name="connsiteX77" fmla="*/ 1117278 w 1397410"/>
                <a:gd name="connsiteY77" fmla="*/ 560571 h 1276409"/>
                <a:gd name="connsiteX78" fmla="*/ 1108012 w 1397410"/>
                <a:gd name="connsiteY78" fmla="*/ 568566 h 1276409"/>
                <a:gd name="connsiteX79" fmla="*/ 1095302 w 1397410"/>
                <a:gd name="connsiteY79" fmla="*/ 570370 h 1276409"/>
                <a:gd name="connsiteX80" fmla="*/ 1078067 w 1397410"/>
                <a:gd name="connsiteY80" fmla="*/ 570243 h 1276409"/>
                <a:gd name="connsiteX81" fmla="*/ 1053536 w 1397410"/>
                <a:gd name="connsiteY81" fmla="*/ 585152 h 1276409"/>
                <a:gd name="connsiteX82" fmla="*/ 1035742 w 1397410"/>
                <a:gd name="connsiteY82" fmla="*/ 631824 h 1276409"/>
                <a:gd name="connsiteX83" fmla="*/ 1031827 w 1397410"/>
                <a:gd name="connsiteY83" fmla="*/ 636133 h 1276409"/>
                <a:gd name="connsiteX84" fmla="*/ 1022040 w 1397410"/>
                <a:gd name="connsiteY84" fmla="*/ 651385 h 1276409"/>
                <a:gd name="connsiteX85" fmla="*/ 1020998 w 1397410"/>
                <a:gd name="connsiteY85" fmla="*/ 670336 h 1276409"/>
                <a:gd name="connsiteX86" fmla="*/ 1015393 w 1397410"/>
                <a:gd name="connsiteY86" fmla="*/ 679348 h 1276409"/>
                <a:gd name="connsiteX87" fmla="*/ 1000382 w 1397410"/>
                <a:gd name="connsiteY87" fmla="*/ 695960 h 1276409"/>
                <a:gd name="connsiteX88" fmla="*/ 989019 w 1397410"/>
                <a:gd name="connsiteY88" fmla="*/ 701832 h 1276409"/>
                <a:gd name="connsiteX89" fmla="*/ 982499 w 1397410"/>
                <a:gd name="connsiteY89" fmla="*/ 704717 h 1276409"/>
                <a:gd name="connsiteX90" fmla="*/ 961375 w 1397410"/>
                <a:gd name="connsiteY90" fmla="*/ 717516 h 1276409"/>
                <a:gd name="connsiteX91" fmla="*/ 943224 w 1397410"/>
                <a:gd name="connsiteY91" fmla="*/ 707844 h 1276409"/>
                <a:gd name="connsiteX92" fmla="*/ 942703 w 1397410"/>
                <a:gd name="connsiteY92" fmla="*/ 700790 h 1276409"/>
                <a:gd name="connsiteX93" fmla="*/ 938890 w 1397410"/>
                <a:gd name="connsiteY93" fmla="*/ 695960 h 1276409"/>
                <a:gd name="connsiteX94" fmla="*/ 930667 w 1397410"/>
                <a:gd name="connsiteY94" fmla="*/ 699773 h 1276409"/>
                <a:gd name="connsiteX95" fmla="*/ 901827 w 1397410"/>
                <a:gd name="connsiteY95" fmla="*/ 731943 h 1276409"/>
                <a:gd name="connsiteX96" fmla="*/ 866328 w 1397410"/>
                <a:gd name="connsiteY96" fmla="*/ 691816 h 1276409"/>
                <a:gd name="connsiteX97" fmla="*/ 844403 w 1397410"/>
                <a:gd name="connsiteY97" fmla="*/ 727634 h 1276409"/>
                <a:gd name="connsiteX98" fmla="*/ 806564 w 1397410"/>
                <a:gd name="connsiteY98" fmla="*/ 722270 h 1276409"/>
                <a:gd name="connsiteX99" fmla="*/ 697981 w 1397410"/>
                <a:gd name="connsiteY99" fmla="*/ 621224 h 1276409"/>
                <a:gd name="connsiteX100" fmla="*/ 677645 w 1397410"/>
                <a:gd name="connsiteY100" fmla="*/ 630121 h 1276409"/>
                <a:gd name="connsiteX101" fmla="*/ 649326 w 1397410"/>
                <a:gd name="connsiteY101" fmla="*/ 642831 h 1276409"/>
                <a:gd name="connsiteX102" fmla="*/ 629753 w 1397410"/>
                <a:gd name="connsiteY102" fmla="*/ 654461 h 1276409"/>
                <a:gd name="connsiteX103" fmla="*/ 626486 w 1397410"/>
                <a:gd name="connsiteY103" fmla="*/ 655910 h 1276409"/>
                <a:gd name="connsiteX104" fmla="*/ 552373 w 1397410"/>
                <a:gd name="connsiteY104" fmla="*/ 660092 h 1276409"/>
                <a:gd name="connsiteX105" fmla="*/ 540502 w 1397410"/>
                <a:gd name="connsiteY105" fmla="*/ 662570 h 1276409"/>
                <a:gd name="connsiteX106" fmla="*/ 485847 w 1397410"/>
                <a:gd name="connsiteY106" fmla="*/ 674340 h 1276409"/>
                <a:gd name="connsiteX107" fmla="*/ 494592 w 1397410"/>
                <a:gd name="connsiteY107" fmla="*/ 686872 h 1276409"/>
                <a:gd name="connsiteX108" fmla="*/ 515983 w 1397410"/>
                <a:gd name="connsiteY108" fmla="*/ 711708 h 1276409"/>
                <a:gd name="connsiteX109" fmla="*/ 520292 w 1397410"/>
                <a:gd name="connsiteY109" fmla="*/ 750538 h 1276409"/>
                <a:gd name="connsiteX110" fmla="*/ 520813 w 1397410"/>
                <a:gd name="connsiteY110" fmla="*/ 767658 h 1276409"/>
                <a:gd name="connsiteX111" fmla="*/ 561410 w 1397410"/>
                <a:gd name="connsiteY111" fmla="*/ 800603 h 1276409"/>
                <a:gd name="connsiteX112" fmla="*/ 568451 w 1397410"/>
                <a:gd name="connsiteY112" fmla="*/ 815232 h 1276409"/>
                <a:gd name="connsiteX113" fmla="*/ 608781 w 1397410"/>
                <a:gd name="connsiteY113" fmla="*/ 813135 h 1276409"/>
                <a:gd name="connsiteX114" fmla="*/ 608260 w 1397410"/>
                <a:gd name="connsiteY114" fmla="*/ 836408 h 1276409"/>
                <a:gd name="connsiteX115" fmla="*/ 625482 w 1397410"/>
                <a:gd name="connsiteY115" fmla="*/ 868959 h 1276409"/>
                <a:gd name="connsiteX116" fmla="*/ 626906 w 1397410"/>
                <a:gd name="connsiteY116" fmla="*/ 871704 h 1276409"/>
                <a:gd name="connsiteX117" fmla="*/ 623003 w 1397410"/>
                <a:gd name="connsiteY117" fmla="*/ 896400 h 1276409"/>
                <a:gd name="connsiteX118" fmla="*/ 653279 w 1397410"/>
                <a:gd name="connsiteY118" fmla="*/ 898484 h 1276409"/>
                <a:gd name="connsiteX119" fmla="*/ 677937 w 1397410"/>
                <a:gd name="connsiteY119" fmla="*/ 928544 h 1276409"/>
                <a:gd name="connsiteX120" fmla="*/ 671035 w 1397410"/>
                <a:gd name="connsiteY120" fmla="*/ 947380 h 1276409"/>
                <a:gd name="connsiteX121" fmla="*/ 676119 w 1397410"/>
                <a:gd name="connsiteY121" fmla="*/ 984494 h 1276409"/>
                <a:gd name="connsiteX122" fmla="*/ 674416 w 1397410"/>
                <a:gd name="connsiteY122" fmla="*/ 995730 h 1276409"/>
                <a:gd name="connsiteX123" fmla="*/ 634354 w 1397410"/>
                <a:gd name="connsiteY123" fmla="*/ 1013524 h 1276409"/>
                <a:gd name="connsiteX124" fmla="*/ 633972 w 1397410"/>
                <a:gd name="connsiteY124" fmla="*/ 1046075 h 1276409"/>
                <a:gd name="connsiteX125" fmla="*/ 618174 w 1397410"/>
                <a:gd name="connsiteY125" fmla="*/ 1053536 h 1276409"/>
                <a:gd name="connsiteX126" fmla="*/ 571718 w 1397410"/>
                <a:gd name="connsiteY126" fmla="*/ 1041512 h 1276409"/>
                <a:gd name="connsiteX127" fmla="*/ 566367 w 1397410"/>
                <a:gd name="connsiteY127" fmla="*/ 1037445 h 1276409"/>
                <a:gd name="connsiteX128" fmla="*/ 536866 w 1397410"/>
                <a:gd name="connsiteY128" fmla="*/ 1042809 h 1276409"/>
                <a:gd name="connsiteX129" fmla="*/ 506858 w 1397410"/>
                <a:gd name="connsiteY129" fmla="*/ 1046202 h 1276409"/>
                <a:gd name="connsiteX130" fmla="*/ 498901 w 1397410"/>
                <a:gd name="connsiteY130" fmla="*/ 1058353 h 1276409"/>
                <a:gd name="connsiteX131" fmla="*/ 475921 w 1397410"/>
                <a:gd name="connsiteY131" fmla="*/ 1008034 h 1276409"/>
                <a:gd name="connsiteX132" fmla="*/ 443561 w 1397410"/>
                <a:gd name="connsiteY132" fmla="*/ 997192 h 1276409"/>
                <a:gd name="connsiteX133" fmla="*/ 402888 w 1397410"/>
                <a:gd name="connsiteY133" fmla="*/ 1011834 h 1276409"/>
                <a:gd name="connsiteX134" fmla="*/ 370668 w 1397410"/>
                <a:gd name="connsiteY134" fmla="*/ 1019015 h 1276409"/>
                <a:gd name="connsiteX135" fmla="*/ 368304 w 1397410"/>
                <a:gd name="connsiteY135" fmla="*/ 1025675 h 1276409"/>
                <a:gd name="connsiteX136" fmla="*/ 384103 w 1397410"/>
                <a:gd name="connsiteY136" fmla="*/ 1048821 h 1276409"/>
                <a:gd name="connsiteX137" fmla="*/ 354208 w 1397410"/>
                <a:gd name="connsiteY137" fmla="*/ 1095086 h 1276409"/>
                <a:gd name="connsiteX138" fmla="*/ 333338 w 1397410"/>
                <a:gd name="connsiteY138" fmla="*/ 1132466 h 1276409"/>
                <a:gd name="connsiteX139" fmla="*/ 307917 w 1397410"/>
                <a:gd name="connsiteY139" fmla="*/ 1149600 h 1276409"/>
                <a:gd name="connsiteX140" fmla="*/ 282866 w 1397410"/>
                <a:gd name="connsiteY140" fmla="*/ 1160187 h 1276409"/>
                <a:gd name="connsiteX141" fmla="*/ 272939 w 1397410"/>
                <a:gd name="connsiteY141" fmla="*/ 1164089 h 1276409"/>
                <a:gd name="connsiteX142" fmla="*/ 244977 w 1397410"/>
                <a:gd name="connsiteY142" fmla="*/ 1175986 h 1276409"/>
                <a:gd name="connsiteX143" fmla="*/ 257903 w 1397410"/>
                <a:gd name="connsiteY143" fmla="*/ 1215197 h 1276409"/>
                <a:gd name="connsiteX144" fmla="*/ 270041 w 1397410"/>
                <a:gd name="connsiteY144" fmla="*/ 1231809 h 1276409"/>
                <a:gd name="connsiteX145" fmla="*/ 264067 w 1397410"/>
                <a:gd name="connsiteY145" fmla="*/ 1251574 h 1276409"/>
                <a:gd name="connsiteX146" fmla="*/ 255590 w 1397410"/>
                <a:gd name="connsiteY146" fmla="*/ 1264106 h 1276409"/>
                <a:gd name="connsiteX147" fmla="*/ 231313 w 1397410"/>
                <a:gd name="connsiteY147" fmla="*/ 1271567 h 1276409"/>
                <a:gd name="connsiteX148" fmla="*/ 208435 w 1397410"/>
                <a:gd name="connsiteY148" fmla="*/ 1276409 h 1276409"/>
                <a:gd name="connsiteX149" fmla="*/ 191848 w 1397410"/>
                <a:gd name="connsiteY149" fmla="*/ 1255628 h 1276409"/>
                <a:gd name="connsiteX150" fmla="*/ 189382 w 1397410"/>
                <a:gd name="connsiteY150" fmla="*/ 1198763 h 1276409"/>
                <a:gd name="connsiteX151" fmla="*/ 151531 w 1397410"/>
                <a:gd name="connsiteY151" fmla="*/ 1211193 h 1276409"/>
                <a:gd name="connsiteX152" fmla="*/ 145252 w 1397410"/>
                <a:gd name="connsiteY152" fmla="*/ 1213418 h 1276409"/>
                <a:gd name="connsiteX153" fmla="*/ 84065 w 1397410"/>
                <a:gd name="connsiteY153" fmla="*/ 1213011 h 1276409"/>
                <a:gd name="connsiteX154" fmla="*/ 62522 w 1397410"/>
                <a:gd name="connsiteY154" fmla="*/ 1133026 h 1276409"/>
                <a:gd name="connsiteX155" fmla="*/ 93585 w 1397410"/>
                <a:gd name="connsiteY155" fmla="*/ 1122972 h 1276409"/>
                <a:gd name="connsiteX156" fmla="*/ 131957 w 1397410"/>
                <a:gd name="connsiteY156" fmla="*/ 1145571 h 1276409"/>
                <a:gd name="connsiteX157" fmla="*/ 176710 w 1397410"/>
                <a:gd name="connsiteY157" fmla="*/ 1130547 h 1276409"/>
                <a:gd name="connsiteX158" fmla="*/ 202296 w 1397410"/>
                <a:gd name="connsiteY158" fmla="*/ 1129505 h 1276409"/>
                <a:gd name="connsiteX159" fmla="*/ 193399 w 1397410"/>
                <a:gd name="connsiteY159" fmla="*/ 1114342 h 1276409"/>
                <a:gd name="connsiteX160" fmla="*/ 164928 w 1397410"/>
                <a:gd name="connsiteY160" fmla="*/ 1093332 h 1276409"/>
                <a:gd name="connsiteX161" fmla="*/ 174867 w 1397410"/>
                <a:gd name="connsiteY161" fmla="*/ 1077774 h 1276409"/>
                <a:gd name="connsiteX162" fmla="*/ 204355 w 1397410"/>
                <a:gd name="connsiteY162" fmla="*/ 1063272 h 1276409"/>
                <a:gd name="connsiteX163" fmla="*/ 201813 w 1397410"/>
                <a:gd name="connsiteY163" fmla="*/ 1049939 h 1276409"/>
                <a:gd name="connsiteX164" fmla="*/ 231720 w 1397410"/>
                <a:gd name="connsiteY164" fmla="*/ 1032424 h 1276409"/>
                <a:gd name="connsiteX165" fmla="*/ 266165 w 1397410"/>
                <a:gd name="connsiteY165" fmla="*/ 1044321 h 1276409"/>
                <a:gd name="connsiteX166" fmla="*/ 282866 w 1397410"/>
                <a:gd name="connsiteY166" fmla="*/ 1035424 h 1276409"/>
                <a:gd name="connsiteX167" fmla="*/ 314832 w 1397410"/>
                <a:gd name="connsiteY167" fmla="*/ 986947 h 1276409"/>
                <a:gd name="connsiteX168" fmla="*/ 282078 w 1397410"/>
                <a:gd name="connsiteY168" fmla="*/ 980796 h 1276409"/>
                <a:gd name="connsiteX169" fmla="*/ 274375 w 1397410"/>
                <a:gd name="connsiteY169" fmla="*/ 929828 h 1276409"/>
                <a:gd name="connsiteX170" fmla="*/ 235901 w 1397410"/>
                <a:gd name="connsiteY170" fmla="*/ 935052 h 1276409"/>
                <a:gd name="connsiteX171" fmla="*/ 224793 w 1397410"/>
                <a:gd name="connsiteY171" fmla="*/ 932827 h 1276409"/>
                <a:gd name="connsiteX172" fmla="*/ 220484 w 1397410"/>
                <a:gd name="connsiteY172" fmla="*/ 937276 h 1276409"/>
                <a:gd name="connsiteX173" fmla="*/ 221653 w 1397410"/>
                <a:gd name="connsiteY173" fmla="*/ 946427 h 1276409"/>
                <a:gd name="connsiteX174" fmla="*/ 219442 w 1397410"/>
                <a:gd name="connsiteY174" fmla="*/ 955184 h 1276409"/>
                <a:gd name="connsiteX175" fmla="*/ 212921 w 1397410"/>
                <a:gd name="connsiteY175" fmla="*/ 962366 h 1276409"/>
                <a:gd name="connsiteX176" fmla="*/ 205295 w 1397410"/>
                <a:gd name="connsiteY176" fmla="*/ 962912 h 1276409"/>
                <a:gd name="connsiteX177" fmla="*/ 199957 w 1397410"/>
                <a:gd name="connsiteY177" fmla="*/ 954409 h 1276409"/>
                <a:gd name="connsiteX178" fmla="*/ 196030 w 1397410"/>
                <a:gd name="connsiteY178" fmla="*/ 947088 h 1276409"/>
                <a:gd name="connsiteX179" fmla="*/ 186764 w 1397410"/>
                <a:gd name="connsiteY179" fmla="*/ 948791 h 1276409"/>
                <a:gd name="connsiteX180" fmla="*/ 183510 w 1397410"/>
                <a:gd name="connsiteY180" fmla="*/ 958451 h 1276409"/>
                <a:gd name="connsiteX181" fmla="*/ 184158 w 1397410"/>
                <a:gd name="connsiteY181" fmla="*/ 971530 h 1276409"/>
                <a:gd name="connsiteX182" fmla="*/ 178146 w 1397410"/>
                <a:gd name="connsiteY182" fmla="*/ 981329 h 1276409"/>
                <a:gd name="connsiteX183" fmla="*/ 162894 w 1397410"/>
                <a:gd name="connsiteY183" fmla="*/ 984596 h 1276409"/>
                <a:gd name="connsiteX184" fmla="*/ 155725 w 1397410"/>
                <a:gd name="connsiteY184" fmla="*/ 993366 h 1276409"/>
                <a:gd name="connsiteX185" fmla="*/ 152980 w 1397410"/>
                <a:gd name="connsiteY185" fmla="*/ 1005771 h 1276409"/>
                <a:gd name="connsiteX186" fmla="*/ 141541 w 1397410"/>
                <a:gd name="connsiteY186" fmla="*/ 1015050 h 1276409"/>
                <a:gd name="connsiteX187" fmla="*/ 123264 w 1397410"/>
                <a:gd name="connsiteY187" fmla="*/ 1012965 h 1276409"/>
                <a:gd name="connsiteX188" fmla="*/ 106740 w 1397410"/>
                <a:gd name="connsiteY188" fmla="*/ 1020413 h 1276409"/>
                <a:gd name="connsiteX189" fmla="*/ 85336 w 1397410"/>
                <a:gd name="connsiteY189" fmla="*/ 1017147 h 1276409"/>
                <a:gd name="connsiteX190" fmla="*/ 101135 w 1397410"/>
                <a:gd name="connsiteY190" fmla="*/ 995705 h 1276409"/>
                <a:gd name="connsiteX191" fmla="*/ 81689 w 1397410"/>
                <a:gd name="connsiteY191" fmla="*/ 951016 h 1276409"/>
                <a:gd name="connsiteX192" fmla="*/ 50892 w 1397410"/>
                <a:gd name="connsiteY192" fmla="*/ 918719 h 1276409"/>
                <a:gd name="connsiteX193" fmla="*/ 28318 w 1397410"/>
                <a:gd name="connsiteY193" fmla="*/ 927349 h 1276409"/>
                <a:gd name="connsiteX194" fmla="*/ 8745 w 1397410"/>
                <a:gd name="connsiteY194" fmla="*/ 880423 h 1276409"/>
                <a:gd name="connsiteX195" fmla="*/ 0 w 1397410"/>
                <a:gd name="connsiteY195" fmla="*/ 849842 h 1276409"/>
                <a:gd name="connsiteX196" fmla="*/ 144718 w 1397410"/>
                <a:gd name="connsiteY196" fmla="*/ 781207 h 1276409"/>
                <a:gd name="connsiteX197" fmla="*/ 163250 w 1397410"/>
                <a:gd name="connsiteY197" fmla="*/ 774280 h 1276409"/>
                <a:gd name="connsiteX198" fmla="*/ 154111 w 1397410"/>
                <a:gd name="connsiteY198" fmla="*/ 746699 h 1276409"/>
                <a:gd name="connsiteX199" fmla="*/ 180612 w 1397410"/>
                <a:gd name="connsiteY199" fmla="*/ 731027 h 1276409"/>
                <a:gd name="connsiteX200" fmla="*/ 213659 w 1397410"/>
                <a:gd name="connsiteY200" fmla="*/ 714021 h 1276409"/>
                <a:gd name="connsiteX201" fmla="*/ 254636 w 1397410"/>
                <a:gd name="connsiteY201" fmla="*/ 709191 h 1276409"/>
                <a:gd name="connsiteX202" fmla="*/ 279307 w 1397410"/>
                <a:gd name="connsiteY202" fmla="*/ 668150 h 1276409"/>
                <a:gd name="connsiteX203" fmla="*/ 288560 w 1397410"/>
                <a:gd name="connsiteY203" fmla="*/ 648665 h 1276409"/>
                <a:gd name="connsiteX204" fmla="*/ 312836 w 1397410"/>
                <a:gd name="connsiteY204" fmla="*/ 639260 h 1276409"/>
                <a:gd name="connsiteX205" fmla="*/ 353166 w 1397410"/>
                <a:gd name="connsiteY205" fmla="*/ 626067 h 1276409"/>
                <a:gd name="connsiteX206" fmla="*/ 402875 w 1397410"/>
                <a:gd name="connsiteY206" fmla="*/ 610128 h 1276409"/>
                <a:gd name="connsiteX207" fmla="*/ 451301 w 1397410"/>
                <a:gd name="connsiteY207" fmla="*/ 549119 h 1276409"/>
                <a:gd name="connsiteX208" fmla="*/ 452483 w 1397410"/>
                <a:gd name="connsiteY208" fmla="*/ 534617 h 1276409"/>
                <a:gd name="connsiteX209" fmla="*/ 468002 w 1397410"/>
                <a:gd name="connsiteY209" fmla="*/ 515005 h 1276409"/>
                <a:gd name="connsiteX210" fmla="*/ 429109 w 1397410"/>
                <a:gd name="connsiteY210" fmla="*/ 468740 h 1276409"/>
                <a:gd name="connsiteX211" fmla="*/ 398058 w 1397410"/>
                <a:gd name="connsiteY211" fmla="*/ 454237 h 1276409"/>
                <a:gd name="connsiteX212" fmla="*/ 403549 w 1397410"/>
                <a:gd name="connsiteY212" fmla="*/ 424559 h 1276409"/>
                <a:gd name="connsiteX213" fmla="*/ 361516 w 1397410"/>
                <a:gd name="connsiteY213" fmla="*/ 388881 h 1276409"/>
                <a:gd name="connsiteX214" fmla="*/ 311947 w 1397410"/>
                <a:gd name="connsiteY214" fmla="*/ 393190 h 1276409"/>
                <a:gd name="connsiteX215" fmla="*/ 298372 w 1397410"/>
                <a:gd name="connsiteY215" fmla="*/ 396177 h 1276409"/>
                <a:gd name="connsiteX216" fmla="*/ 239524 w 1397410"/>
                <a:gd name="connsiteY216" fmla="*/ 391741 h 1276409"/>
                <a:gd name="connsiteX217" fmla="*/ 229610 w 1397410"/>
                <a:gd name="connsiteY217" fmla="*/ 385081 h 1276409"/>
                <a:gd name="connsiteX218" fmla="*/ 194225 w 1397410"/>
                <a:gd name="connsiteY218" fmla="*/ 370960 h 1276409"/>
                <a:gd name="connsiteX219" fmla="*/ 196767 w 1397410"/>
                <a:gd name="connsiteY219" fmla="*/ 362749 h 1276409"/>
                <a:gd name="connsiteX220" fmla="*/ 208384 w 1397410"/>
                <a:gd name="connsiteY220" fmla="*/ 299338 h 1276409"/>
                <a:gd name="connsiteX221" fmla="*/ 215031 w 1397410"/>
                <a:gd name="connsiteY221" fmla="*/ 303011 h 1276409"/>
                <a:gd name="connsiteX222" fmla="*/ 222594 w 1397410"/>
                <a:gd name="connsiteY222" fmla="*/ 303520 h 1276409"/>
                <a:gd name="connsiteX223" fmla="*/ 222085 w 1397410"/>
                <a:gd name="connsiteY223" fmla="*/ 296478 h 1276409"/>
                <a:gd name="connsiteX224" fmla="*/ 230983 w 1397410"/>
                <a:gd name="connsiteY224" fmla="*/ 295296 h 1276409"/>
                <a:gd name="connsiteX225" fmla="*/ 242612 w 1397410"/>
                <a:gd name="connsiteY225" fmla="*/ 302744 h 1276409"/>
                <a:gd name="connsiteX226" fmla="*/ 252781 w 1397410"/>
                <a:gd name="connsiteY226" fmla="*/ 298296 h 1276409"/>
                <a:gd name="connsiteX227" fmla="*/ 258653 w 1397410"/>
                <a:gd name="connsiteY227" fmla="*/ 301168 h 1276409"/>
                <a:gd name="connsiteX228" fmla="*/ 269342 w 1397410"/>
                <a:gd name="connsiteY228" fmla="*/ 304689 h 1276409"/>
                <a:gd name="connsiteX229" fmla="*/ 278239 w 1397410"/>
                <a:gd name="connsiteY229" fmla="*/ 301562 h 1276409"/>
                <a:gd name="connsiteX230" fmla="*/ 280591 w 1397410"/>
                <a:gd name="connsiteY230" fmla="*/ 335422 h 1276409"/>
                <a:gd name="connsiteX231" fmla="*/ 304994 w 1397410"/>
                <a:gd name="connsiteY231" fmla="*/ 348628 h 1276409"/>
                <a:gd name="connsiteX232" fmla="*/ 308121 w 1397410"/>
                <a:gd name="connsiteY232" fmla="*/ 349670 h 1276409"/>
                <a:gd name="connsiteX233" fmla="*/ 358364 w 1397410"/>
                <a:gd name="connsiteY233" fmla="*/ 339731 h 1276409"/>
                <a:gd name="connsiteX234" fmla="*/ 381992 w 1397410"/>
                <a:gd name="connsiteY234" fmla="*/ 302744 h 1276409"/>
                <a:gd name="connsiteX235" fmla="*/ 376642 w 1397410"/>
                <a:gd name="connsiteY235" fmla="*/ 270066 h 1276409"/>
                <a:gd name="connsiteX236" fmla="*/ 486394 w 1397410"/>
                <a:gd name="connsiteY236" fmla="*/ 261576 h 1276409"/>
                <a:gd name="connsiteX237" fmla="*/ 461469 w 1397410"/>
                <a:gd name="connsiteY237" fmla="*/ 239333 h 1276409"/>
                <a:gd name="connsiteX238" fmla="*/ 462118 w 1397410"/>
                <a:gd name="connsiteY238" fmla="*/ 193462 h 1276409"/>
                <a:gd name="connsiteX239" fmla="*/ 499321 w 1397410"/>
                <a:gd name="connsiteY239" fmla="*/ 217128 h 1276409"/>
                <a:gd name="connsiteX240" fmla="*/ 525275 w 1397410"/>
                <a:gd name="connsiteY240" fmla="*/ 221196 h 1276409"/>
                <a:gd name="connsiteX241" fmla="*/ 535710 w 1397410"/>
                <a:gd name="connsiteY241" fmla="*/ 206032 h 1276409"/>
                <a:gd name="connsiteX242" fmla="*/ 557381 w 1397410"/>
                <a:gd name="connsiteY242" fmla="*/ 207850 h 1276409"/>
                <a:gd name="connsiteX243" fmla="*/ 557775 w 1397410"/>
                <a:gd name="connsiteY243" fmla="*/ 190996 h 1276409"/>
                <a:gd name="connsiteX244" fmla="*/ 577996 w 1397410"/>
                <a:gd name="connsiteY244" fmla="*/ 117925 h 1276409"/>
                <a:gd name="connsiteX245" fmla="*/ 528541 w 1397410"/>
                <a:gd name="connsiteY245" fmla="*/ 93623 h 1276409"/>
                <a:gd name="connsiteX246" fmla="*/ 538061 w 1397410"/>
                <a:gd name="connsiteY246" fmla="*/ 79490 h 1276409"/>
                <a:gd name="connsiteX247" fmla="*/ 540145 w 1397410"/>
                <a:gd name="connsiteY247" fmla="*/ 42516 h 1276409"/>
                <a:gd name="connsiteX248" fmla="*/ 539891 w 1397410"/>
                <a:gd name="connsiteY248" fmla="*/ 38703 h 1276409"/>
                <a:gd name="connsiteX249" fmla="*/ 607878 w 1397410"/>
                <a:gd name="connsiteY249" fmla="*/ 58848 h 1276409"/>
                <a:gd name="connsiteX250" fmla="*/ 638027 w 1397410"/>
                <a:gd name="connsiteY250" fmla="*/ 44727 h 1276409"/>
                <a:gd name="connsiteX251" fmla="*/ 627338 w 1397410"/>
                <a:gd name="connsiteY251" fmla="*/ 23120 h 1276409"/>
                <a:gd name="connsiteX252" fmla="*/ 658261 w 1397410"/>
                <a:gd name="connsiteY252" fmla="*/ 16333 h 1276409"/>
                <a:gd name="connsiteX253" fmla="*/ 662952 w 1397410"/>
                <a:gd name="connsiteY253" fmla="*/ 47816 h 1276409"/>
                <a:gd name="connsiteX254" fmla="*/ 666218 w 1397410"/>
                <a:gd name="connsiteY254" fmla="*/ 50358 h 1276409"/>
                <a:gd name="connsiteX255" fmla="*/ 726503 w 1397410"/>
                <a:gd name="connsiteY255" fmla="*/ 64606 h 1276409"/>
                <a:gd name="connsiteX256" fmla="*/ 747131 w 1397410"/>
                <a:gd name="connsiteY256" fmla="*/ 97805 h 1276409"/>
                <a:gd name="connsiteX257" fmla="*/ 724253 w 1397410"/>
                <a:gd name="connsiteY257" fmla="*/ 139088 h 1276409"/>
                <a:gd name="connsiteX258" fmla="*/ 709128 w 1397410"/>
                <a:gd name="connsiteY258" fmla="*/ 147337 h 1276409"/>
                <a:gd name="connsiteX259" fmla="*/ 695248 w 1397410"/>
                <a:gd name="connsiteY259" fmla="*/ 163580 h 1276409"/>
                <a:gd name="connsiteX260" fmla="*/ 691067 w 1397410"/>
                <a:gd name="connsiteY260" fmla="*/ 188810 h 1276409"/>
                <a:gd name="connsiteX261" fmla="*/ 696290 w 1397410"/>
                <a:gd name="connsiteY261" fmla="*/ 219391 h 1276409"/>
                <a:gd name="connsiteX262" fmla="*/ 674505 w 1397410"/>
                <a:gd name="connsiteY262" fmla="*/ 260063 h 1276409"/>
                <a:gd name="connsiteX263" fmla="*/ 652707 w 1397410"/>
                <a:gd name="connsiteY263" fmla="*/ 275316 h 1276409"/>
                <a:gd name="connsiteX264" fmla="*/ 591508 w 1397410"/>
                <a:gd name="connsiteY264" fmla="*/ 275163 h 1276409"/>
                <a:gd name="connsiteX265" fmla="*/ 609899 w 1397410"/>
                <a:gd name="connsiteY265" fmla="*/ 363143 h 1276409"/>
                <a:gd name="connsiteX266" fmla="*/ 608628 w 1397410"/>
                <a:gd name="connsiteY266" fmla="*/ 369803 h 1276409"/>
                <a:gd name="connsiteX267" fmla="*/ 614983 w 1397410"/>
                <a:gd name="connsiteY267" fmla="*/ 402748 h 1276409"/>
                <a:gd name="connsiteX268" fmla="*/ 702684 w 1397410"/>
                <a:gd name="connsiteY268" fmla="*/ 390585 h 1276409"/>
                <a:gd name="connsiteX269" fmla="*/ 728536 w 1397410"/>
                <a:gd name="connsiteY269" fmla="*/ 387318 h 1276409"/>
                <a:gd name="connsiteX270" fmla="*/ 786469 w 1397410"/>
                <a:gd name="connsiteY270" fmla="*/ 403269 h 1276409"/>
                <a:gd name="connsiteX271" fmla="*/ 832226 w 1397410"/>
                <a:gd name="connsiteY271" fmla="*/ 470316 h 1276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Lst>
              <a:rect l="l" t="t" r="r" b="b"/>
              <a:pathLst>
                <a:path w="1397410" h="1276409">
                  <a:moveTo>
                    <a:pt x="163453" y="168728"/>
                  </a:moveTo>
                  <a:lnTo>
                    <a:pt x="197657" y="167292"/>
                  </a:lnTo>
                  <a:lnTo>
                    <a:pt x="233537" y="222327"/>
                  </a:lnTo>
                  <a:lnTo>
                    <a:pt x="216696" y="262440"/>
                  </a:lnTo>
                  <a:lnTo>
                    <a:pt x="81968" y="255907"/>
                  </a:lnTo>
                  <a:lnTo>
                    <a:pt x="83137" y="210036"/>
                  </a:lnTo>
                  <a:close/>
                  <a:moveTo>
                    <a:pt x="688385" y="1011503"/>
                  </a:moveTo>
                  <a:lnTo>
                    <a:pt x="713310" y="1003534"/>
                  </a:lnTo>
                  <a:lnTo>
                    <a:pt x="731307" y="1015304"/>
                  </a:lnTo>
                  <a:lnTo>
                    <a:pt x="710310" y="1042097"/>
                  </a:lnTo>
                  <a:lnTo>
                    <a:pt x="678191" y="1038563"/>
                  </a:lnTo>
                  <a:close/>
                  <a:moveTo>
                    <a:pt x="344065" y="0"/>
                  </a:moveTo>
                  <a:lnTo>
                    <a:pt x="361949" y="16727"/>
                  </a:lnTo>
                  <a:lnTo>
                    <a:pt x="387267" y="15151"/>
                  </a:lnTo>
                  <a:lnTo>
                    <a:pt x="397054" y="52150"/>
                  </a:lnTo>
                  <a:lnTo>
                    <a:pt x="381916" y="73185"/>
                  </a:lnTo>
                  <a:lnTo>
                    <a:pt x="385056" y="123124"/>
                  </a:lnTo>
                  <a:lnTo>
                    <a:pt x="313141" y="128869"/>
                  </a:lnTo>
                  <a:lnTo>
                    <a:pt x="291737" y="135148"/>
                  </a:lnTo>
                  <a:lnTo>
                    <a:pt x="247633" y="152268"/>
                  </a:lnTo>
                  <a:lnTo>
                    <a:pt x="231720" y="158801"/>
                  </a:lnTo>
                  <a:lnTo>
                    <a:pt x="213684" y="120899"/>
                  </a:lnTo>
                  <a:lnTo>
                    <a:pt x="233664" y="95021"/>
                  </a:lnTo>
                  <a:lnTo>
                    <a:pt x="184717" y="68254"/>
                  </a:lnTo>
                  <a:lnTo>
                    <a:pt x="163110" y="66157"/>
                  </a:lnTo>
                  <a:lnTo>
                    <a:pt x="188289" y="16117"/>
                  </a:lnTo>
                  <a:lnTo>
                    <a:pt x="247938" y="45795"/>
                  </a:lnTo>
                  <a:lnTo>
                    <a:pt x="263978" y="64987"/>
                  </a:lnTo>
                  <a:lnTo>
                    <a:pt x="297381" y="60806"/>
                  </a:lnTo>
                  <a:lnTo>
                    <a:pt x="316446" y="36898"/>
                  </a:lnTo>
                  <a:lnTo>
                    <a:pt x="325343" y="20946"/>
                  </a:lnTo>
                  <a:close/>
                  <a:moveTo>
                    <a:pt x="905856" y="488174"/>
                  </a:moveTo>
                  <a:lnTo>
                    <a:pt x="917295" y="484119"/>
                  </a:lnTo>
                  <a:lnTo>
                    <a:pt x="942894" y="416158"/>
                  </a:lnTo>
                  <a:lnTo>
                    <a:pt x="998221" y="400727"/>
                  </a:lnTo>
                  <a:lnTo>
                    <a:pt x="1010093" y="380721"/>
                  </a:lnTo>
                  <a:lnTo>
                    <a:pt x="1089430" y="352238"/>
                  </a:lnTo>
                  <a:lnTo>
                    <a:pt x="1069589" y="316815"/>
                  </a:lnTo>
                  <a:lnTo>
                    <a:pt x="1090752" y="298258"/>
                  </a:lnTo>
                  <a:lnTo>
                    <a:pt x="1108546" y="281518"/>
                  </a:lnTo>
                  <a:lnTo>
                    <a:pt x="1151608" y="307536"/>
                  </a:lnTo>
                  <a:lnTo>
                    <a:pt x="1206033" y="278659"/>
                  </a:lnTo>
                  <a:lnTo>
                    <a:pt x="1213736" y="260496"/>
                  </a:lnTo>
                  <a:lnTo>
                    <a:pt x="1246223" y="245981"/>
                  </a:lnTo>
                  <a:lnTo>
                    <a:pt x="1256531" y="237083"/>
                  </a:lnTo>
                  <a:lnTo>
                    <a:pt x="1225607" y="173532"/>
                  </a:lnTo>
                  <a:lnTo>
                    <a:pt x="1245689" y="137461"/>
                  </a:lnTo>
                  <a:lnTo>
                    <a:pt x="1281710" y="125818"/>
                  </a:lnTo>
                  <a:lnTo>
                    <a:pt x="1296466" y="163860"/>
                  </a:lnTo>
                  <a:lnTo>
                    <a:pt x="1307804" y="216391"/>
                  </a:lnTo>
                  <a:lnTo>
                    <a:pt x="1298551" y="217306"/>
                  </a:lnTo>
                  <a:lnTo>
                    <a:pt x="1273372" y="236664"/>
                  </a:lnTo>
                  <a:lnTo>
                    <a:pt x="1347879" y="277337"/>
                  </a:lnTo>
                  <a:lnTo>
                    <a:pt x="1351934" y="294343"/>
                  </a:lnTo>
                  <a:lnTo>
                    <a:pt x="1355569" y="316421"/>
                  </a:lnTo>
                  <a:lnTo>
                    <a:pt x="1387942" y="314463"/>
                  </a:lnTo>
                  <a:lnTo>
                    <a:pt x="1389785" y="321657"/>
                  </a:lnTo>
                  <a:lnTo>
                    <a:pt x="1397411" y="352632"/>
                  </a:lnTo>
                  <a:lnTo>
                    <a:pt x="1390484" y="387534"/>
                  </a:lnTo>
                  <a:lnTo>
                    <a:pt x="1385667" y="397601"/>
                  </a:lnTo>
                  <a:lnTo>
                    <a:pt x="1381612" y="406358"/>
                  </a:lnTo>
                  <a:lnTo>
                    <a:pt x="1373783" y="410260"/>
                  </a:lnTo>
                  <a:lnTo>
                    <a:pt x="1359293" y="451187"/>
                  </a:lnTo>
                  <a:lnTo>
                    <a:pt x="1337686" y="496270"/>
                  </a:lnTo>
                  <a:lnTo>
                    <a:pt x="1319154" y="502803"/>
                  </a:lnTo>
                  <a:lnTo>
                    <a:pt x="1262505" y="537438"/>
                  </a:lnTo>
                  <a:lnTo>
                    <a:pt x="1231822" y="549208"/>
                  </a:lnTo>
                  <a:lnTo>
                    <a:pt x="1230145" y="503337"/>
                  </a:lnTo>
                  <a:lnTo>
                    <a:pt x="1199640" y="501506"/>
                  </a:lnTo>
                  <a:lnTo>
                    <a:pt x="1170000" y="495495"/>
                  </a:lnTo>
                  <a:lnTo>
                    <a:pt x="1165310" y="491821"/>
                  </a:lnTo>
                  <a:lnTo>
                    <a:pt x="1146778" y="483458"/>
                  </a:lnTo>
                  <a:lnTo>
                    <a:pt x="1131895" y="508167"/>
                  </a:lnTo>
                  <a:lnTo>
                    <a:pt x="1125374" y="526596"/>
                  </a:lnTo>
                  <a:lnTo>
                    <a:pt x="1128120" y="536917"/>
                  </a:lnTo>
                  <a:lnTo>
                    <a:pt x="1128641" y="542929"/>
                  </a:lnTo>
                  <a:lnTo>
                    <a:pt x="1117278" y="552741"/>
                  </a:lnTo>
                  <a:lnTo>
                    <a:pt x="1117278" y="560571"/>
                  </a:lnTo>
                  <a:lnTo>
                    <a:pt x="1108012" y="568566"/>
                  </a:lnTo>
                  <a:lnTo>
                    <a:pt x="1095302" y="570370"/>
                  </a:lnTo>
                  <a:lnTo>
                    <a:pt x="1078067" y="570243"/>
                  </a:lnTo>
                  <a:lnTo>
                    <a:pt x="1053536" y="585152"/>
                  </a:lnTo>
                  <a:lnTo>
                    <a:pt x="1035742" y="631824"/>
                  </a:lnTo>
                  <a:lnTo>
                    <a:pt x="1031827" y="636133"/>
                  </a:lnTo>
                  <a:lnTo>
                    <a:pt x="1022040" y="651385"/>
                  </a:lnTo>
                  <a:lnTo>
                    <a:pt x="1020998" y="670336"/>
                  </a:lnTo>
                  <a:lnTo>
                    <a:pt x="1015393" y="679348"/>
                  </a:lnTo>
                  <a:lnTo>
                    <a:pt x="1000382" y="695960"/>
                  </a:lnTo>
                  <a:lnTo>
                    <a:pt x="989019" y="701832"/>
                  </a:lnTo>
                  <a:lnTo>
                    <a:pt x="982499" y="704717"/>
                  </a:lnTo>
                  <a:lnTo>
                    <a:pt x="961375" y="717516"/>
                  </a:lnTo>
                  <a:lnTo>
                    <a:pt x="943224" y="707844"/>
                  </a:lnTo>
                  <a:lnTo>
                    <a:pt x="942703" y="700790"/>
                  </a:lnTo>
                  <a:lnTo>
                    <a:pt x="938890" y="695960"/>
                  </a:lnTo>
                  <a:lnTo>
                    <a:pt x="930667" y="699773"/>
                  </a:lnTo>
                  <a:lnTo>
                    <a:pt x="901827" y="731943"/>
                  </a:lnTo>
                  <a:lnTo>
                    <a:pt x="866328" y="691816"/>
                  </a:lnTo>
                  <a:lnTo>
                    <a:pt x="844403" y="727634"/>
                  </a:lnTo>
                  <a:lnTo>
                    <a:pt x="806564" y="722270"/>
                  </a:lnTo>
                  <a:lnTo>
                    <a:pt x="697981" y="621224"/>
                  </a:lnTo>
                  <a:lnTo>
                    <a:pt x="677645" y="630121"/>
                  </a:lnTo>
                  <a:lnTo>
                    <a:pt x="649326" y="642831"/>
                  </a:lnTo>
                  <a:lnTo>
                    <a:pt x="629753" y="654461"/>
                  </a:lnTo>
                  <a:lnTo>
                    <a:pt x="626486" y="655910"/>
                  </a:lnTo>
                  <a:lnTo>
                    <a:pt x="552373" y="660092"/>
                  </a:lnTo>
                  <a:lnTo>
                    <a:pt x="540502" y="662570"/>
                  </a:lnTo>
                  <a:lnTo>
                    <a:pt x="485847" y="674340"/>
                  </a:lnTo>
                  <a:lnTo>
                    <a:pt x="494592" y="686872"/>
                  </a:lnTo>
                  <a:lnTo>
                    <a:pt x="515983" y="711708"/>
                  </a:lnTo>
                  <a:lnTo>
                    <a:pt x="520292" y="750538"/>
                  </a:lnTo>
                  <a:lnTo>
                    <a:pt x="520813" y="767658"/>
                  </a:lnTo>
                  <a:lnTo>
                    <a:pt x="561410" y="800603"/>
                  </a:lnTo>
                  <a:lnTo>
                    <a:pt x="568451" y="815232"/>
                  </a:lnTo>
                  <a:lnTo>
                    <a:pt x="608781" y="813135"/>
                  </a:lnTo>
                  <a:lnTo>
                    <a:pt x="608260" y="836408"/>
                  </a:lnTo>
                  <a:lnTo>
                    <a:pt x="625482" y="868959"/>
                  </a:lnTo>
                  <a:lnTo>
                    <a:pt x="626906" y="871704"/>
                  </a:lnTo>
                  <a:lnTo>
                    <a:pt x="623003" y="896400"/>
                  </a:lnTo>
                  <a:lnTo>
                    <a:pt x="653279" y="898484"/>
                  </a:lnTo>
                  <a:lnTo>
                    <a:pt x="677937" y="928544"/>
                  </a:lnTo>
                  <a:lnTo>
                    <a:pt x="671035" y="947380"/>
                  </a:lnTo>
                  <a:lnTo>
                    <a:pt x="676119" y="984494"/>
                  </a:lnTo>
                  <a:lnTo>
                    <a:pt x="674416" y="995730"/>
                  </a:lnTo>
                  <a:lnTo>
                    <a:pt x="634354" y="1013524"/>
                  </a:lnTo>
                  <a:lnTo>
                    <a:pt x="633972" y="1046075"/>
                  </a:lnTo>
                  <a:lnTo>
                    <a:pt x="618174" y="1053536"/>
                  </a:lnTo>
                  <a:lnTo>
                    <a:pt x="571718" y="1041512"/>
                  </a:lnTo>
                  <a:lnTo>
                    <a:pt x="566367" y="1037445"/>
                  </a:lnTo>
                  <a:lnTo>
                    <a:pt x="536866" y="1042809"/>
                  </a:lnTo>
                  <a:lnTo>
                    <a:pt x="506858" y="1046202"/>
                  </a:lnTo>
                  <a:lnTo>
                    <a:pt x="498901" y="1058353"/>
                  </a:lnTo>
                  <a:lnTo>
                    <a:pt x="475921" y="1008034"/>
                  </a:lnTo>
                  <a:lnTo>
                    <a:pt x="443561" y="997192"/>
                  </a:lnTo>
                  <a:lnTo>
                    <a:pt x="402888" y="1011834"/>
                  </a:lnTo>
                  <a:lnTo>
                    <a:pt x="370668" y="1019015"/>
                  </a:lnTo>
                  <a:lnTo>
                    <a:pt x="368304" y="1025675"/>
                  </a:lnTo>
                  <a:lnTo>
                    <a:pt x="384103" y="1048821"/>
                  </a:lnTo>
                  <a:lnTo>
                    <a:pt x="354208" y="1095086"/>
                  </a:lnTo>
                  <a:lnTo>
                    <a:pt x="333338" y="1132466"/>
                  </a:lnTo>
                  <a:lnTo>
                    <a:pt x="307917" y="1149600"/>
                  </a:lnTo>
                  <a:lnTo>
                    <a:pt x="282866" y="1160187"/>
                  </a:lnTo>
                  <a:lnTo>
                    <a:pt x="272939" y="1164089"/>
                  </a:lnTo>
                  <a:lnTo>
                    <a:pt x="244977" y="1175986"/>
                  </a:lnTo>
                  <a:lnTo>
                    <a:pt x="257903" y="1215197"/>
                  </a:lnTo>
                  <a:lnTo>
                    <a:pt x="270041" y="1231809"/>
                  </a:lnTo>
                  <a:lnTo>
                    <a:pt x="264067" y="1251574"/>
                  </a:lnTo>
                  <a:lnTo>
                    <a:pt x="255590" y="1264106"/>
                  </a:lnTo>
                  <a:lnTo>
                    <a:pt x="231313" y="1271567"/>
                  </a:lnTo>
                  <a:lnTo>
                    <a:pt x="208435" y="1276409"/>
                  </a:lnTo>
                  <a:lnTo>
                    <a:pt x="191848" y="1255628"/>
                  </a:lnTo>
                  <a:lnTo>
                    <a:pt x="189382" y="1198763"/>
                  </a:lnTo>
                  <a:lnTo>
                    <a:pt x="151531" y="1211193"/>
                  </a:lnTo>
                  <a:lnTo>
                    <a:pt x="145252" y="1213418"/>
                  </a:lnTo>
                  <a:lnTo>
                    <a:pt x="84065" y="1213011"/>
                  </a:lnTo>
                  <a:lnTo>
                    <a:pt x="62522" y="1133026"/>
                  </a:lnTo>
                  <a:lnTo>
                    <a:pt x="93585" y="1122972"/>
                  </a:lnTo>
                  <a:lnTo>
                    <a:pt x="131957" y="1145571"/>
                  </a:lnTo>
                  <a:lnTo>
                    <a:pt x="176710" y="1130547"/>
                  </a:lnTo>
                  <a:lnTo>
                    <a:pt x="202296" y="1129505"/>
                  </a:lnTo>
                  <a:lnTo>
                    <a:pt x="193399" y="1114342"/>
                  </a:lnTo>
                  <a:lnTo>
                    <a:pt x="164928" y="1093332"/>
                  </a:lnTo>
                  <a:lnTo>
                    <a:pt x="174867" y="1077774"/>
                  </a:lnTo>
                  <a:lnTo>
                    <a:pt x="204355" y="1063272"/>
                  </a:lnTo>
                  <a:lnTo>
                    <a:pt x="201813" y="1049939"/>
                  </a:lnTo>
                  <a:lnTo>
                    <a:pt x="231720" y="1032424"/>
                  </a:lnTo>
                  <a:lnTo>
                    <a:pt x="266165" y="1044321"/>
                  </a:lnTo>
                  <a:lnTo>
                    <a:pt x="282866" y="1035424"/>
                  </a:lnTo>
                  <a:lnTo>
                    <a:pt x="314832" y="986947"/>
                  </a:lnTo>
                  <a:lnTo>
                    <a:pt x="282078" y="980796"/>
                  </a:lnTo>
                  <a:lnTo>
                    <a:pt x="274375" y="929828"/>
                  </a:lnTo>
                  <a:lnTo>
                    <a:pt x="235901" y="935052"/>
                  </a:lnTo>
                  <a:lnTo>
                    <a:pt x="224793" y="932827"/>
                  </a:lnTo>
                  <a:lnTo>
                    <a:pt x="220484" y="937276"/>
                  </a:lnTo>
                  <a:lnTo>
                    <a:pt x="221653" y="946427"/>
                  </a:lnTo>
                  <a:lnTo>
                    <a:pt x="219442" y="955184"/>
                  </a:lnTo>
                  <a:lnTo>
                    <a:pt x="212921" y="962366"/>
                  </a:lnTo>
                  <a:lnTo>
                    <a:pt x="205295" y="962912"/>
                  </a:lnTo>
                  <a:lnTo>
                    <a:pt x="199957" y="954409"/>
                  </a:lnTo>
                  <a:lnTo>
                    <a:pt x="196030" y="947088"/>
                  </a:lnTo>
                  <a:lnTo>
                    <a:pt x="186764" y="948791"/>
                  </a:lnTo>
                  <a:lnTo>
                    <a:pt x="183510" y="958451"/>
                  </a:lnTo>
                  <a:lnTo>
                    <a:pt x="184158" y="971530"/>
                  </a:lnTo>
                  <a:lnTo>
                    <a:pt x="178146" y="981329"/>
                  </a:lnTo>
                  <a:lnTo>
                    <a:pt x="162894" y="984596"/>
                  </a:lnTo>
                  <a:lnTo>
                    <a:pt x="155725" y="993366"/>
                  </a:lnTo>
                  <a:lnTo>
                    <a:pt x="152980" y="1005771"/>
                  </a:lnTo>
                  <a:lnTo>
                    <a:pt x="141541" y="1015050"/>
                  </a:lnTo>
                  <a:lnTo>
                    <a:pt x="123264" y="1012965"/>
                  </a:lnTo>
                  <a:lnTo>
                    <a:pt x="106740" y="1020413"/>
                  </a:lnTo>
                  <a:lnTo>
                    <a:pt x="85336" y="1017147"/>
                  </a:lnTo>
                  <a:lnTo>
                    <a:pt x="101135" y="995705"/>
                  </a:lnTo>
                  <a:lnTo>
                    <a:pt x="81689" y="951016"/>
                  </a:lnTo>
                  <a:lnTo>
                    <a:pt x="50892" y="918719"/>
                  </a:lnTo>
                  <a:lnTo>
                    <a:pt x="28318" y="927349"/>
                  </a:lnTo>
                  <a:lnTo>
                    <a:pt x="8745" y="880423"/>
                  </a:lnTo>
                  <a:lnTo>
                    <a:pt x="0" y="849842"/>
                  </a:lnTo>
                  <a:lnTo>
                    <a:pt x="144718" y="781207"/>
                  </a:lnTo>
                  <a:lnTo>
                    <a:pt x="163250" y="774280"/>
                  </a:lnTo>
                  <a:lnTo>
                    <a:pt x="154111" y="746699"/>
                  </a:lnTo>
                  <a:lnTo>
                    <a:pt x="180612" y="731027"/>
                  </a:lnTo>
                  <a:lnTo>
                    <a:pt x="213659" y="714021"/>
                  </a:lnTo>
                  <a:lnTo>
                    <a:pt x="254636" y="709191"/>
                  </a:lnTo>
                  <a:lnTo>
                    <a:pt x="279307" y="668150"/>
                  </a:lnTo>
                  <a:lnTo>
                    <a:pt x="288560" y="648665"/>
                  </a:lnTo>
                  <a:lnTo>
                    <a:pt x="312836" y="639260"/>
                  </a:lnTo>
                  <a:lnTo>
                    <a:pt x="353166" y="626067"/>
                  </a:lnTo>
                  <a:lnTo>
                    <a:pt x="402875" y="610128"/>
                  </a:lnTo>
                  <a:lnTo>
                    <a:pt x="451301" y="549119"/>
                  </a:lnTo>
                  <a:lnTo>
                    <a:pt x="452483" y="534617"/>
                  </a:lnTo>
                  <a:lnTo>
                    <a:pt x="468002" y="515005"/>
                  </a:lnTo>
                  <a:lnTo>
                    <a:pt x="429109" y="468740"/>
                  </a:lnTo>
                  <a:lnTo>
                    <a:pt x="398058" y="454237"/>
                  </a:lnTo>
                  <a:lnTo>
                    <a:pt x="403549" y="424559"/>
                  </a:lnTo>
                  <a:lnTo>
                    <a:pt x="361516" y="388881"/>
                  </a:lnTo>
                  <a:lnTo>
                    <a:pt x="311947" y="393190"/>
                  </a:lnTo>
                  <a:lnTo>
                    <a:pt x="298372" y="396177"/>
                  </a:lnTo>
                  <a:lnTo>
                    <a:pt x="239524" y="391741"/>
                  </a:lnTo>
                  <a:lnTo>
                    <a:pt x="229610" y="385081"/>
                  </a:lnTo>
                  <a:lnTo>
                    <a:pt x="194225" y="370960"/>
                  </a:lnTo>
                  <a:lnTo>
                    <a:pt x="196767" y="362749"/>
                  </a:lnTo>
                  <a:lnTo>
                    <a:pt x="208384" y="299338"/>
                  </a:lnTo>
                  <a:lnTo>
                    <a:pt x="215031" y="303011"/>
                  </a:lnTo>
                  <a:lnTo>
                    <a:pt x="222594" y="303520"/>
                  </a:lnTo>
                  <a:lnTo>
                    <a:pt x="222085" y="296478"/>
                  </a:lnTo>
                  <a:lnTo>
                    <a:pt x="230983" y="295296"/>
                  </a:lnTo>
                  <a:lnTo>
                    <a:pt x="242612" y="302744"/>
                  </a:lnTo>
                  <a:lnTo>
                    <a:pt x="252781" y="298296"/>
                  </a:lnTo>
                  <a:lnTo>
                    <a:pt x="258653" y="301168"/>
                  </a:lnTo>
                  <a:lnTo>
                    <a:pt x="269342" y="304689"/>
                  </a:lnTo>
                  <a:lnTo>
                    <a:pt x="278239" y="301562"/>
                  </a:lnTo>
                  <a:lnTo>
                    <a:pt x="280591" y="335422"/>
                  </a:lnTo>
                  <a:lnTo>
                    <a:pt x="304994" y="348628"/>
                  </a:lnTo>
                  <a:lnTo>
                    <a:pt x="308121" y="349670"/>
                  </a:lnTo>
                  <a:lnTo>
                    <a:pt x="358364" y="339731"/>
                  </a:lnTo>
                  <a:lnTo>
                    <a:pt x="381992" y="302744"/>
                  </a:lnTo>
                  <a:lnTo>
                    <a:pt x="376642" y="270066"/>
                  </a:lnTo>
                  <a:lnTo>
                    <a:pt x="486394" y="261576"/>
                  </a:lnTo>
                  <a:lnTo>
                    <a:pt x="461469" y="239333"/>
                  </a:lnTo>
                  <a:lnTo>
                    <a:pt x="462118" y="193462"/>
                  </a:lnTo>
                  <a:lnTo>
                    <a:pt x="499321" y="217128"/>
                  </a:lnTo>
                  <a:lnTo>
                    <a:pt x="525275" y="221196"/>
                  </a:lnTo>
                  <a:lnTo>
                    <a:pt x="535710" y="206032"/>
                  </a:lnTo>
                  <a:lnTo>
                    <a:pt x="557381" y="207850"/>
                  </a:lnTo>
                  <a:lnTo>
                    <a:pt x="557775" y="190996"/>
                  </a:lnTo>
                  <a:lnTo>
                    <a:pt x="577996" y="117925"/>
                  </a:lnTo>
                  <a:lnTo>
                    <a:pt x="528541" y="93623"/>
                  </a:lnTo>
                  <a:lnTo>
                    <a:pt x="538061" y="79490"/>
                  </a:lnTo>
                  <a:lnTo>
                    <a:pt x="540145" y="42516"/>
                  </a:lnTo>
                  <a:lnTo>
                    <a:pt x="539891" y="38703"/>
                  </a:lnTo>
                  <a:lnTo>
                    <a:pt x="607878" y="58848"/>
                  </a:lnTo>
                  <a:lnTo>
                    <a:pt x="638027" y="44727"/>
                  </a:lnTo>
                  <a:lnTo>
                    <a:pt x="627338" y="23120"/>
                  </a:lnTo>
                  <a:lnTo>
                    <a:pt x="658261" y="16333"/>
                  </a:lnTo>
                  <a:lnTo>
                    <a:pt x="662952" y="47816"/>
                  </a:lnTo>
                  <a:lnTo>
                    <a:pt x="666218" y="50358"/>
                  </a:lnTo>
                  <a:lnTo>
                    <a:pt x="726503" y="64606"/>
                  </a:lnTo>
                  <a:lnTo>
                    <a:pt x="747131" y="97805"/>
                  </a:lnTo>
                  <a:lnTo>
                    <a:pt x="724253" y="139088"/>
                  </a:lnTo>
                  <a:lnTo>
                    <a:pt x="709128" y="147337"/>
                  </a:lnTo>
                  <a:lnTo>
                    <a:pt x="695248" y="163580"/>
                  </a:lnTo>
                  <a:lnTo>
                    <a:pt x="691067" y="188810"/>
                  </a:lnTo>
                  <a:lnTo>
                    <a:pt x="696290" y="219391"/>
                  </a:lnTo>
                  <a:lnTo>
                    <a:pt x="674505" y="260063"/>
                  </a:lnTo>
                  <a:lnTo>
                    <a:pt x="652707" y="275316"/>
                  </a:lnTo>
                  <a:lnTo>
                    <a:pt x="591508" y="275163"/>
                  </a:lnTo>
                  <a:lnTo>
                    <a:pt x="609899" y="363143"/>
                  </a:lnTo>
                  <a:lnTo>
                    <a:pt x="608628" y="369803"/>
                  </a:lnTo>
                  <a:lnTo>
                    <a:pt x="614983" y="402748"/>
                  </a:lnTo>
                  <a:lnTo>
                    <a:pt x="702684" y="390585"/>
                  </a:lnTo>
                  <a:lnTo>
                    <a:pt x="728536" y="387318"/>
                  </a:lnTo>
                  <a:lnTo>
                    <a:pt x="786469" y="403269"/>
                  </a:lnTo>
                  <a:lnTo>
                    <a:pt x="832226" y="470316"/>
                  </a:lnTo>
                  <a:close/>
                </a:path>
              </a:pathLst>
            </a:custGeom>
            <a:noFill/>
            <a:ln w="3810" cap="flat">
              <a:solidFill>
                <a:srgbClr val="E6E4E2"/>
              </a:solidFill>
              <a:prstDash val="solid"/>
              <a:miter/>
            </a:ln>
          </p:spPr>
          <p:txBody>
            <a:bodyPr rtlCol="0" anchor="ctr"/>
            <a:lstStyle/>
            <a:p>
              <a:endParaRPr lang="de-CH"/>
            </a:p>
          </p:txBody>
        </p:sp>
        <p:sp>
          <p:nvSpPr>
            <p:cNvPr id="104" name="Freihandform: Form 103">
              <a:extLst>
                <a:ext uri="{FF2B5EF4-FFF2-40B4-BE49-F238E27FC236}">
                  <a16:creationId xmlns:a16="http://schemas.microsoft.com/office/drawing/2014/main" id="{6EAD348B-DD7F-A392-2FAC-44C50D7E0D1F}"/>
                </a:ext>
              </a:extLst>
            </p:cNvPr>
            <p:cNvSpPr/>
            <p:nvPr/>
          </p:nvSpPr>
          <p:spPr>
            <a:xfrm>
              <a:off x="4762326" y="1116951"/>
              <a:ext cx="274959" cy="245967"/>
            </a:xfrm>
            <a:custGeom>
              <a:avLst/>
              <a:gdLst>
                <a:gd name="connsiteX0" fmla="*/ 64847 w 274959"/>
                <a:gd name="connsiteY0" fmla="*/ 58810 h 245967"/>
                <a:gd name="connsiteX1" fmla="*/ 69550 w 274959"/>
                <a:gd name="connsiteY1" fmla="*/ 35538 h 245967"/>
                <a:gd name="connsiteX2" fmla="*/ 93687 w 274959"/>
                <a:gd name="connsiteY2" fmla="*/ 41156 h 245967"/>
                <a:gd name="connsiteX3" fmla="*/ 100589 w 274959"/>
                <a:gd name="connsiteY3" fmla="*/ 50955 h 245967"/>
                <a:gd name="connsiteX4" fmla="*/ 101389 w 274959"/>
                <a:gd name="connsiteY4" fmla="*/ 71228 h 245967"/>
                <a:gd name="connsiteX5" fmla="*/ 125526 w 274959"/>
                <a:gd name="connsiteY5" fmla="*/ 73058 h 245967"/>
                <a:gd name="connsiteX6" fmla="*/ 141198 w 274959"/>
                <a:gd name="connsiteY6" fmla="*/ 66525 h 245967"/>
                <a:gd name="connsiteX7" fmla="*/ 165080 w 274959"/>
                <a:gd name="connsiteY7" fmla="*/ 41156 h 245967"/>
                <a:gd name="connsiteX8" fmla="*/ 182951 w 274959"/>
                <a:gd name="connsiteY8" fmla="*/ 14235 h 245967"/>
                <a:gd name="connsiteX9" fmla="*/ 222759 w 274959"/>
                <a:gd name="connsiteY9" fmla="*/ 27314 h 245967"/>
                <a:gd name="connsiteX10" fmla="*/ 252247 w 274959"/>
                <a:gd name="connsiteY10" fmla="*/ 0 h 245967"/>
                <a:gd name="connsiteX11" fmla="*/ 271553 w 274959"/>
                <a:gd name="connsiteY11" fmla="*/ 16854 h 245967"/>
                <a:gd name="connsiteX12" fmla="*/ 238939 w 274959"/>
                <a:gd name="connsiteY12" fmla="*/ 48362 h 245967"/>
                <a:gd name="connsiteX13" fmla="*/ 255246 w 274959"/>
                <a:gd name="connsiteY13" fmla="*/ 61683 h 245967"/>
                <a:gd name="connsiteX14" fmla="*/ 274960 w 274959"/>
                <a:gd name="connsiteY14" fmla="*/ 87306 h 245967"/>
                <a:gd name="connsiteX15" fmla="*/ 268948 w 274959"/>
                <a:gd name="connsiteY15" fmla="*/ 111494 h 245967"/>
                <a:gd name="connsiteX16" fmla="*/ 255386 w 274959"/>
                <a:gd name="connsiteY16" fmla="*/ 104414 h 245967"/>
                <a:gd name="connsiteX17" fmla="*/ 248332 w 274959"/>
                <a:gd name="connsiteY17" fmla="*/ 106257 h 245967"/>
                <a:gd name="connsiteX18" fmla="*/ 242968 w 274959"/>
                <a:gd name="connsiteY18" fmla="*/ 117366 h 245967"/>
                <a:gd name="connsiteX19" fmla="*/ 227068 w 274959"/>
                <a:gd name="connsiteY19" fmla="*/ 113311 h 245967"/>
                <a:gd name="connsiteX20" fmla="*/ 199919 w 274959"/>
                <a:gd name="connsiteY20" fmla="*/ 122717 h 245967"/>
                <a:gd name="connsiteX21" fmla="*/ 183993 w 274959"/>
                <a:gd name="connsiteY21" fmla="*/ 122717 h 245967"/>
                <a:gd name="connsiteX22" fmla="*/ 157378 w 274959"/>
                <a:gd name="connsiteY22" fmla="*/ 120111 h 245967"/>
                <a:gd name="connsiteX23" fmla="*/ 127102 w 274959"/>
                <a:gd name="connsiteY23" fmla="*/ 128335 h 245967"/>
                <a:gd name="connsiteX24" fmla="*/ 132453 w 274959"/>
                <a:gd name="connsiteY24" fmla="*/ 155522 h 245967"/>
                <a:gd name="connsiteX25" fmla="*/ 136889 w 274959"/>
                <a:gd name="connsiteY25" fmla="*/ 177498 h 245967"/>
                <a:gd name="connsiteX26" fmla="*/ 136749 w 274959"/>
                <a:gd name="connsiteY26" fmla="*/ 183764 h 245967"/>
                <a:gd name="connsiteX27" fmla="*/ 121484 w 274959"/>
                <a:gd name="connsiteY27" fmla="*/ 182074 h 245967"/>
                <a:gd name="connsiteX28" fmla="*/ 102686 w 274959"/>
                <a:gd name="connsiteY28" fmla="*/ 211993 h 245967"/>
                <a:gd name="connsiteX29" fmla="*/ 81282 w 274959"/>
                <a:gd name="connsiteY29" fmla="*/ 245968 h 245967"/>
                <a:gd name="connsiteX30" fmla="*/ 71368 w 274959"/>
                <a:gd name="connsiteY30" fmla="*/ 242447 h 245967"/>
                <a:gd name="connsiteX31" fmla="*/ 58848 w 274959"/>
                <a:gd name="connsiteY31" fmla="*/ 211612 h 245967"/>
                <a:gd name="connsiteX32" fmla="*/ 65750 w 274959"/>
                <a:gd name="connsiteY32" fmla="*/ 178807 h 245967"/>
                <a:gd name="connsiteX33" fmla="*/ 48146 w 274959"/>
                <a:gd name="connsiteY33" fmla="*/ 176710 h 245967"/>
                <a:gd name="connsiteX34" fmla="*/ 2593 w 274959"/>
                <a:gd name="connsiteY34" fmla="*/ 171600 h 245967"/>
                <a:gd name="connsiteX35" fmla="*/ 12647 w 274959"/>
                <a:gd name="connsiteY35" fmla="*/ 149396 h 245967"/>
                <a:gd name="connsiteX36" fmla="*/ 20082 w 274959"/>
                <a:gd name="connsiteY36" fmla="*/ 132923 h 245967"/>
                <a:gd name="connsiteX37" fmla="*/ 0 w 274959"/>
                <a:gd name="connsiteY37" fmla="*/ 111875 h 245967"/>
                <a:gd name="connsiteX38" fmla="*/ 9774 w 274959"/>
                <a:gd name="connsiteY38" fmla="*/ 95403 h 245967"/>
                <a:gd name="connsiteX39" fmla="*/ 5071 w 274959"/>
                <a:gd name="connsiteY39" fmla="*/ 84294 h 245967"/>
                <a:gd name="connsiteX40" fmla="*/ 23870 w 274959"/>
                <a:gd name="connsiteY40" fmla="*/ 72003 h 245967"/>
                <a:gd name="connsiteX41" fmla="*/ 61060 w 274959"/>
                <a:gd name="connsiteY41" fmla="*/ 78155 h 245967"/>
                <a:gd name="connsiteX42" fmla="*/ 64847 w 274959"/>
                <a:gd name="connsiteY42" fmla="*/ 58810 h 245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74959" h="245967">
                  <a:moveTo>
                    <a:pt x="64847" y="58810"/>
                  </a:moveTo>
                  <a:lnTo>
                    <a:pt x="69550" y="35538"/>
                  </a:lnTo>
                  <a:lnTo>
                    <a:pt x="93687" y="41156"/>
                  </a:lnTo>
                  <a:lnTo>
                    <a:pt x="100589" y="50955"/>
                  </a:lnTo>
                  <a:lnTo>
                    <a:pt x="101389" y="71228"/>
                  </a:lnTo>
                  <a:lnTo>
                    <a:pt x="125526" y="73058"/>
                  </a:lnTo>
                  <a:lnTo>
                    <a:pt x="141198" y="66525"/>
                  </a:lnTo>
                  <a:lnTo>
                    <a:pt x="165080" y="41156"/>
                  </a:lnTo>
                  <a:lnTo>
                    <a:pt x="182951" y="14235"/>
                  </a:lnTo>
                  <a:lnTo>
                    <a:pt x="222759" y="27314"/>
                  </a:lnTo>
                  <a:lnTo>
                    <a:pt x="252247" y="0"/>
                  </a:lnTo>
                  <a:lnTo>
                    <a:pt x="271553" y="16854"/>
                  </a:lnTo>
                  <a:lnTo>
                    <a:pt x="238939" y="48362"/>
                  </a:lnTo>
                  <a:lnTo>
                    <a:pt x="255246" y="61683"/>
                  </a:lnTo>
                  <a:lnTo>
                    <a:pt x="274960" y="87306"/>
                  </a:lnTo>
                  <a:lnTo>
                    <a:pt x="268948" y="111494"/>
                  </a:lnTo>
                  <a:lnTo>
                    <a:pt x="255386" y="104414"/>
                  </a:lnTo>
                  <a:lnTo>
                    <a:pt x="248332" y="106257"/>
                  </a:lnTo>
                  <a:lnTo>
                    <a:pt x="242968" y="117366"/>
                  </a:lnTo>
                  <a:lnTo>
                    <a:pt x="227068" y="113311"/>
                  </a:lnTo>
                  <a:lnTo>
                    <a:pt x="199919" y="122717"/>
                  </a:lnTo>
                  <a:lnTo>
                    <a:pt x="183993" y="122717"/>
                  </a:lnTo>
                  <a:lnTo>
                    <a:pt x="157378" y="120111"/>
                  </a:lnTo>
                  <a:lnTo>
                    <a:pt x="127102" y="128335"/>
                  </a:lnTo>
                  <a:lnTo>
                    <a:pt x="132453" y="155522"/>
                  </a:lnTo>
                  <a:lnTo>
                    <a:pt x="136889" y="177498"/>
                  </a:lnTo>
                  <a:lnTo>
                    <a:pt x="136749" y="183764"/>
                  </a:lnTo>
                  <a:lnTo>
                    <a:pt x="121484" y="182074"/>
                  </a:lnTo>
                  <a:lnTo>
                    <a:pt x="102686" y="211993"/>
                  </a:lnTo>
                  <a:lnTo>
                    <a:pt x="81282" y="245968"/>
                  </a:lnTo>
                  <a:lnTo>
                    <a:pt x="71368" y="242447"/>
                  </a:lnTo>
                  <a:lnTo>
                    <a:pt x="58848" y="211612"/>
                  </a:lnTo>
                  <a:lnTo>
                    <a:pt x="65750" y="178807"/>
                  </a:lnTo>
                  <a:lnTo>
                    <a:pt x="48146" y="176710"/>
                  </a:lnTo>
                  <a:lnTo>
                    <a:pt x="2593" y="171600"/>
                  </a:lnTo>
                  <a:lnTo>
                    <a:pt x="12647" y="149396"/>
                  </a:lnTo>
                  <a:lnTo>
                    <a:pt x="20082" y="132923"/>
                  </a:lnTo>
                  <a:lnTo>
                    <a:pt x="0" y="111875"/>
                  </a:lnTo>
                  <a:lnTo>
                    <a:pt x="9774" y="95403"/>
                  </a:lnTo>
                  <a:lnTo>
                    <a:pt x="5071" y="84294"/>
                  </a:lnTo>
                  <a:lnTo>
                    <a:pt x="23870" y="72003"/>
                  </a:lnTo>
                  <a:lnTo>
                    <a:pt x="61060" y="78155"/>
                  </a:lnTo>
                  <a:lnTo>
                    <a:pt x="64847" y="58810"/>
                  </a:lnTo>
                  <a:close/>
                </a:path>
              </a:pathLst>
            </a:custGeom>
            <a:solidFill>
              <a:srgbClr val="FFFFFF"/>
            </a:solidFill>
            <a:ln w="12700" cap="flat">
              <a:noFill/>
              <a:prstDash val="solid"/>
              <a:miter/>
            </a:ln>
          </p:spPr>
          <p:txBody>
            <a:bodyPr rtlCol="0" anchor="ctr"/>
            <a:lstStyle/>
            <a:p>
              <a:endParaRPr lang="de-CH"/>
            </a:p>
          </p:txBody>
        </p:sp>
        <p:sp>
          <p:nvSpPr>
            <p:cNvPr id="105" name="Freihandform: Form 104">
              <a:extLst>
                <a:ext uri="{FF2B5EF4-FFF2-40B4-BE49-F238E27FC236}">
                  <a16:creationId xmlns:a16="http://schemas.microsoft.com/office/drawing/2014/main" id="{E4BEF5FB-C654-7AF4-351D-62B2F6C8B0BC}"/>
                </a:ext>
              </a:extLst>
            </p:cNvPr>
            <p:cNvSpPr/>
            <p:nvPr/>
          </p:nvSpPr>
          <p:spPr>
            <a:xfrm>
              <a:off x="4762326" y="1116951"/>
              <a:ext cx="274959" cy="245967"/>
            </a:xfrm>
            <a:custGeom>
              <a:avLst/>
              <a:gdLst>
                <a:gd name="connsiteX0" fmla="*/ 64847 w 274959"/>
                <a:gd name="connsiteY0" fmla="*/ 58810 h 245967"/>
                <a:gd name="connsiteX1" fmla="*/ 69550 w 274959"/>
                <a:gd name="connsiteY1" fmla="*/ 35538 h 245967"/>
                <a:gd name="connsiteX2" fmla="*/ 93687 w 274959"/>
                <a:gd name="connsiteY2" fmla="*/ 41156 h 245967"/>
                <a:gd name="connsiteX3" fmla="*/ 100589 w 274959"/>
                <a:gd name="connsiteY3" fmla="*/ 50955 h 245967"/>
                <a:gd name="connsiteX4" fmla="*/ 101389 w 274959"/>
                <a:gd name="connsiteY4" fmla="*/ 71228 h 245967"/>
                <a:gd name="connsiteX5" fmla="*/ 125526 w 274959"/>
                <a:gd name="connsiteY5" fmla="*/ 73058 h 245967"/>
                <a:gd name="connsiteX6" fmla="*/ 141198 w 274959"/>
                <a:gd name="connsiteY6" fmla="*/ 66525 h 245967"/>
                <a:gd name="connsiteX7" fmla="*/ 165080 w 274959"/>
                <a:gd name="connsiteY7" fmla="*/ 41156 h 245967"/>
                <a:gd name="connsiteX8" fmla="*/ 182951 w 274959"/>
                <a:gd name="connsiteY8" fmla="*/ 14235 h 245967"/>
                <a:gd name="connsiteX9" fmla="*/ 222759 w 274959"/>
                <a:gd name="connsiteY9" fmla="*/ 27314 h 245967"/>
                <a:gd name="connsiteX10" fmla="*/ 252247 w 274959"/>
                <a:gd name="connsiteY10" fmla="*/ 0 h 245967"/>
                <a:gd name="connsiteX11" fmla="*/ 271553 w 274959"/>
                <a:gd name="connsiteY11" fmla="*/ 16854 h 245967"/>
                <a:gd name="connsiteX12" fmla="*/ 238939 w 274959"/>
                <a:gd name="connsiteY12" fmla="*/ 48362 h 245967"/>
                <a:gd name="connsiteX13" fmla="*/ 255246 w 274959"/>
                <a:gd name="connsiteY13" fmla="*/ 61683 h 245967"/>
                <a:gd name="connsiteX14" fmla="*/ 274960 w 274959"/>
                <a:gd name="connsiteY14" fmla="*/ 87306 h 245967"/>
                <a:gd name="connsiteX15" fmla="*/ 268948 w 274959"/>
                <a:gd name="connsiteY15" fmla="*/ 111494 h 245967"/>
                <a:gd name="connsiteX16" fmla="*/ 255386 w 274959"/>
                <a:gd name="connsiteY16" fmla="*/ 104414 h 245967"/>
                <a:gd name="connsiteX17" fmla="*/ 248332 w 274959"/>
                <a:gd name="connsiteY17" fmla="*/ 106257 h 245967"/>
                <a:gd name="connsiteX18" fmla="*/ 242968 w 274959"/>
                <a:gd name="connsiteY18" fmla="*/ 117366 h 245967"/>
                <a:gd name="connsiteX19" fmla="*/ 227068 w 274959"/>
                <a:gd name="connsiteY19" fmla="*/ 113311 h 245967"/>
                <a:gd name="connsiteX20" fmla="*/ 199919 w 274959"/>
                <a:gd name="connsiteY20" fmla="*/ 122717 h 245967"/>
                <a:gd name="connsiteX21" fmla="*/ 183993 w 274959"/>
                <a:gd name="connsiteY21" fmla="*/ 122717 h 245967"/>
                <a:gd name="connsiteX22" fmla="*/ 157378 w 274959"/>
                <a:gd name="connsiteY22" fmla="*/ 120111 h 245967"/>
                <a:gd name="connsiteX23" fmla="*/ 127102 w 274959"/>
                <a:gd name="connsiteY23" fmla="*/ 128335 h 245967"/>
                <a:gd name="connsiteX24" fmla="*/ 132453 w 274959"/>
                <a:gd name="connsiteY24" fmla="*/ 155522 h 245967"/>
                <a:gd name="connsiteX25" fmla="*/ 136889 w 274959"/>
                <a:gd name="connsiteY25" fmla="*/ 177498 h 245967"/>
                <a:gd name="connsiteX26" fmla="*/ 136749 w 274959"/>
                <a:gd name="connsiteY26" fmla="*/ 183764 h 245967"/>
                <a:gd name="connsiteX27" fmla="*/ 121484 w 274959"/>
                <a:gd name="connsiteY27" fmla="*/ 182074 h 245967"/>
                <a:gd name="connsiteX28" fmla="*/ 102686 w 274959"/>
                <a:gd name="connsiteY28" fmla="*/ 211993 h 245967"/>
                <a:gd name="connsiteX29" fmla="*/ 81282 w 274959"/>
                <a:gd name="connsiteY29" fmla="*/ 245968 h 245967"/>
                <a:gd name="connsiteX30" fmla="*/ 71368 w 274959"/>
                <a:gd name="connsiteY30" fmla="*/ 242447 h 245967"/>
                <a:gd name="connsiteX31" fmla="*/ 58848 w 274959"/>
                <a:gd name="connsiteY31" fmla="*/ 211612 h 245967"/>
                <a:gd name="connsiteX32" fmla="*/ 65750 w 274959"/>
                <a:gd name="connsiteY32" fmla="*/ 178807 h 245967"/>
                <a:gd name="connsiteX33" fmla="*/ 48146 w 274959"/>
                <a:gd name="connsiteY33" fmla="*/ 176710 h 245967"/>
                <a:gd name="connsiteX34" fmla="*/ 2593 w 274959"/>
                <a:gd name="connsiteY34" fmla="*/ 171600 h 245967"/>
                <a:gd name="connsiteX35" fmla="*/ 12647 w 274959"/>
                <a:gd name="connsiteY35" fmla="*/ 149396 h 245967"/>
                <a:gd name="connsiteX36" fmla="*/ 20082 w 274959"/>
                <a:gd name="connsiteY36" fmla="*/ 132923 h 245967"/>
                <a:gd name="connsiteX37" fmla="*/ 0 w 274959"/>
                <a:gd name="connsiteY37" fmla="*/ 111875 h 245967"/>
                <a:gd name="connsiteX38" fmla="*/ 9774 w 274959"/>
                <a:gd name="connsiteY38" fmla="*/ 95403 h 245967"/>
                <a:gd name="connsiteX39" fmla="*/ 5071 w 274959"/>
                <a:gd name="connsiteY39" fmla="*/ 84294 h 245967"/>
                <a:gd name="connsiteX40" fmla="*/ 23870 w 274959"/>
                <a:gd name="connsiteY40" fmla="*/ 72003 h 245967"/>
                <a:gd name="connsiteX41" fmla="*/ 61060 w 274959"/>
                <a:gd name="connsiteY41" fmla="*/ 78155 h 245967"/>
                <a:gd name="connsiteX42" fmla="*/ 64847 w 274959"/>
                <a:gd name="connsiteY42" fmla="*/ 58810 h 245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74959" h="245967">
                  <a:moveTo>
                    <a:pt x="64847" y="58810"/>
                  </a:moveTo>
                  <a:lnTo>
                    <a:pt x="69550" y="35538"/>
                  </a:lnTo>
                  <a:lnTo>
                    <a:pt x="93687" y="41156"/>
                  </a:lnTo>
                  <a:lnTo>
                    <a:pt x="100589" y="50955"/>
                  </a:lnTo>
                  <a:lnTo>
                    <a:pt x="101389" y="71228"/>
                  </a:lnTo>
                  <a:lnTo>
                    <a:pt x="125526" y="73058"/>
                  </a:lnTo>
                  <a:lnTo>
                    <a:pt x="141198" y="66525"/>
                  </a:lnTo>
                  <a:lnTo>
                    <a:pt x="165080" y="41156"/>
                  </a:lnTo>
                  <a:lnTo>
                    <a:pt x="182951" y="14235"/>
                  </a:lnTo>
                  <a:lnTo>
                    <a:pt x="222759" y="27314"/>
                  </a:lnTo>
                  <a:lnTo>
                    <a:pt x="252247" y="0"/>
                  </a:lnTo>
                  <a:lnTo>
                    <a:pt x="271553" y="16854"/>
                  </a:lnTo>
                  <a:lnTo>
                    <a:pt x="238939" y="48362"/>
                  </a:lnTo>
                  <a:lnTo>
                    <a:pt x="255246" y="61683"/>
                  </a:lnTo>
                  <a:lnTo>
                    <a:pt x="274960" y="87306"/>
                  </a:lnTo>
                  <a:lnTo>
                    <a:pt x="268948" y="111494"/>
                  </a:lnTo>
                  <a:lnTo>
                    <a:pt x="255386" y="104414"/>
                  </a:lnTo>
                  <a:lnTo>
                    <a:pt x="248332" y="106257"/>
                  </a:lnTo>
                  <a:lnTo>
                    <a:pt x="242968" y="117366"/>
                  </a:lnTo>
                  <a:lnTo>
                    <a:pt x="227068" y="113311"/>
                  </a:lnTo>
                  <a:lnTo>
                    <a:pt x="199919" y="122717"/>
                  </a:lnTo>
                  <a:lnTo>
                    <a:pt x="183993" y="122717"/>
                  </a:lnTo>
                  <a:lnTo>
                    <a:pt x="157378" y="120111"/>
                  </a:lnTo>
                  <a:lnTo>
                    <a:pt x="127102" y="128335"/>
                  </a:lnTo>
                  <a:lnTo>
                    <a:pt x="132453" y="155522"/>
                  </a:lnTo>
                  <a:lnTo>
                    <a:pt x="136889" y="177498"/>
                  </a:lnTo>
                  <a:lnTo>
                    <a:pt x="136749" y="183764"/>
                  </a:lnTo>
                  <a:lnTo>
                    <a:pt x="121484" y="182074"/>
                  </a:lnTo>
                  <a:lnTo>
                    <a:pt x="102686" y="211993"/>
                  </a:lnTo>
                  <a:lnTo>
                    <a:pt x="81282" y="245968"/>
                  </a:lnTo>
                  <a:lnTo>
                    <a:pt x="71368" y="242447"/>
                  </a:lnTo>
                  <a:lnTo>
                    <a:pt x="58848" y="211612"/>
                  </a:lnTo>
                  <a:lnTo>
                    <a:pt x="65750" y="178807"/>
                  </a:lnTo>
                  <a:lnTo>
                    <a:pt x="48146" y="176710"/>
                  </a:lnTo>
                  <a:lnTo>
                    <a:pt x="2593" y="171600"/>
                  </a:lnTo>
                  <a:lnTo>
                    <a:pt x="12647" y="149396"/>
                  </a:lnTo>
                  <a:lnTo>
                    <a:pt x="20082" y="132923"/>
                  </a:lnTo>
                  <a:lnTo>
                    <a:pt x="0" y="111875"/>
                  </a:lnTo>
                  <a:lnTo>
                    <a:pt x="9774" y="95403"/>
                  </a:lnTo>
                  <a:lnTo>
                    <a:pt x="5071" y="84294"/>
                  </a:lnTo>
                  <a:lnTo>
                    <a:pt x="23870" y="72003"/>
                  </a:lnTo>
                  <a:lnTo>
                    <a:pt x="61060" y="78155"/>
                  </a:lnTo>
                  <a:lnTo>
                    <a:pt x="64847" y="58810"/>
                  </a:lnTo>
                  <a:close/>
                </a:path>
              </a:pathLst>
            </a:custGeom>
            <a:noFill/>
            <a:ln w="3810" cap="flat">
              <a:solidFill>
                <a:srgbClr val="E6E4E2"/>
              </a:solidFill>
              <a:prstDash val="solid"/>
              <a:miter/>
            </a:ln>
          </p:spPr>
          <p:txBody>
            <a:bodyPr rtlCol="0" anchor="ctr"/>
            <a:lstStyle/>
            <a:p>
              <a:endParaRPr lang="de-CH"/>
            </a:p>
          </p:txBody>
        </p:sp>
        <p:sp>
          <p:nvSpPr>
            <p:cNvPr id="106" name="Freihandform: Form 105">
              <a:extLst>
                <a:ext uri="{FF2B5EF4-FFF2-40B4-BE49-F238E27FC236}">
                  <a16:creationId xmlns:a16="http://schemas.microsoft.com/office/drawing/2014/main" id="{5751382C-B947-6FE5-B393-F359BCF66EDA}"/>
                </a:ext>
              </a:extLst>
            </p:cNvPr>
            <p:cNvSpPr/>
            <p:nvPr/>
          </p:nvSpPr>
          <p:spPr>
            <a:xfrm>
              <a:off x="4301505" y="1228813"/>
              <a:ext cx="1284391" cy="672738"/>
            </a:xfrm>
            <a:custGeom>
              <a:avLst/>
              <a:gdLst>
                <a:gd name="connsiteX0" fmla="*/ 567803 w 1284391"/>
                <a:gd name="connsiteY0" fmla="*/ 227042 h 672738"/>
                <a:gd name="connsiteX1" fmla="*/ 565718 w 1284391"/>
                <a:gd name="connsiteY1" fmla="*/ 264016 h 672738"/>
                <a:gd name="connsiteX2" fmla="*/ 556198 w 1284391"/>
                <a:gd name="connsiteY2" fmla="*/ 278137 h 672738"/>
                <a:gd name="connsiteX3" fmla="*/ 605654 w 1284391"/>
                <a:gd name="connsiteY3" fmla="*/ 302452 h 672738"/>
                <a:gd name="connsiteX4" fmla="*/ 585432 w 1284391"/>
                <a:gd name="connsiteY4" fmla="*/ 375510 h 672738"/>
                <a:gd name="connsiteX5" fmla="*/ 585038 w 1284391"/>
                <a:gd name="connsiteY5" fmla="*/ 392377 h 672738"/>
                <a:gd name="connsiteX6" fmla="*/ 563367 w 1284391"/>
                <a:gd name="connsiteY6" fmla="*/ 390546 h 672738"/>
                <a:gd name="connsiteX7" fmla="*/ 552932 w 1284391"/>
                <a:gd name="connsiteY7" fmla="*/ 405710 h 672738"/>
                <a:gd name="connsiteX8" fmla="*/ 526978 w 1284391"/>
                <a:gd name="connsiteY8" fmla="*/ 401655 h 672738"/>
                <a:gd name="connsiteX9" fmla="*/ 489775 w 1284391"/>
                <a:gd name="connsiteY9" fmla="*/ 377989 h 672738"/>
                <a:gd name="connsiteX10" fmla="*/ 489127 w 1284391"/>
                <a:gd name="connsiteY10" fmla="*/ 423860 h 672738"/>
                <a:gd name="connsiteX11" fmla="*/ 514051 w 1284391"/>
                <a:gd name="connsiteY11" fmla="*/ 446103 h 672738"/>
                <a:gd name="connsiteX12" fmla="*/ 404299 w 1284391"/>
                <a:gd name="connsiteY12" fmla="*/ 454580 h 672738"/>
                <a:gd name="connsiteX13" fmla="*/ 409650 w 1284391"/>
                <a:gd name="connsiteY13" fmla="*/ 487258 h 672738"/>
                <a:gd name="connsiteX14" fmla="*/ 386022 w 1284391"/>
                <a:gd name="connsiteY14" fmla="*/ 524245 h 672738"/>
                <a:gd name="connsiteX15" fmla="*/ 335778 w 1284391"/>
                <a:gd name="connsiteY15" fmla="*/ 534197 h 672738"/>
                <a:gd name="connsiteX16" fmla="*/ 332651 w 1284391"/>
                <a:gd name="connsiteY16" fmla="*/ 533155 h 672738"/>
                <a:gd name="connsiteX17" fmla="*/ 308248 w 1284391"/>
                <a:gd name="connsiteY17" fmla="*/ 519936 h 672738"/>
                <a:gd name="connsiteX18" fmla="*/ 305897 w 1284391"/>
                <a:gd name="connsiteY18" fmla="*/ 486089 h 672738"/>
                <a:gd name="connsiteX19" fmla="*/ 297012 w 1284391"/>
                <a:gd name="connsiteY19" fmla="*/ 489216 h 672738"/>
                <a:gd name="connsiteX20" fmla="*/ 286323 w 1284391"/>
                <a:gd name="connsiteY20" fmla="*/ 485695 h 672738"/>
                <a:gd name="connsiteX21" fmla="*/ 280451 w 1284391"/>
                <a:gd name="connsiteY21" fmla="*/ 482823 h 672738"/>
                <a:gd name="connsiteX22" fmla="*/ 270282 w 1284391"/>
                <a:gd name="connsiteY22" fmla="*/ 487258 h 672738"/>
                <a:gd name="connsiteX23" fmla="*/ 258653 w 1284391"/>
                <a:gd name="connsiteY23" fmla="*/ 479823 h 672738"/>
                <a:gd name="connsiteX24" fmla="*/ 249781 w 1284391"/>
                <a:gd name="connsiteY24" fmla="*/ 480992 h 672738"/>
                <a:gd name="connsiteX25" fmla="*/ 250289 w 1284391"/>
                <a:gd name="connsiteY25" fmla="*/ 488046 h 672738"/>
                <a:gd name="connsiteX26" fmla="*/ 242727 w 1284391"/>
                <a:gd name="connsiteY26" fmla="*/ 487525 h 672738"/>
                <a:gd name="connsiteX27" fmla="*/ 236079 w 1284391"/>
                <a:gd name="connsiteY27" fmla="*/ 483865 h 672738"/>
                <a:gd name="connsiteX28" fmla="*/ 224462 w 1284391"/>
                <a:gd name="connsiteY28" fmla="*/ 547263 h 672738"/>
                <a:gd name="connsiteX29" fmla="*/ 172655 w 1284391"/>
                <a:gd name="connsiteY29" fmla="*/ 548166 h 672738"/>
                <a:gd name="connsiteX30" fmla="*/ 176570 w 1284391"/>
                <a:gd name="connsiteY30" fmla="*/ 521640 h 672738"/>
                <a:gd name="connsiteX31" fmla="*/ 175922 w 1284391"/>
                <a:gd name="connsiteY31" fmla="*/ 506336 h 672738"/>
                <a:gd name="connsiteX32" fmla="*/ 103753 w 1284391"/>
                <a:gd name="connsiteY32" fmla="*/ 462308 h 672738"/>
                <a:gd name="connsiteX33" fmla="*/ 100360 w 1284391"/>
                <a:gd name="connsiteY33" fmla="*/ 448047 h 672738"/>
                <a:gd name="connsiteX34" fmla="*/ 74533 w 1284391"/>
                <a:gd name="connsiteY34" fmla="*/ 446357 h 672738"/>
                <a:gd name="connsiteX35" fmla="*/ 62509 w 1284391"/>
                <a:gd name="connsiteY35" fmla="*/ 445556 h 672738"/>
                <a:gd name="connsiteX36" fmla="*/ 67211 w 1284391"/>
                <a:gd name="connsiteY36" fmla="*/ 429096 h 672738"/>
                <a:gd name="connsiteX37" fmla="*/ 0 w 1284391"/>
                <a:gd name="connsiteY37" fmla="*/ 394448 h 672738"/>
                <a:gd name="connsiteX38" fmla="*/ 3267 w 1284391"/>
                <a:gd name="connsiteY38" fmla="*/ 367541 h 672738"/>
                <a:gd name="connsiteX39" fmla="*/ 23628 w 1284391"/>
                <a:gd name="connsiteY39" fmla="*/ 368723 h 672738"/>
                <a:gd name="connsiteX40" fmla="*/ 41906 w 1284391"/>
                <a:gd name="connsiteY40" fmla="*/ 383480 h 672738"/>
                <a:gd name="connsiteX41" fmla="*/ 111049 w 1284391"/>
                <a:gd name="connsiteY41" fmla="*/ 394588 h 672738"/>
                <a:gd name="connsiteX42" fmla="*/ 109880 w 1284391"/>
                <a:gd name="connsiteY42" fmla="*/ 440472 h 672738"/>
                <a:gd name="connsiteX43" fmla="*/ 244557 w 1284391"/>
                <a:gd name="connsiteY43" fmla="*/ 447005 h 672738"/>
                <a:gd name="connsiteX44" fmla="*/ 261398 w 1284391"/>
                <a:gd name="connsiteY44" fmla="*/ 406892 h 672738"/>
                <a:gd name="connsiteX45" fmla="*/ 225505 w 1284391"/>
                <a:gd name="connsiteY45" fmla="*/ 351844 h 672738"/>
                <a:gd name="connsiteX46" fmla="*/ 191314 w 1284391"/>
                <a:gd name="connsiteY46" fmla="*/ 353293 h 672738"/>
                <a:gd name="connsiteX47" fmla="*/ 209973 w 1284391"/>
                <a:gd name="connsiteY47" fmla="*/ 312252 h 672738"/>
                <a:gd name="connsiteX48" fmla="*/ 241545 w 1284391"/>
                <a:gd name="connsiteY48" fmla="*/ 305464 h 672738"/>
                <a:gd name="connsiteX49" fmla="*/ 259568 w 1284391"/>
                <a:gd name="connsiteY49" fmla="*/ 343353 h 672738"/>
                <a:gd name="connsiteX50" fmla="*/ 275494 w 1284391"/>
                <a:gd name="connsiteY50" fmla="*/ 336820 h 672738"/>
                <a:gd name="connsiteX51" fmla="*/ 319598 w 1284391"/>
                <a:gd name="connsiteY51" fmla="*/ 319712 h 672738"/>
                <a:gd name="connsiteX52" fmla="*/ 341002 w 1284391"/>
                <a:gd name="connsiteY52" fmla="*/ 313421 h 672738"/>
                <a:gd name="connsiteX53" fmla="*/ 412916 w 1284391"/>
                <a:gd name="connsiteY53" fmla="*/ 307689 h 672738"/>
                <a:gd name="connsiteX54" fmla="*/ 409777 w 1284391"/>
                <a:gd name="connsiteY54" fmla="*/ 257750 h 672738"/>
                <a:gd name="connsiteX55" fmla="*/ 424915 w 1284391"/>
                <a:gd name="connsiteY55" fmla="*/ 236702 h 672738"/>
                <a:gd name="connsiteX56" fmla="*/ 415128 w 1284391"/>
                <a:gd name="connsiteY56" fmla="*/ 199715 h 672738"/>
                <a:gd name="connsiteX57" fmla="*/ 389809 w 1284391"/>
                <a:gd name="connsiteY57" fmla="*/ 201292 h 672738"/>
                <a:gd name="connsiteX58" fmla="*/ 371926 w 1284391"/>
                <a:gd name="connsiteY58" fmla="*/ 184565 h 672738"/>
                <a:gd name="connsiteX59" fmla="*/ 362533 w 1284391"/>
                <a:gd name="connsiteY59" fmla="*/ 164686 h 672738"/>
                <a:gd name="connsiteX60" fmla="*/ 344790 w 1284391"/>
                <a:gd name="connsiteY60" fmla="*/ 151099 h 672738"/>
                <a:gd name="connsiteX61" fmla="*/ 338384 w 1284391"/>
                <a:gd name="connsiteY61" fmla="*/ 135148 h 672738"/>
                <a:gd name="connsiteX62" fmla="*/ 351056 w 1284391"/>
                <a:gd name="connsiteY62" fmla="*/ 125869 h 672738"/>
                <a:gd name="connsiteX63" fmla="*/ 365024 w 1284391"/>
                <a:gd name="connsiteY63" fmla="*/ 145087 h 672738"/>
                <a:gd name="connsiteX64" fmla="*/ 381459 w 1284391"/>
                <a:gd name="connsiteY64" fmla="*/ 138033 h 672738"/>
                <a:gd name="connsiteX65" fmla="*/ 398554 w 1284391"/>
                <a:gd name="connsiteY65" fmla="*/ 146523 h 672738"/>
                <a:gd name="connsiteX66" fmla="*/ 401541 w 1284391"/>
                <a:gd name="connsiteY66" fmla="*/ 128602 h 672738"/>
                <a:gd name="connsiteX67" fmla="*/ 413171 w 1284391"/>
                <a:gd name="connsiteY67" fmla="*/ 111634 h 672738"/>
                <a:gd name="connsiteX68" fmla="*/ 382628 w 1284391"/>
                <a:gd name="connsiteY68" fmla="*/ 93839 h 672738"/>
                <a:gd name="connsiteX69" fmla="*/ 369575 w 1284391"/>
                <a:gd name="connsiteY69" fmla="*/ 103779 h 672738"/>
                <a:gd name="connsiteX70" fmla="*/ 353140 w 1284391"/>
                <a:gd name="connsiteY70" fmla="*/ 103131 h 672738"/>
                <a:gd name="connsiteX71" fmla="*/ 344650 w 1284391"/>
                <a:gd name="connsiteY71" fmla="*/ 76986 h 672738"/>
                <a:gd name="connsiteX72" fmla="*/ 359127 w 1284391"/>
                <a:gd name="connsiteY72" fmla="*/ 63005 h 672738"/>
                <a:gd name="connsiteX73" fmla="*/ 386810 w 1284391"/>
                <a:gd name="connsiteY73" fmla="*/ 50447 h 672738"/>
                <a:gd name="connsiteX74" fmla="*/ 408608 w 1284391"/>
                <a:gd name="connsiteY74" fmla="*/ 30327 h 672738"/>
                <a:gd name="connsiteX75" fmla="*/ 460808 w 1284391"/>
                <a:gd name="connsiteY75" fmla="*/ 0 h 672738"/>
                <a:gd name="connsiteX76" fmla="*/ 480891 w 1284391"/>
                <a:gd name="connsiteY76" fmla="*/ 21048 h 672738"/>
                <a:gd name="connsiteX77" fmla="*/ 473455 w 1284391"/>
                <a:gd name="connsiteY77" fmla="*/ 37521 h 672738"/>
                <a:gd name="connsiteX78" fmla="*/ 463401 w 1284391"/>
                <a:gd name="connsiteY78" fmla="*/ 59738 h 672738"/>
                <a:gd name="connsiteX79" fmla="*/ 508955 w 1284391"/>
                <a:gd name="connsiteY79" fmla="*/ 64835 h 672738"/>
                <a:gd name="connsiteX80" fmla="*/ 526558 w 1284391"/>
                <a:gd name="connsiteY80" fmla="*/ 66932 h 672738"/>
                <a:gd name="connsiteX81" fmla="*/ 519657 w 1284391"/>
                <a:gd name="connsiteY81" fmla="*/ 99737 h 672738"/>
                <a:gd name="connsiteX82" fmla="*/ 532189 w 1284391"/>
                <a:gd name="connsiteY82" fmla="*/ 130572 h 672738"/>
                <a:gd name="connsiteX83" fmla="*/ 542103 w 1284391"/>
                <a:gd name="connsiteY83" fmla="*/ 134093 h 672738"/>
                <a:gd name="connsiteX84" fmla="*/ 563494 w 1284391"/>
                <a:gd name="connsiteY84" fmla="*/ 100118 h 672738"/>
                <a:gd name="connsiteX85" fmla="*/ 582293 w 1284391"/>
                <a:gd name="connsiteY85" fmla="*/ 70198 h 672738"/>
                <a:gd name="connsiteX86" fmla="*/ 597557 w 1284391"/>
                <a:gd name="connsiteY86" fmla="*/ 71889 h 672738"/>
                <a:gd name="connsiteX87" fmla="*/ 597697 w 1284391"/>
                <a:gd name="connsiteY87" fmla="*/ 65623 h 672738"/>
                <a:gd name="connsiteX88" fmla="*/ 593262 w 1284391"/>
                <a:gd name="connsiteY88" fmla="*/ 43647 h 672738"/>
                <a:gd name="connsiteX89" fmla="*/ 587910 w 1284391"/>
                <a:gd name="connsiteY89" fmla="*/ 16460 h 672738"/>
                <a:gd name="connsiteX90" fmla="*/ 618186 w 1284391"/>
                <a:gd name="connsiteY90" fmla="*/ 8236 h 672738"/>
                <a:gd name="connsiteX91" fmla="*/ 643759 w 1284391"/>
                <a:gd name="connsiteY91" fmla="*/ 35817 h 672738"/>
                <a:gd name="connsiteX92" fmla="*/ 704704 w 1284391"/>
                <a:gd name="connsiteY92" fmla="*/ 91107 h 672738"/>
                <a:gd name="connsiteX93" fmla="*/ 725842 w 1284391"/>
                <a:gd name="connsiteY93" fmla="*/ 93979 h 672738"/>
                <a:gd name="connsiteX94" fmla="*/ 747118 w 1284391"/>
                <a:gd name="connsiteY94" fmla="*/ 86391 h 672738"/>
                <a:gd name="connsiteX95" fmla="*/ 781576 w 1284391"/>
                <a:gd name="connsiteY95" fmla="*/ 72931 h 672738"/>
                <a:gd name="connsiteX96" fmla="*/ 822553 w 1284391"/>
                <a:gd name="connsiteY96" fmla="*/ 97894 h 672738"/>
                <a:gd name="connsiteX97" fmla="*/ 853083 w 1284391"/>
                <a:gd name="connsiteY97" fmla="*/ 116324 h 672738"/>
                <a:gd name="connsiteX98" fmla="*/ 933869 w 1284391"/>
                <a:gd name="connsiteY98" fmla="*/ 135936 h 672738"/>
                <a:gd name="connsiteX99" fmla="*/ 939729 w 1284391"/>
                <a:gd name="connsiteY99" fmla="*/ 180243 h 672738"/>
                <a:gd name="connsiteX100" fmla="*/ 934378 w 1284391"/>
                <a:gd name="connsiteY100" fmla="*/ 192127 h 672738"/>
                <a:gd name="connsiteX101" fmla="*/ 937009 w 1284391"/>
                <a:gd name="connsiteY101" fmla="*/ 202461 h 672738"/>
                <a:gd name="connsiteX102" fmla="*/ 953570 w 1284391"/>
                <a:gd name="connsiteY102" fmla="*/ 193831 h 672738"/>
                <a:gd name="connsiteX103" fmla="*/ 971314 w 1284391"/>
                <a:gd name="connsiteY103" fmla="*/ 198813 h 672738"/>
                <a:gd name="connsiteX104" fmla="*/ 1020655 w 1284391"/>
                <a:gd name="connsiteY104" fmla="*/ 145989 h 672738"/>
                <a:gd name="connsiteX105" fmla="*/ 1023133 w 1284391"/>
                <a:gd name="connsiteY105" fmla="*/ 89264 h 672738"/>
                <a:gd name="connsiteX106" fmla="*/ 1061493 w 1284391"/>
                <a:gd name="connsiteY106" fmla="*/ 84701 h 672738"/>
                <a:gd name="connsiteX107" fmla="*/ 1083952 w 1284391"/>
                <a:gd name="connsiteY107" fmla="*/ 119476 h 672738"/>
                <a:gd name="connsiteX108" fmla="*/ 1110554 w 1284391"/>
                <a:gd name="connsiteY108" fmla="*/ 121942 h 672738"/>
                <a:gd name="connsiteX109" fmla="*/ 1108749 w 1284391"/>
                <a:gd name="connsiteY109" fmla="*/ 150311 h 672738"/>
                <a:gd name="connsiteX110" fmla="*/ 1146054 w 1284391"/>
                <a:gd name="connsiteY110" fmla="*/ 172401 h 672738"/>
                <a:gd name="connsiteX111" fmla="*/ 1148659 w 1284391"/>
                <a:gd name="connsiteY111" fmla="*/ 182722 h 672738"/>
                <a:gd name="connsiteX112" fmla="*/ 1167597 w 1284391"/>
                <a:gd name="connsiteY112" fmla="*/ 212654 h 672738"/>
                <a:gd name="connsiteX113" fmla="*/ 1167979 w 1284391"/>
                <a:gd name="connsiteY113" fmla="*/ 234338 h 672738"/>
                <a:gd name="connsiteX114" fmla="*/ 1250837 w 1284391"/>
                <a:gd name="connsiteY114" fmla="*/ 232126 h 672738"/>
                <a:gd name="connsiteX115" fmla="*/ 1239753 w 1284391"/>
                <a:gd name="connsiteY115" fmla="*/ 301931 h 672738"/>
                <a:gd name="connsiteX116" fmla="*/ 1261297 w 1284391"/>
                <a:gd name="connsiteY116" fmla="*/ 295258 h 672738"/>
                <a:gd name="connsiteX117" fmla="*/ 1273550 w 1284391"/>
                <a:gd name="connsiteY117" fmla="*/ 322051 h 672738"/>
                <a:gd name="connsiteX118" fmla="*/ 1253468 w 1284391"/>
                <a:gd name="connsiteY118" fmla="*/ 358123 h 672738"/>
                <a:gd name="connsiteX119" fmla="*/ 1284391 w 1284391"/>
                <a:gd name="connsiteY119" fmla="*/ 421636 h 672738"/>
                <a:gd name="connsiteX120" fmla="*/ 1274083 w 1284391"/>
                <a:gd name="connsiteY120" fmla="*/ 430545 h 672738"/>
                <a:gd name="connsiteX121" fmla="*/ 1241584 w 1284391"/>
                <a:gd name="connsiteY121" fmla="*/ 445048 h 672738"/>
                <a:gd name="connsiteX122" fmla="*/ 1233894 w 1284391"/>
                <a:gd name="connsiteY122" fmla="*/ 463211 h 672738"/>
                <a:gd name="connsiteX123" fmla="*/ 1179469 w 1284391"/>
                <a:gd name="connsiteY123" fmla="*/ 492101 h 672738"/>
                <a:gd name="connsiteX124" fmla="*/ 1136407 w 1284391"/>
                <a:gd name="connsiteY124" fmla="*/ 466083 h 672738"/>
                <a:gd name="connsiteX125" fmla="*/ 1118663 w 1284391"/>
                <a:gd name="connsiteY125" fmla="*/ 482823 h 672738"/>
                <a:gd name="connsiteX126" fmla="*/ 1097501 w 1284391"/>
                <a:gd name="connsiteY126" fmla="*/ 501379 h 672738"/>
                <a:gd name="connsiteX127" fmla="*/ 1117342 w 1284391"/>
                <a:gd name="connsiteY127" fmla="*/ 536803 h 672738"/>
                <a:gd name="connsiteX128" fmla="*/ 1038004 w 1284391"/>
                <a:gd name="connsiteY128" fmla="*/ 565286 h 672738"/>
                <a:gd name="connsiteX129" fmla="*/ 1026133 w 1284391"/>
                <a:gd name="connsiteY129" fmla="*/ 585292 h 672738"/>
                <a:gd name="connsiteX130" fmla="*/ 970805 w 1284391"/>
                <a:gd name="connsiteY130" fmla="*/ 600722 h 672738"/>
                <a:gd name="connsiteX131" fmla="*/ 945207 w 1284391"/>
                <a:gd name="connsiteY131" fmla="*/ 668671 h 672738"/>
                <a:gd name="connsiteX132" fmla="*/ 933743 w 1284391"/>
                <a:gd name="connsiteY132" fmla="*/ 672738 h 672738"/>
                <a:gd name="connsiteX133" fmla="*/ 860125 w 1284391"/>
                <a:gd name="connsiteY133" fmla="*/ 654957 h 672738"/>
                <a:gd name="connsiteX134" fmla="*/ 814330 w 1284391"/>
                <a:gd name="connsiteY134" fmla="*/ 587898 h 672738"/>
                <a:gd name="connsiteX135" fmla="*/ 756397 w 1284391"/>
                <a:gd name="connsiteY135" fmla="*/ 571947 h 672738"/>
                <a:gd name="connsiteX136" fmla="*/ 730544 w 1284391"/>
                <a:gd name="connsiteY136" fmla="*/ 575213 h 672738"/>
                <a:gd name="connsiteX137" fmla="*/ 642844 w 1284391"/>
                <a:gd name="connsiteY137" fmla="*/ 587377 h 672738"/>
                <a:gd name="connsiteX138" fmla="*/ 636438 w 1284391"/>
                <a:gd name="connsiteY138" fmla="*/ 554444 h 672738"/>
                <a:gd name="connsiteX139" fmla="*/ 637760 w 1284391"/>
                <a:gd name="connsiteY139" fmla="*/ 547772 h 672738"/>
                <a:gd name="connsiteX140" fmla="*/ 619368 w 1284391"/>
                <a:gd name="connsiteY140" fmla="*/ 459804 h 672738"/>
                <a:gd name="connsiteX141" fmla="*/ 680568 w 1284391"/>
                <a:gd name="connsiteY141" fmla="*/ 459944 h 672738"/>
                <a:gd name="connsiteX142" fmla="*/ 702353 w 1284391"/>
                <a:gd name="connsiteY142" fmla="*/ 444654 h 672738"/>
                <a:gd name="connsiteX143" fmla="*/ 724151 w 1284391"/>
                <a:gd name="connsiteY143" fmla="*/ 404007 h 672738"/>
                <a:gd name="connsiteX144" fmla="*/ 718927 w 1284391"/>
                <a:gd name="connsiteY144" fmla="*/ 373413 h 672738"/>
                <a:gd name="connsiteX145" fmla="*/ 723109 w 1284391"/>
                <a:gd name="connsiteY145" fmla="*/ 348196 h 672738"/>
                <a:gd name="connsiteX146" fmla="*/ 736823 w 1284391"/>
                <a:gd name="connsiteY146" fmla="*/ 331863 h 672738"/>
                <a:gd name="connsiteX147" fmla="*/ 751948 w 1284391"/>
                <a:gd name="connsiteY147" fmla="*/ 323615 h 672738"/>
                <a:gd name="connsiteX148" fmla="*/ 774789 w 1284391"/>
                <a:gd name="connsiteY148" fmla="*/ 282332 h 672738"/>
                <a:gd name="connsiteX149" fmla="*/ 754160 w 1284391"/>
                <a:gd name="connsiteY149" fmla="*/ 249133 h 672738"/>
                <a:gd name="connsiteX150" fmla="*/ 693863 w 1284391"/>
                <a:gd name="connsiteY150" fmla="*/ 234885 h 672738"/>
                <a:gd name="connsiteX151" fmla="*/ 690609 w 1284391"/>
                <a:gd name="connsiteY151" fmla="*/ 232393 h 672738"/>
                <a:gd name="connsiteX152" fmla="*/ 685919 w 1284391"/>
                <a:gd name="connsiteY152" fmla="*/ 200898 h 672738"/>
                <a:gd name="connsiteX153" fmla="*/ 654995 w 1284391"/>
                <a:gd name="connsiteY153" fmla="*/ 207697 h 672738"/>
                <a:gd name="connsiteX154" fmla="*/ 665684 w 1284391"/>
                <a:gd name="connsiteY154" fmla="*/ 229267 h 672738"/>
                <a:gd name="connsiteX155" fmla="*/ 635536 w 1284391"/>
                <a:gd name="connsiteY155" fmla="*/ 243375 h 672738"/>
                <a:gd name="connsiteX156" fmla="*/ 567549 w 1284391"/>
                <a:gd name="connsiteY156" fmla="*/ 223242 h 672738"/>
                <a:gd name="connsiteX157" fmla="*/ 567803 w 1284391"/>
                <a:gd name="connsiteY157" fmla="*/ 227042 h 67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1284391" h="672738">
                  <a:moveTo>
                    <a:pt x="567803" y="227042"/>
                  </a:moveTo>
                  <a:lnTo>
                    <a:pt x="565718" y="264016"/>
                  </a:lnTo>
                  <a:lnTo>
                    <a:pt x="556198" y="278137"/>
                  </a:lnTo>
                  <a:lnTo>
                    <a:pt x="605654" y="302452"/>
                  </a:lnTo>
                  <a:lnTo>
                    <a:pt x="585432" y="375510"/>
                  </a:lnTo>
                  <a:lnTo>
                    <a:pt x="585038" y="392377"/>
                  </a:lnTo>
                  <a:lnTo>
                    <a:pt x="563367" y="390546"/>
                  </a:lnTo>
                  <a:lnTo>
                    <a:pt x="552932" y="405710"/>
                  </a:lnTo>
                  <a:lnTo>
                    <a:pt x="526978" y="401655"/>
                  </a:lnTo>
                  <a:lnTo>
                    <a:pt x="489775" y="377989"/>
                  </a:lnTo>
                  <a:lnTo>
                    <a:pt x="489127" y="423860"/>
                  </a:lnTo>
                  <a:lnTo>
                    <a:pt x="514051" y="446103"/>
                  </a:lnTo>
                  <a:lnTo>
                    <a:pt x="404299" y="454580"/>
                  </a:lnTo>
                  <a:lnTo>
                    <a:pt x="409650" y="487258"/>
                  </a:lnTo>
                  <a:lnTo>
                    <a:pt x="386022" y="524245"/>
                  </a:lnTo>
                  <a:lnTo>
                    <a:pt x="335778" y="534197"/>
                  </a:lnTo>
                  <a:lnTo>
                    <a:pt x="332651" y="533155"/>
                  </a:lnTo>
                  <a:lnTo>
                    <a:pt x="308248" y="519936"/>
                  </a:lnTo>
                  <a:lnTo>
                    <a:pt x="305897" y="486089"/>
                  </a:lnTo>
                  <a:lnTo>
                    <a:pt x="297012" y="489216"/>
                  </a:lnTo>
                  <a:lnTo>
                    <a:pt x="286323" y="485695"/>
                  </a:lnTo>
                  <a:lnTo>
                    <a:pt x="280451" y="482823"/>
                  </a:lnTo>
                  <a:lnTo>
                    <a:pt x="270282" y="487258"/>
                  </a:lnTo>
                  <a:lnTo>
                    <a:pt x="258653" y="479823"/>
                  </a:lnTo>
                  <a:lnTo>
                    <a:pt x="249781" y="480992"/>
                  </a:lnTo>
                  <a:lnTo>
                    <a:pt x="250289" y="488046"/>
                  </a:lnTo>
                  <a:lnTo>
                    <a:pt x="242727" y="487525"/>
                  </a:lnTo>
                  <a:lnTo>
                    <a:pt x="236079" y="483865"/>
                  </a:lnTo>
                  <a:lnTo>
                    <a:pt x="224462" y="547263"/>
                  </a:lnTo>
                  <a:lnTo>
                    <a:pt x="172655" y="548166"/>
                  </a:lnTo>
                  <a:lnTo>
                    <a:pt x="176570" y="521640"/>
                  </a:lnTo>
                  <a:lnTo>
                    <a:pt x="175922" y="506336"/>
                  </a:lnTo>
                  <a:lnTo>
                    <a:pt x="103753" y="462308"/>
                  </a:lnTo>
                  <a:lnTo>
                    <a:pt x="100360" y="448047"/>
                  </a:lnTo>
                  <a:lnTo>
                    <a:pt x="74533" y="446357"/>
                  </a:lnTo>
                  <a:lnTo>
                    <a:pt x="62509" y="445556"/>
                  </a:lnTo>
                  <a:lnTo>
                    <a:pt x="67211" y="429096"/>
                  </a:lnTo>
                  <a:lnTo>
                    <a:pt x="0" y="394448"/>
                  </a:lnTo>
                  <a:lnTo>
                    <a:pt x="3267" y="367541"/>
                  </a:lnTo>
                  <a:lnTo>
                    <a:pt x="23628" y="368723"/>
                  </a:lnTo>
                  <a:lnTo>
                    <a:pt x="41906" y="383480"/>
                  </a:lnTo>
                  <a:lnTo>
                    <a:pt x="111049" y="394588"/>
                  </a:lnTo>
                  <a:lnTo>
                    <a:pt x="109880" y="440472"/>
                  </a:lnTo>
                  <a:lnTo>
                    <a:pt x="244557" y="447005"/>
                  </a:lnTo>
                  <a:lnTo>
                    <a:pt x="261398" y="406892"/>
                  </a:lnTo>
                  <a:lnTo>
                    <a:pt x="225505" y="351844"/>
                  </a:lnTo>
                  <a:lnTo>
                    <a:pt x="191314" y="353293"/>
                  </a:lnTo>
                  <a:lnTo>
                    <a:pt x="209973" y="312252"/>
                  </a:lnTo>
                  <a:lnTo>
                    <a:pt x="241545" y="305464"/>
                  </a:lnTo>
                  <a:lnTo>
                    <a:pt x="259568" y="343353"/>
                  </a:lnTo>
                  <a:lnTo>
                    <a:pt x="275494" y="336820"/>
                  </a:lnTo>
                  <a:lnTo>
                    <a:pt x="319598" y="319712"/>
                  </a:lnTo>
                  <a:lnTo>
                    <a:pt x="341002" y="313421"/>
                  </a:lnTo>
                  <a:lnTo>
                    <a:pt x="412916" y="307689"/>
                  </a:lnTo>
                  <a:lnTo>
                    <a:pt x="409777" y="257750"/>
                  </a:lnTo>
                  <a:lnTo>
                    <a:pt x="424915" y="236702"/>
                  </a:lnTo>
                  <a:lnTo>
                    <a:pt x="415128" y="199715"/>
                  </a:lnTo>
                  <a:lnTo>
                    <a:pt x="389809" y="201292"/>
                  </a:lnTo>
                  <a:lnTo>
                    <a:pt x="371926" y="184565"/>
                  </a:lnTo>
                  <a:lnTo>
                    <a:pt x="362533" y="164686"/>
                  </a:lnTo>
                  <a:lnTo>
                    <a:pt x="344790" y="151099"/>
                  </a:lnTo>
                  <a:lnTo>
                    <a:pt x="338384" y="135148"/>
                  </a:lnTo>
                  <a:lnTo>
                    <a:pt x="351056" y="125869"/>
                  </a:lnTo>
                  <a:lnTo>
                    <a:pt x="365024" y="145087"/>
                  </a:lnTo>
                  <a:lnTo>
                    <a:pt x="381459" y="138033"/>
                  </a:lnTo>
                  <a:lnTo>
                    <a:pt x="398554" y="146523"/>
                  </a:lnTo>
                  <a:lnTo>
                    <a:pt x="401541" y="128602"/>
                  </a:lnTo>
                  <a:lnTo>
                    <a:pt x="413171" y="111634"/>
                  </a:lnTo>
                  <a:lnTo>
                    <a:pt x="382628" y="93839"/>
                  </a:lnTo>
                  <a:lnTo>
                    <a:pt x="369575" y="103779"/>
                  </a:lnTo>
                  <a:lnTo>
                    <a:pt x="353140" y="103131"/>
                  </a:lnTo>
                  <a:lnTo>
                    <a:pt x="344650" y="76986"/>
                  </a:lnTo>
                  <a:lnTo>
                    <a:pt x="359127" y="63005"/>
                  </a:lnTo>
                  <a:lnTo>
                    <a:pt x="386810" y="50447"/>
                  </a:lnTo>
                  <a:lnTo>
                    <a:pt x="408608" y="30327"/>
                  </a:lnTo>
                  <a:lnTo>
                    <a:pt x="460808" y="0"/>
                  </a:lnTo>
                  <a:lnTo>
                    <a:pt x="480891" y="21048"/>
                  </a:lnTo>
                  <a:lnTo>
                    <a:pt x="473455" y="37521"/>
                  </a:lnTo>
                  <a:lnTo>
                    <a:pt x="463401" y="59738"/>
                  </a:lnTo>
                  <a:lnTo>
                    <a:pt x="508955" y="64835"/>
                  </a:lnTo>
                  <a:lnTo>
                    <a:pt x="526558" y="66932"/>
                  </a:lnTo>
                  <a:lnTo>
                    <a:pt x="519657" y="99737"/>
                  </a:lnTo>
                  <a:lnTo>
                    <a:pt x="532189" y="130572"/>
                  </a:lnTo>
                  <a:lnTo>
                    <a:pt x="542103" y="134093"/>
                  </a:lnTo>
                  <a:lnTo>
                    <a:pt x="563494" y="100118"/>
                  </a:lnTo>
                  <a:lnTo>
                    <a:pt x="582293" y="70198"/>
                  </a:lnTo>
                  <a:lnTo>
                    <a:pt x="597557" y="71889"/>
                  </a:lnTo>
                  <a:lnTo>
                    <a:pt x="597697" y="65623"/>
                  </a:lnTo>
                  <a:lnTo>
                    <a:pt x="593262" y="43647"/>
                  </a:lnTo>
                  <a:lnTo>
                    <a:pt x="587910" y="16460"/>
                  </a:lnTo>
                  <a:lnTo>
                    <a:pt x="618186" y="8236"/>
                  </a:lnTo>
                  <a:lnTo>
                    <a:pt x="643759" y="35817"/>
                  </a:lnTo>
                  <a:lnTo>
                    <a:pt x="704704" y="91107"/>
                  </a:lnTo>
                  <a:lnTo>
                    <a:pt x="725842" y="93979"/>
                  </a:lnTo>
                  <a:lnTo>
                    <a:pt x="747118" y="86391"/>
                  </a:lnTo>
                  <a:lnTo>
                    <a:pt x="781576" y="72931"/>
                  </a:lnTo>
                  <a:lnTo>
                    <a:pt x="822553" y="97894"/>
                  </a:lnTo>
                  <a:lnTo>
                    <a:pt x="853083" y="116324"/>
                  </a:lnTo>
                  <a:lnTo>
                    <a:pt x="933869" y="135936"/>
                  </a:lnTo>
                  <a:lnTo>
                    <a:pt x="939729" y="180243"/>
                  </a:lnTo>
                  <a:lnTo>
                    <a:pt x="934378" y="192127"/>
                  </a:lnTo>
                  <a:lnTo>
                    <a:pt x="937009" y="202461"/>
                  </a:lnTo>
                  <a:lnTo>
                    <a:pt x="953570" y="193831"/>
                  </a:lnTo>
                  <a:lnTo>
                    <a:pt x="971314" y="198813"/>
                  </a:lnTo>
                  <a:lnTo>
                    <a:pt x="1020655" y="145989"/>
                  </a:lnTo>
                  <a:lnTo>
                    <a:pt x="1023133" y="89264"/>
                  </a:lnTo>
                  <a:lnTo>
                    <a:pt x="1061493" y="84701"/>
                  </a:lnTo>
                  <a:lnTo>
                    <a:pt x="1083952" y="119476"/>
                  </a:lnTo>
                  <a:lnTo>
                    <a:pt x="1110554" y="121942"/>
                  </a:lnTo>
                  <a:lnTo>
                    <a:pt x="1108749" y="150311"/>
                  </a:lnTo>
                  <a:lnTo>
                    <a:pt x="1146054" y="172401"/>
                  </a:lnTo>
                  <a:lnTo>
                    <a:pt x="1148659" y="182722"/>
                  </a:lnTo>
                  <a:lnTo>
                    <a:pt x="1167597" y="212654"/>
                  </a:lnTo>
                  <a:lnTo>
                    <a:pt x="1167979" y="234338"/>
                  </a:lnTo>
                  <a:lnTo>
                    <a:pt x="1250837" y="232126"/>
                  </a:lnTo>
                  <a:lnTo>
                    <a:pt x="1239753" y="301931"/>
                  </a:lnTo>
                  <a:lnTo>
                    <a:pt x="1261297" y="295258"/>
                  </a:lnTo>
                  <a:lnTo>
                    <a:pt x="1273550" y="322051"/>
                  </a:lnTo>
                  <a:lnTo>
                    <a:pt x="1253468" y="358123"/>
                  </a:lnTo>
                  <a:lnTo>
                    <a:pt x="1284391" y="421636"/>
                  </a:lnTo>
                  <a:lnTo>
                    <a:pt x="1274083" y="430545"/>
                  </a:lnTo>
                  <a:lnTo>
                    <a:pt x="1241584" y="445048"/>
                  </a:lnTo>
                  <a:lnTo>
                    <a:pt x="1233894" y="463211"/>
                  </a:lnTo>
                  <a:lnTo>
                    <a:pt x="1179469" y="492101"/>
                  </a:lnTo>
                  <a:lnTo>
                    <a:pt x="1136407" y="466083"/>
                  </a:lnTo>
                  <a:lnTo>
                    <a:pt x="1118663" y="482823"/>
                  </a:lnTo>
                  <a:lnTo>
                    <a:pt x="1097501" y="501379"/>
                  </a:lnTo>
                  <a:lnTo>
                    <a:pt x="1117342" y="536803"/>
                  </a:lnTo>
                  <a:lnTo>
                    <a:pt x="1038004" y="565286"/>
                  </a:lnTo>
                  <a:lnTo>
                    <a:pt x="1026133" y="585292"/>
                  </a:lnTo>
                  <a:lnTo>
                    <a:pt x="970805" y="600722"/>
                  </a:lnTo>
                  <a:lnTo>
                    <a:pt x="945207" y="668671"/>
                  </a:lnTo>
                  <a:lnTo>
                    <a:pt x="933743" y="672738"/>
                  </a:lnTo>
                  <a:lnTo>
                    <a:pt x="860125" y="654957"/>
                  </a:lnTo>
                  <a:lnTo>
                    <a:pt x="814330" y="587898"/>
                  </a:lnTo>
                  <a:lnTo>
                    <a:pt x="756397" y="571947"/>
                  </a:lnTo>
                  <a:lnTo>
                    <a:pt x="730544" y="575213"/>
                  </a:lnTo>
                  <a:lnTo>
                    <a:pt x="642844" y="587377"/>
                  </a:lnTo>
                  <a:lnTo>
                    <a:pt x="636438" y="554444"/>
                  </a:lnTo>
                  <a:lnTo>
                    <a:pt x="637760" y="547772"/>
                  </a:lnTo>
                  <a:lnTo>
                    <a:pt x="619368" y="459804"/>
                  </a:lnTo>
                  <a:lnTo>
                    <a:pt x="680568" y="459944"/>
                  </a:lnTo>
                  <a:lnTo>
                    <a:pt x="702353" y="444654"/>
                  </a:lnTo>
                  <a:lnTo>
                    <a:pt x="724151" y="404007"/>
                  </a:lnTo>
                  <a:lnTo>
                    <a:pt x="718927" y="373413"/>
                  </a:lnTo>
                  <a:lnTo>
                    <a:pt x="723109" y="348196"/>
                  </a:lnTo>
                  <a:lnTo>
                    <a:pt x="736823" y="331863"/>
                  </a:lnTo>
                  <a:lnTo>
                    <a:pt x="751948" y="323615"/>
                  </a:lnTo>
                  <a:lnTo>
                    <a:pt x="774789" y="282332"/>
                  </a:lnTo>
                  <a:lnTo>
                    <a:pt x="754160" y="249133"/>
                  </a:lnTo>
                  <a:lnTo>
                    <a:pt x="693863" y="234885"/>
                  </a:lnTo>
                  <a:lnTo>
                    <a:pt x="690609" y="232393"/>
                  </a:lnTo>
                  <a:lnTo>
                    <a:pt x="685919" y="200898"/>
                  </a:lnTo>
                  <a:lnTo>
                    <a:pt x="654995" y="207697"/>
                  </a:lnTo>
                  <a:lnTo>
                    <a:pt x="665684" y="229267"/>
                  </a:lnTo>
                  <a:lnTo>
                    <a:pt x="635536" y="243375"/>
                  </a:lnTo>
                  <a:lnTo>
                    <a:pt x="567549" y="223242"/>
                  </a:lnTo>
                  <a:lnTo>
                    <a:pt x="567803" y="227042"/>
                  </a:lnTo>
                  <a:close/>
                </a:path>
              </a:pathLst>
            </a:custGeom>
            <a:solidFill>
              <a:srgbClr val="FFFFFF"/>
            </a:solidFill>
            <a:ln w="12700" cap="flat">
              <a:noFill/>
              <a:prstDash val="solid"/>
              <a:miter/>
            </a:ln>
          </p:spPr>
          <p:txBody>
            <a:bodyPr rtlCol="0" anchor="ctr"/>
            <a:lstStyle/>
            <a:p>
              <a:endParaRPr lang="de-CH"/>
            </a:p>
          </p:txBody>
        </p:sp>
        <p:sp>
          <p:nvSpPr>
            <p:cNvPr id="107" name="Freihandform: Form 106">
              <a:extLst>
                <a:ext uri="{FF2B5EF4-FFF2-40B4-BE49-F238E27FC236}">
                  <a16:creationId xmlns:a16="http://schemas.microsoft.com/office/drawing/2014/main" id="{EDE5B123-3411-E91E-4BA1-2B13A170B9F8}"/>
                </a:ext>
              </a:extLst>
            </p:cNvPr>
            <p:cNvSpPr/>
            <p:nvPr/>
          </p:nvSpPr>
          <p:spPr>
            <a:xfrm>
              <a:off x="4301505" y="1228813"/>
              <a:ext cx="1284391" cy="672738"/>
            </a:xfrm>
            <a:custGeom>
              <a:avLst/>
              <a:gdLst>
                <a:gd name="connsiteX0" fmla="*/ 567803 w 1284391"/>
                <a:gd name="connsiteY0" fmla="*/ 227042 h 672738"/>
                <a:gd name="connsiteX1" fmla="*/ 565718 w 1284391"/>
                <a:gd name="connsiteY1" fmla="*/ 264016 h 672738"/>
                <a:gd name="connsiteX2" fmla="*/ 556198 w 1284391"/>
                <a:gd name="connsiteY2" fmla="*/ 278137 h 672738"/>
                <a:gd name="connsiteX3" fmla="*/ 605654 w 1284391"/>
                <a:gd name="connsiteY3" fmla="*/ 302452 h 672738"/>
                <a:gd name="connsiteX4" fmla="*/ 585432 w 1284391"/>
                <a:gd name="connsiteY4" fmla="*/ 375510 h 672738"/>
                <a:gd name="connsiteX5" fmla="*/ 585038 w 1284391"/>
                <a:gd name="connsiteY5" fmla="*/ 392377 h 672738"/>
                <a:gd name="connsiteX6" fmla="*/ 563367 w 1284391"/>
                <a:gd name="connsiteY6" fmla="*/ 390546 h 672738"/>
                <a:gd name="connsiteX7" fmla="*/ 552932 w 1284391"/>
                <a:gd name="connsiteY7" fmla="*/ 405710 h 672738"/>
                <a:gd name="connsiteX8" fmla="*/ 526978 w 1284391"/>
                <a:gd name="connsiteY8" fmla="*/ 401655 h 672738"/>
                <a:gd name="connsiteX9" fmla="*/ 489775 w 1284391"/>
                <a:gd name="connsiteY9" fmla="*/ 377989 h 672738"/>
                <a:gd name="connsiteX10" fmla="*/ 489127 w 1284391"/>
                <a:gd name="connsiteY10" fmla="*/ 423860 h 672738"/>
                <a:gd name="connsiteX11" fmla="*/ 514051 w 1284391"/>
                <a:gd name="connsiteY11" fmla="*/ 446103 h 672738"/>
                <a:gd name="connsiteX12" fmla="*/ 404299 w 1284391"/>
                <a:gd name="connsiteY12" fmla="*/ 454580 h 672738"/>
                <a:gd name="connsiteX13" fmla="*/ 409650 w 1284391"/>
                <a:gd name="connsiteY13" fmla="*/ 487258 h 672738"/>
                <a:gd name="connsiteX14" fmla="*/ 386022 w 1284391"/>
                <a:gd name="connsiteY14" fmla="*/ 524245 h 672738"/>
                <a:gd name="connsiteX15" fmla="*/ 335778 w 1284391"/>
                <a:gd name="connsiteY15" fmla="*/ 534197 h 672738"/>
                <a:gd name="connsiteX16" fmla="*/ 332651 w 1284391"/>
                <a:gd name="connsiteY16" fmla="*/ 533155 h 672738"/>
                <a:gd name="connsiteX17" fmla="*/ 308248 w 1284391"/>
                <a:gd name="connsiteY17" fmla="*/ 519936 h 672738"/>
                <a:gd name="connsiteX18" fmla="*/ 305897 w 1284391"/>
                <a:gd name="connsiteY18" fmla="*/ 486089 h 672738"/>
                <a:gd name="connsiteX19" fmla="*/ 297012 w 1284391"/>
                <a:gd name="connsiteY19" fmla="*/ 489216 h 672738"/>
                <a:gd name="connsiteX20" fmla="*/ 286323 w 1284391"/>
                <a:gd name="connsiteY20" fmla="*/ 485695 h 672738"/>
                <a:gd name="connsiteX21" fmla="*/ 280451 w 1284391"/>
                <a:gd name="connsiteY21" fmla="*/ 482823 h 672738"/>
                <a:gd name="connsiteX22" fmla="*/ 270282 w 1284391"/>
                <a:gd name="connsiteY22" fmla="*/ 487258 h 672738"/>
                <a:gd name="connsiteX23" fmla="*/ 258653 w 1284391"/>
                <a:gd name="connsiteY23" fmla="*/ 479823 h 672738"/>
                <a:gd name="connsiteX24" fmla="*/ 249781 w 1284391"/>
                <a:gd name="connsiteY24" fmla="*/ 480992 h 672738"/>
                <a:gd name="connsiteX25" fmla="*/ 250289 w 1284391"/>
                <a:gd name="connsiteY25" fmla="*/ 488046 h 672738"/>
                <a:gd name="connsiteX26" fmla="*/ 242727 w 1284391"/>
                <a:gd name="connsiteY26" fmla="*/ 487525 h 672738"/>
                <a:gd name="connsiteX27" fmla="*/ 236079 w 1284391"/>
                <a:gd name="connsiteY27" fmla="*/ 483865 h 672738"/>
                <a:gd name="connsiteX28" fmla="*/ 224462 w 1284391"/>
                <a:gd name="connsiteY28" fmla="*/ 547263 h 672738"/>
                <a:gd name="connsiteX29" fmla="*/ 172655 w 1284391"/>
                <a:gd name="connsiteY29" fmla="*/ 548166 h 672738"/>
                <a:gd name="connsiteX30" fmla="*/ 176570 w 1284391"/>
                <a:gd name="connsiteY30" fmla="*/ 521640 h 672738"/>
                <a:gd name="connsiteX31" fmla="*/ 175922 w 1284391"/>
                <a:gd name="connsiteY31" fmla="*/ 506336 h 672738"/>
                <a:gd name="connsiteX32" fmla="*/ 103753 w 1284391"/>
                <a:gd name="connsiteY32" fmla="*/ 462308 h 672738"/>
                <a:gd name="connsiteX33" fmla="*/ 100360 w 1284391"/>
                <a:gd name="connsiteY33" fmla="*/ 448047 h 672738"/>
                <a:gd name="connsiteX34" fmla="*/ 74533 w 1284391"/>
                <a:gd name="connsiteY34" fmla="*/ 446357 h 672738"/>
                <a:gd name="connsiteX35" fmla="*/ 62509 w 1284391"/>
                <a:gd name="connsiteY35" fmla="*/ 445556 h 672738"/>
                <a:gd name="connsiteX36" fmla="*/ 67211 w 1284391"/>
                <a:gd name="connsiteY36" fmla="*/ 429096 h 672738"/>
                <a:gd name="connsiteX37" fmla="*/ 0 w 1284391"/>
                <a:gd name="connsiteY37" fmla="*/ 394448 h 672738"/>
                <a:gd name="connsiteX38" fmla="*/ 3267 w 1284391"/>
                <a:gd name="connsiteY38" fmla="*/ 367541 h 672738"/>
                <a:gd name="connsiteX39" fmla="*/ 23628 w 1284391"/>
                <a:gd name="connsiteY39" fmla="*/ 368723 h 672738"/>
                <a:gd name="connsiteX40" fmla="*/ 41906 w 1284391"/>
                <a:gd name="connsiteY40" fmla="*/ 383480 h 672738"/>
                <a:gd name="connsiteX41" fmla="*/ 111049 w 1284391"/>
                <a:gd name="connsiteY41" fmla="*/ 394588 h 672738"/>
                <a:gd name="connsiteX42" fmla="*/ 109880 w 1284391"/>
                <a:gd name="connsiteY42" fmla="*/ 440472 h 672738"/>
                <a:gd name="connsiteX43" fmla="*/ 244557 w 1284391"/>
                <a:gd name="connsiteY43" fmla="*/ 447005 h 672738"/>
                <a:gd name="connsiteX44" fmla="*/ 261398 w 1284391"/>
                <a:gd name="connsiteY44" fmla="*/ 406892 h 672738"/>
                <a:gd name="connsiteX45" fmla="*/ 225505 w 1284391"/>
                <a:gd name="connsiteY45" fmla="*/ 351844 h 672738"/>
                <a:gd name="connsiteX46" fmla="*/ 191314 w 1284391"/>
                <a:gd name="connsiteY46" fmla="*/ 353293 h 672738"/>
                <a:gd name="connsiteX47" fmla="*/ 209973 w 1284391"/>
                <a:gd name="connsiteY47" fmla="*/ 312252 h 672738"/>
                <a:gd name="connsiteX48" fmla="*/ 241545 w 1284391"/>
                <a:gd name="connsiteY48" fmla="*/ 305464 h 672738"/>
                <a:gd name="connsiteX49" fmla="*/ 259568 w 1284391"/>
                <a:gd name="connsiteY49" fmla="*/ 343353 h 672738"/>
                <a:gd name="connsiteX50" fmla="*/ 275494 w 1284391"/>
                <a:gd name="connsiteY50" fmla="*/ 336820 h 672738"/>
                <a:gd name="connsiteX51" fmla="*/ 319598 w 1284391"/>
                <a:gd name="connsiteY51" fmla="*/ 319712 h 672738"/>
                <a:gd name="connsiteX52" fmla="*/ 341002 w 1284391"/>
                <a:gd name="connsiteY52" fmla="*/ 313421 h 672738"/>
                <a:gd name="connsiteX53" fmla="*/ 412916 w 1284391"/>
                <a:gd name="connsiteY53" fmla="*/ 307689 h 672738"/>
                <a:gd name="connsiteX54" fmla="*/ 409777 w 1284391"/>
                <a:gd name="connsiteY54" fmla="*/ 257750 h 672738"/>
                <a:gd name="connsiteX55" fmla="*/ 424915 w 1284391"/>
                <a:gd name="connsiteY55" fmla="*/ 236702 h 672738"/>
                <a:gd name="connsiteX56" fmla="*/ 415128 w 1284391"/>
                <a:gd name="connsiteY56" fmla="*/ 199715 h 672738"/>
                <a:gd name="connsiteX57" fmla="*/ 389809 w 1284391"/>
                <a:gd name="connsiteY57" fmla="*/ 201292 h 672738"/>
                <a:gd name="connsiteX58" fmla="*/ 371926 w 1284391"/>
                <a:gd name="connsiteY58" fmla="*/ 184565 h 672738"/>
                <a:gd name="connsiteX59" fmla="*/ 362533 w 1284391"/>
                <a:gd name="connsiteY59" fmla="*/ 164686 h 672738"/>
                <a:gd name="connsiteX60" fmla="*/ 344790 w 1284391"/>
                <a:gd name="connsiteY60" fmla="*/ 151099 h 672738"/>
                <a:gd name="connsiteX61" fmla="*/ 338384 w 1284391"/>
                <a:gd name="connsiteY61" fmla="*/ 135148 h 672738"/>
                <a:gd name="connsiteX62" fmla="*/ 351056 w 1284391"/>
                <a:gd name="connsiteY62" fmla="*/ 125869 h 672738"/>
                <a:gd name="connsiteX63" fmla="*/ 365024 w 1284391"/>
                <a:gd name="connsiteY63" fmla="*/ 145087 h 672738"/>
                <a:gd name="connsiteX64" fmla="*/ 381459 w 1284391"/>
                <a:gd name="connsiteY64" fmla="*/ 138033 h 672738"/>
                <a:gd name="connsiteX65" fmla="*/ 398554 w 1284391"/>
                <a:gd name="connsiteY65" fmla="*/ 146523 h 672738"/>
                <a:gd name="connsiteX66" fmla="*/ 401541 w 1284391"/>
                <a:gd name="connsiteY66" fmla="*/ 128602 h 672738"/>
                <a:gd name="connsiteX67" fmla="*/ 413171 w 1284391"/>
                <a:gd name="connsiteY67" fmla="*/ 111634 h 672738"/>
                <a:gd name="connsiteX68" fmla="*/ 382628 w 1284391"/>
                <a:gd name="connsiteY68" fmla="*/ 93839 h 672738"/>
                <a:gd name="connsiteX69" fmla="*/ 369575 w 1284391"/>
                <a:gd name="connsiteY69" fmla="*/ 103779 h 672738"/>
                <a:gd name="connsiteX70" fmla="*/ 353140 w 1284391"/>
                <a:gd name="connsiteY70" fmla="*/ 103131 h 672738"/>
                <a:gd name="connsiteX71" fmla="*/ 344650 w 1284391"/>
                <a:gd name="connsiteY71" fmla="*/ 76986 h 672738"/>
                <a:gd name="connsiteX72" fmla="*/ 359127 w 1284391"/>
                <a:gd name="connsiteY72" fmla="*/ 63005 h 672738"/>
                <a:gd name="connsiteX73" fmla="*/ 386810 w 1284391"/>
                <a:gd name="connsiteY73" fmla="*/ 50447 h 672738"/>
                <a:gd name="connsiteX74" fmla="*/ 408608 w 1284391"/>
                <a:gd name="connsiteY74" fmla="*/ 30327 h 672738"/>
                <a:gd name="connsiteX75" fmla="*/ 460808 w 1284391"/>
                <a:gd name="connsiteY75" fmla="*/ 0 h 672738"/>
                <a:gd name="connsiteX76" fmla="*/ 480891 w 1284391"/>
                <a:gd name="connsiteY76" fmla="*/ 21048 h 672738"/>
                <a:gd name="connsiteX77" fmla="*/ 473455 w 1284391"/>
                <a:gd name="connsiteY77" fmla="*/ 37521 h 672738"/>
                <a:gd name="connsiteX78" fmla="*/ 463401 w 1284391"/>
                <a:gd name="connsiteY78" fmla="*/ 59738 h 672738"/>
                <a:gd name="connsiteX79" fmla="*/ 508955 w 1284391"/>
                <a:gd name="connsiteY79" fmla="*/ 64835 h 672738"/>
                <a:gd name="connsiteX80" fmla="*/ 526558 w 1284391"/>
                <a:gd name="connsiteY80" fmla="*/ 66932 h 672738"/>
                <a:gd name="connsiteX81" fmla="*/ 519657 w 1284391"/>
                <a:gd name="connsiteY81" fmla="*/ 99737 h 672738"/>
                <a:gd name="connsiteX82" fmla="*/ 532189 w 1284391"/>
                <a:gd name="connsiteY82" fmla="*/ 130572 h 672738"/>
                <a:gd name="connsiteX83" fmla="*/ 542103 w 1284391"/>
                <a:gd name="connsiteY83" fmla="*/ 134093 h 672738"/>
                <a:gd name="connsiteX84" fmla="*/ 563494 w 1284391"/>
                <a:gd name="connsiteY84" fmla="*/ 100118 h 672738"/>
                <a:gd name="connsiteX85" fmla="*/ 582293 w 1284391"/>
                <a:gd name="connsiteY85" fmla="*/ 70198 h 672738"/>
                <a:gd name="connsiteX86" fmla="*/ 597557 w 1284391"/>
                <a:gd name="connsiteY86" fmla="*/ 71889 h 672738"/>
                <a:gd name="connsiteX87" fmla="*/ 597697 w 1284391"/>
                <a:gd name="connsiteY87" fmla="*/ 65623 h 672738"/>
                <a:gd name="connsiteX88" fmla="*/ 593262 w 1284391"/>
                <a:gd name="connsiteY88" fmla="*/ 43647 h 672738"/>
                <a:gd name="connsiteX89" fmla="*/ 587910 w 1284391"/>
                <a:gd name="connsiteY89" fmla="*/ 16460 h 672738"/>
                <a:gd name="connsiteX90" fmla="*/ 618186 w 1284391"/>
                <a:gd name="connsiteY90" fmla="*/ 8236 h 672738"/>
                <a:gd name="connsiteX91" fmla="*/ 643759 w 1284391"/>
                <a:gd name="connsiteY91" fmla="*/ 35817 h 672738"/>
                <a:gd name="connsiteX92" fmla="*/ 704704 w 1284391"/>
                <a:gd name="connsiteY92" fmla="*/ 91107 h 672738"/>
                <a:gd name="connsiteX93" fmla="*/ 725842 w 1284391"/>
                <a:gd name="connsiteY93" fmla="*/ 93979 h 672738"/>
                <a:gd name="connsiteX94" fmla="*/ 747118 w 1284391"/>
                <a:gd name="connsiteY94" fmla="*/ 86391 h 672738"/>
                <a:gd name="connsiteX95" fmla="*/ 781576 w 1284391"/>
                <a:gd name="connsiteY95" fmla="*/ 72931 h 672738"/>
                <a:gd name="connsiteX96" fmla="*/ 822553 w 1284391"/>
                <a:gd name="connsiteY96" fmla="*/ 97894 h 672738"/>
                <a:gd name="connsiteX97" fmla="*/ 853083 w 1284391"/>
                <a:gd name="connsiteY97" fmla="*/ 116324 h 672738"/>
                <a:gd name="connsiteX98" fmla="*/ 933869 w 1284391"/>
                <a:gd name="connsiteY98" fmla="*/ 135936 h 672738"/>
                <a:gd name="connsiteX99" fmla="*/ 939729 w 1284391"/>
                <a:gd name="connsiteY99" fmla="*/ 180243 h 672738"/>
                <a:gd name="connsiteX100" fmla="*/ 934378 w 1284391"/>
                <a:gd name="connsiteY100" fmla="*/ 192127 h 672738"/>
                <a:gd name="connsiteX101" fmla="*/ 937009 w 1284391"/>
                <a:gd name="connsiteY101" fmla="*/ 202461 h 672738"/>
                <a:gd name="connsiteX102" fmla="*/ 953570 w 1284391"/>
                <a:gd name="connsiteY102" fmla="*/ 193831 h 672738"/>
                <a:gd name="connsiteX103" fmla="*/ 971314 w 1284391"/>
                <a:gd name="connsiteY103" fmla="*/ 198813 h 672738"/>
                <a:gd name="connsiteX104" fmla="*/ 1020655 w 1284391"/>
                <a:gd name="connsiteY104" fmla="*/ 145989 h 672738"/>
                <a:gd name="connsiteX105" fmla="*/ 1023133 w 1284391"/>
                <a:gd name="connsiteY105" fmla="*/ 89264 h 672738"/>
                <a:gd name="connsiteX106" fmla="*/ 1061493 w 1284391"/>
                <a:gd name="connsiteY106" fmla="*/ 84701 h 672738"/>
                <a:gd name="connsiteX107" fmla="*/ 1083952 w 1284391"/>
                <a:gd name="connsiteY107" fmla="*/ 119476 h 672738"/>
                <a:gd name="connsiteX108" fmla="*/ 1110554 w 1284391"/>
                <a:gd name="connsiteY108" fmla="*/ 121942 h 672738"/>
                <a:gd name="connsiteX109" fmla="*/ 1108749 w 1284391"/>
                <a:gd name="connsiteY109" fmla="*/ 150311 h 672738"/>
                <a:gd name="connsiteX110" fmla="*/ 1146054 w 1284391"/>
                <a:gd name="connsiteY110" fmla="*/ 172401 h 672738"/>
                <a:gd name="connsiteX111" fmla="*/ 1148659 w 1284391"/>
                <a:gd name="connsiteY111" fmla="*/ 182722 h 672738"/>
                <a:gd name="connsiteX112" fmla="*/ 1167597 w 1284391"/>
                <a:gd name="connsiteY112" fmla="*/ 212654 h 672738"/>
                <a:gd name="connsiteX113" fmla="*/ 1167979 w 1284391"/>
                <a:gd name="connsiteY113" fmla="*/ 234338 h 672738"/>
                <a:gd name="connsiteX114" fmla="*/ 1250837 w 1284391"/>
                <a:gd name="connsiteY114" fmla="*/ 232126 h 672738"/>
                <a:gd name="connsiteX115" fmla="*/ 1239753 w 1284391"/>
                <a:gd name="connsiteY115" fmla="*/ 301931 h 672738"/>
                <a:gd name="connsiteX116" fmla="*/ 1261297 w 1284391"/>
                <a:gd name="connsiteY116" fmla="*/ 295258 h 672738"/>
                <a:gd name="connsiteX117" fmla="*/ 1273550 w 1284391"/>
                <a:gd name="connsiteY117" fmla="*/ 322051 h 672738"/>
                <a:gd name="connsiteX118" fmla="*/ 1253468 w 1284391"/>
                <a:gd name="connsiteY118" fmla="*/ 358123 h 672738"/>
                <a:gd name="connsiteX119" fmla="*/ 1284391 w 1284391"/>
                <a:gd name="connsiteY119" fmla="*/ 421636 h 672738"/>
                <a:gd name="connsiteX120" fmla="*/ 1274083 w 1284391"/>
                <a:gd name="connsiteY120" fmla="*/ 430545 h 672738"/>
                <a:gd name="connsiteX121" fmla="*/ 1241584 w 1284391"/>
                <a:gd name="connsiteY121" fmla="*/ 445048 h 672738"/>
                <a:gd name="connsiteX122" fmla="*/ 1233894 w 1284391"/>
                <a:gd name="connsiteY122" fmla="*/ 463211 h 672738"/>
                <a:gd name="connsiteX123" fmla="*/ 1179469 w 1284391"/>
                <a:gd name="connsiteY123" fmla="*/ 492101 h 672738"/>
                <a:gd name="connsiteX124" fmla="*/ 1136407 w 1284391"/>
                <a:gd name="connsiteY124" fmla="*/ 466083 h 672738"/>
                <a:gd name="connsiteX125" fmla="*/ 1118663 w 1284391"/>
                <a:gd name="connsiteY125" fmla="*/ 482823 h 672738"/>
                <a:gd name="connsiteX126" fmla="*/ 1097501 w 1284391"/>
                <a:gd name="connsiteY126" fmla="*/ 501379 h 672738"/>
                <a:gd name="connsiteX127" fmla="*/ 1117342 w 1284391"/>
                <a:gd name="connsiteY127" fmla="*/ 536803 h 672738"/>
                <a:gd name="connsiteX128" fmla="*/ 1038004 w 1284391"/>
                <a:gd name="connsiteY128" fmla="*/ 565286 h 672738"/>
                <a:gd name="connsiteX129" fmla="*/ 1026133 w 1284391"/>
                <a:gd name="connsiteY129" fmla="*/ 585292 h 672738"/>
                <a:gd name="connsiteX130" fmla="*/ 970805 w 1284391"/>
                <a:gd name="connsiteY130" fmla="*/ 600722 h 672738"/>
                <a:gd name="connsiteX131" fmla="*/ 945207 w 1284391"/>
                <a:gd name="connsiteY131" fmla="*/ 668671 h 672738"/>
                <a:gd name="connsiteX132" fmla="*/ 933743 w 1284391"/>
                <a:gd name="connsiteY132" fmla="*/ 672738 h 672738"/>
                <a:gd name="connsiteX133" fmla="*/ 860125 w 1284391"/>
                <a:gd name="connsiteY133" fmla="*/ 654957 h 672738"/>
                <a:gd name="connsiteX134" fmla="*/ 814330 w 1284391"/>
                <a:gd name="connsiteY134" fmla="*/ 587898 h 672738"/>
                <a:gd name="connsiteX135" fmla="*/ 756397 w 1284391"/>
                <a:gd name="connsiteY135" fmla="*/ 571947 h 672738"/>
                <a:gd name="connsiteX136" fmla="*/ 730544 w 1284391"/>
                <a:gd name="connsiteY136" fmla="*/ 575213 h 672738"/>
                <a:gd name="connsiteX137" fmla="*/ 642844 w 1284391"/>
                <a:gd name="connsiteY137" fmla="*/ 587377 h 672738"/>
                <a:gd name="connsiteX138" fmla="*/ 636438 w 1284391"/>
                <a:gd name="connsiteY138" fmla="*/ 554444 h 672738"/>
                <a:gd name="connsiteX139" fmla="*/ 637760 w 1284391"/>
                <a:gd name="connsiteY139" fmla="*/ 547772 h 672738"/>
                <a:gd name="connsiteX140" fmla="*/ 619368 w 1284391"/>
                <a:gd name="connsiteY140" fmla="*/ 459804 h 672738"/>
                <a:gd name="connsiteX141" fmla="*/ 680568 w 1284391"/>
                <a:gd name="connsiteY141" fmla="*/ 459944 h 672738"/>
                <a:gd name="connsiteX142" fmla="*/ 702353 w 1284391"/>
                <a:gd name="connsiteY142" fmla="*/ 444654 h 672738"/>
                <a:gd name="connsiteX143" fmla="*/ 724151 w 1284391"/>
                <a:gd name="connsiteY143" fmla="*/ 404007 h 672738"/>
                <a:gd name="connsiteX144" fmla="*/ 718927 w 1284391"/>
                <a:gd name="connsiteY144" fmla="*/ 373413 h 672738"/>
                <a:gd name="connsiteX145" fmla="*/ 723109 w 1284391"/>
                <a:gd name="connsiteY145" fmla="*/ 348196 h 672738"/>
                <a:gd name="connsiteX146" fmla="*/ 736823 w 1284391"/>
                <a:gd name="connsiteY146" fmla="*/ 331863 h 672738"/>
                <a:gd name="connsiteX147" fmla="*/ 751948 w 1284391"/>
                <a:gd name="connsiteY147" fmla="*/ 323615 h 672738"/>
                <a:gd name="connsiteX148" fmla="*/ 774789 w 1284391"/>
                <a:gd name="connsiteY148" fmla="*/ 282332 h 672738"/>
                <a:gd name="connsiteX149" fmla="*/ 754160 w 1284391"/>
                <a:gd name="connsiteY149" fmla="*/ 249133 h 672738"/>
                <a:gd name="connsiteX150" fmla="*/ 693863 w 1284391"/>
                <a:gd name="connsiteY150" fmla="*/ 234885 h 672738"/>
                <a:gd name="connsiteX151" fmla="*/ 690609 w 1284391"/>
                <a:gd name="connsiteY151" fmla="*/ 232393 h 672738"/>
                <a:gd name="connsiteX152" fmla="*/ 685919 w 1284391"/>
                <a:gd name="connsiteY152" fmla="*/ 200898 h 672738"/>
                <a:gd name="connsiteX153" fmla="*/ 654995 w 1284391"/>
                <a:gd name="connsiteY153" fmla="*/ 207697 h 672738"/>
                <a:gd name="connsiteX154" fmla="*/ 665684 w 1284391"/>
                <a:gd name="connsiteY154" fmla="*/ 229267 h 672738"/>
                <a:gd name="connsiteX155" fmla="*/ 635536 w 1284391"/>
                <a:gd name="connsiteY155" fmla="*/ 243375 h 672738"/>
                <a:gd name="connsiteX156" fmla="*/ 567549 w 1284391"/>
                <a:gd name="connsiteY156" fmla="*/ 223242 h 672738"/>
                <a:gd name="connsiteX157" fmla="*/ 567803 w 1284391"/>
                <a:gd name="connsiteY157" fmla="*/ 227042 h 67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1284391" h="672738">
                  <a:moveTo>
                    <a:pt x="567803" y="227042"/>
                  </a:moveTo>
                  <a:lnTo>
                    <a:pt x="565718" y="264016"/>
                  </a:lnTo>
                  <a:lnTo>
                    <a:pt x="556198" y="278137"/>
                  </a:lnTo>
                  <a:lnTo>
                    <a:pt x="605654" y="302452"/>
                  </a:lnTo>
                  <a:lnTo>
                    <a:pt x="585432" y="375510"/>
                  </a:lnTo>
                  <a:lnTo>
                    <a:pt x="585038" y="392377"/>
                  </a:lnTo>
                  <a:lnTo>
                    <a:pt x="563367" y="390546"/>
                  </a:lnTo>
                  <a:lnTo>
                    <a:pt x="552932" y="405710"/>
                  </a:lnTo>
                  <a:lnTo>
                    <a:pt x="526978" y="401655"/>
                  </a:lnTo>
                  <a:lnTo>
                    <a:pt x="489775" y="377989"/>
                  </a:lnTo>
                  <a:lnTo>
                    <a:pt x="489127" y="423860"/>
                  </a:lnTo>
                  <a:lnTo>
                    <a:pt x="514051" y="446103"/>
                  </a:lnTo>
                  <a:lnTo>
                    <a:pt x="404299" y="454580"/>
                  </a:lnTo>
                  <a:lnTo>
                    <a:pt x="409650" y="487258"/>
                  </a:lnTo>
                  <a:lnTo>
                    <a:pt x="386022" y="524245"/>
                  </a:lnTo>
                  <a:lnTo>
                    <a:pt x="335778" y="534197"/>
                  </a:lnTo>
                  <a:lnTo>
                    <a:pt x="332651" y="533155"/>
                  </a:lnTo>
                  <a:lnTo>
                    <a:pt x="308248" y="519936"/>
                  </a:lnTo>
                  <a:lnTo>
                    <a:pt x="305897" y="486089"/>
                  </a:lnTo>
                  <a:lnTo>
                    <a:pt x="297012" y="489216"/>
                  </a:lnTo>
                  <a:lnTo>
                    <a:pt x="286323" y="485695"/>
                  </a:lnTo>
                  <a:lnTo>
                    <a:pt x="280451" y="482823"/>
                  </a:lnTo>
                  <a:lnTo>
                    <a:pt x="270282" y="487258"/>
                  </a:lnTo>
                  <a:lnTo>
                    <a:pt x="258653" y="479823"/>
                  </a:lnTo>
                  <a:lnTo>
                    <a:pt x="249781" y="480992"/>
                  </a:lnTo>
                  <a:lnTo>
                    <a:pt x="250289" y="488046"/>
                  </a:lnTo>
                  <a:lnTo>
                    <a:pt x="242727" y="487525"/>
                  </a:lnTo>
                  <a:lnTo>
                    <a:pt x="236079" y="483865"/>
                  </a:lnTo>
                  <a:lnTo>
                    <a:pt x="224462" y="547263"/>
                  </a:lnTo>
                  <a:lnTo>
                    <a:pt x="172655" y="548166"/>
                  </a:lnTo>
                  <a:lnTo>
                    <a:pt x="176570" y="521640"/>
                  </a:lnTo>
                  <a:lnTo>
                    <a:pt x="175922" y="506336"/>
                  </a:lnTo>
                  <a:lnTo>
                    <a:pt x="103753" y="462308"/>
                  </a:lnTo>
                  <a:lnTo>
                    <a:pt x="100360" y="448047"/>
                  </a:lnTo>
                  <a:lnTo>
                    <a:pt x="74533" y="446357"/>
                  </a:lnTo>
                  <a:lnTo>
                    <a:pt x="62509" y="445556"/>
                  </a:lnTo>
                  <a:lnTo>
                    <a:pt x="67211" y="429096"/>
                  </a:lnTo>
                  <a:lnTo>
                    <a:pt x="0" y="394448"/>
                  </a:lnTo>
                  <a:lnTo>
                    <a:pt x="3267" y="367541"/>
                  </a:lnTo>
                  <a:lnTo>
                    <a:pt x="23628" y="368723"/>
                  </a:lnTo>
                  <a:lnTo>
                    <a:pt x="41906" y="383480"/>
                  </a:lnTo>
                  <a:lnTo>
                    <a:pt x="111049" y="394588"/>
                  </a:lnTo>
                  <a:lnTo>
                    <a:pt x="109880" y="440472"/>
                  </a:lnTo>
                  <a:lnTo>
                    <a:pt x="244557" y="447005"/>
                  </a:lnTo>
                  <a:lnTo>
                    <a:pt x="261398" y="406892"/>
                  </a:lnTo>
                  <a:lnTo>
                    <a:pt x="225505" y="351844"/>
                  </a:lnTo>
                  <a:lnTo>
                    <a:pt x="191314" y="353293"/>
                  </a:lnTo>
                  <a:lnTo>
                    <a:pt x="209973" y="312252"/>
                  </a:lnTo>
                  <a:lnTo>
                    <a:pt x="241545" y="305464"/>
                  </a:lnTo>
                  <a:lnTo>
                    <a:pt x="259568" y="343353"/>
                  </a:lnTo>
                  <a:lnTo>
                    <a:pt x="275494" y="336820"/>
                  </a:lnTo>
                  <a:lnTo>
                    <a:pt x="319598" y="319712"/>
                  </a:lnTo>
                  <a:lnTo>
                    <a:pt x="341002" y="313421"/>
                  </a:lnTo>
                  <a:lnTo>
                    <a:pt x="412916" y="307689"/>
                  </a:lnTo>
                  <a:lnTo>
                    <a:pt x="409777" y="257750"/>
                  </a:lnTo>
                  <a:lnTo>
                    <a:pt x="424915" y="236702"/>
                  </a:lnTo>
                  <a:lnTo>
                    <a:pt x="415128" y="199715"/>
                  </a:lnTo>
                  <a:lnTo>
                    <a:pt x="389809" y="201292"/>
                  </a:lnTo>
                  <a:lnTo>
                    <a:pt x="371926" y="184565"/>
                  </a:lnTo>
                  <a:lnTo>
                    <a:pt x="362533" y="164686"/>
                  </a:lnTo>
                  <a:lnTo>
                    <a:pt x="344790" y="151099"/>
                  </a:lnTo>
                  <a:lnTo>
                    <a:pt x="338384" y="135148"/>
                  </a:lnTo>
                  <a:lnTo>
                    <a:pt x="351056" y="125869"/>
                  </a:lnTo>
                  <a:lnTo>
                    <a:pt x="365024" y="145087"/>
                  </a:lnTo>
                  <a:lnTo>
                    <a:pt x="381459" y="138033"/>
                  </a:lnTo>
                  <a:lnTo>
                    <a:pt x="398554" y="146523"/>
                  </a:lnTo>
                  <a:lnTo>
                    <a:pt x="401541" y="128602"/>
                  </a:lnTo>
                  <a:lnTo>
                    <a:pt x="413171" y="111634"/>
                  </a:lnTo>
                  <a:lnTo>
                    <a:pt x="382628" y="93839"/>
                  </a:lnTo>
                  <a:lnTo>
                    <a:pt x="369575" y="103779"/>
                  </a:lnTo>
                  <a:lnTo>
                    <a:pt x="353140" y="103131"/>
                  </a:lnTo>
                  <a:lnTo>
                    <a:pt x="344650" y="76986"/>
                  </a:lnTo>
                  <a:lnTo>
                    <a:pt x="359127" y="63005"/>
                  </a:lnTo>
                  <a:lnTo>
                    <a:pt x="386810" y="50447"/>
                  </a:lnTo>
                  <a:lnTo>
                    <a:pt x="408608" y="30327"/>
                  </a:lnTo>
                  <a:lnTo>
                    <a:pt x="460808" y="0"/>
                  </a:lnTo>
                  <a:lnTo>
                    <a:pt x="480891" y="21048"/>
                  </a:lnTo>
                  <a:lnTo>
                    <a:pt x="473455" y="37521"/>
                  </a:lnTo>
                  <a:lnTo>
                    <a:pt x="463401" y="59738"/>
                  </a:lnTo>
                  <a:lnTo>
                    <a:pt x="508955" y="64835"/>
                  </a:lnTo>
                  <a:lnTo>
                    <a:pt x="526558" y="66932"/>
                  </a:lnTo>
                  <a:lnTo>
                    <a:pt x="519657" y="99737"/>
                  </a:lnTo>
                  <a:lnTo>
                    <a:pt x="532189" y="130572"/>
                  </a:lnTo>
                  <a:lnTo>
                    <a:pt x="542103" y="134093"/>
                  </a:lnTo>
                  <a:lnTo>
                    <a:pt x="563494" y="100118"/>
                  </a:lnTo>
                  <a:lnTo>
                    <a:pt x="582293" y="70198"/>
                  </a:lnTo>
                  <a:lnTo>
                    <a:pt x="597557" y="71889"/>
                  </a:lnTo>
                  <a:lnTo>
                    <a:pt x="597697" y="65623"/>
                  </a:lnTo>
                  <a:lnTo>
                    <a:pt x="593262" y="43647"/>
                  </a:lnTo>
                  <a:lnTo>
                    <a:pt x="587910" y="16460"/>
                  </a:lnTo>
                  <a:lnTo>
                    <a:pt x="618186" y="8236"/>
                  </a:lnTo>
                  <a:lnTo>
                    <a:pt x="643759" y="35817"/>
                  </a:lnTo>
                  <a:lnTo>
                    <a:pt x="704704" y="91107"/>
                  </a:lnTo>
                  <a:lnTo>
                    <a:pt x="725842" y="93979"/>
                  </a:lnTo>
                  <a:lnTo>
                    <a:pt x="747118" y="86391"/>
                  </a:lnTo>
                  <a:lnTo>
                    <a:pt x="781576" y="72931"/>
                  </a:lnTo>
                  <a:lnTo>
                    <a:pt x="822553" y="97894"/>
                  </a:lnTo>
                  <a:lnTo>
                    <a:pt x="853083" y="116324"/>
                  </a:lnTo>
                  <a:lnTo>
                    <a:pt x="933869" y="135936"/>
                  </a:lnTo>
                  <a:lnTo>
                    <a:pt x="939729" y="180243"/>
                  </a:lnTo>
                  <a:lnTo>
                    <a:pt x="934378" y="192127"/>
                  </a:lnTo>
                  <a:lnTo>
                    <a:pt x="937009" y="202461"/>
                  </a:lnTo>
                  <a:lnTo>
                    <a:pt x="953570" y="193831"/>
                  </a:lnTo>
                  <a:lnTo>
                    <a:pt x="971314" y="198813"/>
                  </a:lnTo>
                  <a:lnTo>
                    <a:pt x="1020655" y="145989"/>
                  </a:lnTo>
                  <a:lnTo>
                    <a:pt x="1023133" y="89264"/>
                  </a:lnTo>
                  <a:lnTo>
                    <a:pt x="1061493" y="84701"/>
                  </a:lnTo>
                  <a:lnTo>
                    <a:pt x="1083952" y="119476"/>
                  </a:lnTo>
                  <a:lnTo>
                    <a:pt x="1110554" y="121942"/>
                  </a:lnTo>
                  <a:lnTo>
                    <a:pt x="1108749" y="150311"/>
                  </a:lnTo>
                  <a:lnTo>
                    <a:pt x="1146054" y="172401"/>
                  </a:lnTo>
                  <a:lnTo>
                    <a:pt x="1148659" y="182722"/>
                  </a:lnTo>
                  <a:lnTo>
                    <a:pt x="1167597" y="212654"/>
                  </a:lnTo>
                  <a:lnTo>
                    <a:pt x="1167979" y="234338"/>
                  </a:lnTo>
                  <a:lnTo>
                    <a:pt x="1250837" y="232126"/>
                  </a:lnTo>
                  <a:lnTo>
                    <a:pt x="1239753" y="301931"/>
                  </a:lnTo>
                  <a:lnTo>
                    <a:pt x="1261297" y="295258"/>
                  </a:lnTo>
                  <a:lnTo>
                    <a:pt x="1273550" y="322051"/>
                  </a:lnTo>
                  <a:lnTo>
                    <a:pt x="1253468" y="358123"/>
                  </a:lnTo>
                  <a:lnTo>
                    <a:pt x="1284391" y="421636"/>
                  </a:lnTo>
                  <a:lnTo>
                    <a:pt x="1274083" y="430545"/>
                  </a:lnTo>
                  <a:lnTo>
                    <a:pt x="1241584" y="445048"/>
                  </a:lnTo>
                  <a:lnTo>
                    <a:pt x="1233894" y="463211"/>
                  </a:lnTo>
                  <a:lnTo>
                    <a:pt x="1179469" y="492101"/>
                  </a:lnTo>
                  <a:lnTo>
                    <a:pt x="1136407" y="466083"/>
                  </a:lnTo>
                  <a:lnTo>
                    <a:pt x="1118663" y="482823"/>
                  </a:lnTo>
                  <a:lnTo>
                    <a:pt x="1097501" y="501379"/>
                  </a:lnTo>
                  <a:lnTo>
                    <a:pt x="1117342" y="536803"/>
                  </a:lnTo>
                  <a:lnTo>
                    <a:pt x="1038004" y="565286"/>
                  </a:lnTo>
                  <a:lnTo>
                    <a:pt x="1026133" y="585292"/>
                  </a:lnTo>
                  <a:lnTo>
                    <a:pt x="970805" y="600722"/>
                  </a:lnTo>
                  <a:lnTo>
                    <a:pt x="945207" y="668671"/>
                  </a:lnTo>
                  <a:lnTo>
                    <a:pt x="933743" y="672738"/>
                  </a:lnTo>
                  <a:lnTo>
                    <a:pt x="860125" y="654957"/>
                  </a:lnTo>
                  <a:lnTo>
                    <a:pt x="814330" y="587898"/>
                  </a:lnTo>
                  <a:lnTo>
                    <a:pt x="756397" y="571947"/>
                  </a:lnTo>
                  <a:lnTo>
                    <a:pt x="730544" y="575213"/>
                  </a:lnTo>
                  <a:lnTo>
                    <a:pt x="642844" y="587377"/>
                  </a:lnTo>
                  <a:lnTo>
                    <a:pt x="636438" y="554444"/>
                  </a:lnTo>
                  <a:lnTo>
                    <a:pt x="637760" y="547772"/>
                  </a:lnTo>
                  <a:lnTo>
                    <a:pt x="619368" y="459804"/>
                  </a:lnTo>
                  <a:lnTo>
                    <a:pt x="680568" y="459944"/>
                  </a:lnTo>
                  <a:lnTo>
                    <a:pt x="702353" y="444654"/>
                  </a:lnTo>
                  <a:lnTo>
                    <a:pt x="724151" y="404007"/>
                  </a:lnTo>
                  <a:lnTo>
                    <a:pt x="718927" y="373413"/>
                  </a:lnTo>
                  <a:lnTo>
                    <a:pt x="723109" y="348196"/>
                  </a:lnTo>
                  <a:lnTo>
                    <a:pt x="736823" y="331863"/>
                  </a:lnTo>
                  <a:lnTo>
                    <a:pt x="751948" y="323615"/>
                  </a:lnTo>
                  <a:lnTo>
                    <a:pt x="774789" y="282332"/>
                  </a:lnTo>
                  <a:lnTo>
                    <a:pt x="754160" y="249133"/>
                  </a:lnTo>
                  <a:lnTo>
                    <a:pt x="693863" y="234885"/>
                  </a:lnTo>
                  <a:lnTo>
                    <a:pt x="690609" y="232393"/>
                  </a:lnTo>
                  <a:lnTo>
                    <a:pt x="685919" y="200898"/>
                  </a:lnTo>
                  <a:lnTo>
                    <a:pt x="654995" y="207697"/>
                  </a:lnTo>
                  <a:lnTo>
                    <a:pt x="665684" y="229267"/>
                  </a:lnTo>
                  <a:lnTo>
                    <a:pt x="635536" y="243375"/>
                  </a:lnTo>
                  <a:lnTo>
                    <a:pt x="567549" y="223242"/>
                  </a:lnTo>
                  <a:lnTo>
                    <a:pt x="567803" y="227042"/>
                  </a:lnTo>
                  <a:close/>
                </a:path>
              </a:pathLst>
            </a:custGeom>
            <a:noFill/>
            <a:ln w="3810" cap="flat">
              <a:solidFill>
                <a:srgbClr val="E6E4E2"/>
              </a:solidFill>
              <a:prstDash val="solid"/>
              <a:miter/>
            </a:ln>
          </p:spPr>
          <p:txBody>
            <a:bodyPr rtlCol="0" anchor="ctr"/>
            <a:lstStyle/>
            <a:p>
              <a:endParaRPr lang="de-CH"/>
            </a:p>
          </p:txBody>
        </p:sp>
        <p:sp>
          <p:nvSpPr>
            <p:cNvPr id="108" name="Freihandform: Form 107">
              <a:extLst>
                <a:ext uri="{FF2B5EF4-FFF2-40B4-BE49-F238E27FC236}">
                  <a16:creationId xmlns:a16="http://schemas.microsoft.com/office/drawing/2014/main" id="{6F704602-9EE7-BAE4-A266-8CFEF82BC90F}"/>
                </a:ext>
              </a:extLst>
            </p:cNvPr>
            <p:cNvSpPr/>
            <p:nvPr/>
          </p:nvSpPr>
          <p:spPr>
            <a:xfrm>
              <a:off x="6465557" y="486499"/>
              <a:ext cx="953494" cy="760870"/>
            </a:xfrm>
            <a:custGeom>
              <a:avLst/>
              <a:gdLst>
                <a:gd name="connsiteX0" fmla="*/ 786050 w 953494"/>
                <a:gd name="connsiteY0" fmla="*/ 301982 h 760870"/>
                <a:gd name="connsiteX1" fmla="*/ 737497 w 953494"/>
                <a:gd name="connsiteY1" fmla="*/ 294648 h 760870"/>
                <a:gd name="connsiteX2" fmla="*/ 738666 w 953494"/>
                <a:gd name="connsiteY2" fmla="*/ 255844 h 760870"/>
                <a:gd name="connsiteX3" fmla="*/ 758126 w 953494"/>
                <a:gd name="connsiteY3" fmla="*/ 247607 h 760870"/>
                <a:gd name="connsiteX4" fmla="*/ 767658 w 953494"/>
                <a:gd name="connsiteY4" fmla="*/ 231008 h 760870"/>
                <a:gd name="connsiteX5" fmla="*/ 796497 w 953494"/>
                <a:gd name="connsiteY5" fmla="*/ 233232 h 760870"/>
                <a:gd name="connsiteX6" fmla="*/ 791019 w 953494"/>
                <a:gd name="connsiteY6" fmla="*/ 211269 h 760870"/>
                <a:gd name="connsiteX7" fmla="*/ 815423 w 953494"/>
                <a:gd name="connsiteY7" fmla="*/ 197796 h 760870"/>
                <a:gd name="connsiteX8" fmla="*/ 823494 w 953494"/>
                <a:gd name="connsiteY8" fmla="*/ 242498 h 760870"/>
                <a:gd name="connsiteX9" fmla="*/ 837856 w 953494"/>
                <a:gd name="connsiteY9" fmla="*/ 256365 h 760870"/>
                <a:gd name="connsiteX10" fmla="*/ 857964 w 953494"/>
                <a:gd name="connsiteY10" fmla="*/ 251128 h 760870"/>
                <a:gd name="connsiteX11" fmla="*/ 856782 w 953494"/>
                <a:gd name="connsiteY11" fmla="*/ 269952 h 760870"/>
                <a:gd name="connsiteX12" fmla="*/ 895142 w 953494"/>
                <a:gd name="connsiteY12" fmla="*/ 278849 h 760870"/>
                <a:gd name="connsiteX13" fmla="*/ 896590 w 953494"/>
                <a:gd name="connsiteY13" fmla="*/ 302363 h 760870"/>
                <a:gd name="connsiteX14" fmla="*/ 945652 w 953494"/>
                <a:gd name="connsiteY14" fmla="*/ 296008 h 760870"/>
                <a:gd name="connsiteX15" fmla="*/ 952452 w 953494"/>
                <a:gd name="connsiteY15" fmla="*/ 329461 h 760870"/>
                <a:gd name="connsiteX16" fmla="*/ 906504 w 953494"/>
                <a:gd name="connsiteY16" fmla="*/ 328546 h 760870"/>
                <a:gd name="connsiteX17" fmla="*/ 904280 w 953494"/>
                <a:gd name="connsiteY17" fmla="*/ 369066 h 760870"/>
                <a:gd name="connsiteX18" fmla="*/ 937428 w 953494"/>
                <a:gd name="connsiteY18" fmla="*/ 383835 h 760870"/>
                <a:gd name="connsiteX19" fmla="*/ 953494 w 953494"/>
                <a:gd name="connsiteY19" fmla="*/ 441870 h 760870"/>
                <a:gd name="connsiteX20" fmla="*/ 932751 w 953494"/>
                <a:gd name="connsiteY20" fmla="*/ 436112 h 760870"/>
                <a:gd name="connsiteX21" fmla="*/ 924515 w 953494"/>
                <a:gd name="connsiteY21" fmla="*/ 435858 h 760870"/>
                <a:gd name="connsiteX22" fmla="*/ 923460 w 953494"/>
                <a:gd name="connsiteY22" fmla="*/ 437422 h 760870"/>
                <a:gd name="connsiteX23" fmla="*/ 922036 w 953494"/>
                <a:gd name="connsiteY23" fmla="*/ 439786 h 760870"/>
                <a:gd name="connsiteX24" fmla="*/ 928303 w 953494"/>
                <a:gd name="connsiteY24" fmla="*/ 446141 h 760870"/>
                <a:gd name="connsiteX25" fmla="*/ 905983 w 953494"/>
                <a:gd name="connsiteY25" fmla="*/ 457771 h 760870"/>
                <a:gd name="connsiteX26" fmla="*/ 902844 w 953494"/>
                <a:gd name="connsiteY26" fmla="*/ 426669 h 760870"/>
                <a:gd name="connsiteX27" fmla="*/ 875059 w 953494"/>
                <a:gd name="connsiteY27" fmla="*/ 398567 h 760870"/>
                <a:gd name="connsiteX28" fmla="*/ 811369 w 953494"/>
                <a:gd name="connsiteY28" fmla="*/ 378828 h 760870"/>
                <a:gd name="connsiteX29" fmla="*/ 798061 w 953494"/>
                <a:gd name="connsiteY29" fmla="*/ 385361 h 760870"/>
                <a:gd name="connsiteX30" fmla="*/ 792977 w 953494"/>
                <a:gd name="connsiteY30" fmla="*/ 388106 h 760870"/>
                <a:gd name="connsiteX31" fmla="*/ 778881 w 953494"/>
                <a:gd name="connsiteY31" fmla="*/ 386543 h 760870"/>
                <a:gd name="connsiteX32" fmla="*/ 794133 w 953494"/>
                <a:gd name="connsiteY32" fmla="*/ 343328 h 760870"/>
                <a:gd name="connsiteX33" fmla="*/ 811369 w 953494"/>
                <a:gd name="connsiteY33" fmla="*/ 333910 h 760870"/>
                <a:gd name="connsiteX34" fmla="*/ 796625 w 953494"/>
                <a:gd name="connsiteY34" fmla="*/ 322687 h 760870"/>
                <a:gd name="connsiteX35" fmla="*/ 340011 w 953494"/>
                <a:gd name="connsiteY35" fmla="*/ 693456 h 760870"/>
                <a:gd name="connsiteX36" fmla="*/ 329957 w 953494"/>
                <a:gd name="connsiteY36" fmla="*/ 746394 h 760870"/>
                <a:gd name="connsiteX37" fmla="*/ 312773 w 953494"/>
                <a:gd name="connsiteY37" fmla="*/ 760871 h 760870"/>
                <a:gd name="connsiteX38" fmla="*/ 295550 w 953494"/>
                <a:gd name="connsiteY38" fmla="*/ 698006 h 760870"/>
                <a:gd name="connsiteX39" fmla="*/ 271681 w 953494"/>
                <a:gd name="connsiteY39" fmla="*/ 693837 h 760870"/>
                <a:gd name="connsiteX40" fmla="*/ 276116 w 953494"/>
                <a:gd name="connsiteY40" fmla="*/ 657626 h 760870"/>
                <a:gd name="connsiteX41" fmla="*/ 292551 w 953494"/>
                <a:gd name="connsiteY41" fmla="*/ 644407 h 760870"/>
                <a:gd name="connsiteX42" fmla="*/ 314870 w 953494"/>
                <a:gd name="connsiteY42" fmla="*/ 627693 h 760870"/>
                <a:gd name="connsiteX43" fmla="*/ 327656 w 953494"/>
                <a:gd name="connsiteY43" fmla="*/ 621681 h 760870"/>
                <a:gd name="connsiteX44" fmla="*/ 364071 w 953494"/>
                <a:gd name="connsiteY44" fmla="*/ 625990 h 760870"/>
                <a:gd name="connsiteX45" fmla="*/ 392987 w 953494"/>
                <a:gd name="connsiteY45" fmla="*/ 602387 h 760870"/>
                <a:gd name="connsiteX46" fmla="*/ 390508 w 953494"/>
                <a:gd name="connsiteY46" fmla="*/ 634404 h 760870"/>
                <a:gd name="connsiteX47" fmla="*/ 371443 w 953494"/>
                <a:gd name="connsiteY47" fmla="*/ 645005 h 760870"/>
                <a:gd name="connsiteX48" fmla="*/ 326029 w 953494"/>
                <a:gd name="connsiteY48" fmla="*/ 411137 h 760870"/>
                <a:gd name="connsiteX49" fmla="*/ 292106 w 953494"/>
                <a:gd name="connsiteY49" fmla="*/ 419119 h 760870"/>
                <a:gd name="connsiteX50" fmla="*/ 282052 w 953494"/>
                <a:gd name="connsiteY50" fmla="*/ 451136 h 760870"/>
                <a:gd name="connsiteX51" fmla="*/ 253085 w 953494"/>
                <a:gd name="connsiteY51" fmla="*/ 443434 h 760870"/>
                <a:gd name="connsiteX52" fmla="*/ 262999 w 953494"/>
                <a:gd name="connsiteY52" fmla="*/ 477281 h 760870"/>
                <a:gd name="connsiteX53" fmla="*/ 259733 w 953494"/>
                <a:gd name="connsiteY53" fmla="*/ 491656 h 760870"/>
                <a:gd name="connsiteX54" fmla="*/ 190170 w 953494"/>
                <a:gd name="connsiteY54" fmla="*/ 480547 h 760870"/>
                <a:gd name="connsiteX55" fmla="*/ 187170 w 953494"/>
                <a:gd name="connsiteY55" fmla="*/ 497668 h 760870"/>
                <a:gd name="connsiteX56" fmla="*/ 158852 w 953494"/>
                <a:gd name="connsiteY56" fmla="*/ 495317 h 760870"/>
                <a:gd name="connsiteX57" fmla="*/ 146968 w 953494"/>
                <a:gd name="connsiteY57" fmla="*/ 513746 h 760870"/>
                <a:gd name="connsiteX58" fmla="*/ 124535 w 953494"/>
                <a:gd name="connsiteY58" fmla="*/ 494796 h 760870"/>
                <a:gd name="connsiteX59" fmla="*/ 122831 w 953494"/>
                <a:gd name="connsiteY59" fmla="*/ 471269 h 760870"/>
                <a:gd name="connsiteX60" fmla="*/ 95695 w 953494"/>
                <a:gd name="connsiteY60" fmla="*/ 460147 h 760870"/>
                <a:gd name="connsiteX61" fmla="*/ 86429 w 953494"/>
                <a:gd name="connsiteY61" fmla="*/ 464863 h 760870"/>
                <a:gd name="connsiteX62" fmla="*/ 50841 w 953494"/>
                <a:gd name="connsiteY62" fmla="*/ 437409 h 760870"/>
                <a:gd name="connsiteX63" fmla="*/ 21607 w 953494"/>
                <a:gd name="connsiteY63" fmla="*/ 425970 h 760870"/>
                <a:gd name="connsiteX64" fmla="*/ 8999 w 953494"/>
                <a:gd name="connsiteY64" fmla="*/ 396863 h 760870"/>
                <a:gd name="connsiteX65" fmla="*/ 37851 w 953494"/>
                <a:gd name="connsiteY65" fmla="*/ 373744 h 760870"/>
                <a:gd name="connsiteX66" fmla="*/ 0 w 953494"/>
                <a:gd name="connsiteY66" fmla="*/ 332690 h 760870"/>
                <a:gd name="connsiteX67" fmla="*/ 25967 w 953494"/>
                <a:gd name="connsiteY67" fmla="*/ 294788 h 760870"/>
                <a:gd name="connsiteX68" fmla="*/ 44244 w 953494"/>
                <a:gd name="connsiteY68" fmla="*/ 291915 h 760870"/>
                <a:gd name="connsiteX69" fmla="*/ 82083 w 953494"/>
                <a:gd name="connsiteY69" fmla="*/ 256327 h 760870"/>
                <a:gd name="connsiteX70" fmla="*/ 105062 w 953494"/>
                <a:gd name="connsiteY70" fmla="*/ 257598 h 760870"/>
                <a:gd name="connsiteX71" fmla="*/ 108952 w 953494"/>
                <a:gd name="connsiteY71" fmla="*/ 237605 h 760870"/>
                <a:gd name="connsiteX72" fmla="*/ 99712 w 953494"/>
                <a:gd name="connsiteY72" fmla="*/ 230283 h 760870"/>
                <a:gd name="connsiteX73" fmla="*/ 91475 w 953494"/>
                <a:gd name="connsiteY73" fmla="*/ 210799 h 760870"/>
                <a:gd name="connsiteX74" fmla="*/ 105062 w 953494"/>
                <a:gd name="connsiteY74" fmla="*/ 196563 h 760870"/>
                <a:gd name="connsiteX75" fmla="*/ 105698 w 953494"/>
                <a:gd name="connsiteY75" fmla="*/ 177752 h 760870"/>
                <a:gd name="connsiteX76" fmla="*/ 129847 w 953494"/>
                <a:gd name="connsiteY76" fmla="*/ 164673 h 760870"/>
                <a:gd name="connsiteX77" fmla="*/ 131678 w 953494"/>
                <a:gd name="connsiteY77" fmla="*/ 138668 h 760870"/>
                <a:gd name="connsiteX78" fmla="*/ 166529 w 953494"/>
                <a:gd name="connsiteY78" fmla="*/ 102584 h 760870"/>
                <a:gd name="connsiteX79" fmla="*/ 187679 w 953494"/>
                <a:gd name="connsiteY79" fmla="*/ 106778 h 760870"/>
                <a:gd name="connsiteX80" fmla="*/ 214167 w 953494"/>
                <a:gd name="connsiteY80" fmla="*/ 96051 h 760870"/>
                <a:gd name="connsiteX81" fmla="*/ 236079 w 953494"/>
                <a:gd name="connsiteY81" fmla="*/ 104414 h 760870"/>
                <a:gd name="connsiteX82" fmla="*/ 249132 w 953494"/>
                <a:gd name="connsiteY82" fmla="*/ 88349 h 760870"/>
                <a:gd name="connsiteX83" fmla="*/ 299770 w 953494"/>
                <a:gd name="connsiteY83" fmla="*/ 70300 h 760870"/>
                <a:gd name="connsiteX84" fmla="*/ 326652 w 953494"/>
                <a:gd name="connsiteY84" fmla="*/ 89264 h 760870"/>
                <a:gd name="connsiteX85" fmla="*/ 348450 w 953494"/>
                <a:gd name="connsiteY85" fmla="*/ 77621 h 760870"/>
                <a:gd name="connsiteX86" fmla="*/ 340100 w 953494"/>
                <a:gd name="connsiteY86" fmla="*/ 60640 h 760870"/>
                <a:gd name="connsiteX87" fmla="*/ 314133 w 953494"/>
                <a:gd name="connsiteY87" fmla="*/ 48223 h 760870"/>
                <a:gd name="connsiteX88" fmla="*/ 318683 w 953494"/>
                <a:gd name="connsiteY88" fmla="*/ 0 h 760870"/>
                <a:gd name="connsiteX89" fmla="*/ 339439 w 953494"/>
                <a:gd name="connsiteY89" fmla="*/ 4563 h 760870"/>
                <a:gd name="connsiteX90" fmla="*/ 343366 w 953494"/>
                <a:gd name="connsiteY90" fmla="*/ 24429 h 760870"/>
                <a:gd name="connsiteX91" fmla="*/ 371405 w 953494"/>
                <a:gd name="connsiteY91" fmla="*/ 15672 h 760870"/>
                <a:gd name="connsiteX92" fmla="*/ 383810 w 953494"/>
                <a:gd name="connsiteY92" fmla="*/ 22726 h 760870"/>
                <a:gd name="connsiteX93" fmla="*/ 402596 w 953494"/>
                <a:gd name="connsiteY93" fmla="*/ 12672 h 760870"/>
                <a:gd name="connsiteX94" fmla="*/ 421000 w 953494"/>
                <a:gd name="connsiteY94" fmla="*/ 18290 h 760870"/>
                <a:gd name="connsiteX95" fmla="*/ 437701 w 953494"/>
                <a:gd name="connsiteY95" fmla="*/ 36987 h 760870"/>
                <a:gd name="connsiteX96" fmla="*/ 429274 w 953494"/>
                <a:gd name="connsiteY96" fmla="*/ 81269 h 760870"/>
                <a:gd name="connsiteX97" fmla="*/ 441146 w 953494"/>
                <a:gd name="connsiteY97" fmla="*/ 94475 h 760870"/>
                <a:gd name="connsiteX98" fmla="*/ 433710 w 953494"/>
                <a:gd name="connsiteY98" fmla="*/ 118383 h 760870"/>
                <a:gd name="connsiteX99" fmla="*/ 462804 w 953494"/>
                <a:gd name="connsiteY99" fmla="*/ 140079 h 760870"/>
                <a:gd name="connsiteX100" fmla="*/ 485682 w 953494"/>
                <a:gd name="connsiteY100" fmla="*/ 125577 h 760870"/>
                <a:gd name="connsiteX101" fmla="*/ 497706 w 953494"/>
                <a:gd name="connsiteY101" fmla="*/ 97614 h 760870"/>
                <a:gd name="connsiteX102" fmla="*/ 484119 w 953494"/>
                <a:gd name="connsiteY102" fmla="*/ 56840 h 760870"/>
                <a:gd name="connsiteX103" fmla="*/ 492864 w 953494"/>
                <a:gd name="connsiteY103" fmla="*/ 25598 h 760870"/>
                <a:gd name="connsiteX104" fmla="*/ 511522 w 953494"/>
                <a:gd name="connsiteY104" fmla="*/ 18544 h 760870"/>
                <a:gd name="connsiteX105" fmla="*/ 517877 w 953494"/>
                <a:gd name="connsiteY105" fmla="*/ 44549 h 760870"/>
                <a:gd name="connsiteX106" fmla="*/ 534464 w 953494"/>
                <a:gd name="connsiteY106" fmla="*/ 58530 h 760870"/>
                <a:gd name="connsiteX107" fmla="*/ 556783 w 953494"/>
                <a:gd name="connsiteY107" fmla="*/ 59967 h 760870"/>
                <a:gd name="connsiteX108" fmla="*/ 568527 w 953494"/>
                <a:gd name="connsiteY108" fmla="*/ 95555 h 760870"/>
                <a:gd name="connsiteX109" fmla="*/ 570612 w 953494"/>
                <a:gd name="connsiteY109" fmla="*/ 141439 h 760870"/>
                <a:gd name="connsiteX110" fmla="*/ 596452 w 953494"/>
                <a:gd name="connsiteY110" fmla="*/ 140397 h 760870"/>
                <a:gd name="connsiteX111" fmla="*/ 623855 w 953494"/>
                <a:gd name="connsiteY111" fmla="*/ 122234 h 760870"/>
                <a:gd name="connsiteX112" fmla="*/ 653088 w 953494"/>
                <a:gd name="connsiteY112" fmla="*/ 130864 h 760870"/>
                <a:gd name="connsiteX113" fmla="*/ 666396 w 953494"/>
                <a:gd name="connsiteY113" fmla="*/ 153590 h 760870"/>
                <a:gd name="connsiteX114" fmla="*/ 682589 w 953494"/>
                <a:gd name="connsiteY114" fmla="*/ 163669 h 760870"/>
                <a:gd name="connsiteX115" fmla="*/ 675522 w 953494"/>
                <a:gd name="connsiteY115" fmla="*/ 184222 h 760870"/>
                <a:gd name="connsiteX116" fmla="*/ 641840 w 953494"/>
                <a:gd name="connsiteY116" fmla="*/ 187870 h 760870"/>
                <a:gd name="connsiteX117" fmla="*/ 622902 w 953494"/>
                <a:gd name="connsiteY117" fmla="*/ 220293 h 760870"/>
                <a:gd name="connsiteX118" fmla="*/ 633604 w 953494"/>
                <a:gd name="connsiteY118" fmla="*/ 252717 h 760870"/>
                <a:gd name="connsiteX119" fmla="*/ 657207 w 953494"/>
                <a:gd name="connsiteY119" fmla="*/ 258195 h 760870"/>
                <a:gd name="connsiteX120" fmla="*/ 670654 w 953494"/>
                <a:gd name="connsiteY120" fmla="*/ 267601 h 760870"/>
                <a:gd name="connsiteX121" fmla="*/ 654982 w 953494"/>
                <a:gd name="connsiteY121" fmla="*/ 337786 h 760870"/>
                <a:gd name="connsiteX122" fmla="*/ 634900 w 953494"/>
                <a:gd name="connsiteY122" fmla="*/ 344459 h 760870"/>
                <a:gd name="connsiteX123" fmla="*/ 594316 w 953494"/>
                <a:gd name="connsiteY123" fmla="*/ 273752 h 760870"/>
                <a:gd name="connsiteX124" fmla="*/ 570701 w 953494"/>
                <a:gd name="connsiteY124" fmla="*/ 292563 h 760870"/>
                <a:gd name="connsiteX125" fmla="*/ 541366 w 953494"/>
                <a:gd name="connsiteY125" fmla="*/ 271922 h 760870"/>
                <a:gd name="connsiteX126" fmla="*/ 524270 w 953494"/>
                <a:gd name="connsiteY126" fmla="*/ 284734 h 760870"/>
                <a:gd name="connsiteX127" fmla="*/ 551025 w 953494"/>
                <a:gd name="connsiteY127" fmla="*/ 324339 h 760870"/>
                <a:gd name="connsiteX128" fmla="*/ 524131 w 953494"/>
                <a:gd name="connsiteY128" fmla="*/ 348387 h 760870"/>
                <a:gd name="connsiteX129" fmla="*/ 516695 w 953494"/>
                <a:gd name="connsiteY129" fmla="*/ 355187 h 760870"/>
                <a:gd name="connsiteX130" fmla="*/ 487335 w 953494"/>
                <a:gd name="connsiteY130" fmla="*/ 337024 h 760870"/>
                <a:gd name="connsiteX131" fmla="*/ 462944 w 953494"/>
                <a:gd name="connsiteY131" fmla="*/ 342629 h 760870"/>
                <a:gd name="connsiteX132" fmla="*/ 448454 w 953494"/>
                <a:gd name="connsiteY132" fmla="*/ 344472 h 760870"/>
                <a:gd name="connsiteX133" fmla="*/ 446484 w 953494"/>
                <a:gd name="connsiteY133" fmla="*/ 384725 h 760870"/>
                <a:gd name="connsiteX134" fmla="*/ 426389 w 953494"/>
                <a:gd name="connsiteY134" fmla="*/ 383556 h 760870"/>
                <a:gd name="connsiteX135" fmla="*/ 410743 w 953494"/>
                <a:gd name="connsiteY135" fmla="*/ 404108 h 760870"/>
                <a:gd name="connsiteX136" fmla="*/ 394550 w 953494"/>
                <a:gd name="connsiteY136" fmla="*/ 402024 h 760870"/>
                <a:gd name="connsiteX137" fmla="*/ 385539 w 953494"/>
                <a:gd name="connsiteY137" fmla="*/ 420314 h 760870"/>
                <a:gd name="connsiteX138" fmla="*/ 354487 w 953494"/>
                <a:gd name="connsiteY138" fmla="*/ 435998 h 760870"/>
                <a:gd name="connsiteX139" fmla="*/ 334253 w 953494"/>
                <a:gd name="connsiteY139" fmla="*/ 426199 h 760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953494" h="760870">
                  <a:moveTo>
                    <a:pt x="786050" y="301982"/>
                  </a:moveTo>
                  <a:lnTo>
                    <a:pt x="737497" y="294648"/>
                  </a:lnTo>
                  <a:lnTo>
                    <a:pt x="738666" y="255844"/>
                  </a:lnTo>
                  <a:lnTo>
                    <a:pt x="758126" y="247607"/>
                  </a:lnTo>
                  <a:lnTo>
                    <a:pt x="767658" y="231008"/>
                  </a:lnTo>
                  <a:lnTo>
                    <a:pt x="796497" y="233232"/>
                  </a:lnTo>
                  <a:lnTo>
                    <a:pt x="791019" y="211269"/>
                  </a:lnTo>
                  <a:lnTo>
                    <a:pt x="815423" y="197796"/>
                  </a:lnTo>
                  <a:lnTo>
                    <a:pt x="823494" y="242498"/>
                  </a:lnTo>
                  <a:lnTo>
                    <a:pt x="837856" y="256365"/>
                  </a:lnTo>
                  <a:lnTo>
                    <a:pt x="857964" y="251128"/>
                  </a:lnTo>
                  <a:lnTo>
                    <a:pt x="856782" y="269952"/>
                  </a:lnTo>
                  <a:lnTo>
                    <a:pt x="895142" y="278849"/>
                  </a:lnTo>
                  <a:lnTo>
                    <a:pt x="896590" y="302363"/>
                  </a:lnTo>
                  <a:lnTo>
                    <a:pt x="945652" y="296008"/>
                  </a:lnTo>
                  <a:lnTo>
                    <a:pt x="952452" y="329461"/>
                  </a:lnTo>
                  <a:lnTo>
                    <a:pt x="906504" y="328546"/>
                  </a:lnTo>
                  <a:lnTo>
                    <a:pt x="904280" y="369066"/>
                  </a:lnTo>
                  <a:lnTo>
                    <a:pt x="937428" y="383835"/>
                  </a:lnTo>
                  <a:lnTo>
                    <a:pt x="953494" y="441870"/>
                  </a:lnTo>
                  <a:lnTo>
                    <a:pt x="932751" y="436112"/>
                  </a:lnTo>
                  <a:lnTo>
                    <a:pt x="924515" y="435858"/>
                  </a:lnTo>
                  <a:lnTo>
                    <a:pt x="923460" y="437422"/>
                  </a:lnTo>
                  <a:lnTo>
                    <a:pt x="922036" y="439786"/>
                  </a:lnTo>
                  <a:lnTo>
                    <a:pt x="928303" y="446141"/>
                  </a:lnTo>
                  <a:lnTo>
                    <a:pt x="905983" y="457771"/>
                  </a:lnTo>
                  <a:lnTo>
                    <a:pt x="902844" y="426669"/>
                  </a:lnTo>
                  <a:lnTo>
                    <a:pt x="875059" y="398567"/>
                  </a:lnTo>
                  <a:lnTo>
                    <a:pt x="811369" y="378828"/>
                  </a:lnTo>
                  <a:lnTo>
                    <a:pt x="798061" y="385361"/>
                  </a:lnTo>
                  <a:lnTo>
                    <a:pt x="792977" y="388106"/>
                  </a:lnTo>
                  <a:lnTo>
                    <a:pt x="778881" y="386543"/>
                  </a:lnTo>
                  <a:lnTo>
                    <a:pt x="794133" y="343328"/>
                  </a:lnTo>
                  <a:lnTo>
                    <a:pt x="811369" y="333910"/>
                  </a:lnTo>
                  <a:lnTo>
                    <a:pt x="796625" y="322687"/>
                  </a:lnTo>
                  <a:close/>
                  <a:moveTo>
                    <a:pt x="340011" y="693456"/>
                  </a:moveTo>
                  <a:lnTo>
                    <a:pt x="329957" y="746394"/>
                  </a:lnTo>
                  <a:lnTo>
                    <a:pt x="312773" y="760871"/>
                  </a:lnTo>
                  <a:lnTo>
                    <a:pt x="295550" y="698006"/>
                  </a:lnTo>
                  <a:lnTo>
                    <a:pt x="271681" y="693837"/>
                  </a:lnTo>
                  <a:lnTo>
                    <a:pt x="276116" y="657626"/>
                  </a:lnTo>
                  <a:lnTo>
                    <a:pt x="292551" y="644407"/>
                  </a:lnTo>
                  <a:lnTo>
                    <a:pt x="314870" y="627693"/>
                  </a:lnTo>
                  <a:lnTo>
                    <a:pt x="327656" y="621681"/>
                  </a:lnTo>
                  <a:lnTo>
                    <a:pt x="364071" y="625990"/>
                  </a:lnTo>
                  <a:lnTo>
                    <a:pt x="392987" y="602387"/>
                  </a:lnTo>
                  <a:lnTo>
                    <a:pt x="390508" y="634404"/>
                  </a:lnTo>
                  <a:lnTo>
                    <a:pt x="371443" y="645005"/>
                  </a:lnTo>
                  <a:close/>
                  <a:moveTo>
                    <a:pt x="326029" y="411137"/>
                  </a:moveTo>
                  <a:lnTo>
                    <a:pt x="292106" y="419119"/>
                  </a:lnTo>
                  <a:lnTo>
                    <a:pt x="282052" y="451136"/>
                  </a:lnTo>
                  <a:lnTo>
                    <a:pt x="253085" y="443434"/>
                  </a:lnTo>
                  <a:lnTo>
                    <a:pt x="262999" y="477281"/>
                  </a:lnTo>
                  <a:lnTo>
                    <a:pt x="259733" y="491656"/>
                  </a:lnTo>
                  <a:lnTo>
                    <a:pt x="190170" y="480547"/>
                  </a:lnTo>
                  <a:lnTo>
                    <a:pt x="187170" y="497668"/>
                  </a:lnTo>
                  <a:lnTo>
                    <a:pt x="158852" y="495317"/>
                  </a:lnTo>
                  <a:lnTo>
                    <a:pt x="146968" y="513746"/>
                  </a:lnTo>
                  <a:lnTo>
                    <a:pt x="124535" y="494796"/>
                  </a:lnTo>
                  <a:lnTo>
                    <a:pt x="122831" y="471269"/>
                  </a:lnTo>
                  <a:lnTo>
                    <a:pt x="95695" y="460147"/>
                  </a:lnTo>
                  <a:lnTo>
                    <a:pt x="86429" y="464863"/>
                  </a:lnTo>
                  <a:lnTo>
                    <a:pt x="50841" y="437409"/>
                  </a:lnTo>
                  <a:lnTo>
                    <a:pt x="21607" y="425970"/>
                  </a:lnTo>
                  <a:lnTo>
                    <a:pt x="8999" y="396863"/>
                  </a:lnTo>
                  <a:lnTo>
                    <a:pt x="37851" y="373744"/>
                  </a:lnTo>
                  <a:lnTo>
                    <a:pt x="0" y="332690"/>
                  </a:lnTo>
                  <a:lnTo>
                    <a:pt x="25967" y="294788"/>
                  </a:lnTo>
                  <a:lnTo>
                    <a:pt x="44244" y="291915"/>
                  </a:lnTo>
                  <a:lnTo>
                    <a:pt x="82083" y="256327"/>
                  </a:lnTo>
                  <a:lnTo>
                    <a:pt x="105062" y="257598"/>
                  </a:lnTo>
                  <a:lnTo>
                    <a:pt x="108952" y="237605"/>
                  </a:lnTo>
                  <a:lnTo>
                    <a:pt x="99712" y="230283"/>
                  </a:lnTo>
                  <a:lnTo>
                    <a:pt x="91475" y="210799"/>
                  </a:lnTo>
                  <a:lnTo>
                    <a:pt x="105062" y="196563"/>
                  </a:lnTo>
                  <a:lnTo>
                    <a:pt x="105698" y="177752"/>
                  </a:lnTo>
                  <a:lnTo>
                    <a:pt x="129847" y="164673"/>
                  </a:lnTo>
                  <a:lnTo>
                    <a:pt x="131678" y="138668"/>
                  </a:lnTo>
                  <a:lnTo>
                    <a:pt x="166529" y="102584"/>
                  </a:lnTo>
                  <a:lnTo>
                    <a:pt x="187679" y="106778"/>
                  </a:lnTo>
                  <a:lnTo>
                    <a:pt x="214167" y="96051"/>
                  </a:lnTo>
                  <a:lnTo>
                    <a:pt x="236079" y="104414"/>
                  </a:lnTo>
                  <a:lnTo>
                    <a:pt x="249132" y="88349"/>
                  </a:lnTo>
                  <a:lnTo>
                    <a:pt x="299770" y="70300"/>
                  </a:lnTo>
                  <a:lnTo>
                    <a:pt x="326652" y="89264"/>
                  </a:lnTo>
                  <a:lnTo>
                    <a:pt x="348450" y="77621"/>
                  </a:lnTo>
                  <a:lnTo>
                    <a:pt x="340100" y="60640"/>
                  </a:lnTo>
                  <a:lnTo>
                    <a:pt x="314133" y="48223"/>
                  </a:lnTo>
                  <a:lnTo>
                    <a:pt x="318683" y="0"/>
                  </a:lnTo>
                  <a:lnTo>
                    <a:pt x="339439" y="4563"/>
                  </a:lnTo>
                  <a:lnTo>
                    <a:pt x="343366" y="24429"/>
                  </a:lnTo>
                  <a:lnTo>
                    <a:pt x="371405" y="15672"/>
                  </a:lnTo>
                  <a:lnTo>
                    <a:pt x="383810" y="22726"/>
                  </a:lnTo>
                  <a:lnTo>
                    <a:pt x="402596" y="12672"/>
                  </a:lnTo>
                  <a:lnTo>
                    <a:pt x="421000" y="18290"/>
                  </a:lnTo>
                  <a:lnTo>
                    <a:pt x="437701" y="36987"/>
                  </a:lnTo>
                  <a:lnTo>
                    <a:pt x="429274" y="81269"/>
                  </a:lnTo>
                  <a:lnTo>
                    <a:pt x="441146" y="94475"/>
                  </a:lnTo>
                  <a:lnTo>
                    <a:pt x="433710" y="118383"/>
                  </a:lnTo>
                  <a:lnTo>
                    <a:pt x="462804" y="140079"/>
                  </a:lnTo>
                  <a:lnTo>
                    <a:pt x="485682" y="125577"/>
                  </a:lnTo>
                  <a:lnTo>
                    <a:pt x="497706" y="97614"/>
                  </a:lnTo>
                  <a:lnTo>
                    <a:pt x="484119" y="56840"/>
                  </a:lnTo>
                  <a:lnTo>
                    <a:pt x="492864" y="25598"/>
                  </a:lnTo>
                  <a:lnTo>
                    <a:pt x="511522" y="18544"/>
                  </a:lnTo>
                  <a:lnTo>
                    <a:pt x="517877" y="44549"/>
                  </a:lnTo>
                  <a:lnTo>
                    <a:pt x="534464" y="58530"/>
                  </a:lnTo>
                  <a:lnTo>
                    <a:pt x="556783" y="59967"/>
                  </a:lnTo>
                  <a:lnTo>
                    <a:pt x="568527" y="95555"/>
                  </a:lnTo>
                  <a:lnTo>
                    <a:pt x="570612" y="141439"/>
                  </a:lnTo>
                  <a:lnTo>
                    <a:pt x="596452" y="140397"/>
                  </a:lnTo>
                  <a:lnTo>
                    <a:pt x="623855" y="122234"/>
                  </a:lnTo>
                  <a:lnTo>
                    <a:pt x="653088" y="130864"/>
                  </a:lnTo>
                  <a:lnTo>
                    <a:pt x="666396" y="153590"/>
                  </a:lnTo>
                  <a:lnTo>
                    <a:pt x="682589" y="163669"/>
                  </a:lnTo>
                  <a:lnTo>
                    <a:pt x="675522" y="184222"/>
                  </a:lnTo>
                  <a:lnTo>
                    <a:pt x="641840" y="187870"/>
                  </a:lnTo>
                  <a:lnTo>
                    <a:pt x="622902" y="220293"/>
                  </a:lnTo>
                  <a:lnTo>
                    <a:pt x="633604" y="252717"/>
                  </a:lnTo>
                  <a:lnTo>
                    <a:pt x="657207" y="258195"/>
                  </a:lnTo>
                  <a:lnTo>
                    <a:pt x="670654" y="267601"/>
                  </a:lnTo>
                  <a:lnTo>
                    <a:pt x="654982" y="337786"/>
                  </a:lnTo>
                  <a:lnTo>
                    <a:pt x="634900" y="344459"/>
                  </a:lnTo>
                  <a:lnTo>
                    <a:pt x="594316" y="273752"/>
                  </a:lnTo>
                  <a:lnTo>
                    <a:pt x="570701" y="292563"/>
                  </a:lnTo>
                  <a:lnTo>
                    <a:pt x="541366" y="271922"/>
                  </a:lnTo>
                  <a:lnTo>
                    <a:pt x="524270" y="284734"/>
                  </a:lnTo>
                  <a:lnTo>
                    <a:pt x="551025" y="324339"/>
                  </a:lnTo>
                  <a:lnTo>
                    <a:pt x="524131" y="348387"/>
                  </a:lnTo>
                  <a:lnTo>
                    <a:pt x="516695" y="355187"/>
                  </a:lnTo>
                  <a:lnTo>
                    <a:pt x="487335" y="337024"/>
                  </a:lnTo>
                  <a:lnTo>
                    <a:pt x="462944" y="342629"/>
                  </a:lnTo>
                  <a:lnTo>
                    <a:pt x="448454" y="344472"/>
                  </a:lnTo>
                  <a:lnTo>
                    <a:pt x="446484" y="384725"/>
                  </a:lnTo>
                  <a:lnTo>
                    <a:pt x="426389" y="383556"/>
                  </a:lnTo>
                  <a:lnTo>
                    <a:pt x="410743" y="404108"/>
                  </a:lnTo>
                  <a:lnTo>
                    <a:pt x="394550" y="402024"/>
                  </a:lnTo>
                  <a:lnTo>
                    <a:pt x="385539" y="420314"/>
                  </a:lnTo>
                  <a:lnTo>
                    <a:pt x="354487" y="435998"/>
                  </a:lnTo>
                  <a:lnTo>
                    <a:pt x="334253" y="426199"/>
                  </a:lnTo>
                  <a:close/>
                </a:path>
              </a:pathLst>
            </a:custGeom>
            <a:solidFill>
              <a:srgbClr val="FFFFFF"/>
            </a:solidFill>
            <a:ln w="12700" cap="flat">
              <a:noFill/>
              <a:prstDash val="solid"/>
              <a:miter/>
            </a:ln>
          </p:spPr>
          <p:txBody>
            <a:bodyPr rtlCol="0" anchor="ctr"/>
            <a:lstStyle/>
            <a:p>
              <a:endParaRPr lang="de-CH"/>
            </a:p>
          </p:txBody>
        </p:sp>
        <p:sp>
          <p:nvSpPr>
            <p:cNvPr id="109" name="Freihandform: Form 108">
              <a:extLst>
                <a:ext uri="{FF2B5EF4-FFF2-40B4-BE49-F238E27FC236}">
                  <a16:creationId xmlns:a16="http://schemas.microsoft.com/office/drawing/2014/main" id="{5736D250-4AE2-69FB-39D3-812FC195BB51}"/>
                </a:ext>
              </a:extLst>
            </p:cNvPr>
            <p:cNvSpPr/>
            <p:nvPr/>
          </p:nvSpPr>
          <p:spPr>
            <a:xfrm>
              <a:off x="6465557" y="486499"/>
              <a:ext cx="953494" cy="760870"/>
            </a:xfrm>
            <a:custGeom>
              <a:avLst/>
              <a:gdLst>
                <a:gd name="connsiteX0" fmla="*/ 786050 w 953494"/>
                <a:gd name="connsiteY0" fmla="*/ 301982 h 760870"/>
                <a:gd name="connsiteX1" fmla="*/ 737497 w 953494"/>
                <a:gd name="connsiteY1" fmla="*/ 294648 h 760870"/>
                <a:gd name="connsiteX2" fmla="*/ 738666 w 953494"/>
                <a:gd name="connsiteY2" fmla="*/ 255844 h 760870"/>
                <a:gd name="connsiteX3" fmla="*/ 758126 w 953494"/>
                <a:gd name="connsiteY3" fmla="*/ 247607 h 760870"/>
                <a:gd name="connsiteX4" fmla="*/ 767658 w 953494"/>
                <a:gd name="connsiteY4" fmla="*/ 231008 h 760870"/>
                <a:gd name="connsiteX5" fmla="*/ 796497 w 953494"/>
                <a:gd name="connsiteY5" fmla="*/ 233232 h 760870"/>
                <a:gd name="connsiteX6" fmla="*/ 791019 w 953494"/>
                <a:gd name="connsiteY6" fmla="*/ 211269 h 760870"/>
                <a:gd name="connsiteX7" fmla="*/ 815423 w 953494"/>
                <a:gd name="connsiteY7" fmla="*/ 197796 h 760870"/>
                <a:gd name="connsiteX8" fmla="*/ 823494 w 953494"/>
                <a:gd name="connsiteY8" fmla="*/ 242498 h 760870"/>
                <a:gd name="connsiteX9" fmla="*/ 837856 w 953494"/>
                <a:gd name="connsiteY9" fmla="*/ 256365 h 760870"/>
                <a:gd name="connsiteX10" fmla="*/ 857964 w 953494"/>
                <a:gd name="connsiteY10" fmla="*/ 251128 h 760870"/>
                <a:gd name="connsiteX11" fmla="*/ 856782 w 953494"/>
                <a:gd name="connsiteY11" fmla="*/ 269952 h 760870"/>
                <a:gd name="connsiteX12" fmla="*/ 895142 w 953494"/>
                <a:gd name="connsiteY12" fmla="*/ 278849 h 760870"/>
                <a:gd name="connsiteX13" fmla="*/ 896590 w 953494"/>
                <a:gd name="connsiteY13" fmla="*/ 302363 h 760870"/>
                <a:gd name="connsiteX14" fmla="*/ 945652 w 953494"/>
                <a:gd name="connsiteY14" fmla="*/ 296008 h 760870"/>
                <a:gd name="connsiteX15" fmla="*/ 952452 w 953494"/>
                <a:gd name="connsiteY15" fmla="*/ 329461 h 760870"/>
                <a:gd name="connsiteX16" fmla="*/ 906504 w 953494"/>
                <a:gd name="connsiteY16" fmla="*/ 328546 h 760870"/>
                <a:gd name="connsiteX17" fmla="*/ 904280 w 953494"/>
                <a:gd name="connsiteY17" fmla="*/ 369066 h 760870"/>
                <a:gd name="connsiteX18" fmla="*/ 937428 w 953494"/>
                <a:gd name="connsiteY18" fmla="*/ 383835 h 760870"/>
                <a:gd name="connsiteX19" fmla="*/ 953494 w 953494"/>
                <a:gd name="connsiteY19" fmla="*/ 441870 h 760870"/>
                <a:gd name="connsiteX20" fmla="*/ 932751 w 953494"/>
                <a:gd name="connsiteY20" fmla="*/ 436112 h 760870"/>
                <a:gd name="connsiteX21" fmla="*/ 924515 w 953494"/>
                <a:gd name="connsiteY21" fmla="*/ 435858 h 760870"/>
                <a:gd name="connsiteX22" fmla="*/ 923460 w 953494"/>
                <a:gd name="connsiteY22" fmla="*/ 437422 h 760870"/>
                <a:gd name="connsiteX23" fmla="*/ 922036 w 953494"/>
                <a:gd name="connsiteY23" fmla="*/ 439786 h 760870"/>
                <a:gd name="connsiteX24" fmla="*/ 928303 w 953494"/>
                <a:gd name="connsiteY24" fmla="*/ 446141 h 760870"/>
                <a:gd name="connsiteX25" fmla="*/ 905983 w 953494"/>
                <a:gd name="connsiteY25" fmla="*/ 457771 h 760870"/>
                <a:gd name="connsiteX26" fmla="*/ 902844 w 953494"/>
                <a:gd name="connsiteY26" fmla="*/ 426669 h 760870"/>
                <a:gd name="connsiteX27" fmla="*/ 875059 w 953494"/>
                <a:gd name="connsiteY27" fmla="*/ 398567 h 760870"/>
                <a:gd name="connsiteX28" fmla="*/ 811369 w 953494"/>
                <a:gd name="connsiteY28" fmla="*/ 378828 h 760870"/>
                <a:gd name="connsiteX29" fmla="*/ 798061 w 953494"/>
                <a:gd name="connsiteY29" fmla="*/ 385361 h 760870"/>
                <a:gd name="connsiteX30" fmla="*/ 792977 w 953494"/>
                <a:gd name="connsiteY30" fmla="*/ 388106 h 760870"/>
                <a:gd name="connsiteX31" fmla="*/ 778881 w 953494"/>
                <a:gd name="connsiteY31" fmla="*/ 386543 h 760870"/>
                <a:gd name="connsiteX32" fmla="*/ 794133 w 953494"/>
                <a:gd name="connsiteY32" fmla="*/ 343328 h 760870"/>
                <a:gd name="connsiteX33" fmla="*/ 811369 w 953494"/>
                <a:gd name="connsiteY33" fmla="*/ 333910 h 760870"/>
                <a:gd name="connsiteX34" fmla="*/ 796625 w 953494"/>
                <a:gd name="connsiteY34" fmla="*/ 322687 h 760870"/>
                <a:gd name="connsiteX35" fmla="*/ 340011 w 953494"/>
                <a:gd name="connsiteY35" fmla="*/ 693456 h 760870"/>
                <a:gd name="connsiteX36" fmla="*/ 329957 w 953494"/>
                <a:gd name="connsiteY36" fmla="*/ 746394 h 760870"/>
                <a:gd name="connsiteX37" fmla="*/ 312773 w 953494"/>
                <a:gd name="connsiteY37" fmla="*/ 760871 h 760870"/>
                <a:gd name="connsiteX38" fmla="*/ 295550 w 953494"/>
                <a:gd name="connsiteY38" fmla="*/ 698006 h 760870"/>
                <a:gd name="connsiteX39" fmla="*/ 271681 w 953494"/>
                <a:gd name="connsiteY39" fmla="*/ 693837 h 760870"/>
                <a:gd name="connsiteX40" fmla="*/ 276116 w 953494"/>
                <a:gd name="connsiteY40" fmla="*/ 657626 h 760870"/>
                <a:gd name="connsiteX41" fmla="*/ 292551 w 953494"/>
                <a:gd name="connsiteY41" fmla="*/ 644407 h 760870"/>
                <a:gd name="connsiteX42" fmla="*/ 314870 w 953494"/>
                <a:gd name="connsiteY42" fmla="*/ 627693 h 760870"/>
                <a:gd name="connsiteX43" fmla="*/ 327656 w 953494"/>
                <a:gd name="connsiteY43" fmla="*/ 621681 h 760870"/>
                <a:gd name="connsiteX44" fmla="*/ 364071 w 953494"/>
                <a:gd name="connsiteY44" fmla="*/ 625990 h 760870"/>
                <a:gd name="connsiteX45" fmla="*/ 392987 w 953494"/>
                <a:gd name="connsiteY45" fmla="*/ 602387 h 760870"/>
                <a:gd name="connsiteX46" fmla="*/ 390508 w 953494"/>
                <a:gd name="connsiteY46" fmla="*/ 634404 h 760870"/>
                <a:gd name="connsiteX47" fmla="*/ 371443 w 953494"/>
                <a:gd name="connsiteY47" fmla="*/ 645005 h 760870"/>
                <a:gd name="connsiteX48" fmla="*/ 326029 w 953494"/>
                <a:gd name="connsiteY48" fmla="*/ 411137 h 760870"/>
                <a:gd name="connsiteX49" fmla="*/ 292106 w 953494"/>
                <a:gd name="connsiteY49" fmla="*/ 419119 h 760870"/>
                <a:gd name="connsiteX50" fmla="*/ 282052 w 953494"/>
                <a:gd name="connsiteY50" fmla="*/ 451136 h 760870"/>
                <a:gd name="connsiteX51" fmla="*/ 253085 w 953494"/>
                <a:gd name="connsiteY51" fmla="*/ 443434 h 760870"/>
                <a:gd name="connsiteX52" fmla="*/ 262999 w 953494"/>
                <a:gd name="connsiteY52" fmla="*/ 477281 h 760870"/>
                <a:gd name="connsiteX53" fmla="*/ 259733 w 953494"/>
                <a:gd name="connsiteY53" fmla="*/ 491656 h 760870"/>
                <a:gd name="connsiteX54" fmla="*/ 190170 w 953494"/>
                <a:gd name="connsiteY54" fmla="*/ 480547 h 760870"/>
                <a:gd name="connsiteX55" fmla="*/ 187170 w 953494"/>
                <a:gd name="connsiteY55" fmla="*/ 497668 h 760870"/>
                <a:gd name="connsiteX56" fmla="*/ 158852 w 953494"/>
                <a:gd name="connsiteY56" fmla="*/ 495317 h 760870"/>
                <a:gd name="connsiteX57" fmla="*/ 146968 w 953494"/>
                <a:gd name="connsiteY57" fmla="*/ 513746 h 760870"/>
                <a:gd name="connsiteX58" fmla="*/ 124535 w 953494"/>
                <a:gd name="connsiteY58" fmla="*/ 494796 h 760870"/>
                <a:gd name="connsiteX59" fmla="*/ 122831 w 953494"/>
                <a:gd name="connsiteY59" fmla="*/ 471269 h 760870"/>
                <a:gd name="connsiteX60" fmla="*/ 95695 w 953494"/>
                <a:gd name="connsiteY60" fmla="*/ 460147 h 760870"/>
                <a:gd name="connsiteX61" fmla="*/ 86429 w 953494"/>
                <a:gd name="connsiteY61" fmla="*/ 464863 h 760870"/>
                <a:gd name="connsiteX62" fmla="*/ 50841 w 953494"/>
                <a:gd name="connsiteY62" fmla="*/ 437409 h 760870"/>
                <a:gd name="connsiteX63" fmla="*/ 21607 w 953494"/>
                <a:gd name="connsiteY63" fmla="*/ 425970 h 760870"/>
                <a:gd name="connsiteX64" fmla="*/ 8999 w 953494"/>
                <a:gd name="connsiteY64" fmla="*/ 396863 h 760870"/>
                <a:gd name="connsiteX65" fmla="*/ 37851 w 953494"/>
                <a:gd name="connsiteY65" fmla="*/ 373744 h 760870"/>
                <a:gd name="connsiteX66" fmla="*/ 0 w 953494"/>
                <a:gd name="connsiteY66" fmla="*/ 332690 h 760870"/>
                <a:gd name="connsiteX67" fmla="*/ 25967 w 953494"/>
                <a:gd name="connsiteY67" fmla="*/ 294788 h 760870"/>
                <a:gd name="connsiteX68" fmla="*/ 44244 w 953494"/>
                <a:gd name="connsiteY68" fmla="*/ 291915 h 760870"/>
                <a:gd name="connsiteX69" fmla="*/ 82083 w 953494"/>
                <a:gd name="connsiteY69" fmla="*/ 256327 h 760870"/>
                <a:gd name="connsiteX70" fmla="*/ 105062 w 953494"/>
                <a:gd name="connsiteY70" fmla="*/ 257598 h 760870"/>
                <a:gd name="connsiteX71" fmla="*/ 108952 w 953494"/>
                <a:gd name="connsiteY71" fmla="*/ 237605 h 760870"/>
                <a:gd name="connsiteX72" fmla="*/ 99712 w 953494"/>
                <a:gd name="connsiteY72" fmla="*/ 230283 h 760870"/>
                <a:gd name="connsiteX73" fmla="*/ 91475 w 953494"/>
                <a:gd name="connsiteY73" fmla="*/ 210799 h 760870"/>
                <a:gd name="connsiteX74" fmla="*/ 105062 w 953494"/>
                <a:gd name="connsiteY74" fmla="*/ 196563 h 760870"/>
                <a:gd name="connsiteX75" fmla="*/ 105698 w 953494"/>
                <a:gd name="connsiteY75" fmla="*/ 177752 h 760870"/>
                <a:gd name="connsiteX76" fmla="*/ 129847 w 953494"/>
                <a:gd name="connsiteY76" fmla="*/ 164673 h 760870"/>
                <a:gd name="connsiteX77" fmla="*/ 131678 w 953494"/>
                <a:gd name="connsiteY77" fmla="*/ 138668 h 760870"/>
                <a:gd name="connsiteX78" fmla="*/ 166529 w 953494"/>
                <a:gd name="connsiteY78" fmla="*/ 102584 h 760870"/>
                <a:gd name="connsiteX79" fmla="*/ 187679 w 953494"/>
                <a:gd name="connsiteY79" fmla="*/ 106778 h 760870"/>
                <a:gd name="connsiteX80" fmla="*/ 214167 w 953494"/>
                <a:gd name="connsiteY80" fmla="*/ 96051 h 760870"/>
                <a:gd name="connsiteX81" fmla="*/ 236079 w 953494"/>
                <a:gd name="connsiteY81" fmla="*/ 104414 h 760870"/>
                <a:gd name="connsiteX82" fmla="*/ 249132 w 953494"/>
                <a:gd name="connsiteY82" fmla="*/ 88349 h 760870"/>
                <a:gd name="connsiteX83" fmla="*/ 299770 w 953494"/>
                <a:gd name="connsiteY83" fmla="*/ 70300 h 760870"/>
                <a:gd name="connsiteX84" fmla="*/ 326652 w 953494"/>
                <a:gd name="connsiteY84" fmla="*/ 89264 h 760870"/>
                <a:gd name="connsiteX85" fmla="*/ 348450 w 953494"/>
                <a:gd name="connsiteY85" fmla="*/ 77621 h 760870"/>
                <a:gd name="connsiteX86" fmla="*/ 340100 w 953494"/>
                <a:gd name="connsiteY86" fmla="*/ 60640 h 760870"/>
                <a:gd name="connsiteX87" fmla="*/ 314133 w 953494"/>
                <a:gd name="connsiteY87" fmla="*/ 48223 h 760870"/>
                <a:gd name="connsiteX88" fmla="*/ 318683 w 953494"/>
                <a:gd name="connsiteY88" fmla="*/ 0 h 760870"/>
                <a:gd name="connsiteX89" fmla="*/ 339439 w 953494"/>
                <a:gd name="connsiteY89" fmla="*/ 4563 h 760870"/>
                <a:gd name="connsiteX90" fmla="*/ 343366 w 953494"/>
                <a:gd name="connsiteY90" fmla="*/ 24429 h 760870"/>
                <a:gd name="connsiteX91" fmla="*/ 371405 w 953494"/>
                <a:gd name="connsiteY91" fmla="*/ 15672 h 760870"/>
                <a:gd name="connsiteX92" fmla="*/ 383810 w 953494"/>
                <a:gd name="connsiteY92" fmla="*/ 22726 h 760870"/>
                <a:gd name="connsiteX93" fmla="*/ 402596 w 953494"/>
                <a:gd name="connsiteY93" fmla="*/ 12672 h 760870"/>
                <a:gd name="connsiteX94" fmla="*/ 421000 w 953494"/>
                <a:gd name="connsiteY94" fmla="*/ 18290 h 760870"/>
                <a:gd name="connsiteX95" fmla="*/ 437701 w 953494"/>
                <a:gd name="connsiteY95" fmla="*/ 36987 h 760870"/>
                <a:gd name="connsiteX96" fmla="*/ 429274 w 953494"/>
                <a:gd name="connsiteY96" fmla="*/ 81269 h 760870"/>
                <a:gd name="connsiteX97" fmla="*/ 441146 w 953494"/>
                <a:gd name="connsiteY97" fmla="*/ 94475 h 760870"/>
                <a:gd name="connsiteX98" fmla="*/ 433710 w 953494"/>
                <a:gd name="connsiteY98" fmla="*/ 118383 h 760870"/>
                <a:gd name="connsiteX99" fmla="*/ 462804 w 953494"/>
                <a:gd name="connsiteY99" fmla="*/ 140079 h 760870"/>
                <a:gd name="connsiteX100" fmla="*/ 485682 w 953494"/>
                <a:gd name="connsiteY100" fmla="*/ 125577 h 760870"/>
                <a:gd name="connsiteX101" fmla="*/ 497706 w 953494"/>
                <a:gd name="connsiteY101" fmla="*/ 97614 h 760870"/>
                <a:gd name="connsiteX102" fmla="*/ 484119 w 953494"/>
                <a:gd name="connsiteY102" fmla="*/ 56840 h 760870"/>
                <a:gd name="connsiteX103" fmla="*/ 492864 w 953494"/>
                <a:gd name="connsiteY103" fmla="*/ 25598 h 760870"/>
                <a:gd name="connsiteX104" fmla="*/ 511522 w 953494"/>
                <a:gd name="connsiteY104" fmla="*/ 18544 h 760870"/>
                <a:gd name="connsiteX105" fmla="*/ 517877 w 953494"/>
                <a:gd name="connsiteY105" fmla="*/ 44549 h 760870"/>
                <a:gd name="connsiteX106" fmla="*/ 534464 w 953494"/>
                <a:gd name="connsiteY106" fmla="*/ 58530 h 760870"/>
                <a:gd name="connsiteX107" fmla="*/ 556783 w 953494"/>
                <a:gd name="connsiteY107" fmla="*/ 59967 h 760870"/>
                <a:gd name="connsiteX108" fmla="*/ 568527 w 953494"/>
                <a:gd name="connsiteY108" fmla="*/ 95555 h 760870"/>
                <a:gd name="connsiteX109" fmla="*/ 570612 w 953494"/>
                <a:gd name="connsiteY109" fmla="*/ 141439 h 760870"/>
                <a:gd name="connsiteX110" fmla="*/ 596452 w 953494"/>
                <a:gd name="connsiteY110" fmla="*/ 140397 h 760870"/>
                <a:gd name="connsiteX111" fmla="*/ 623855 w 953494"/>
                <a:gd name="connsiteY111" fmla="*/ 122234 h 760870"/>
                <a:gd name="connsiteX112" fmla="*/ 653088 w 953494"/>
                <a:gd name="connsiteY112" fmla="*/ 130864 h 760870"/>
                <a:gd name="connsiteX113" fmla="*/ 666396 w 953494"/>
                <a:gd name="connsiteY113" fmla="*/ 153590 h 760870"/>
                <a:gd name="connsiteX114" fmla="*/ 682589 w 953494"/>
                <a:gd name="connsiteY114" fmla="*/ 163669 h 760870"/>
                <a:gd name="connsiteX115" fmla="*/ 675522 w 953494"/>
                <a:gd name="connsiteY115" fmla="*/ 184222 h 760870"/>
                <a:gd name="connsiteX116" fmla="*/ 641840 w 953494"/>
                <a:gd name="connsiteY116" fmla="*/ 187870 h 760870"/>
                <a:gd name="connsiteX117" fmla="*/ 622902 w 953494"/>
                <a:gd name="connsiteY117" fmla="*/ 220293 h 760870"/>
                <a:gd name="connsiteX118" fmla="*/ 633604 w 953494"/>
                <a:gd name="connsiteY118" fmla="*/ 252717 h 760870"/>
                <a:gd name="connsiteX119" fmla="*/ 657207 w 953494"/>
                <a:gd name="connsiteY119" fmla="*/ 258195 h 760870"/>
                <a:gd name="connsiteX120" fmla="*/ 670654 w 953494"/>
                <a:gd name="connsiteY120" fmla="*/ 267601 h 760870"/>
                <a:gd name="connsiteX121" fmla="*/ 654982 w 953494"/>
                <a:gd name="connsiteY121" fmla="*/ 337786 h 760870"/>
                <a:gd name="connsiteX122" fmla="*/ 634900 w 953494"/>
                <a:gd name="connsiteY122" fmla="*/ 344459 h 760870"/>
                <a:gd name="connsiteX123" fmla="*/ 594316 w 953494"/>
                <a:gd name="connsiteY123" fmla="*/ 273752 h 760870"/>
                <a:gd name="connsiteX124" fmla="*/ 570701 w 953494"/>
                <a:gd name="connsiteY124" fmla="*/ 292563 h 760870"/>
                <a:gd name="connsiteX125" fmla="*/ 541366 w 953494"/>
                <a:gd name="connsiteY125" fmla="*/ 271922 h 760870"/>
                <a:gd name="connsiteX126" fmla="*/ 524270 w 953494"/>
                <a:gd name="connsiteY126" fmla="*/ 284734 h 760870"/>
                <a:gd name="connsiteX127" fmla="*/ 551025 w 953494"/>
                <a:gd name="connsiteY127" fmla="*/ 324339 h 760870"/>
                <a:gd name="connsiteX128" fmla="*/ 524131 w 953494"/>
                <a:gd name="connsiteY128" fmla="*/ 348387 h 760870"/>
                <a:gd name="connsiteX129" fmla="*/ 516695 w 953494"/>
                <a:gd name="connsiteY129" fmla="*/ 355187 h 760870"/>
                <a:gd name="connsiteX130" fmla="*/ 487335 w 953494"/>
                <a:gd name="connsiteY130" fmla="*/ 337024 h 760870"/>
                <a:gd name="connsiteX131" fmla="*/ 462944 w 953494"/>
                <a:gd name="connsiteY131" fmla="*/ 342629 h 760870"/>
                <a:gd name="connsiteX132" fmla="*/ 448454 w 953494"/>
                <a:gd name="connsiteY132" fmla="*/ 344472 h 760870"/>
                <a:gd name="connsiteX133" fmla="*/ 446484 w 953494"/>
                <a:gd name="connsiteY133" fmla="*/ 384725 h 760870"/>
                <a:gd name="connsiteX134" fmla="*/ 426389 w 953494"/>
                <a:gd name="connsiteY134" fmla="*/ 383556 h 760870"/>
                <a:gd name="connsiteX135" fmla="*/ 410743 w 953494"/>
                <a:gd name="connsiteY135" fmla="*/ 404108 h 760870"/>
                <a:gd name="connsiteX136" fmla="*/ 394550 w 953494"/>
                <a:gd name="connsiteY136" fmla="*/ 402024 h 760870"/>
                <a:gd name="connsiteX137" fmla="*/ 385539 w 953494"/>
                <a:gd name="connsiteY137" fmla="*/ 420314 h 760870"/>
                <a:gd name="connsiteX138" fmla="*/ 354487 w 953494"/>
                <a:gd name="connsiteY138" fmla="*/ 435998 h 760870"/>
                <a:gd name="connsiteX139" fmla="*/ 334253 w 953494"/>
                <a:gd name="connsiteY139" fmla="*/ 426199 h 760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953494" h="760870">
                  <a:moveTo>
                    <a:pt x="786050" y="301982"/>
                  </a:moveTo>
                  <a:lnTo>
                    <a:pt x="737497" y="294648"/>
                  </a:lnTo>
                  <a:lnTo>
                    <a:pt x="738666" y="255844"/>
                  </a:lnTo>
                  <a:lnTo>
                    <a:pt x="758126" y="247607"/>
                  </a:lnTo>
                  <a:lnTo>
                    <a:pt x="767658" y="231008"/>
                  </a:lnTo>
                  <a:lnTo>
                    <a:pt x="796497" y="233232"/>
                  </a:lnTo>
                  <a:lnTo>
                    <a:pt x="791019" y="211269"/>
                  </a:lnTo>
                  <a:lnTo>
                    <a:pt x="815423" y="197796"/>
                  </a:lnTo>
                  <a:lnTo>
                    <a:pt x="823494" y="242498"/>
                  </a:lnTo>
                  <a:lnTo>
                    <a:pt x="837856" y="256365"/>
                  </a:lnTo>
                  <a:lnTo>
                    <a:pt x="857964" y="251128"/>
                  </a:lnTo>
                  <a:lnTo>
                    <a:pt x="856782" y="269952"/>
                  </a:lnTo>
                  <a:lnTo>
                    <a:pt x="895142" y="278849"/>
                  </a:lnTo>
                  <a:lnTo>
                    <a:pt x="896590" y="302363"/>
                  </a:lnTo>
                  <a:lnTo>
                    <a:pt x="945652" y="296008"/>
                  </a:lnTo>
                  <a:lnTo>
                    <a:pt x="952452" y="329461"/>
                  </a:lnTo>
                  <a:lnTo>
                    <a:pt x="906504" y="328546"/>
                  </a:lnTo>
                  <a:lnTo>
                    <a:pt x="904280" y="369066"/>
                  </a:lnTo>
                  <a:lnTo>
                    <a:pt x="937428" y="383835"/>
                  </a:lnTo>
                  <a:lnTo>
                    <a:pt x="953494" y="441870"/>
                  </a:lnTo>
                  <a:lnTo>
                    <a:pt x="932751" y="436112"/>
                  </a:lnTo>
                  <a:lnTo>
                    <a:pt x="924515" y="435858"/>
                  </a:lnTo>
                  <a:lnTo>
                    <a:pt x="923460" y="437422"/>
                  </a:lnTo>
                  <a:lnTo>
                    <a:pt x="922036" y="439786"/>
                  </a:lnTo>
                  <a:lnTo>
                    <a:pt x="928303" y="446141"/>
                  </a:lnTo>
                  <a:lnTo>
                    <a:pt x="905983" y="457771"/>
                  </a:lnTo>
                  <a:lnTo>
                    <a:pt x="902844" y="426669"/>
                  </a:lnTo>
                  <a:lnTo>
                    <a:pt x="875059" y="398567"/>
                  </a:lnTo>
                  <a:lnTo>
                    <a:pt x="811369" y="378828"/>
                  </a:lnTo>
                  <a:lnTo>
                    <a:pt x="798061" y="385361"/>
                  </a:lnTo>
                  <a:lnTo>
                    <a:pt x="792977" y="388106"/>
                  </a:lnTo>
                  <a:lnTo>
                    <a:pt x="778881" y="386543"/>
                  </a:lnTo>
                  <a:lnTo>
                    <a:pt x="794133" y="343328"/>
                  </a:lnTo>
                  <a:lnTo>
                    <a:pt x="811369" y="333910"/>
                  </a:lnTo>
                  <a:lnTo>
                    <a:pt x="796625" y="322687"/>
                  </a:lnTo>
                  <a:close/>
                  <a:moveTo>
                    <a:pt x="340011" y="693456"/>
                  </a:moveTo>
                  <a:lnTo>
                    <a:pt x="329957" y="746394"/>
                  </a:lnTo>
                  <a:lnTo>
                    <a:pt x="312773" y="760871"/>
                  </a:lnTo>
                  <a:lnTo>
                    <a:pt x="295550" y="698006"/>
                  </a:lnTo>
                  <a:lnTo>
                    <a:pt x="271681" y="693837"/>
                  </a:lnTo>
                  <a:lnTo>
                    <a:pt x="276116" y="657626"/>
                  </a:lnTo>
                  <a:lnTo>
                    <a:pt x="292551" y="644407"/>
                  </a:lnTo>
                  <a:lnTo>
                    <a:pt x="314870" y="627693"/>
                  </a:lnTo>
                  <a:lnTo>
                    <a:pt x="327656" y="621681"/>
                  </a:lnTo>
                  <a:lnTo>
                    <a:pt x="364071" y="625990"/>
                  </a:lnTo>
                  <a:lnTo>
                    <a:pt x="392987" y="602387"/>
                  </a:lnTo>
                  <a:lnTo>
                    <a:pt x="390508" y="634404"/>
                  </a:lnTo>
                  <a:lnTo>
                    <a:pt x="371443" y="645005"/>
                  </a:lnTo>
                  <a:close/>
                  <a:moveTo>
                    <a:pt x="326029" y="411137"/>
                  </a:moveTo>
                  <a:lnTo>
                    <a:pt x="292106" y="419119"/>
                  </a:lnTo>
                  <a:lnTo>
                    <a:pt x="282052" y="451136"/>
                  </a:lnTo>
                  <a:lnTo>
                    <a:pt x="253085" y="443434"/>
                  </a:lnTo>
                  <a:lnTo>
                    <a:pt x="262999" y="477281"/>
                  </a:lnTo>
                  <a:lnTo>
                    <a:pt x="259733" y="491656"/>
                  </a:lnTo>
                  <a:lnTo>
                    <a:pt x="190170" y="480547"/>
                  </a:lnTo>
                  <a:lnTo>
                    <a:pt x="187170" y="497668"/>
                  </a:lnTo>
                  <a:lnTo>
                    <a:pt x="158852" y="495317"/>
                  </a:lnTo>
                  <a:lnTo>
                    <a:pt x="146968" y="513746"/>
                  </a:lnTo>
                  <a:lnTo>
                    <a:pt x="124535" y="494796"/>
                  </a:lnTo>
                  <a:lnTo>
                    <a:pt x="122831" y="471269"/>
                  </a:lnTo>
                  <a:lnTo>
                    <a:pt x="95695" y="460147"/>
                  </a:lnTo>
                  <a:lnTo>
                    <a:pt x="86429" y="464863"/>
                  </a:lnTo>
                  <a:lnTo>
                    <a:pt x="50841" y="437409"/>
                  </a:lnTo>
                  <a:lnTo>
                    <a:pt x="21607" y="425970"/>
                  </a:lnTo>
                  <a:lnTo>
                    <a:pt x="8999" y="396863"/>
                  </a:lnTo>
                  <a:lnTo>
                    <a:pt x="37851" y="373744"/>
                  </a:lnTo>
                  <a:lnTo>
                    <a:pt x="0" y="332690"/>
                  </a:lnTo>
                  <a:lnTo>
                    <a:pt x="25967" y="294788"/>
                  </a:lnTo>
                  <a:lnTo>
                    <a:pt x="44244" y="291915"/>
                  </a:lnTo>
                  <a:lnTo>
                    <a:pt x="82083" y="256327"/>
                  </a:lnTo>
                  <a:lnTo>
                    <a:pt x="105062" y="257598"/>
                  </a:lnTo>
                  <a:lnTo>
                    <a:pt x="108952" y="237605"/>
                  </a:lnTo>
                  <a:lnTo>
                    <a:pt x="99712" y="230283"/>
                  </a:lnTo>
                  <a:lnTo>
                    <a:pt x="91475" y="210799"/>
                  </a:lnTo>
                  <a:lnTo>
                    <a:pt x="105062" y="196563"/>
                  </a:lnTo>
                  <a:lnTo>
                    <a:pt x="105698" y="177752"/>
                  </a:lnTo>
                  <a:lnTo>
                    <a:pt x="129847" y="164673"/>
                  </a:lnTo>
                  <a:lnTo>
                    <a:pt x="131678" y="138668"/>
                  </a:lnTo>
                  <a:lnTo>
                    <a:pt x="166529" y="102584"/>
                  </a:lnTo>
                  <a:lnTo>
                    <a:pt x="187679" y="106778"/>
                  </a:lnTo>
                  <a:lnTo>
                    <a:pt x="214167" y="96051"/>
                  </a:lnTo>
                  <a:lnTo>
                    <a:pt x="236079" y="104414"/>
                  </a:lnTo>
                  <a:lnTo>
                    <a:pt x="249132" y="88349"/>
                  </a:lnTo>
                  <a:lnTo>
                    <a:pt x="299770" y="70300"/>
                  </a:lnTo>
                  <a:lnTo>
                    <a:pt x="326652" y="89264"/>
                  </a:lnTo>
                  <a:lnTo>
                    <a:pt x="348450" y="77621"/>
                  </a:lnTo>
                  <a:lnTo>
                    <a:pt x="340100" y="60640"/>
                  </a:lnTo>
                  <a:lnTo>
                    <a:pt x="314133" y="48223"/>
                  </a:lnTo>
                  <a:lnTo>
                    <a:pt x="318683" y="0"/>
                  </a:lnTo>
                  <a:lnTo>
                    <a:pt x="339439" y="4563"/>
                  </a:lnTo>
                  <a:lnTo>
                    <a:pt x="343366" y="24429"/>
                  </a:lnTo>
                  <a:lnTo>
                    <a:pt x="371405" y="15672"/>
                  </a:lnTo>
                  <a:lnTo>
                    <a:pt x="383810" y="22726"/>
                  </a:lnTo>
                  <a:lnTo>
                    <a:pt x="402596" y="12672"/>
                  </a:lnTo>
                  <a:lnTo>
                    <a:pt x="421000" y="18290"/>
                  </a:lnTo>
                  <a:lnTo>
                    <a:pt x="437701" y="36987"/>
                  </a:lnTo>
                  <a:lnTo>
                    <a:pt x="429274" y="81269"/>
                  </a:lnTo>
                  <a:lnTo>
                    <a:pt x="441146" y="94475"/>
                  </a:lnTo>
                  <a:lnTo>
                    <a:pt x="433710" y="118383"/>
                  </a:lnTo>
                  <a:lnTo>
                    <a:pt x="462804" y="140079"/>
                  </a:lnTo>
                  <a:lnTo>
                    <a:pt x="485682" y="125577"/>
                  </a:lnTo>
                  <a:lnTo>
                    <a:pt x="497706" y="97614"/>
                  </a:lnTo>
                  <a:lnTo>
                    <a:pt x="484119" y="56840"/>
                  </a:lnTo>
                  <a:lnTo>
                    <a:pt x="492864" y="25598"/>
                  </a:lnTo>
                  <a:lnTo>
                    <a:pt x="511522" y="18544"/>
                  </a:lnTo>
                  <a:lnTo>
                    <a:pt x="517877" y="44549"/>
                  </a:lnTo>
                  <a:lnTo>
                    <a:pt x="534464" y="58530"/>
                  </a:lnTo>
                  <a:lnTo>
                    <a:pt x="556783" y="59967"/>
                  </a:lnTo>
                  <a:lnTo>
                    <a:pt x="568527" y="95555"/>
                  </a:lnTo>
                  <a:lnTo>
                    <a:pt x="570612" y="141439"/>
                  </a:lnTo>
                  <a:lnTo>
                    <a:pt x="596452" y="140397"/>
                  </a:lnTo>
                  <a:lnTo>
                    <a:pt x="623855" y="122234"/>
                  </a:lnTo>
                  <a:lnTo>
                    <a:pt x="653088" y="130864"/>
                  </a:lnTo>
                  <a:lnTo>
                    <a:pt x="666396" y="153590"/>
                  </a:lnTo>
                  <a:lnTo>
                    <a:pt x="682589" y="163669"/>
                  </a:lnTo>
                  <a:lnTo>
                    <a:pt x="675522" y="184222"/>
                  </a:lnTo>
                  <a:lnTo>
                    <a:pt x="641840" y="187870"/>
                  </a:lnTo>
                  <a:lnTo>
                    <a:pt x="622902" y="220293"/>
                  </a:lnTo>
                  <a:lnTo>
                    <a:pt x="633604" y="252717"/>
                  </a:lnTo>
                  <a:lnTo>
                    <a:pt x="657207" y="258195"/>
                  </a:lnTo>
                  <a:lnTo>
                    <a:pt x="670654" y="267601"/>
                  </a:lnTo>
                  <a:lnTo>
                    <a:pt x="654982" y="337786"/>
                  </a:lnTo>
                  <a:lnTo>
                    <a:pt x="634900" y="344459"/>
                  </a:lnTo>
                  <a:lnTo>
                    <a:pt x="594316" y="273752"/>
                  </a:lnTo>
                  <a:lnTo>
                    <a:pt x="570701" y="292563"/>
                  </a:lnTo>
                  <a:lnTo>
                    <a:pt x="541366" y="271922"/>
                  </a:lnTo>
                  <a:lnTo>
                    <a:pt x="524270" y="284734"/>
                  </a:lnTo>
                  <a:lnTo>
                    <a:pt x="551025" y="324339"/>
                  </a:lnTo>
                  <a:lnTo>
                    <a:pt x="524131" y="348387"/>
                  </a:lnTo>
                  <a:lnTo>
                    <a:pt x="516695" y="355187"/>
                  </a:lnTo>
                  <a:lnTo>
                    <a:pt x="487335" y="337024"/>
                  </a:lnTo>
                  <a:lnTo>
                    <a:pt x="462944" y="342629"/>
                  </a:lnTo>
                  <a:lnTo>
                    <a:pt x="448454" y="344472"/>
                  </a:lnTo>
                  <a:lnTo>
                    <a:pt x="446484" y="384725"/>
                  </a:lnTo>
                  <a:lnTo>
                    <a:pt x="426389" y="383556"/>
                  </a:lnTo>
                  <a:lnTo>
                    <a:pt x="410743" y="404108"/>
                  </a:lnTo>
                  <a:lnTo>
                    <a:pt x="394550" y="402024"/>
                  </a:lnTo>
                  <a:lnTo>
                    <a:pt x="385539" y="420314"/>
                  </a:lnTo>
                  <a:lnTo>
                    <a:pt x="354487" y="435998"/>
                  </a:lnTo>
                  <a:lnTo>
                    <a:pt x="334253" y="426199"/>
                  </a:lnTo>
                  <a:close/>
                </a:path>
              </a:pathLst>
            </a:custGeom>
            <a:noFill/>
            <a:ln w="3810" cap="flat">
              <a:solidFill>
                <a:srgbClr val="E6E4E2"/>
              </a:solidFill>
              <a:prstDash val="solid"/>
              <a:miter/>
            </a:ln>
          </p:spPr>
          <p:txBody>
            <a:bodyPr rtlCol="0" anchor="ctr"/>
            <a:lstStyle/>
            <a:p>
              <a:endParaRPr lang="de-CH"/>
            </a:p>
          </p:txBody>
        </p:sp>
        <p:sp>
          <p:nvSpPr>
            <p:cNvPr id="110" name="Freihandform: Form 109">
              <a:extLst>
                <a:ext uri="{FF2B5EF4-FFF2-40B4-BE49-F238E27FC236}">
                  <a16:creationId xmlns:a16="http://schemas.microsoft.com/office/drawing/2014/main" id="{12B84EFB-D120-E03E-9E23-41078E053416}"/>
                </a:ext>
              </a:extLst>
            </p:cNvPr>
            <p:cNvSpPr/>
            <p:nvPr/>
          </p:nvSpPr>
          <p:spPr>
            <a:xfrm>
              <a:off x="8073894" y="1455080"/>
              <a:ext cx="880486" cy="676907"/>
            </a:xfrm>
            <a:custGeom>
              <a:avLst/>
              <a:gdLst>
                <a:gd name="connsiteX0" fmla="*/ 205663 w 880486"/>
                <a:gd name="connsiteY0" fmla="*/ 228847 h 676907"/>
                <a:gd name="connsiteX1" fmla="*/ 268439 w 880486"/>
                <a:gd name="connsiteY1" fmla="*/ 216950 h 676907"/>
                <a:gd name="connsiteX2" fmla="*/ 297812 w 880486"/>
                <a:gd name="connsiteY2" fmla="*/ 218921 h 676907"/>
                <a:gd name="connsiteX3" fmla="*/ 344904 w 880486"/>
                <a:gd name="connsiteY3" fmla="*/ 199690 h 676907"/>
                <a:gd name="connsiteX4" fmla="*/ 361478 w 880486"/>
                <a:gd name="connsiteY4" fmla="*/ 193030 h 676907"/>
                <a:gd name="connsiteX5" fmla="*/ 414213 w 880486"/>
                <a:gd name="connsiteY5" fmla="*/ 212642 h 676907"/>
                <a:gd name="connsiteX6" fmla="*/ 470977 w 880486"/>
                <a:gd name="connsiteY6" fmla="*/ 191861 h 676907"/>
                <a:gd name="connsiteX7" fmla="*/ 487157 w 880486"/>
                <a:gd name="connsiteY7" fmla="*/ 109791 h 676907"/>
                <a:gd name="connsiteX8" fmla="*/ 522262 w 880486"/>
                <a:gd name="connsiteY8" fmla="*/ 118790 h 676907"/>
                <a:gd name="connsiteX9" fmla="*/ 553707 w 880486"/>
                <a:gd name="connsiteY9" fmla="*/ 97360 h 676907"/>
                <a:gd name="connsiteX10" fmla="*/ 600557 w 880486"/>
                <a:gd name="connsiteY10" fmla="*/ 86124 h 676907"/>
                <a:gd name="connsiteX11" fmla="*/ 634620 w 880486"/>
                <a:gd name="connsiteY11" fmla="*/ 60895 h 676907"/>
                <a:gd name="connsiteX12" fmla="*/ 666078 w 880486"/>
                <a:gd name="connsiteY12" fmla="*/ 54235 h 676907"/>
                <a:gd name="connsiteX13" fmla="*/ 669866 w 880486"/>
                <a:gd name="connsiteY13" fmla="*/ 29005 h 676907"/>
                <a:gd name="connsiteX14" fmla="*/ 670781 w 880486"/>
                <a:gd name="connsiteY14" fmla="*/ 17769 h 676907"/>
                <a:gd name="connsiteX15" fmla="*/ 681864 w 880486"/>
                <a:gd name="connsiteY15" fmla="*/ 5224 h 676907"/>
                <a:gd name="connsiteX16" fmla="*/ 706001 w 880486"/>
                <a:gd name="connsiteY16" fmla="*/ 0 h 676907"/>
                <a:gd name="connsiteX17" fmla="*/ 709014 w 880486"/>
                <a:gd name="connsiteY17" fmla="*/ 15939 h 676907"/>
                <a:gd name="connsiteX18" fmla="*/ 723096 w 880486"/>
                <a:gd name="connsiteY18" fmla="*/ 15023 h 676907"/>
                <a:gd name="connsiteX19" fmla="*/ 741513 w 880486"/>
                <a:gd name="connsiteY19" fmla="*/ 18163 h 676907"/>
                <a:gd name="connsiteX20" fmla="*/ 778042 w 880486"/>
                <a:gd name="connsiteY20" fmla="*/ 18163 h 676907"/>
                <a:gd name="connsiteX21" fmla="*/ 796841 w 880486"/>
                <a:gd name="connsiteY21" fmla="*/ 27823 h 676907"/>
                <a:gd name="connsiteX22" fmla="*/ 796574 w 880486"/>
                <a:gd name="connsiteY22" fmla="*/ 32004 h 676907"/>
                <a:gd name="connsiteX23" fmla="*/ 880487 w 880486"/>
                <a:gd name="connsiteY23" fmla="*/ 82985 h 676907"/>
                <a:gd name="connsiteX24" fmla="*/ 873051 w 880486"/>
                <a:gd name="connsiteY24" fmla="*/ 85870 h 676907"/>
                <a:gd name="connsiteX25" fmla="*/ 853083 w 880486"/>
                <a:gd name="connsiteY25" fmla="*/ 92276 h 676907"/>
                <a:gd name="connsiteX26" fmla="*/ 779211 w 880486"/>
                <a:gd name="connsiteY26" fmla="*/ 104427 h 676907"/>
                <a:gd name="connsiteX27" fmla="*/ 752596 w 880486"/>
                <a:gd name="connsiteY27" fmla="*/ 90039 h 676907"/>
                <a:gd name="connsiteX28" fmla="*/ 737459 w 880486"/>
                <a:gd name="connsiteY28" fmla="*/ 104935 h 676907"/>
                <a:gd name="connsiteX29" fmla="*/ 737204 w 880486"/>
                <a:gd name="connsiteY29" fmla="*/ 111608 h 676907"/>
                <a:gd name="connsiteX30" fmla="*/ 788224 w 880486"/>
                <a:gd name="connsiteY30" fmla="*/ 144934 h 676907"/>
                <a:gd name="connsiteX31" fmla="*/ 788477 w 880486"/>
                <a:gd name="connsiteY31" fmla="*/ 175782 h 676907"/>
                <a:gd name="connsiteX32" fmla="*/ 788351 w 880486"/>
                <a:gd name="connsiteY32" fmla="*/ 178133 h 676907"/>
                <a:gd name="connsiteX33" fmla="*/ 757159 w 880486"/>
                <a:gd name="connsiteY33" fmla="*/ 204139 h 676907"/>
                <a:gd name="connsiteX34" fmla="*/ 733811 w 880486"/>
                <a:gd name="connsiteY34" fmla="*/ 216696 h 676907"/>
                <a:gd name="connsiteX35" fmla="*/ 706522 w 880486"/>
                <a:gd name="connsiteY35" fmla="*/ 182582 h 676907"/>
                <a:gd name="connsiteX36" fmla="*/ 724406 w 880486"/>
                <a:gd name="connsiteY36" fmla="*/ 176697 h 676907"/>
                <a:gd name="connsiteX37" fmla="*/ 747640 w 880486"/>
                <a:gd name="connsiteY37" fmla="*/ 181527 h 676907"/>
                <a:gd name="connsiteX38" fmla="*/ 755202 w 880486"/>
                <a:gd name="connsiteY38" fmla="*/ 154086 h 676907"/>
                <a:gd name="connsiteX39" fmla="*/ 734980 w 880486"/>
                <a:gd name="connsiteY39" fmla="*/ 149383 h 676907"/>
                <a:gd name="connsiteX40" fmla="*/ 714237 w 880486"/>
                <a:gd name="connsiteY40" fmla="*/ 117747 h 676907"/>
                <a:gd name="connsiteX41" fmla="*/ 673247 w 880486"/>
                <a:gd name="connsiteY41" fmla="*/ 138656 h 676907"/>
                <a:gd name="connsiteX42" fmla="*/ 666726 w 880486"/>
                <a:gd name="connsiteY42" fmla="*/ 166389 h 676907"/>
                <a:gd name="connsiteX43" fmla="*/ 678865 w 880486"/>
                <a:gd name="connsiteY43" fmla="*/ 178655 h 676907"/>
                <a:gd name="connsiteX44" fmla="*/ 642971 w 880486"/>
                <a:gd name="connsiteY44" fmla="*/ 201533 h 676907"/>
                <a:gd name="connsiteX45" fmla="*/ 640239 w 880486"/>
                <a:gd name="connsiteY45" fmla="*/ 224933 h 676907"/>
                <a:gd name="connsiteX46" fmla="*/ 638014 w 880486"/>
                <a:gd name="connsiteY46" fmla="*/ 229902 h 676907"/>
                <a:gd name="connsiteX47" fmla="*/ 629918 w 880486"/>
                <a:gd name="connsiteY47" fmla="*/ 345184 h 676907"/>
                <a:gd name="connsiteX48" fmla="*/ 631634 w 880486"/>
                <a:gd name="connsiteY48" fmla="*/ 365825 h 676907"/>
                <a:gd name="connsiteX49" fmla="*/ 583602 w 880486"/>
                <a:gd name="connsiteY49" fmla="*/ 367783 h 676907"/>
                <a:gd name="connsiteX50" fmla="*/ 577590 w 880486"/>
                <a:gd name="connsiteY50" fmla="*/ 345184 h 676907"/>
                <a:gd name="connsiteX51" fmla="*/ 532837 w 880486"/>
                <a:gd name="connsiteY51" fmla="*/ 352225 h 676907"/>
                <a:gd name="connsiteX52" fmla="*/ 494465 w 880486"/>
                <a:gd name="connsiteY52" fmla="*/ 331190 h 676907"/>
                <a:gd name="connsiteX53" fmla="*/ 484424 w 880486"/>
                <a:gd name="connsiteY53" fmla="*/ 299948 h 676907"/>
                <a:gd name="connsiteX54" fmla="*/ 445925 w 880486"/>
                <a:gd name="connsiteY54" fmla="*/ 307015 h 676907"/>
                <a:gd name="connsiteX55" fmla="*/ 423606 w 880486"/>
                <a:gd name="connsiteY55" fmla="*/ 279561 h 676907"/>
                <a:gd name="connsiteX56" fmla="*/ 393203 w 880486"/>
                <a:gd name="connsiteY56" fmla="*/ 283743 h 676907"/>
                <a:gd name="connsiteX57" fmla="*/ 374023 w 880486"/>
                <a:gd name="connsiteY57" fmla="*/ 253937 h 676907"/>
                <a:gd name="connsiteX58" fmla="*/ 319979 w 880486"/>
                <a:gd name="connsiteY58" fmla="*/ 267270 h 676907"/>
                <a:gd name="connsiteX59" fmla="*/ 337862 w 880486"/>
                <a:gd name="connsiteY59" fmla="*/ 282561 h 676907"/>
                <a:gd name="connsiteX60" fmla="*/ 341523 w 880486"/>
                <a:gd name="connsiteY60" fmla="*/ 297088 h 676907"/>
                <a:gd name="connsiteX61" fmla="*/ 335511 w 880486"/>
                <a:gd name="connsiteY61" fmla="*/ 305579 h 676907"/>
                <a:gd name="connsiteX62" fmla="*/ 352352 w 880486"/>
                <a:gd name="connsiteY62" fmla="*/ 339947 h 676907"/>
                <a:gd name="connsiteX63" fmla="*/ 324555 w 880486"/>
                <a:gd name="connsiteY63" fmla="*/ 351056 h 676907"/>
                <a:gd name="connsiteX64" fmla="*/ 308896 w 880486"/>
                <a:gd name="connsiteY64" fmla="*/ 382043 h 676907"/>
                <a:gd name="connsiteX65" fmla="*/ 242727 w 880486"/>
                <a:gd name="connsiteY65" fmla="*/ 449204 h 676907"/>
                <a:gd name="connsiteX66" fmla="*/ 261004 w 880486"/>
                <a:gd name="connsiteY66" fmla="*/ 488288 h 676907"/>
                <a:gd name="connsiteX67" fmla="*/ 255513 w 880486"/>
                <a:gd name="connsiteY67" fmla="*/ 523978 h 676907"/>
                <a:gd name="connsiteX68" fmla="*/ 252641 w 880486"/>
                <a:gd name="connsiteY68" fmla="*/ 542662 h 676907"/>
                <a:gd name="connsiteX69" fmla="*/ 273397 w 880486"/>
                <a:gd name="connsiteY69" fmla="*/ 567244 h 676907"/>
                <a:gd name="connsiteX70" fmla="*/ 314247 w 880486"/>
                <a:gd name="connsiteY70" fmla="*/ 666053 h 676907"/>
                <a:gd name="connsiteX71" fmla="*/ 273397 w 880486"/>
                <a:gd name="connsiteY71" fmla="*/ 676907 h 676907"/>
                <a:gd name="connsiteX72" fmla="*/ 244811 w 880486"/>
                <a:gd name="connsiteY72" fmla="*/ 639768 h 676907"/>
                <a:gd name="connsiteX73" fmla="*/ 221730 w 880486"/>
                <a:gd name="connsiteY73" fmla="*/ 644623 h 676907"/>
                <a:gd name="connsiteX74" fmla="*/ 196665 w 880486"/>
                <a:gd name="connsiteY74" fmla="*/ 625406 h 676907"/>
                <a:gd name="connsiteX75" fmla="*/ 173557 w 880486"/>
                <a:gd name="connsiteY75" fmla="*/ 607637 h 676907"/>
                <a:gd name="connsiteX76" fmla="*/ 140155 w 880486"/>
                <a:gd name="connsiteY76" fmla="*/ 628926 h 676907"/>
                <a:gd name="connsiteX77" fmla="*/ 92772 w 880486"/>
                <a:gd name="connsiteY77" fmla="*/ 623575 h 676907"/>
                <a:gd name="connsiteX78" fmla="*/ 58327 w 880486"/>
                <a:gd name="connsiteY78" fmla="*/ 604624 h 676907"/>
                <a:gd name="connsiteX79" fmla="*/ 36135 w 880486"/>
                <a:gd name="connsiteY79" fmla="*/ 592219 h 676907"/>
                <a:gd name="connsiteX80" fmla="*/ 71648 w 880486"/>
                <a:gd name="connsiteY80" fmla="*/ 542281 h 676907"/>
                <a:gd name="connsiteX81" fmla="*/ 57285 w 880486"/>
                <a:gd name="connsiteY81" fmla="*/ 497833 h 676907"/>
                <a:gd name="connsiteX82" fmla="*/ 40317 w 880486"/>
                <a:gd name="connsiteY82" fmla="*/ 459271 h 676907"/>
                <a:gd name="connsiteX83" fmla="*/ 87433 w 880486"/>
                <a:gd name="connsiteY83" fmla="*/ 425156 h 676907"/>
                <a:gd name="connsiteX84" fmla="*/ 69436 w 880486"/>
                <a:gd name="connsiteY84" fmla="*/ 394321 h 676907"/>
                <a:gd name="connsiteX85" fmla="*/ 32754 w 880486"/>
                <a:gd name="connsiteY85" fmla="*/ 405163 h 676907"/>
                <a:gd name="connsiteX86" fmla="*/ 16561 w 880486"/>
                <a:gd name="connsiteY86" fmla="*/ 379031 h 676907"/>
                <a:gd name="connsiteX87" fmla="*/ 0 w 880486"/>
                <a:gd name="connsiteY87" fmla="*/ 336032 h 676907"/>
                <a:gd name="connsiteX88" fmla="*/ 38232 w 880486"/>
                <a:gd name="connsiteY88" fmla="*/ 333668 h 676907"/>
                <a:gd name="connsiteX89" fmla="*/ 59242 w 880486"/>
                <a:gd name="connsiteY89" fmla="*/ 303088 h 676907"/>
                <a:gd name="connsiteX90" fmla="*/ 54171 w 880486"/>
                <a:gd name="connsiteY90" fmla="*/ 269228 h 676907"/>
                <a:gd name="connsiteX91" fmla="*/ 80900 w 880486"/>
                <a:gd name="connsiteY91" fmla="*/ 258259 h 676907"/>
                <a:gd name="connsiteX92" fmla="*/ 81167 w 880486"/>
                <a:gd name="connsiteY92" fmla="*/ 228720 h 676907"/>
                <a:gd name="connsiteX93" fmla="*/ 205663 w 880486"/>
                <a:gd name="connsiteY93" fmla="*/ 228847 h 676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880486" h="676907">
                  <a:moveTo>
                    <a:pt x="205663" y="228847"/>
                  </a:moveTo>
                  <a:lnTo>
                    <a:pt x="268439" y="216950"/>
                  </a:lnTo>
                  <a:lnTo>
                    <a:pt x="297812" y="218921"/>
                  </a:lnTo>
                  <a:lnTo>
                    <a:pt x="344904" y="199690"/>
                  </a:lnTo>
                  <a:lnTo>
                    <a:pt x="361478" y="193030"/>
                  </a:lnTo>
                  <a:lnTo>
                    <a:pt x="414213" y="212642"/>
                  </a:lnTo>
                  <a:lnTo>
                    <a:pt x="470977" y="191861"/>
                  </a:lnTo>
                  <a:lnTo>
                    <a:pt x="487157" y="109791"/>
                  </a:lnTo>
                  <a:lnTo>
                    <a:pt x="522262" y="118790"/>
                  </a:lnTo>
                  <a:lnTo>
                    <a:pt x="553707" y="97360"/>
                  </a:lnTo>
                  <a:lnTo>
                    <a:pt x="600557" y="86124"/>
                  </a:lnTo>
                  <a:lnTo>
                    <a:pt x="634620" y="60895"/>
                  </a:lnTo>
                  <a:lnTo>
                    <a:pt x="666078" y="54235"/>
                  </a:lnTo>
                  <a:lnTo>
                    <a:pt x="669866" y="29005"/>
                  </a:lnTo>
                  <a:lnTo>
                    <a:pt x="670781" y="17769"/>
                  </a:lnTo>
                  <a:lnTo>
                    <a:pt x="681864" y="5224"/>
                  </a:lnTo>
                  <a:lnTo>
                    <a:pt x="706001" y="0"/>
                  </a:lnTo>
                  <a:lnTo>
                    <a:pt x="709014" y="15939"/>
                  </a:lnTo>
                  <a:lnTo>
                    <a:pt x="723096" y="15023"/>
                  </a:lnTo>
                  <a:lnTo>
                    <a:pt x="741513" y="18163"/>
                  </a:lnTo>
                  <a:lnTo>
                    <a:pt x="778042" y="18163"/>
                  </a:lnTo>
                  <a:lnTo>
                    <a:pt x="796841" y="27823"/>
                  </a:lnTo>
                  <a:lnTo>
                    <a:pt x="796574" y="32004"/>
                  </a:lnTo>
                  <a:lnTo>
                    <a:pt x="880487" y="82985"/>
                  </a:lnTo>
                  <a:lnTo>
                    <a:pt x="873051" y="85870"/>
                  </a:lnTo>
                  <a:lnTo>
                    <a:pt x="853083" y="92276"/>
                  </a:lnTo>
                  <a:lnTo>
                    <a:pt x="779211" y="104427"/>
                  </a:lnTo>
                  <a:lnTo>
                    <a:pt x="752596" y="90039"/>
                  </a:lnTo>
                  <a:lnTo>
                    <a:pt x="737459" y="104935"/>
                  </a:lnTo>
                  <a:lnTo>
                    <a:pt x="737204" y="111608"/>
                  </a:lnTo>
                  <a:lnTo>
                    <a:pt x="788224" y="144934"/>
                  </a:lnTo>
                  <a:lnTo>
                    <a:pt x="788477" y="175782"/>
                  </a:lnTo>
                  <a:lnTo>
                    <a:pt x="788351" y="178133"/>
                  </a:lnTo>
                  <a:lnTo>
                    <a:pt x="757159" y="204139"/>
                  </a:lnTo>
                  <a:lnTo>
                    <a:pt x="733811" y="216696"/>
                  </a:lnTo>
                  <a:lnTo>
                    <a:pt x="706522" y="182582"/>
                  </a:lnTo>
                  <a:lnTo>
                    <a:pt x="724406" y="176697"/>
                  </a:lnTo>
                  <a:lnTo>
                    <a:pt x="747640" y="181527"/>
                  </a:lnTo>
                  <a:lnTo>
                    <a:pt x="755202" y="154086"/>
                  </a:lnTo>
                  <a:lnTo>
                    <a:pt x="734980" y="149383"/>
                  </a:lnTo>
                  <a:lnTo>
                    <a:pt x="714237" y="117747"/>
                  </a:lnTo>
                  <a:lnTo>
                    <a:pt x="673247" y="138656"/>
                  </a:lnTo>
                  <a:lnTo>
                    <a:pt x="666726" y="166389"/>
                  </a:lnTo>
                  <a:lnTo>
                    <a:pt x="678865" y="178655"/>
                  </a:lnTo>
                  <a:lnTo>
                    <a:pt x="642971" y="201533"/>
                  </a:lnTo>
                  <a:lnTo>
                    <a:pt x="640239" y="224933"/>
                  </a:lnTo>
                  <a:lnTo>
                    <a:pt x="638014" y="229902"/>
                  </a:lnTo>
                  <a:lnTo>
                    <a:pt x="629918" y="345184"/>
                  </a:lnTo>
                  <a:lnTo>
                    <a:pt x="631634" y="365825"/>
                  </a:lnTo>
                  <a:lnTo>
                    <a:pt x="583602" y="367783"/>
                  </a:lnTo>
                  <a:lnTo>
                    <a:pt x="577590" y="345184"/>
                  </a:lnTo>
                  <a:lnTo>
                    <a:pt x="532837" y="352225"/>
                  </a:lnTo>
                  <a:lnTo>
                    <a:pt x="494465" y="331190"/>
                  </a:lnTo>
                  <a:lnTo>
                    <a:pt x="484424" y="299948"/>
                  </a:lnTo>
                  <a:lnTo>
                    <a:pt x="445925" y="307015"/>
                  </a:lnTo>
                  <a:lnTo>
                    <a:pt x="423606" y="279561"/>
                  </a:lnTo>
                  <a:lnTo>
                    <a:pt x="393203" y="283743"/>
                  </a:lnTo>
                  <a:lnTo>
                    <a:pt x="374023" y="253937"/>
                  </a:lnTo>
                  <a:lnTo>
                    <a:pt x="319979" y="267270"/>
                  </a:lnTo>
                  <a:lnTo>
                    <a:pt x="337862" y="282561"/>
                  </a:lnTo>
                  <a:lnTo>
                    <a:pt x="341523" y="297088"/>
                  </a:lnTo>
                  <a:lnTo>
                    <a:pt x="335511" y="305579"/>
                  </a:lnTo>
                  <a:lnTo>
                    <a:pt x="352352" y="339947"/>
                  </a:lnTo>
                  <a:lnTo>
                    <a:pt x="324555" y="351056"/>
                  </a:lnTo>
                  <a:lnTo>
                    <a:pt x="308896" y="382043"/>
                  </a:lnTo>
                  <a:lnTo>
                    <a:pt x="242727" y="449204"/>
                  </a:lnTo>
                  <a:lnTo>
                    <a:pt x="261004" y="488288"/>
                  </a:lnTo>
                  <a:lnTo>
                    <a:pt x="255513" y="523978"/>
                  </a:lnTo>
                  <a:lnTo>
                    <a:pt x="252641" y="542662"/>
                  </a:lnTo>
                  <a:lnTo>
                    <a:pt x="273397" y="567244"/>
                  </a:lnTo>
                  <a:lnTo>
                    <a:pt x="314247" y="666053"/>
                  </a:lnTo>
                  <a:lnTo>
                    <a:pt x="273397" y="676907"/>
                  </a:lnTo>
                  <a:lnTo>
                    <a:pt x="244811" y="639768"/>
                  </a:lnTo>
                  <a:lnTo>
                    <a:pt x="221730" y="644623"/>
                  </a:lnTo>
                  <a:lnTo>
                    <a:pt x="196665" y="625406"/>
                  </a:lnTo>
                  <a:lnTo>
                    <a:pt x="173557" y="607637"/>
                  </a:lnTo>
                  <a:lnTo>
                    <a:pt x="140155" y="628926"/>
                  </a:lnTo>
                  <a:lnTo>
                    <a:pt x="92772" y="623575"/>
                  </a:lnTo>
                  <a:lnTo>
                    <a:pt x="58327" y="604624"/>
                  </a:lnTo>
                  <a:lnTo>
                    <a:pt x="36135" y="592219"/>
                  </a:lnTo>
                  <a:lnTo>
                    <a:pt x="71648" y="542281"/>
                  </a:lnTo>
                  <a:lnTo>
                    <a:pt x="57285" y="497833"/>
                  </a:lnTo>
                  <a:lnTo>
                    <a:pt x="40317" y="459271"/>
                  </a:lnTo>
                  <a:lnTo>
                    <a:pt x="87433" y="425156"/>
                  </a:lnTo>
                  <a:lnTo>
                    <a:pt x="69436" y="394321"/>
                  </a:lnTo>
                  <a:lnTo>
                    <a:pt x="32754" y="405163"/>
                  </a:lnTo>
                  <a:lnTo>
                    <a:pt x="16561" y="379031"/>
                  </a:lnTo>
                  <a:lnTo>
                    <a:pt x="0" y="336032"/>
                  </a:lnTo>
                  <a:lnTo>
                    <a:pt x="38232" y="333668"/>
                  </a:lnTo>
                  <a:lnTo>
                    <a:pt x="59242" y="303088"/>
                  </a:lnTo>
                  <a:lnTo>
                    <a:pt x="54171" y="269228"/>
                  </a:lnTo>
                  <a:lnTo>
                    <a:pt x="80900" y="258259"/>
                  </a:lnTo>
                  <a:lnTo>
                    <a:pt x="81167" y="228720"/>
                  </a:lnTo>
                  <a:lnTo>
                    <a:pt x="205663" y="228847"/>
                  </a:lnTo>
                  <a:close/>
                </a:path>
              </a:pathLst>
            </a:custGeom>
            <a:solidFill>
              <a:srgbClr val="FFFFFF"/>
            </a:solidFill>
            <a:ln w="12700" cap="flat">
              <a:noFill/>
              <a:prstDash val="solid"/>
              <a:miter/>
            </a:ln>
          </p:spPr>
          <p:txBody>
            <a:bodyPr rtlCol="0" anchor="ctr"/>
            <a:lstStyle/>
            <a:p>
              <a:endParaRPr lang="de-CH"/>
            </a:p>
          </p:txBody>
        </p:sp>
        <p:sp>
          <p:nvSpPr>
            <p:cNvPr id="111" name="Freihandform: Form 110">
              <a:extLst>
                <a:ext uri="{FF2B5EF4-FFF2-40B4-BE49-F238E27FC236}">
                  <a16:creationId xmlns:a16="http://schemas.microsoft.com/office/drawing/2014/main" id="{D3FA4C04-1B7F-8C2A-1390-B0E01DB78CD9}"/>
                </a:ext>
              </a:extLst>
            </p:cNvPr>
            <p:cNvSpPr/>
            <p:nvPr/>
          </p:nvSpPr>
          <p:spPr>
            <a:xfrm>
              <a:off x="8073894" y="1455080"/>
              <a:ext cx="880486" cy="676907"/>
            </a:xfrm>
            <a:custGeom>
              <a:avLst/>
              <a:gdLst>
                <a:gd name="connsiteX0" fmla="*/ 205663 w 880486"/>
                <a:gd name="connsiteY0" fmla="*/ 228847 h 676907"/>
                <a:gd name="connsiteX1" fmla="*/ 268439 w 880486"/>
                <a:gd name="connsiteY1" fmla="*/ 216950 h 676907"/>
                <a:gd name="connsiteX2" fmla="*/ 297812 w 880486"/>
                <a:gd name="connsiteY2" fmla="*/ 218921 h 676907"/>
                <a:gd name="connsiteX3" fmla="*/ 344904 w 880486"/>
                <a:gd name="connsiteY3" fmla="*/ 199690 h 676907"/>
                <a:gd name="connsiteX4" fmla="*/ 361478 w 880486"/>
                <a:gd name="connsiteY4" fmla="*/ 193030 h 676907"/>
                <a:gd name="connsiteX5" fmla="*/ 414213 w 880486"/>
                <a:gd name="connsiteY5" fmla="*/ 212642 h 676907"/>
                <a:gd name="connsiteX6" fmla="*/ 470977 w 880486"/>
                <a:gd name="connsiteY6" fmla="*/ 191861 h 676907"/>
                <a:gd name="connsiteX7" fmla="*/ 487157 w 880486"/>
                <a:gd name="connsiteY7" fmla="*/ 109791 h 676907"/>
                <a:gd name="connsiteX8" fmla="*/ 522262 w 880486"/>
                <a:gd name="connsiteY8" fmla="*/ 118790 h 676907"/>
                <a:gd name="connsiteX9" fmla="*/ 553707 w 880486"/>
                <a:gd name="connsiteY9" fmla="*/ 97360 h 676907"/>
                <a:gd name="connsiteX10" fmla="*/ 600557 w 880486"/>
                <a:gd name="connsiteY10" fmla="*/ 86124 h 676907"/>
                <a:gd name="connsiteX11" fmla="*/ 634620 w 880486"/>
                <a:gd name="connsiteY11" fmla="*/ 60895 h 676907"/>
                <a:gd name="connsiteX12" fmla="*/ 666078 w 880486"/>
                <a:gd name="connsiteY12" fmla="*/ 54235 h 676907"/>
                <a:gd name="connsiteX13" fmla="*/ 669866 w 880486"/>
                <a:gd name="connsiteY13" fmla="*/ 29005 h 676907"/>
                <a:gd name="connsiteX14" fmla="*/ 670781 w 880486"/>
                <a:gd name="connsiteY14" fmla="*/ 17769 h 676907"/>
                <a:gd name="connsiteX15" fmla="*/ 681864 w 880486"/>
                <a:gd name="connsiteY15" fmla="*/ 5224 h 676907"/>
                <a:gd name="connsiteX16" fmla="*/ 706001 w 880486"/>
                <a:gd name="connsiteY16" fmla="*/ 0 h 676907"/>
                <a:gd name="connsiteX17" fmla="*/ 709014 w 880486"/>
                <a:gd name="connsiteY17" fmla="*/ 15939 h 676907"/>
                <a:gd name="connsiteX18" fmla="*/ 723096 w 880486"/>
                <a:gd name="connsiteY18" fmla="*/ 15023 h 676907"/>
                <a:gd name="connsiteX19" fmla="*/ 741513 w 880486"/>
                <a:gd name="connsiteY19" fmla="*/ 18163 h 676907"/>
                <a:gd name="connsiteX20" fmla="*/ 778042 w 880486"/>
                <a:gd name="connsiteY20" fmla="*/ 18163 h 676907"/>
                <a:gd name="connsiteX21" fmla="*/ 796841 w 880486"/>
                <a:gd name="connsiteY21" fmla="*/ 27823 h 676907"/>
                <a:gd name="connsiteX22" fmla="*/ 796574 w 880486"/>
                <a:gd name="connsiteY22" fmla="*/ 32004 h 676907"/>
                <a:gd name="connsiteX23" fmla="*/ 880487 w 880486"/>
                <a:gd name="connsiteY23" fmla="*/ 82985 h 676907"/>
                <a:gd name="connsiteX24" fmla="*/ 873051 w 880486"/>
                <a:gd name="connsiteY24" fmla="*/ 85870 h 676907"/>
                <a:gd name="connsiteX25" fmla="*/ 853083 w 880486"/>
                <a:gd name="connsiteY25" fmla="*/ 92276 h 676907"/>
                <a:gd name="connsiteX26" fmla="*/ 779211 w 880486"/>
                <a:gd name="connsiteY26" fmla="*/ 104427 h 676907"/>
                <a:gd name="connsiteX27" fmla="*/ 752596 w 880486"/>
                <a:gd name="connsiteY27" fmla="*/ 90039 h 676907"/>
                <a:gd name="connsiteX28" fmla="*/ 737459 w 880486"/>
                <a:gd name="connsiteY28" fmla="*/ 104935 h 676907"/>
                <a:gd name="connsiteX29" fmla="*/ 737204 w 880486"/>
                <a:gd name="connsiteY29" fmla="*/ 111608 h 676907"/>
                <a:gd name="connsiteX30" fmla="*/ 788224 w 880486"/>
                <a:gd name="connsiteY30" fmla="*/ 144934 h 676907"/>
                <a:gd name="connsiteX31" fmla="*/ 788477 w 880486"/>
                <a:gd name="connsiteY31" fmla="*/ 175782 h 676907"/>
                <a:gd name="connsiteX32" fmla="*/ 788351 w 880486"/>
                <a:gd name="connsiteY32" fmla="*/ 178133 h 676907"/>
                <a:gd name="connsiteX33" fmla="*/ 757159 w 880486"/>
                <a:gd name="connsiteY33" fmla="*/ 204139 h 676907"/>
                <a:gd name="connsiteX34" fmla="*/ 733811 w 880486"/>
                <a:gd name="connsiteY34" fmla="*/ 216696 h 676907"/>
                <a:gd name="connsiteX35" fmla="*/ 706522 w 880486"/>
                <a:gd name="connsiteY35" fmla="*/ 182582 h 676907"/>
                <a:gd name="connsiteX36" fmla="*/ 724406 w 880486"/>
                <a:gd name="connsiteY36" fmla="*/ 176697 h 676907"/>
                <a:gd name="connsiteX37" fmla="*/ 747640 w 880486"/>
                <a:gd name="connsiteY37" fmla="*/ 181527 h 676907"/>
                <a:gd name="connsiteX38" fmla="*/ 755202 w 880486"/>
                <a:gd name="connsiteY38" fmla="*/ 154086 h 676907"/>
                <a:gd name="connsiteX39" fmla="*/ 734980 w 880486"/>
                <a:gd name="connsiteY39" fmla="*/ 149383 h 676907"/>
                <a:gd name="connsiteX40" fmla="*/ 714237 w 880486"/>
                <a:gd name="connsiteY40" fmla="*/ 117747 h 676907"/>
                <a:gd name="connsiteX41" fmla="*/ 673247 w 880486"/>
                <a:gd name="connsiteY41" fmla="*/ 138656 h 676907"/>
                <a:gd name="connsiteX42" fmla="*/ 666726 w 880486"/>
                <a:gd name="connsiteY42" fmla="*/ 166389 h 676907"/>
                <a:gd name="connsiteX43" fmla="*/ 678865 w 880486"/>
                <a:gd name="connsiteY43" fmla="*/ 178655 h 676907"/>
                <a:gd name="connsiteX44" fmla="*/ 642971 w 880486"/>
                <a:gd name="connsiteY44" fmla="*/ 201533 h 676907"/>
                <a:gd name="connsiteX45" fmla="*/ 640239 w 880486"/>
                <a:gd name="connsiteY45" fmla="*/ 224933 h 676907"/>
                <a:gd name="connsiteX46" fmla="*/ 638014 w 880486"/>
                <a:gd name="connsiteY46" fmla="*/ 229902 h 676907"/>
                <a:gd name="connsiteX47" fmla="*/ 629918 w 880486"/>
                <a:gd name="connsiteY47" fmla="*/ 345184 h 676907"/>
                <a:gd name="connsiteX48" fmla="*/ 631634 w 880486"/>
                <a:gd name="connsiteY48" fmla="*/ 365825 h 676907"/>
                <a:gd name="connsiteX49" fmla="*/ 583602 w 880486"/>
                <a:gd name="connsiteY49" fmla="*/ 367783 h 676907"/>
                <a:gd name="connsiteX50" fmla="*/ 577590 w 880486"/>
                <a:gd name="connsiteY50" fmla="*/ 345184 h 676907"/>
                <a:gd name="connsiteX51" fmla="*/ 532837 w 880486"/>
                <a:gd name="connsiteY51" fmla="*/ 352225 h 676907"/>
                <a:gd name="connsiteX52" fmla="*/ 494465 w 880486"/>
                <a:gd name="connsiteY52" fmla="*/ 331190 h 676907"/>
                <a:gd name="connsiteX53" fmla="*/ 484424 w 880486"/>
                <a:gd name="connsiteY53" fmla="*/ 299948 h 676907"/>
                <a:gd name="connsiteX54" fmla="*/ 445925 w 880486"/>
                <a:gd name="connsiteY54" fmla="*/ 307015 h 676907"/>
                <a:gd name="connsiteX55" fmla="*/ 423606 w 880486"/>
                <a:gd name="connsiteY55" fmla="*/ 279561 h 676907"/>
                <a:gd name="connsiteX56" fmla="*/ 393203 w 880486"/>
                <a:gd name="connsiteY56" fmla="*/ 283743 h 676907"/>
                <a:gd name="connsiteX57" fmla="*/ 374023 w 880486"/>
                <a:gd name="connsiteY57" fmla="*/ 253937 h 676907"/>
                <a:gd name="connsiteX58" fmla="*/ 319979 w 880486"/>
                <a:gd name="connsiteY58" fmla="*/ 267270 h 676907"/>
                <a:gd name="connsiteX59" fmla="*/ 337862 w 880486"/>
                <a:gd name="connsiteY59" fmla="*/ 282561 h 676907"/>
                <a:gd name="connsiteX60" fmla="*/ 341523 w 880486"/>
                <a:gd name="connsiteY60" fmla="*/ 297088 h 676907"/>
                <a:gd name="connsiteX61" fmla="*/ 335511 w 880486"/>
                <a:gd name="connsiteY61" fmla="*/ 305579 h 676907"/>
                <a:gd name="connsiteX62" fmla="*/ 352352 w 880486"/>
                <a:gd name="connsiteY62" fmla="*/ 339947 h 676907"/>
                <a:gd name="connsiteX63" fmla="*/ 324555 w 880486"/>
                <a:gd name="connsiteY63" fmla="*/ 351056 h 676907"/>
                <a:gd name="connsiteX64" fmla="*/ 308896 w 880486"/>
                <a:gd name="connsiteY64" fmla="*/ 382043 h 676907"/>
                <a:gd name="connsiteX65" fmla="*/ 242727 w 880486"/>
                <a:gd name="connsiteY65" fmla="*/ 449204 h 676907"/>
                <a:gd name="connsiteX66" fmla="*/ 261004 w 880486"/>
                <a:gd name="connsiteY66" fmla="*/ 488288 h 676907"/>
                <a:gd name="connsiteX67" fmla="*/ 255513 w 880486"/>
                <a:gd name="connsiteY67" fmla="*/ 523978 h 676907"/>
                <a:gd name="connsiteX68" fmla="*/ 252641 w 880486"/>
                <a:gd name="connsiteY68" fmla="*/ 542662 h 676907"/>
                <a:gd name="connsiteX69" fmla="*/ 273397 w 880486"/>
                <a:gd name="connsiteY69" fmla="*/ 567244 h 676907"/>
                <a:gd name="connsiteX70" fmla="*/ 314247 w 880486"/>
                <a:gd name="connsiteY70" fmla="*/ 666053 h 676907"/>
                <a:gd name="connsiteX71" fmla="*/ 273397 w 880486"/>
                <a:gd name="connsiteY71" fmla="*/ 676907 h 676907"/>
                <a:gd name="connsiteX72" fmla="*/ 244811 w 880486"/>
                <a:gd name="connsiteY72" fmla="*/ 639768 h 676907"/>
                <a:gd name="connsiteX73" fmla="*/ 221730 w 880486"/>
                <a:gd name="connsiteY73" fmla="*/ 644623 h 676907"/>
                <a:gd name="connsiteX74" fmla="*/ 196665 w 880486"/>
                <a:gd name="connsiteY74" fmla="*/ 625406 h 676907"/>
                <a:gd name="connsiteX75" fmla="*/ 173557 w 880486"/>
                <a:gd name="connsiteY75" fmla="*/ 607637 h 676907"/>
                <a:gd name="connsiteX76" fmla="*/ 140155 w 880486"/>
                <a:gd name="connsiteY76" fmla="*/ 628926 h 676907"/>
                <a:gd name="connsiteX77" fmla="*/ 92772 w 880486"/>
                <a:gd name="connsiteY77" fmla="*/ 623575 h 676907"/>
                <a:gd name="connsiteX78" fmla="*/ 58327 w 880486"/>
                <a:gd name="connsiteY78" fmla="*/ 604624 h 676907"/>
                <a:gd name="connsiteX79" fmla="*/ 36135 w 880486"/>
                <a:gd name="connsiteY79" fmla="*/ 592219 h 676907"/>
                <a:gd name="connsiteX80" fmla="*/ 71648 w 880486"/>
                <a:gd name="connsiteY80" fmla="*/ 542281 h 676907"/>
                <a:gd name="connsiteX81" fmla="*/ 57285 w 880486"/>
                <a:gd name="connsiteY81" fmla="*/ 497833 h 676907"/>
                <a:gd name="connsiteX82" fmla="*/ 40317 w 880486"/>
                <a:gd name="connsiteY82" fmla="*/ 459271 h 676907"/>
                <a:gd name="connsiteX83" fmla="*/ 87433 w 880486"/>
                <a:gd name="connsiteY83" fmla="*/ 425156 h 676907"/>
                <a:gd name="connsiteX84" fmla="*/ 69436 w 880486"/>
                <a:gd name="connsiteY84" fmla="*/ 394321 h 676907"/>
                <a:gd name="connsiteX85" fmla="*/ 32754 w 880486"/>
                <a:gd name="connsiteY85" fmla="*/ 405163 h 676907"/>
                <a:gd name="connsiteX86" fmla="*/ 16561 w 880486"/>
                <a:gd name="connsiteY86" fmla="*/ 379031 h 676907"/>
                <a:gd name="connsiteX87" fmla="*/ 0 w 880486"/>
                <a:gd name="connsiteY87" fmla="*/ 336032 h 676907"/>
                <a:gd name="connsiteX88" fmla="*/ 38232 w 880486"/>
                <a:gd name="connsiteY88" fmla="*/ 333668 h 676907"/>
                <a:gd name="connsiteX89" fmla="*/ 59242 w 880486"/>
                <a:gd name="connsiteY89" fmla="*/ 303088 h 676907"/>
                <a:gd name="connsiteX90" fmla="*/ 54171 w 880486"/>
                <a:gd name="connsiteY90" fmla="*/ 269228 h 676907"/>
                <a:gd name="connsiteX91" fmla="*/ 80900 w 880486"/>
                <a:gd name="connsiteY91" fmla="*/ 258259 h 676907"/>
                <a:gd name="connsiteX92" fmla="*/ 81167 w 880486"/>
                <a:gd name="connsiteY92" fmla="*/ 228720 h 676907"/>
                <a:gd name="connsiteX93" fmla="*/ 205663 w 880486"/>
                <a:gd name="connsiteY93" fmla="*/ 228847 h 676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880486" h="676907">
                  <a:moveTo>
                    <a:pt x="205663" y="228847"/>
                  </a:moveTo>
                  <a:lnTo>
                    <a:pt x="268439" y="216950"/>
                  </a:lnTo>
                  <a:lnTo>
                    <a:pt x="297812" y="218921"/>
                  </a:lnTo>
                  <a:lnTo>
                    <a:pt x="344904" y="199690"/>
                  </a:lnTo>
                  <a:lnTo>
                    <a:pt x="361478" y="193030"/>
                  </a:lnTo>
                  <a:lnTo>
                    <a:pt x="414213" y="212642"/>
                  </a:lnTo>
                  <a:lnTo>
                    <a:pt x="470977" y="191861"/>
                  </a:lnTo>
                  <a:lnTo>
                    <a:pt x="487157" y="109791"/>
                  </a:lnTo>
                  <a:lnTo>
                    <a:pt x="522262" y="118790"/>
                  </a:lnTo>
                  <a:lnTo>
                    <a:pt x="553707" y="97360"/>
                  </a:lnTo>
                  <a:lnTo>
                    <a:pt x="600557" y="86124"/>
                  </a:lnTo>
                  <a:lnTo>
                    <a:pt x="634620" y="60895"/>
                  </a:lnTo>
                  <a:lnTo>
                    <a:pt x="666078" y="54235"/>
                  </a:lnTo>
                  <a:lnTo>
                    <a:pt x="669866" y="29005"/>
                  </a:lnTo>
                  <a:lnTo>
                    <a:pt x="670781" y="17769"/>
                  </a:lnTo>
                  <a:lnTo>
                    <a:pt x="681864" y="5224"/>
                  </a:lnTo>
                  <a:lnTo>
                    <a:pt x="706001" y="0"/>
                  </a:lnTo>
                  <a:lnTo>
                    <a:pt x="709014" y="15939"/>
                  </a:lnTo>
                  <a:lnTo>
                    <a:pt x="723096" y="15023"/>
                  </a:lnTo>
                  <a:lnTo>
                    <a:pt x="741513" y="18163"/>
                  </a:lnTo>
                  <a:lnTo>
                    <a:pt x="778042" y="18163"/>
                  </a:lnTo>
                  <a:lnTo>
                    <a:pt x="796841" y="27823"/>
                  </a:lnTo>
                  <a:lnTo>
                    <a:pt x="796574" y="32004"/>
                  </a:lnTo>
                  <a:lnTo>
                    <a:pt x="880487" y="82985"/>
                  </a:lnTo>
                  <a:lnTo>
                    <a:pt x="873051" y="85870"/>
                  </a:lnTo>
                  <a:lnTo>
                    <a:pt x="853083" y="92276"/>
                  </a:lnTo>
                  <a:lnTo>
                    <a:pt x="779211" y="104427"/>
                  </a:lnTo>
                  <a:lnTo>
                    <a:pt x="752596" y="90039"/>
                  </a:lnTo>
                  <a:lnTo>
                    <a:pt x="737459" y="104935"/>
                  </a:lnTo>
                  <a:lnTo>
                    <a:pt x="737204" y="111608"/>
                  </a:lnTo>
                  <a:lnTo>
                    <a:pt x="788224" y="144934"/>
                  </a:lnTo>
                  <a:lnTo>
                    <a:pt x="788477" y="175782"/>
                  </a:lnTo>
                  <a:lnTo>
                    <a:pt x="788351" y="178133"/>
                  </a:lnTo>
                  <a:lnTo>
                    <a:pt x="757159" y="204139"/>
                  </a:lnTo>
                  <a:lnTo>
                    <a:pt x="733811" y="216696"/>
                  </a:lnTo>
                  <a:lnTo>
                    <a:pt x="706522" y="182582"/>
                  </a:lnTo>
                  <a:lnTo>
                    <a:pt x="724406" y="176697"/>
                  </a:lnTo>
                  <a:lnTo>
                    <a:pt x="747640" y="181527"/>
                  </a:lnTo>
                  <a:lnTo>
                    <a:pt x="755202" y="154086"/>
                  </a:lnTo>
                  <a:lnTo>
                    <a:pt x="734980" y="149383"/>
                  </a:lnTo>
                  <a:lnTo>
                    <a:pt x="714237" y="117747"/>
                  </a:lnTo>
                  <a:lnTo>
                    <a:pt x="673247" y="138656"/>
                  </a:lnTo>
                  <a:lnTo>
                    <a:pt x="666726" y="166389"/>
                  </a:lnTo>
                  <a:lnTo>
                    <a:pt x="678865" y="178655"/>
                  </a:lnTo>
                  <a:lnTo>
                    <a:pt x="642971" y="201533"/>
                  </a:lnTo>
                  <a:lnTo>
                    <a:pt x="640239" y="224933"/>
                  </a:lnTo>
                  <a:lnTo>
                    <a:pt x="638014" y="229902"/>
                  </a:lnTo>
                  <a:lnTo>
                    <a:pt x="629918" y="345184"/>
                  </a:lnTo>
                  <a:lnTo>
                    <a:pt x="631634" y="365825"/>
                  </a:lnTo>
                  <a:lnTo>
                    <a:pt x="583602" y="367783"/>
                  </a:lnTo>
                  <a:lnTo>
                    <a:pt x="577590" y="345184"/>
                  </a:lnTo>
                  <a:lnTo>
                    <a:pt x="532837" y="352225"/>
                  </a:lnTo>
                  <a:lnTo>
                    <a:pt x="494465" y="331190"/>
                  </a:lnTo>
                  <a:lnTo>
                    <a:pt x="484424" y="299948"/>
                  </a:lnTo>
                  <a:lnTo>
                    <a:pt x="445925" y="307015"/>
                  </a:lnTo>
                  <a:lnTo>
                    <a:pt x="423606" y="279561"/>
                  </a:lnTo>
                  <a:lnTo>
                    <a:pt x="393203" y="283743"/>
                  </a:lnTo>
                  <a:lnTo>
                    <a:pt x="374023" y="253937"/>
                  </a:lnTo>
                  <a:lnTo>
                    <a:pt x="319979" y="267270"/>
                  </a:lnTo>
                  <a:lnTo>
                    <a:pt x="337862" y="282561"/>
                  </a:lnTo>
                  <a:lnTo>
                    <a:pt x="341523" y="297088"/>
                  </a:lnTo>
                  <a:lnTo>
                    <a:pt x="335511" y="305579"/>
                  </a:lnTo>
                  <a:lnTo>
                    <a:pt x="352352" y="339947"/>
                  </a:lnTo>
                  <a:lnTo>
                    <a:pt x="324555" y="351056"/>
                  </a:lnTo>
                  <a:lnTo>
                    <a:pt x="308896" y="382043"/>
                  </a:lnTo>
                  <a:lnTo>
                    <a:pt x="242727" y="449204"/>
                  </a:lnTo>
                  <a:lnTo>
                    <a:pt x="261004" y="488288"/>
                  </a:lnTo>
                  <a:lnTo>
                    <a:pt x="255513" y="523978"/>
                  </a:lnTo>
                  <a:lnTo>
                    <a:pt x="252641" y="542662"/>
                  </a:lnTo>
                  <a:lnTo>
                    <a:pt x="273397" y="567244"/>
                  </a:lnTo>
                  <a:lnTo>
                    <a:pt x="314247" y="666053"/>
                  </a:lnTo>
                  <a:lnTo>
                    <a:pt x="273397" y="676907"/>
                  </a:lnTo>
                  <a:lnTo>
                    <a:pt x="244811" y="639768"/>
                  </a:lnTo>
                  <a:lnTo>
                    <a:pt x="221730" y="644623"/>
                  </a:lnTo>
                  <a:lnTo>
                    <a:pt x="196665" y="625406"/>
                  </a:lnTo>
                  <a:lnTo>
                    <a:pt x="173557" y="607637"/>
                  </a:lnTo>
                  <a:lnTo>
                    <a:pt x="140155" y="628926"/>
                  </a:lnTo>
                  <a:lnTo>
                    <a:pt x="92772" y="623575"/>
                  </a:lnTo>
                  <a:lnTo>
                    <a:pt x="58327" y="604624"/>
                  </a:lnTo>
                  <a:lnTo>
                    <a:pt x="36135" y="592219"/>
                  </a:lnTo>
                  <a:lnTo>
                    <a:pt x="71648" y="542281"/>
                  </a:lnTo>
                  <a:lnTo>
                    <a:pt x="57285" y="497833"/>
                  </a:lnTo>
                  <a:lnTo>
                    <a:pt x="40317" y="459271"/>
                  </a:lnTo>
                  <a:lnTo>
                    <a:pt x="87433" y="425156"/>
                  </a:lnTo>
                  <a:lnTo>
                    <a:pt x="69436" y="394321"/>
                  </a:lnTo>
                  <a:lnTo>
                    <a:pt x="32754" y="405163"/>
                  </a:lnTo>
                  <a:lnTo>
                    <a:pt x="16561" y="379031"/>
                  </a:lnTo>
                  <a:lnTo>
                    <a:pt x="0" y="336032"/>
                  </a:lnTo>
                  <a:lnTo>
                    <a:pt x="38232" y="333668"/>
                  </a:lnTo>
                  <a:lnTo>
                    <a:pt x="59242" y="303088"/>
                  </a:lnTo>
                  <a:lnTo>
                    <a:pt x="54171" y="269228"/>
                  </a:lnTo>
                  <a:lnTo>
                    <a:pt x="80900" y="258259"/>
                  </a:lnTo>
                  <a:lnTo>
                    <a:pt x="81167" y="228720"/>
                  </a:lnTo>
                  <a:lnTo>
                    <a:pt x="205663" y="228847"/>
                  </a:lnTo>
                  <a:close/>
                </a:path>
              </a:pathLst>
            </a:custGeom>
            <a:noFill/>
            <a:ln w="3810" cap="flat">
              <a:solidFill>
                <a:srgbClr val="E6E4E2"/>
              </a:solidFill>
              <a:prstDash val="solid"/>
              <a:miter/>
            </a:ln>
          </p:spPr>
          <p:txBody>
            <a:bodyPr rtlCol="0" anchor="ctr"/>
            <a:lstStyle/>
            <a:p>
              <a:endParaRPr lang="de-CH"/>
            </a:p>
          </p:txBody>
        </p:sp>
        <p:sp>
          <p:nvSpPr>
            <p:cNvPr id="112" name="Freihandform: Form 111">
              <a:extLst>
                <a:ext uri="{FF2B5EF4-FFF2-40B4-BE49-F238E27FC236}">
                  <a16:creationId xmlns:a16="http://schemas.microsoft.com/office/drawing/2014/main" id="{CA814058-763B-3543-A856-DA4791A77F93}"/>
                </a:ext>
              </a:extLst>
            </p:cNvPr>
            <p:cNvSpPr/>
            <p:nvPr/>
          </p:nvSpPr>
          <p:spPr>
            <a:xfrm>
              <a:off x="8316659" y="1545120"/>
              <a:ext cx="610318" cy="620359"/>
            </a:xfrm>
            <a:custGeom>
              <a:avLst/>
              <a:gdLst>
                <a:gd name="connsiteX0" fmla="*/ 430482 w 610318"/>
                <a:gd name="connsiteY0" fmla="*/ 48617 h 620359"/>
                <a:gd name="connsiteX1" fmla="*/ 471472 w 610318"/>
                <a:gd name="connsiteY1" fmla="*/ 27708 h 620359"/>
                <a:gd name="connsiteX2" fmla="*/ 492216 w 610318"/>
                <a:gd name="connsiteY2" fmla="*/ 59344 h 620359"/>
                <a:gd name="connsiteX3" fmla="*/ 512450 w 610318"/>
                <a:gd name="connsiteY3" fmla="*/ 64047 h 620359"/>
                <a:gd name="connsiteX4" fmla="*/ 504888 w 610318"/>
                <a:gd name="connsiteY4" fmla="*/ 91488 h 620359"/>
                <a:gd name="connsiteX5" fmla="*/ 481641 w 610318"/>
                <a:gd name="connsiteY5" fmla="*/ 86658 h 620359"/>
                <a:gd name="connsiteX6" fmla="*/ 463770 w 610318"/>
                <a:gd name="connsiteY6" fmla="*/ 92543 h 620359"/>
                <a:gd name="connsiteX7" fmla="*/ 491046 w 610318"/>
                <a:gd name="connsiteY7" fmla="*/ 126657 h 620359"/>
                <a:gd name="connsiteX8" fmla="*/ 397486 w 610318"/>
                <a:gd name="connsiteY8" fmla="*/ 134893 h 620359"/>
                <a:gd name="connsiteX9" fmla="*/ 400206 w 610318"/>
                <a:gd name="connsiteY9" fmla="*/ 111494 h 620359"/>
                <a:gd name="connsiteX10" fmla="*/ 436100 w 610318"/>
                <a:gd name="connsiteY10" fmla="*/ 88616 h 620359"/>
                <a:gd name="connsiteX11" fmla="*/ 423962 w 610318"/>
                <a:gd name="connsiteY11" fmla="*/ 76338 h 620359"/>
                <a:gd name="connsiteX12" fmla="*/ 509832 w 610318"/>
                <a:gd name="connsiteY12" fmla="*/ 0 h 620359"/>
                <a:gd name="connsiteX13" fmla="*/ 536460 w 610318"/>
                <a:gd name="connsiteY13" fmla="*/ 14388 h 620359"/>
                <a:gd name="connsiteX14" fmla="*/ 610319 w 610318"/>
                <a:gd name="connsiteY14" fmla="*/ 2237 h 620359"/>
                <a:gd name="connsiteX15" fmla="*/ 603964 w 610318"/>
                <a:gd name="connsiteY15" fmla="*/ 21836 h 620359"/>
                <a:gd name="connsiteX16" fmla="*/ 555030 w 610318"/>
                <a:gd name="connsiteY16" fmla="*/ 38563 h 620359"/>
                <a:gd name="connsiteX17" fmla="*/ 589347 w 610318"/>
                <a:gd name="connsiteY17" fmla="*/ 71241 h 620359"/>
                <a:gd name="connsiteX18" fmla="*/ 545764 w 610318"/>
                <a:gd name="connsiteY18" fmla="*/ 85730 h 620359"/>
                <a:gd name="connsiteX19" fmla="*/ 545509 w 610318"/>
                <a:gd name="connsiteY19" fmla="*/ 54895 h 620359"/>
                <a:gd name="connsiteX20" fmla="*/ 494478 w 610318"/>
                <a:gd name="connsiteY20" fmla="*/ 21569 h 620359"/>
                <a:gd name="connsiteX21" fmla="*/ 494732 w 610318"/>
                <a:gd name="connsiteY21" fmla="*/ 14896 h 620359"/>
                <a:gd name="connsiteX22" fmla="*/ 251701 w 610318"/>
                <a:gd name="connsiteY22" fmla="*/ 241151 h 620359"/>
                <a:gd name="connsiteX23" fmla="*/ 290073 w 610318"/>
                <a:gd name="connsiteY23" fmla="*/ 262186 h 620359"/>
                <a:gd name="connsiteX24" fmla="*/ 334825 w 610318"/>
                <a:gd name="connsiteY24" fmla="*/ 255145 h 620359"/>
                <a:gd name="connsiteX25" fmla="*/ 340837 w 610318"/>
                <a:gd name="connsiteY25" fmla="*/ 277743 h 620359"/>
                <a:gd name="connsiteX26" fmla="*/ 388869 w 610318"/>
                <a:gd name="connsiteY26" fmla="*/ 275786 h 620359"/>
                <a:gd name="connsiteX27" fmla="*/ 389377 w 610318"/>
                <a:gd name="connsiteY27" fmla="*/ 306125 h 620359"/>
                <a:gd name="connsiteX28" fmla="*/ 385069 w 610318"/>
                <a:gd name="connsiteY28" fmla="*/ 342324 h 620359"/>
                <a:gd name="connsiteX29" fmla="*/ 381166 w 610318"/>
                <a:gd name="connsiteY29" fmla="*/ 374328 h 620359"/>
                <a:gd name="connsiteX30" fmla="*/ 378167 w 610318"/>
                <a:gd name="connsiteY30" fmla="*/ 399825 h 620359"/>
                <a:gd name="connsiteX31" fmla="*/ 358975 w 610318"/>
                <a:gd name="connsiteY31" fmla="*/ 432363 h 620359"/>
                <a:gd name="connsiteX32" fmla="*/ 357703 w 610318"/>
                <a:gd name="connsiteY32" fmla="*/ 466617 h 620359"/>
                <a:gd name="connsiteX33" fmla="*/ 331228 w 610318"/>
                <a:gd name="connsiteY33" fmla="*/ 500464 h 620359"/>
                <a:gd name="connsiteX34" fmla="*/ 190526 w 610318"/>
                <a:gd name="connsiteY34" fmla="*/ 609772 h 620359"/>
                <a:gd name="connsiteX35" fmla="*/ 152560 w 610318"/>
                <a:gd name="connsiteY35" fmla="*/ 620360 h 620359"/>
                <a:gd name="connsiteX36" fmla="*/ 128539 w 610318"/>
                <a:gd name="connsiteY36" fmla="*/ 602565 h 620359"/>
                <a:gd name="connsiteX37" fmla="*/ 71521 w 610318"/>
                <a:gd name="connsiteY37" fmla="*/ 576026 h 620359"/>
                <a:gd name="connsiteX38" fmla="*/ 30670 w 610318"/>
                <a:gd name="connsiteY38" fmla="*/ 477217 h 620359"/>
                <a:gd name="connsiteX39" fmla="*/ 9914 w 610318"/>
                <a:gd name="connsiteY39" fmla="*/ 452636 h 620359"/>
                <a:gd name="connsiteX40" fmla="*/ 12799 w 610318"/>
                <a:gd name="connsiteY40" fmla="*/ 433952 h 620359"/>
                <a:gd name="connsiteX41" fmla="*/ 18277 w 610318"/>
                <a:gd name="connsiteY41" fmla="*/ 398262 h 620359"/>
                <a:gd name="connsiteX42" fmla="*/ 0 w 610318"/>
                <a:gd name="connsiteY42" fmla="*/ 359178 h 620359"/>
                <a:gd name="connsiteX43" fmla="*/ 66169 w 610318"/>
                <a:gd name="connsiteY43" fmla="*/ 292017 h 620359"/>
                <a:gd name="connsiteX44" fmla="*/ 81828 w 610318"/>
                <a:gd name="connsiteY44" fmla="*/ 261029 h 620359"/>
                <a:gd name="connsiteX45" fmla="*/ 109626 w 610318"/>
                <a:gd name="connsiteY45" fmla="*/ 249921 h 620359"/>
                <a:gd name="connsiteX46" fmla="*/ 92798 w 610318"/>
                <a:gd name="connsiteY46" fmla="*/ 215603 h 620359"/>
                <a:gd name="connsiteX47" fmla="*/ 98797 w 610318"/>
                <a:gd name="connsiteY47" fmla="*/ 207126 h 620359"/>
                <a:gd name="connsiteX48" fmla="*/ 95136 w 610318"/>
                <a:gd name="connsiteY48" fmla="*/ 192598 h 620359"/>
                <a:gd name="connsiteX49" fmla="*/ 77253 w 610318"/>
                <a:gd name="connsiteY49" fmla="*/ 177346 h 620359"/>
                <a:gd name="connsiteX50" fmla="*/ 131297 w 610318"/>
                <a:gd name="connsiteY50" fmla="*/ 164013 h 620359"/>
                <a:gd name="connsiteX51" fmla="*/ 150476 w 610318"/>
                <a:gd name="connsiteY51" fmla="*/ 193818 h 620359"/>
                <a:gd name="connsiteX52" fmla="*/ 180892 w 610318"/>
                <a:gd name="connsiteY52" fmla="*/ 189636 h 620359"/>
                <a:gd name="connsiteX53" fmla="*/ 203198 w 610318"/>
                <a:gd name="connsiteY53" fmla="*/ 217090 h 620359"/>
                <a:gd name="connsiteX54" fmla="*/ 241697 w 610318"/>
                <a:gd name="connsiteY54" fmla="*/ 210023 h 620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10318" h="620359">
                  <a:moveTo>
                    <a:pt x="430482" y="48617"/>
                  </a:moveTo>
                  <a:lnTo>
                    <a:pt x="471472" y="27708"/>
                  </a:lnTo>
                  <a:lnTo>
                    <a:pt x="492216" y="59344"/>
                  </a:lnTo>
                  <a:lnTo>
                    <a:pt x="512450" y="64047"/>
                  </a:lnTo>
                  <a:lnTo>
                    <a:pt x="504888" y="91488"/>
                  </a:lnTo>
                  <a:lnTo>
                    <a:pt x="481641" y="86658"/>
                  </a:lnTo>
                  <a:lnTo>
                    <a:pt x="463770" y="92543"/>
                  </a:lnTo>
                  <a:lnTo>
                    <a:pt x="491046" y="126657"/>
                  </a:lnTo>
                  <a:lnTo>
                    <a:pt x="397486" y="134893"/>
                  </a:lnTo>
                  <a:lnTo>
                    <a:pt x="400206" y="111494"/>
                  </a:lnTo>
                  <a:lnTo>
                    <a:pt x="436100" y="88616"/>
                  </a:lnTo>
                  <a:lnTo>
                    <a:pt x="423962" y="76338"/>
                  </a:lnTo>
                  <a:close/>
                  <a:moveTo>
                    <a:pt x="509832" y="0"/>
                  </a:moveTo>
                  <a:lnTo>
                    <a:pt x="536460" y="14388"/>
                  </a:lnTo>
                  <a:lnTo>
                    <a:pt x="610319" y="2237"/>
                  </a:lnTo>
                  <a:lnTo>
                    <a:pt x="603964" y="21836"/>
                  </a:lnTo>
                  <a:lnTo>
                    <a:pt x="555030" y="38563"/>
                  </a:lnTo>
                  <a:lnTo>
                    <a:pt x="589347" y="71241"/>
                  </a:lnTo>
                  <a:lnTo>
                    <a:pt x="545764" y="85730"/>
                  </a:lnTo>
                  <a:lnTo>
                    <a:pt x="545509" y="54895"/>
                  </a:lnTo>
                  <a:lnTo>
                    <a:pt x="494478" y="21569"/>
                  </a:lnTo>
                  <a:lnTo>
                    <a:pt x="494732" y="14896"/>
                  </a:lnTo>
                  <a:close/>
                  <a:moveTo>
                    <a:pt x="251701" y="241151"/>
                  </a:moveTo>
                  <a:lnTo>
                    <a:pt x="290073" y="262186"/>
                  </a:lnTo>
                  <a:lnTo>
                    <a:pt x="334825" y="255145"/>
                  </a:lnTo>
                  <a:lnTo>
                    <a:pt x="340837" y="277743"/>
                  </a:lnTo>
                  <a:lnTo>
                    <a:pt x="388869" y="275786"/>
                  </a:lnTo>
                  <a:lnTo>
                    <a:pt x="389377" y="306125"/>
                  </a:lnTo>
                  <a:lnTo>
                    <a:pt x="385069" y="342324"/>
                  </a:lnTo>
                  <a:lnTo>
                    <a:pt x="381166" y="374328"/>
                  </a:lnTo>
                  <a:lnTo>
                    <a:pt x="378167" y="399825"/>
                  </a:lnTo>
                  <a:lnTo>
                    <a:pt x="358975" y="432363"/>
                  </a:lnTo>
                  <a:lnTo>
                    <a:pt x="357703" y="466617"/>
                  </a:lnTo>
                  <a:lnTo>
                    <a:pt x="331228" y="500464"/>
                  </a:lnTo>
                  <a:lnTo>
                    <a:pt x="190526" y="609772"/>
                  </a:lnTo>
                  <a:lnTo>
                    <a:pt x="152560" y="620360"/>
                  </a:lnTo>
                  <a:lnTo>
                    <a:pt x="128539" y="602565"/>
                  </a:lnTo>
                  <a:lnTo>
                    <a:pt x="71521" y="576026"/>
                  </a:lnTo>
                  <a:lnTo>
                    <a:pt x="30670" y="477217"/>
                  </a:lnTo>
                  <a:lnTo>
                    <a:pt x="9914" y="452636"/>
                  </a:lnTo>
                  <a:lnTo>
                    <a:pt x="12799" y="433952"/>
                  </a:lnTo>
                  <a:lnTo>
                    <a:pt x="18277" y="398262"/>
                  </a:lnTo>
                  <a:lnTo>
                    <a:pt x="0" y="359178"/>
                  </a:lnTo>
                  <a:lnTo>
                    <a:pt x="66169" y="292017"/>
                  </a:lnTo>
                  <a:lnTo>
                    <a:pt x="81828" y="261029"/>
                  </a:lnTo>
                  <a:lnTo>
                    <a:pt x="109626" y="249921"/>
                  </a:lnTo>
                  <a:lnTo>
                    <a:pt x="92798" y="215603"/>
                  </a:lnTo>
                  <a:lnTo>
                    <a:pt x="98797" y="207126"/>
                  </a:lnTo>
                  <a:lnTo>
                    <a:pt x="95136" y="192598"/>
                  </a:lnTo>
                  <a:lnTo>
                    <a:pt x="77253" y="177346"/>
                  </a:lnTo>
                  <a:lnTo>
                    <a:pt x="131297" y="164013"/>
                  </a:lnTo>
                  <a:lnTo>
                    <a:pt x="150476" y="193818"/>
                  </a:lnTo>
                  <a:lnTo>
                    <a:pt x="180892" y="189636"/>
                  </a:lnTo>
                  <a:lnTo>
                    <a:pt x="203198" y="217090"/>
                  </a:lnTo>
                  <a:lnTo>
                    <a:pt x="241697" y="210023"/>
                  </a:lnTo>
                  <a:close/>
                </a:path>
              </a:pathLst>
            </a:custGeom>
            <a:solidFill>
              <a:srgbClr val="FFFFFF"/>
            </a:solidFill>
            <a:ln w="12700" cap="flat">
              <a:noFill/>
              <a:prstDash val="solid"/>
              <a:miter/>
            </a:ln>
          </p:spPr>
          <p:txBody>
            <a:bodyPr rtlCol="0" anchor="ctr"/>
            <a:lstStyle/>
            <a:p>
              <a:endParaRPr lang="de-CH"/>
            </a:p>
          </p:txBody>
        </p:sp>
        <p:sp>
          <p:nvSpPr>
            <p:cNvPr id="113" name="Freihandform: Form 112">
              <a:extLst>
                <a:ext uri="{FF2B5EF4-FFF2-40B4-BE49-F238E27FC236}">
                  <a16:creationId xmlns:a16="http://schemas.microsoft.com/office/drawing/2014/main" id="{9D3CB881-F576-2CA9-97E2-F4D164A1C158}"/>
                </a:ext>
              </a:extLst>
            </p:cNvPr>
            <p:cNvSpPr/>
            <p:nvPr/>
          </p:nvSpPr>
          <p:spPr>
            <a:xfrm>
              <a:off x="8316659" y="1545120"/>
              <a:ext cx="610318" cy="620359"/>
            </a:xfrm>
            <a:custGeom>
              <a:avLst/>
              <a:gdLst>
                <a:gd name="connsiteX0" fmla="*/ 430482 w 610318"/>
                <a:gd name="connsiteY0" fmla="*/ 48617 h 620359"/>
                <a:gd name="connsiteX1" fmla="*/ 471472 w 610318"/>
                <a:gd name="connsiteY1" fmla="*/ 27708 h 620359"/>
                <a:gd name="connsiteX2" fmla="*/ 492216 w 610318"/>
                <a:gd name="connsiteY2" fmla="*/ 59344 h 620359"/>
                <a:gd name="connsiteX3" fmla="*/ 512450 w 610318"/>
                <a:gd name="connsiteY3" fmla="*/ 64047 h 620359"/>
                <a:gd name="connsiteX4" fmla="*/ 504888 w 610318"/>
                <a:gd name="connsiteY4" fmla="*/ 91488 h 620359"/>
                <a:gd name="connsiteX5" fmla="*/ 481641 w 610318"/>
                <a:gd name="connsiteY5" fmla="*/ 86658 h 620359"/>
                <a:gd name="connsiteX6" fmla="*/ 463770 w 610318"/>
                <a:gd name="connsiteY6" fmla="*/ 92543 h 620359"/>
                <a:gd name="connsiteX7" fmla="*/ 491046 w 610318"/>
                <a:gd name="connsiteY7" fmla="*/ 126657 h 620359"/>
                <a:gd name="connsiteX8" fmla="*/ 397486 w 610318"/>
                <a:gd name="connsiteY8" fmla="*/ 134893 h 620359"/>
                <a:gd name="connsiteX9" fmla="*/ 400206 w 610318"/>
                <a:gd name="connsiteY9" fmla="*/ 111494 h 620359"/>
                <a:gd name="connsiteX10" fmla="*/ 436100 w 610318"/>
                <a:gd name="connsiteY10" fmla="*/ 88616 h 620359"/>
                <a:gd name="connsiteX11" fmla="*/ 423962 w 610318"/>
                <a:gd name="connsiteY11" fmla="*/ 76338 h 620359"/>
                <a:gd name="connsiteX12" fmla="*/ 509832 w 610318"/>
                <a:gd name="connsiteY12" fmla="*/ 0 h 620359"/>
                <a:gd name="connsiteX13" fmla="*/ 536460 w 610318"/>
                <a:gd name="connsiteY13" fmla="*/ 14388 h 620359"/>
                <a:gd name="connsiteX14" fmla="*/ 610319 w 610318"/>
                <a:gd name="connsiteY14" fmla="*/ 2237 h 620359"/>
                <a:gd name="connsiteX15" fmla="*/ 603964 w 610318"/>
                <a:gd name="connsiteY15" fmla="*/ 21836 h 620359"/>
                <a:gd name="connsiteX16" fmla="*/ 555030 w 610318"/>
                <a:gd name="connsiteY16" fmla="*/ 38563 h 620359"/>
                <a:gd name="connsiteX17" fmla="*/ 589347 w 610318"/>
                <a:gd name="connsiteY17" fmla="*/ 71241 h 620359"/>
                <a:gd name="connsiteX18" fmla="*/ 545764 w 610318"/>
                <a:gd name="connsiteY18" fmla="*/ 85730 h 620359"/>
                <a:gd name="connsiteX19" fmla="*/ 545509 w 610318"/>
                <a:gd name="connsiteY19" fmla="*/ 54895 h 620359"/>
                <a:gd name="connsiteX20" fmla="*/ 494478 w 610318"/>
                <a:gd name="connsiteY20" fmla="*/ 21569 h 620359"/>
                <a:gd name="connsiteX21" fmla="*/ 494732 w 610318"/>
                <a:gd name="connsiteY21" fmla="*/ 14896 h 620359"/>
                <a:gd name="connsiteX22" fmla="*/ 251701 w 610318"/>
                <a:gd name="connsiteY22" fmla="*/ 241151 h 620359"/>
                <a:gd name="connsiteX23" fmla="*/ 290073 w 610318"/>
                <a:gd name="connsiteY23" fmla="*/ 262186 h 620359"/>
                <a:gd name="connsiteX24" fmla="*/ 334825 w 610318"/>
                <a:gd name="connsiteY24" fmla="*/ 255145 h 620359"/>
                <a:gd name="connsiteX25" fmla="*/ 340837 w 610318"/>
                <a:gd name="connsiteY25" fmla="*/ 277743 h 620359"/>
                <a:gd name="connsiteX26" fmla="*/ 388869 w 610318"/>
                <a:gd name="connsiteY26" fmla="*/ 275786 h 620359"/>
                <a:gd name="connsiteX27" fmla="*/ 389377 w 610318"/>
                <a:gd name="connsiteY27" fmla="*/ 306125 h 620359"/>
                <a:gd name="connsiteX28" fmla="*/ 385069 w 610318"/>
                <a:gd name="connsiteY28" fmla="*/ 342324 h 620359"/>
                <a:gd name="connsiteX29" fmla="*/ 381166 w 610318"/>
                <a:gd name="connsiteY29" fmla="*/ 374328 h 620359"/>
                <a:gd name="connsiteX30" fmla="*/ 378167 w 610318"/>
                <a:gd name="connsiteY30" fmla="*/ 399825 h 620359"/>
                <a:gd name="connsiteX31" fmla="*/ 358975 w 610318"/>
                <a:gd name="connsiteY31" fmla="*/ 432363 h 620359"/>
                <a:gd name="connsiteX32" fmla="*/ 357703 w 610318"/>
                <a:gd name="connsiteY32" fmla="*/ 466617 h 620359"/>
                <a:gd name="connsiteX33" fmla="*/ 331228 w 610318"/>
                <a:gd name="connsiteY33" fmla="*/ 500464 h 620359"/>
                <a:gd name="connsiteX34" fmla="*/ 190526 w 610318"/>
                <a:gd name="connsiteY34" fmla="*/ 609772 h 620359"/>
                <a:gd name="connsiteX35" fmla="*/ 152560 w 610318"/>
                <a:gd name="connsiteY35" fmla="*/ 620360 h 620359"/>
                <a:gd name="connsiteX36" fmla="*/ 128539 w 610318"/>
                <a:gd name="connsiteY36" fmla="*/ 602565 h 620359"/>
                <a:gd name="connsiteX37" fmla="*/ 71521 w 610318"/>
                <a:gd name="connsiteY37" fmla="*/ 576026 h 620359"/>
                <a:gd name="connsiteX38" fmla="*/ 30670 w 610318"/>
                <a:gd name="connsiteY38" fmla="*/ 477217 h 620359"/>
                <a:gd name="connsiteX39" fmla="*/ 9914 w 610318"/>
                <a:gd name="connsiteY39" fmla="*/ 452636 h 620359"/>
                <a:gd name="connsiteX40" fmla="*/ 12799 w 610318"/>
                <a:gd name="connsiteY40" fmla="*/ 433952 h 620359"/>
                <a:gd name="connsiteX41" fmla="*/ 18277 w 610318"/>
                <a:gd name="connsiteY41" fmla="*/ 398262 h 620359"/>
                <a:gd name="connsiteX42" fmla="*/ 0 w 610318"/>
                <a:gd name="connsiteY42" fmla="*/ 359178 h 620359"/>
                <a:gd name="connsiteX43" fmla="*/ 66169 w 610318"/>
                <a:gd name="connsiteY43" fmla="*/ 292017 h 620359"/>
                <a:gd name="connsiteX44" fmla="*/ 81828 w 610318"/>
                <a:gd name="connsiteY44" fmla="*/ 261029 h 620359"/>
                <a:gd name="connsiteX45" fmla="*/ 109626 w 610318"/>
                <a:gd name="connsiteY45" fmla="*/ 249921 h 620359"/>
                <a:gd name="connsiteX46" fmla="*/ 92798 w 610318"/>
                <a:gd name="connsiteY46" fmla="*/ 215603 h 620359"/>
                <a:gd name="connsiteX47" fmla="*/ 98797 w 610318"/>
                <a:gd name="connsiteY47" fmla="*/ 207126 h 620359"/>
                <a:gd name="connsiteX48" fmla="*/ 95136 w 610318"/>
                <a:gd name="connsiteY48" fmla="*/ 192598 h 620359"/>
                <a:gd name="connsiteX49" fmla="*/ 77253 w 610318"/>
                <a:gd name="connsiteY49" fmla="*/ 177346 h 620359"/>
                <a:gd name="connsiteX50" fmla="*/ 131297 w 610318"/>
                <a:gd name="connsiteY50" fmla="*/ 164013 h 620359"/>
                <a:gd name="connsiteX51" fmla="*/ 150476 w 610318"/>
                <a:gd name="connsiteY51" fmla="*/ 193818 h 620359"/>
                <a:gd name="connsiteX52" fmla="*/ 180892 w 610318"/>
                <a:gd name="connsiteY52" fmla="*/ 189636 h 620359"/>
                <a:gd name="connsiteX53" fmla="*/ 203198 w 610318"/>
                <a:gd name="connsiteY53" fmla="*/ 217090 h 620359"/>
                <a:gd name="connsiteX54" fmla="*/ 241697 w 610318"/>
                <a:gd name="connsiteY54" fmla="*/ 210023 h 620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10318" h="620359">
                  <a:moveTo>
                    <a:pt x="430482" y="48617"/>
                  </a:moveTo>
                  <a:lnTo>
                    <a:pt x="471472" y="27708"/>
                  </a:lnTo>
                  <a:lnTo>
                    <a:pt x="492216" y="59344"/>
                  </a:lnTo>
                  <a:lnTo>
                    <a:pt x="512450" y="64047"/>
                  </a:lnTo>
                  <a:lnTo>
                    <a:pt x="504888" y="91488"/>
                  </a:lnTo>
                  <a:lnTo>
                    <a:pt x="481641" y="86658"/>
                  </a:lnTo>
                  <a:lnTo>
                    <a:pt x="463770" y="92543"/>
                  </a:lnTo>
                  <a:lnTo>
                    <a:pt x="491046" y="126657"/>
                  </a:lnTo>
                  <a:lnTo>
                    <a:pt x="397486" y="134893"/>
                  </a:lnTo>
                  <a:lnTo>
                    <a:pt x="400206" y="111494"/>
                  </a:lnTo>
                  <a:lnTo>
                    <a:pt x="436100" y="88616"/>
                  </a:lnTo>
                  <a:lnTo>
                    <a:pt x="423962" y="76338"/>
                  </a:lnTo>
                  <a:close/>
                  <a:moveTo>
                    <a:pt x="509832" y="0"/>
                  </a:moveTo>
                  <a:lnTo>
                    <a:pt x="536460" y="14388"/>
                  </a:lnTo>
                  <a:lnTo>
                    <a:pt x="610319" y="2237"/>
                  </a:lnTo>
                  <a:lnTo>
                    <a:pt x="603964" y="21836"/>
                  </a:lnTo>
                  <a:lnTo>
                    <a:pt x="555030" y="38563"/>
                  </a:lnTo>
                  <a:lnTo>
                    <a:pt x="589347" y="71241"/>
                  </a:lnTo>
                  <a:lnTo>
                    <a:pt x="545764" y="85730"/>
                  </a:lnTo>
                  <a:lnTo>
                    <a:pt x="545509" y="54895"/>
                  </a:lnTo>
                  <a:lnTo>
                    <a:pt x="494478" y="21569"/>
                  </a:lnTo>
                  <a:lnTo>
                    <a:pt x="494732" y="14896"/>
                  </a:lnTo>
                  <a:close/>
                  <a:moveTo>
                    <a:pt x="251701" y="241151"/>
                  </a:moveTo>
                  <a:lnTo>
                    <a:pt x="290073" y="262186"/>
                  </a:lnTo>
                  <a:lnTo>
                    <a:pt x="334825" y="255145"/>
                  </a:lnTo>
                  <a:lnTo>
                    <a:pt x="340837" y="277743"/>
                  </a:lnTo>
                  <a:lnTo>
                    <a:pt x="388869" y="275786"/>
                  </a:lnTo>
                  <a:lnTo>
                    <a:pt x="389377" y="306125"/>
                  </a:lnTo>
                  <a:lnTo>
                    <a:pt x="385069" y="342324"/>
                  </a:lnTo>
                  <a:lnTo>
                    <a:pt x="381166" y="374328"/>
                  </a:lnTo>
                  <a:lnTo>
                    <a:pt x="378167" y="399825"/>
                  </a:lnTo>
                  <a:lnTo>
                    <a:pt x="358975" y="432363"/>
                  </a:lnTo>
                  <a:lnTo>
                    <a:pt x="357703" y="466617"/>
                  </a:lnTo>
                  <a:lnTo>
                    <a:pt x="331228" y="500464"/>
                  </a:lnTo>
                  <a:lnTo>
                    <a:pt x="190526" y="609772"/>
                  </a:lnTo>
                  <a:lnTo>
                    <a:pt x="152560" y="620360"/>
                  </a:lnTo>
                  <a:lnTo>
                    <a:pt x="128539" y="602565"/>
                  </a:lnTo>
                  <a:lnTo>
                    <a:pt x="71521" y="576026"/>
                  </a:lnTo>
                  <a:lnTo>
                    <a:pt x="30670" y="477217"/>
                  </a:lnTo>
                  <a:lnTo>
                    <a:pt x="9914" y="452636"/>
                  </a:lnTo>
                  <a:lnTo>
                    <a:pt x="12799" y="433952"/>
                  </a:lnTo>
                  <a:lnTo>
                    <a:pt x="18277" y="398262"/>
                  </a:lnTo>
                  <a:lnTo>
                    <a:pt x="0" y="359178"/>
                  </a:lnTo>
                  <a:lnTo>
                    <a:pt x="66169" y="292017"/>
                  </a:lnTo>
                  <a:lnTo>
                    <a:pt x="81828" y="261029"/>
                  </a:lnTo>
                  <a:lnTo>
                    <a:pt x="109626" y="249921"/>
                  </a:lnTo>
                  <a:lnTo>
                    <a:pt x="92798" y="215603"/>
                  </a:lnTo>
                  <a:lnTo>
                    <a:pt x="98797" y="207126"/>
                  </a:lnTo>
                  <a:lnTo>
                    <a:pt x="95136" y="192598"/>
                  </a:lnTo>
                  <a:lnTo>
                    <a:pt x="77253" y="177346"/>
                  </a:lnTo>
                  <a:lnTo>
                    <a:pt x="131297" y="164013"/>
                  </a:lnTo>
                  <a:lnTo>
                    <a:pt x="150476" y="193818"/>
                  </a:lnTo>
                  <a:lnTo>
                    <a:pt x="180892" y="189636"/>
                  </a:lnTo>
                  <a:lnTo>
                    <a:pt x="203198" y="217090"/>
                  </a:lnTo>
                  <a:lnTo>
                    <a:pt x="241697" y="210023"/>
                  </a:lnTo>
                  <a:close/>
                </a:path>
              </a:pathLst>
            </a:custGeom>
            <a:noFill/>
            <a:ln w="3810" cap="flat">
              <a:solidFill>
                <a:srgbClr val="E6E4E2"/>
              </a:solidFill>
              <a:prstDash val="solid"/>
              <a:miter/>
            </a:ln>
          </p:spPr>
          <p:txBody>
            <a:bodyPr rtlCol="0" anchor="ctr"/>
            <a:lstStyle/>
            <a:p>
              <a:endParaRPr lang="de-CH"/>
            </a:p>
          </p:txBody>
        </p:sp>
        <p:sp>
          <p:nvSpPr>
            <p:cNvPr id="114" name="Freihandform: Form 113">
              <a:extLst>
                <a:ext uri="{FF2B5EF4-FFF2-40B4-BE49-F238E27FC236}">
                  <a16:creationId xmlns:a16="http://schemas.microsoft.com/office/drawing/2014/main" id="{3D2F3423-3090-252C-BC73-01AE52419C9A}"/>
                </a:ext>
              </a:extLst>
            </p:cNvPr>
            <p:cNvSpPr/>
            <p:nvPr/>
          </p:nvSpPr>
          <p:spPr>
            <a:xfrm>
              <a:off x="7281438" y="1280595"/>
              <a:ext cx="1765612" cy="1951613"/>
            </a:xfrm>
            <a:custGeom>
              <a:avLst/>
              <a:gdLst>
                <a:gd name="connsiteX0" fmla="*/ 1279613 w 1765612"/>
                <a:gd name="connsiteY0" fmla="*/ 284276 h 1951613"/>
                <a:gd name="connsiteX1" fmla="*/ 1263432 w 1765612"/>
                <a:gd name="connsiteY1" fmla="*/ 366346 h 1951613"/>
                <a:gd name="connsiteX2" fmla="*/ 1206668 w 1765612"/>
                <a:gd name="connsiteY2" fmla="*/ 387127 h 1951613"/>
                <a:gd name="connsiteX3" fmla="*/ 1153934 w 1765612"/>
                <a:gd name="connsiteY3" fmla="*/ 367541 h 1951613"/>
                <a:gd name="connsiteX4" fmla="*/ 1137411 w 1765612"/>
                <a:gd name="connsiteY4" fmla="*/ 374214 h 1951613"/>
                <a:gd name="connsiteX5" fmla="*/ 1090307 w 1765612"/>
                <a:gd name="connsiteY5" fmla="*/ 393432 h 1951613"/>
                <a:gd name="connsiteX6" fmla="*/ 1060933 w 1765612"/>
                <a:gd name="connsiteY6" fmla="*/ 391462 h 1951613"/>
                <a:gd name="connsiteX7" fmla="*/ 998158 w 1765612"/>
                <a:gd name="connsiteY7" fmla="*/ 403358 h 1951613"/>
                <a:gd name="connsiteX8" fmla="*/ 873661 w 1765612"/>
                <a:gd name="connsiteY8" fmla="*/ 403231 h 1951613"/>
                <a:gd name="connsiteX9" fmla="*/ 873394 w 1765612"/>
                <a:gd name="connsiteY9" fmla="*/ 432770 h 1951613"/>
                <a:gd name="connsiteX10" fmla="*/ 846703 w 1765612"/>
                <a:gd name="connsiteY10" fmla="*/ 443751 h 1951613"/>
                <a:gd name="connsiteX11" fmla="*/ 851787 w 1765612"/>
                <a:gd name="connsiteY11" fmla="*/ 477599 h 1951613"/>
                <a:gd name="connsiteX12" fmla="*/ 830777 w 1765612"/>
                <a:gd name="connsiteY12" fmla="*/ 508179 h 1951613"/>
                <a:gd name="connsiteX13" fmla="*/ 792532 w 1765612"/>
                <a:gd name="connsiteY13" fmla="*/ 510543 h 1951613"/>
                <a:gd name="connsiteX14" fmla="*/ 809055 w 1765612"/>
                <a:gd name="connsiteY14" fmla="*/ 553542 h 1951613"/>
                <a:gd name="connsiteX15" fmla="*/ 825235 w 1765612"/>
                <a:gd name="connsiteY15" fmla="*/ 579687 h 1951613"/>
                <a:gd name="connsiteX16" fmla="*/ 861917 w 1765612"/>
                <a:gd name="connsiteY16" fmla="*/ 568832 h 1951613"/>
                <a:gd name="connsiteX17" fmla="*/ 879914 w 1765612"/>
                <a:gd name="connsiteY17" fmla="*/ 599667 h 1951613"/>
                <a:gd name="connsiteX18" fmla="*/ 832810 w 1765612"/>
                <a:gd name="connsiteY18" fmla="*/ 633794 h 1951613"/>
                <a:gd name="connsiteX19" fmla="*/ 849779 w 1765612"/>
                <a:gd name="connsiteY19" fmla="*/ 672357 h 1951613"/>
                <a:gd name="connsiteX20" fmla="*/ 864128 w 1765612"/>
                <a:gd name="connsiteY20" fmla="*/ 716843 h 1951613"/>
                <a:gd name="connsiteX21" fmla="*/ 828629 w 1765612"/>
                <a:gd name="connsiteY21" fmla="*/ 766781 h 1951613"/>
                <a:gd name="connsiteX22" fmla="*/ 850808 w 1765612"/>
                <a:gd name="connsiteY22" fmla="*/ 779186 h 1951613"/>
                <a:gd name="connsiteX23" fmla="*/ 885266 w 1765612"/>
                <a:gd name="connsiteY23" fmla="*/ 798137 h 1951613"/>
                <a:gd name="connsiteX24" fmla="*/ 932649 w 1765612"/>
                <a:gd name="connsiteY24" fmla="*/ 803488 h 1951613"/>
                <a:gd name="connsiteX25" fmla="*/ 966052 w 1765612"/>
                <a:gd name="connsiteY25" fmla="*/ 782199 h 1951613"/>
                <a:gd name="connsiteX26" fmla="*/ 989159 w 1765612"/>
                <a:gd name="connsiteY26" fmla="*/ 799993 h 1951613"/>
                <a:gd name="connsiteX27" fmla="*/ 1014211 w 1765612"/>
                <a:gd name="connsiteY27" fmla="*/ 819211 h 1951613"/>
                <a:gd name="connsiteX28" fmla="*/ 1037305 w 1765612"/>
                <a:gd name="connsiteY28" fmla="*/ 814368 h 1951613"/>
                <a:gd name="connsiteX29" fmla="*/ 1065878 w 1765612"/>
                <a:gd name="connsiteY29" fmla="*/ 851495 h 1951613"/>
                <a:gd name="connsiteX30" fmla="*/ 1106728 w 1765612"/>
                <a:gd name="connsiteY30" fmla="*/ 840640 h 1951613"/>
                <a:gd name="connsiteX31" fmla="*/ 1163746 w 1765612"/>
                <a:gd name="connsiteY31" fmla="*/ 867179 h 1951613"/>
                <a:gd name="connsiteX32" fmla="*/ 1187768 w 1765612"/>
                <a:gd name="connsiteY32" fmla="*/ 884973 h 1951613"/>
                <a:gd name="connsiteX33" fmla="*/ 1225734 w 1765612"/>
                <a:gd name="connsiteY33" fmla="*/ 874399 h 1951613"/>
                <a:gd name="connsiteX34" fmla="*/ 1366436 w 1765612"/>
                <a:gd name="connsiteY34" fmla="*/ 765091 h 1951613"/>
                <a:gd name="connsiteX35" fmla="*/ 1392911 w 1765612"/>
                <a:gd name="connsiteY35" fmla="*/ 731243 h 1951613"/>
                <a:gd name="connsiteX36" fmla="*/ 1394182 w 1765612"/>
                <a:gd name="connsiteY36" fmla="*/ 697002 h 1951613"/>
                <a:gd name="connsiteX37" fmla="*/ 1413375 w 1765612"/>
                <a:gd name="connsiteY37" fmla="*/ 664464 h 1951613"/>
                <a:gd name="connsiteX38" fmla="*/ 1416387 w 1765612"/>
                <a:gd name="connsiteY38" fmla="*/ 638955 h 1951613"/>
                <a:gd name="connsiteX39" fmla="*/ 1420289 w 1765612"/>
                <a:gd name="connsiteY39" fmla="*/ 606950 h 1951613"/>
                <a:gd name="connsiteX40" fmla="*/ 1424598 w 1765612"/>
                <a:gd name="connsiteY40" fmla="*/ 570752 h 1951613"/>
                <a:gd name="connsiteX41" fmla="*/ 1424089 w 1765612"/>
                <a:gd name="connsiteY41" fmla="*/ 540425 h 1951613"/>
                <a:gd name="connsiteX42" fmla="*/ 1422373 w 1765612"/>
                <a:gd name="connsiteY42" fmla="*/ 519771 h 1951613"/>
                <a:gd name="connsiteX43" fmla="*/ 1430470 w 1765612"/>
                <a:gd name="connsiteY43" fmla="*/ 404489 h 1951613"/>
                <a:gd name="connsiteX44" fmla="*/ 1432707 w 1765612"/>
                <a:gd name="connsiteY44" fmla="*/ 399520 h 1951613"/>
                <a:gd name="connsiteX45" fmla="*/ 1526267 w 1765612"/>
                <a:gd name="connsiteY45" fmla="*/ 391284 h 1951613"/>
                <a:gd name="connsiteX46" fmla="*/ 1549615 w 1765612"/>
                <a:gd name="connsiteY46" fmla="*/ 378726 h 1951613"/>
                <a:gd name="connsiteX47" fmla="*/ 1580819 w 1765612"/>
                <a:gd name="connsiteY47" fmla="*/ 352734 h 1951613"/>
                <a:gd name="connsiteX48" fmla="*/ 1580946 w 1765612"/>
                <a:gd name="connsiteY48" fmla="*/ 350369 h 1951613"/>
                <a:gd name="connsiteX49" fmla="*/ 1624580 w 1765612"/>
                <a:gd name="connsiteY49" fmla="*/ 335765 h 1951613"/>
                <a:gd name="connsiteX50" fmla="*/ 1590262 w 1765612"/>
                <a:gd name="connsiteY50" fmla="*/ 303088 h 1951613"/>
                <a:gd name="connsiteX51" fmla="*/ 1639197 w 1765612"/>
                <a:gd name="connsiteY51" fmla="*/ 286374 h 1951613"/>
                <a:gd name="connsiteX52" fmla="*/ 1645552 w 1765612"/>
                <a:gd name="connsiteY52" fmla="*/ 266762 h 1951613"/>
                <a:gd name="connsiteX53" fmla="*/ 1665520 w 1765612"/>
                <a:gd name="connsiteY53" fmla="*/ 260407 h 1951613"/>
                <a:gd name="connsiteX54" fmla="*/ 1672955 w 1765612"/>
                <a:gd name="connsiteY54" fmla="*/ 257521 h 1951613"/>
                <a:gd name="connsiteX55" fmla="*/ 1589068 w 1765612"/>
                <a:gd name="connsiteY55" fmla="*/ 206541 h 1951613"/>
                <a:gd name="connsiteX56" fmla="*/ 1589335 w 1765612"/>
                <a:gd name="connsiteY56" fmla="*/ 202372 h 1951613"/>
                <a:gd name="connsiteX57" fmla="*/ 1570536 w 1765612"/>
                <a:gd name="connsiteY57" fmla="*/ 192699 h 1951613"/>
                <a:gd name="connsiteX58" fmla="*/ 1534007 w 1765612"/>
                <a:gd name="connsiteY58" fmla="*/ 192699 h 1951613"/>
                <a:gd name="connsiteX59" fmla="*/ 1515603 w 1765612"/>
                <a:gd name="connsiteY59" fmla="*/ 189573 h 1951613"/>
                <a:gd name="connsiteX60" fmla="*/ 1501507 w 1765612"/>
                <a:gd name="connsiteY60" fmla="*/ 190475 h 1951613"/>
                <a:gd name="connsiteX61" fmla="*/ 1498495 w 1765612"/>
                <a:gd name="connsiteY61" fmla="*/ 174537 h 1951613"/>
                <a:gd name="connsiteX62" fmla="*/ 1474345 w 1765612"/>
                <a:gd name="connsiteY62" fmla="*/ 179760 h 1951613"/>
                <a:gd name="connsiteX63" fmla="*/ 1463262 w 1765612"/>
                <a:gd name="connsiteY63" fmla="*/ 192305 h 1951613"/>
                <a:gd name="connsiteX64" fmla="*/ 1462347 w 1765612"/>
                <a:gd name="connsiteY64" fmla="*/ 203541 h 1951613"/>
                <a:gd name="connsiteX65" fmla="*/ 1458534 w 1765612"/>
                <a:gd name="connsiteY65" fmla="*/ 228784 h 1951613"/>
                <a:gd name="connsiteX66" fmla="*/ 1427089 w 1765612"/>
                <a:gd name="connsiteY66" fmla="*/ 235444 h 1951613"/>
                <a:gd name="connsiteX67" fmla="*/ 1393013 w 1765612"/>
                <a:gd name="connsiteY67" fmla="*/ 260661 h 1951613"/>
                <a:gd name="connsiteX68" fmla="*/ 1346163 w 1765612"/>
                <a:gd name="connsiteY68" fmla="*/ 271897 h 1951613"/>
                <a:gd name="connsiteX69" fmla="*/ 1314718 w 1765612"/>
                <a:gd name="connsiteY69" fmla="*/ 293339 h 1951613"/>
                <a:gd name="connsiteX70" fmla="*/ 1081333 w 1765612"/>
                <a:gd name="connsiteY70" fmla="*/ 73185 h 1951613"/>
                <a:gd name="connsiteX71" fmla="*/ 1078715 w 1765612"/>
                <a:gd name="connsiteY71" fmla="*/ 91221 h 1951613"/>
                <a:gd name="connsiteX72" fmla="*/ 1133013 w 1765612"/>
                <a:gd name="connsiteY72" fmla="*/ 87306 h 1951613"/>
                <a:gd name="connsiteX73" fmla="*/ 1152586 w 1765612"/>
                <a:gd name="connsiteY73" fmla="*/ 92797 h 1951613"/>
                <a:gd name="connsiteX74" fmla="*/ 1138491 w 1765612"/>
                <a:gd name="connsiteY74" fmla="*/ 113578 h 1951613"/>
                <a:gd name="connsiteX75" fmla="*/ 1137843 w 1765612"/>
                <a:gd name="connsiteY75" fmla="*/ 135796 h 1951613"/>
                <a:gd name="connsiteX76" fmla="*/ 1151404 w 1765612"/>
                <a:gd name="connsiteY76" fmla="*/ 135796 h 1951613"/>
                <a:gd name="connsiteX77" fmla="*/ 1184451 w 1765612"/>
                <a:gd name="connsiteY77" fmla="*/ 147044 h 1951613"/>
                <a:gd name="connsiteX78" fmla="*/ 1188505 w 1765612"/>
                <a:gd name="connsiteY78" fmla="*/ 159055 h 1951613"/>
                <a:gd name="connsiteX79" fmla="*/ 1204686 w 1765612"/>
                <a:gd name="connsiteY79" fmla="*/ 156170 h 1951613"/>
                <a:gd name="connsiteX80" fmla="*/ 1224005 w 1765612"/>
                <a:gd name="connsiteY80" fmla="*/ 109778 h 1951613"/>
                <a:gd name="connsiteX81" fmla="*/ 1239525 w 1765612"/>
                <a:gd name="connsiteY81" fmla="*/ 95657 h 1951613"/>
                <a:gd name="connsiteX82" fmla="*/ 1248015 w 1765612"/>
                <a:gd name="connsiteY82" fmla="*/ 100500 h 1951613"/>
                <a:gd name="connsiteX83" fmla="*/ 1276079 w 1765612"/>
                <a:gd name="connsiteY83" fmla="*/ 69525 h 1951613"/>
                <a:gd name="connsiteX84" fmla="*/ 1304041 w 1765612"/>
                <a:gd name="connsiteY84" fmla="*/ 84294 h 1951613"/>
                <a:gd name="connsiteX85" fmla="*/ 1304969 w 1765612"/>
                <a:gd name="connsiteY85" fmla="*/ 111481 h 1951613"/>
                <a:gd name="connsiteX86" fmla="*/ 1335245 w 1765612"/>
                <a:gd name="connsiteY86" fmla="*/ 134220 h 1951613"/>
                <a:gd name="connsiteX87" fmla="*/ 1359255 w 1765612"/>
                <a:gd name="connsiteY87" fmla="*/ 118675 h 1951613"/>
                <a:gd name="connsiteX88" fmla="*/ 1371011 w 1765612"/>
                <a:gd name="connsiteY88" fmla="*/ 141147 h 1951613"/>
                <a:gd name="connsiteX89" fmla="*/ 1401923 w 1765612"/>
                <a:gd name="connsiteY89" fmla="*/ 147299 h 1951613"/>
                <a:gd name="connsiteX90" fmla="*/ 1430381 w 1765612"/>
                <a:gd name="connsiteY90" fmla="*/ 146117 h 1951613"/>
                <a:gd name="connsiteX91" fmla="*/ 1467965 w 1765612"/>
                <a:gd name="connsiteY91" fmla="*/ 139456 h 1951613"/>
                <a:gd name="connsiteX92" fmla="*/ 1493017 w 1765612"/>
                <a:gd name="connsiteY92" fmla="*/ 128335 h 1951613"/>
                <a:gd name="connsiteX93" fmla="*/ 1515895 w 1765612"/>
                <a:gd name="connsiteY93" fmla="*/ 88476 h 1951613"/>
                <a:gd name="connsiteX94" fmla="*/ 1529202 w 1765612"/>
                <a:gd name="connsiteY94" fmla="*/ 80850 h 1951613"/>
                <a:gd name="connsiteX95" fmla="*/ 1538989 w 1765612"/>
                <a:gd name="connsiteY95" fmla="*/ 104503 h 1951613"/>
                <a:gd name="connsiteX96" fmla="*/ 1577883 w 1765612"/>
                <a:gd name="connsiteY96" fmla="*/ 140575 h 1951613"/>
                <a:gd name="connsiteX97" fmla="*/ 1599490 w 1765612"/>
                <a:gd name="connsiteY97" fmla="*/ 186192 h 1951613"/>
                <a:gd name="connsiteX98" fmla="*/ 1616445 w 1765612"/>
                <a:gd name="connsiteY98" fmla="*/ 193373 h 1951613"/>
                <a:gd name="connsiteX99" fmla="*/ 1623373 w 1765612"/>
                <a:gd name="connsiteY99" fmla="*/ 185531 h 1951613"/>
                <a:gd name="connsiteX100" fmla="*/ 1625063 w 1765612"/>
                <a:gd name="connsiteY100" fmla="*/ 170762 h 1951613"/>
                <a:gd name="connsiteX101" fmla="*/ 1633960 w 1765612"/>
                <a:gd name="connsiteY101" fmla="*/ 167762 h 1951613"/>
                <a:gd name="connsiteX102" fmla="*/ 1644001 w 1765612"/>
                <a:gd name="connsiteY102" fmla="*/ 189064 h 1951613"/>
                <a:gd name="connsiteX103" fmla="*/ 1656712 w 1765612"/>
                <a:gd name="connsiteY103" fmla="*/ 205588 h 1951613"/>
                <a:gd name="connsiteX104" fmla="*/ 1694842 w 1765612"/>
                <a:gd name="connsiteY104" fmla="*/ 206859 h 1951613"/>
                <a:gd name="connsiteX105" fmla="*/ 1725245 w 1765612"/>
                <a:gd name="connsiteY105" fmla="*/ 214701 h 1951613"/>
                <a:gd name="connsiteX106" fmla="*/ 1731905 w 1765612"/>
                <a:gd name="connsiteY106" fmla="*/ 229076 h 1951613"/>
                <a:gd name="connsiteX107" fmla="*/ 1715458 w 1765612"/>
                <a:gd name="connsiteY107" fmla="*/ 247760 h 1951613"/>
                <a:gd name="connsiteX108" fmla="*/ 1702748 w 1765612"/>
                <a:gd name="connsiteY108" fmla="*/ 271909 h 1951613"/>
                <a:gd name="connsiteX109" fmla="*/ 1713717 w 1765612"/>
                <a:gd name="connsiteY109" fmla="*/ 299096 h 1951613"/>
                <a:gd name="connsiteX110" fmla="*/ 1718013 w 1765612"/>
                <a:gd name="connsiteY110" fmla="*/ 326017 h 1951613"/>
                <a:gd name="connsiteX111" fmla="*/ 1719855 w 1765612"/>
                <a:gd name="connsiteY111" fmla="*/ 361605 h 1951613"/>
                <a:gd name="connsiteX112" fmla="*/ 1765613 w 1765612"/>
                <a:gd name="connsiteY112" fmla="*/ 400028 h 1951613"/>
                <a:gd name="connsiteX113" fmla="*/ 1764341 w 1765612"/>
                <a:gd name="connsiteY113" fmla="*/ 433227 h 1951613"/>
                <a:gd name="connsiteX114" fmla="*/ 1735159 w 1765612"/>
                <a:gd name="connsiteY114" fmla="*/ 466681 h 1951613"/>
                <a:gd name="connsiteX115" fmla="*/ 1668202 w 1765612"/>
                <a:gd name="connsiteY115" fmla="*/ 477535 h 1951613"/>
                <a:gd name="connsiteX116" fmla="*/ 1628012 w 1765612"/>
                <a:gd name="connsiteY116" fmla="*/ 529647 h 1951613"/>
                <a:gd name="connsiteX117" fmla="*/ 1619115 w 1765612"/>
                <a:gd name="connsiteY117" fmla="*/ 545064 h 1951613"/>
                <a:gd name="connsiteX118" fmla="*/ 1604370 w 1765612"/>
                <a:gd name="connsiteY118" fmla="*/ 610166 h 1951613"/>
                <a:gd name="connsiteX119" fmla="*/ 1596541 w 1765612"/>
                <a:gd name="connsiteY119" fmla="*/ 628469 h 1951613"/>
                <a:gd name="connsiteX120" fmla="*/ 1586615 w 1765612"/>
                <a:gd name="connsiteY120" fmla="*/ 643225 h 1951613"/>
                <a:gd name="connsiteX121" fmla="*/ 1553568 w 1765612"/>
                <a:gd name="connsiteY121" fmla="*/ 668061 h 1951613"/>
                <a:gd name="connsiteX122" fmla="*/ 1536460 w 1765612"/>
                <a:gd name="connsiteY122" fmla="*/ 683479 h 1951613"/>
                <a:gd name="connsiteX123" fmla="*/ 1531770 w 1765612"/>
                <a:gd name="connsiteY123" fmla="*/ 694740 h 1951613"/>
                <a:gd name="connsiteX124" fmla="*/ 1524589 w 1765612"/>
                <a:gd name="connsiteY124" fmla="*/ 723605 h 1951613"/>
                <a:gd name="connsiteX125" fmla="*/ 1519899 w 1765612"/>
                <a:gd name="connsiteY125" fmla="*/ 734853 h 1951613"/>
                <a:gd name="connsiteX126" fmla="*/ 1511281 w 1765612"/>
                <a:gd name="connsiteY126" fmla="*/ 743877 h 1951613"/>
                <a:gd name="connsiteX127" fmla="*/ 1491581 w 1765612"/>
                <a:gd name="connsiteY127" fmla="*/ 759689 h 1951613"/>
                <a:gd name="connsiteX128" fmla="*/ 1485708 w 1765612"/>
                <a:gd name="connsiteY128" fmla="*/ 771458 h 1951613"/>
                <a:gd name="connsiteX129" fmla="*/ 1486229 w 1765612"/>
                <a:gd name="connsiteY129" fmla="*/ 789888 h 1951613"/>
                <a:gd name="connsiteX130" fmla="*/ 1482048 w 1765612"/>
                <a:gd name="connsiteY130" fmla="*/ 807009 h 1951613"/>
                <a:gd name="connsiteX131" fmla="*/ 1469909 w 1765612"/>
                <a:gd name="connsiteY131" fmla="*/ 842953 h 1951613"/>
                <a:gd name="connsiteX132" fmla="*/ 1453386 w 1765612"/>
                <a:gd name="connsiteY132" fmla="*/ 876140 h 1951613"/>
                <a:gd name="connsiteX133" fmla="*/ 1435490 w 1765612"/>
                <a:gd name="connsiteY133" fmla="*/ 908169 h 1951613"/>
                <a:gd name="connsiteX134" fmla="*/ 1431982 w 1765612"/>
                <a:gd name="connsiteY134" fmla="*/ 919278 h 1951613"/>
                <a:gd name="connsiteX135" fmla="*/ 1428462 w 1765612"/>
                <a:gd name="connsiteY135" fmla="*/ 941369 h 1951613"/>
                <a:gd name="connsiteX136" fmla="*/ 1424280 w 1765612"/>
                <a:gd name="connsiteY136" fmla="*/ 956150 h 1951613"/>
                <a:gd name="connsiteX137" fmla="*/ 1410438 w 1765612"/>
                <a:gd name="connsiteY137" fmla="*/ 986464 h 1951613"/>
                <a:gd name="connsiteX138" fmla="*/ 1405749 w 1765612"/>
                <a:gd name="connsiteY138" fmla="*/ 1009737 h 1951613"/>
                <a:gd name="connsiteX139" fmla="*/ 1406002 w 1765612"/>
                <a:gd name="connsiteY139" fmla="*/ 1057438 h 1951613"/>
                <a:gd name="connsiteX140" fmla="*/ 1423225 w 1765612"/>
                <a:gd name="connsiteY140" fmla="*/ 1109194 h 1951613"/>
                <a:gd name="connsiteX141" fmla="*/ 1439291 w 1765612"/>
                <a:gd name="connsiteY141" fmla="*/ 1138084 h 1951613"/>
                <a:gd name="connsiteX142" fmla="*/ 1455598 w 1765612"/>
                <a:gd name="connsiteY142" fmla="*/ 1172580 h 1951613"/>
                <a:gd name="connsiteX143" fmla="*/ 1465384 w 1765612"/>
                <a:gd name="connsiteY143" fmla="*/ 1211664 h 1951613"/>
                <a:gd name="connsiteX144" fmla="*/ 1469553 w 1765612"/>
                <a:gd name="connsiteY144" fmla="*/ 1231924 h 1951613"/>
                <a:gd name="connsiteX145" fmla="*/ 1476227 w 1765612"/>
                <a:gd name="connsiteY145" fmla="*/ 1264208 h 1951613"/>
                <a:gd name="connsiteX146" fmla="*/ 1476862 w 1765612"/>
                <a:gd name="connsiteY146" fmla="*/ 1289031 h 1951613"/>
                <a:gd name="connsiteX147" fmla="*/ 1464470 w 1765612"/>
                <a:gd name="connsiteY147" fmla="*/ 1321582 h 1951613"/>
                <a:gd name="connsiteX148" fmla="*/ 1423110 w 1765612"/>
                <a:gd name="connsiteY148" fmla="*/ 1355823 h 1951613"/>
                <a:gd name="connsiteX149" fmla="*/ 1398834 w 1765612"/>
                <a:gd name="connsiteY149" fmla="*/ 1372944 h 1951613"/>
                <a:gd name="connsiteX150" fmla="*/ 1384078 w 1765612"/>
                <a:gd name="connsiteY150" fmla="*/ 1390738 h 1951613"/>
                <a:gd name="connsiteX151" fmla="*/ 1392034 w 1765612"/>
                <a:gd name="connsiteY151" fmla="*/ 1423276 h 1951613"/>
                <a:gd name="connsiteX152" fmla="*/ 1395173 w 1765612"/>
                <a:gd name="connsiteY152" fmla="*/ 1430978 h 1951613"/>
                <a:gd name="connsiteX153" fmla="*/ 1411697 w 1765612"/>
                <a:gd name="connsiteY153" fmla="*/ 1456602 h 1951613"/>
                <a:gd name="connsiteX154" fmla="*/ 1425398 w 1765612"/>
                <a:gd name="connsiteY154" fmla="*/ 1476455 h 1951613"/>
                <a:gd name="connsiteX155" fmla="*/ 1465219 w 1765612"/>
                <a:gd name="connsiteY155" fmla="*/ 1545218 h 1951613"/>
                <a:gd name="connsiteX156" fmla="*/ 1539587 w 1765612"/>
                <a:gd name="connsiteY156" fmla="*/ 1643239 h 1951613"/>
                <a:gd name="connsiteX157" fmla="*/ 1495750 w 1765612"/>
                <a:gd name="connsiteY157" fmla="*/ 1656584 h 1951613"/>
                <a:gd name="connsiteX158" fmla="*/ 1486217 w 1765612"/>
                <a:gd name="connsiteY158" fmla="*/ 1707285 h 1951613"/>
                <a:gd name="connsiteX159" fmla="*/ 1447591 w 1765612"/>
                <a:gd name="connsiteY159" fmla="*/ 1714225 h 1951613"/>
                <a:gd name="connsiteX160" fmla="*/ 1442367 w 1765612"/>
                <a:gd name="connsiteY160" fmla="*/ 1740916 h 1951613"/>
                <a:gd name="connsiteX161" fmla="*/ 1410006 w 1765612"/>
                <a:gd name="connsiteY161" fmla="*/ 1845344 h 1951613"/>
                <a:gd name="connsiteX162" fmla="*/ 1384420 w 1765612"/>
                <a:gd name="connsiteY162" fmla="*/ 1876064 h 1951613"/>
                <a:gd name="connsiteX163" fmla="*/ 1386772 w 1765612"/>
                <a:gd name="connsiteY163" fmla="*/ 1903251 h 1951613"/>
                <a:gd name="connsiteX164" fmla="*/ 1371901 w 1765612"/>
                <a:gd name="connsiteY164" fmla="*/ 1919203 h 1951613"/>
                <a:gd name="connsiteX165" fmla="*/ 1346188 w 1765612"/>
                <a:gd name="connsiteY165" fmla="*/ 1951614 h 1951613"/>
                <a:gd name="connsiteX166" fmla="*/ 1337838 w 1765612"/>
                <a:gd name="connsiteY166" fmla="*/ 1943898 h 1951613"/>
                <a:gd name="connsiteX167" fmla="*/ 1278583 w 1765612"/>
                <a:gd name="connsiteY167" fmla="*/ 1888876 h 1951613"/>
                <a:gd name="connsiteX168" fmla="*/ 1197936 w 1765612"/>
                <a:gd name="connsiteY168" fmla="*/ 1886779 h 1951613"/>
                <a:gd name="connsiteX169" fmla="*/ 1130077 w 1765612"/>
                <a:gd name="connsiteY169" fmla="*/ 1878822 h 1951613"/>
                <a:gd name="connsiteX170" fmla="*/ 1031153 w 1765612"/>
                <a:gd name="connsiteY170" fmla="*/ 1858295 h 1951613"/>
                <a:gd name="connsiteX171" fmla="*/ 975050 w 1765612"/>
                <a:gd name="connsiteY171" fmla="*/ 1862108 h 1951613"/>
                <a:gd name="connsiteX172" fmla="*/ 939678 w 1765612"/>
                <a:gd name="connsiteY172" fmla="*/ 1838327 h 1951613"/>
                <a:gd name="connsiteX173" fmla="*/ 946859 w 1765612"/>
                <a:gd name="connsiteY173" fmla="*/ 1806056 h 1951613"/>
                <a:gd name="connsiteX174" fmla="*/ 910000 w 1765612"/>
                <a:gd name="connsiteY174" fmla="*/ 1740828 h 1951613"/>
                <a:gd name="connsiteX175" fmla="*/ 931149 w 1765612"/>
                <a:gd name="connsiteY175" fmla="*/ 1672332 h 1951613"/>
                <a:gd name="connsiteX176" fmla="*/ 938776 w 1765612"/>
                <a:gd name="connsiteY176" fmla="*/ 1593262 h 1951613"/>
                <a:gd name="connsiteX177" fmla="*/ 903276 w 1765612"/>
                <a:gd name="connsiteY177" fmla="*/ 1500986 h 1951613"/>
                <a:gd name="connsiteX178" fmla="*/ 872771 w 1765612"/>
                <a:gd name="connsiteY178" fmla="*/ 1491313 h 1951613"/>
                <a:gd name="connsiteX179" fmla="*/ 827231 w 1765612"/>
                <a:gd name="connsiteY179" fmla="*/ 1479671 h 1951613"/>
                <a:gd name="connsiteX180" fmla="*/ 793027 w 1765612"/>
                <a:gd name="connsiteY180" fmla="*/ 1514446 h 1951613"/>
                <a:gd name="connsiteX181" fmla="*/ 743458 w 1765612"/>
                <a:gd name="connsiteY181" fmla="*/ 1502943 h 1951613"/>
                <a:gd name="connsiteX182" fmla="*/ 705874 w 1765612"/>
                <a:gd name="connsiteY182" fmla="*/ 1476938 h 1951613"/>
                <a:gd name="connsiteX183" fmla="*/ 791223 w 1765612"/>
                <a:gd name="connsiteY183" fmla="*/ 1408456 h 1951613"/>
                <a:gd name="connsiteX184" fmla="*/ 814978 w 1765612"/>
                <a:gd name="connsiteY184" fmla="*/ 1391449 h 1951613"/>
                <a:gd name="connsiteX185" fmla="*/ 810796 w 1765612"/>
                <a:gd name="connsiteY185" fmla="*/ 1338918 h 1951613"/>
                <a:gd name="connsiteX186" fmla="*/ 803361 w 1765612"/>
                <a:gd name="connsiteY186" fmla="*/ 1244278 h 1951613"/>
                <a:gd name="connsiteX187" fmla="*/ 845889 w 1765612"/>
                <a:gd name="connsiteY187" fmla="*/ 1251218 h 1951613"/>
                <a:gd name="connsiteX188" fmla="*/ 858599 w 1765612"/>
                <a:gd name="connsiteY188" fmla="*/ 1244863 h 1951613"/>
                <a:gd name="connsiteX189" fmla="*/ 868641 w 1765612"/>
                <a:gd name="connsiteY189" fmla="*/ 1248905 h 1951613"/>
                <a:gd name="connsiteX190" fmla="*/ 872161 w 1765612"/>
                <a:gd name="connsiteY190" fmla="*/ 1254802 h 1951613"/>
                <a:gd name="connsiteX191" fmla="*/ 927629 w 1765612"/>
                <a:gd name="connsiteY191" fmla="*/ 1249171 h 1951613"/>
                <a:gd name="connsiteX192" fmla="*/ 940809 w 1765612"/>
                <a:gd name="connsiteY192" fmla="*/ 1240020 h 1951613"/>
                <a:gd name="connsiteX193" fmla="*/ 985180 w 1765612"/>
                <a:gd name="connsiteY193" fmla="*/ 1248650 h 1951613"/>
                <a:gd name="connsiteX194" fmla="*/ 999403 w 1765612"/>
                <a:gd name="connsiteY194" fmla="*/ 1247214 h 1951613"/>
                <a:gd name="connsiteX195" fmla="*/ 1015075 w 1765612"/>
                <a:gd name="connsiteY195" fmla="*/ 1240287 h 1951613"/>
                <a:gd name="connsiteX196" fmla="*/ 1027213 w 1765612"/>
                <a:gd name="connsiteY196" fmla="*/ 1235978 h 1951613"/>
                <a:gd name="connsiteX197" fmla="*/ 1027975 w 1765612"/>
                <a:gd name="connsiteY197" fmla="*/ 1224082 h 1951613"/>
                <a:gd name="connsiteX198" fmla="*/ 1034331 w 1765612"/>
                <a:gd name="connsiteY198" fmla="*/ 1207876 h 1951613"/>
                <a:gd name="connsiteX199" fmla="*/ 1030149 w 1765612"/>
                <a:gd name="connsiteY199" fmla="*/ 1202639 h 1951613"/>
                <a:gd name="connsiteX200" fmla="*/ 982651 w 1765612"/>
                <a:gd name="connsiteY200" fmla="*/ 1202258 h 1951613"/>
                <a:gd name="connsiteX201" fmla="*/ 970779 w 1765612"/>
                <a:gd name="connsiteY201" fmla="*/ 1205245 h 1951613"/>
                <a:gd name="connsiteX202" fmla="*/ 930832 w 1765612"/>
                <a:gd name="connsiteY202" fmla="*/ 1200428 h 1951613"/>
                <a:gd name="connsiteX203" fmla="*/ 856718 w 1765612"/>
                <a:gd name="connsiteY203" fmla="*/ 1206567 h 1951613"/>
                <a:gd name="connsiteX204" fmla="*/ 842190 w 1765612"/>
                <a:gd name="connsiteY204" fmla="*/ 1206414 h 1951613"/>
                <a:gd name="connsiteX205" fmla="*/ 803171 w 1765612"/>
                <a:gd name="connsiteY205" fmla="*/ 1195179 h 1951613"/>
                <a:gd name="connsiteX206" fmla="*/ 745873 w 1765612"/>
                <a:gd name="connsiteY206" fmla="*/ 1195700 h 1951613"/>
                <a:gd name="connsiteX207" fmla="*/ 737649 w 1765612"/>
                <a:gd name="connsiteY207" fmla="*/ 1190349 h 1951613"/>
                <a:gd name="connsiteX208" fmla="*/ 725905 w 1765612"/>
                <a:gd name="connsiteY208" fmla="*/ 1189167 h 1951613"/>
                <a:gd name="connsiteX209" fmla="*/ 719893 w 1765612"/>
                <a:gd name="connsiteY209" fmla="*/ 1194009 h 1951613"/>
                <a:gd name="connsiteX210" fmla="*/ 714034 w 1765612"/>
                <a:gd name="connsiteY210" fmla="*/ 1192166 h 1951613"/>
                <a:gd name="connsiteX211" fmla="*/ 709852 w 1765612"/>
                <a:gd name="connsiteY211" fmla="*/ 1185125 h 1951613"/>
                <a:gd name="connsiteX212" fmla="*/ 686884 w 1765612"/>
                <a:gd name="connsiteY212" fmla="*/ 1185633 h 1951613"/>
                <a:gd name="connsiteX213" fmla="*/ 672903 w 1765612"/>
                <a:gd name="connsiteY213" fmla="*/ 1179888 h 1951613"/>
                <a:gd name="connsiteX214" fmla="*/ 648894 w 1765612"/>
                <a:gd name="connsiteY214" fmla="*/ 1180409 h 1951613"/>
                <a:gd name="connsiteX215" fmla="*/ 642373 w 1765612"/>
                <a:gd name="connsiteY215" fmla="*/ 1190577 h 1951613"/>
                <a:gd name="connsiteX216" fmla="*/ 634010 w 1765612"/>
                <a:gd name="connsiteY216" fmla="*/ 1194225 h 1951613"/>
                <a:gd name="connsiteX217" fmla="*/ 623842 w 1765612"/>
                <a:gd name="connsiteY217" fmla="*/ 1192662 h 1951613"/>
                <a:gd name="connsiteX218" fmla="*/ 620029 w 1765612"/>
                <a:gd name="connsiteY218" fmla="*/ 1194098 h 1951613"/>
                <a:gd name="connsiteX219" fmla="*/ 620296 w 1765612"/>
                <a:gd name="connsiteY219" fmla="*/ 1198534 h 1951613"/>
                <a:gd name="connsiteX220" fmla="*/ 593795 w 1765612"/>
                <a:gd name="connsiteY220" fmla="*/ 1208079 h 1951613"/>
                <a:gd name="connsiteX221" fmla="*/ 557126 w 1765612"/>
                <a:gd name="connsiteY221" fmla="*/ 1209134 h 1951613"/>
                <a:gd name="connsiteX222" fmla="*/ 520978 w 1765612"/>
                <a:gd name="connsiteY222" fmla="*/ 1175008 h 1951613"/>
                <a:gd name="connsiteX223" fmla="*/ 433418 w 1765612"/>
                <a:gd name="connsiteY223" fmla="*/ 1086138 h 1951613"/>
                <a:gd name="connsiteX224" fmla="*/ 426504 w 1765612"/>
                <a:gd name="connsiteY224" fmla="*/ 1082998 h 1951613"/>
                <a:gd name="connsiteX225" fmla="*/ 377556 w 1765612"/>
                <a:gd name="connsiteY225" fmla="*/ 1053765 h 1951613"/>
                <a:gd name="connsiteX226" fmla="*/ 356292 w 1765612"/>
                <a:gd name="connsiteY226" fmla="*/ 1067378 h 1951613"/>
                <a:gd name="connsiteX227" fmla="*/ 338803 w 1765612"/>
                <a:gd name="connsiteY227" fmla="*/ 1053117 h 1951613"/>
                <a:gd name="connsiteX228" fmla="*/ 329397 w 1765612"/>
                <a:gd name="connsiteY228" fmla="*/ 1006979 h 1951613"/>
                <a:gd name="connsiteX229" fmla="*/ 362024 w 1765612"/>
                <a:gd name="connsiteY229" fmla="*/ 966204 h 1951613"/>
                <a:gd name="connsiteX230" fmla="*/ 359152 w 1765612"/>
                <a:gd name="connsiteY230" fmla="*/ 955617 h 1951613"/>
                <a:gd name="connsiteX231" fmla="*/ 352632 w 1765612"/>
                <a:gd name="connsiteY231" fmla="*/ 951422 h 1951613"/>
                <a:gd name="connsiteX232" fmla="*/ 345006 w 1765612"/>
                <a:gd name="connsiteY232" fmla="*/ 952693 h 1951613"/>
                <a:gd name="connsiteX233" fmla="*/ 326614 w 1765612"/>
                <a:gd name="connsiteY233" fmla="*/ 956227 h 1951613"/>
                <a:gd name="connsiteX234" fmla="*/ 295283 w 1765612"/>
                <a:gd name="connsiteY234" fmla="*/ 951638 h 1951613"/>
                <a:gd name="connsiteX235" fmla="*/ 304676 w 1765612"/>
                <a:gd name="connsiteY235" fmla="*/ 938928 h 1951613"/>
                <a:gd name="connsiteX236" fmla="*/ 305451 w 1765612"/>
                <a:gd name="connsiteY236" fmla="*/ 932649 h 1951613"/>
                <a:gd name="connsiteX237" fmla="*/ 248561 w 1765612"/>
                <a:gd name="connsiteY237" fmla="*/ 930679 h 1951613"/>
                <a:gd name="connsiteX238" fmla="*/ 244506 w 1765612"/>
                <a:gd name="connsiteY238" fmla="*/ 938928 h 1951613"/>
                <a:gd name="connsiteX239" fmla="*/ 227423 w 1765612"/>
                <a:gd name="connsiteY239" fmla="*/ 941407 h 1951613"/>
                <a:gd name="connsiteX240" fmla="*/ 201584 w 1765612"/>
                <a:gd name="connsiteY240" fmla="*/ 952846 h 1951613"/>
                <a:gd name="connsiteX241" fmla="*/ 177167 w 1765612"/>
                <a:gd name="connsiteY241" fmla="*/ 961476 h 1951613"/>
                <a:gd name="connsiteX242" fmla="*/ 166211 w 1765612"/>
                <a:gd name="connsiteY242" fmla="*/ 961476 h 1951613"/>
                <a:gd name="connsiteX243" fmla="*/ 160606 w 1765612"/>
                <a:gd name="connsiteY243" fmla="*/ 954930 h 1951613"/>
                <a:gd name="connsiteX244" fmla="*/ 141159 w 1765612"/>
                <a:gd name="connsiteY244" fmla="*/ 952846 h 1951613"/>
                <a:gd name="connsiteX245" fmla="*/ 127852 w 1765612"/>
                <a:gd name="connsiteY245" fmla="*/ 942512 h 1951613"/>
                <a:gd name="connsiteX246" fmla="*/ 109320 w 1765612"/>
                <a:gd name="connsiteY246" fmla="*/ 944216 h 1951613"/>
                <a:gd name="connsiteX247" fmla="*/ 105927 w 1765612"/>
                <a:gd name="connsiteY247" fmla="*/ 951397 h 1951613"/>
                <a:gd name="connsiteX248" fmla="*/ 107490 w 1765612"/>
                <a:gd name="connsiteY248" fmla="*/ 959519 h 1951613"/>
                <a:gd name="connsiteX249" fmla="*/ 97449 w 1765612"/>
                <a:gd name="connsiteY249" fmla="*/ 962912 h 1951613"/>
                <a:gd name="connsiteX250" fmla="*/ 75257 w 1765612"/>
                <a:gd name="connsiteY250" fmla="*/ 958985 h 1951613"/>
                <a:gd name="connsiteX251" fmla="*/ 61428 w 1765612"/>
                <a:gd name="connsiteY251" fmla="*/ 944737 h 1951613"/>
                <a:gd name="connsiteX252" fmla="*/ 41855 w 1765612"/>
                <a:gd name="connsiteY252" fmla="*/ 942767 h 1951613"/>
                <a:gd name="connsiteX253" fmla="*/ 32322 w 1765612"/>
                <a:gd name="connsiteY253" fmla="*/ 929446 h 1951613"/>
                <a:gd name="connsiteX254" fmla="*/ 44320 w 1765612"/>
                <a:gd name="connsiteY254" fmla="*/ 921820 h 1951613"/>
                <a:gd name="connsiteX255" fmla="*/ 38969 w 1765612"/>
                <a:gd name="connsiteY255" fmla="*/ 901840 h 1951613"/>
                <a:gd name="connsiteX256" fmla="*/ 17362 w 1765612"/>
                <a:gd name="connsiteY256" fmla="*/ 898955 h 1951613"/>
                <a:gd name="connsiteX257" fmla="*/ 7842 w 1765612"/>
                <a:gd name="connsiteY257" fmla="*/ 895815 h 1951613"/>
                <a:gd name="connsiteX258" fmla="*/ 0 w 1765612"/>
                <a:gd name="connsiteY258" fmla="*/ 897391 h 1951613"/>
                <a:gd name="connsiteX259" fmla="*/ 25318 w 1765612"/>
                <a:gd name="connsiteY259" fmla="*/ 867713 h 1951613"/>
                <a:gd name="connsiteX260" fmla="*/ 64339 w 1765612"/>
                <a:gd name="connsiteY260" fmla="*/ 859489 h 1951613"/>
                <a:gd name="connsiteX261" fmla="*/ 149497 w 1765612"/>
                <a:gd name="connsiteY261" fmla="*/ 873331 h 1951613"/>
                <a:gd name="connsiteX262" fmla="*/ 179493 w 1765612"/>
                <a:gd name="connsiteY262" fmla="*/ 850605 h 1951613"/>
                <a:gd name="connsiteX263" fmla="*/ 281417 w 1765612"/>
                <a:gd name="connsiteY263" fmla="*/ 825502 h 1951613"/>
                <a:gd name="connsiteX264" fmla="*/ 306087 w 1765612"/>
                <a:gd name="connsiteY264" fmla="*/ 764493 h 1951613"/>
                <a:gd name="connsiteX265" fmla="*/ 280667 w 1765612"/>
                <a:gd name="connsiteY265" fmla="*/ 747118 h 1951613"/>
                <a:gd name="connsiteX266" fmla="*/ 322305 w 1765612"/>
                <a:gd name="connsiteY266" fmla="*/ 693392 h 1951613"/>
                <a:gd name="connsiteX267" fmla="*/ 358580 w 1765612"/>
                <a:gd name="connsiteY267" fmla="*/ 685169 h 1951613"/>
                <a:gd name="connsiteX268" fmla="*/ 377900 w 1765612"/>
                <a:gd name="connsiteY268" fmla="*/ 648182 h 1951613"/>
                <a:gd name="connsiteX269" fmla="*/ 352479 w 1765612"/>
                <a:gd name="connsiteY269" fmla="*/ 568705 h 1951613"/>
                <a:gd name="connsiteX270" fmla="*/ 290898 w 1765612"/>
                <a:gd name="connsiteY270" fmla="*/ 481399 h 1951613"/>
                <a:gd name="connsiteX271" fmla="*/ 346365 w 1765612"/>
                <a:gd name="connsiteY271" fmla="*/ 434371 h 1951613"/>
                <a:gd name="connsiteX272" fmla="*/ 355746 w 1765612"/>
                <a:gd name="connsiteY272" fmla="*/ 376324 h 1951613"/>
                <a:gd name="connsiteX273" fmla="*/ 383416 w 1765612"/>
                <a:gd name="connsiteY273" fmla="*/ 366397 h 1951613"/>
                <a:gd name="connsiteX274" fmla="*/ 375790 w 1765612"/>
                <a:gd name="connsiteY274" fmla="*/ 320399 h 1951613"/>
                <a:gd name="connsiteX275" fmla="*/ 399799 w 1765612"/>
                <a:gd name="connsiteY275" fmla="*/ 302490 h 1951613"/>
                <a:gd name="connsiteX276" fmla="*/ 425627 w 1765612"/>
                <a:gd name="connsiteY276" fmla="*/ 306786 h 1951613"/>
                <a:gd name="connsiteX277" fmla="*/ 445455 w 1765612"/>
                <a:gd name="connsiteY277" fmla="*/ 282383 h 1951613"/>
                <a:gd name="connsiteX278" fmla="*/ 470265 w 1765612"/>
                <a:gd name="connsiteY278" fmla="*/ 300024 h 1951613"/>
                <a:gd name="connsiteX279" fmla="*/ 477815 w 1765612"/>
                <a:gd name="connsiteY279" fmla="*/ 281862 h 1951613"/>
                <a:gd name="connsiteX280" fmla="*/ 506400 w 1765612"/>
                <a:gd name="connsiteY280" fmla="*/ 274426 h 1951613"/>
                <a:gd name="connsiteX281" fmla="*/ 527537 w 1765612"/>
                <a:gd name="connsiteY281" fmla="*/ 266444 h 1951613"/>
                <a:gd name="connsiteX282" fmla="*/ 488262 w 1765612"/>
                <a:gd name="connsiteY282" fmla="*/ 245015 h 1951613"/>
                <a:gd name="connsiteX283" fmla="*/ 453945 w 1765612"/>
                <a:gd name="connsiteY283" fmla="*/ 237160 h 1951613"/>
                <a:gd name="connsiteX284" fmla="*/ 456029 w 1765612"/>
                <a:gd name="connsiteY284" fmla="*/ 217167 h 1951613"/>
                <a:gd name="connsiteX285" fmla="*/ 419742 w 1765612"/>
                <a:gd name="connsiteY285" fmla="*/ 194288 h 1951613"/>
                <a:gd name="connsiteX286" fmla="*/ 423008 w 1765612"/>
                <a:gd name="connsiteY286" fmla="*/ 140041 h 1951613"/>
                <a:gd name="connsiteX287" fmla="*/ 482644 w 1765612"/>
                <a:gd name="connsiteY287" fmla="*/ 119705 h 1951613"/>
                <a:gd name="connsiteX288" fmla="*/ 510836 w 1765612"/>
                <a:gd name="connsiteY288" fmla="*/ 144273 h 1951613"/>
                <a:gd name="connsiteX289" fmla="*/ 560304 w 1765612"/>
                <a:gd name="connsiteY289" fmla="*/ 120226 h 1951613"/>
                <a:gd name="connsiteX290" fmla="*/ 582356 w 1765612"/>
                <a:gd name="connsiteY290" fmla="*/ 156691 h 1951613"/>
                <a:gd name="connsiteX291" fmla="*/ 658693 w 1765612"/>
                <a:gd name="connsiteY291" fmla="*/ 149891 h 1951613"/>
                <a:gd name="connsiteX292" fmla="*/ 713246 w 1765612"/>
                <a:gd name="connsiteY292" fmla="*/ 138134 h 1951613"/>
                <a:gd name="connsiteX293" fmla="*/ 731905 w 1765612"/>
                <a:gd name="connsiteY293" fmla="*/ 90039 h 1951613"/>
                <a:gd name="connsiteX294" fmla="*/ 756054 w 1765612"/>
                <a:gd name="connsiteY294" fmla="*/ 110286 h 1951613"/>
                <a:gd name="connsiteX295" fmla="*/ 821562 w 1765612"/>
                <a:gd name="connsiteY295" fmla="*/ 132123 h 1951613"/>
                <a:gd name="connsiteX296" fmla="*/ 820520 w 1765612"/>
                <a:gd name="connsiteY296" fmla="*/ 159437 h 1951613"/>
                <a:gd name="connsiteX297" fmla="*/ 877029 w 1765612"/>
                <a:gd name="connsiteY297" fmla="*/ 155776 h 1951613"/>
                <a:gd name="connsiteX298" fmla="*/ 890591 w 1765612"/>
                <a:gd name="connsiteY298" fmla="*/ 155382 h 1951613"/>
                <a:gd name="connsiteX299" fmla="*/ 906123 w 1765612"/>
                <a:gd name="connsiteY299" fmla="*/ 174448 h 1951613"/>
                <a:gd name="connsiteX300" fmla="*/ 965746 w 1765612"/>
                <a:gd name="connsiteY300" fmla="*/ 147260 h 1951613"/>
                <a:gd name="connsiteX301" fmla="*/ 1001259 w 1765612"/>
                <a:gd name="connsiteY301" fmla="*/ 163784 h 1951613"/>
                <a:gd name="connsiteX302" fmla="*/ 1045744 w 1765612"/>
                <a:gd name="connsiteY302" fmla="*/ 122476 h 1951613"/>
                <a:gd name="connsiteX303" fmla="*/ 1044028 w 1765612"/>
                <a:gd name="connsiteY303" fmla="*/ 104046 h 1951613"/>
                <a:gd name="connsiteX304" fmla="*/ 1038169 w 1765612"/>
                <a:gd name="connsiteY304" fmla="*/ 93992 h 1951613"/>
                <a:gd name="connsiteX305" fmla="*/ 1023388 w 1765612"/>
                <a:gd name="connsiteY305" fmla="*/ 99356 h 1951613"/>
                <a:gd name="connsiteX306" fmla="*/ 1017528 w 1765612"/>
                <a:gd name="connsiteY306" fmla="*/ 90458 h 1951613"/>
                <a:gd name="connsiteX307" fmla="*/ 1036327 w 1765612"/>
                <a:gd name="connsiteY307" fmla="*/ 69144 h 1951613"/>
                <a:gd name="connsiteX308" fmla="*/ 1008262 w 1765612"/>
                <a:gd name="connsiteY308" fmla="*/ 49023 h 1951613"/>
                <a:gd name="connsiteX309" fmla="*/ 991612 w 1765612"/>
                <a:gd name="connsiteY309" fmla="*/ 67301 h 1951613"/>
                <a:gd name="connsiteX310" fmla="*/ 960828 w 1765612"/>
                <a:gd name="connsiteY310" fmla="*/ 56726 h 1951613"/>
                <a:gd name="connsiteX311" fmla="*/ 988091 w 1765612"/>
                <a:gd name="connsiteY311" fmla="*/ 28356 h 1951613"/>
                <a:gd name="connsiteX312" fmla="*/ 1079833 w 1765612"/>
                <a:gd name="connsiteY312" fmla="*/ 0 h 1951613"/>
                <a:gd name="connsiteX313" fmla="*/ 1089354 w 1765612"/>
                <a:gd name="connsiteY313" fmla="*/ 33047 h 1951613"/>
                <a:gd name="connsiteX314" fmla="*/ 1110897 w 1765612"/>
                <a:gd name="connsiteY314" fmla="*/ 40368 h 195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Lst>
              <a:rect l="l" t="t" r="r" b="b"/>
              <a:pathLst>
                <a:path w="1765612" h="1951613">
                  <a:moveTo>
                    <a:pt x="1279613" y="284276"/>
                  </a:moveTo>
                  <a:lnTo>
                    <a:pt x="1263432" y="366346"/>
                  </a:lnTo>
                  <a:lnTo>
                    <a:pt x="1206668" y="387127"/>
                  </a:lnTo>
                  <a:lnTo>
                    <a:pt x="1153934" y="367541"/>
                  </a:lnTo>
                  <a:lnTo>
                    <a:pt x="1137411" y="374214"/>
                  </a:lnTo>
                  <a:lnTo>
                    <a:pt x="1090307" y="393432"/>
                  </a:lnTo>
                  <a:lnTo>
                    <a:pt x="1060933" y="391462"/>
                  </a:lnTo>
                  <a:lnTo>
                    <a:pt x="998158" y="403358"/>
                  </a:lnTo>
                  <a:lnTo>
                    <a:pt x="873661" y="403231"/>
                  </a:lnTo>
                  <a:lnTo>
                    <a:pt x="873394" y="432770"/>
                  </a:lnTo>
                  <a:lnTo>
                    <a:pt x="846703" y="443751"/>
                  </a:lnTo>
                  <a:lnTo>
                    <a:pt x="851787" y="477599"/>
                  </a:lnTo>
                  <a:lnTo>
                    <a:pt x="830777" y="508179"/>
                  </a:lnTo>
                  <a:lnTo>
                    <a:pt x="792532" y="510543"/>
                  </a:lnTo>
                  <a:lnTo>
                    <a:pt x="809055" y="553542"/>
                  </a:lnTo>
                  <a:lnTo>
                    <a:pt x="825235" y="579687"/>
                  </a:lnTo>
                  <a:lnTo>
                    <a:pt x="861917" y="568832"/>
                  </a:lnTo>
                  <a:lnTo>
                    <a:pt x="879914" y="599667"/>
                  </a:lnTo>
                  <a:lnTo>
                    <a:pt x="832810" y="633794"/>
                  </a:lnTo>
                  <a:lnTo>
                    <a:pt x="849779" y="672357"/>
                  </a:lnTo>
                  <a:lnTo>
                    <a:pt x="864128" y="716843"/>
                  </a:lnTo>
                  <a:lnTo>
                    <a:pt x="828629" y="766781"/>
                  </a:lnTo>
                  <a:lnTo>
                    <a:pt x="850808" y="779186"/>
                  </a:lnTo>
                  <a:lnTo>
                    <a:pt x="885266" y="798137"/>
                  </a:lnTo>
                  <a:lnTo>
                    <a:pt x="932649" y="803488"/>
                  </a:lnTo>
                  <a:lnTo>
                    <a:pt x="966052" y="782199"/>
                  </a:lnTo>
                  <a:lnTo>
                    <a:pt x="989159" y="799993"/>
                  </a:lnTo>
                  <a:lnTo>
                    <a:pt x="1014211" y="819211"/>
                  </a:lnTo>
                  <a:lnTo>
                    <a:pt x="1037305" y="814368"/>
                  </a:lnTo>
                  <a:lnTo>
                    <a:pt x="1065878" y="851495"/>
                  </a:lnTo>
                  <a:lnTo>
                    <a:pt x="1106728" y="840640"/>
                  </a:lnTo>
                  <a:lnTo>
                    <a:pt x="1163746" y="867179"/>
                  </a:lnTo>
                  <a:lnTo>
                    <a:pt x="1187768" y="884973"/>
                  </a:lnTo>
                  <a:lnTo>
                    <a:pt x="1225734" y="874399"/>
                  </a:lnTo>
                  <a:lnTo>
                    <a:pt x="1366436" y="765091"/>
                  </a:lnTo>
                  <a:lnTo>
                    <a:pt x="1392911" y="731243"/>
                  </a:lnTo>
                  <a:lnTo>
                    <a:pt x="1394182" y="697002"/>
                  </a:lnTo>
                  <a:lnTo>
                    <a:pt x="1413375" y="664464"/>
                  </a:lnTo>
                  <a:lnTo>
                    <a:pt x="1416387" y="638955"/>
                  </a:lnTo>
                  <a:lnTo>
                    <a:pt x="1420289" y="606950"/>
                  </a:lnTo>
                  <a:lnTo>
                    <a:pt x="1424598" y="570752"/>
                  </a:lnTo>
                  <a:lnTo>
                    <a:pt x="1424089" y="540425"/>
                  </a:lnTo>
                  <a:lnTo>
                    <a:pt x="1422373" y="519771"/>
                  </a:lnTo>
                  <a:lnTo>
                    <a:pt x="1430470" y="404489"/>
                  </a:lnTo>
                  <a:lnTo>
                    <a:pt x="1432707" y="399520"/>
                  </a:lnTo>
                  <a:lnTo>
                    <a:pt x="1526267" y="391284"/>
                  </a:lnTo>
                  <a:lnTo>
                    <a:pt x="1549615" y="378726"/>
                  </a:lnTo>
                  <a:lnTo>
                    <a:pt x="1580819" y="352734"/>
                  </a:lnTo>
                  <a:lnTo>
                    <a:pt x="1580946" y="350369"/>
                  </a:lnTo>
                  <a:lnTo>
                    <a:pt x="1624580" y="335765"/>
                  </a:lnTo>
                  <a:lnTo>
                    <a:pt x="1590262" y="303088"/>
                  </a:lnTo>
                  <a:lnTo>
                    <a:pt x="1639197" y="286374"/>
                  </a:lnTo>
                  <a:lnTo>
                    <a:pt x="1645552" y="266762"/>
                  </a:lnTo>
                  <a:lnTo>
                    <a:pt x="1665520" y="260407"/>
                  </a:lnTo>
                  <a:lnTo>
                    <a:pt x="1672955" y="257521"/>
                  </a:lnTo>
                  <a:lnTo>
                    <a:pt x="1589068" y="206541"/>
                  </a:lnTo>
                  <a:lnTo>
                    <a:pt x="1589335" y="202372"/>
                  </a:lnTo>
                  <a:lnTo>
                    <a:pt x="1570536" y="192699"/>
                  </a:lnTo>
                  <a:lnTo>
                    <a:pt x="1534007" y="192699"/>
                  </a:lnTo>
                  <a:lnTo>
                    <a:pt x="1515603" y="189573"/>
                  </a:lnTo>
                  <a:lnTo>
                    <a:pt x="1501507" y="190475"/>
                  </a:lnTo>
                  <a:lnTo>
                    <a:pt x="1498495" y="174537"/>
                  </a:lnTo>
                  <a:lnTo>
                    <a:pt x="1474345" y="179760"/>
                  </a:lnTo>
                  <a:lnTo>
                    <a:pt x="1463262" y="192305"/>
                  </a:lnTo>
                  <a:lnTo>
                    <a:pt x="1462347" y="203541"/>
                  </a:lnTo>
                  <a:lnTo>
                    <a:pt x="1458534" y="228784"/>
                  </a:lnTo>
                  <a:lnTo>
                    <a:pt x="1427089" y="235444"/>
                  </a:lnTo>
                  <a:lnTo>
                    <a:pt x="1393013" y="260661"/>
                  </a:lnTo>
                  <a:lnTo>
                    <a:pt x="1346163" y="271897"/>
                  </a:lnTo>
                  <a:lnTo>
                    <a:pt x="1314718" y="293339"/>
                  </a:lnTo>
                  <a:close/>
                  <a:moveTo>
                    <a:pt x="1081333" y="73185"/>
                  </a:moveTo>
                  <a:lnTo>
                    <a:pt x="1078715" y="91221"/>
                  </a:lnTo>
                  <a:lnTo>
                    <a:pt x="1133013" y="87306"/>
                  </a:lnTo>
                  <a:lnTo>
                    <a:pt x="1152586" y="92797"/>
                  </a:lnTo>
                  <a:lnTo>
                    <a:pt x="1138491" y="113578"/>
                  </a:lnTo>
                  <a:lnTo>
                    <a:pt x="1137843" y="135796"/>
                  </a:lnTo>
                  <a:lnTo>
                    <a:pt x="1151404" y="135796"/>
                  </a:lnTo>
                  <a:lnTo>
                    <a:pt x="1184451" y="147044"/>
                  </a:lnTo>
                  <a:lnTo>
                    <a:pt x="1188505" y="159055"/>
                  </a:lnTo>
                  <a:lnTo>
                    <a:pt x="1204686" y="156170"/>
                  </a:lnTo>
                  <a:lnTo>
                    <a:pt x="1224005" y="109778"/>
                  </a:lnTo>
                  <a:lnTo>
                    <a:pt x="1239525" y="95657"/>
                  </a:lnTo>
                  <a:lnTo>
                    <a:pt x="1248015" y="100500"/>
                  </a:lnTo>
                  <a:lnTo>
                    <a:pt x="1276079" y="69525"/>
                  </a:lnTo>
                  <a:lnTo>
                    <a:pt x="1304041" y="84294"/>
                  </a:lnTo>
                  <a:lnTo>
                    <a:pt x="1304969" y="111481"/>
                  </a:lnTo>
                  <a:lnTo>
                    <a:pt x="1335245" y="134220"/>
                  </a:lnTo>
                  <a:lnTo>
                    <a:pt x="1359255" y="118675"/>
                  </a:lnTo>
                  <a:lnTo>
                    <a:pt x="1371011" y="141147"/>
                  </a:lnTo>
                  <a:lnTo>
                    <a:pt x="1401923" y="147299"/>
                  </a:lnTo>
                  <a:lnTo>
                    <a:pt x="1430381" y="146117"/>
                  </a:lnTo>
                  <a:lnTo>
                    <a:pt x="1467965" y="139456"/>
                  </a:lnTo>
                  <a:lnTo>
                    <a:pt x="1493017" y="128335"/>
                  </a:lnTo>
                  <a:lnTo>
                    <a:pt x="1515895" y="88476"/>
                  </a:lnTo>
                  <a:lnTo>
                    <a:pt x="1529202" y="80850"/>
                  </a:lnTo>
                  <a:lnTo>
                    <a:pt x="1538989" y="104503"/>
                  </a:lnTo>
                  <a:lnTo>
                    <a:pt x="1577883" y="140575"/>
                  </a:lnTo>
                  <a:lnTo>
                    <a:pt x="1599490" y="186192"/>
                  </a:lnTo>
                  <a:lnTo>
                    <a:pt x="1616445" y="193373"/>
                  </a:lnTo>
                  <a:lnTo>
                    <a:pt x="1623373" y="185531"/>
                  </a:lnTo>
                  <a:lnTo>
                    <a:pt x="1625063" y="170762"/>
                  </a:lnTo>
                  <a:lnTo>
                    <a:pt x="1633960" y="167762"/>
                  </a:lnTo>
                  <a:lnTo>
                    <a:pt x="1644001" y="189064"/>
                  </a:lnTo>
                  <a:lnTo>
                    <a:pt x="1656712" y="205588"/>
                  </a:lnTo>
                  <a:lnTo>
                    <a:pt x="1694842" y="206859"/>
                  </a:lnTo>
                  <a:lnTo>
                    <a:pt x="1725245" y="214701"/>
                  </a:lnTo>
                  <a:lnTo>
                    <a:pt x="1731905" y="229076"/>
                  </a:lnTo>
                  <a:lnTo>
                    <a:pt x="1715458" y="247760"/>
                  </a:lnTo>
                  <a:lnTo>
                    <a:pt x="1702748" y="271909"/>
                  </a:lnTo>
                  <a:lnTo>
                    <a:pt x="1713717" y="299096"/>
                  </a:lnTo>
                  <a:lnTo>
                    <a:pt x="1718013" y="326017"/>
                  </a:lnTo>
                  <a:lnTo>
                    <a:pt x="1719855" y="361605"/>
                  </a:lnTo>
                  <a:lnTo>
                    <a:pt x="1765613" y="400028"/>
                  </a:lnTo>
                  <a:lnTo>
                    <a:pt x="1764341" y="433227"/>
                  </a:lnTo>
                  <a:lnTo>
                    <a:pt x="1735159" y="466681"/>
                  </a:lnTo>
                  <a:lnTo>
                    <a:pt x="1668202" y="477535"/>
                  </a:lnTo>
                  <a:lnTo>
                    <a:pt x="1628012" y="529647"/>
                  </a:lnTo>
                  <a:lnTo>
                    <a:pt x="1619115" y="545064"/>
                  </a:lnTo>
                  <a:lnTo>
                    <a:pt x="1604370" y="610166"/>
                  </a:lnTo>
                  <a:lnTo>
                    <a:pt x="1596541" y="628469"/>
                  </a:lnTo>
                  <a:lnTo>
                    <a:pt x="1586615" y="643225"/>
                  </a:lnTo>
                  <a:lnTo>
                    <a:pt x="1553568" y="668061"/>
                  </a:lnTo>
                  <a:lnTo>
                    <a:pt x="1536460" y="683479"/>
                  </a:lnTo>
                  <a:lnTo>
                    <a:pt x="1531770" y="694740"/>
                  </a:lnTo>
                  <a:lnTo>
                    <a:pt x="1524589" y="723605"/>
                  </a:lnTo>
                  <a:lnTo>
                    <a:pt x="1519899" y="734853"/>
                  </a:lnTo>
                  <a:lnTo>
                    <a:pt x="1511281" y="743877"/>
                  </a:lnTo>
                  <a:lnTo>
                    <a:pt x="1491581" y="759689"/>
                  </a:lnTo>
                  <a:lnTo>
                    <a:pt x="1485708" y="771458"/>
                  </a:lnTo>
                  <a:lnTo>
                    <a:pt x="1486229" y="789888"/>
                  </a:lnTo>
                  <a:lnTo>
                    <a:pt x="1482048" y="807009"/>
                  </a:lnTo>
                  <a:lnTo>
                    <a:pt x="1469909" y="842953"/>
                  </a:lnTo>
                  <a:lnTo>
                    <a:pt x="1453386" y="876140"/>
                  </a:lnTo>
                  <a:lnTo>
                    <a:pt x="1435490" y="908169"/>
                  </a:lnTo>
                  <a:lnTo>
                    <a:pt x="1431982" y="919278"/>
                  </a:lnTo>
                  <a:lnTo>
                    <a:pt x="1428462" y="941369"/>
                  </a:lnTo>
                  <a:lnTo>
                    <a:pt x="1424280" y="956150"/>
                  </a:lnTo>
                  <a:lnTo>
                    <a:pt x="1410438" y="986464"/>
                  </a:lnTo>
                  <a:lnTo>
                    <a:pt x="1405749" y="1009737"/>
                  </a:lnTo>
                  <a:lnTo>
                    <a:pt x="1406002" y="1057438"/>
                  </a:lnTo>
                  <a:lnTo>
                    <a:pt x="1423225" y="1109194"/>
                  </a:lnTo>
                  <a:lnTo>
                    <a:pt x="1439291" y="1138084"/>
                  </a:lnTo>
                  <a:lnTo>
                    <a:pt x="1455598" y="1172580"/>
                  </a:lnTo>
                  <a:lnTo>
                    <a:pt x="1465384" y="1211664"/>
                  </a:lnTo>
                  <a:lnTo>
                    <a:pt x="1469553" y="1231924"/>
                  </a:lnTo>
                  <a:lnTo>
                    <a:pt x="1476227" y="1264208"/>
                  </a:lnTo>
                  <a:lnTo>
                    <a:pt x="1476862" y="1289031"/>
                  </a:lnTo>
                  <a:lnTo>
                    <a:pt x="1464470" y="1321582"/>
                  </a:lnTo>
                  <a:lnTo>
                    <a:pt x="1423110" y="1355823"/>
                  </a:lnTo>
                  <a:lnTo>
                    <a:pt x="1398834" y="1372944"/>
                  </a:lnTo>
                  <a:lnTo>
                    <a:pt x="1384078" y="1390738"/>
                  </a:lnTo>
                  <a:lnTo>
                    <a:pt x="1392034" y="1423276"/>
                  </a:lnTo>
                  <a:lnTo>
                    <a:pt x="1395173" y="1430978"/>
                  </a:lnTo>
                  <a:lnTo>
                    <a:pt x="1411697" y="1456602"/>
                  </a:lnTo>
                  <a:lnTo>
                    <a:pt x="1425398" y="1476455"/>
                  </a:lnTo>
                  <a:lnTo>
                    <a:pt x="1465219" y="1545218"/>
                  </a:lnTo>
                  <a:lnTo>
                    <a:pt x="1539587" y="1643239"/>
                  </a:lnTo>
                  <a:lnTo>
                    <a:pt x="1495750" y="1656584"/>
                  </a:lnTo>
                  <a:lnTo>
                    <a:pt x="1486217" y="1707285"/>
                  </a:lnTo>
                  <a:lnTo>
                    <a:pt x="1447591" y="1714225"/>
                  </a:lnTo>
                  <a:lnTo>
                    <a:pt x="1442367" y="1740916"/>
                  </a:lnTo>
                  <a:lnTo>
                    <a:pt x="1410006" y="1845344"/>
                  </a:lnTo>
                  <a:lnTo>
                    <a:pt x="1384420" y="1876064"/>
                  </a:lnTo>
                  <a:lnTo>
                    <a:pt x="1386772" y="1903251"/>
                  </a:lnTo>
                  <a:lnTo>
                    <a:pt x="1371901" y="1919203"/>
                  </a:lnTo>
                  <a:lnTo>
                    <a:pt x="1346188" y="1951614"/>
                  </a:lnTo>
                  <a:lnTo>
                    <a:pt x="1337838" y="1943898"/>
                  </a:lnTo>
                  <a:lnTo>
                    <a:pt x="1278583" y="1888876"/>
                  </a:lnTo>
                  <a:lnTo>
                    <a:pt x="1197936" y="1886779"/>
                  </a:lnTo>
                  <a:lnTo>
                    <a:pt x="1130077" y="1878822"/>
                  </a:lnTo>
                  <a:lnTo>
                    <a:pt x="1031153" y="1858295"/>
                  </a:lnTo>
                  <a:lnTo>
                    <a:pt x="975050" y="1862108"/>
                  </a:lnTo>
                  <a:lnTo>
                    <a:pt x="939678" y="1838327"/>
                  </a:lnTo>
                  <a:lnTo>
                    <a:pt x="946859" y="1806056"/>
                  </a:lnTo>
                  <a:lnTo>
                    <a:pt x="910000" y="1740828"/>
                  </a:lnTo>
                  <a:lnTo>
                    <a:pt x="931149" y="1672332"/>
                  </a:lnTo>
                  <a:lnTo>
                    <a:pt x="938776" y="1593262"/>
                  </a:lnTo>
                  <a:lnTo>
                    <a:pt x="903276" y="1500986"/>
                  </a:lnTo>
                  <a:lnTo>
                    <a:pt x="872771" y="1491313"/>
                  </a:lnTo>
                  <a:lnTo>
                    <a:pt x="827231" y="1479671"/>
                  </a:lnTo>
                  <a:lnTo>
                    <a:pt x="793027" y="1514446"/>
                  </a:lnTo>
                  <a:lnTo>
                    <a:pt x="743458" y="1502943"/>
                  </a:lnTo>
                  <a:lnTo>
                    <a:pt x="705874" y="1476938"/>
                  </a:lnTo>
                  <a:lnTo>
                    <a:pt x="791223" y="1408456"/>
                  </a:lnTo>
                  <a:lnTo>
                    <a:pt x="814978" y="1391449"/>
                  </a:lnTo>
                  <a:lnTo>
                    <a:pt x="810796" y="1338918"/>
                  </a:lnTo>
                  <a:lnTo>
                    <a:pt x="803361" y="1244278"/>
                  </a:lnTo>
                  <a:lnTo>
                    <a:pt x="845889" y="1251218"/>
                  </a:lnTo>
                  <a:lnTo>
                    <a:pt x="858599" y="1244863"/>
                  </a:lnTo>
                  <a:lnTo>
                    <a:pt x="868641" y="1248905"/>
                  </a:lnTo>
                  <a:lnTo>
                    <a:pt x="872161" y="1254802"/>
                  </a:lnTo>
                  <a:lnTo>
                    <a:pt x="927629" y="1249171"/>
                  </a:lnTo>
                  <a:lnTo>
                    <a:pt x="940809" y="1240020"/>
                  </a:lnTo>
                  <a:lnTo>
                    <a:pt x="985180" y="1248650"/>
                  </a:lnTo>
                  <a:lnTo>
                    <a:pt x="999403" y="1247214"/>
                  </a:lnTo>
                  <a:lnTo>
                    <a:pt x="1015075" y="1240287"/>
                  </a:lnTo>
                  <a:lnTo>
                    <a:pt x="1027213" y="1235978"/>
                  </a:lnTo>
                  <a:lnTo>
                    <a:pt x="1027975" y="1224082"/>
                  </a:lnTo>
                  <a:lnTo>
                    <a:pt x="1034331" y="1207876"/>
                  </a:lnTo>
                  <a:lnTo>
                    <a:pt x="1030149" y="1202639"/>
                  </a:lnTo>
                  <a:lnTo>
                    <a:pt x="982651" y="1202258"/>
                  </a:lnTo>
                  <a:lnTo>
                    <a:pt x="970779" y="1205245"/>
                  </a:lnTo>
                  <a:lnTo>
                    <a:pt x="930832" y="1200428"/>
                  </a:lnTo>
                  <a:lnTo>
                    <a:pt x="856718" y="1206567"/>
                  </a:lnTo>
                  <a:lnTo>
                    <a:pt x="842190" y="1206414"/>
                  </a:lnTo>
                  <a:lnTo>
                    <a:pt x="803171" y="1195179"/>
                  </a:lnTo>
                  <a:lnTo>
                    <a:pt x="745873" y="1195700"/>
                  </a:lnTo>
                  <a:lnTo>
                    <a:pt x="737649" y="1190349"/>
                  </a:lnTo>
                  <a:lnTo>
                    <a:pt x="725905" y="1189167"/>
                  </a:lnTo>
                  <a:lnTo>
                    <a:pt x="719893" y="1194009"/>
                  </a:lnTo>
                  <a:lnTo>
                    <a:pt x="714034" y="1192166"/>
                  </a:lnTo>
                  <a:lnTo>
                    <a:pt x="709852" y="1185125"/>
                  </a:lnTo>
                  <a:lnTo>
                    <a:pt x="686884" y="1185633"/>
                  </a:lnTo>
                  <a:lnTo>
                    <a:pt x="672903" y="1179888"/>
                  </a:lnTo>
                  <a:lnTo>
                    <a:pt x="648894" y="1180409"/>
                  </a:lnTo>
                  <a:lnTo>
                    <a:pt x="642373" y="1190577"/>
                  </a:lnTo>
                  <a:lnTo>
                    <a:pt x="634010" y="1194225"/>
                  </a:lnTo>
                  <a:lnTo>
                    <a:pt x="623842" y="1192662"/>
                  </a:lnTo>
                  <a:lnTo>
                    <a:pt x="620029" y="1194098"/>
                  </a:lnTo>
                  <a:lnTo>
                    <a:pt x="620296" y="1198534"/>
                  </a:lnTo>
                  <a:lnTo>
                    <a:pt x="593795" y="1208079"/>
                  </a:lnTo>
                  <a:lnTo>
                    <a:pt x="557126" y="1209134"/>
                  </a:lnTo>
                  <a:lnTo>
                    <a:pt x="520978" y="1175008"/>
                  </a:lnTo>
                  <a:lnTo>
                    <a:pt x="433418" y="1086138"/>
                  </a:lnTo>
                  <a:lnTo>
                    <a:pt x="426504" y="1082998"/>
                  </a:lnTo>
                  <a:lnTo>
                    <a:pt x="377556" y="1053765"/>
                  </a:lnTo>
                  <a:lnTo>
                    <a:pt x="356292" y="1067378"/>
                  </a:lnTo>
                  <a:lnTo>
                    <a:pt x="338803" y="1053117"/>
                  </a:lnTo>
                  <a:lnTo>
                    <a:pt x="329397" y="1006979"/>
                  </a:lnTo>
                  <a:lnTo>
                    <a:pt x="362024" y="966204"/>
                  </a:lnTo>
                  <a:lnTo>
                    <a:pt x="359152" y="955617"/>
                  </a:lnTo>
                  <a:lnTo>
                    <a:pt x="352632" y="951422"/>
                  </a:lnTo>
                  <a:lnTo>
                    <a:pt x="345006" y="952693"/>
                  </a:lnTo>
                  <a:lnTo>
                    <a:pt x="326614" y="956227"/>
                  </a:lnTo>
                  <a:lnTo>
                    <a:pt x="295283" y="951638"/>
                  </a:lnTo>
                  <a:lnTo>
                    <a:pt x="304676" y="938928"/>
                  </a:lnTo>
                  <a:lnTo>
                    <a:pt x="305451" y="932649"/>
                  </a:lnTo>
                  <a:lnTo>
                    <a:pt x="248561" y="930679"/>
                  </a:lnTo>
                  <a:lnTo>
                    <a:pt x="244506" y="938928"/>
                  </a:lnTo>
                  <a:lnTo>
                    <a:pt x="227423" y="941407"/>
                  </a:lnTo>
                  <a:lnTo>
                    <a:pt x="201584" y="952846"/>
                  </a:lnTo>
                  <a:lnTo>
                    <a:pt x="177167" y="961476"/>
                  </a:lnTo>
                  <a:lnTo>
                    <a:pt x="166211" y="961476"/>
                  </a:lnTo>
                  <a:lnTo>
                    <a:pt x="160606" y="954930"/>
                  </a:lnTo>
                  <a:lnTo>
                    <a:pt x="141159" y="952846"/>
                  </a:lnTo>
                  <a:lnTo>
                    <a:pt x="127852" y="942512"/>
                  </a:lnTo>
                  <a:lnTo>
                    <a:pt x="109320" y="944216"/>
                  </a:lnTo>
                  <a:lnTo>
                    <a:pt x="105927" y="951397"/>
                  </a:lnTo>
                  <a:lnTo>
                    <a:pt x="107490" y="959519"/>
                  </a:lnTo>
                  <a:lnTo>
                    <a:pt x="97449" y="962912"/>
                  </a:lnTo>
                  <a:lnTo>
                    <a:pt x="75257" y="958985"/>
                  </a:lnTo>
                  <a:lnTo>
                    <a:pt x="61428" y="944737"/>
                  </a:lnTo>
                  <a:lnTo>
                    <a:pt x="41855" y="942767"/>
                  </a:lnTo>
                  <a:lnTo>
                    <a:pt x="32322" y="929446"/>
                  </a:lnTo>
                  <a:lnTo>
                    <a:pt x="44320" y="921820"/>
                  </a:lnTo>
                  <a:lnTo>
                    <a:pt x="38969" y="901840"/>
                  </a:lnTo>
                  <a:lnTo>
                    <a:pt x="17362" y="898955"/>
                  </a:lnTo>
                  <a:lnTo>
                    <a:pt x="7842" y="895815"/>
                  </a:lnTo>
                  <a:lnTo>
                    <a:pt x="0" y="897391"/>
                  </a:lnTo>
                  <a:lnTo>
                    <a:pt x="25318" y="867713"/>
                  </a:lnTo>
                  <a:lnTo>
                    <a:pt x="64339" y="859489"/>
                  </a:lnTo>
                  <a:lnTo>
                    <a:pt x="149497" y="873331"/>
                  </a:lnTo>
                  <a:lnTo>
                    <a:pt x="179493" y="850605"/>
                  </a:lnTo>
                  <a:lnTo>
                    <a:pt x="281417" y="825502"/>
                  </a:lnTo>
                  <a:lnTo>
                    <a:pt x="306087" y="764493"/>
                  </a:lnTo>
                  <a:lnTo>
                    <a:pt x="280667" y="747118"/>
                  </a:lnTo>
                  <a:lnTo>
                    <a:pt x="322305" y="693392"/>
                  </a:lnTo>
                  <a:lnTo>
                    <a:pt x="358580" y="685169"/>
                  </a:lnTo>
                  <a:lnTo>
                    <a:pt x="377900" y="648182"/>
                  </a:lnTo>
                  <a:lnTo>
                    <a:pt x="352479" y="568705"/>
                  </a:lnTo>
                  <a:lnTo>
                    <a:pt x="290898" y="481399"/>
                  </a:lnTo>
                  <a:lnTo>
                    <a:pt x="346365" y="434371"/>
                  </a:lnTo>
                  <a:lnTo>
                    <a:pt x="355746" y="376324"/>
                  </a:lnTo>
                  <a:lnTo>
                    <a:pt x="383416" y="366397"/>
                  </a:lnTo>
                  <a:lnTo>
                    <a:pt x="375790" y="320399"/>
                  </a:lnTo>
                  <a:lnTo>
                    <a:pt x="399799" y="302490"/>
                  </a:lnTo>
                  <a:lnTo>
                    <a:pt x="425627" y="306786"/>
                  </a:lnTo>
                  <a:lnTo>
                    <a:pt x="445455" y="282383"/>
                  </a:lnTo>
                  <a:lnTo>
                    <a:pt x="470265" y="300024"/>
                  </a:lnTo>
                  <a:lnTo>
                    <a:pt x="477815" y="281862"/>
                  </a:lnTo>
                  <a:lnTo>
                    <a:pt x="506400" y="274426"/>
                  </a:lnTo>
                  <a:lnTo>
                    <a:pt x="527537" y="266444"/>
                  </a:lnTo>
                  <a:lnTo>
                    <a:pt x="488262" y="245015"/>
                  </a:lnTo>
                  <a:lnTo>
                    <a:pt x="453945" y="237160"/>
                  </a:lnTo>
                  <a:lnTo>
                    <a:pt x="456029" y="217167"/>
                  </a:lnTo>
                  <a:lnTo>
                    <a:pt x="419742" y="194288"/>
                  </a:lnTo>
                  <a:lnTo>
                    <a:pt x="423008" y="140041"/>
                  </a:lnTo>
                  <a:lnTo>
                    <a:pt x="482644" y="119705"/>
                  </a:lnTo>
                  <a:lnTo>
                    <a:pt x="510836" y="144273"/>
                  </a:lnTo>
                  <a:lnTo>
                    <a:pt x="560304" y="120226"/>
                  </a:lnTo>
                  <a:lnTo>
                    <a:pt x="582356" y="156691"/>
                  </a:lnTo>
                  <a:lnTo>
                    <a:pt x="658693" y="149891"/>
                  </a:lnTo>
                  <a:lnTo>
                    <a:pt x="713246" y="138134"/>
                  </a:lnTo>
                  <a:lnTo>
                    <a:pt x="731905" y="90039"/>
                  </a:lnTo>
                  <a:lnTo>
                    <a:pt x="756054" y="110286"/>
                  </a:lnTo>
                  <a:lnTo>
                    <a:pt x="821562" y="132123"/>
                  </a:lnTo>
                  <a:lnTo>
                    <a:pt x="820520" y="159437"/>
                  </a:lnTo>
                  <a:lnTo>
                    <a:pt x="877029" y="155776"/>
                  </a:lnTo>
                  <a:lnTo>
                    <a:pt x="890591" y="155382"/>
                  </a:lnTo>
                  <a:lnTo>
                    <a:pt x="906123" y="174448"/>
                  </a:lnTo>
                  <a:lnTo>
                    <a:pt x="965746" y="147260"/>
                  </a:lnTo>
                  <a:lnTo>
                    <a:pt x="1001259" y="163784"/>
                  </a:lnTo>
                  <a:lnTo>
                    <a:pt x="1045744" y="122476"/>
                  </a:lnTo>
                  <a:lnTo>
                    <a:pt x="1044028" y="104046"/>
                  </a:lnTo>
                  <a:lnTo>
                    <a:pt x="1038169" y="93992"/>
                  </a:lnTo>
                  <a:lnTo>
                    <a:pt x="1023388" y="99356"/>
                  </a:lnTo>
                  <a:lnTo>
                    <a:pt x="1017528" y="90458"/>
                  </a:lnTo>
                  <a:lnTo>
                    <a:pt x="1036327" y="69144"/>
                  </a:lnTo>
                  <a:lnTo>
                    <a:pt x="1008262" y="49023"/>
                  </a:lnTo>
                  <a:lnTo>
                    <a:pt x="991612" y="67301"/>
                  </a:lnTo>
                  <a:lnTo>
                    <a:pt x="960828" y="56726"/>
                  </a:lnTo>
                  <a:lnTo>
                    <a:pt x="988091" y="28356"/>
                  </a:lnTo>
                  <a:lnTo>
                    <a:pt x="1079833" y="0"/>
                  </a:lnTo>
                  <a:lnTo>
                    <a:pt x="1089354" y="33047"/>
                  </a:lnTo>
                  <a:lnTo>
                    <a:pt x="1110897" y="40368"/>
                  </a:lnTo>
                  <a:close/>
                </a:path>
              </a:pathLst>
            </a:custGeom>
            <a:solidFill>
              <a:srgbClr val="FFFFFF"/>
            </a:solidFill>
            <a:ln w="12700" cap="flat">
              <a:noFill/>
              <a:prstDash val="solid"/>
              <a:miter/>
            </a:ln>
          </p:spPr>
          <p:txBody>
            <a:bodyPr rtlCol="0" anchor="ctr"/>
            <a:lstStyle/>
            <a:p>
              <a:endParaRPr lang="de-CH"/>
            </a:p>
          </p:txBody>
        </p:sp>
        <p:sp>
          <p:nvSpPr>
            <p:cNvPr id="115" name="Freihandform: Form 114">
              <a:extLst>
                <a:ext uri="{FF2B5EF4-FFF2-40B4-BE49-F238E27FC236}">
                  <a16:creationId xmlns:a16="http://schemas.microsoft.com/office/drawing/2014/main" id="{101F7FA3-3A28-482A-5686-B536274EE241}"/>
                </a:ext>
              </a:extLst>
            </p:cNvPr>
            <p:cNvSpPr/>
            <p:nvPr/>
          </p:nvSpPr>
          <p:spPr>
            <a:xfrm>
              <a:off x="7281438" y="1280595"/>
              <a:ext cx="1765612" cy="1951613"/>
            </a:xfrm>
            <a:custGeom>
              <a:avLst/>
              <a:gdLst>
                <a:gd name="connsiteX0" fmla="*/ 1279613 w 1765612"/>
                <a:gd name="connsiteY0" fmla="*/ 284276 h 1951613"/>
                <a:gd name="connsiteX1" fmla="*/ 1263432 w 1765612"/>
                <a:gd name="connsiteY1" fmla="*/ 366346 h 1951613"/>
                <a:gd name="connsiteX2" fmla="*/ 1206668 w 1765612"/>
                <a:gd name="connsiteY2" fmla="*/ 387127 h 1951613"/>
                <a:gd name="connsiteX3" fmla="*/ 1153934 w 1765612"/>
                <a:gd name="connsiteY3" fmla="*/ 367541 h 1951613"/>
                <a:gd name="connsiteX4" fmla="*/ 1137411 w 1765612"/>
                <a:gd name="connsiteY4" fmla="*/ 374214 h 1951613"/>
                <a:gd name="connsiteX5" fmla="*/ 1090307 w 1765612"/>
                <a:gd name="connsiteY5" fmla="*/ 393432 h 1951613"/>
                <a:gd name="connsiteX6" fmla="*/ 1060933 w 1765612"/>
                <a:gd name="connsiteY6" fmla="*/ 391462 h 1951613"/>
                <a:gd name="connsiteX7" fmla="*/ 998158 w 1765612"/>
                <a:gd name="connsiteY7" fmla="*/ 403358 h 1951613"/>
                <a:gd name="connsiteX8" fmla="*/ 873661 w 1765612"/>
                <a:gd name="connsiteY8" fmla="*/ 403231 h 1951613"/>
                <a:gd name="connsiteX9" fmla="*/ 873394 w 1765612"/>
                <a:gd name="connsiteY9" fmla="*/ 432770 h 1951613"/>
                <a:gd name="connsiteX10" fmla="*/ 846703 w 1765612"/>
                <a:gd name="connsiteY10" fmla="*/ 443751 h 1951613"/>
                <a:gd name="connsiteX11" fmla="*/ 851787 w 1765612"/>
                <a:gd name="connsiteY11" fmla="*/ 477599 h 1951613"/>
                <a:gd name="connsiteX12" fmla="*/ 830777 w 1765612"/>
                <a:gd name="connsiteY12" fmla="*/ 508179 h 1951613"/>
                <a:gd name="connsiteX13" fmla="*/ 792532 w 1765612"/>
                <a:gd name="connsiteY13" fmla="*/ 510543 h 1951613"/>
                <a:gd name="connsiteX14" fmla="*/ 809055 w 1765612"/>
                <a:gd name="connsiteY14" fmla="*/ 553542 h 1951613"/>
                <a:gd name="connsiteX15" fmla="*/ 825235 w 1765612"/>
                <a:gd name="connsiteY15" fmla="*/ 579687 h 1951613"/>
                <a:gd name="connsiteX16" fmla="*/ 861917 w 1765612"/>
                <a:gd name="connsiteY16" fmla="*/ 568832 h 1951613"/>
                <a:gd name="connsiteX17" fmla="*/ 879914 w 1765612"/>
                <a:gd name="connsiteY17" fmla="*/ 599667 h 1951613"/>
                <a:gd name="connsiteX18" fmla="*/ 832810 w 1765612"/>
                <a:gd name="connsiteY18" fmla="*/ 633794 h 1951613"/>
                <a:gd name="connsiteX19" fmla="*/ 849779 w 1765612"/>
                <a:gd name="connsiteY19" fmla="*/ 672357 h 1951613"/>
                <a:gd name="connsiteX20" fmla="*/ 864128 w 1765612"/>
                <a:gd name="connsiteY20" fmla="*/ 716843 h 1951613"/>
                <a:gd name="connsiteX21" fmla="*/ 828629 w 1765612"/>
                <a:gd name="connsiteY21" fmla="*/ 766781 h 1951613"/>
                <a:gd name="connsiteX22" fmla="*/ 850808 w 1765612"/>
                <a:gd name="connsiteY22" fmla="*/ 779186 h 1951613"/>
                <a:gd name="connsiteX23" fmla="*/ 885266 w 1765612"/>
                <a:gd name="connsiteY23" fmla="*/ 798137 h 1951613"/>
                <a:gd name="connsiteX24" fmla="*/ 932649 w 1765612"/>
                <a:gd name="connsiteY24" fmla="*/ 803488 h 1951613"/>
                <a:gd name="connsiteX25" fmla="*/ 966052 w 1765612"/>
                <a:gd name="connsiteY25" fmla="*/ 782199 h 1951613"/>
                <a:gd name="connsiteX26" fmla="*/ 989159 w 1765612"/>
                <a:gd name="connsiteY26" fmla="*/ 799993 h 1951613"/>
                <a:gd name="connsiteX27" fmla="*/ 1014211 w 1765612"/>
                <a:gd name="connsiteY27" fmla="*/ 819211 h 1951613"/>
                <a:gd name="connsiteX28" fmla="*/ 1037305 w 1765612"/>
                <a:gd name="connsiteY28" fmla="*/ 814368 h 1951613"/>
                <a:gd name="connsiteX29" fmla="*/ 1065878 w 1765612"/>
                <a:gd name="connsiteY29" fmla="*/ 851495 h 1951613"/>
                <a:gd name="connsiteX30" fmla="*/ 1106728 w 1765612"/>
                <a:gd name="connsiteY30" fmla="*/ 840640 h 1951613"/>
                <a:gd name="connsiteX31" fmla="*/ 1163746 w 1765612"/>
                <a:gd name="connsiteY31" fmla="*/ 867179 h 1951613"/>
                <a:gd name="connsiteX32" fmla="*/ 1187768 w 1765612"/>
                <a:gd name="connsiteY32" fmla="*/ 884973 h 1951613"/>
                <a:gd name="connsiteX33" fmla="*/ 1225734 w 1765612"/>
                <a:gd name="connsiteY33" fmla="*/ 874399 h 1951613"/>
                <a:gd name="connsiteX34" fmla="*/ 1366436 w 1765612"/>
                <a:gd name="connsiteY34" fmla="*/ 765091 h 1951613"/>
                <a:gd name="connsiteX35" fmla="*/ 1392911 w 1765612"/>
                <a:gd name="connsiteY35" fmla="*/ 731243 h 1951613"/>
                <a:gd name="connsiteX36" fmla="*/ 1394182 w 1765612"/>
                <a:gd name="connsiteY36" fmla="*/ 697002 h 1951613"/>
                <a:gd name="connsiteX37" fmla="*/ 1413375 w 1765612"/>
                <a:gd name="connsiteY37" fmla="*/ 664464 h 1951613"/>
                <a:gd name="connsiteX38" fmla="*/ 1416387 w 1765612"/>
                <a:gd name="connsiteY38" fmla="*/ 638955 h 1951613"/>
                <a:gd name="connsiteX39" fmla="*/ 1420289 w 1765612"/>
                <a:gd name="connsiteY39" fmla="*/ 606950 h 1951613"/>
                <a:gd name="connsiteX40" fmla="*/ 1424598 w 1765612"/>
                <a:gd name="connsiteY40" fmla="*/ 570752 h 1951613"/>
                <a:gd name="connsiteX41" fmla="*/ 1424089 w 1765612"/>
                <a:gd name="connsiteY41" fmla="*/ 540425 h 1951613"/>
                <a:gd name="connsiteX42" fmla="*/ 1422373 w 1765612"/>
                <a:gd name="connsiteY42" fmla="*/ 519771 h 1951613"/>
                <a:gd name="connsiteX43" fmla="*/ 1430470 w 1765612"/>
                <a:gd name="connsiteY43" fmla="*/ 404489 h 1951613"/>
                <a:gd name="connsiteX44" fmla="*/ 1432707 w 1765612"/>
                <a:gd name="connsiteY44" fmla="*/ 399520 h 1951613"/>
                <a:gd name="connsiteX45" fmla="*/ 1526267 w 1765612"/>
                <a:gd name="connsiteY45" fmla="*/ 391284 h 1951613"/>
                <a:gd name="connsiteX46" fmla="*/ 1549615 w 1765612"/>
                <a:gd name="connsiteY46" fmla="*/ 378726 h 1951613"/>
                <a:gd name="connsiteX47" fmla="*/ 1580819 w 1765612"/>
                <a:gd name="connsiteY47" fmla="*/ 352734 h 1951613"/>
                <a:gd name="connsiteX48" fmla="*/ 1580946 w 1765612"/>
                <a:gd name="connsiteY48" fmla="*/ 350369 h 1951613"/>
                <a:gd name="connsiteX49" fmla="*/ 1624580 w 1765612"/>
                <a:gd name="connsiteY49" fmla="*/ 335765 h 1951613"/>
                <a:gd name="connsiteX50" fmla="*/ 1590262 w 1765612"/>
                <a:gd name="connsiteY50" fmla="*/ 303088 h 1951613"/>
                <a:gd name="connsiteX51" fmla="*/ 1639197 w 1765612"/>
                <a:gd name="connsiteY51" fmla="*/ 286374 h 1951613"/>
                <a:gd name="connsiteX52" fmla="*/ 1645552 w 1765612"/>
                <a:gd name="connsiteY52" fmla="*/ 266762 h 1951613"/>
                <a:gd name="connsiteX53" fmla="*/ 1665520 w 1765612"/>
                <a:gd name="connsiteY53" fmla="*/ 260407 h 1951613"/>
                <a:gd name="connsiteX54" fmla="*/ 1672955 w 1765612"/>
                <a:gd name="connsiteY54" fmla="*/ 257521 h 1951613"/>
                <a:gd name="connsiteX55" fmla="*/ 1589068 w 1765612"/>
                <a:gd name="connsiteY55" fmla="*/ 206541 h 1951613"/>
                <a:gd name="connsiteX56" fmla="*/ 1589335 w 1765612"/>
                <a:gd name="connsiteY56" fmla="*/ 202372 h 1951613"/>
                <a:gd name="connsiteX57" fmla="*/ 1570536 w 1765612"/>
                <a:gd name="connsiteY57" fmla="*/ 192699 h 1951613"/>
                <a:gd name="connsiteX58" fmla="*/ 1534007 w 1765612"/>
                <a:gd name="connsiteY58" fmla="*/ 192699 h 1951613"/>
                <a:gd name="connsiteX59" fmla="*/ 1515603 w 1765612"/>
                <a:gd name="connsiteY59" fmla="*/ 189573 h 1951613"/>
                <a:gd name="connsiteX60" fmla="*/ 1501507 w 1765612"/>
                <a:gd name="connsiteY60" fmla="*/ 190475 h 1951613"/>
                <a:gd name="connsiteX61" fmla="*/ 1498495 w 1765612"/>
                <a:gd name="connsiteY61" fmla="*/ 174537 h 1951613"/>
                <a:gd name="connsiteX62" fmla="*/ 1474345 w 1765612"/>
                <a:gd name="connsiteY62" fmla="*/ 179760 h 1951613"/>
                <a:gd name="connsiteX63" fmla="*/ 1463262 w 1765612"/>
                <a:gd name="connsiteY63" fmla="*/ 192305 h 1951613"/>
                <a:gd name="connsiteX64" fmla="*/ 1462347 w 1765612"/>
                <a:gd name="connsiteY64" fmla="*/ 203541 h 1951613"/>
                <a:gd name="connsiteX65" fmla="*/ 1458534 w 1765612"/>
                <a:gd name="connsiteY65" fmla="*/ 228784 h 1951613"/>
                <a:gd name="connsiteX66" fmla="*/ 1427089 w 1765612"/>
                <a:gd name="connsiteY66" fmla="*/ 235444 h 1951613"/>
                <a:gd name="connsiteX67" fmla="*/ 1393013 w 1765612"/>
                <a:gd name="connsiteY67" fmla="*/ 260661 h 1951613"/>
                <a:gd name="connsiteX68" fmla="*/ 1346163 w 1765612"/>
                <a:gd name="connsiteY68" fmla="*/ 271897 h 1951613"/>
                <a:gd name="connsiteX69" fmla="*/ 1314718 w 1765612"/>
                <a:gd name="connsiteY69" fmla="*/ 293339 h 1951613"/>
                <a:gd name="connsiteX70" fmla="*/ 1081333 w 1765612"/>
                <a:gd name="connsiteY70" fmla="*/ 73185 h 1951613"/>
                <a:gd name="connsiteX71" fmla="*/ 1078715 w 1765612"/>
                <a:gd name="connsiteY71" fmla="*/ 91221 h 1951613"/>
                <a:gd name="connsiteX72" fmla="*/ 1133013 w 1765612"/>
                <a:gd name="connsiteY72" fmla="*/ 87306 h 1951613"/>
                <a:gd name="connsiteX73" fmla="*/ 1152586 w 1765612"/>
                <a:gd name="connsiteY73" fmla="*/ 92797 h 1951613"/>
                <a:gd name="connsiteX74" fmla="*/ 1138491 w 1765612"/>
                <a:gd name="connsiteY74" fmla="*/ 113578 h 1951613"/>
                <a:gd name="connsiteX75" fmla="*/ 1137843 w 1765612"/>
                <a:gd name="connsiteY75" fmla="*/ 135796 h 1951613"/>
                <a:gd name="connsiteX76" fmla="*/ 1151404 w 1765612"/>
                <a:gd name="connsiteY76" fmla="*/ 135796 h 1951613"/>
                <a:gd name="connsiteX77" fmla="*/ 1184451 w 1765612"/>
                <a:gd name="connsiteY77" fmla="*/ 147044 h 1951613"/>
                <a:gd name="connsiteX78" fmla="*/ 1188505 w 1765612"/>
                <a:gd name="connsiteY78" fmla="*/ 159055 h 1951613"/>
                <a:gd name="connsiteX79" fmla="*/ 1204686 w 1765612"/>
                <a:gd name="connsiteY79" fmla="*/ 156170 h 1951613"/>
                <a:gd name="connsiteX80" fmla="*/ 1224005 w 1765612"/>
                <a:gd name="connsiteY80" fmla="*/ 109778 h 1951613"/>
                <a:gd name="connsiteX81" fmla="*/ 1239525 w 1765612"/>
                <a:gd name="connsiteY81" fmla="*/ 95657 h 1951613"/>
                <a:gd name="connsiteX82" fmla="*/ 1248015 w 1765612"/>
                <a:gd name="connsiteY82" fmla="*/ 100500 h 1951613"/>
                <a:gd name="connsiteX83" fmla="*/ 1276079 w 1765612"/>
                <a:gd name="connsiteY83" fmla="*/ 69525 h 1951613"/>
                <a:gd name="connsiteX84" fmla="*/ 1304041 w 1765612"/>
                <a:gd name="connsiteY84" fmla="*/ 84294 h 1951613"/>
                <a:gd name="connsiteX85" fmla="*/ 1304969 w 1765612"/>
                <a:gd name="connsiteY85" fmla="*/ 111481 h 1951613"/>
                <a:gd name="connsiteX86" fmla="*/ 1335245 w 1765612"/>
                <a:gd name="connsiteY86" fmla="*/ 134220 h 1951613"/>
                <a:gd name="connsiteX87" fmla="*/ 1359255 w 1765612"/>
                <a:gd name="connsiteY87" fmla="*/ 118675 h 1951613"/>
                <a:gd name="connsiteX88" fmla="*/ 1371011 w 1765612"/>
                <a:gd name="connsiteY88" fmla="*/ 141147 h 1951613"/>
                <a:gd name="connsiteX89" fmla="*/ 1401923 w 1765612"/>
                <a:gd name="connsiteY89" fmla="*/ 147299 h 1951613"/>
                <a:gd name="connsiteX90" fmla="*/ 1430381 w 1765612"/>
                <a:gd name="connsiteY90" fmla="*/ 146117 h 1951613"/>
                <a:gd name="connsiteX91" fmla="*/ 1467965 w 1765612"/>
                <a:gd name="connsiteY91" fmla="*/ 139456 h 1951613"/>
                <a:gd name="connsiteX92" fmla="*/ 1493017 w 1765612"/>
                <a:gd name="connsiteY92" fmla="*/ 128335 h 1951613"/>
                <a:gd name="connsiteX93" fmla="*/ 1515895 w 1765612"/>
                <a:gd name="connsiteY93" fmla="*/ 88476 h 1951613"/>
                <a:gd name="connsiteX94" fmla="*/ 1529202 w 1765612"/>
                <a:gd name="connsiteY94" fmla="*/ 80850 h 1951613"/>
                <a:gd name="connsiteX95" fmla="*/ 1538989 w 1765612"/>
                <a:gd name="connsiteY95" fmla="*/ 104503 h 1951613"/>
                <a:gd name="connsiteX96" fmla="*/ 1577883 w 1765612"/>
                <a:gd name="connsiteY96" fmla="*/ 140575 h 1951613"/>
                <a:gd name="connsiteX97" fmla="*/ 1599490 w 1765612"/>
                <a:gd name="connsiteY97" fmla="*/ 186192 h 1951613"/>
                <a:gd name="connsiteX98" fmla="*/ 1616445 w 1765612"/>
                <a:gd name="connsiteY98" fmla="*/ 193373 h 1951613"/>
                <a:gd name="connsiteX99" fmla="*/ 1623373 w 1765612"/>
                <a:gd name="connsiteY99" fmla="*/ 185531 h 1951613"/>
                <a:gd name="connsiteX100" fmla="*/ 1625063 w 1765612"/>
                <a:gd name="connsiteY100" fmla="*/ 170762 h 1951613"/>
                <a:gd name="connsiteX101" fmla="*/ 1633960 w 1765612"/>
                <a:gd name="connsiteY101" fmla="*/ 167762 h 1951613"/>
                <a:gd name="connsiteX102" fmla="*/ 1644001 w 1765612"/>
                <a:gd name="connsiteY102" fmla="*/ 189064 h 1951613"/>
                <a:gd name="connsiteX103" fmla="*/ 1656712 w 1765612"/>
                <a:gd name="connsiteY103" fmla="*/ 205588 h 1951613"/>
                <a:gd name="connsiteX104" fmla="*/ 1694842 w 1765612"/>
                <a:gd name="connsiteY104" fmla="*/ 206859 h 1951613"/>
                <a:gd name="connsiteX105" fmla="*/ 1725245 w 1765612"/>
                <a:gd name="connsiteY105" fmla="*/ 214701 h 1951613"/>
                <a:gd name="connsiteX106" fmla="*/ 1731905 w 1765612"/>
                <a:gd name="connsiteY106" fmla="*/ 229076 h 1951613"/>
                <a:gd name="connsiteX107" fmla="*/ 1715458 w 1765612"/>
                <a:gd name="connsiteY107" fmla="*/ 247760 h 1951613"/>
                <a:gd name="connsiteX108" fmla="*/ 1702748 w 1765612"/>
                <a:gd name="connsiteY108" fmla="*/ 271909 h 1951613"/>
                <a:gd name="connsiteX109" fmla="*/ 1713717 w 1765612"/>
                <a:gd name="connsiteY109" fmla="*/ 299096 h 1951613"/>
                <a:gd name="connsiteX110" fmla="*/ 1718013 w 1765612"/>
                <a:gd name="connsiteY110" fmla="*/ 326017 h 1951613"/>
                <a:gd name="connsiteX111" fmla="*/ 1719855 w 1765612"/>
                <a:gd name="connsiteY111" fmla="*/ 361605 h 1951613"/>
                <a:gd name="connsiteX112" fmla="*/ 1765613 w 1765612"/>
                <a:gd name="connsiteY112" fmla="*/ 400028 h 1951613"/>
                <a:gd name="connsiteX113" fmla="*/ 1764341 w 1765612"/>
                <a:gd name="connsiteY113" fmla="*/ 433227 h 1951613"/>
                <a:gd name="connsiteX114" fmla="*/ 1735159 w 1765612"/>
                <a:gd name="connsiteY114" fmla="*/ 466681 h 1951613"/>
                <a:gd name="connsiteX115" fmla="*/ 1668202 w 1765612"/>
                <a:gd name="connsiteY115" fmla="*/ 477535 h 1951613"/>
                <a:gd name="connsiteX116" fmla="*/ 1628012 w 1765612"/>
                <a:gd name="connsiteY116" fmla="*/ 529647 h 1951613"/>
                <a:gd name="connsiteX117" fmla="*/ 1619115 w 1765612"/>
                <a:gd name="connsiteY117" fmla="*/ 545064 h 1951613"/>
                <a:gd name="connsiteX118" fmla="*/ 1604370 w 1765612"/>
                <a:gd name="connsiteY118" fmla="*/ 610166 h 1951613"/>
                <a:gd name="connsiteX119" fmla="*/ 1596541 w 1765612"/>
                <a:gd name="connsiteY119" fmla="*/ 628469 h 1951613"/>
                <a:gd name="connsiteX120" fmla="*/ 1586615 w 1765612"/>
                <a:gd name="connsiteY120" fmla="*/ 643225 h 1951613"/>
                <a:gd name="connsiteX121" fmla="*/ 1553568 w 1765612"/>
                <a:gd name="connsiteY121" fmla="*/ 668061 h 1951613"/>
                <a:gd name="connsiteX122" fmla="*/ 1536460 w 1765612"/>
                <a:gd name="connsiteY122" fmla="*/ 683479 h 1951613"/>
                <a:gd name="connsiteX123" fmla="*/ 1531770 w 1765612"/>
                <a:gd name="connsiteY123" fmla="*/ 694740 h 1951613"/>
                <a:gd name="connsiteX124" fmla="*/ 1524589 w 1765612"/>
                <a:gd name="connsiteY124" fmla="*/ 723605 h 1951613"/>
                <a:gd name="connsiteX125" fmla="*/ 1519899 w 1765612"/>
                <a:gd name="connsiteY125" fmla="*/ 734853 h 1951613"/>
                <a:gd name="connsiteX126" fmla="*/ 1511281 w 1765612"/>
                <a:gd name="connsiteY126" fmla="*/ 743877 h 1951613"/>
                <a:gd name="connsiteX127" fmla="*/ 1491581 w 1765612"/>
                <a:gd name="connsiteY127" fmla="*/ 759689 h 1951613"/>
                <a:gd name="connsiteX128" fmla="*/ 1485708 w 1765612"/>
                <a:gd name="connsiteY128" fmla="*/ 771458 h 1951613"/>
                <a:gd name="connsiteX129" fmla="*/ 1486229 w 1765612"/>
                <a:gd name="connsiteY129" fmla="*/ 789888 h 1951613"/>
                <a:gd name="connsiteX130" fmla="*/ 1482048 w 1765612"/>
                <a:gd name="connsiteY130" fmla="*/ 807009 h 1951613"/>
                <a:gd name="connsiteX131" fmla="*/ 1469909 w 1765612"/>
                <a:gd name="connsiteY131" fmla="*/ 842953 h 1951613"/>
                <a:gd name="connsiteX132" fmla="*/ 1453386 w 1765612"/>
                <a:gd name="connsiteY132" fmla="*/ 876140 h 1951613"/>
                <a:gd name="connsiteX133" fmla="*/ 1435490 w 1765612"/>
                <a:gd name="connsiteY133" fmla="*/ 908169 h 1951613"/>
                <a:gd name="connsiteX134" fmla="*/ 1431982 w 1765612"/>
                <a:gd name="connsiteY134" fmla="*/ 919278 h 1951613"/>
                <a:gd name="connsiteX135" fmla="*/ 1428462 w 1765612"/>
                <a:gd name="connsiteY135" fmla="*/ 941369 h 1951613"/>
                <a:gd name="connsiteX136" fmla="*/ 1424280 w 1765612"/>
                <a:gd name="connsiteY136" fmla="*/ 956150 h 1951613"/>
                <a:gd name="connsiteX137" fmla="*/ 1410438 w 1765612"/>
                <a:gd name="connsiteY137" fmla="*/ 986464 h 1951613"/>
                <a:gd name="connsiteX138" fmla="*/ 1405749 w 1765612"/>
                <a:gd name="connsiteY138" fmla="*/ 1009737 h 1951613"/>
                <a:gd name="connsiteX139" fmla="*/ 1406002 w 1765612"/>
                <a:gd name="connsiteY139" fmla="*/ 1057438 h 1951613"/>
                <a:gd name="connsiteX140" fmla="*/ 1423225 w 1765612"/>
                <a:gd name="connsiteY140" fmla="*/ 1109194 h 1951613"/>
                <a:gd name="connsiteX141" fmla="*/ 1439291 w 1765612"/>
                <a:gd name="connsiteY141" fmla="*/ 1138084 h 1951613"/>
                <a:gd name="connsiteX142" fmla="*/ 1455598 w 1765612"/>
                <a:gd name="connsiteY142" fmla="*/ 1172580 h 1951613"/>
                <a:gd name="connsiteX143" fmla="*/ 1465384 w 1765612"/>
                <a:gd name="connsiteY143" fmla="*/ 1211664 h 1951613"/>
                <a:gd name="connsiteX144" fmla="*/ 1469553 w 1765612"/>
                <a:gd name="connsiteY144" fmla="*/ 1231924 h 1951613"/>
                <a:gd name="connsiteX145" fmla="*/ 1476227 w 1765612"/>
                <a:gd name="connsiteY145" fmla="*/ 1264208 h 1951613"/>
                <a:gd name="connsiteX146" fmla="*/ 1476862 w 1765612"/>
                <a:gd name="connsiteY146" fmla="*/ 1289031 h 1951613"/>
                <a:gd name="connsiteX147" fmla="*/ 1464470 w 1765612"/>
                <a:gd name="connsiteY147" fmla="*/ 1321582 h 1951613"/>
                <a:gd name="connsiteX148" fmla="*/ 1423110 w 1765612"/>
                <a:gd name="connsiteY148" fmla="*/ 1355823 h 1951613"/>
                <a:gd name="connsiteX149" fmla="*/ 1398834 w 1765612"/>
                <a:gd name="connsiteY149" fmla="*/ 1372944 h 1951613"/>
                <a:gd name="connsiteX150" fmla="*/ 1384078 w 1765612"/>
                <a:gd name="connsiteY150" fmla="*/ 1390738 h 1951613"/>
                <a:gd name="connsiteX151" fmla="*/ 1392034 w 1765612"/>
                <a:gd name="connsiteY151" fmla="*/ 1423276 h 1951613"/>
                <a:gd name="connsiteX152" fmla="*/ 1395173 w 1765612"/>
                <a:gd name="connsiteY152" fmla="*/ 1430978 h 1951613"/>
                <a:gd name="connsiteX153" fmla="*/ 1411697 w 1765612"/>
                <a:gd name="connsiteY153" fmla="*/ 1456602 h 1951613"/>
                <a:gd name="connsiteX154" fmla="*/ 1425398 w 1765612"/>
                <a:gd name="connsiteY154" fmla="*/ 1476455 h 1951613"/>
                <a:gd name="connsiteX155" fmla="*/ 1465219 w 1765612"/>
                <a:gd name="connsiteY155" fmla="*/ 1545218 h 1951613"/>
                <a:gd name="connsiteX156" fmla="*/ 1539587 w 1765612"/>
                <a:gd name="connsiteY156" fmla="*/ 1643239 h 1951613"/>
                <a:gd name="connsiteX157" fmla="*/ 1495750 w 1765612"/>
                <a:gd name="connsiteY157" fmla="*/ 1656584 h 1951613"/>
                <a:gd name="connsiteX158" fmla="*/ 1486217 w 1765612"/>
                <a:gd name="connsiteY158" fmla="*/ 1707285 h 1951613"/>
                <a:gd name="connsiteX159" fmla="*/ 1447591 w 1765612"/>
                <a:gd name="connsiteY159" fmla="*/ 1714225 h 1951613"/>
                <a:gd name="connsiteX160" fmla="*/ 1442367 w 1765612"/>
                <a:gd name="connsiteY160" fmla="*/ 1740916 h 1951613"/>
                <a:gd name="connsiteX161" fmla="*/ 1410006 w 1765612"/>
                <a:gd name="connsiteY161" fmla="*/ 1845344 h 1951613"/>
                <a:gd name="connsiteX162" fmla="*/ 1384420 w 1765612"/>
                <a:gd name="connsiteY162" fmla="*/ 1876064 h 1951613"/>
                <a:gd name="connsiteX163" fmla="*/ 1386772 w 1765612"/>
                <a:gd name="connsiteY163" fmla="*/ 1903251 h 1951613"/>
                <a:gd name="connsiteX164" fmla="*/ 1371901 w 1765612"/>
                <a:gd name="connsiteY164" fmla="*/ 1919203 h 1951613"/>
                <a:gd name="connsiteX165" fmla="*/ 1346188 w 1765612"/>
                <a:gd name="connsiteY165" fmla="*/ 1951614 h 1951613"/>
                <a:gd name="connsiteX166" fmla="*/ 1337838 w 1765612"/>
                <a:gd name="connsiteY166" fmla="*/ 1943898 h 1951613"/>
                <a:gd name="connsiteX167" fmla="*/ 1278583 w 1765612"/>
                <a:gd name="connsiteY167" fmla="*/ 1888876 h 1951613"/>
                <a:gd name="connsiteX168" fmla="*/ 1197936 w 1765612"/>
                <a:gd name="connsiteY168" fmla="*/ 1886779 h 1951613"/>
                <a:gd name="connsiteX169" fmla="*/ 1130077 w 1765612"/>
                <a:gd name="connsiteY169" fmla="*/ 1878822 h 1951613"/>
                <a:gd name="connsiteX170" fmla="*/ 1031153 w 1765612"/>
                <a:gd name="connsiteY170" fmla="*/ 1858295 h 1951613"/>
                <a:gd name="connsiteX171" fmla="*/ 975050 w 1765612"/>
                <a:gd name="connsiteY171" fmla="*/ 1862108 h 1951613"/>
                <a:gd name="connsiteX172" fmla="*/ 939678 w 1765612"/>
                <a:gd name="connsiteY172" fmla="*/ 1838327 h 1951613"/>
                <a:gd name="connsiteX173" fmla="*/ 946859 w 1765612"/>
                <a:gd name="connsiteY173" fmla="*/ 1806056 h 1951613"/>
                <a:gd name="connsiteX174" fmla="*/ 910000 w 1765612"/>
                <a:gd name="connsiteY174" fmla="*/ 1740828 h 1951613"/>
                <a:gd name="connsiteX175" fmla="*/ 931149 w 1765612"/>
                <a:gd name="connsiteY175" fmla="*/ 1672332 h 1951613"/>
                <a:gd name="connsiteX176" fmla="*/ 938776 w 1765612"/>
                <a:gd name="connsiteY176" fmla="*/ 1593262 h 1951613"/>
                <a:gd name="connsiteX177" fmla="*/ 903276 w 1765612"/>
                <a:gd name="connsiteY177" fmla="*/ 1500986 h 1951613"/>
                <a:gd name="connsiteX178" fmla="*/ 872771 w 1765612"/>
                <a:gd name="connsiteY178" fmla="*/ 1491313 h 1951613"/>
                <a:gd name="connsiteX179" fmla="*/ 827231 w 1765612"/>
                <a:gd name="connsiteY179" fmla="*/ 1479671 h 1951613"/>
                <a:gd name="connsiteX180" fmla="*/ 793027 w 1765612"/>
                <a:gd name="connsiteY180" fmla="*/ 1514446 h 1951613"/>
                <a:gd name="connsiteX181" fmla="*/ 743458 w 1765612"/>
                <a:gd name="connsiteY181" fmla="*/ 1502943 h 1951613"/>
                <a:gd name="connsiteX182" fmla="*/ 705874 w 1765612"/>
                <a:gd name="connsiteY182" fmla="*/ 1476938 h 1951613"/>
                <a:gd name="connsiteX183" fmla="*/ 791223 w 1765612"/>
                <a:gd name="connsiteY183" fmla="*/ 1408456 h 1951613"/>
                <a:gd name="connsiteX184" fmla="*/ 814978 w 1765612"/>
                <a:gd name="connsiteY184" fmla="*/ 1391449 h 1951613"/>
                <a:gd name="connsiteX185" fmla="*/ 810796 w 1765612"/>
                <a:gd name="connsiteY185" fmla="*/ 1338918 h 1951613"/>
                <a:gd name="connsiteX186" fmla="*/ 803361 w 1765612"/>
                <a:gd name="connsiteY186" fmla="*/ 1244278 h 1951613"/>
                <a:gd name="connsiteX187" fmla="*/ 845889 w 1765612"/>
                <a:gd name="connsiteY187" fmla="*/ 1251218 h 1951613"/>
                <a:gd name="connsiteX188" fmla="*/ 858599 w 1765612"/>
                <a:gd name="connsiteY188" fmla="*/ 1244863 h 1951613"/>
                <a:gd name="connsiteX189" fmla="*/ 868641 w 1765612"/>
                <a:gd name="connsiteY189" fmla="*/ 1248905 h 1951613"/>
                <a:gd name="connsiteX190" fmla="*/ 872161 w 1765612"/>
                <a:gd name="connsiteY190" fmla="*/ 1254802 h 1951613"/>
                <a:gd name="connsiteX191" fmla="*/ 927629 w 1765612"/>
                <a:gd name="connsiteY191" fmla="*/ 1249171 h 1951613"/>
                <a:gd name="connsiteX192" fmla="*/ 940809 w 1765612"/>
                <a:gd name="connsiteY192" fmla="*/ 1240020 h 1951613"/>
                <a:gd name="connsiteX193" fmla="*/ 985180 w 1765612"/>
                <a:gd name="connsiteY193" fmla="*/ 1248650 h 1951613"/>
                <a:gd name="connsiteX194" fmla="*/ 999403 w 1765612"/>
                <a:gd name="connsiteY194" fmla="*/ 1247214 h 1951613"/>
                <a:gd name="connsiteX195" fmla="*/ 1015075 w 1765612"/>
                <a:gd name="connsiteY195" fmla="*/ 1240287 h 1951613"/>
                <a:gd name="connsiteX196" fmla="*/ 1027213 w 1765612"/>
                <a:gd name="connsiteY196" fmla="*/ 1235978 h 1951613"/>
                <a:gd name="connsiteX197" fmla="*/ 1027975 w 1765612"/>
                <a:gd name="connsiteY197" fmla="*/ 1224082 h 1951613"/>
                <a:gd name="connsiteX198" fmla="*/ 1034331 w 1765612"/>
                <a:gd name="connsiteY198" fmla="*/ 1207876 h 1951613"/>
                <a:gd name="connsiteX199" fmla="*/ 1030149 w 1765612"/>
                <a:gd name="connsiteY199" fmla="*/ 1202639 h 1951613"/>
                <a:gd name="connsiteX200" fmla="*/ 982651 w 1765612"/>
                <a:gd name="connsiteY200" fmla="*/ 1202258 h 1951613"/>
                <a:gd name="connsiteX201" fmla="*/ 970779 w 1765612"/>
                <a:gd name="connsiteY201" fmla="*/ 1205245 h 1951613"/>
                <a:gd name="connsiteX202" fmla="*/ 930832 w 1765612"/>
                <a:gd name="connsiteY202" fmla="*/ 1200428 h 1951613"/>
                <a:gd name="connsiteX203" fmla="*/ 856718 w 1765612"/>
                <a:gd name="connsiteY203" fmla="*/ 1206567 h 1951613"/>
                <a:gd name="connsiteX204" fmla="*/ 842190 w 1765612"/>
                <a:gd name="connsiteY204" fmla="*/ 1206414 h 1951613"/>
                <a:gd name="connsiteX205" fmla="*/ 803171 w 1765612"/>
                <a:gd name="connsiteY205" fmla="*/ 1195179 h 1951613"/>
                <a:gd name="connsiteX206" fmla="*/ 745873 w 1765612"/>
                <a:gd name="connsiteY206" fmla="*/ 1195700 h 1951613"/>
                <a:gd name="connsiteX207" fmla="*/ 737649 w 1765612"/>
                <a:gd name="connsiteY207" fmla="*/ 1190349 h 1951613"/>
                <a:gd name="connsiteX208" fmla="*/ 725905 w 1765612"/>
                <a:gd name="connsiteY208" fmla="*/ 1189167 h 1951613"/>
                <a:gd name="connsiteX209" fmla="*/ 719893 w 1765612"/>
                <a:gd name="connsiteY209" fmla="*/ 1194009 h 1951613"/>
                <a:gd name="connsiteX210" fmla="*/ 714034 w 1765612"/>
                <a:gd name="connsiteY210" fmla="*/ 1192166 h 1951613"/>
                <a:gd name="connsiteX211" fmla="*/ 709852 w 1765612"/>
                <a:gd name="connsiteY211" fmla="*/ 1185125 h 1951613"/>
                <a:gd name="connsiteX212" fmla="*/ 686884 w 1765612"/>
                <a:gd name="connsiteY212" fmla="*/ 1185633 h 1951613"/>
                <a:gd name="connsiteX213" fmla="*/ 672903 w 1765612"/>
                <a:gd name="connsiteY213" fmla="*/ 1179888 h 1951613"/>
                <a:gd name="connsiteX214" fmla="*/ 648894 w 1765612"/>
                <a:gd name="connsiteY214" fmla="*/ 1180409 h 1951613"/>
                <a:gd name="connsiteX215" fmla="*/ 642373 w 1765612"/>
                <a:gd name="connsiteY215" fmla="*/ 1190577 h 1951613"/>
                <a:gd name="connsiteX216" fmla="*/ 634010 w 1765612"/>
                <a:gd name="connsiteY216" fmla="*/ 1194225 h 1951613"/>
                <a:gd name="connsiteX217" fmla="*/ 623842 w 1765612"/>
                <a:gd name="connsiteY217" fmla="*/ 1192662 h 1951613"/>
                <a:gd name="connsiteX218" fmla="*/ 620029 w 1765612"/>
                <a:gd name="connsiteY218" fmla="*/ 1194098 h 1951613"/>
                <a:gd name="connsiteX219" fmla="*/ 620296 w 1765612"/>
                <a:gd name="connsiteY219" fmla="*/ 1198534 h 1951613"/>
                <a:gd name="connsiteX220" fmla="*/ 593795 w 1765612"/>
                <a:gd name="connsiteY220" fmla="*/ 1208079 h 1951613"/>
                <a:gd name="connsiteX221" fmla="*/ 557126 w 1765612"/>
                <a:gd name="connsiteY221" fmla="*/ 1209134 h 1951613"/>
                <a:gd name="connsiteX222" fmla="*/ 520978 w 1765612"/>
                <a:gd name="connsiteY222" fmla="*/ 1175008 h 1951613"/>
                <a:gd name="connsiteX223" fmla="*/ 433418 w 1765612"/>
                <a:gd name="connsiteY223" fmla="*/ 1086138 h 1951613"/>
                <a:gd name="connsiteX224" fmla="*/ 426504 w 1765612"/>
                <a:gd name="connsiteY224" fmla="*/ 1082998 h 1951613"/>
                <a:gd name="connsiteX225" fmla="*/ 377556 w 1765612"/>
                <a:gd name="connsiteY225" fmla="*/ 1053765 h 1951613"/>
                <a:gd name="connsiteX226" fmla="*/ 356292 w 1765612"/>
                <a:gd name="connsiteY226" fmla="*/ 1067378 h 1951613"/>
                <a:gd name="connsiteX227" fmla="*/ 338803 w 1765612"/>
                <a:gd name="connsiteY227" fmla="*/ 1053117 h 1951613"/>
                <a:gd name="connsiteX228" fmla="*/ 329397 w 1765612"/>
                <a:gd name="connsiteY228" fmla="*/ 1006979 h 1951613"/>
                <a:gd name="connsiteX229" fmla="*/ 362024 w 1765612"/>
                <a:gd name="connsiteY229" fmla="*/ 966204 h 1951613"/>
                <a:gd name="connsiteX230" fmla="*/ 359152 w 1765612"/>
                <a:gd name="connsiteY230" fmla="*/ 955617 h 1951613"/>
                <a:gd name="connsiteX231" fmla="*/ 352632 w 1765612"/>
                <a:gd name="connsiteY231" fmla="*/ 951422 h 1951613"/>
                <a:gd name="connsiteX232" fmla="*/ 345006 w 1765612"/>
                <a:gd name="connsiteY232" fmla="*/ 952693 h 1951613"/>
                <a:gd name="connsiteX233" fmla="*/ 326614 w 1765612"/>
                <a:gd name="connsiteY233" fmla="*/ 956227 h 1951613"/>
                <a:gd name="connsiteX234" fmla="*/ 295283 w 1765612"/>
                <a:gd name="connsiteY234" fmla="*/ 951638 h 1951613"/>
                <a:gd name="connsiteX235" fmla="*/ 304676 w 1765612"/>
                <a:gd name="connsiteY235" fmla="*/ 938928 h 1951613"/>
                <a:gd name="connsiteX236" fmla="*/ 305451 w 1765612"/>
                <a:gd name="connsiteY236" fmla="*/ 932649 h 1951613"/>
                <a:gd name="connsiteX237" fmla="*/ 248561 w 1765612"/>
                <a:gd name="connsiteY237" fmla="*/ 930679 h 1951613"/>
                <a:gd name="connsiteX238" fmla="*/ 244506 w 1765612"/>
                <a:gd name="connsiteY238" fmla="*/ 938928 h 1951613"/>
                <a:gd name="connsiteX239" fmla="*/ 227423 w 1765612"/>
                <a:gd name="connsiteY239" fmla="*/ 941407 h 1951613"/>
                <a:gd name="connsiteX240" fmla="*/ 201584 w 1765612"/>
                <a:gd name="connsiteY240" fmla="*/ 952846 h 1951613"/>
                <a:gd name="connsiteX241" fmla="*/ 177167 w 1765612"/>
                <a:gd name="connsiteY241" fmla="*/ 961476 h 1951613"/>
                <a:gd name="connsiteX242" fmla="*/ 166211 w 1765612"/>
                <a:gd name="connsiteY242" fmla="*/ 961476 h 1951613"/>
                <a:gd name="connsiteX243" fmla="*/ 160606 w 1765612"/>
                <a:gd name="connsiteY243" fmla="*/ 954930 h 1951613"/>
                <a:gd name="connsiteX244" fmla="*/ 141159 w 1765612"/>
                <a:gd name="connsiteY244" fmla="*/ 952846 h 1951613"/>
                <a:gd name="connsiteX245" fmla="*/ 127852 w 1765612"/>
                <a:gd name="connsiteY245" fmla="*/ 942512 h 1951613"/>
                <a:gd name="connsiteX246" fmla="*/ 109320 w 1765612"/>
                <a:gd name="connsiteY246" fmla="*/ 944216 h 1951613"/>
                <a:gd name="connsiteX247" fmla="*/ 105927 w 1765612"/>
                <a:gd name="connsiteY247" fmla="*/ 951397 h 1951613"/>
                <a:gd name="connsiteX248" fmla="*/ 107490 w 1765612"/>
                <a:gd name="connsiteY248" fmla="*/ 959519 h 1951613"/>
                <a:gd name="connsiteX249" fmla="*/ 97449 w 1765612"/>
                <a:gd name="connsiteY249" fmla="*/ 962912 h 1951613"/>
                <a:gd name="connsiteX250" fmla="*/ 75257 w 1765612"/>
                <a:gd name="connsiteY250" fmla="*/ 958985 h 1951613"/>
                <a:gd name="connsiteX251" fmla="*/ 61428 w 1765612"/>
                <a:gd name="connsiteY251" fmla="*/ 944737 h 1951613"/>
                <a:gd name="connsiteX252" fmla="*/ 41855 w 1765612"/>
                <a:gd name="connsiteY252" fmla="*/ 942767 h 1951613"/>
                <a:gd name="connsiteX253" fmla="*/ 32322 w 1765612"/>
                <a:gd name="connsiteY253" fmla="*/ 929446 h 1951613"/>
                <a:gd name="connsiteX254" fmla="*/ 44320 w 1765612"/>
                <a:gd name="connsiteY254" fmla="*/ 921820 h 1951613"/>
                <a:gd name="connsiteX255" fmla="*/ 38969 w 1765612"/>
                <a:gd name="connsiteY255" fmla="*/ 901840 h 1951613"/>
                <a:gd name="connsiteX256" fmla="*/ 17362 w 1765612"/>
                <a:gd name="connsiteY256" fmla="*/ 898955 h 1951613"/>
                <a:gd name="connsiteX257" fmla="*/ 7842 w 1765612"/>
                <a:gd name="connsiteY257" fmla="*/ 895815 h 1951613"/>
                <a:gd name="connsiteX258" fmla="*/ 0 w 1765612"/>
                <a:gd name="connsiteY258" fmla="*/ 897391 h 1951613"/>
                <a:gd name="connsiteX259" fmla="*/ 25318 w 1765612"/>
                <a:gd name="connsiteY259" fmla="*/ 867713 h 1951613"/>
                <a:gd name="connsiteX260" fmla="*/ 64339 w 1765612"/>
                <a:gd name="connsiteY260" fmla="*/ 859489 h 1951613"/>
                <a:gd name="connsiteX261" fmla="*/ 149497 w 1765612"/>
                <a:gd name="connsiteY261" fmla="*/ 873331 h 1951613"/>
                <a:gd name="connsiteX262" fmla="*/ 179493 w 1765612"/>
                <a:gd name="connsiteY262" fmla="*/ 850605 h 1951613"/>
                <a:gd name="connsiteX263" fmla="*/ 281417 w 1765612"/>
                <a:gd name="connsiteY263" fmla="*/ 825502 h 1951613"/>
                <a:gd name="connsiteX264" fmla="*/ 306087 w 1765612"/>
                <a:gd name="connsiteY264" fmla="*/ 764493 h 1951613"/>
                <a:gd name="connsiteX265" fmla="*/ 280667 w 1765612"/>
                <a:gd name="connsiteY265" fmla="*/ 747118 h 1951613"/>
                <a:gd name="connsiteX266" fmla="*/ 322305 w 1765612"/>
                <a:gd name="connsiteY266" fmla="*/ 693392 h 1951613"/>
                <a:gd name="connsiteX267" fmla="*/ 358580 w 1765612"/>
                <a:gd name="connsiteY267" fmla="*/ 685169 h 1951613"/>
                <a:gd name="connsiteX268" fmla="*/ 377900 w 1765612"/>
                <a:gd name="connsiteY268" fmla="*/ 648182 h 1951613"/>
                <a:gd name="connsiteX269" fmla="*/ 352479 w 1765612"/>
                <a:gd name="connsiteY269" fmla="*/ 568705 h 1951613"/>
                <a:gd name="connsiteX270" fmla="*/ 290898 w 1765612"/>
                <a:gd name="connsiteY270" fmla="*/ 481399 h 1951613"/>
                <a:gd name="connsiteX271" fmla="*/ 346365 w 1765612"/>
                <a:gd name="connsiteY271" fmla="*/ 434371 h 1951613"/>
                <a:gd name="connsiteX272" fmla="*/ 355746 w 1765612"/>
                <a:gd name="connsiteY272" fmla="*/ 376324 h 1951613"/>
                <a:gd name="connsiteX273" fmla="*/ 383416 w 1765612"/>
                <a:gd name="connsiteY273" fmla="*/ 366397 h 1951613"/>
                <a:gd name="connsiteX274" fmla="*/ 375790 w 1765612"/>
                <a:gd name="connsiteY274" fmla="*/ 320399 h 1951613"/>
                <a:gd name="connsiteX275" fmla="*/ 399799 w 1765612"/>
                <a:gd name="connsiteY275" fmla="*/ 302490 h 1951613"/>
                <a:gd name="connsiteX276" fmla="*/ 425627 w 1765612"/>
                <a:gd name="connsiteY276" fmla="*/ 306786 h 1951613"/>
                <a:gd name="connsiteX277" fmla="*/ 445455 w 1765612"/>
                <a:gd name="connsiteY277" fmla="*/ 282383 h 1951613"/>
                <a:gd name="connsiteX278" fmla="*/ 470265 w 1765612"/>
                <a:gd name="connsiteY278" fmla="*/ 300024 h 1951613"/>
                <a:gd name="connsiteX279" fmla="*/ 477815 w 1765612"/>
                <a:gd name="connsiteY279" fmla="*/ 281862 h 1951613"/>
                <a:gd name="connsiteX280" fmla="*/ 506400 w 1765612"/>
                <a:gd name="connsiteY280" fmla="*/ 274426 h 1951613"/>
                <a:gd name="connsiteX281" fmla="*/ 527537 w 1765612"/>
                <a:gd name="connsiteY281" fmla="*/ 266444 h 1951613"/>
                <a:gd name="connsiteX282" fmla="*/ 488262 w 1765612"/>
                <a:gd name="connsiteY282" fmla="*/ 245015 h 1951613"/>
                <a:gd name="connsiteX283" fmla="*/ 453945 w 1765612"/>
                <a:gd name="connsiteY283" fmla="*/ 237160 h 1951613"/>
                <a:gd name="connsiteX284" fmla="*/ 456029 w 1765612"/>
                <a:gd name="connsiteY284" fmla="*/ 217167 h 1951613"/>
                <a:gd name="connsiteX285" fmla="*/ 419742 w 1765612"/>
                <a:gd name="connsiteY285" fmla="*/ 194288 h 1951613"/>
                <a:gd name="connsiteX286" fmla="*/ 423008 w 1765612"/>
                <a:gd name="connsiteY286" fmla="*/ 140041 h 1951613"/>
                <a:gd name="connsiteX287" fmla="*/ 482644 w 1765612"/>
                <a:gd name="connsiteY287" fmla="*/ 119705 h 1951613"/>
                <a:gd name="connsiteX288" fmla="*/ 510836 w 1765612"/>
                <a:gd name="connsiteY288" fmla="*/ 144273 h 1951613"/>
                <a:gd name="connsiteX289" fmla="*/ 560304 w 1765612"/>
                <a:gd name="connsiteY289" fmla="*/ 120226 h 1951613"/>
                <a:gd name="connsiteX290" fmla="*/ 582356 w 1765612"/>
                <a:gd name="connsiteY290" fmla="*/ 156691 h 1951613"/>
                <a:gd name="connsiteX291" fmla="*/ 658693 w 1765612"/>
                <a:gd name="connsiteY291" fmla="*/ 149891 h 1951613"/>
                <a:gd name="connsiteX292" fmla="*/ 713246 w 1765612"/>
                <a:gd name="connsiteY292" fmla="*/ 138134 h 1951613"/>
                <a:gd name="connsiteX293" fmla="*/ 731905 w 1765612"/>
                <a:gd name="connsiteY293" fmla="*/ 90039 h 1951613"/>
                <a:gd name="connsiteX294" fmla="*/ 756054 w 1765612"/>
                <a:gd name="connsiteY294" fmla="*/ 110286 h 1951613"/>
                <a:gd name="connsiteX295" fmla="*/ 821562 w 1765612"/>
                <a:gd name="connsiteY295" fmla="*/ 132123 h 1951613"/>
                <a:gd name="connsiteX296" fmla="*/ 820520 w 1765612"/>
                <a:gd name="connsiteY296" fmla="*/ 159437 h 1951613"/>
                <a:gd name="connsiteX297" fmla="*/ 877029 w 1765612"/>
                <a:gd name="connsiteY297" fmla="*/ 155776 h 1951613"/>
                <a:gd name="connsiteX298" fmla="*/ 890591 w 1765612"/>
                <a:gd name="connsiteY298" fmla="*/ 155382 h 1951613"/>
                <a:gd name="connsiteX299" fmla="*/ 906123 w 1765612"/>
                <a:gd name="connsiteY299" fmla="*/ 174448 h 1951613"/>
                <a:gd name="connsiteX300" fmla="*/ 965746 w 1765612"/>
                <a:gd name="connsiteY300" fmla="*/ 147260 h 1951613"/>
                <a:gd name="connsiteX301" fmla="*/ 1001259 w 1765612"/>
                <a:gd name="connsiteY301" fmla="*/ 163784 h 1951613"/>
                <a:gd name="connsiteX302" fmla="*/ 1045744 w 1765612"/>
                <a:gd name="connsiteY302" fmla="*/ 122476 h 1951613"/>
                <a:gd name="connsiteX303" fmla="*/ 1044028 w 1765612"/>
                <a:gd name="connsiteY303" fmla="*/ 104046 h 1951613"/>
                <a:gd name="connsiteX304" fmla="*/ 1038169 w 1765612"/>
                <a:gd name="connsiteY304" fmla="*/ 93992 h 1951613"/>
                <a:gd name="connsiteX305" fmla="*/ 1023388 w 1765612"/>
                <a:gd name="connsiteY305" fmla="*/ 99356 h 1951613"/>
                <a:gd name="connsiteX306" fmla="*/ 1017528 w 1765612"/>
                <a:gd name="connsiteY306" fmla="*/ 90458 h 1951613"/>
                <a:gd name="connsiteX307" fmla="*/ 1036327 w 1765612"/>
                <a:gd name="connsiteY307" fmla="*/ 69144 h 1951613"/>
                <a:gd name="connsiteX308" fmla="*/ 1008262 w 1765612"/>
                <a:gd name="connsiteY308" fmla="*/ 49023 h 1951613"/>
                <a:gd name="connsiteX309" fmla="*/ 991612 w 1765612"/>
                <a:gd name="connsiteY309" fmla="*/ 67301 h 1951613"/>
                <a:gd name="connsiteX310" fmla="*/ 960828 w 1765612"/>
                <a:gd name="connsiteY310" fmla="*/ 56726 h 1951613"/>
                <a:gd name="connsiteX311" fmla="*/ 988091 w 1765612"/>
                <a:gd name="connsiteY311" fmla="*/ 28356 h 1951613"/>
                <a:gd name="connsiteX312" fmla="*/ 1079833 w 1765612"/>
                <a:gd name="connsiteY312" fmla="*/ 0 h 1951613"/>
                <a:gd name="connsiteX313" fmla="*/ 1089354 w 1765612"/>
                <a:gd name="connsiteY313" fmla="*/ 33047 h 1951613"/>
                <a:gd name="connsiteX314" fmla="*/ 1110897 w 1765612"/>
                <a:gd name="connsiteY314" fmla="*/ 40368 h 195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Lst>
              <a:rect l="l" t="t" r="r" b="b"/>
              <a:pathLst>
                <a:path w="1765612" h="1951613">
                  <a:moveTo>
                    <a:pt x="1279613" y="284276"/>
                  </a:moveTo>
                  <a:lnTo>
                    <a:pt x="1263432" y="366346"/>
                  </a:lnTo>
                  <a:lnTo>
                    <a:pt x="1206668" y="387127"/>
                  </a:lnTo>
                  <a:lnTo>
                    <a:pt x="1153934" y="367541"/>
                  </a:lnTo>
                  <a:lnTo>
                    <a:pt x="1137411" y="374214"/>
                  </a:lnTo>
                  <a:lnTo>
                    <a:pt x="1090307" y="393432"/>
                  </a:lnTo>
                  <a:lnTo>
                    <a:pt x="1060933" y="391462"/>
                  </a:lnTo>
                  <a:lnTo>
                    <a:pt x="998158" y="403358"/>
                  </a:lnTo>
                  <a:lnTo>
                    <a:pt x="873661" y="403231"/>
                  </a:lnTo>
                  <a:lnTo>
                    <a:pt x="873394" y="432770"/>
                  </a:lnTo>
                  <a:lnTo>
                    <a:pt x="846703" y="443751"/>
                  </a:lnTo>
                  <a:lnTo>
                    <a:pt x="851787" y="477599"/>
                  </a:lnTo>
                  <a:lnTo>
                    <a:pt x="830777" y="508179"/>
                  </a:lnTo>
                  <a:lnTo>
                    <a:pt x="792532" y="510543"/>
                  </a:lnTo>
                  <a:lnTo>
                    <a:pt x="809055" y="553542"/>
                  </a:lnTo>
                  <a:lnTo>
                    <a:pt x="825235" y="579687"/>
                  </a:lnTo>
                  <a:lnTo>
                    <a:pt x="861917" y="568832"/>
                  </a:lnTo>
                  <a:lnTo>
                    <a:pt x="879914" y="599667"/>
                  </a:lnTo>
                  <a:lnTo>
                    <a:pt x="832810" y="633794"/>
                  </a:lnTo>
                  <a:lnTo>
                    <a:pt x="849779" y="672357"/>
                  </a:lnTo>
                  <a:lnTo>
                    <a:pt x="864128" y="716843"/>
                  </a:lnTo>
                  <a:lnTo>
                    <a:pt x="828629" y="766781"/>
                  </a:lnTo>
                  <a:lnTo>
                    <a:pt x="850808" y="779186"/>
                  </a:lnTo>
                  <a:lnTo>
                    <a:pt x="885266" y="798137"/>
                  </a:lnTo>
                  <a:lnTo>
                    <a:pt x="932649" y="803488"/>
                  </a:lnTo>
                  <a:lnTo>
                    <a:pt x="966052" y="782199"/>
                  </a:lnTo>
                  <a:lnTo>
                    <a:pt x="989159" y="799993"/>
                  </a:lnTo>
                  <a:lnTo>
                    <a:pt x="1014211" y="819211"/>
                  </a:lnTo>
                  <a:lnTo>
                    <a:pt x="1037305" y="814368"/>
                  </a:lnTo>
                  <a:lnTo>
                    <a:pt x="1065878" y="851495"/>
                  </a:lnTo>
                  <a:lnTo>
                    <a:pt x="1106728" y="840640"/>
                  </a:lnTo>
                  <a:lnTo>
                    <a:pt x="1163746" y="867179"/>
                  </a:lnTo>
                  <a:lnTo>
                    <a:pt x="1187768" y="884973"/>
                  </a:lnTo>
                  <a:lnTo>
                    <a:pt x="1225734" y="874399"/>
                  </a:lnTo>
                  <a:lnTo>
                    <a:pt x="1366436" y="765091"/>
                  </a:lnTo>
                  <a:lnTo>
                    <a:pt x="1392911" y="731243"/>
                  </a:lnTo>
                  <a:lnTo>
                    <a:pt x="1394182" y="697002"/>
                  </a:lnTo>
                  <a:lnTo>
                    <a:pt x="1413375" y="664464"/>
                  </a:lnTo>
                  <a:lnTo>
                    <a:pt x="1416387" y="638955"/>
                  </a:lnTo>
                  <a:lnTo>
                    <a:pt x="1420289" y="606950"/>
                  </a:lnTo>
                  <a:lnTo>
                    <a:pt x="1424598" y="570752"/>
                  </a:lnTo>
                  <a:lnTo>
                    <a:pt x="1424089" y="540425"/>
                  </a:lnTo>
                  <a:lnTo>
                    <a:pt x="1422373" y="519771"/>
                  </a:lnTo>
                  <a:lnTo>
                    <a:pt x="1430470" y="404489"/>
                  </a:lnTo>
                  <a:lnTo>
                    <a:pt x="1432707" y="399520"/>
                  </a:lnTo>
                  <a:lnTo>
                    <a:pt x="1526267" y="391284"/>
                  </a:lnTo>
                  <a:lnTo>
                    <a:pt x="1549615" y="378726"/>
                  </a:lnTo>
                  <a:lnTo>
                    <a:pt x="1580819" y="352734"/>
                  </a:lnTo>
                  <a:lnTo>
                    <a:pt x="1580946" y="350369"/>
                  </a:lnTo>
                  <a:lnTo>
                    <a:pt x="1624580" y="335765"/>
                  </a:lnTo>
                  <a:lnTo>
                    <a:pt x="1590262" y="303088"/>
                  </a:lnTo>
                  <a:lnTo>
                    <a:pt x="1639197" y="286374"/>
                  </a:lnTo>
                  <a:lnTo>
                    <a:pt x="1645552" y="266762"/>
                  </a:lnTo>
                  <a:lnTo>
                    <a:pt x="1665520" y="260407"/>
                  </a:lnTo>
                  <a:lnTo>
                    <a:pt x="1672955" y="257521"/>
                  </a:lnTo>
                  <a:lnTo>
                    <a:pt x="1589068" y="206541"/>
                  </a:lnTo>
                  <a:lnTo>
                    <a:pt x="1589335" y="202372"/>
                  </a:lnTo>
                  <a:lnTo>
                    <a:pt x="1570536" y="192699"/>
                  </a:lnTo>
                  <a:lnTo>
                    <a:pt x="1534007" y="192699"/>
                  </a:lnTo>
                  <a:lnTo>
                    <a:pt x="1515603" y="189573"/>
                  </a:lnTo>
                  <a:lnTo>
                    <a:pt x="1501507" y="190475"/>
                  </a:lnTo>
                  <a:lnTo>
                    <a:pt x="1498495" y="174537"/>
                  </a:lnTo>
                  <a:lnTo>
                    <a:pt x="1474345" y="179760"/>
                  </a:lnTo>
                  <a:lnTo>
                    <a:pt x="1463262" y="192305"/>
                  </a:lnTo>
                  <a:lnTo>
                    <a:pt x="1462347" y="203541"/>
                  </a:lnTo>
                  <a:lnTo>
                    <a:pt x="1458534" y="228784"/>
                  </a:lnTo>
                  <a:lnTo>
                    <a:pt x="1427089" y="235444"/>
                  </a:lnTo>
                  <a:lnTo>
                    <a:pt x="1393013" y="260661"/>
                  </a:lnTo>
                  <a:lnTo>
                    <a:pt x="1346163" y="271897"/>
                  </a:lnTo>
                  <a:lnTo>
                    <a:pt x="1314718" y="293339"/>
                  </a:lnTo>
                  <a:close/>
                  <a:moveTo>
                    <a:pt x="1081333" y="73185"/>
                  </a:moveTo>
                  <a:lnTo>
                    <a:pt x="1078715" y="91221"/>
                  </a:lnTo>
                  <a:lnTo>
                    <a:pt x="1133013" y="87306"/>
                  </a:lnTo>
                  <a:lnTo>
                    <a:pt x="1152586" y="92797"/>
                  </a:lnTo>
                  <a:lnTo>
                    <a:pt x="1138491" y="113578"/>
                  </a:lnTo>
                  <a:lnTo>
                    <a:pt x="1137843" y="135796"/>
                  </a:lnTo>
                  <a:lnTo>
                    <a:pt x="1151404" y="135796"/>
                  </a:lnTo>
                  <a:lnTo>
                    <a:pt x="1184451" y="147044"/>
                  </a:lnTo>
                  <a:lnTo>
                    <a:pt x="1188505" y="159055"/>
                  </a:lnTo>
                  <a:lnTo>
                    <a:pt x="1204686" y="156170"/>
                  </a:lnTo>
                  <a:lnTo>
                    <a:pt x="1224005" y="109778"/>
                  </a:lnTo>
                  <a:lnTo>
                    <a:pt x="1239525" y="95657"/>
                  </a:lnTo>
                  <a:lnTo>
                    <a:pt x="1248015" y="100500"/>
                  </a:lnTo>
                  <a:lnTo>
                    <a:pt x="1276079" y="69525"/>
                  </a:lnTo>
                  <a:lnTo>
                    <a:pt x="1304041" y="84294"/>
                  </a:lnTo>
                  <a:lnTo>
                    <a:pt x="1304969" y="111481"/>
                  </a:lnTo>
                  <a:lnTo>
                    <a:pt x="1335245" y="134220"/>
                  </a:lnTo>
                  <a:lnTo>
                    <a:pt x="1359255" y="118675"/>
                  </a:lnTo>
                  <a:lnTo>
                    <a:pt x="1371011" y="141147"/>
                  </a:lnTo>
                  <a:lnTo>
                    <a:pt x="1401923" y="147299"/>
                  </a:lnTo>
                  <a:lnTo>
                    <a:pt x="1430381" y="146117"/>
                  </a:lnTo>
                  <a:lnTo>
                    <a:pt x="1467965" y="139456"/>
                  </a:lnTo>
                  <a:lnTo>
                    <a:pt x="1493017" y="128335"/>
                  </a:lnTo>
                  <a:lnTo>
                    <a:pt x="1515895" y="88476"/>
                  </a:lnTo>
                  <a:lnTo>
                    <a:pt x="1529202" y="80850"/>
                  </a:lnTo>
                  <a:lnTo>
                    <a:pt x="1538989" y="104503"/>
                  </a:lnTo>
                  <a:lnTo>
                    <a:pt x="1577883" y="140575"/>
                  </a:lnTo>
                  <a:lnTo>
                    <a:pt x="1599490" y="186192"/>
                  </a:lnTo>
                  <a:lnTo>
                    <a:pt x="1616445" y="193373"/>
                  </a:lnTo>
                  <a:lnTo>
                    <a:pt x="1623373" y="185531"/>
                  </a:lnTo>
                  <a:lnTo>
                    <a:pt x="1625063" y="170762"/>
                  </a:lnTo>
                  <a:lnTo>
                    <a:pt x="1633960" y="167762"/>
                  </a:lnTo>
                  <a:lnTo>
                    <a:pt x="1644001" y="189064"/>
                  </a:lnTo>
                  <a:lnTo>
                    <a:pt x="1656712" y="205588"/>
                  </a:lnTo>
                  <a:lnTo>
                    <a:pt x="1694842" y="206859"/>
                  </a:lnTo>
                  <a:lnTo>
                    <a:pt x="1725245" y="214701"/>
                  </a:lnTo>
                  <a:lnTo>
                    <a:pt x="1731905" y="229076"/>
                  </a:lnTo>
                  <a:lnTo>
                    <a:pt x="1715458" y="247760"/>
                  </a:lnTo>
                  <a:lnTo>
                    <a:pt x="1702748" y="271909"/>
                  </a:lnTo>
                  <a:lnTo>
                    <a:pt x="1713717" y="299096"/>
                  </a:lnTo>
                  <a:lnTo>
                    <a:pt x="1718013" y="326017"/>
                  </a:lnTo>
                  <a:lnTo>
                    <a:pt x="1719855" y="361605"/>
                  </a:lnTo>
                  <a:lnTo>
                    <a:pt x="1765613" y="400028"/>
                  </a:lnTo>
                  <a:lnTo>
                    <a:pt x="1764341" y="433227"/>
                  </a:lnTo>
                  <a:lnTo>
                    <a:pt x="1735159" y="466681"/>
                  </a:lnTo>
                  <a:lnTo>
                    <a:pt x="1668202" y="477535"/>
                  </a:lnTo>
                  <a:lnTo>
                    <a:pt x="1628012" y="529647"/>
                  </a:lnTo>
                  <a:lnTo>
                    <a:pt x="1619115" y="545064"/>
                  </a:lnTo>
                  <a:lnTo>
                    <a:pt x="1604370" y="610166"/>
                  </a:lnTo>
                  <a:lnTo>
                    <a:pt x="1596541" y="628469"/>
                  </a:lnTo>
                  <a:lnTo>
                    <a:pt x="1586615" y="643225"/>
                  </a:lnTo>
                  <a:lnTo>
                    <a:pt x="1553568" y="668061"/>
                  </a:lnTo>
                  <a:lnTo>
                    <a:pt x="1536460" y="683479"/>
                  </a:lnTo>
                  <a:lnTo>
                    <a:pt x="1531770" y="694740"/>
                  </a:lnTo>
                  <a:lnTo>
                    <a:pt x="1524589" y="723605"/>
                  </a:lnTo>
                  <a:lnTo>
                    <a:pt x="1519899" y="734853"/>
                  </a:lnTo>
                  <a:lnTo>
                    <a:pt x="1511281" y="743877"/>
                  </a:lnTo>
                  <a:lnTo>
                    <a:pt x="1491581" y="759689"/>
                  </a:lnTo>
                  <a:lnTo>
                    <a:pt x="1485708" y="771458"/>
                  </a:lnTo>
                  <a:lnTo>
                    <a:pt x="1486229" y="789888"/>
                  </a:lnTo>
                  <a:lnTo>
                    <a:pt x="1482048" y="807009"/>
                  </a:lnTo>
                  <a:lnTo>
                    <a:pt x="1469909" y="842953"/>
                  </a:lnTo>
                  <a:lnTo>
                    <a:pt x="1453386" y="876140"/>
                  </a:lnTo>
                  <a:lnTo>
                    <a:pt x="1435490" y="908169"/>
                  </a:lnTo>
                  <a:lnTo>
                    <a:pt x="1431982" y="919278"/>
                  </a:lnTo>
                  <a:lnTo>
                    <a:pt x="1428462" y="941369"/>
                  </a:lnTo>
                  <a:lnTo>
                    <a:pt x="1424280" y="956150"/>
                  </a:lnTo>
                  <a:lnTo>
                    <a:pt x="1410438" y="986464"/>
                  </a:lnTo>
                  <a:lnTo>
                    <a:pt x="1405749" y="1009737"/>
                  </a:lnTo>
                  <a:lnTo>
                    <a:pt x="1406002" y="1057438"/>
                  </a:lnTo>
                  <a:lnTo>
                    <a:pt x="1423225" y="1109194"/>
                  </a:lnTo>
                  <a:lnTo>
                    <a:pt x="1439291" y="1138084"/>
                  </a:lnTo>
                  <a:lnTo>
                    <a:pt x="1455598" y="1172580"/>
                  </a:lnTo>
                  <a:lnTo>
                    <a:pt x="1465384" y="1211664"/>
                  </a:lnTo>
                  <a:lnTo>
                    <a:pt x="1469553" y="1231924"/>
                  </a:lnTo>
                  <a:lnTo>
                    <a:pt x="1476227" y="1264208"/>
                  </a:lnTo>
                  <a:lnTo>
                    <a:pt x="1476862" y="1289031"/>
                  </a:lnTo>
                  <a:lnTo>
                    <a:pt x="1464470" y="1321582"/>
                  </a:lnTo>
                  <a:lnTo>
                    <a:pt x="1423110" y="1355823"/>
                  </a:lnTo>
                  <a:lnTo>
                    <a:pt x="1398834" y="1372944"/>
                  </a:lnTo>
                  <a:lnTo>
                    <a:pt x="1384078" y="1390738"/>
                  </a:lnTo>
                  <a:lnTo>
                    <a:pt x="1392034" y="1423276"/>
                  </a:lnTo>
                  <a:lnTo>
                    <a:pt x="1395173" y="1430978"/>
                  </a:lnTo>
                  <a:lnTo>
                    <a:pt x="1411697" y="1456602"/>
                  </a:lnTo>
                  <a:lnTo>
                    <a:pt x="1425398" y="1476455"/>
                  </a:lnTo>
                  <a:lnTo>
                    <a:pt x="1465219" y="1545218"/>
                  </a:lnTo>
                  <a:lnTo>
                    <a:pt x="1539587" y="1643239"/>
                  </a:lnTo>
                  <a:lnTo>
                    <a:pt x="1495750" y="1656584"/>
                  </a:lnTo>
                  <a:lnTo>
                    <a:pt x="1486217" y="1707285"/>
                  </a:lnTo>
                  <a:lnTo>
                    <a:pt x="1447591" y="1714225"/>
                  </a:lnTo>
                  <a:lnTo>
                    <a:pt x="1442367" y="1740916"/>
                  </a:lnTo>
                  <a:lnTo>
                    <a:pt x="1410006" y="1845344"/>
                  </a:lnTo>
                  <a:lnTo>
                    <a:pt x="1384420" y="1876064"/>
                  </a:lnTo>
                  <a:lnTo>
                    <a:pt x="1386772" y="1903251"/>
                  </a:lnTo>
                  <a:lnTo>
                    <a:pt x="1371901" y="1919203"/>
                  </a:lnTo>
                  <a:lnTo>
                    <a:pt x="1346188" y="1951614"/>
                  </a:lnTo>
                  <a:lnTo>
                    <a:pt x="1337838" y="1943898"/>
                  </a:lnTo>
                  <a:lnTo>
                    <a:pt x="1278583" y="1888876"/>
                  </a:lnTo>
                  <a:lnTo>
                    <a:pt x="1197936" y="1886779"/>
                  </a:lnTo>
                  <a:lnTo>
                    <a:pt x="1130077" y="1878822"/>
                  </a:lnTo>
                  <a:lnTo>
                    <a:pt x="1031153" y="1858295"/>
                  </a:lnTo>
                  <a:lnTo>
                    <a:pt x="975050" y="1862108"/>
                  </a:lnTo>
                  <a:lnTo>
                    <a:pt x="939678" y="1838327"/>
                  </a:lnTo>
                  <a:lnTo>
                    <a:pt x="946859" y="1806056"/>
                  </a:lnTo>
                  <a:lnTo>
                    <a:pt x="910000" y="1740828"/>
                  </a:lnTo>
                  <a:lnTo>
                    <a:pt x="931149" y="1672332"/>
                  </a:lnTo>
                  <a:lnTo>
                    <a:pt x="938776" y="1593262"/>
                  </a:lnTo>
                  <a:lnTo>
                    <a:pt x="903276" y="1500986"/>
                  </a:lnTo>
                  <a:lnTo>
                    <a:pt x="872771" y="1491313"/>
                  </a:lnTo>
                  <a:lnTo>
                    <a:pt x="827231" y="1479671"/>
                  </a:lnTo>
                  <a:lnTo>
                    <a:pt x="793027" y="1514446"/>
                  </a:lnTo>
                  <a:lnTo>
                    <a:pt x="743458" y="1502943"/>
                  </a:lnTo>
                  <a:lnTo>
                    <a:pt x="705874" y="1476938"/>
                  </a:lnTo>
                  <a:lnTo>
                    <a:pt x="791223" y="1408456"/>
                  </a:lnTo>
                  <a:lnTo>
                    <a:pt x="814978" y="1391449"/>
                  </a:lnTo>
                  <a:lnTo>
                    <a:pt x="810796" y="1338918"/>
                  </a:lnTo>
                  <a:lnTo>
                    <a:pt x="803361" y="1244278"/>
                  </a:lnTo>
                  <a:lnTo>
                    <a:pt x="845889" y="1251218"/>
                  </a:lnTo>
                  <a:lnTo>
                    <a:pt x="858599" y="1244863"/>
                  </a:lnTo>
                  <a:lnTo>
                    <a:pt x="868641" y="1248905"/>
                  </a:lnTo>
                  <a:lnTo>
                    <a:pt x="872161" y="1254802"/>
                  </a:lnTo>
                  <a:lnTo>
                    <a:pt x="927629" y="1249171"/>
                  </a:lnTo>
                  <a:lnTo>
                    <a:pt x="940809" y="1240020"/>
                  </a:lnTo>
                  <a:lnTo>
                    <a:pt x="985180" y="1248650"/>
                  </a:lnTo>
                  <a:lnTo>
                    <a:pt x="999403" y="1247214"/>
                  </a:lnTo>
                  <a:lnTo>
                    <a:pt x="1015075" y="1240287"/>
                  </a:lnTo>
                  <a:lnTo>
                    <a:pt x="1027213" y="1235978"/>
                  </a:lnTo>
                  <a:lnTo>
                    <a:pt x="1027975" y="1224082"/>
                  </a:lnTo>
                  <a:lnTo>
                    <a:pt x="1034331" y="1207876"/>
                  </a:lnTo>
                  <a:lnTo>
                    <a:pt x="1030149" y="1202639"/>
                  </a:lnTo>
                  <a:lnTo>
                    <a:pt x="982651" y="1202258"/>
                  </a:lnTo>
                  <a:lnTo>
                    <a:pt x="970779" y="1205245"/>
                  </a:lnTo>
                  <a:lnTo>
                    <a:pt x="930832" y="1200428"/>
                  </a:lnTo>
                  <a:lnTo>
                    <a:pt x="856718" y="1206567"/>
                  </a:lnTo>
                  <a:lnTo>
                    <a:pt x="842190" y="1206414"/>
                  </a:lnTo>
                  <a:lnTo>
                    <a:pt x="803171" y="1195179"/>
                  </a:lnTo>
                  <a:lnTo>
                    <a:pt x="745873" y="1195700"/>
                  </a:lnTo>
                  <a:lnTo>
                    <a:pt x="737649" y="1190349"/>
                  </a:lnTo>
                  <a:lnTo>
                    <a:pt x="725905" y="1189167"/>
                  </a:lnTo>
                  <a:lnTo>
                    <a:pt x="719893" y="1194009"/>
                  </a:lnTo>
                  <a:lnTo>
                    <a:pt x="714034" y="1192166"/>
                  </a:lnTo>
                  <a:lnTo>
                    <a:pt x="709852" y="1185125"/>
                  </a:lnTo>
                  <a:lnTo>
                    <a:pt x="686884" y="1185633"/>
                  </a:lnTo>
                  <a:lnTo>
                    <a:pt x="672903" y="1179888"/>
                  </a:lnTo>
                  <a:lnTo>
                    <a:pt x="648894" y="1180409"/>
                  </a:lnTo>
                  <a:lnTo>
                    <a:pt x="642373" y="1190577"/>
                  </a:lnTo>
                  <a:lnTo>
                    <a:pt x="634010" y="1194225"/>
                  </a:lnTo>
                  <a:lnTo>
                    <a:pt x="623842" y="1192662"/>
                  </a:lnTo>
                  <a:lnTo>
                    <a:pt x="620029" y="1194098"/>
                  </a:lnTo>
                  <a:lnTo>
                    <a:pt x="620296" y="1198534"/>
                  </a:lnTo>
                  <a:lnTo>
                    <a:pt x="593795" y="1208079"/>
                  </a:lnTo>
                  <a:lnTo>
                    <a:pt x="557126" y="1209134"/>
                  </a:lnTo>
                  <a:lnTo>
                    <a:pt x="520978" y="1175008"/>
                  </a:lnTo>
                  <a:lnTo>
                    <a:pt x="433418" y="1086138"/>
                  </a:lnTo>
                  <a:lnTo>
                    <a:pt x="426504" y="1082998"/>
                  </a:lnTo>
                  <a:lnTo>
                    <a:pt x="377556" y="1053765"/>
                  </a:lnTo>
                  <a:lnTo>
                    <a:pt x="356292" y="1067378"/>
                  </a:lnTo>
                  <a:lnTo>
                    <a:pt x="338803" y="1053117"/>
                  </a:lnTo>
                  <a:lnTo>
                    <a:pt x="329397" y="1006979"/>
                  </a:lnTo>
                  <a:lnTo>
                    <a:pt x="362024" y="966204"/>
                  </a:lnTo>
                  <a:lnTo>
                    <a:pt x="359152" y="955617"/>
                  </a:lnTo>
                  <a:lnTo>
                    <a:pt x="352632" y="951422"/>
                  </a:lnTo>
                  <a:lnTo>
                    <a:pt x="345006" y="952693"/>
                  </a:lnTo>
                  <a:lnTo>
                    <a:pt x="326614" y="956227"/>
                  </a:lnTo>
                  <a:lnTo>
                    <a:pt x="295283" y="951638"/>
                  </a:lnTo>
                  <a:lnTo>
                    <a:pt x="304676" y="938928"/>
                  </a:lnTo>
                  <a:lnTo>
                    <a:pt x="305451" y="932649"/>
                  </a:lnTo>
                  <a:lnTo>
                    <a:pt x="248561" y="930679"/>
                  </a:lnTo>
                  <a:lnTo>
                    <a:pt x="244506" y="938928"/>
                  </a:lnTo>
                  <a:lnTo>
                    <a:pt x="227423" y="941407"/>
                  </a:lnTo>
                  <a:lnTo>
                    <a:pt x="201584" y="952846"/>
                  </a:lnTo>
                  <a:lnTo>
                    <a:pt x="177167" y="961476"/>
                  </a:lnTo>
                  <a:lnTo>
                    <a:pt x="166211" y="961476"/>
                  </a:lnTo>
                  <a:lnTo>
                    <a:pt x="160606" y="954930"/>
                  </a:lnTo>
                  <a:lnTo>
                    <a:pt x="141159" y="952846"/>
                  </a:lnTo>
                  <a:lnTo>
                    <a:pt x="127852" y="942512"/>
                  </a:lnTo>
                  <a:lnTo>
                    <a:pt x="109320" y="944216"/>
                  </a:lnTo>
                  <a:lnTo>
                    <a:pt x="105927" y="951397"/>
                  </a:lnTo>
                  <a:lnTo>
                    <a:pt x="107490" y="959519"/>
                  </a:lnTo>
                  <a:lnTo>
                    <a:pt x="97449" y="962912"/>
                  </a:lnTo>
                  <a:lnTo>
                    <a:pt x="75257" y="958985"/>
                  </a:lnTo>
                  <a:lnTo>
                    <a:pt x="61428" y="944737"/>
                  </a:lnTo>
                  <a:lnTo>
                    <a:pt x="41855" y="942767"/>
                  </a:lnTo>
                  <a:lnTo>
                    <a:pt x="32322" y="929446"/>
                  </a:lnTo>
                  <a:lnTo>
                    <a:pt x="44320" y="921820"/>
                  </a:lnTo>
                  <a:lnTo>
                    <a:pt x="38969" y="901840"/>
                  </a:lnTo>
                  <a:lnTo>
                    <a:pt x="17362" y="898955"/>
                  </a:lnTo>
                  <a:lnTo>
                    <a:pt x="7842" y="895815"/>
                  </a:lnTo>
                  <a:lnTo>
                    <a:pt x="0" y="897391"/>
                  </a:lnTo>
                  <a:lnTo>
                    <a:pt x="25318" y="867713"/>
                  </a:lnTo>
                  <a:lnTo>
                    <a:pt x="64339" y="859489"/>
                  </a:lnTo>
                  <a:lnTo>
                    <a:pt x="149497" y="873331"/>
                  </a:lnTo>
                  <a:lnTo>
                    <a:pt x="179493" y="850605"/>
                  </a:lnTo>
                  <a:lnTo>
                    <a:pt x="281417" y="825502"/>
                  </a:lnTo>
                  <a:lnTo>
                    <a:pt x="306087" y="764493"/>
                  </a:lnTo>
                  <a:lnTo>
                    <a:pt x="280667" y="747118"/>
                  </a:lnTo>
                  <a:lnTo>
                    <a:pt x="322305" y="693392"/>
                  </a:lnTo>
                  <a:lnTo>
                    <a:pt x="358580" y="685169"/>
                  </a:lnTo>
                  <a:lnTo>
                    <a:pt x="377900" y="648182"/>
                  </a:lnTo>
                  <a:lnTo>
                    <a:pt x="352479" y="568705"/>
                  </a:lnTo>
                  <a:lnTo>
                    <a:pt x="290898" y="481399"/>
                  </a:lnTo>
                  <a:lnTo>
                    <a:pt x="346365" y="434371"/>
                  </a:lnTo>
                  <a:lnTo>
                    <a:pt x="355746" y="376324"/>
                  </a:lnTo>
                  <a:lnTo>
                    <a:pt x="383416" y="366397"/>
                  </a:lnTo>
                  <a:lnTo>
                    <a:pt x="375790" y="320399"/>
                  </a:lnTo>
                  <a:lnTo>
                    <a:pt x="399799" y="302490"/>
                  </a:lnTo>
                  <a:lnTo>
                    <a:pt x="425627" y="306786"/>
                  </a:lnTo>
                  <a:lnTo>
                    <a:pt x="445455" y="282383"/>
                  </a:lnTo>
                  <a:lnTo>
                    <a:pt x="470265" y="300024"/>
                  </a:lnTo>
                  <a:lnTo>
                    <a:pt x="477815" y="281862"/>
                  </a:lnTo>
                  <a:lnTo>
                    <a:pt x="506400" y="274426"/>
                  </a:lnTo>
                  <a:lnTo>
                    <a:pt x="527537" y="266444"/>
                  </a:lnTo>
                  <a:lnTo>
                    <a:pt x="488262" y="245015"/>
                  </a:lnTo>
                  <a:lnTo>
                    <a:pt x="453945" y="237160"/>
                  </a:lnTo>
                  <a:lnTo>
                    <a:pt x="456029" y="217167"/>
                  </a:lnTo>
                  <a:lnTo>
                    <a:pt x="419742" y="194288"/>
                  </a:lnTo>
                  <a:lnTo>
                    <a:pt x="423008" y="140041"/>
                  </a:lnTo>
                  <a:lnTo>
                    <a:pt x="482644" y="119705"/>
                  </a:lnTo>
                  <a:lnTo>
                    <a:pt x="510836" y="144273"/>
                  </a:lnTo>
                  <a:lnTo>
                    <a:pt x="560304" y="120226"/>
                  </a:lnTo>
                  <a:lnTo>
                    <a:pt x="582356" y="156691"/>
                  </a:lnTo>
                  <a:lnTo>
                    <a:pt x="658693" y="149891"/>
                  </a:lnTo>
                  <a:lnTo>
                    <a:pt x="713246" y="138134"/>
                  </a:lnTo>
                  <a:lnTo>
                    <a:pt x="731905" y="90039"/>
                  </a:lnTo>
                  <a:lnTo>
                    <a:pt x="756054" y="110286"/>
                  </a:lnTo>
                  <a:lnTo>
                    <a:pt x="821562" y="132123"/>
                  </a:lnTo>
                  <a:lnTo>
                    <a:pt x="820520" y="159437"/>
                  </a:lnTo>
                  <a:lnTo>
                    <a:pt x="877029" y="155776"/>
                  </a:lnTo>
                  <a:lnTo>
                    <a:pt x="890591" y="155382"/>
                  </a:lnTo>
                  <a:lnTo>
                    <a:pt x="906123" y="174448"/>
                  </a:lnTo>
                  <a:lnTo>
                    <a:pt x="965746" y="147260"/>
                  </a:lnTo>
                  <a:lnTo>
                    <a:pt x="1001259" y="163784"/>
                  </a:lnTo>
                  <a:lnTo>
                    <a:pt x="1045744" y="122476"/>
                  </a:lnTo>
                  <a:lnTo>
                    <a:pt x="1044028" y="104046"/>
                  </a:lnTo>
                  <a:lnTo>
                    <a:pt x="1038169" y="93992"/>
                  </a:lnTo>
                  <a:lnTo>
                    <a:pt x="1023388" y="99356"/>
                  </a:lnTo>
                  <a:lnTo>
                    <a:pt x="1017528" y="90458"/>
                  </a:lnTo>
                  <a:lnTo>
                    <a:pt x="1036327" y="69144"/>
                  </a:lnTo>
                  <a:lnTo>
                    <a:pt x="1008262" y="49023"/>
                  </a:lnTo>
                  <a:lnTo>
                    <a:pt x="991612" y="67301"/>
                  </a:lnTo>
                  <a:lnTo>
                    <a:pt x="960828" y="56726"/>
                  </a:lnTo>
                  <a:lnTo>
                    <a:pt x="988091" y="28356"/>
                  </a:lnTo>
                  <a:lnTo>
                    <a:pt x="1079833" y="0"/>
                  </a:lnTo>
                  <a:lnTo>
                    <a:pt x="1089354" y="33047"/>
                  </a:lnTo>
                  <a:lnTo>
                    <a:pt x="1110897" y="40368"/>
                  </a:lnTo>
                  <a:close/>
                </a:path>
              </a:pathLst>
            </a:custGeom>
            <a:noFill/>
            <a:ln w="3810" cap="flat">
              <a:solidFill>
                <a:srgbClr val="E6E4E2"/>
              </a:solidFill>
              <a:prstDash val="solid"/>
              <a:miter/>
            </a:ln>
          </p:spPr>
          <p:txBody>
            <a:bodyPr rtlCol="0" anchor="ctr"/>
            <a:lstStyle/>
            <a:p>
              <a:endParaRPr lang="de-CH"/>
            </a:p>
          </p:txBody>
        </p:sp>
        <p:sp>
          <p:nvSpPr>
            <p:cNvPr id="116" name="Freihandform: Form 115">
              <a:extLst>
                <a:ext uri="{FF2B5EF4-FFF2-40B4-BE49-F238E27FC236}">
                  <a16:creationId xmlns:a16="http://schemas.microsoft.com/office/drawing/2014/main" id="{184E70FD-B0B7-0434-C1AA-079A556A903C}"/>
                </a:ext>
              </a:extLst>
            </p:cNvPr>
            <p:cNvSpPr/>
            <p:nvPr/>
          </p:nvSpPr>
          <p:spPr>
            <a:xfrm>
              <a:off x="7015922" y="2657288"/>
              <a:ext cx="3780078" cy="2693126"/>
            </a:xfrm>
            <a:custGeom>
              <a:avLst/>
              <a:gdLst>
                <a:gd name="connsiteX0" fmla="*/ 2039988 w 3780078"/>
                <a:gd name="connsiteY0" fmla="*/ 12926 h 2693126"/>
                <a:gd name="connsiteX1" fmla="*/ 1999544 w 3780078"/>
                <a:gd name="connsiteY1" fmla="*/ 10575 h 2693126"/>
                <a:gd name="connsiteX2" fmla="*/ 1977479 w 3780078"/>
                <a:gd name="connsiteY2" fmla="*/ 34495 h 2693126"/>
                <a:gd name="connsiteX3" fmla="*/ 1949682 w 3780078"/>
                <a:gd name="connsiteY3" fmla="*/ 31890 h 2693126"/>
                <a:gd name="connsiteX4" fmla="*/ 1940289 w 3780078"/>
                <a:gd name="connsiteY4" fmla="*/ 11236 h 2693126"/>
                <a:gd name="connsiteX5" fmla="*/ 1914182 w 3780078"/>
                <a:gd name="connsiteY5" fmla="*/ 4055 h 2693126"/>
                <a:gd name="connsiteX6" fmla="*/ 1882865 w 3780078"/>
                <a:gd name="connsiteY6" fmla="*/ 23132 h 2693126"/>
                <a:gd name="connsiteX7" fmla="*/ 1822707 w 3780078"/>
                <a:gd name="connsiteY7" fmla="*/ 51489 h 2693126"/>
                <a:gd name="connsiteX8" fmla="*/ 1815665 w 3780078"/>
                <a:gd name="connsiteY8" fmla="*/ 21162 h 2693126"/>
                <a:gd name="connsiteX9" fmla="*/ 1786559 w 3780078"/>
                <a:gd name="connsiteY9" fmla="*/ 3000 h 2693126"/>
                <a:gd name="connsiteX10" fmla="*/ 1768155 w 3780078"/>
                <a:gd name="connsiteY10" fmla="*/ 9800 h 2693126"/>
                <a:gd name="connsiteX11" fmla="*/ 1657614 w 3780078"/>
                <a:gd name="connsiteY11" fmla="*/ 46659 h 2693126"/>
                <a:gd name="connsiteX12" fmla="*/ 1660741 w 3780078"/>
                <a:gd name="connsiteY12" fmla="*/ 54374 h 2693126"/>
                <a:gd name="connsiteX13" fmla="*/ 1677328 w 3780078"/>
                <a:gd name="connsiteY13" fmla="*/ 79985 h 2693126"/>
                <a:gd name="connsiteX14" fmla="*/ 1691029 w 3780078"/>
                <a:gd name="connsiteY14" fmla="*/ 99839 h 2693126"/>
                <a:gd name="connsiteX15" fmla="*/ 1730837 w 3780078"/>
                <a:gd name="connsiteY15" fmla="*/ 168601 h 2693126"/>
                <a:gd name="connsiteX16" fmla="*/ 1805218 w 3780078"/>
                <a:gd name="connsiteY16" fmla="*/ 266622 h 2693126"/>
                <a:gd name="connsiteX17" fmla="*/ 1761393 w 3780078"/>
                <a:gd name="connsiteY17" fmla="*/ 279968 h 2693126"/>
                <a:gd name="connsiteX18" fmla="*/ 1751847 w 3780078"/>
                <a:gd name="connsiteY18" fmla="*/ 330656 h 2693126"/>
                <a:gd name="connsiteX19" fmla="*/ 1713221 w 3780078"/>
                <a:gd name="connsiteY19" fmla="*/ 337608 h 2693126"/>
                <a:gd name="connsiteX20" fmla="*/ 1707997 w 3780078"/>
                <a:gd name="connsiteY20" fmla="*/ 364262 h 2693126"/>
                <a:gd name="connsiteX21" fmla="*/ 1675637 w 3780078"/>
                <a:gd name="connsiteY21" fmla="*/ 468701 h 2693126"/>
                <a:gd name="connsiteX22" fmla="*/ 1650064 w 3780078"/>
                <a:gd name="connsiteY22" fmla="*/ 499397 h 2693126"/>
                <a:gd name="connsiteX23" fmla="*/ 1652403 w 3780078"/>
                <a:gd name="connsiteY23" fmla="*/ 526596 h 2693126"/>
                <a:gd name="connsiteX24" fmla="*/ 1637519 w 3780078"/>
                <a:gd name="connsiteY24" fmla="*/ 542548 h 2693126"/>
                <a:gd name="connsiteX25" fmla="*/ 1611819 w 3780078"/>
                <a:gd name="connsiteY25" fmla="*/ 574959 h 2693126"/>
                <a:gd name="connsiteX26" fmla="*/ 1603468 w 3780078"/>
                <a:gd name="connsiteY26" fmla="*/ 567244 h 2693126"/>
                <a:gd name="connsiteX27" fmla="*/ 1544213 w 3780078"/>
                <a:gd name="connsiteY27" fmla="*/ 512221 h 2693126"/>
                <a:gd name="connsiteX28" fmla="*/ 1463568 w 3780078"/>
                <a:gd name="connsiteY28" fmla="*/ 510124 h 2693126"/>
                <a:gd name="connsiteX29" fmla="*/ 1395708 w 3780078"/>
                <a:gd name="connsiteY29" fmla="*/ 502167 h 2693126"/>
                <a:gd name="connsiteX30" fmla="*/ 1296784 w 3780078"/>
                <a:gd name="connsiteY30" fmla="*/ 481640 h 2693126"/>
                <a:gd name="connsiteX31" fmla="*/ 1240669 w 3780078"/>
                <a:gd name="connsiteY31" fmla="*/ 485415 h 2693126"/>
                <a:gd name="connsiteX32" fmla="*/ 1205322 w 3780078"/>
                <a:gd name="connsiteY32" fmla="*/ 461634 h 2693126"/>
                <a:gd name="connsiteX33" fmla="*/ 1162628 w 3780078"/>
                <a:gd name="connsiteY33" fmla="*/ 489216 h 2693126"/>
                <a:gd name="connsiteX34" fmla="*/ 1133534 w 3780078"/>
                <a:gd name="connsiteY34" fmla="*/ 535748 h 2693126"/>
                <a:gd name="connsiteX35" fmla="*/ 1099865 w 3780078"/>
                <a:gd name="connsiteY35" fmla="*/ 567777 h 2693126"/>
                <a:gd name="connsiteX36" fmla="*/ 1018697 w 3780078"/>
                <a:gd name="connsiteY36" fmla="*/ 568019 h 2693126"/>
                <a:gd name="connsiteX37" fmla="*/ 1004208 w 3780078"/>
                <a:gd name="connsiteY37" fmla="*/ 585534 h 2693126"/>
                <a:gd name="connsiteX38" fmla="*/ 984113 w 3780078"/>
                <a:gd name="connsiteY38" fmla="*/ 620843 h 2693126"/>
                <a:gd name="connsiteX39" fmla="*/ 974974 w 3780078"/>
                <a:gd name="connsiteY39" fmla="*/ 633502 h 2693126"/>
                <a:gd name="connsiteX40" fmla="*/ 928773 w 3780078"/>
                <a:gd name="connsiteY40" fmla="*/ 664223 h 2693126"/>
                <a:gd name="connsiteX41" fmla="*/ 893934 w 3780078"/>
                <a:gd name="connsiteY41" fmla="*/ 604091 h 2693126"/>
                <a:gd name="connsiteX42" fmla="*/ 833789 w 3780078"/>
                <a:gd name="connsiteY42" fmla="*/ 593388 h 2693126"/>
                <a:gd name="connsiteX43" fmla="*/ 808738 w 3780078"/>
                <a:gd name="connsiteY43" fmla="*/ 603048 h 2693126"/>
                <a:gd name="connsiteX44" fmla="*/ 793053 w 3780078"/>
                <a:gd name="connsiteY44" fmla="*/ 623067 h 2693126"/>
                <a:gd name="connsiteX45" fmla="*/ 772971 w 3780078"/>
                <a:gd name="connsiteY45" fmla="*/ 713246 h 2693126"/>
                <a:gd name="connsiteX46" fmla="*/ 722054 w 3780078"/>
                <a:gd name="connsiteY46" fmla="*/ 785656 h 2693126"/>
                <a:gd name="connsiteX47" fmla="*/ 615568 w 3780078"/>
                <a:gd name="connsiteY47" fmla="*/ 803170 h 2693126"/>
                <a:gd name="connsiteX48" fmla="*/ 558016 w 3780078"/>
                <a:gd name="connsiteY48" fmla="*/ 832696 h 2693126"/>
                <a:gd name="connsiteX49" fmla="*/ 529838 w 3780078"/>
                <a:gd name="connsiteY49" fmla="*/ 789304 h 2693126"/>
                <a:gd name="connsiteX50" fmla="*/ 495774 w 3780078"/>
                <a:gd name="connsiteY50" fmla="*/ 780686 h 2693126"/>
                <a:gd name="connsiteX51" fmla="*/ 453500 w 3780078"/>
                <a:gd name="connsiteY51" fmla="*/ 781080 h 2693126"/>
                <a:gd name="connsiteX52" fmla="*/ 390991 w 3780078"/>
                <a:gd name="connsiteY52" fmla="*/ 838314 h 2693126"/>
                <a:gd name="connsiteX53" fmla="*/ 354843 w 3780078"/>
                <a:gd name="connsiteY53" fmla="*/ 845127 h 2693126"/>
                <a:gd name="connsiteX54" fmla="*/ 351704 w 3780078"/>
                <a:gd name="connsiteY54" fmla="*/ 867344 h 2693126"/>
                <a:gd name="connsiteX55" fmla="*/ 366194 w 3780078"/>
                <a:gd name="connsiteY55" fmla="*/ 921706 h 2693126"/>
                <a:gd name="connsiteX56" fmla="*/ 336706 w 3780078"/>
                <a:gd name="connsiteY56" fmla="*/ 933069 h 2693126"/>
                <a:gd name="connsiteX57" fmla="*/ 325610 w 3780078"/>
                <a:gd name="connsiteY57" fmla="*/ 1013207 h 2693126"/>
                <a:gd name="connsiteX58" fmla="*/ 262720 w 3780078"/>
                <a:gd name="connsiteY58" fmla="*/ 1041042 h 2693126"/>
                <a:gd name="connsiteX59" fmla="*/ 233092 w 3780078"/>
                <a:gd name="connsiteY59" fmla="*/ 988371 h 2693126"/>
                <a:gd name="connsiteX60" fmla="*/ 191835 w 3780078"/>
                <a:gd name="connsiteY60" fmla="*/ 1019867 h 2693126"/>
                <a:gd name="connsiteX61" fmla="*/ 183357 w 3780078"/>
                <a:gd name="connsiteY61" fmla="*/ 1080647 h 2693126"/>
                <a:gd name="connsiteX62" fmla="*/ 114443 w 3780078"/>
                <a:gd name="connsiteY62" fmla="*/ 1130966 h 2693126"/>
                <a:gd name="connsiteX63" fmla="*/ 80646 w 3780078"/>
                <a:gd name="connsiteY63" fmla="*/ 1123137 h 2693126"/>
                <a:gd name="connsiteX64" fmla="*/ 40202 w 3780078"/>
                <a:gd name="connsiteY64" fmla="*/ 1152790 h 2693126"/>
                <a:gd name="connsiteX65" fmla="*/ 43215 w 3780078"/>
                <a:gd name="connsiteY65" fmla="*/ 1198292 h 2693126"/>
                <a:gd name="connsiteX66" fmla="*/ 54044 w 3780078"/>
                <a:gd name="connsiteY66" fmla="*/ 1235660 h 2693126"/>
                <a:gd name="connsiteX67" fmla="*/ 5758 w 3780078"/>
                <a:gd name="connsiteY67" fmla="*/ 1278939 h 2693126"/>
                <a:gd name="connsiteX68" fmla="*/ 0 w 3780078"/>
                <a:gd name="connsiteY68" fmla="*/ 1322064 h 2693126"/>
                <a:gd name="connsiteX69" fmla="*/ 56510 w 3780078"/>
                <a:gd name="connsiteY69" fmla="*/ 1379566 h 2693126"/>
                <a:gd name="connsiteX70" fmla="*/ 57298 w 3780078"/>
                <a:gd name="connsiteY70" fmla="*/ 1486090 h 2693126"/>
                <a:gd name="connsiteX71" fmla="*/ 101542 w 3780078"/>
                <a:gd name="connsiteY71" fmla="*/ 1506604 h 2693126"/>
                <a:gd name="connsiteX72" fmla="*/ 206210 w 3780078"/>
                <a:gd name="connsiteY72" fmla="*/ 1495622 h 2693126"/>
                <a:gd name="connsiteX73" fmla="*/ 277578 w 3780078"/>
                <a:gd name="connsiteY73" fmla="*/ 1519555 h 2693126"/>
                <a:gd name="connsiteX74" fmla="*/ 372854 w 3780078"/>
                <a:gd name="connsiteY74" fmla="*/ 1529864 h 2693126"/>
                <a:gd name="connsiteX75" fmla="*/ 519530 w 3780078"/>
                <a:gd name="connsiteY75" fmla="*/ 1466605 h 2693126"/>
                <a:gd name="connsiteX76" fmla="*/ 547060 w 3780078"/>
                <a:gd name="connsiteY76" fmla="*/ 1436812 h 2693126"/>
                <a:gd name="connsiteX77" fmla="*/ 524360 w 3780078"/>
                <a:gd name="connsiteY77" fmla="*/ 1368584 h 2693126"/>
                <a:gd name="connsiteX78" fmla="*/ 556847 w 3780078"/>
                <a:gd name="connsiteY78" fmla="*/ 1349887 h 2693126"/>
                <a:gd name="connsiteX79" fmla="*/ 597443 w 3780078"/>
                <a:gd name="connsiteY79" fmla="*/ 1360996 h 2693126"/>
                <a:gd name="connsiteX80" fmla="*/ 628240 w 3780078"/>
                <a:gd name="connsiteY80" fmla="*/ 1327937 h 2693126"/>
                <a:gd name="connsiteX81" fmla="*/ 642069 w 3780078"/>
                <a:gd name="connsiteY81" fmla="*/ 1362966 h 2693126"/>
                <a:gd name="connsiteX82" fmla="*/ 638675 w 3780078"/>
                <a:gd name="connsiteY82" fmla="*/ 1408964 h 2693126"/>
                <a:gd name="connsiteX83" fmla="*/ 660994 w 3780078"/>
                <a:gd name="connsiteY83" fmla="*/ 1408583 h 2693126"/>
                <a:gd name="connsiteX84" fmla="*/ 727418 w 3780078"/>
                <a:gd name="connsiteY84" fmla="*/ 1382311 h 2693126"/>
                <a:gd name="connsiteX85" fmla="*/ 786533 w 3780078"/>
                <a:gd name="connsiteY85" fmla="*/ 1414188 h 2693126"/>
                <a:gd name="connsiteX86" fmla="*/ 807416 w 3780078"/>
                <a:gd name="connsiteY86" fmla="*/ 1463224 h 2693126"/>
                <a:gd name="connsiteX87" fmla="*/ 772971 w 3780078"/>
                <a:gd name="connsiteY87" fmla="*/ 1516658 h 2693126"/>
                <a:gd name="connsiteX88" fmla="*/ 754694 w 3780078"/>
                <a:gd name="connsiteY88" fmla="*/ 1617183 h 2693126"/>
                <a:gd name="connsiteX89" fmla="*/ 762396 w 3780078"/>
                <a:gd name="connsiteY89" fmla="*/ 1629219 h 2693126"/>
                <a:gd name="connsiteX90" fmla="*/ 769311 w 3780078"/>
                <a:gd name="connsiteY90" fmla="*/ 1684356 h 2693126"/>
                <a:gd name="connsiteX91" fmla="*/ 805319 w 3780078"/>
                <a:gd name="connsiteY91" fmla="*/ 1730634 h 2693126"/>
                <a:gd name="connsiteX92" fmla="*/ 802980 w 3780078"/>
                <a:gd name="connsiteY92" fmla="*/ 1736900 h 2693126"/>
                <a:gd name="connsiteX93" fmla="*/ 811203 w 3780078"/>
                <a:gd name="connsiteY93" fmla="*/ 1764888 h 2693126"/>
                <a:gd name="connsiteX94" fmla="*/ 834946 w 3780078"/>
                <a:gd name="connsiteY94" fmla="*/ 1780433 h 2693126"/>
                <a:gd name="connsiteX95" fmla="*/ 885050 w 3780078"/>
                <a:gd name="connsiteY95" fmla="*/ 1775603 h 2693126"/>
                <a:gd name="connsiteX96" fmla="*/ 920155 w 3780078"/>
                <a:gd name="connsiteY96" fmla="*/ 1827753 h 2693126"/>
                <a:gd name="connsiteX97" fmla="*/ 902946 w 3780078"/>
                <a:gd name="connsiteY97" fmla="*/ 1897557 h 2693126"/>
                <a:gd name="connsiteX98" fmla="*/ 939996 w 3780078"/>
                <a:gd name="connsiteY98" fmla="*/ 1968264 h 2693126"/>
                <a:gd name="connsiteX99" fmla="*/ 908551 w 3780078"/>
                <a:gd name="connsiteY99" fmla="*/ 2041055 h 2693126"/>
                <a:gd name="connsiteX100" fmla="*/ 925265 w 3780078"/>
                <a:gd name="connsiteY100" fmla="*/ 2086151 h 2693126"/>
                <a:gd name="connsiteX101" fmla="*/ 919253 w 3780078"/>
                <a:gd name="connsiteY101" fmla="*/ 2147846 h 2693126"/>
                <a:gd name="connsiteX102" fmla="*/ 879190 w 3780078"/>
                <a:gd name="connsiteY102" fmla="*/ 2176597 h 2693126"/>
                <a:gd name="connsiteX103" fmla="*/ 867306 w 3780078"/>
                <a:gd name="connsiteY103" fmla="*/ 2209936 h 2693126"/>
                <a:gd name="connsiteX104" fmla="*/ 868221 w 3780078"/>
                <a:gd name="connsiteY104" fmla="*/ 2235280 h 2693126"/>
                <a:gd name="connsiteX105" fmla="*/ 888075 w 3780078"/>
                <a:gd name="connsiteY105" fmla="*/ 2262607 h 2693126"/>
                <a:gd name="connsiteX106" fmla="*/ 866658 w 3780078"/>
                <a:gd name="connsiteY106" fmla="*/ 2297369 h 2693126"/>
                <a:gd name="connsiteX107" fmla="*/ 846945 w 3780078"/>
                <a:gd name="connsiteY107" fmla="*/ 2328077 h 2693126"/>
                <a:gd name="connsiteX108" fmla="*/ 864561 w 3780078"/>
                <a:gd name="connsiteY108" fmla="*/ 2378257 h 2693126"/>
                <a:gd name="connsiteX109" fmla="*/ 895230 w 3780078"/>
                <a:gd name="connsiteY109" fmla="*/ 2418409 h 2693126"/>
                <a:gd name="connsiteX110" fmla="*/ 893019 w 3780078"/>
                <a:gd name="connsiteY110" fmla="*/ 2440893 h 2693126"/>
                <a:gd name="connsiteX111" fmla="*/ 887147 w 3780078"/>
                <a:gd name="connsiteY111" fmla="*/ 2498661 h 2693126"/>
                <a:gd name="connsiteX112" fmla="*/ 923167 w 3780078"/>
                <a:gd name="connsiteY112" fmla="*/ 2567270 h 2693126"/>
                <a:gd name="connsiteX113" fmla="*/ 985943 w 3780078"/>
                <a:gd name="connsiteY113" fmla="*/ 2601778 h 2693126"/>
                <a:gd name="connsiteX114" fmla="*/ 1029145 w 3780078"/>
                <a:gd name="connsiteY114" fmla="*/ 2665304 h 2693126"/>
                <a:gd name="connsiteX115" fmla="*/ 1071280 w 3780078"/>
                <a:gd name="connsiteY115" fmla="*/ 2691576 h 2693126"/>
                <a:gd name="connsiteX116" fmla="*/ 1086417 w 3780078"/>
                <a:gd name="connsiteY116" fmla="*/ 2689860 h 2693126"/>
                <a:gd name="connsiteX117" fmla="*/ 1098709 w 3780078"/>
                <a:gd name="connsiteY117" fmla="*/ 2689860 h 2693126"/>
                <a:gd name="connsiteX118" fmla="*/ 1121930 w 3780078"/>
                <a:gd name="connsiteY118" fmla="*/ 2693127 h 2693126"/>
                <a:gd name="connsiteX119" fmla="*/ 1142533 w 3780078"/>
                <a:gd name="connsiteY119" fmla="*/ 2663461 h 2693126"/>
                <a:gd name="connsiteX120" fmla="*/ 1156769 w 3780078"/>
                <a:gd name="connsiteY120" fmla="*/ 2577591 h 2693126"/>
                <a:gd name="connsiteX121" fmla="*/ 1186256 w 3780078"/>
                <a:gd name="connsiteY121" fmla="*/ 2572494 h 2693126"/>
                <a:gd name="connsiteX122" fmla="*/ 1199843 w 3780078"/>
                <a:gd name="connsiteY122" fmla="*/ 2558894 h 2693126"/>
                <a:gd name="connsiteX123" fmla="*/ 1203351 w 3780078"/>
                <a:gd name="connsiteY123" fmla="*/ 2515642 h 2693126"/>
                <a:gd name="connsiteX124" fmla="*/ 1226954 w 3780078"/>
                <a:gd name="connsiteY124" fmla="*/ 2502715 h 2693126"/>
                <a:gd name="connsiteX125" fmla="*/ 1251765 w 3780078"/>
                <a:gd name="connsiteY125" fmla="*/ 2505575 h 2693126"/>
                <a:gd name="connsiteX126" fmla="*/ 1258806 w 3780078"/>
                <a:gd name="connsiteY126" fmla="*/ 2457073 h 2693126"/>
                <a:gd name="connsiteX127" fmla="*/ 1266521 w 3780078"/>
                <a:gd name="connsiteY127" fmla="*/ 2398530 h 2693126"/>
                <a:gd name="connsiteX128" fmla="*/ 1274732 w 3780078"/>
                <a:gd name="connsiteY128" fmla="*/ 2365458 h 2693126"/>
                <a:gd name="connsiteX129" fmla="*/ 1294306 w 3780078"/>
                <a:gd name="connsiteY129" fmla="*/ 2352404 h 2693126"/>
                <a:gd name="connsiteX130" fmla="*/ 1322624 w 3780078"/>
                <a:gd name="connsiteY130" fmla="*/ 2305072 h 2693126"/>
                <a:gd name="connsiteX131" fmla="*/ 1321073 w 3780078"/>
                <a:gd name="connsiteY131" fmla="*/ 2253837 h 2693126"/>
                <a:gd name="connsiteX132" fmla="*/ 1341931 w 3780078"/>
                <a:gd name="connsiteY132" fmla="*/ 2243249 h 2693126"/>
                <a:gd name="connsiteX133" fmla="*/ 1350942 w 3780078"/>
                <a:gd name="connsiteY133" fmla="*/ 2216469 h 2693126"/>
                <a:gd name="connsiteX134" fmla="*/ 1338296 w 3780078"/>
                <a:gd name="connsiteY134" fmla="*/ 2190070 h 2693126"/>
                <a:gd name="connsiteX135" fmla="*/ 1347422 w 3780078"/>
                <a:gd name="connsiteY135" fmla="*/ 2167967 h 2693126"/>
                <a:gd name="connsiteX136" fmla="*/ 1341143 w 3780078"/>
                <a:gd name="connsiteY136" fmla="*/ 2130471 h 2693126"/>
                <a:gd name="connsiteX137" fmla="*/ 1307613 w 3780078"/>
                <a:gd name="connsiteY137" fmla="*/ 2120532 h 2693126"/>
                <a:gd name="connsiteX138" fmla="*/ 1299008 w 3780078"/>
                <a:gd name="connsiteY138" fmla="*/ 2095569 h 2693126"/>
                <a:gd name="connsiteX139" fmla="*/ 1301754 w 3780078"/>
                <a:gd name="connsiteY139" fmla="*/ 2064582 h 2693126"/>
                <a:gd name="connsiteX140" fmla="*/ 1314794 w 3780078"/>
                <a:gd name="connsiteY140" fmla="*/ 2045631 h 2693126"/>
                <a:gd name="connsiteX141" fmla="*/ 1295742 w 3780078"/>
                <a:gd name="connsiteY141" fmla="*/ 2014376 h 2693126"/>
                <a:gd name="connsiteX142" fmla="*/ 1311935 w 3780078"/>
                <a:gd name="connsiteY142" fmla="*/ 1987609 h 2693126"/>
                <a:gd name="connsiteX143" fmla="*/ 1300838 w 3780078"/>
                <a:gd name="connsiteY143" fmla="*/ 1951385 h 2693126"/>
                <a:gd name="connsiteX144" fmla="*/ 1240148 w 3780078"/>
                <a:gd name="connsiteY144" fmla="*/ 1907484 h 2693126"/>
                <a:gd name="connsiteX145" fmla="*/ 1233488 w 3780078"/>
                <a:gd name="connsiteY145" fmla="*/ 1861066 h 2693126"/>
                <a:gd name="connsiteX146" fmla="*/ 1268465 w 3780078"/>
                <a:gd name="connsiteY146" fmla="*/ 1849449 h 2693126"/>
                <a:gd name="connsiteX147" fmla="*/ 1290137 w 3780078"/>
                <a:gd name="connsiteY147" fmla="*/ 1831400 h 2693126"/>
                <a:gd name="connsiteX148" fmla="*/ 1296784 w 3780078"/>
                <a:gd name="connsiteY148" fmla="*/ 1815195 h 2693126"/>
                <a:gd name="connsiteX149" fmla="*/ 1289615 w 3780078"/>
                <a:gd name="connsiteY149" fmla="*/ 1801862 h 2693126"/>
                <a:gd name="connsiteX150" fmla="*/ 1298360 w 3780078"/>
                <a:gd name="connsiteY150" fmla="*/ 1759918 h 2693126"/>
                <a:gd name="connsiteX151" fmla="*/ 1288319 w 3780078"/>
                <a:gd name="connsiteY151" fmla="*/ 1751682 h 2693126"/>
                <a:gd name="connsiteX152" fmla="*/ 1301487 w 3780078"/>
                <a:gd name="connsiteY152" fmla="*/ 1718330 h 2693126"/>
                <a:gd name="connsiteX153" fmla="*/ 1322115 w 3780078"/>
                <a:gd name="connsiteY153" fmla="*/ 1715471 h 2693126"/>
                <a:gd name="connsiteX154" fmla="*/ 1360729 w 3780078"/>
                <a:gd name="connsiteY154" fmla="*/ 1687368 h 2693126"/>
                <a:gd name="connsiteX155" fmla="*/ 1445964 w 3780078"/>
                <a:gd name="connsiteY155" fmla="*/ 1681229 h 2693126"/>
                <a:gd name="connsiteX156" fmla="*/ 1466173 w 3780078"/>
                <a:gd name="connsiteY156" fmla="*/ 1668557 h 2693126"/>
                <a:gd name="connsiteX157" fmla="*/ 1489140 w 3780078"/>
                <a:gd name="connsiteY157" fmla="*/ 1684483 h 2693126"/>
                <a:gd name="connsiteX158" fmla="*/ 1477930 w 3780078"/>
                <a:gd name="connsiteY158" fmla="*/ 1709992 h 2693126"/>
                <a:gd name="connsiteX159" fmla="*/ 1525301 w 3780078"/>
                <a:gd name="connsiteY159" fmla="*/ 1775603 h 2693126"/>
                <a:gd name="connsiteX160" fmla="*/ 1570842 w 3780078"/>
                <a:gd name="connsiteY160" fmla="*/ 1792990 h 2693126"/>
                <a:gd name="connsiteX161" fmla="*/ 1602414 w 3780078"/>
                <a:gd name="connsiteY161" fmla="*/ 1765803 h 2693126"/>
                <a:gd name="connsiteX162" fmla="*/ 1598893 w 3780078"/>
                <a:gd name="connsiteY162" fmla="*/ 1726198 h 2693126"/>
                <a:gd name="connsiteX163" fmla="*/ 1617831 w 3780078"/>
                <a:gd name="connsiteY163" fmla="*/ 1700701 h 2693126"/>
                <a:gd name="connsiteX164" fmla="*/ 1650966 w 3780078"/>
                <a:gd name="connsiteY164" fmla="*/ 1679793 h 2693126"/>
                <a:gd name="connsiteX165" fmla="*/ 1668596 w 3780078"/>
                <a:gd name="connsiteY165" fmla="*/ 1673006 h 2693126"/>
                <a:gd name="connsiteX166" fmla="*/ 1674582 w 3780078"/>
                <a:gd name="connsiteY166" fmla="*/ 1719805 h 2693126"/>
                <a:gd name="connsiteX167" fmla="*/ 1638447 w 3780078"/>
                <a:gd name="connsiteY167" fmla="*/ 1729198 h 2693126"/>
                <a:gd name="connsiteX168" fmla="*/ 1641447 w 3780078"/>
                <a:gd name="connsiteY168" fmla="*/ 1759918 h 2693126"/>
                <a:gd name="connsiteX169" fmla="*/ 1673921 w 3780078"/>
                <a:gd name="connsiteY169" fmla="*/ 1758736 h 2693126"/>
                <a:gd name="connsiteX170" fmla="*/ 1676806 w 3780078"/>
                <a:gd name="connsiteY170" fmla="*/ 1795990 h 2693126"/>
                <a:gd name="connsiteX171" fmla="*/ 1661529 w 3780078"/>
                <a:gd name="connsiteY171" fmla="*/ 1809577 h 2693126"/>
                <a:gd name="connsiteX172" fmla="*/ 1662203 w 3780078"/>
                <a:gd name="connsiteY172" fmla="*/ 1930997 h 2693126"/>
                <a:gd name="connsiteX173" fmla="*/ 1694423 w 3780078"/>
                <a:gd name="connsiteY173" fmla="*/ 2022371 h 2693126"/>
                <a:gd name="connsiteX174" fmla="*/ 1678650 w 3780078"/>
                <a:gd name="connsiteY174" fmla="*/ 2038437 h 2693126"/>
                <a:gd name="connsiteX175" fmla="*/ 1679679 w 3780078"/>
                <a:gd name="connsiteY175" fmla="*/ 2061709 h 2693126"/>
                <a:gd name="connsiteX176" fmla="*/ 1748835 w 3780078"/>
                <a:gd name="connsiteY176" fmla="*/ 2092557 h 2693126"/>
                <a:gd name="connsiteX177" fmla="*/ 1763337 w 3780078"/>
                <a:gd name="connsiteY177" fmla="*/ 2124193 h 2693126"/>
                <a:gd name="connsiteX178" fmla="*/ 1793079 w 3780078"/>
                <a:gd name="connsiteY178" fmla="*/ 2189536 h 2693126"/>
                <a:gd name="connsiteX179" fmla="*/ 1825707 w 3780078"/>
                <a:gd name="connsiteY179" fmla="*/ 2244177 h 2693126"/>
                <a:gd name="connsiteX180" fmla="*/ 1863024 w 3780078"/>
                <a:gd name="connsiteY180" fmla="*/ 2282460 h 2693126"/>
                <a:gd name="connsiteX181" fmla="*/ 1881047 w 3780078"/>
                <a:gd name="connsiteY181" fmla="*/ 2267564 h 2693126"/>
                <a:gd name="connsiteX182" fmla="*/ 1927897 w 3780078"/>
                <a:gd name="connsiteY182" fmla="*/ 2301017 h 2693126"/>
                <a:gd name="connsiteX183" fmla="*/ 1981915 w 3780078"/>
                <a:gd name="connsiteY183" fmla="*/ 2298297 h 2693126"/>
                <a:gd name="connsiteX184" fmla="*/ 2015330 w 3780078"/>
                <a:gd name="connsiteY184" fmla="*/ 2319981 h 2693126"/>
                <a:gd name="connsiteX185" fmla="*/ 2059829 w 3780078"/>
                <a:gd name="connsiteY185" fmla="*/ 2319066 h 2693126"/>
                <a:gd name="connsiteX186" fmla="*/ 2128731 w 3780078"/>
                <a:gd name="connsiteY186" fmla="*/ 2270703 h 2693126"/>
                <a:gd name="connsiteX187" fmla="*/ 2151711 w 3780078"/>
                <a:gd name="connsiteY187" fmla="*/ 2299199 h 2693126"/>
                <a:gd name="connsiteX188" fmla="*/ 2208728 w 3780078"/>
                <a:gd name="connsiteY188" fmla="*/ 2294891 h 2693126"/>
                <a:gd name="connsiteX189" fmla="*/ 2211741 w 3780078"/>
                <a:gd name="connsiteY189" fmla="*/ 2260383 h 2693126"/>
                <a:gd name="connsiteX190" fmla="*/ 2232865 w 3780078"/>
                <a:gd name="connsiteY190" fmla="*/ 2243643 h 2693126"/>
                <a:gd name="connsiteX191" fmla="*/ 2236005 w 3780078"/>
                <a:gd name="connsiteY191" fmla="*/ 2212274 h 2693126"/>
                <a:gd name="connsiteX192" fmla="*/ 2214207 w 3780078"/>
                <a:gd name="connsiteY192" fmla="*/ 2208093 h 2693126"/>
                <a:gd name="connsiteX193" fmla="*/ 2232357 w 3780078"/>
                <a:gd name="connsiteY193" fmla="*/ 2175300 h 2693126"/>
                <a:gd name="connsiteX194" fmla="*/ 2221769 w 3780078"/>
                <a:gd name="connsiteY194" fmla="*/ 2151761 h 2693126"/>
                <a:gd name="connsiteX195" fmla="*/ 2249719 w 3780078"/>
                <a:gd name="connsiteY195" fmla="*/ 2121295 h 2693126"/>
                <a:gd name="connsiteX196" fmla="*/ 2319778 w 3780078"/>
                <a:gd name="connsiteY196" fmla="*/ 2166530 h 2693126"/>
                <a:gd name="connsiteX197" fmla="*/ 2349024 w 3780078"/>
                <a:gd name="connsiteY197" fmla="*/ 2147707 h 2693126"/>
                <a:gd name="connsiteX198" fmla="*/ 2404872 w 3780078"/>
                <a:gd name="connsiteY198" fmla="*/ 2131374 h 2693126"/>
                <a:gd name="connsiteX199" fmla="*/ 2444426 w 3780078"/>
                <a:gd name="connsiteY199" fmla="*/ 2085897 h 2693126"/>
                <a:gd name="connsiteX200" fmla="*/ 2534860 w 3780078"/>
                <a:gd name="connsiteY200" fmla="*/ 2079236 h 2693126"/>
                <a:gd name="connsiteX201" fmla="*/ 2556632 w 3780078"/>
                <a:gd name="connsiteY201" fmla="*/ 2041195 h 2693126"/>
                <a:gd name="connsiteX202" fmla="*/ 2598143 w 3780078"/>
                <a:gd name="connsiteY202" fmla="*/ 2020414 h 2693126"/>
                <a:gd name="connsiteX203" fmla="*/ 2626996 w 3780078"/>
                <a:gd name="connsiteY203" fmla="*/ 2067455 h 2693126"/>
                <a:gd name="connsiteX204" fmla="*/ 2660513 w 3780078"/>
                <a:gd name="connsiteY204" fmla="*/ 2063794 h 2693126"/>
                <a:gd name="connsiteX205" fmla="*/ 2652302 w 3780078"/>
                <a:gd name="connsiteY205" fmla="*/ 2041970 h 2693126"/>
                <a:gd name="connsiteX206" fmla="*/ 2689479 w 3780078"/>
                <a:gd name="connsiteY206" fmla="*/ 2028904 h 2693126"/>
                <a:gd name="connsiteX207" fmla="*/ 2746269 w 3780078"/>
                <a:gd name="connsiteY207" fmla="*/ 2101060 h 2693126"/>
                <a:gd name="connsiteX208" fmla="*/ 2781628 w 3780078"/>
                <a:gd name="connsiteY208" fmla="*/ 2101060 h 2693126"/>
                <a:gd name="connsiteX209" fmla="*/ 2782276 w 3780078"/>
                <a:gd name="connsiteY209" fmla="*/ 2127192 h 2693126"/>
                <a:gd name="connsiteX210" fmla="*/ 2757492 w 3780078"/>
                <a:gd name="connsiteY210" fmla="*/ 2153197 h 2693126"/>
                <a:gd name="connsiteX211" fmla="*/ 2747959 w 3780078"/>
                <a:gd name="connsiteY211" fmla="*/ 2189790 h 2693126"/>
                <a:gd name="connsiteX212" fmla="*/ 2789331 w 3780078"/>
                <a:gd name="connsiteY212" fmla="*/ 2219328 h 2693126"/>
                <a:gd name="connsiteX213" fmla="*/ 2792330 w 3780078"/>
                <a:gd name="connsiteY213" fmla="*/ 2254231 h 2693126"/>
                <a:gd name="connsiteX214" fmla="*/ 2775743 w 3780078"/>
                <a:gd name="connsiteY214" fmla="*/ 2270309 h 2693126"/>
                <a:gd name="connsiteX215" fmla="*/ 2790500 w 3780078"/>
                <a:gd name="connsiteY215" fmla="*/ 2307690 h 2693126"/>
                <a:gd name="connsiteX216" fmla="*/ 2861232 w 3780078"/>
                <a:gd name="connsiteY216" fmla="*/ 2322586 h 2693126"/>
                <a:gd name="connsiteX217" fmla="*/ 2916179 w 3780078"/>
                <a:gd name="connsiteY217" fmla="*/ 2350167 h 2693126"/>
                <a:gd name="connsiteX218" fmla="*/ 2927008 w 3780078"/>
                <a:gd name="connsiteY218" fmla="*/ 2405457 h 2693126"/>
                <a:gd name="connsiteX219" fmla="*/ 2890847 w 3780078"/>
                <a:gd name="connsiteY219" fmla="*/ 2463619 h 2693126"/>
                <a:gd name="connsiteX220" fmla="*/ 2951157 w 3780078"/>
                <a:gd name="connsiteY220" fmla="*/ 2497339 h 2693126"/>
                <a:gd name="connsiteX221" fmla="*/ 2981026 w 3780078"/>
                <a:gd name="connsiteY221" fmla="*/ 2465195 h 2693126"/>
                <a:gd name="connsiteX222" fmla="*/ 3047322 w 3780078"/>
                <a:gd name="connsiteY222" fmla="*/ 2477880 h 2693126"/>
                <a:gd name="connsiteX223" fmla="*/ 3085694 w 3780078"/>
                <a:gd name="connsiteY223" fmla="*/ 2473685 h 2693126"/>
                <a:gd name="connsiteX224" fmla="*/ 3104874 w 3780078"/>
                <a:gd name="connsiteY224" fmla="*/ 2452256 h 2693126"/>
                <a:gd name="connsiteX225" fmla="*/ 3122885 w 3780078"/>
                <a:gd name="connsiteY225" fmla="*/ 2422845 h 2693126"/>
                <a:gd name="connsiteX226" fmla="*/ 3150161 w 3780078"/>
                <a:gd name="connsiteY226" fmla="*/ 2397996 h 2693126"/>
                <a:gd name="connsiteX227" fmla="*/ 3165031 w 3780078"/>
                <a:gd name="connsiteY227" fmla="*/ 2367288 h 2693126"/>
                <a:gd name="connsiteX228" fmla="*/ 3160456 w 3780078"/>
                <a:gd name="connsiteY228" fmla="*/ 2339046 h 2693126"/>
                <a:gd name="connsiteX229" fmla="*/ 3139459 w 3780078"/>
                <a:gd name="connsiteY229" fmla="*/ 2324683 h 2693126"/>
                <a:gd name="connsiteX230" fmla="*/ 3118843 w 3780078"/>
                <a:gd name="connsiteY230" fmla="*/ 2259073 h 2693126"/>
                <a:gd name="connsiteX231" fmla="*/ 3090512 w 3780078"/>
                <a:gd name="connsiteY231" fmla="*/ 2242474 h 2693126"/>
                <a:gd name="connsiteX232" fmla="*/ 3083991 w 3780078"/>
                <a:gd name="connsiteY232" fmla="*/ 2228226 h 2693126"/>
                <a:gd name="connsiteX233" fmla="*/ 3034676 w 3780078"/>
                <a:gd name="connsiteY233" fmla="*/ 2200378 h 2693126"/>
                <a:gd name="connsiteX234" fmla="*/ 3016005 w 3780078"/>
                <a:gd name="connsiteY234" fmla="*/ 2149016 h 2693126"/>
                <a:gd name="connsiteX235" fmla="*/ 3024876 w 3780078"/>
                <a:gd name="connsiteY235" fmla="*/ 2092811 h 2693126"/>
                <a:gd name="connsiteX236" fmla="*/ 3064418 w 3780078"/>
                <a:gd name="connsiteY236" fmla="*/ 2064976 h 2693126"/>
                <a:gd name="connsiteX237" fmla="*/ 3051746 w 3780078"/>
                <a:gd name="connsiteY237" fmla="*/ 2015431 h 2693126"/>
                <a:gd name="connsiteX238" fmla="*/ 3088046 w 3780078"/>
                <a:gd name="connsiteY238" fmla="*/ 1991142 h 2693126"/>
                <a:gd name="connsiteX239" fmla="*/ 3108801 w 3780078"/>
                <a:gd name="connsiteY239" fmla="*/ 2004717 h 2693126"/>
                <a:gd name="connsiteX240" fmla="*/ 3133586 w 3780078"/>
                <a:gd name="connsiteY240" fmla="*/ 1978063 h 2693126"/>
                <a:gd name="connsiteX241" fmla="*/ 3124715 w 3780078"/>
                <a:gd name="connsiteY241" fmla="*/ 1937277 h 2693126"/>
                <a:gd name="connsiteX242" fmla="*/ 3136459 w 3780078"/>
                <a:gd name="connsiteY242" fmla="*/ 1926689 h 2693126"/>
                <a:gd name="connsiteX243" fmla="*/ 3120012 w 3780078"/>
                <a:gd name="connsiteY243" fmla="*/ 1892320 h 2693126"/>
                <a:gd name="connsiteX244" fmla="*/ 3098735 w 3780078"/>
                <a:gd name="connsiteY244" fmla="*/ 1901205 h 2693126"/>
                <a:gd name="connsiteX245" fmla="*/ 3080471 w 3780078"/>
                <a:gd name="connsiteY245" fmla="*/ 1858588 h 2693126"/>
                <a:gd name="connsiteX246" fmla="*/ 3056855 w 3780078"/>
                <a:gd name="connsiteY246" fmla="*/ 1846818 h 2693126"/>
                <a:gd name="connsiteX247" fmla="*/ 3004260 w 3780078"/>
                <a:gd name="connsiteY247" fmla="*/ 1862782 h 2693126"/>
                <a:gd name="connsiteX248" fmla="*/ 2995388 w 3780078"/>
                <a:gd name="connsiteY248" fmla="*/ 1882254 h 2693126"/>
                <a:gd name="connsiteX249" fmla="*/ 2959355 w 3780078"/>
                <a:gd name="connsiteY249" fmla="*/ 1885253 h 2693126"/>
                <a:gd name="connsiteX250" fmla="*/ 2949314 w 3780078"/>
                <a:gd name="connsiteY250" fmla="*/ 1864612 h 2693126"/>
                <a:gd name="connsiteX251" fmla="*/ 2907574 w 3780078"/>
                <a:gd name="connsiteY251" fmla="*/ 1866569 h 2693126"/>
                <a:gd name="connsiteX252" fmla="*/ 2902095 w 3780078"/>
                <a:gd name="connsiteY252" fmla="*/ 1826177 h 2693126"/>
                <a:gd name="connsiteX253" fmla="*/ 2867104 w 3780078"/>
                <a:gd name="connsiteY253" fmla="*/ 1828668 h 2693126"/>
                <a:gd name="connsiteX254" fmla="*/ 2863062 w 3780078"/>
                <a:gd name="connsiteY254" fmla="*/ 1812462 h 2693126"/>
                <a:gd name="connsiteX255" fmla="*/ 2885509 w 3780078"/>
                <a:gd name="connsiteY255" fmla="*/ 1753233 h 2693126"/>
                <a:gd name="connsiteX256" fmla="*/ 2867104 w 3780078"/>
                <a:gd name="connsiteY256" fmla="*/ 1721750 h 2693126"/>
                <a:gd name="connsiteX257" fmla="*/ 2880285 w 3780078"/>
                <a:gd name="connsiteY257" fmla="*/ 1674175 h 2693126"/>
                <a:gd name="connsiteX258" fmla="*/ 2865529 w 3780078"/>
                <a:gd name="connsiteY258" fmla="*/ 1634570 h 2693126"/>
                <a:gd name="connsiteX259" fmla="*/ 2886678 w 3780078"/>
                <a:gd name="connsiteY259" fmla="*/ 1616140 h 2693126"/>
                <a:gd name="connsiteX260" fmla="*/ 2890326 w 3780078"/>
                <a:gd name="connsiteY260" fmla="*/ 1564766 h 2693126"/>
                <a:gd name="connsiteX261" fmla="*/ 2863444 w 3780078"/>
                <a:gd name="connsiteY261" fmla="*/ 1530919 h 2693126"/>
                <a:gd name="connsiteX262" fmla="*/ 2905083 w 3780078"/>
                <a:gd name="connsiteY262" fmla="*/ 1515628 h 2693126"/>
                <a:gd name="connsiteX263" fmla="*/ 2950483 w 3780078"/>
                <a:gd name="connsiteY263" fmla="*/ 1458890 h 2693126"/>
                <a:gd name="connsiteX264" fmla="*/ 2939273 w 3780078"/>
                <a:gd name="connsiteY264" fmla="*/ 1434601 h 2693126"/>
                <a:gd name="connsiteX265" fmla="*/ 2968240 w 3780078"/>
                <a:gd name="connsiteY265" fmla="*/ 1428716 h 2693126"/>
                <a:gd name="connsiteX266" fmla="*/ 2982983 w 3780078"/>
                <a:gd name="connsiteY266" fmla="*/ 1400334 h 2693126"/>
                <a:gd name="connsiteX267" fmla="*/ 2971239 w 3780078"/>
                <a:gd name="connsiteY267" fmla="*/ 1354730 h 2693126"/>
                <a:gd name="connsiteX268" fmla="*/ 2975167 w 3780078"/>
                <a:gd name="connsiteY268" fmla="*/ 1327416 h 2693126"/>
                <a:gd name="connsiteX269" fmla="*/ 3027240 w 3780078"/>
                <a:gd name="connsiteY269" fmla="*/ 1341791 h 2693126"/>
                <a:gd name="connsiteX270" fmla="*/ 3141289 w 3780078"/>
                <a:gd name="connsiteY270" fmla="*/ 1281404 h 2693126"/>
                <a:gd name="connsiteX271" fmla="*/ 3160075 w 3780078"/>
                <a:gd name="connsiteY271" fmla="*/ 1278532 h 2693126"/>
                <a:gd name="connsiteX272" fmla="*/ 3215669 w 3780078"/>
                <a:gd name="connsiteY272" fmla="*/ 1295653 h 2693126"/>
                <a:gd name="connsiteX273" fmla="*/ 3226257 w 3780078"/>
                <a:gd name="connsiteY273" fmla="*/ 1260102 h 2693126"/>
                <a:gd name="connsiteX274" fmla="*/ 3238128 w 3780078"/>
                <a:gd name="connsiteY274" fmla="*/ 1249527 h 2693126"/>
                <a:gd name="connsiteX275" fmla="*/ 3250393 w 3780078"/>
                <a:gd name="connsiteY275" fmla="*/ 1240630 h 2693126"/>
                <a:gd name="connsiteX276" fmla="*/ 3267348 w 3780078"/>
                <a:gd name="connsiteY276" fmla="*/ 1278011 h 2693126"/>
                <a:gd name="connsiteX277" fmla="*/ 3292400 w 3780078"/>
                <a:gd name="connsiteY277" fmla="*/ 1306888 h 2693126"/>
                <a:gd name="connsiteX278" fmla="*/ 3264730 w 3780078"/>
                <a:gd name="connsiteY278" fmla="*/ 1367936 h 2693126"/>
                <a:gd name="connsiteX279" fmla="*/ 3270603 w 3780078"/>
                <a:gd name="connsiteY279" fmla="*/ 1409625 h 2693126"/>
                <a:gd name="connsiteX280" fmla="*/ 3291892 w 3780078"/>
                <a:gd name="connsiteY280" fmla="*/ 1428983 h 2693126"/>
                <a:gd name="connsiteX281" fmla="*/ 3322689 w 3780078"/>
                <a:gd name="connsiteY281" fmla="*/ 1408964 h 2693126"/>
                <a:gd name="connsiteX282" fmla="*/ 3348516 w 3780078"/>
                <a:gd name="connsiteY282" fmla="*/ 1429364 h 2693126"/>
                <a:gd name="connsiteX283" fmla="*/ 3375665 w 3780078"/>
                <a:gd name="connsiteY283" fmla="*/ 1461241 h 2693126"/>
                <a:gd name="connsiteX284" fmla="*/ 3368878 w 3780078"/>
                <a:gd name="connsiteY284" fmla="*/ 1482683 h 2693126"/>
                <a:gd name="connsiteX285" fmla="*/ 3417558 w 3780078"/>
                <a:gd name="connsiteY285" fmla="*/ 1504392 h 2693126"/>
                <a:gd name="connsiteX286" fmla="*/ 3440411 w 3780078"/>
                <a:gd name="connsiteY286" fmla="*/ 1481768 h 2693126"/>
                <a:gd name="connsiteX287" fmla="*/ 3467280 w 3780078"/>
                <a:gd name="connsiteY287" fmla="*/ 1507786 h 2693126"/>
                <a:gd name="connsiteX288" fmla="*/ 3495459 w 3780078"/>
                <a:gd name="connsiteY288" fmla="*/ 1495495 h 2693126"/>
                <a:gd name="connsiteX289" fmla="*/ 3499640 w 3780078"/>
                <a:gd name="connsiteY289" fmla="*/ 1471320 h 2693126"/>
                <a:gd name="connsiteX290" fmla="*/ 3528620 w 3780078"/>
                <a:gd name="connsiteY290" fmla="*/ 1474193 h 2693126"/>
                <a:gd name="connsiteX291" fmla="*/ 3588116 w 3780078"/>
                <a:gd name="connsiteY291" fmla="*/ 1499829 h 2693126"/>
                <a:gd name="connsiteX292" fmla="*/ 3628318 w 3780078"/>
                <a:gd name="connsiteY292" fmla="*/ 1482569 h 2693126"/>
                <a:gd name="connsiteX293" fmla="*/ 3698657 w 3780078"/>
                <a:gd name="connsiteY293" fmla="*/ 1539295 h 2693126"/>
                <a:gd name="connsiteX294" fmla="*/ 3719273 w 3780078"/>
                <a:gd name="connsiteY294" fmla="*/ 1522161 h 2693126"/>
                <a:gd name="connsiteX295" fmla="*/ 3723975 w 3780078"/>
                <a:gd name="connsiteY295" fmla="*/ 1506731 h 2693126"/>
                <a:gd name="connsiteX296" fmla="*/ 3746422 w 3780078"/>
                <a:gd name="connsiteY296" fmla="*/ 1499156 h 2693126"/>
                <a:gd name="connsiteX297" fmla="*/ 3758293 w 3780078"/>
                <a:gd name="connsiteY297" fmla="*/ 1454708 h 2693126"/>
                <a:gd name="connsiteX298" fmla="*/ 3751124 w 3780078"/>
                <a:gd name="connsiteY298" fmla="*/ 1422170 h 2693126"/>
                <a:gd name="connsiteX299" fmla="*/ 3768868 w 3780078"/>
                <a:gd name="connsiteY299" fmla="*/ 1389111 h 2693126"/>
                <a:gd name="connsiteX300" fmla="*/ 3774727 w 3780078"/>
                <a:gd name="connsiteY300" fmla="*/ 1358912 h 2693126"/>
                <a:gd name="connsiteX301" fmla="*/ 3765996 w 3780078"/>
                <a:gd name="connsiteY301" fmla="*/ 1315125 h 2693126"/>
                <a:gd name="connsiteX302" fmla="*/ 3780078 w 3780078"/>
                <a:gd name="connsiteY302" fmla="*/ 1277884 h 2693126"/>
                <a:gd name="connsiteX303" fmla="*/ 3757124 w 3780078"/>
                <a:gd name="connsiteY303" fmla="*/ 1258399 h 2693126"/>
                <a:gd name="connsiteX304" fmla="*/ 3712740 w 3780078"/>
                <a:gd name="connsiteY304" fmla="*/ 1220497 h 2693126"/>
                <a:gd name="connsiteX305" fmla="*/ 3683265 w 3780078"/>
                <a:gd name="connsiteY305" fmla="*/ 1201013 h 2693126"/>
                <a:gd name="connsiteX306" fmla="*/ 3635347 w 3780078"/>
                <a:gd name="connsiteY306" fmla="*/ 1214498 h 2693126"/>
                <a:gd name="connsiteX307" fmla="*/ 3596340 w 3780078"/>
                <a:gd name="connsiteY307" fmla="*/ 1219582 h 2693126"/>
                <a:gd name="connsiteX308" fmla="*/ 3583172 w 3780078"/>
                <a:gd name="connsiteY308" fmla="*/ 1217752 h 2693126"/>
                <a:gd name="connsiteX309" fmla="*/ 3575190 w 3780078"/>
                <a:gd name="connsiteY309" fmla="*/ 1185214 h 2693126"/>
                <a:gd name="connsiteX310" fmla="*/ 3566064 w 3780078"/>
                <a:gd name="connsiteY310" fmla="*/ 1168220 h 2693126"/>
                <a:gd name="connsiteX311" fmla="*/ 3562022 w 3780078"/>
                <a:gd name="connsiteY311" fmla="*/ 1115422 h 2693126"/>
                <a:gd name="connsiteX312" fmla="*/ 3541127 w 3780078"/>
                <a:gd name="connsiteY312" fmla="*/ 1081575 h 2693126"/>
                <a:gd name="connsiteX313" fmla="*/ 3568670 w 3780078"/>
                <a:gd name="connsiteY313" fmla="*/ 1063272 h 2693126"/>
                <a:gd name="connsiteX314" fmla="*/ 3578736 w 3780078"/>
                <a:gd name="connsiteY314" fmla="*/ 1019994 h 2693126"/>
                <a:gd name="connsiteX315" fmla="*/ 3606521 w 3780078"/>
                <a:gd name="connsiteY315" fmla="*/ 1010588 h 2693126"/>
                <a:gd name="connsiteX316" fmla="*/ 3613041 w 3780078"/>
                <a:gd name="connsiteY316" fmla="*/ 977402 h 2693126"/>
                <a:gd name="connsiteX317" fmla="*/ 3573627 w 3780078"/>
                <a:gd name="connsiteY317" fmla="*/ 935700 h 2693126"/>
                <a:gd name="connsiteX318" fmla="*/ 3657946 w 3780078"/>
                <a:gd name="connsiteY318" fmla="*/ 878199 h 2693126"/>
                <a:gd name="connsiteX319" fmla="*/ 3663818 w 3780078"/>
                <a:gd name="connsiteY319" fmla="*/ 849169 h 2693126"/>
                <a:gd name="connsiteX320" fmla="*/ 3653764 w 3780078"/>
                <a:gd name="connsiteY320" fmla="*/ 817152 h 2693126"/>
                <a:gd name="connsiteX321" fmla="*/ 3620616 w 3780078"/>
                <a:gd name="connsiteY321" fmla="*/ 764875 h 2693126"/>
                <a:gd name="connsiteX322" fmla="*/ 3675168 w 3780078"/>
                <a:gd name="connsiteY322" fmla="*/ 723045 h 2693126"/>
                <a:gd name="connsiteX323" fmla="*/ 3692124 w 3780078"/>
                <a:gd name="connsiteY323" fmla="*/ 679386 h 2693126"/>
                <a:gd name="connsiteX324" fmla="*/ 3687434 w 3780078"/>
                <a:gd name="connsiteY324" fmla="*/ 645144 h 2693126"/>
                <a:gd name="connsiteX325" fmla="*/ 3704529 w 3780078"/>
                <a:gd name="connsiteY325" fmla="*/ 627388 h 2693126"/>
                <a:gd name="connsiteX326" fmla="*/ 3712231 w 3780078"/>
                <a:gd name="connsiteY326" fmla="*/ 578365 h 2693126"/>
                <a:gd name="connsiteX327" fmla="*/ 3702712 w 3780078"/>
                <a:gd name="connsiteY327" fmla="*/ 557037 h 2693126"/>
                <a:gd name="connsiteX328" fmla="*/ 3705698 w 3780078"/>
                <a:gd name="connsiteY328" fmla="*/ 516288 h 2693126"/>
                <a:gd name="connsiteX329" fmla="*/ 3687942 w 3780078"/>
                <a:gd name="connsiteY329" fmla="*/ 472489 h 2693126"/>
                <a:gd name="connsiteX330" fmla="*/ 3707528 w 3780078"/>
                <a:gd name="connsiteY330" fmla="*/ 445302 h 2693126"/>
                <a:gd name="connsiteX331" fmla="*/ 3710401 w 3780078"/>
                <a:gd name="connsiteY331" fmla="*/ 405570 h 2693126"/>
                <a:gd name="connsiteX332" fmla="*/ 3726975 w 3780078"/>
                <a:gd name="connsiteY332" fmla="*/ 386746 h 2693126"/>
                <a:gd name="connsiteX333" fmla="*/ 3732847 w 3780078"/>
                <a:gd name="connsiteY333" fmla="*/ 354208 h 2693126"/>
                <a:gd name="connsiteX334" fmla="*/ 3723975 w 3780078"/>
                <a:gd name="connsiteY334" fmla="*/ 337062 h 2693126"/>
                <a:gd name="connsiteX335" fmla="*/ 3737029 w 3780078"/>
                <a:gd name="connsiteY335" fmla="*/ 318136 h 2693126"/>
                <a:gd name="connsiteX336" fmla="*/ 3701529 w 3780078"/>
                <a:gd name="connsiteY336" fmla="*/ 307409 h 2693126"/>
                <a:gd name="connsiteX337" fmla="*/ 3657946 w 3780078"/>
                <a:gd name="connsiteY337" fmla="*/ 276167 h 2693126"/>
                <a:gd name="connsiteX338" fmla="*/ 3595424 w 3780078"/>
                <a:gd name="connsiteY338" fmla="*/ 253556 h 2693126"/>
                <a:gd name="connsiteX339" fmla="*/ 3599606 w 3780078"/>
                <a:gd name="connsiteY339" fmla="*/ 210811 h 2693126"/>
                <a:gd name="connsiteX340" fmla="*/ 3594522 w 3780078"/>
                <a:gd name="connsiteY340" fmla="*/ 205066 h 2693126"/>
                <a:gd name="connsiteX341" fmla="*/ 3538788 w 3780078"/>
                <a:gd name="connsiteY341" fmla="*/ 142850 h 2693126"/>
                <a:gd name="connsiteX342" fmla="*/ 3501471 w 3780078"/>
                <a:gd name="connsiteY342" fmla="*/ 140638 h 2693126"/>
                <a:gd name="connsiteX343" fmla="*/ 3480194 w 3780078"/>
                <a:gd name="connsiteY343" fmla="*/ 165461 h 2693126"/>
                <a:gd name="connsiteX344" fmla="*/ 3441186 w 3780078"/>
                <a:gd name="connsiteY344" fmla="*/ 165461 h 2693126"/>
                <a:gd name="connsiteX345" fmla="*/ 3401645 w 3780078"/>
                <a:gd name="connsiteY345" fmla="*/ 244798 h 2693126"/>
                <a:gd name="connsiteX346" fmla="*/ 3400984 w 3780078"/>
                <a:gd name="connsiteY346" fmla="*/ 283094 h 2693126"/>
                <a:gd name="connsiteX347" fmla="*/ 3365624 w 3780078"/>
                <a:gd name="connsiteY347" fmla="*/ 291445 h 2693126"/>
                <a:gd name="connsiteX348" fmla="*/ 3356218 w 3780078"/>
                <a:gd name="connsiteY348" fmla="*/ 327542 h 2693126"/>
                <a:gd name="connsiteX349" fmla="*/ 3380101 w 3780078"/>
                <a:gd name="connsiteY349" fmla="*/ 369880 h 2693126"/>
                <a:gd name="connsiteX350" fmla="*/ 3331954 w 3780078"/>
                <a:gd name="connsiteY350" fmla="*/ 380467 h 2693126"/>
                <a:gd name="connsiteX351" fmla="*/ 3260422 w 3780078"/>
                <a:gd name="connsiteY351" fmla="*/ 360614 h 2693126"/>
                <a:gd name="connsiteX352" fmla="*/ 3225710 w 3780078"/>
                <a:gd name="connsiteY352" fmla="*/ 357602 h 2693126"/>
                <a:gd name="connsiteX353" fmla="*/ 3216190 w 3780078"/>
                <a:gd name="connsiteY353" fmla="*/ 434168 h 2693126"/>
                <a:gd name="connsiteX354" fmla="*/ 3196743 w 3780078"/>
                <a:gd name="connsiteY354" fmla="*/ 474192 h 2693126"/>
                <a:gd name="connsiteX355" fmla="*/ 3214500 w 3780078"/>
                <a:gd name="connsiteY355" fmla="*/ 497846 h 2693126"/>
                <a:gd name="connsiteX356" fmla="*/ 3214754 w 3780078"/>
                <a:gd name="connsiteY356" fmla="*/ 540705 h 2693126"/>
                <a:gd name="connsiteX357" fmla="*/ 3136459 w 3780078"/>
                <a:gd name="connsiteY357" fmla="*/ 551953 h 2693126"/>
                <a:gd name="connsiteX358" fmla="*/ 3108255 w 3780078"/>
                <a:gd name="connsiteY358" fmla="*/ 575734 h 2693126"/>
                <a:gd name="connsiteX359" fmla="*/ 3066248 w 3780078"/>
                <a:gd name="connsiteY359" fmla="*/ 605552 h 2693126"/>
                <a:gd name="connsiteX360" fmla="*/ 3036748 w 3780078"/>
                <a:gd name="connsiteY360" fmla="*/ 599655 h 2693126"/>
                <a:gd name="connsiteX361" fmla="*/ 3020847 w 3780078"/>
                <a:gd name="connsiteY361" fmla="*/ 612733 h 2693126"/>
                <a:gd name="connsiteX362" fmla="*/ 2988220 w 3780078"/>
                <a:gd name="connsiteY362" fmla="*/ 613763 h 2693126"/>
                <a:gd name="connsiteX363" fmla="*/ 2957563 w 3780078"/>
                <a:gd name="connsiteY363" fmla="*/ 634036 h 2693126"/>
                <a:gd name="connsiteX364" fmla="*/ 2941358 w 3780078"/>
                <a:gd name="connsiteY364" fmla="*/ 613394 h 2693126"/>
                <a:gd name="connsiteX365" fmla="*/ 2929207 w 3780078"/>
                <a:gd name="connsiteY365" fmla="*/ 575353 h 2693126"/>
                <a:gd name="connsiteX366" fmla="*/ 2854318 w 3780078"/>
                <a:gd name="connsiteY366" fmla="*/ 575353 h 2693126"/>
                <a:gd name="connsiteX367" fmla="*/ 2850149 w 3780078"/>
                <a:gd name="connsiteY367" fmla="*/ 535087 h 2693126"/>
                <a:gd name="connsiteX368" fmla="*/ 2769757 w 3780078"/>
                <a:gd name="connsiteY368" fmla="*/ 459931 h 2693126"/>
                <a:gd name="connsiteX369" fmla="*/ 2745862 w 3780078"/>
                <a:gd name="connsiteY369" fmla="*/ 468956 h 2693126"/>
                <a:gd name="connsiteX370" fmla="*/ 2708926 w 3780078"/>
                <a:gd name="connsiteY370" fmla="*/ 458521 h 2693126"/>
                <a:gd name="connsiteX371" fmla="*/ 2696546 w 3780078"/>
                <a:gd name="connsiteY371" fmla="*/ 422169 h 2693126"/>
                <a:gd name="connsiteX372" fmla="*/ 2617057 w 3780078"/>
                <a:gd name="connsiteY372" fmla="*/ 431448 h 2693126"/>
                <a:gd name="connsiteX373" fmla="*/ 2590442 w 3780078"/>
                <a:gd name="connsiteY373" fmla="*/ 423326 h 2693126"/>
                <a:gd name="connsiteX374" fmla="*/ 2565123 w 3780078"/>
                <a:gd name="connsiteY374" fmla="*/ 406866 h 2693126"/>
                <a:gd name="connsiteX375" fmla="*/ 2482901 w 3780078"/>
                <a:gd name="connsiteY375" fmla="*/ 366105 h 2693126"/>
                <a:gd name="connsiteX376" fmla="*/ 2482901 w 3780078"/>
                <a:gd name="connsiteY376" fmla="*/ 305579 h 2693126"/>
                <a:gd name="connsiteX377" fmla="*/ 2468805 w 3780078"/>
                <a:gd name="connsiteY377" fmla="*/ 287289 h 2693126"/>
                <a:gd name="connsiteX378" fmla="*/ 2509401 w 3780078"/>
                <a:gd name="connsiteY378" fmla="*/ 216963 h 2693126"/>
                <a:gd name="connsiteX379" fmla="*/ 2507049 w 3780078"/>
                <a:gd name="connsiteY379" fmla="*/ 174994 h 2693126"/>
                <a:gd name="connsiteX380" fmla="*/ 2464496 w 3780078"/>
                <a:gd name="connsiteY380" fmla="*/ 149002 h 2693126"/>
                <a:gd name="connsiteX381" fmla="*/ 2486434 w 3780078"/>
                <a:gd name="connsiteY381" fmla="*/ 130038 h 2693126"/>
                <a:gd name="connsiteX382" fmla="*/ 2482252 w 3780078"/>
                <a:gd name="connsiteY382" fmla="*/ 112269 h 2693126"/>
                <a:gd name="connsiteX383" fmla="*/ 2442711 w 3780078"/>
                <a:gd name="connsiteY383" fmla="*/ 105342 h 2693126"/>
                <a:gd name="connsiteX384" fmla="*/ 2422501 w 3780078"/>
                <a:gd name="connsiteY384" fmla="*/ 123378 h 2693126"/>
                <a:gd name="connsiteX385" fmla="*/ 2382947 w 3780078"/>
                <a:gd name="connsiteY385" fmla="*/ 137626 h 2693126"/>
                <a:gd name="connsiteX386" fmla="*/ 2281939 w 3780078"/>
                <a:gd name="connsiteY386" fmla="*/ 65216 h 2693126"/>
                <a:gd name="connsiteX387" fmla="*/ 2217740 w 3780078"/>
                <a:gd name="connsiteY387" fmla="*/ 69144 h 2693126"/>
                <a:gd name="connsiteX388" fmla="*/ 2204166 w 3780078"/>
                <a:gd name="connsiteY388" fmla="*/ 54501 h 2693126"/>
                <a:gd name="connsiteX389" fmla="*/ 2136954 w 3780078"/>
                <a:gd name="connsiteY389" fmla="*/ 45350 h 2693126"/>
                <a:gd name="connsiteX390" fmla="*/ 2129773 w 3780078"/>
                <a:gd name="connsiteY390" fmla="*/ 20654 h 2693126"/>
                <a:gd name="connsiteX391" fmla="*/ 2091934 w 3780078"/>
                <a:gd name="connsiteY391" fmla="*/ 23005 h 2693126"/>
                <a:gd name="connsiteX392" fmla="*/ 2075487 w 3780078"/>
                <a:gd name="connsiteY392" fmla="*/ 0 h 2693126"/>
                <a:gd name="connsiteX393" fmla="*/ 2039988 w 3780078"/>
                <a:gd name="connsiteY393" fmla="*/ 12926 h 2693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3780078" h="2693126">
                  <a:moveTo>
                    <a:pt x="2039988" y="12926"/>
                  </a:moveTo>
                  <a:lnTo>
                    <a:pt x="1999544" y="10575"/>
                  </a:lnTo>
                  <a:lnTo>
                    <a:pt x="1977479" y="34495"/>
                  </a:lnTo>
                  <a:lnTo>
                    <a:pt x="1949682" y="31890"/>
                  </a:lnTo>
                  <a:lnTo>
                    <a:pt x="1940289" y="11236"/>
                  </a:lnTo>
                  <a:lnTo>
                    <a:pt x="1914182" y="4055"/>
                  </a:lnTo>
                  <a:lnTo>
                    <a:pt x="1882865" y="23132"/>
                  </a:lnTo>
                  <a:lnTo>
                    <a:pt x="1822707" y="51489"/>
                  </a:lnTo>
                  <a:lnTo>
                    <a:pt x="1815665" y="21162"/>
                  </a:lnTo>
                  <a:lnTo>
                    <a:pt x="1786559" y="3000"/>
                  </a:lnTo>
                  <a:lnTo>
                    <a:pt x="1768155" y="9800"/>
                  </a:lnTo>
                  <a:lnTo>
                    <a:pt x="1657614" y="46659"/>
                  </a:lnTo>
                  <a:lnTo>
                    <a:pt x="1660741" y="54374"/>
                  </a:lnTo>
                  <a:lnTo>
                    <a:pt x="1677328" y="79985"/>
                  </a:lnTo>
                  <a:lnTo>
                    <a:pt x="1691029" y="99839"/>
                  </a:lnTo>
                  <a:lnTo>
                    <a:pt x="1730837" y="168601"/>
                  </a:lnTo>
                  <a:lnTo>
                    <a:pt x="1805218" y="266622"/>
                  </a:lnTo>
                  <a:lnTo>
                    <a:pt x="1761393" y="279968"/>
                  </a:lnTo>
                  <a:lnTo>
                    <a:pt x="1751847" y="330656"/>
                  </a:lnTo>
                  <a:lnTo>
                    <a:pt x="1713221" y="337608"/>
                  </a:lnTo>
                  <a:lnTo>
                    <a:pt x="1707997" y="364262"/>
                  </a:lnTo>
                  <a:lnTo>
                    <a:pt x="1675637" y="468701"/>
                  </a:lnTo>
                  <a:lnTo>
                    <a:pt x="1650064" y="499397"/>
                  </a:lnTo>
                  <a:lnTo>
                    <a:pt x="1652403" y="526596"/>
                  </a:lnTo>
                  <a:lnTo>
                    <a:pt x="1637519" y="542548"/>
                  </a:lnTo>
                  <a:lnTo>
                    <a:pt x="1611819" y="574959"/>
                  </a:lnTo>
                  <a:lnTo>
                    <a:pt x="1603468" y="567244"/>
                  </a:lnTo>
                  <a:lnTo>
                    <a:pt x="1544213" y="512221"/>
                  </a:lnTo>
                  <a:lnTo>
                    <a:pt x="1463568" y="510124"/>
                  </a:lnTo>
                  <a:lnTo>
                    <a:pt x="1395708" y="502167"/>
                  </a:lnTo>
                  <a:lnTo>
                    <a:pt x="1296784" y="481640"/>
                  </a:lnTo>
                  <a:lnTo>
                    <a:pt x="1240669" y="485415"/>
                  </a:lnTo>
                  <a:lnTo>
                    <a:pt x="1205322" y="461634"/>
                  </a:lnTo>
                  <a:lnTo>
                    <a:pt x="1162628" y="489216"/>
                  </a:lnTo>
                  <a:lnTo>
                    <a:pt x="1133534" y="535748"/>
                  </a:lnTo>
                  <a:lnTo>
                    <a:pt x="1099865" y="567777"/>
                  </a:lnTo>
                  <a:lnTo>
                    <a:pt x="1018697" y="568019"/>
                  </a:lnTo>
                  <a:lnTo>
                    <a:pt x="1004208" y="585534"/>
                  </a:lnTo>
                  <a:lnTo>
                    <a:pt x="984113" y="620843"/>
                  </a:lnTo>
                  <a:lnTo>
                    <a:pt x="974974" y="633502"/>
                  </a:lnTo>
                  <a:lnTo>
                    <a:pt x="928773" y="664223"/>
                  </a:lnTo>
                  <a:lnTo>
                    <a:pt x="893934" y="604091"/>
                  </a:lnTo>
                  <a:lnTo>
                    <a:pt x="833789" y="593388"/>
                  </a:lnTo>
                  <a:lnTo>
                    <a:pt x="808738" y="603048"/>
                  </a:lnTo>
                  <a:lnTo>
                    <a:pt x="793053" y="623067"/>
                  </a:lnTo>
                  <a:lnTo>
                    <a:pt x="772971" y="713246"/>
                  </a:lnTo>
                  <a:lnTo>
                    <a:pt x="722054" y="785656"/>
                  </a:lnTo>
                  <a:lnTo>
                    <a:pt x="615568" y="803170"/>
                  </a:lnTo>
                  <a:lnTo>
                    <a:pt x="558016" y="832696"/>
                  </a:lnTo>
                  <a:lnTo>
                    <a:pt x="529838" y="789304"/>
                  </a:lnTo>
                  <a:lnTo>
                    <a:pt x="495774" y="780686"/>
                  </a:lnTo>
                  <a:lnTo>
                    <a:pt x="453500" y="781080"/>
                  </a:lnTo>
                  <a:lnTo>
                    <a:pt x="390991" y="838314"/>
                  </a:lnTo>
                  <a:lnTo>
                    <a:pt x="354843" y="845127"/>
                  </a:lnTo>
                  <a:lnTo>
                    <a:pt x="351704" y="867344"/>
                  </a:lnTo>
                  <a:lnTo>
                    <a:pt x="366194" y="921706"/>
                  </a:lnTo>
                  <a:lnTo>
                    <a:pt x="336706" y="933069"/>
                  </a:lnTo>
                  <a:lnTo>
                    <a:pt x="325610" y="1013207"/>
                  </a:lnTo>
                  <a:lnTo>
                    <a:pt x="262720" y="1041042"/>
                  </a:lnTo>
                  <a:lnTo>
                    <a:pt x="233092" y="988371"/>
                  </a:lnTo>
                  <a:lnTo>
                    <a:pt x="191835" y="1019867"/>
                  </a:lnTo>
                  <a:lnTo>
                    <a:pt x="183357" y="1080647"/>
                  </a:lnTo>
                  <a:lnTo>
                    <a:pt x="114443" y="1130966"/>
                  </a:lnTo>
                  <a:lnTo>
                    <a:pt x="80646" y="1123137"/>
                  </a:lnTo>
                  <a:lnTo>
                    <a:pt x="40202" y="1152790"/>
                  </a:lnTo>
                  <a:lnTo>
                    <a:pt x="43215" y="1198292"/>
                  </a:lnTo>
                  <a:lnTo>
                    <a:pt x="54044" y="1235660"/>
                  </a:lnTo>
                  <a:lnTo>
                    <a:pt x="5758" y="1278939"/>
                  </a:lnTo>
                  <a:lnTo>
                    <a:pt x="0" y="1322064"/>
                  </a:lnTo>
                  <a:lnTo>
                    <a:pt x="56510" y="1379566"/>
                  </a:lnTo>
                  <a:lnTo>
                    <a:pt x="57298" y="1486090"/>
                  </a:lnTo>
                  <a:lnTo>
                    <a:pt x="101542" y="1506604"/>
                  </a:lnTo>
                  <a:lnTo>
                    <a:pt x="206210" y="1495622"/>
                  </a:lnTo>
                  <a:lnTo>
                    <a:pt x="277578" y="1519555"/>
                  </a:lnTo>
                  <a:lnTo>
                    <a:pt x="372854" y="1529864"/>
                  </a:lnTo>
                  <a:lnTo>
                    <a:pt x="519530" y="1466605"/>
                  </a:lnTo>
                  <a:lnTo>
                    <a:pt x="547060" y="1436812"/>
                  </a:lnTo>
                  <a:lnTo>
                    <a:pt x="524360" y="1368584"/>
                  </a:lnTo>
                  <a:lnTo>
                    <a:pt x="556847" y="1349887"/>
                  </a:lnTo>
                  <a:lnTo>
                    <a:pt x="597443" y="1360996"/>
                  </a:lnTo>
                  <a:lnTo>
                    <a:pt x="628240" y="1327937"/>
                  </a:lnTo>
                  <a:lnTo>
                    <a:pt x="642069" y="1362966"/>
                  </a:lnTo>
                  <a:lnTo>
                    <a:pt x="638675" y="1408964"/>
                  </a:lnTo>
                  <a:lnTo>
                    <a:pt x="660994" y="1408583"/>
                  </a:lnTo>
                  <a:lnTo>
                    <a:pt x="727418" y="1382311"/>
                  </a:lnTo>
                  <a:lnTo>
                    <a:pt x="786533" y="1414188"/>
                  </a:lnTo>
                  <a:lnTo>
                    <a:pt x="807416" y="1463224"/>
                  </a:lnTo>
                  <a:lnTo>
                    <a:pt x="772971" y="1516658"/>
                  </a:lnTo>
                  <a:lnTo>
                    <a:pt x="754694" y="1617183"/>
                  </a:lnTo>
                  <a:lnTo>
                    <a:pt x="762396" y="1629219"/>
                  </a:lnTo>
                  <a:lnTo>
                    <a:pt x="769311" y="1684356"/>
                  </a:lnTo>
                  <a:lnTo>
                    <a:pt x="805319" y="1730634"/>
                  </a:lnTo>
                  <a:lnTo>
                    <a:pt x="802980" y="1736900"/>
                  </a:lnTo>
                  <a:lnTo>
                    <a:pt x="811203" y="1764888"/>
                  </a:lnTo>
                  <a:lnTo>
                    <a:pt x="834946" y="1780433"/>
                  </a:lnTo>
                  <a:lnTo>
                    <a:pt x="885050" y="1775603"/>
                  </a:lnTo>
                  <a:lnTo>
                    <a:pt x="920155" y="1827753"/>
                  </a:lnTo>
                  <a:lnTo>
                    <a:pt x="902946" y="1897557"/>
                  </a:lnTo>
                  <a:lnTo>
                    <a:pt x="939996" y="1968264"/>
                  </a:lnTo>
                  <a:lnTo>
                    <a:pt x="908551" y="2041055"/>
                  </a:lnTo>
                  <a:lnTo>
                    <a:pt x="925265" y="2086151"/>
                  </a:lnTo>
                  <a:lnTo>
                    <a:pt x="919253" y="2147846"/>
                  </a:lnTo>
                  <a:lnTo>
                    <a:pt x="879190" y="2176597"/>
                  </a:lnTo>
                  <a:lnTo>
                    <a:pt x="867306" y="2209936"/>
                  </a:lnTo>
                  <a:lnTo>
                    <a:pt x="868221" y="2235280"/>
                  </a:lnTo>
                  <a:lnTo>
                    <a:pt x="888075" y="2262607"/>
                  </a:lnTo>
                  <a:lnTo>
                    <a:pt x="866658" y="2297369"/>
                  </a:lnTo>
                  <a:lnTo>
                    <a:pt x="846945" y="2328077"/>
                  </a:lnTo>
                  <a:lnTo>
                    <a:pt x="864561" y="2378257"/>
                  </a:lnTo>
                  <a:lnTo>
                    <a:pt x="895230" y="2418409"/>
                  </a:lnTo>
                  <a:lnTo>
                    <a:pt x="893019" y="2440893"/>
                  </a:lnTo>
                  <a:lnTo>
                    <a:pt x="887147" y="2498661"/>
                  </a:lnTo>
                  <a:lnTo>
                    <a:pt x="923167" y="2567270"/>
                  </a:lnTo>
                  <a:lnTo>
                    <a:pt x="985943" y="2601778"/>
                  </a:lnTo>
                  <a:lnTo>
                    <a:pt x="1029145" y="2665304"/>
                  </a:lnTo>
                  <a:lnTo>
                    <a:pt x="1071280" y="2691576"/>
                  </a:lnTo>
                  <a:lnTo>
                    <a:pt x="1086417" y="2689860"/>
                  </a:lnTo>
                  <a:lnTo>
                    <a:pt x="1098709" y="2689860"/>
                  </a:lnTo>
                  <a:lnTo>
                    <a:pt x="1121930" y="2693127"/>
                  </a:lnTo>
                  <a:lnTo>
                    <a:pt x="1142533" y="2663461"/>
                  </a:lnTo>
                  <a:lnTo>
                    <a:pt x="1156769" y="2577591"/>
                  </a:lnTo>
                  <a:lnTo>
                    <a:pt x="1186256" y="2572494"/>
                  </a:lnTo>
                  <a:lnTo>
                    <a:pt x="1199843" y="2558894"/>
                  </a:lnTo>
                  <a:lnTo>
                    <a:pt x="1203351" y="2515642"/>
                  </a:lnTo>
                  <a:lnTo>
                    <a:pt x="1226954" y="2502715"/>
                  </a:lnTo>
                  <a:lnTo>
                    <a:pt x="1251765" y="2505575"/>
                  </a:lnTo>
                  <a:lnTo>
                    <a:pt x="1258806" y="2457073"/>
                  </a:lnTo>
                  <a:lnTo>
                    <a:pt x="1266521" y="2398530"/>
                  </a:lnTo>
                  <a:lnTo>
                    <a:pt x="1274732" y="2365458"/>
                  </a:lnTo>
                  <a:lnTo>
                    <a:pt x="1294306" y="2352404"/>
                  </a:lnTo>
                  <a:lnTo>
                    <a:pt x="1322624" y="2305072"/>
                  </a:lnTo>
                  <a:lnTo>
                    <a:pt x="1321073" y="2253837"/>
                  </a:lnTo>
                  <a:lnTo>
                    <a:pt x="1341931" y="2243249"/>
                  </a:lnTo>
                  <a:lnTo>
                    <a:pt x="1350942" y="2216469"/>
                  </a:lnTo>
                  <a:lnTo>
                    <a:pt x="1338296" y="2190070"/>
                  </a:lnTo>
                  <a:lnTo>
                    <a:pt x="1347422" y="2167967"/>
                  </a:lnTo>
                  <a:lnTo>
                    <a:pt x="1341143" y="2130471"/>
                  </a:lnTo>
                  <a:lnTo>
                    <a:pt x="1307613" y="2120532"/>
                  </a:lnTo>
                  <a:lnTo>
                    <a:pt x="1299008" y="2095569"/>
                  </a:lnTo>
                  <a:lnTo>
                    <a:pt x="1301754" y="2064582"/>
                  </a:lnTo>
                  <a:lnTo>
                    <a:pt x="1314794" y="2045631"/>
                  </a:lnTo>
                  <a:lnTo>
                    <a:pt x="1295742" y="2014376"/>
                  </a:lnTo>
                  <a:lnTo>
                    <a:pt x="1311935" y="1987609"/>
                  </a:lnTo>
                  <a:lnTo>
                    <a:pt x="1300838" y="1951385"/>
                  </a:lnTo>
                  <a:lnTo>
                    <a:pt x="1240148" y="1907484"/>
                  </a:lnTo>
                  <a:lnTo>
                    <a:pt x="1233488" y="1861066"/>
                  </a:lnTo>
                  <a:lnTo>
                    <a:pt x="1268465" y="1849449"/>
                  </a:lnTo>
                  <a:lnTo>
                    <a:pt x="1290137" y="1831400"/>
                  </a:lnTo>
                  <a:lnTo>
                    <a:pt x="1296784" y="1815195"/>
                  </a:lnTo>
                  <a:lnTo>
                    <a:pt x="1289615" y="1801862"/>
                  </a:lnTo>
                  <a:lnTo>
                    <a:pt x="1298360" y="1759918"/>
                  </a:lnTo>
                  <a:lnTo>
                    <a:pt x="1288319" y="1751682"/>
                  </a:lnTo>
                  <a:lnTo>
                    <a:pt x="1301487" y="1718330"/>
                  </a:lnTo>
                  <a:lnTo>
                    <a:pt x="1322115" y="1715471"/>
                  </a:lnTo>
                  <a:lnTo>
                    <a:pt x="1360729" y="1687368"/>
                  </a:lnTo>
                  <a:lnTo>
                    <a:pt x="1445964" y="1681229"/>
                  </a:lnTo>
                  <a:lnTo>
                    <a:pt x="1466173" y="1668557"/>
                  </a:lnTo>
                  <a:lnTo>
                    <a:pt x="1489140" y="1684483"/>
                  </a:lnTo>
                  <a:lnTo>
                    <a:pt x="1477930" y="1709992"/>
                  </a:lnTo>
                  <a:lnTo>
                    <a:pt x="1525301" y="1775603"/>
                  </a:lnTo>
                  <a:lnTo>
                    <a:pt x="1570842" y="1792990"/>
                  </a:lnTo>
                  <a:lnTo>
                    <a:pt x="1602414" y="1765803"/>
                  </a:lnTo>
                  <a:lnTo>
                    <a:pt x="1598893" y="1726198"/>
                  </a:lnTo>
                  <a:lnTo>
                    <a:pt x="1617831" y="1700701"/>
                  </a:lnTo>
                  <a:lnTo>
                    <a:pt x="1650966" y="1679793"/>
                  </a:lnTo>
                  <a:lnTo>
                    <a:pt x="1668596" y="1673006"/>
                  </a:lnTo>
                  <a:lnTo>
                    <a:pt x="1674582" y="1719805"/>
                  </a:lnTo>
                  <a:lnTo>
                    <a:pt x="1638447" y="1729198"/>
                  </a:lnTo>
                  <a:lnTo>
                    <a:pt x="1641447" y="1759918"/>
                  </a:lnTo>
                  <a:lnTo>
                    <a:pt x="1673921" y="1758736"/>
                  </a:lnTo>
                  <a:lnTo>
                    <a:pt x="1676806" y="1795990"/>
                  </a:lnTo>
                  <a:lnTo>
                    <a:pt x="1661529" y="1809577"/>
                  </a:lnTo>
                  <a:lnTo>
                    <a:pt x="1662203" y="1930997"/>
                  </a:lnTo>
                  <a:lnTo>
                    <a:pt x="1694423" y="2022371"/>
                  </a:lnTo>
                  <a:lnTo>
                    <a:pt x="1678650" y="2038437"/>
                  </a:lnTo>
                  <a:lnTo>
                    <a:pt x="1679679" y="2061709"/>
                  </a:lnTo>
                  <a:lnTo>
                    <a:pt x="1748835" y="2092557"/>
                  </a:lnTo>
                  <a:lnTo>
                    <a:pt x="1763337" y="2124193"/>
                  </a:lnTo>
                  <a:lnTo>
                    <a:pt x="1793079" y="2189536"/>
                  </a:lnTo>
                  <a:lnTo>
                    <a:pt x="1825707" y="2244177"/>
                  </a:lnTo>
                  <a:lnTo>
                    <a:pt x="1863024" y="2282460"/>
                  </a:lnTo>
                  <a:lnTo>
                    <a:pt x="1881047" y="2267564"/>
                  </a:lnTo>
                  <a:lnTo>
                    <a:pt x="1927897" y="2301017"/>
                  </a:lnTo>
                  <a:lnTo>
                    <a:pt x="1981915" y="2298297"/>
                  </a:lnTo>
                  <a:lnTo>
                    <a:pt x="2015330" y="2319981"/>
                  </a:lnTo>
                  <a:lnTo>
                    <a:pt x="2059829" y="2319066"/>
                  </a:lnTo>
                  <a:lnTo>
                    <a:pt x="2128731" y="2270703"/>
                  </a:lnTo>
                  <a:lnTo>
                    <a:pt x="2151711" y="2299199"/>
                  </a:lnTo>
                  <a:lnTo>
                    <a:pt x="2208728" y="2294891"/>
                  </a:lnTo>
                  <a:lnTo>
                    <a:pt x="2211741" y="2260383"/>
                  </a:lnTo>
                  <a:lnTo>
                    <a:pt x="2232865" y="2243643"/>
                  </a:lnTo>
                  <a:lnTo>
                    <a:pt x="2236005" y="2212274"/>
                  </a:lnTo>
                  <a:lnTo>
                    <a:pt x="2214207" y="2208093"/>
                  </a:lnTo>
                  <a:lnTo>
                    <a:pt x="2232357" y="2175300"/>
                  </a:lnTo>
                  <a:lnTo>
                    <a:pt x="2221769" y="2151761"/>
                  </a:lnTo>
                  <a:lnTo>
                    <a:pt x="2249719" y="2121295"/>
                  </a:lnTo>
                  <a:lnTo>
                    <a:pt x="2319778" y="2166530"/>
                  </a:lnTo>
                  <a:lnTo>
                    <a:pt x="2349024" y="2147707"/>
                  </a:lnTo>
                  <a:lnTo>
                    <a:pt x="2404872" y="2131374"/>
                  </a:lnTo>
                  <a:lnTo>
                    <a:pt x="2444426" y="2085897"/>
                  </a:lnTo>
                  <a:lnTo>
                    <a:pt x="2534860" y="2079236"/>
                  </a:lnTo>
                  <a:lnTo>
                    <a:pt x="2556632" y="2041195"/>
                  </a:lnTo>
                  <a:lnTo>
                    <a:pt x="2598143" y="2020414"/>
                  </a:lnTo>
                  <a:lnTo>
                    <a:pt x="2626996" y="2067455"/>
                  </a:lnTo>
                  <a:lnTo>
                    <a:pt x="2660513" y="2063794"/>
                  </a:lnTo>
                  <a:lnTo>
                    <a:pt x="2652302" y="2041970"/>
                  </a:lnTo>
                  <a:lnTo>
                    <a:pt x="2689479" y="2028904"/>
                  </a:lnTo>
                  <a:lnTo>
                    <a:pt x="2746269" y="2101060"/>
                  </a:lnTo>
                  <a:lnTo>
                    <a:pt x="2781628" y="2101060"/>
                  </a:lnTo>
                  <a:lnTo>
                    <a:pt x="2782276" y="2127192"/>
                  </a:lnTo>
                  <a:lnTo>
                    <a:pt x="2757492" y="2153197"/>
                  </a:lnTo>
                  <a:lnTo>
                    <a:pt x="2747959" y="2189790"/>
                  </a:lnTo>
                  <a:lnTo>
                    <a:pt x="2789331" y="2219328"/>
                  </a:lnTo>
                  <a:lnTo>
                    <a:pt x="2792330" y="2254231"/>
                  </a:lnTo>
                  <a:lnTo>
                    <a:pt x="2775743" y="2270309"/>
                  </a:lnTo>
                  <a:lnTo>
                    <a:pt x="2790500" y="2307690"/>
                  </a:lnTo>
                  <a:lnTo>
                    <a:pt x="2861232" y="2322586"/>
                  </a:lnTo>
                  <a:lnTo>
                    <a:pt x="2916179" y="2350167"/>
                  </a:lnTo>
                  <a:lnTo>
                    <a:pt x="2927008" y="2405457"/>
                  </a:lnTo>
                  <a:lnTo>
                    <a:pt x="2890847" y="2463619"/>
                  </a:lnTo>
                  <a:lnTo>
                    <a:pt x="2951157" y="2497339"/>
                  </a:lnTo>
                  <a:lnTo>
                    <a:pt x="2981026" y="2465195"/>
                  </a:lnTo>
                  <a:lnTo>
                    <a:pt x="3047322" y="2477880"/>
                  </a:lnTo>
                  <a:lnTo>
                    <a:pt x="3085694" y="2473685"/>
                  </a:lnTo>
                  <a:lnTo>
                    <a:pt x="3104874" y="2452256"/>
                  </a:lnTo>
                  <a:lnTo>
                    <a:pt x="3122885" y="2422845"/>
                  </a:lnTo>
                  <a:lnTo>
                    <a:pt x="3150161" y="2397996"/>
                  </a:lnTo>
                  <a:lnTo>
                    <a:pt x="3165031" y="2367288"/>
                  </a:lnTo>
                  <a:lnTo>
                    <a:pt x="3160456" y="2339046"/>
                  </a:lnTo>
                  <a:lnTo>
                    <a:pt x="3139459" y="2324683"/>
                  </a:lnTo>
                  <a:lnTo>
                    <a:pt x="3118843" y="2259073"/>
                  </a:lnTo>
                  <a:lnTo>
                    <a:pt x="3090512" y="2242474"/>
                  </a:lnTo>
                  <a:lnTo>
                    <a:pt x="3083991" y="2228226"/>
                  </a:lnTo>
                  <a:lnTo>
                    <a:pt x="3034676" y="2200378"/>
                  </a:lnTo>
                  <a:lnTo>
                    <a:pt x="3016005" y="2149016"/>
                  </a:lnTo>
                  <a:lnTo>
                    <a:pt x="3024876" y="2092811"/>
                  </a:lnTo>
                  <a:lnTo>
                    <a:pt x="3064418" y="2064976"/>
                  </a:lnTo>
                  <a:lnTo>
                    <a:pt x="3051746" y="2015431"/>
                  </a:lnTo>
                  <a:lnTo>
                    <a:pt x="3088046" y="1991142"/>
                  </a:lnTo>
                  <a:lnTo>
                    <a:pt x="3108801" y="2004717"/>
                  </a:lnTo>
                  <a:lnTo>
                    <a:pt x="3133586" y="1978063"/>
                  </a:lnTo>
                  <a:lnTo>
                    <a:pt x="3124715" y="1937277"/>
                  </a:lnTo>
                  <a:lnTo>
                    <a:pt x="3136459" y="1926689"/>
                  </a:lnTo>
                  <a:lnTo>
                    <a:pt x="3120012" y="1892320"/>
                  </a:lnTo>
                  <a:lnTo>
                    <a:pt x="3098735" y="1901205"/>
                  </a:lnTo>
                  <a:lnTo>
                    <a:pt x="3080471" y="1858588"/>
                  </a:lnTo>
                  <a:lnTo>
                    <a:pt x="3056855" y="1846818"/>
                  </a:lnTo>
                  <a:lnTo>
                    <a:pt x="3004260" y="1862782"/>
                  </a:lnTo>
                  <a:lnTo>
                    <a:pt x="2995388" y="1882254"/>
                  </a:lnTo>
                  <a:lnTo>
                    <a:pt x="2959355" y="1885253"/>
                  </a:lnTo>
                  <a:lnTo>
                    <a:pt x="2949314" y="1864612"/>
                  </a:lnTo>
                  <a:lnTo>
                    <a:pt x="2907574" y="1866569"/>
                  </a:lnTo>
                  <a:lnTo>
                    <a:pt x="2902095" y="1826177"/>
                  </a:lnTo>
                  <a:lnTo>
                    <a:pt x="2867104" y="1828668"/>
                  </a:lnTo>
                  <a:lnTo>
                    <a:pt x="2863062" y="1812462"/>
                  </a:lnTo>
                  <a:lnTo>
                    <a:pt x="2885509" y="1753233"/>
                  </a:lnTo>
                  <a:lnTo>
                    <a:pt x="2867104" y="1721750"/>
                  </a:lnTo>
                  <a:lnTo>
                    <a:pt x="2880285" y="1674175"/>
                  </a:lnTo>
                  <a:lnTo>
                    <a:pt x="2865529" y="1634570"/>
                  </a:lnTo>
                  <a:lnTo>
                    <a:pt x="2886678" y="1616140"/>
                  </a:lnTo>
                  <a:lnTo>
                    <a:pt x="2890326" y="1564766"/>
                  </a:lnTo>
                  <a:lnTo>
                    <a:pt x="2863444" y="1530919"/>
                  </a:lnTo>
                  <a:lnTo>
                    <a:pt x="2905083" y="1515628"/>
                  </a:lnTo>
                  <a:lnTo>
                    <a:pt x="2950483" y="1458890"/>
                  </a:lnTo>
                  <a:lnTo>
                    <a:pt x="2939273" y="1434601"/>
                  </a:lnTo>
                  <a:lnTo>
                    <a:pt x="2968240" y="1428716"/>
                  </a:lnTo>
                  <a:lnTo>
                    <a:pt x="2982983" y="1400334"/>
                  </a:lnTo>
                  <a:lnTo>
                    <a:pt x="2971239" y="1354730"/>
                  </a:lnTo>
                  <a:lnTo>
                    <a:pt x="2975167" y="1327416"/>
                  </a:lnTo>
                  <a:lnTo>
                    <a:pt x="3027240" y="1341791"/>
                  </a:lnTo>
                  <a:lnTo>
                    <a:pt x="3141289" y="1281404"/>
                  </a:lnTo>
                  <a:lnTo>
                    <a:pt x="3160075" y="1278532"/>
                  </a:lnTo>
                  <a:lnTo>
                    <a:pt x="3215669" y="1295653"/>
                  </a:lnTo>
                  <a:lnTo>
                    <a:pt x="3226257" y="1260102"/>
                  </a:lnTo>
                  <a:lnTo>
                    <a:pt x="3238128" y="1249527"/>
                  </a:lnTo>
                  <a:lnTo>
                    <a:pt x="3250393" y="1240630"/>
                  </a:lnTo>
                  <a:lnTo>
                    <a:pt x="3267348" y="1278011"/>
                  </a:lnTo>
                  <a:lnTo>
                    <a:pt x="3292400" y="1306888"/>
                  </a:lnTo>
                  <a:lnTo>
                    <a:pt x="3264730" y="1367936"/>
                  </a:lnTo>
                  <a:lnTo>
                    <a:pt x="3270603" y="1409625"/>
                  </a:lnTo>
                  <a:lnTo>
                    <a:pt x="3291892" y="1428983"/>
                  </a:lnTo>
                  <a:lnTo>
                    <a:pt x="3322689" y="1408964"/>
                  </a:lnTo>
                  <a:lnTo>
                    <a:pt x="3348516" y="1429364"/>
                  </a:lnTo>
                  <a:lnTo>
                    <a:pt x="3375665" y="1461241"/>
                  </a:lnTo>
                  <a:lnTo>
                    <a:pt x="3368878" y="1482683"/>
                  </a:lnTo>
                  <a:lnTo>
                    <a:pt x="3417558" y="1504392"/>
                  </a:lnTo>
                  <a:lnTo>
                    <a:pt x="3440411" y="1481768"/>
                  </a:lnTo>
                  <a:lnTo>
                    <a:pt x="3467280" y="1507786"/>
                  </a:lnTo>
                  <a:lnTo>
                    <a:pt x="3495459" y="1495495"/>
                  </a:lnTo>
                  <a:lnTo>
                    <a:pt x="3499640" y="1471320"/>
                  </a:lnTo>
                  <a:lnTo>
                    <a:pt x="3528620" y="1474193"/>
                  </a:lnTo>
                  <a:lnTo>
                    <a:pt x="3588116" y="1499829"/>
                  </a:lnTo>
                  <a:lnTo>
                    <a:pt x="3628318" y="1482569"/>
                  </a:lnTo>
                  <a:lnTo>
                    <a:pt x="3698657" y="1539295"/>
                  </a:lnTo>
                  <a:lnTo>
                    <a:pt x="3719273" y="1522161"/>
                  </a:lnTo>
                  <a:lnTo>
                    <a:pt x="3723975" y="1506731"/>
                  </a:lnTo>
                  <a:lnTo>
                    <a:pt x="3746422" y="1499156"/>
                  </a:lnTo>
                  <a:lnTo>
                    <a:pt x="3758293" y="1454708"/>
                  </a:lnTo>
                  <a:lnTo>
                    <a:pt x="3751124" y="1422170"/>
                  </a:lnTo>
                  <a:lnTo>
                    <a:pt x="3768868" y="1389111"/>
                  </a:lnTo>
                  <a:lnTo>
                    <a:pt x="3774727" y="1358912"/>
                  </a:lnTo>
                  <a:lnTo>
                    <a:pt x="3765996" y="1315125"/>
                  </a:lnTo>
                  <a:lnTo>
                    <a:pt x="3780078" y="1277884"/>
                  </a:lnTo>
                  <a:lnTo>
                    <a:pt x="3757124" y="1258399"/>
                  </a:lnTo>
                  <a:lnTo>
                    <a:pt x="3712740" y="1220497"/>
                  </a:lnTo>
                  <a:lnTo>
                    <a:pt x="3683265" y="1201013"/>
                  </a:lnTo>
                  <a:lnTo>
                    <a:pt x="3635347" y="1214498"/>
                  </a:lnTo>
                  <a:lnTo>
                    <a:pt x="3596340" y="1219582"/>
                  </a:lnTo>
                  <a:lnTo>
                    <a:pt x="3583172" y="1217752"/>
                  </a:lnTo>
                  <a:lnTo>
                    <a:pt x="3575190" y="1185214"/>
                  </a:lnTo>
                  <a:lnTo>
                    <a:pt x="3566064" y="1168220"/>
                  </a:lnTo>
                  <a:lnTo>
                    <a:pt x="3562022" y="1115422"/>
                  </a:lnTo>
                  <a:lnTo>
                    <a:pt x="3541127" y="1081575"/>
                  </a:lnTo>
                  <a:lnTo>
                    <a:pt x="3568670" y="1063272"/>
                  </a:lnTo>
                  <a:lnTo>
                    <a:pt x="3578736" y="1019994"/>
                  </a:lnTo>
                  <a:lnTo>
                    <a:pt x="3606521" y="1010588"/>
                  </a:lnTo>
                  <a:lnTo>
                    <a:pt x="3613041" y="977402"/>
                  </a:lnTo>
                  <a:lnTo>
                    <a:pt x="3573627" y="935700"/>
                  </a:lnTo>
                  <a:lnTo>
                    <a:pt x="3657946" y="878199"/>
                  </a:lnTo>
                  <a:lnTo>
                    <a:pt x="3663818" y="849169"/>
                  </a:lnTo>
                  <a:lnTo>
                    <a:pt x="3653764" y="817152"/>
                  </a:lnTo>
                  <a:lnTo>
                    <a:pt x="3620616" y="764875"/>
                  </a:lnTo>
                  <a:lnTo>
                    <a:pt x="3675168" y="723045"/>
                  </a:lnTo>
                  <a:lnTo>
                    <a:pt x="3692124" y="679386"/>
                  </a:lnTo>
                  <a:lnTo>
                    <a:pt x="3687434" y="645144"/>
                  </a:lnTo>
                  <a:lnTo>
                    <a:pt x="3704529" y="627388"/>
                  </a:lnTo>
                  <a:lnTo>
                    <a:pt x="3712231" y="578365"/>
                  </a:lnTo>
                  <a:lnTo>
                    <a:pt x="3702712" y="557037"/>
                  </a:lnTo>
                  <a:lnTo>
                    <a:pt x="3705698" y="516288"/>
                  </a:lnTo>
                  <a:lnTo>
                    <a:pt x="3687942" y="472489"/>
                  </a:lnTo>
                  <a:lnTo>
                    <a:pt x="3707528" y="445302"/>
                  </a:lnTo>
                  <a:lnTo>
                    <a:pt x="3710401" y="405570"/>
                  </a:lnTo>
                  <a:lnTo>
                    <a:pt x="3726975" y="386746"/>
                  </a:lnTo>
                  <a:lnTo>
                    <a:pt x="3732847" y="354208"/>
                  </a:lnTo>
                  <a:lnTo>
                    <a:pt x="3723975" y="337062"/>
                  </a:lnTo>
                  <a:lnTo>
                    <a:pt x="3737029" y="318136"/>
                  </a:lnTo>
                  <a:lnTo>
                    <a:pt x="3701529" y="307409"/>
                  </a:lnTo>
                  <a:lnTo>
                    <a:pt x="3657946" y="276167"/>
                  </a:lnTo>
                  <a:lnTo>
                    <a:pt x="3595424" y="253556"/>
                  </a:lnTo>
                  <a:lnTo>
                    <a:pt x="3599606" y="210811"/>
                  </a:lnTo>
                  <a:lnTo>
                    <a:pt x="3594522" y="205066"/>
                  </a:lnTo>
                  <a:lnTo>
                    <a:pt x="3538788" y="142850"/>
                  </a:lnTo>
                  <a:lnTo>
                    <a:pt x="3501471" y="140638"/>
                  </a:lnTo>
                  <a:lnTo>
                    <a:pt x="3480194" y="165461"/>
                  </a:lnTo>
                  <a:lnTo>
                    <a:pt x="3441186" y="165461"/>
                  </a:lnTo>
                  <a:lnTo>
                    <a:pt x="3401645" y="244798"/>
                  </a:lnTo>
                  <a:lnTo>
                    <a:pt x="3400984" y="283094"/>
                  </a:lnTo>
                  <a:lnTo>
                    <a:pt x="3365624" y="291445"/>
                  </a:lnTo>
                  <a:lnTo>
                    <a:pt x="3356218" y="327542"/>
                  </a:lnTo>
                  <a:lnTo>
                    <a:pt x="3380101" y="369880"/>
                  </a:lnTo>
                  <a:lnTo>
                    <a:pt x="3331954" y="380467"/>
                  </a:lnTo>
                  <a:lnTo>
                    <a:pt x="3260422" y="360614"/>
                  </a:lnTo>
                  <a:lnTo>
                    <a:pt x="3225710" y="357602"/>
                  </a:lnTo>
                  <a:lnTo>
                    <a:pt x="3216190" y="434168"/>
                  </a:lnTo>
                  <a:lnTo>
                    <a:pt x="3196743" y="474192"/>
                  </a:lnTo>
                  <a:lnTo>
                    <a:pt x="3214500" y="497846"/>
                  </a:lnTo>
                  <a:lnTo>
                    <a:pt x="3214754" y="540705"/>
                  </a:lnTo>
                  <a:lnTo>
                    <a:pt x="3136459" y="551953"/>
                  </a:lnTo>
                  <a:lnTo>
                    <a:pt x="3108255" y="575734"/>
                  </a:lnTo>
                  <a:lnTo>
                    <a:pt x="3066248" y="605552"/>
                  </a:lnTo>
                  <a:lnTo>
                    <a:pt x="3036748" y="599655"/>
                  </a:lnTo>
                  <a:lnTo>
                    <a:pt x="3020847" y="612733"/>
                  </a:lnTo>
                  <a:lnTo>
                    <a:pt x="2988220" y="613763"/>
                  </a:lnTo>
                  <a:lnTo>
                    <a:pt x="2957563" y="634036"/>
                  </a:lnTo>
                  <a:lnTo>
                    <a:pt x="2941358" y="613394"/>
                  </a:lnTo>
                  <a:lnTo>
                    <a:pt x="2929207" y="575353"/>
                  </a:lnTo>
                  <a:lnTo>
                    <a:pt x="2854318" y="575353"/>
                  </a:lnTo>
                  <a:lnTo>
                    <a:pt x="2850149" y="535087"/>
                  </a:lnTo>
                  <a:lnTo>
                    <a:pt x="2769757" y="459931"/>
                  </a:lnTo>
                  <a:lnTo>
                    <a:pt x="2745862" y="468956"/>
                  </a:lnTo>
                  <a:lnTo>
                    <a:pt x="2708926" y="458521"/>
                  </a:lnTo>
                  <a:lnTo>
                    <a:pt x="2696546" y="422169"/>
                  </a:lnTo>
                  <a:lnTo>
                    <a:pt x="2617057" y="431448"/>
                  </a:lnTo>
                  <a:lnTo>
                    <a:pt x="2590442" y="423326"/>
                  </a:lnTo>
                  <a:lnTo>
                    <a:pt x="2565123" y="406866"/>
                  </a:lnTo>
                  <a:lnTo>
                    <a:pt x="2482901" y="366105"/>
                  </a:lnTo>
                  <a:lnTo>
                    <a:pt x="2482901" y="305579"/>
                  </a:lnTo>
                  <a:lnTo>
                    <a:pt x="2468805" y="287289"/>
                  </a:lnTo>
                  <a:lnTo>
                    <a:pt x="2509401" y="216963"/>
                  </a:lnTo>
                  <a:lnTo>
                    <a:pt x="2507049" y="174994"/>
                  </a:lnTo>
                  <a:lnTo>
                    <a:pt x="2464496" y="149002"/>
                  </a:lnTo>
                  <a:lnTo>
                    <a:pt x="2486434" y="130038"/>
                  </a:lnTo>
                  <a:lnTo>
                    <a:pt x="2482252" y="112269"/>
                  </a:lnTo>
                  <a:lnTo>
                    <a:pt x="2442711" y="105342"/>
                  </a:lnTo>
                  <a:lnTo>
                    <a:pt x="2422501" y="123378"/>
                  </a:lnTo>
                  <a:lnTo>
                    <a:pt x="2382947" y="137626"/>
                  </a:lnTo>
                  <a:lnTo>
                    <a:pt x="2281939" y="65216"/>
                  </a:lnTo>
                  <a:lnTo>
                    <a:pt x="2217740" y="69144"/>
                  </a:lnTo>
                  <a:lnTo>
                    <a:pt x="2204166" y="54501"/>
                  </a:lnTo>
                  <a:lnTo>
                    <a:pt x="2136954" y="45350"/>
                  </a:lnTo>
                  <a:lnTo>
                    <a:pt x="2129773" y="20654"/>
                  </a:lnTo>
                  <a:lnTo>
                    <a:pt x="2091934" y="23005"/>
                  </a:lnTo>
                  <a:lnTo>
                    <a:pt x="2075487" y="0"/>
                  </a:lnTo>
                  <a:lnTo>
                    <a:pt x="2039988" y="12926"/>
                  </a:lnTo>
                  <a:close/>
                </a:path>
              </a:pathLst>
            </a:custGeom>
            <a:solidFill>
              <a:srgbClr val="FFFFFF"/>
            </a:solidFill>
            <a:ln w="12700" cap="flat">
              <a:noFill/>
              <a:prstDash val="solid"/>
              <a:miter/>
            </a:ln>
          </p:spPr>
          <p:txBody>
            <a:bodyPr rtlCol="0" anchor="ctr"/>
            <a:lstStyle/>
            <a:p>
              <a:endParaRPr lang="de-CH"/>
            </a:p>
          </p:txBody>
        </p:sp>
        <p:sp>
          <p:nvSpPr>
            <p:cNvPr id="117" name="Freihandform: Form 116">
              <a:extLst>
                <a:ext uri="{FF2B5EF4-FFF2-40B4-BE49-F238E27FC236}">
                  <a16:creationId xmlns:a16="http://schemas.microsoft.com/office/drawing/2014/main" id="{9636454D-C121-416B-C084-B62DB45CDA8D}"/>
                </a:ext>
              </a:extLst>
            </p:cNvPr>
            <p:cNvSpPr/>
            <p:nvPr/>
          </p:nvSpPr>
          <p:spPr>
            <a:xfrm>
              <a:off x="7015909" y="2657288"/>
              <a:ext cx="3780091" cy="2693126"/>
            </a:xfrm>
            <a:custGeom>
              <a:avLst/>
              <a:gdLst>
                <a:gd name="connsiteX0" fmla="*/ 3090525 w 3780091"/>
                <a:gd name="connsiteY0" fmla="*/ 2242461 h 2693126"/>
                <a:gd name="connsiteX1" fmla="*/ 3118842 w 3780091"/>
                <a:gd name="connsiteY1" fmla="*/ 2259073 h 2693126"/>
                <a:gd name="connsiteX2" fmla="*/ 3139459 w 3780091"/>
                <a:gd name="connsiteY2" fmla="*/ 2324671 h 2693126"/>
                <a:gd name="connsiteX3" fmla="*/ 3160469 w 3780091"/>
                <a:gd name="connsiteY3" fmla="*/ 2339046 h 2693126"/>
                <a:gd name="connsiteX4" fmla="*/ 3165032 w 3780091"/>
                <a:gd name="connsiteY4" fmla="*/ 2367275 h 2693126"/>
                <a:gd name="connsiteX5" fmla="*/ 3150161 w 3780091"/>
                <a:gd name="connsiteY5" fmla="*/ 2397996 h 2693126"/>
                <a:gd name="connsiteX6" fmla="*/ 3122897 w 3780091"/>
                <a:gd name="connsiteY6" fmla="*/ 2422832 h 2693126"/>
                <a:gd name="connsiteX7" fmla="*/ 3104874 w 3780091"/>
                <a:gd name="connsiteY7" fmla="*/ 2452243 h 2693126"/>
                <a:gd name="connsiteX8" fmla="*/ 3085695 w 3780091"/>
                <a:gd name="connsiteY8" fmla="*/ 2473685 h 2693126"/>
                <a:gd name="connsiteX9" fmla="*/ 3047323 w 3780091"/>
                <a:gd name="connsiteY9" fmla="*/ 2477867 h 2693126"/>
                <a:gd name="connsiteX10" fmla="*/ 2981026 w 3780091"/>
                <a:gd name="connsiteY10" fmla="*/ 2465182 h 2693126"/>
                <a:gd name="connsiteX11" fmla="*/ 2951157 w 3780091"/>
                <a:gd name="connsiteY11" fmla="*/ 2497326 h 2693126"/>
                <a:gd name="connsiteX12" fmla="*/ 2890847 w 3780091"/>
                <a:gd name="connsiteY12" fmla="*/ 2463606 h 2693126"/>
                <a:gd name="connsiteX13" fmla="*/ 2927008 w 3780091"/>
                <a:gd name="connsiteY13" fmla="*/ 2405444 h 2693126"/>
                <a:gd name="connsiteX14" fmla="*/ 2916166 w 3780091"/>
                <a:gd name="connsiteY14" fmla="*/ 2350155 h 2693126"/>
                <a:gd name="connsiteX15" fmla="*/ 2861233 w 3780091"/>
                <a:gd name="connsiteY15" fmla="*/ 2322586 h 2693126"/>
                <a:gd name="connsiteX16" fmla="*/ 2790500 w 3780091"/>
                <a:gd name="connsiteY16" fmla="*/ 2307690 h 2693126"/>
                <a:gd name="connsiteX17" fmla="*/ 2775756 w 3780091"/>
                <a:gd name="connsiteY17" fmla="*/ 2270296 h 2693126"/>
                <a:gd name="connsiteX18" fmla="*/ 2792330 w 3780091"/>
                <a:gd name="connsiteY18" fmla="*/ 2254218 h 2693126"/>
                <a:gd name="connsiteX19" fmla="*/ 2789331 w 3780091"/>
                <a:gd name="connsiteY19" fmla="*/ 2219316 h 2693126"/>
                <a:gd name="connsiteX20" fmla="*/ 2747959 w 3780091"/>
                <a:gd name="connsiteY20" fmla="*/ 2189777 h 2693126"/>
                <a:gd name="connsiteX21" fmla="*/ 2757491 w 3780091"/>
                <a:gd name="connsiteY21" fmla="*/ 2153185 h 2693126"/>
                <a:gd name="connsiteX22" fmla="*/ 2782277 w 3780091"/>
                <a:gd name="connsiteY22" fmla="*/ 2127192 h 2693126"/>
                <a:gd name="connsiteX23" fmla="*/ 2781629 w 3780091"/>
                <a:gd name="connsiteY23" fmla="*/ 2101047 h 2693126"/>
                <a:gd name="connsiteX24" fmla="*/ 2746268 w 3780091"/>
                <a:gd name="connsiteY24" fmla="*/ 2101047 h 2693126"/>
                <a:gd name="connsiteX25" fmla="*/ 2689492 w 3780091"/>
                <a:gd name="connsiteY25" fmla="*/ 2028891 h 2693126"/>
                <a:gd name="connsiteX26" fmla="*/ 2652302 w 3780091"/>
                <a:gd name="connsiteY26" fmla="*/ 2041970 h 2693126"/>
                <a:gd name="connsiteX27" fmla="*/ 2660526 w 3780091"/>
                <a:gd name="connsiteY27" fmla="*/ 2063794 h 2693126"/>
                <a:gd name="connsiteX28" fmla="*/ 2626996 w 3780091"/>
                <a:gd name="connsiteY28" fmla="*/ 2067455 h 2693126"/>
                <a:gd name="connsiteX29" fmla="*/ 2598144 w 3780091"/>
                <a:gd name="connsiteY29" fmla="*/ 2020401 h 2693126"/>
                <a:gd name="connsiteX30" fmla="*/ 2556645 w 3780091"/>
                <a:gd name="connsiteY30" fmla="*/ 2041182 h 2693126"/>
                <a:gd name="connsiteX31" fmla="*/ 2534860 w 3780091"/>
                <a:gd name="connsiteY31" fmla="*/ 2079224 h 2693126"/>
                <a:gd name="connsiteX32" fmla="*/ 2444414 w 3780091"/>
                <a:gd name="connsiteY32" fmla="*/ 2085884 h 2693126"/>
                <a:gd name="connsiteX33" fmla="*/ 2404873 w 3780091"/>
                <a:gd name="connsiteY33" fmla="*/ 2131361 h 2693126"/>
                <a:gd name="connsiteX34" fmla="*/ 2349011 w 3780091"/>
                <a:gd name="connsiteY34" fmla="*/ 2147707 h 2693126"/>
                <a:gd name="connsiteX35" fmla="*/ 2319778 w 3780091"/>
                <a:gd name="connsiteY35" fmla="*/ 2166530 h 2693126"/>
                <a:gd name="connsiteX36" fmla="*/ 2249719 w 3780091"/>
                <a:gd name="connsiteY36" fmla="*/ 2121295 h 2693126"/>
                <a:gd name="connsiteX37" fmla="*/ 2221782 w 3780091"/>
                <a:gd name="connsiteY37" fmla="*/ 2151748 h 2693126"/>
                <a:gd name="connsiteX38" fmla="*/ 2232357 w 3780091"/>
                <a:gd name="connsiteY38" fmla="*/ 2175288 h 2693126"/>
                <a:gd name="connsiteX39" fmla="*/ 2214207 w 3780091"/>
                <a:gd name="connsiteY39" fmla="*/ 2208093 h 2693126"/>
                <a:gd name="connsiteX40" fmla="*/ 2236005 w 3780091"/>
                <a:gd name="connsiteY40" fmla="*/ 2212274 h 2693126"/>
                <a:gd name="connsiteX41" fmla="*/ 2232865 w 3780091"/>
                <a:gd name="connsiteY41" fmla="*/ 2243631 h 2693126"/>
                <a:gd name="connsiteX42" fmla="*/ 2211728 w 3780091"/>
                <a:gd name="connsiteY42" fmla="*/ 2260370 h 2693126"/>
                <a:gd name="connsiteX43" fmla="*/ 2208741 w 3780091"/>
                <a:gd name="connsiteY43" fmla="*/ 2294878 h 2693126"/>
                <a:gd name="connsiteX44" fmla="*/ 2151710 w 3780091"/>
                <a:gd name="connsiteY44" fmla="*/ 2299187 h 2693126"/>
                <a:gd name="connsiteX45" fmla="*/ 2128730 w 3780091"/>
                <a:gd name="connsiteY45" fmla="*/ 2270691 h 2693126"/>
                <a:gd name="connsiteX46" fmla="*/ 2059829 w 3780091"/>
                <a:gd name="connsiteY46" fmla="*/ 2319053 h 2693126"/>
                <a:gd name="connsiteX47" fmla="*/ 2015318 w 3780091"/>
                <a:gd name="connsiteY47" fmla="*/ 2319981 h 2693126"/>
                <a:gd name="connsiteX48" fmla="*/ 1981915 w 3780091"/>
                <a:gd name="connsiteY48" fmla="*/ 2298284 h 2693126"/>
                <a:gd name="connsiteX49" fmla="*/ 1927897 w 3780091"/>
                <a:gd name="connsiteY49" fmla="*/ 2301005 h 2693126"/>
                <a:gd name="connsiteX50" fmla="*/ 1881047 w 3780091"/>
                <a:gd name="connsiteY50" fmla="*/ 2267551 h 2693126"/>
                <a:gd name="connsiteX51" fmla="*/ 1863024 w 3780091"/>
                <a:gd name="connsiteY51" fmla="*/ 2282447 h 2693126"/>
                <a:gd name="connsiteX52" fmla="*/ 1825706 w 3780091"/>
                <a:gd name="connsiteY52" fmla="*/ 2244164 h 2693126"/>
                <a:gd name="connsiteX53" fmla="*/ 1793092 w 3780091"/>
                <a:gd name="connsiteY53" fmla="*/ 2189536 h 2693126"/>
                <a:gd name="connsiteX54" fmla="*/ 1763338 w 3780091"/>
                <a:gd name="connsiteY54" fmla="*/ 2124180 h 2693126"/>
                <a:gd name="connsiteX55" fmla="*/ 1748848 w 3780091"/>
                <a:gd name="connsiteY55" fmla="*/ 2092544 h 2693126"/>
                <a:gd name="connsiteX56" fmla="*/ 1679679 w 3780091"/>
                <a:gd name="connsiteY56" fmla="*/ 2061697 h 2693126"/>
                <a:gd name="connsiteX57" fmla="*/ 1678649 w 3780091"/>
                <a:gd name="connsiteY57" fmla="*/ 2038424 h 2693126"/>
                <a:gd name="connsiteX58" fmla="*/ 1694423 w 3780091"/>
                <a:gd name="connsiteY58" fmla="*/ 2022359 h 2693126"/>
                <a:gd name="connsiteX59" fmla="*/ 1662190 w 3780091"/>
                <a:gd name="connsiteY59" fmla="*/ 1930997 h 2693126"/>
                <a:gd name="connsiteX60" fmla="*/ 1661542 w 3780091"/>
                <a:gd name="connsiteY60" fmla="*/ 1809564 h 2693126"/>
                <a:gd name="connsiteX61" fmla="*/ 1676819 w 3780091"/>
                <a:gd name="connsiteY61" fmla="*/ 1795977 h 2693126"/>
                <a:gd name="connsiteX62" fmla="*/ 1673934 w 3780091"/>
                <a:gd name="connsiteY62" fmla="*/ 1758724 h 2693126"/>
                <a:gd name="connsiteX63" fmla="*/ 1641446 w 3780091"/>
                <a:gd name="connsiteY63" fmla="*/ 1759905 h 2693126"/>
                <a:gd name="connsiteX64" fmla="*/ 1638447 w 3780091"/>
                <a:gd name="connsiteY64" fmla="*/ 1729185 h 2693126"/>
                <a:gd name="connsiteX65" fmla="*/ 1674595 w 3780091"/>
                <a:gd name="connsiteY65" fmla="*/ 1719792 h 2693126"/>
                <a:gd name="connsiteX66" fmla="*/ 1668596 w 3780091"/>
                <a:gd name="connsiteY66" fmla="*/ 1672993 h 2693126"/>
                <a:gd name="connsiteX67" fmla="*/ 1650967 w 3780091"/>
                <a:gd name="connsiteY67" fmla="*/ 1679781 h 2693126"/>
                <a:gd name="connsiteX68" fmla="*/ 1617831 w 3780091"/>
                <a:gd name="connsiteY68" fmla="*/ 1700689 h 2693126"/>
                <a:gd name="connsiteX69" fmla="*/ 1598893 w 3780091"/>
                <a:gd name="connsiteY69" fmla="*/ 1726185 h 2693126"/>
                <a:gd name="connsiteX70" fmla="*/ 1602427 w 3780091"/>
                <a:gd name="connsiteY70" fmla="*/ 1765790 h 2693126"/>
                <a:gd name="connsiteX71" fmla="*/ 1570841 w 3780091"/>
                <a:gd name="connsiteY71" fmla="*/ 1792978 h 2693126"/>
                <a:gd name="connsiteX72" fmla="*/ 1525314 w 3780091"/>
                <a:gd name="connsiteY72" fmla="*/ 1775590 h 2693126"/>
                <a:gd name="connsiteX73" fmla="*/ 1477930 w 3780091"/>
                <a:gd name="connsiteY73" fmla="*/ 1709980 h 2693126"/>
                <a:gd name="connsiteX74" fmla="*/ 1489153 w 3780091"/>
                <a:gd name="connsiteY74" fmla="*/ 1684483 h 2693126"/>
                <a:gd name="connsiteX75" fmla="*/ 1466173 w 3780091"/>
                <a:gd name="connsiteY75" fmla="*/ 1668545 h 2693126"/>
                <a:gd name="connsiteX76" fmla="*/ 1445964 w 3780091"/>
                <a:gd name="connsiteY76" fmla="*/ 1681217 h 2693126"/>
                <a:gd name="connsiteX77" fmla="*/ 1360729 w 3780091"/>
                <a:gd name="connsiteY77" fmla="*/ 1687368 h 2693126"/>
                <a:gd name="connsiteX78" fmla="*/ 1322116 w 3780091"/>
                <a:gd name="connsiteY78" fmla="*/ 1715471 h 2693126"/>
                <a:gd name="connsiteX79" fmla="*/ 1301487 w 3780091"/>
                <a:gd name="connsiteY79" fmla="*/ 1718330 h 2693126"/>
                <a:gd name="connsiteX80" fmla="*/ 1288319 w 3780091"/>
                <a:gd name="connsiteY80" fmla="*/ 1751669 h 2693126"/>
                <a:gd name="connsiteX81" fmla="*/ 1298360 w 3780091"/>
                <a:gd name="connsiteY81" fmla="*/ 1759905 h 2693126"/>
                <a:gd name="connsiteX82" fmla="*/ 1289616 w 3780091"/>
                <a:gd name="connsiteY82" fmla="*/ 1801862 h 2693126"/>
                <a:gd name="connsiteX83" fmla="*/ 1296797 w 3780091"/>
                <a:gd name="connsiteY83" fmla="*/ 1815182 h 2693126"/>
                <a:gd name="connsiteX84" fmla="*/ 1290137 w 3780091"/>
                <a:gd name="connsiteY84" fmla="*/ 1831400 h 2693126"/>
                <a:gd name="connsiteX85" fmla="*/ 1268478 w 3780091"/>
                <a:gd name="connsiteY85" fmla="*/ 1849449 h 2693126"/>
                <a:gd name="connsiteX86" fmla="*/ 1233487 w 3780091"/>
                <a:gd name="connsiteY86" fmla="*/ 1861053 h 2693126"/>
                <a:gd name="connsiteX87" fmla="*/ 1240160 w 3780091"/>
                <a:gd name="connsiteY87" fmla="*/ 1907471 h 2693126"/>
                <a:gd name="connsiteX88" fmla="*/ 1300839 w 3780091"/>
                <a:gd name="connsiteY88" fmla="*/ 1951372 h 2693126"/>
                <a:gd name="connsiteX89" fmla="*/ 1311935 w 3780091"/>
                <a:gd name="connsiteY89" fmla="*/ 1987596 h 2693126"/>
                <a:gd name="connsiteX90" fmla="*/ 1295742 w 3780091"/>
                <a:gd name="connsiteY90" fmla="*/ 2014376 h 2693126"/>
                <a:gd name="connsiteX91" fmla="*/ 1314795 w 3780091"/>
                <a:gd name="connsiteY91" fmla="*/ 2045631 h 2693126"/>
                <a:gd name="connsiteX92" fmla="*/ 1301741 w 3780091"/>
                <a:gd name="connsiteY92" fmla="*/ 2064569 h 2693126"/>
                <a:gd name="connsiteX93" fmla="*/ 1299009 w 3780091"/>
                <a:gd name="connsiteY93" fmla="*/ 2095557 h 2693126"/>
                <a:gd name="connsiteX94" fmla="*/ 1307626 w 3780091"/>
                <a:gd name="connsiteY94" fmla="*/ 2120520 h 2693126"/>
                <a:gd name="connsiteX95" fmla="*/ 1341155 w 3780091"/>
                <a:gd name="connsiteY95" fmla="*/ 2130459 h 2693126"/>
                <a:gd name="connsiteX96" fmla="*/ 1347421 w 3780091"/>
                <a:gd name="connsiteY96" fmla="*/ 2167954 h 2693126"/>
                <a:gd name="connsiteX97" fmla="*/ 1338308 w 3780091"/>
                <a:gd name="connsiteY97" fmla="*/ 2190057 h 2693126"/>
                <a:gd name="connsiteX98" fmla="*/ 1350943 w 3780091"/>
                <a:gd name="connsiteY98" fmla="*/ 2216456 h 2693126"/>
                <a:gd name="connsiteX99" fmla="*/ 1341944 w 3780091"/>
                <a:gd name="connsiteY99" fmla="*/ 2243237 h 2693126"/>
                <a:gd name="connsiteX100" fmla="*/ 1321073 w 3780091"/>
                <a:gd name="connsiteY100" fmla="*/ 2253837 h 2693126"/>
                <a:gd name="connsiteX101" fmla="*/ 1322624 w 3780091"/>
                <a:gd name="connsiteY101" fmla="*/ 2305072 h 2693126"/>
                <a:gd name="connsiteX102" fmla="*/ 1294306 w 3780091"/>
                <a:gd name="connsiteY102" fmla="*/ 2352392 h 2693126"/>
                <a:gd name="connsiteX103" fmla="*/ 1274732 w 3780091"/>
                <a:gd name="connsiteY103" fmla="*/ 2365458 h 2693126"/>
                <a:gd name="connsiteX104" fmla="*/ 1266521 w 3780091"/>
                <a:gd name="connsiteY104" fmla="*/ 2398530 h 2693126"/>
                <a:gd name="connsiteX105" fmla="*/ 1258818 w 3780091"/>
                <a:gd name="connsiteY105" fmla="*/ 2457073 h 2693126"/>
                <a:gd name="connsiteX106" fmla="*/ 1251764 w 3780091"/>
                <a:gd name="connsiteY106" fmla="*/ 2505562 h 2693126"/>
                <a:gd name="connsiteX107" fmla="*/ 1226967 w 3780091"/>
                <a:gd name="connsiteY107" fmla="*/ 2502690 h 2693126"/>
                <a:gd name="connsiteX108" fmla="*/ 1203352 w 3780091"/>
                <a:gd name="connsiteY108" fmla="*/ 2515629 h 2693126"/>
                <a:gd name="connsiteX109" fmla="*/ 1199830 w 3780091"/>
                <a:gd name="connsiteY109" fmla="*/ 2558894 h 2693126"/>
                <a:gd name="connsiteX110" fmla="*/ 1186269 w 3780091"/>
                <a:gd name="connsiteY110" fmla="*/ 2572494 h 2693126"/>
                <a:gd name="connsiteX111" fmla="*/ 1156768 w 3780091"/>
                <a:gd name="connsiteY111" fmla="*/ 2577578 h 2693126"/>
                <a:gd name="connsiteX112" fmla="*/ 1142546 w 3780091"/>
                <a:gd name="connsiteY112" fmla="*/ 2663461 h 2693126"/>
                <a:gd name="connsiteX113" fmla="*/ 1121930 w 3780091"/>
                <a:gd name="connsiteY113" fmla="*/ 2693127 h 2693126"/>
                <a:gd name="connsiteX114" fmla="*/ 1098696 w 3780091"/>
                <a:gd name="connsiteY114" fmla="*/ 2689848 h 2693126"/>
                <a:gd name="connsiteX115" fmla="*/ 1086430 w 3780091"/>
                <a:gd name="connsiteY115" fmla="*/ 2689848 h 2693126"/>
                <a:gd name="connsiteX116" fmla="*/ 1071280 w 3780091"/>
                <a:gd name="connsiteY116" fmla="*/ 2691564 h 2693126"/>
                <a:gd name="connsiteX117" fmla="*/ 1029146 w 3780091"/>
                <a:gd name="connsiteY117" fmla="*/ 2665291 h 2693126"/>
                <a:gd name="connsiteX118" fmla="*/ 985943 w 3780091"/>
                <a:gd name="connsiteY118" fmla="*/ 2601766 h 2693126"/>
                <a:gd name="connsiteX119" fmla="*/ 923168 w 3780091"/>
                <a:gd name="connsiteY119" fmla="*/ 2567270 h 2693126"/>
                <a:gd name="connsiteX120" fmla="*/ 887160 w 3780091"/>
                <a:gd name="connsiteY120" fmla="*/ 2498648 h 2693126"/>
                <a:gd name="connsiteX121" fmla="*/ 893019 w 3780091"/>
                <a:gd name="connsiteY121" fmla="*/ 2440880 h 2693126"/>
                <a:gd name="connsiteX122" fmla="*/ 895231 w 3780091"/>
                <a:gd name="connsiteY122" fmla="*/ 2418383 h 2693126"/>
                <a:gd name="connsiteX123" fmla="*/ 864574 w 3780091"/>
                <a:gd name="connsiteY123" fmla="*/ 2378257 h 2693126"/>
                <a:gd name="connsiteX124" fmla="*/ 846957 w 3780091"/>
                <a:gd name="connsiteY124" fmla="*/ 2328077 h 2693126"/>
                <a:gd name="connsiteX125" fmla="*/ 866671 w 3780091"/>
                <a:gd name="connsiteY125" fmla="*/ 2297356 h 2693126"/>
                <a:gd name="connsiteX126" fmla="*/ 888075 w 3780091"/>
                <a:gd name="connsiteY126" fmla="*/ 2262594 h 2693126"/>
                <a:gd name="connsiteX127" fmla="*/ 868234 w 3780091"/>
                <a:gd name="connsiteY127" fmla="*/ 2235280 h 2693126"/>
                <a:gd name="connsiteX128" fmla="*/ 867319 w 3780091"/>
                <a:gd name="connsiteY128" fmla="*/ 2209923 h 2693126"/>
                <a:gd name="connsiteX129" fmla="*/ 879190 w 3780091"/>
                <a:gd name="connsiteY129" fmla="*/ 2176584 h 2693126"/>
                <a:gd name="connsiteX130" fmla="*/ 919266 w 3780091"/>
                <a:gd name="connsiteY130" fmla="*/ 2147834 h 2693126"/>
                <a:gd name="connsiteX131" fmla="*/ 925265 w 3780091"/>
                <a:gd name="connsiteY131" fmla="*/ 2086139 h 2693126"/>
                <a:gd name="connsiteX132" fmla="*/ 908551 w 3780091"/>
                <a:gd name="connsiteY132" fmla="*/ 2041043 h 2693126"/>
                <a:gd name="connsiteX133" fmla="*/ 940009 w 3780091"/>
                <a:gd name="connsiteY133" fmla="*/ 1968251 h 2693126"/>
                <a:gd name="connsiteX134" fmla="*/ 902946 w 3780091"/>
                <a:gd name="connsiteY134" fmla="*/ 1897544 h 2693126"/>
                <a:gd name="connsiteX135" fmla="*/ 920168 w 3780091"/>
                <a:gd name="connsiteY135" fmla="*/ 1827740 h 2693126"/>
                <a:gd name="connsiteX136" fmla="*/ 885062 w 3780091"/>
                <a:gd name="connsiteY136" fmla="*/ 1775590 h 2693126"/>
                <a:gd name="connsiteX137" fmla="*/ 834959 w 3780091"/>
                <a:gd name="connsiteY137" fmla="*/ 1780420 h 2693126"/>
                <a:gd name="connsiteX138" fmla="*/ 811203 w 3780091"/>
                <a:gd name="connsiteY138" fmla="*/ 1764875 h 2693126"/>
                <a:gd name="connsiteX139" fmla="*/ 802980 w 3780091"/>
                <a:gd name="connsiteY139" fmla="*/ 1736887 h 2693126"/>
                <a:gd name="connsiteX140" fmla="*/ 805319 w 3780091"/>
                <a:gd name="connsiteY140" fmla="*/ 1730621 h 2693126"/>
                <a:gd name="connsiteX141" fmla="*/ 769311 w 3780091"/>
                <a:gd name="connsiteY141" fmla="*/ 1684356 h 2693126"/>
                <a:gd name="connsiteX142" fmla="*/ 762396 w 3780091"/>
                <a:gd name="connsiteY142" fmla="*/ 1629207 h 2693126"/>
                <a:gd name="connsiteX143" fmla="*/ 754694 w 3780091"/>
                <a:gd name="connsiteY143" fmla="*/ 1617183 h 2693126"/>
                <a:gd name="connsiteX144" fmla="*/ 772971 w 3780091"/>
                <a:gd name="connsiteY144" fmla="*/ 1516658 h 2693126"/>
                <a:gd name="connsiteX145" fmla="*/ 807416 w 3780091"/>
                <a:gd name="connsiteY145" fmla="*/ 1463211 h 2693126"/>
                <a:gd name="connsiteX146" fmla="*/ 786533 w 3780091"/>
                <a:gd name="connsiteY146" fmla="*/ 1414188 h 2693126"/>
                <a:gd name="connsiteX147" fmla="*/ 727418 w 3780091"/>
                <a:gd name="connsiteY147" fmla="*/ 1382311 h 2693126"/>
                <a:gd name="connsiteX148" fmla="*/ 661007 w 3780091"/>
                <a:gd name="connsiteY148" fmla="*/ 1408583 h 2693126"/>
                <a:gd name="connsiteX149" fmla="*/ 638688 w 3780091"/>
                <a:gd name="connsiteY149" fmla="*/ 1408964 h 2693126"/>
                <a:gd name="connsiteX150" fmla="*/ 642069 w 3780091"/>
                <a:gd name="connsiteY150" fmla="*/ 1362953 h 2693126"/>
                <a:gd name="connsiteX151" fmla="*/ 628240 w 3780091"/>
                <a:gd name="connsiteY151" fmla="*/ 1327937 h 2693126"/>
                <a:gd name="connsiteX152" fmla="*/ 597443 w 3780091"/>
                <a:gd name="connsiteY152" fmla="*/ 1360996 h 2693126"/>
                <a:gd name="connsiteX153" fmla="*/ 556860 w 3780091"/>
                <a:gd name="connsiteY153" fmla="*/ 1349887 h 2693126"/>
                <a:gd name="connsiteX154" fmla="*/ 524360 w 3780091"/>
                <a:gd name="connsiteY154" fmla="*/ 1368571 h 2693126"/>
                <a:gd name="connsiteX155" fmla="*/ 547060 w 3780091"/>
                <a:gd name="connsiteY155" fmla="*/ 1436812 h 2693126"/>
                <a:gd name="connsiteX156" fmla="*/ 519530 w 3780091"/>
                <a:gd name="connsiteY156" fmla="*/ 1466605 h 2693126"/>
                <a:gd name="connsiteX157" fmla="*/ 372854 w 3780091"/>
                <a:gd name="connsiteY157" fmla="*/ 1529864 h 2693126"/>
                <a:gd name="connsiteX158" fmla="*/ 277578 w 3780091"/>
                <a:gd name="connsiteY158" fmla="*/ 1519543 h 2693126"/>
                <a:gd name="connsiteX159" fmla="*/ 206210 w 3780091"/>
                <a:gd name="connsiteY159" fmla="*/ 1495622 h 2693126"/>
                <a:gd name="connsiteX160" fmla="*/ 101542 w 3780091"/>
                <a:gd name="connsiteY160" fmla="*/ 1506604 h 2693126"/>
                <a:gd name="connsiteX161" fmla="*/ 57310 w 3780091"/>
                <a:gd name="connsiteY161" fmla="*/ 1486077 h 2693126"/>
                <a:gd name="connsiteX162" fmla="*/ 56510 w 3780091"/>
                <a:gd name="connsiteY162" fmla="*/ 1379553 h 2693126"/>
                <a:gd name="connsiteX163" fmla="*/ 0 w 3780091"/>
                <a:gd name="connsiteY163" fmla="*/ 1322052 h 2693126"/>
                <a:gd name="connsiteX164" fmla="*/ 5758 w 3780091"/>
                <a:gd name="connsiteY164" fmla="*/ 1278926 h 2693126"/>
                <a:gd name="connsiteX165" fmla="*/ 54044 w 3780091"/>
                <a:gd name="connsiteY165" fmla="*/ 1235648 h 2693126"/>
                <a:gd name="connsiteX166" fmla="*/ 43215 w 3780091"/>
                <a:gd name="connsiteY166" fmla="*/ 1198280 h 2693126"/>
                <a:gd name="connsiteX167" fmla="*/ 40202 w 3780091"/>
                <a:gd name="connsiteY167" fmla="*/ 1152790 h 2693126"/>
                <a:gd name="connsiteX168" fmla="*/ 80646 w 3780091"/>
                <a:gd name="connsiteY168" fmla="*/ 1123124 h 2693126"/>
                <a:gd name="connsiteX169" fmla="*/ 114455 w 3780091"/>
                <a:gd name="connsiteY169" fmla="*/ 1130966 h 2693126"/>
                <a:gd name="connsiteX170" fmla="*/ 183370 w 3780091"/>
                <a:gd name="connsiteY170" fmla="*/ 1080647 h 2693126"/>
                <a:gd name="connsiteX171" fmla="*/ 191848 w 3780091"/>
                <a:gd name="connsiteY171" fmla="*/ 1019867 h 2693126"/>
                <a:gd name="connsiteX172" fmla="*/ 233093 w 3780091"/>
                <a:gd name="connsiteY172" fmla="*/ 988358 h 2693126"/>
                <a:gd name="connsiteX173" fmla="*/ 262720 w 3780091"/>
                <a:gd name="connsiteY173" fmla="*/ 1041042 h 2693126"/>
                <a:gd name="connsiteX174" fmla="*/ 325610 w 3780091"/>
                <a:gd name="connsiteY174" fmla="*/ 1013194 h 2693126"/>
                <a:gd name="connsiteX175" fmla="*/ 336706 w 3780091"/>
                <a:gd name="connsiteY175" fmla="*/ 933069 h 2693126"/>
                <a:gd name="connsiteX176" fmla="*/ 366207 w 3780091"/>
                <a:gd name="connsiteY176" fmla="*/ 921706 h 2693126"/>
                <a:gd name="connsiteX177" fmla="*/ 351704 w 3780091"/>
                <a:gd name="connsiteY177" fmla="*/ 867332 h 2693126"/>
                <a:gd name="connsiteX178" fmla="*/ 354843 w 3780091"/>
                <a:gd name="connsiteY178" fmla="*/ 845114 h 2693126"/>
                <a:gd name="connsiteX179" fmla="*/ 390991 w 3780091"/>
                <a:gd name="connsiteY179" fmla="*/ 838301 h 2693126"/>
                <a:gd name="connsiteX180" fmla="*/ 453500 w 3780091"/>
                <a:gd name="connsiteY180" fmla="*/ 781080 h 2693126"/>
                <a:gd name="connsiteX181" fmla="*/ 495787 w 3780091"/>
                <a:gd name="connsiteY181" fmla="*/ 780673 h 2693126"/>
                <a:gd name="connsiteX182" fmla="*/ 529838 w 3780091"/>
                <a:gd name="connsiteY182" fmla="*/ 789291 h 2693126"/>
                <a:gd name="connsiteX183" fmla="*/ 558029 w 3780091"/>
                <a:gd name="connsiteY183" fmla="*/ 832684 h 2693126"/>
                <a:gd name="connsiteX184" fmla="*/ 615581 w 3780091"/>
                <a:gd name="connsiteY184" fmla="*/ 803158 h 2693126"/>
                <a:gd name="connsiteX185" fmla="*/ 722067 w 3780091"/>
                <a:gd name="connsiteY185" fmla="*/ 785643 h 2693126"/>
                <a:gd name="connsiteX186" fmla="*/ 772971 w 3780091"/>
                <a:gd name="connsiteY186" fmla="*/ 713233 h 2693126"/>
                <a:gd name="connsiteX187" fmla="*/ 793053 w 3780091"/>
                <a:gd name="connsiteY187" fmla="*/ 623054 h 2693126"/>
                <a:gd name="connsiteX188" fmla="*/ 808725 w 3780091"/>
                <a:gd name="connsiteY188" fmla="*/ 603048 h 2693126"/>
                <a:gd name="connsiteX189" fmla="*/ 833789 w 3780091"/>
                <a:gd name="connsiteY189" fmla="*/ 593376 h 2693126"/>
                <a:gd name="connsiteX190" fmla="*/ 893934 w 3780091"/>
                <a:gd name="connsiteY190" fmla="*/ 604091 h 2693126"/>
                <a:gd name="connsiteX191" fmla="*/ 928773 w 3780091"/>
                <a:gd name="connsiteY191" fmla="*/ 664223 h 2693126"/>
                <a:gd name="connsiteX192" fmla="*/ 974974 w 3780091"/>
                <a:gd name="connsiteY192" fmla="*/ 633489 h 2693126"/>
                <a:gd name="connsiteX193" fmla="*/ 984113 w 3780091"/>
                <a:gd name="connsiteY193" fmla="*/ 620830 h 2693126"/>
                <a:gd name="connsiteX194" fmla="*/ 1004208 w 3780091"/>
                <a:gd name="connsiteY194" fmla="*/ 585534 h 2693126"/>
                <a:gd name="connsiteX195" fmla="*/ 1018698 w 3780091"/>
                <a:gd name="connsiteY195" fmla="*/ 568019 h 2693126"/>
                <a:gd name="connsiteX196" fmla="*/ 1099878 w 3780091"/>
                <a:gd name="connsiteY196" fmla="*/ 567765 h 2693126"/>
                <a:gd name="connsiteX197" fmla="*/ 1133534 w 3780091"/>
                <a:gd name="connsiteY197" fmla="*/ 535735 h 2693126"/>
                <a:gd name="connsiteX198" fmla="*/ 1162628 w 3780091"/>
                <a:gd name="connsiteY198" fmla="*/ 489216 h 2693126"/>
                <a:gd name="connsiteX199" fmla="*/ 1205309 w 3780091"/>
                <a:gd name="connsiteY199" fmla="*/ 461634 h 2693126"/>
                <a:gd name="connsiteX200" fmla="*/ 1240682 w 3780091"/>
                <a:gd name="connsiteY200" fmla="*/ 485403 h 2693126"/>
                <a:gd name="connsiteX201" fmla="*/ 1296797 w 3780091"/>
                <a:gd name="connsiteY201" fmla="*/ 481628 h 2693126"/>
                <a:gd name="connsiteX202" fmla="*/ 1395708 w 3780091"/>
                <a:gd name="connsiteY202" fmla="*/ 502155 h 2693126"/>
                <a:gd name="connsiteX203" fmla="*/ 1463580 w 3780091"/>
                <a:gd name="connsiteY203" fmla="*/ 510124 h 2693126"/>
                <a:gd name="connsiteX204" fmla="*/ 1544226 w 3780091"/>
                <a:gd name="connsiteY204" fmla="*/ 512208 h 2693126"/>
                <a:gd name="connsiteX205" fmla="*/ 1603469 w 3780091"/>
                <a:gd name="connsiteY205" fmla="*/ 567231 h 2693126"/>
                <a:gd name="connsiteX206" fmla="*/ 1611819 w 3780091"/>
                <a:gd name="connsiteY206" fmla="*/ 574946 h 2693126"/>
                <a:gd name="connsiteX207" fmla="*/ 1637532 w 3780091"/>
                <a:gd name="connsiteY207" fmla="*/ 542535 h 2693126"/>
                <a:gd name="connsiteX208" fmla="*/ 1652403 w 3780091"/>
                <a:gd name="connsiteY208" fmla="*/ 526584 h 2693126"/>
                <a:gd name="connsiteX209" fmla="*/ 1650064 w 3780091"/>
                <a:gd name="connsiteY209" fmla="*/ 499397 h 2693126"/>
                <a:gd name="connsiteX210" fmla="*/ 1675637 w 3780091"/>
                <a:gd name="connsiteY210" fmla="*/ 468689 h 2693126"/>
                <a:gd name="connsiteX211" fmla="*/ 1708010 w 3780091"/>
                <a:gd name="connsiteY211" fmla="*/ 364249 h 2693126"/>
                <a:gd name="connsiteX212" fmla="*/ 1713221 w 3780091"/>
                <a:gd name="connsiteY212" fmla="*/ 337596 h 2693126"/>
                <a:gd name="connsiteX213" fmla="*/ 1751848 w 3780091"/>
                <a:gd name="connsiteY213" fmla="*/ 330656 h 2693126"/>
                <a:gd name="connsiteX214" fmla="*/ 1761380 w 3780091"/>
                <a:gd name="connsiteY214" fmla="*/ 279955 h 2693126"/>
                <a:gd name="connsiteX215" fmla="*/ 1805218 w 3780091"/>
                <a:gd name="connsiteY215" fmla="*/ 266622 h 2693126"/>
                <a:gd name="connsiteX216" fmla="*/ 1730850 w 3780091"/>
                <a:gd name="connsiteY216" fmla="*/ 168588 h 2693126"/>
                <a:gd name="connsiteX217" fmla="*/ 1691029 w 3780091"/>
                <a:gd name="connsiteY217" fmla="*/ 99839 h 2693126"/>
                <a:gd name="connsiteX218" fmla="*/ 1677327 w 3780091"/>
                <a:gd name="connsiteY218" fmla="*/ 79973 h 2693126"/>
                <a:gd name="connsiteX219" fmla="*/ 1660754 w 3780091"/>
                <a:gd name="connsiteY219" fmla="*/ 54361 h 2693126"/>
                <a:gd name="connsiteX220" fmla="*/ 1657614 w 3780091"/>
                <a:gd name="connsiteY220" fmla="*/ 46646 h 2693126"/>
                <a:gd name="connsiteX221" fmla="*/ 1768168 w 3780091"/>
                <a:gd name="connsiteY221" fmla="*/ 9800 h 2693126"/>
                <a:gd name="connsiteX222" fmla="*/ 1786572 w 3780091"/>
                <a:gd name="connsiteY222" fmla="*/ 2987 h 2693126"/>
                <a:gd name="connsiteX223" fmla="*/ 1815678 w 3780091"/>
                <a:gd name="connsiteY223" fmla="*/ 21162 h 2693126"/>
                <a:gd name="connsiteX224" fmla="*/ 1822707 w 3780091"/>
                <a:gd name="connsiteY224" fmla="*/ 51489 h 2693126"/>
                <a:gd name="connsiteX225" fmla="*/ 1882877 w 3780091"/>
                <a:gd name="connsiteY225" fmla="*/ 23120 h 2693126"/>
                <a:gd name="connsiteX226" fmla="*/ 1914182 w 3780091"/>
                <a:gd name="connsiteY226" fmla="*/ 4042 h 2693126"/>
                <a:gd name="connsiteX227" fmla="*/ 1940289 w 3780091"/>
                <a:gd name="connsiteY227" fmla="*/ 11223 h 2693126"/>
                <a:gd name="connsiteX228" fmla="*/ 1949694 w 3780091"/>
                <a:gd name="connsiteY228" fmla="*/ 31877 h 2693126"/>
                <a:gd name="connsiteX229" fmla="*/ 1977492 w 3780091"/>
                <a:gd name="connsiteY229" fmla="*/ 34483 h 2693126"/>
                <a:gd name="connsiteX230" fmla="*/ 1999544 w 3780091"/>
                <a:gd name="connsiteY230" fmla="*/ 10575 h 2693126"/>
                <a:gd name="connsiteX231" fmla="*/ 2039988 w 3780091"/>
                <a:gd name="connsiteY231" fmla="*/ 12926 h 2693126"/>
                <a:gd name="connsiteX232" fmla="*/ 2075488 w 3780091"/>
                <a:gd name="connsiteY232" fmla="*/ 0 h 2693126"/>
                <a:gd name="connsiteX233" fmla="*/ 2091947 w 3780091"/>
                <a:gd name="connsiteY233" fmla="*/ 22993 h 2693126"/>
                <a:gd name="connsiteX234" fmla="*/ 2129773 w 3780091"/>
                <a:gd name="connsiteY234" fmla="*/ 20641 h 2693126"/>
                <a:gd name="connsiteX235" fmla="*/ 2136954 w 3780091"/>
                <a:gd name="connsiteY235" fmla="*/ 45337 h 2693126"/>
                <a:gd name="connsiteX236" fmla="*/ 2204165 w 3780091"/>
                <a:gd name="connsiteY236" fmla="*/ 54501 h 2693126"/>
                <a:gd name="connsiteX237" fmla="*/ 2217740 w 3780091"/>
                <a:gd name="connsiteY237" fmla="*/ 69131 h 2693126"/>
                <a:gd name="connsiteX238" fmla="*/ 2281939 w 3780091"/>
                <a:gd name="connsiteY238" fmla="*/ 65203 h 2693126"/>
                <a:gd name="connsiteX239" fmla="*/ 2382948 w 3780091"/>
                <a:gd name="connsiteY239" fmla="*/ 137613 h 2693126"/>
                <a:gd name="connsiteX240" fmla="*/ 2422502 w 3780091"/>
                <a:gd name="connsiteY240" fmla="*/ 123378 h 2693126"/>
                <a:gd name="connsiteX241" fmla="*/ 2442711 w 3780091"/>
                <a:gd name="connsiteY241" fmla="*/ 105342 h 2693126"/>
                <a:gd name="connsiteX242" fmla="*/ 2482252 w 3780091"/>
                <a:gd name="connsiteY242" fmla="*/ 112269 h 2693126"/>
                <a:gd name="connsiteX243" fmla="*/ 2486434 w 3780091"/>
                <a:gd name="connsiteY243" fmla="*/ 130038 h 2693126"/>
                <a:gd name="connsiteX244" fmla="*/ 2464509 w 3780091"/>
                <a:gd name="connsiteY244" fmla="*/ 148989 h 2693126"/>
                <a:gd name="connsiteX245" fmla="*/ 2507062 w 3780091"/>
                <a:gd name="connsiteY245" fmla="*/ 174994 h 2693126"/>
                <a:gd name="connsiteX246" fmla="*/ 2509401 w 3780091"/>
                <a:gd name="connsiteY246" fmla="*/ 216950 h 2693126"/>
                <a:gd name="connsiteX247" fmla="*/ 2468805 w 3780091"/>
                <a:gd name="connsiteY247" fmla="*/ 287276 h 2693126"/>
                <a:gd name="connsiteX248" fmla="*/ 2482913 w 3780091"/>
                <a:gd name="connsiteY248" fmla="*/ 305566 h 2693126"/>
                <a:gd name="connsiteX249" fmla="*/ 2482913 w 3780091"/>
                <a:gd name="connsiteY249" fmla="*/ 366092 h 2693126"/>
                <a:gd name="connsiteX250" fmla="*/ 2565136 w 3780091"/>
                <a:gd name="connsiteY250" fmla="*/ 406854 h 2693126"/>
                <a:gd name="connsiteX251" fmla="*/ 2590441 w 3780091"/>
                <a:gd name="connsiteY251" fmla="*/ 423326 h 2693126"/>
                <a:gd name="connsiteX252" fmla="*/ 2617069 w 3780091"/>
                <a:gd name="connsiteY252" fmla="*/ 431435 h 2693126"/>
                <a:gd name="connsiteX253" fmla="*/ 2696546 w 3780091"/>
                <a:gd name="connsiteY253" fmla="*/ 422144 h 2693126"/>
                <a:gd name="connsiteX254" fmla="*/ 2708938 w 3780091"/>
                <a:gd name="connsiteY254" fmla="*/ 458508 h 2693126"/>
                <a:gd name="connsiteX255" fmla="*/ 2745874 w 3780091"/>
                <a:gd name="connsiteY255" fmla="*/ 468943 h 2693126"/>
                <a:gd name="connsiteX256" fmla="*/ 2769757 w 3780091"/>
                <a:gd name="connsiteY256" fmla="*/ 459931 h 2693126"/>
                <a:gd name="connsiteX257" fmla="*/ 2850149 w 3780091"/>
                <a:gd name="connsiteY257" fmla="*/ 535087 h 2693126"/>
                <a:gd name="connsiteX258" fmla="*/ 2854331 w 3780091"/>
                <a:gd name="connsiteY258" fmla="*/ 575340 h 2693126"/>
                <a:gd name="connsiteX259" fmla="*/ 2929220 w 3780091"/>
                <a:gd name="connsiteY259" fmla="*/ 575340 h 2693126"/>
                <a:gd name="connsiteX260" fmla="*/ 2941371 w 3780091"/>
                <a:gd name="connsiteY260" fmla="*/ 613382 h 2693126"/>
                <a:gd name="connsiteX261" fmla="*/ 2957563 w 3780091"/>
                <a:gd name="connsiteY261" fmla="*/ 634036 h 2693126"/>
                <a:gd name="connsiteX262" fmla="*/ 2988220 w 3780091"/>
                <a:gd name="connsiteY262" fmla="*/ 613763 h 2693126"/>
                <a:gd name="connsiteX263" fmla="*/ 3020834 w 3780091"/>
                <a:gd name="connsiteY263" fmla="*/ 612721 h 2693126"/>
                <a:gd name="connsiteX264" fmla="*/ 3036761 w 3780091"/>
                <a:gd name="connsiteY264" fmla="*/ 599642 h 2693126"/>
                <a:gd name="connsiteX265" fmla="*/ 3066248 w 3780091"/>
                <a:gd name="connsiteY265" fmla="*/ 605539 h 2693126"/>
                <a:gd name="connsiteX266" fmla="*/ 3108268 w 3780091"/>
                <a:gd name="connsiteY266" fmla="*/ 575721 h 2693126"/>
                <a:gd name="connsiteX267" fmla="*/ 3136459 w 3780091"/>
                <a:gd name="connsiteY267" fmla="*/ 551941 h 2693126"/>
                <a:gd name="connsiteX268" fmla="*/ 3214754 w 3780091"/>
                <a:gd name="connsiteY268" fmla="*/ 540705 h 2693126"/>
                <a:gd name="connsiteX269" fmla="*/ 3214499 w 3780091"/>
                <a:gd name="connsiteY269" fmla="*/ 497833 h 2693126"/>
                <a:gd name="connsiteX270" fmla="*/ 3196744 w 3780091"/>
                <a:gd name="connsiteY270" fmla="*/ 474179 h 2693126"/>
                <a:gd name="connsiteX271" fmla="*/ 3216190 w 3780091"/>
                <a:gd name="connsiteY271" fmla="*/ 434168 h 2693126"/>
                <a:gd name="connsiteX272" fmla="*/ 3225710 w 3780091"/>
                <a:gd name="connsiteY272" fmla="*/ 357589 h 2693126"/>
                <a:gd name="connsiteX273" fmla="*/ 3260434 w 3780091"/>
                <a:gd name="connsiteY273" fmla="*/ 360601 h 2693126"/>
                <a:gd name="connsiteX274" fmla="*/ 3331955 w 3780091"/>
                <a:gd name="connsiteY274" fmla="*/ 380455 h 2693126"/>
                <a:gd name="connsiteX275" fmla="*/ 3380101 w 3780091"/>
                <a:gd name="connsiteY275" fmla="*/ 369867 h 2693126"/>
                <a:gd name="connsiteX276" fmla="*/ 3356219 w 3780091"/>
                <a:gd name="connsiteY276" fmla="*/ 327529 h 2693126"/>
                <a:gd name="connsiteX277" fmla="*/ 3365624 w 3780091"/>
                <a:gd name="connsiteY277" fmla="*/ 291445 h 2693126"/>
                <a:gd name="connsiteX278" fmla="*/ 3400984 w 3780091"/>
                <a:gd name="connsiteY278" fmla="*/ 283082 h 2693126"/>
                <a:gd name="connsiteX279" fmla="*/ 3401645 w 3780091"/>
                <a:gd name="connsiteY279" fmla="*/ 244798 h 2693126"/>
                <a:gd name="connsiteX280" fmla="*/ 3441186 w 3780091"/>
                <a:gd name="connsiteY280" fmla="*/ 165461 h 2693126"/>
                <a:gd name="connsiteX281" fmla="*/ 3480194 w 3780091"/>
                <a:gd name="connsiteY281" fmla="*/ 165461 h 2693126"/>
                <a:gd name="connsiteX282" fmla="*/ 3501471 w 3780091"/>
                <a:gd name="connsiteY282" fmla="*/ 140626 h 2693126"/>
                <a:gd name="connsiteX283" fmla="*/ 3538788 w 3780091"/>
                <a:gd name="connsiteY283" fmla="*/ 142850 h 2693126"/>
                <a:gd name="connsiteX284" fmla="*/ 3594522 w 3780091"/>
                <a:gd name="connsiteY284" fmla="*/ 205054 h 2693126"/>
                <a:gd name="connsiteX285" fmla="*/ 3599606 w 3780091"/>
                <a:gd name="connsiteY285" fmla="*/ 210799 h 2693126"/>
                <a:gd name="connsiteX286" fmla="*/ 3595425 w 3780091"/>
                <a:gd name="connsiteY286" fmla="*/ 253543 h 2693126"/>
                <a:gd name="connsiteX287" fmla="*/ 3657946 w 3780091"/>
                <a:gd name="connsiteY287" fmla="*/ 276154 h 2693126"/>
                <a:gd name="connsiteX288" fmla="*/ 3701530 w 3780091"/>
                <a:gd name="connsiteY288" fmla="*/ 307396 h 2693126"/>
                <a:gd name="connsiteX289" fmla="*/ 3737029 w 3780091"/>
                <a:gd name="connsiteY289" fmla="*/ 318124 h 2693126"/>
                <a:gd name="connsiteX290" fmla="*/ 3723976 w 3780091"/>
                <a:gd name="connsiteY290" fmla="*/ 337062 h 2693126"/>
                <a:gd name="connsiteX291" fmla="*/ 3732848 w 3780091"/>
                <a:gd name="connsiteY291" fmla="*/ 354195 h 2693126"/>
                <a:gd name="connsiteX292" fmla="*/ 3726975 w 3780091"/>
                <a:gd name="connsiteY292" fmla="*/ 386733 h 2693126"/>
                <a:gd name="connsiteX293" fmla="*/ 3710414 w 3780091"/>
                <a:gd name="connsiteY293" fmla="*/ 405557 h 2693126"/>
                <a:gd name="connsiteX294" fmla="*/ 3707529 w 3780091"/>
                <a:gd name="connsiteY294" fmla="*/ 445289 h 2693126"/>
                <a:gd name="connsiteX295" fmla="*/ 3687942 w 3780091"/>
                <a:gd name="connsiteY295" fmla="*/ 472476 h 2693126"/>
                <a:gd name="connsiteX296" fmla="*/ 3705698 w 3780091"/>
                <a:gd name="connsiteY296" fmla="*/ 516276 h 2693126"/>
                <a:gd name="connsiteX297" fmla="*/ 3702711 w 3780091"/>
                <a:gd name="connsiteY297" fmla="*/ 557037 h 2693126"/>
                <a:gd name="connsiteX298" fmla="*/ 3712218 w 3780091"/>
                <a:gd name="connsiteY298" fmla="*/ 578352 h 2693126"/>
                <a:gd name="connsiteX299" fmla="*/ 3704529 w 3780091"/>
                <a:gd name="connsiteY299" fmla="*/ 627363 h 2693126"/>
                <a:gd name="connsiteX300" fmla="*/ 3687434 w 3780091"/>
                <a:gd name="connsiteY300" fmla="*/ 645132 h 2693126"/>
                <a:gd name="connsiteX301" fmla="*/ 3692137 w 3780091"/>
                <a:gd name="connsiteY301" fmla="*/ 679386 h 2693126"/>
                <a:gd name="connsiteX302" fmla="*/ 3675168 w 3780091"/>
                <a:gd name="connsiteY302" fmla="*/ 723033 h 2693126"/>
                <a:gd name="connsiteX303" fmla="*/ 3620616 w 3780091"/>
                <a:gd name="connsiteY303" fmla="*/ 764862 h 2693126"/>
                <a:gd name="connsiteX304" fmla="*/ 3653764 w 3780091"/>
                <a:gd name="connsiteY304" fmla="*/ 817139 h 2693126"/>
                <a:gd name="connsiteX305" fmla="*/ 3663818 w 3780091"/>
                <a:gd name="connsiteY305" fmla="*/ 849156 h 2693126"/>
                <a:gd name="connsiteX306" fmla="*/ 3657946 w 3780091"/>
                <a:gd name="connsiteY306" fmla="*/ 878186 h 2693126"/>
                <a:gd name="connsiteX307" fmla="*/ 3573640 w 3780091"/>
                <a:gd name="connsiteY307" fmla="*/ 935700 h 2693126"/>
                <a:gd name="connsiteX308" fmla="*/ 3613054 w 3780091"/>
                <a:gd name="connsiteY308" fmla="*/ 977389 h 2693126"/>
                <a:gd name="connsiteX309" fmla="*/ 3606521 w 3780091"/>
                <a:gd name="connsiteY309" fmla="*/ 1010588 h 2693126"/>
                <a:gd name="connsiteX310" fmla="*/ 3578736 w 3780091"/>
                <a:gd name="connsiteY310" fmla="*/ 1019994 h 2693126"/>
                <a:gd name="connsiteX311" fmla="*/ 3568670 w 3780091"/>
                <a:gd name="connsiteY311" fmla="*/ 1063259 h 2693126"/>
                <a:gd name="connsiteX312" fmla="*/ 3541139 w 3780091"/>
                <a:gd name="connsiteY312" fmla="*/ 1081562 h 2693126"/>
                <a:gd name="connsiteX313" fmla="*/ 3562022 w 3780091"/>
                <a:gd name="connsiteY313" fmla="*/ 1115409 h 2693126"/>
                <a:gd name="connsiteX314" fmla="*/ 3566064 w 3780091"/>
                <a:gd name="connsiteY314" fmla="*/ 1168208 h 2693126"/>
                <a:gd name="connsiteX315" fmla="*/ 3575203 w 3780091"/>
                <a:gd name="connsiteY315" fmla="*/ 1185201 h 2693126"/>
                <a:gd name="connsiteX316" fmla="*/ 3583172 w 3780091"/>
                <a:gd name="connsiteY316" fmla="*/ 1217752 h 2693126"/>
                <a:gd name="connsiteX317" fmla="*/ 3596340 w 3780091"/>
                <a:gd name="connsiteY317" fmla="*/ 1219582 h 2693126"/>
                <a:gd name="connsiteX318" fmla="*/ 3635360 w 3780091"/>
                <a:gd name="connsiteY318" fmla="*/ 1214485 h 2693126"/>
                <a:gd name="connsiteX319" fmla="*/ 3683265 w 3780091"/>
                <a:gd name="connsiteY319" fmla="*/ 1201013 h 2693126"/>
                <a:gd name="connsiteX320" fmla="*/ 3712753 w 3780091"/>
                <a:gd name="connsiteY320" fmla="*/ 1220484 h 2693126"/>
                <a:gd name="connsiteX321" fmla="*/ 3757124 w 3780091"/>
                <a:gd name="connsiteY321" fmla="*/ 1258399 h 2693126"/>
                <a:gd name="connsiteX322" fmla="*/ 3780091 w 3780091"/>
                <a:gd name="connsiteY322" fmla="*/ 1277871 h 2693126"/>
                <a:gd name="connsiteX323" fmla="*/ 3765995 w 3780091"/>
                <a:gd name="connsiteY323" fmla="*/ 1315112 h 2693126"/>
                <a:gd name="connsiteX324" fmla="*/ 3774740 w 3780091"/>
                <a:gd name="connsiteY324" fmla="*/ 1358899 h 2693126"/>
                <a:gd name="connsiteX325" fmla="*/ 3768881 w 3780091"/>
                <a:gd name="connsiteY325" fmla="*/ 1389098 h 2693126"/>
                <a:gd name="connsiteX326" fmla="*/ 3751125 w 3780091"/>
                <a:gd name="connsiteY326" fmla="*/ 1422170 h 2693126"/>
                <a:gd name="connsiteX327" fmla="*/ 3758293 w 3780091"/>
                <a:gd name="connsiteY327" fmla="*/ 1454708 h 2693126"/>
                <a:gd name="connsiteX328" fmla="*/ 3746422 w 3780091"/>
                <a:gd name="connsiteY328" fmla="*/ 1499143 h 2693126"/>
                <a:gd name="connsiteX329" fmla="*/ 3723976 w 3780091"/>
                <a:gd name="connsiteY329" fmla="*/ 1506731 h 2693126"/>
                <a:gd name="connsiteX330" fmla="*/ 3719273 w 3780091"/>
                <a:gd name="connsiteY330" fmla="*/ 1522148 h 2693126"/>
                <a:gd name="connsiteX331" fmla="*/ 3698657 w 3780091"/>
                <a:gd name="connsiteY331" fmla="*/ 1539282 h 2693126"/>
                <a:gd name="connsiteX332" fmla="*/ 3628319 w 3780091"/>
                <a:gd name="connsiteY332" fmla="*/ 1482556 h 2693126"/>
                <a:gd name="connsiteX333" fmla="*/ 3588116 w 3780091"/>
                <a:gd name="connsiteY333" fmla="*/ 1499817 h 2693126"/>
                <a:gd name="connsiteX334" fmla="*/ 3528620 w 3780091"/>
                <a:gd name="connsiteY334" fmla="*/ 1474180 h 2693126"/>
                <a:gd name="connsiteX335" fmla="*/ 3499640 w 3780091"/>
                <a:gd name="connsiteY335" fmla="*/ 1471308 h 2693126"/>
                <a:gd name="connsiteX336" fmla="*/ 3495459 w 3780091"/>
                <a:gd name="connsiteY336" fmla="*/ 1495495 h 2693126"/>
                <a:gd name="connsiteX337" fmla="*/ 3467280 w 3780091"/>
                <a:gd name="connsiteY337" fmla="*/ 1507773 h 2693126"/>
                <a:gd name="connsiteX338" fmla="*/ 3440411 w 3780091"/>
                <a:gd name="connsiteY338" fmla="*/ 1481768 h 2693126"/>
                <a:gd name="connsiteX339" fmla="*/ 3417558 w 3780091"/>
                <a:gd name="connsiteY339" fmla="*/ 1504379 h 2693126"/>
                <a:gd name="connsiteX340" fmla="*/ 3368891 w 3780091"/>
                <a:gd name="connsiteY340" fmla="*/ 1482683 h 2693126"/>
                <a:gd name="connsiteX341" fmla="*/ 3375666 w 3780091"/>
                <a:gd name="connsiteY341" fmla="*/ 1461241 h 2693126"/>
                <a:gd name="connsiteX342" fmla="*/ 3348516 w 3780091"/>
                <a:gd name="connsiteY342" fmla="*/ 1429351 h 2693126"/>
                <a:gd name="connsiteX343" fmla="*/ 3322689 w 3780091"/>
                <a:gd name="connsiteY343" fmla="*/ 1408964 h 2693126"/>
                <a:gd name="connsiteX344" fmla="*/ 3291893 w 3780091"/>
                <a:gd name="connsiteY344" fmla="*/ 1428970 h 2693126"/>
                <a:gd name="connsiteX345" fmla="*/ 3270602 w 3780091"/>
                <a:gd name="connsiteY345" fmla="*/ 1409625 h 2693126"/>
                <a:gd name="connsiteX346" fmla="*/ 3264743 w 3780091"/>
                <a:gd name="connsiteY346" fmla="*/ 1367923 h 2693126"/>
                <a:gd name="connsiteX347" fmla="*/ 3292401 w 3780091"/>
                <a:gd name="connsiteY347" fmla="*/ 1306888 h 2693126"/>
                <a:gd name="connsiteX348" fmla="*/ 3267349 w 3780091"/>
                <a:gd name="connsiteY348" fmla="*/ 1277998 h 2693126"/>
                <a:gd name="connsiteX349" fmla="*/ 3250394 w 3780091"/>
                <a:gd name="connsiteY349" fmla="*/ 1240630 h 2693126"/>
                <a:gd name="connsiteX350" fmla="*/ 3238128 w 3780091"/>
                <a:gd name="connsiteY350" fmla="*/ 1249514 h 2693126"/>
                <a:gd name="connsiteX351" fmla="*/ 3226257 w 3780091"/>
                <a:gd name="connsiteY351" fmla="*/ 1260089 h 2693126"/>
                <a:gd name="connsiteX352" fmla="*/ 3215669 w 3780091"/>
                <a:gd name="connsiteY352" fmla="*/ 1295640 h 2693126"/>
                <a:gd name="connsiteX353" fmla="*/ 3160088 w 3780091"/>
                <a:gd name="connsiteY353" fmla="*/ 1278532 h 2693126"/>
                <a:gd name="connsiteX354" fmla="*/ 3141289 w 3780091"/>
                <a:gd name="connsiteY354" fmla="*/ 1281392 h 2693126"/>
                <a:gd name="connsiteX355" fmla="*/ 3027240 w 3780091"/>
                <a:gd name="connsiteY355" fmla="*/ 1341778 h 2693126"/>
                <a:gd name="connsiteX356" fmla="*/ 2975167 w 3780091"/>
                <a:gd name="connsiteY356" fmla="*/ 1327403 h 2693126"/>
                <a:gd name="connsiteX357" fmla="*/ 2971239 w 3780091"/>
                <a:gd name="connsiteY357" fmla="*/ 1354730 h 2693126"/>
                <a:gd name="connsiteX358" fmla="*/ 2982996 w 3780091"/>
                <a:gd name="connsiteY358" fmla="*/ 1400334 h 2693126"/>
                <a:gd name="connsiteX359" fmla="*/ 2968239 w 3780091"/>
                <a:gd name="connsiteY359" fmla="*/ 1428703 h 2693126"/>
                <a:gd name="connsiteX360" fmla="*/ 2939273 w 3780091"/>
                <a:gd name="connsiteY360" fmla="*/ 1434588 h 2693126"/>
                <a:gd name="connsiteX361" fmla="*/ 2950496 w 3780091"/>
                <a:gd name="connsiteY361" fmla="*/ 1458890 h 2693126"/>
                <a:gd name="connsiteX362" fmla="*/ 2905082 w 3780091"/>
                <a:gd name="connsiteY362" fmla="*/ 1515615 h 2693126"/>
                <a:gd name="connsiteX363" fmla="*/ 2863457 w 3780091"/>
                <a:gd name="connsiteY363" fmla="*/ 1530906 h 2693126"/>
                <a:gd name="connsiteX364" fmla="*/ 2890339 w 3780091"/>
                <a:gd name="connsiteY364" fmla="*/ 1564753 h 2693126"/>
                <a:gd name="connsiteX365" fmla="*/ 2886678 w 3780091"/>
                <a:gd name="connsiteY365" fmla="*/ 1616128 h 2693126"/>
                <a:gd name="connsiteX366" fmla="*/ 2865541 w 3780091"/>
                <a:gd name="connsiteY366" fmla="*/ 1634557 h 2693126"/>
                <a:gd name="connsiteX367" fmla="*/ 2880285 w 3780091"/>
                <a:gd name="connsiteY367" fmla="*/ 1674175 h 2693126"/>
                <a:gd name="connsiteX368" fmla="*/ 2867105 w 3780091"/>
                <a:gd name="connsiteY368" fmla="*/ 1721737 h 2693126"/>
                <a:gd name="connsiteX369" fmla="*/ 2885509 w 3780091"/>
                <a:gd name="connsiteY369" fmla="*/ 1753233 h 2693126"/>
                <a:gd name="connsiteX370" fmla="*/ 2863063 w 3780091"/>
                <a:gd name="connsiteY370" fmla="*/ 1812449 h 2693126"/>
                <a:gd name="connsiteX371" fmla="*/ 2867105 w 3780091"/>
                <a:gd name="connsiteY371" fmla="*/ 1828655 h 2693126"/>
                <a:gd name="connsiteX372" fmla="*/ 2902096 w 3780091"/>
                <a:gd name="connsiteY372" fmla="*/ 1826164 h 2693126"/>
                <a:gd name="connsiteX373" fmla="*/ 2907574 w 3780091"/>
                <a:gd name="connsiteY373" fmla="*/ 1866557 h 2693126"/>
                <a:gd name="connsiteX374" fmla="*/ 2949314 w 3780091"/>
                <a:gd name="connsiteY374" fmla="*/ 1864599 h 2693126"/>
                <a:gd name="connsiteX375" fmla="*/ 2959355 w 3780091"/>
                <a:gd name="connsiteY375" fmla="*/ 1885241 h 2693126"/>
                <a:gd name="connsiteX376" fmla="*/ 2995389 w 3780091"/>
                <a:gd name="connsiteY376" fmla="*/ 1882241 h 2693126"/>
                <a:gd name="connsiteX377" fmla="*/ 3004261 w 3780091"/>
                <a:gd name="connsiteY377" fmla="*/ 1862769 h 2693126"/>
                <a:gd name="connsiteX378" fmla="*/ 3056855 w 3780091"/>
                <a:gd name="connsiteY378" fmla="*/ 1846818 h 2693126"/>
                <a:gd name="connsiteX379" fmla="*/ 3080484 w 3780091"/>
                <a:gd name="connsiteY379" fmla="*/ 1858588 h 2693126"/>
                <a:gd name="connsiteX380" fmla="*/ 3098748 w 3780091"/>
                <a:gd name="connsiteY380" fmla="*/ 1901192 h 2693126"/>
                <a:gd name="connsiteX381" fmla="*/ 3120012 w 3780091"/>
                <a:gd name="connsiteY381" fmla="*/ 1892308 h 2693126"/>
                <a:gd name="connsiteX382" fmla="*/ 3136459 w 3780091"/>
                <a:gd name="connsiteY382" fmla="*/ 1926676 h 2693126"/>
                <a:gd name="connsiteX383" fmla="*/ 3124715 w 3780091"/>
                <a:gd name="connsiteY383" fmla="*/ 1937264 h 2693126"/>
                <a:gd name="connsiteX384" fmla="*/ 3133599 w 3780091"/>
                <a:gd name="connsiteY384" fmla="*/ 1978051 h 2693126"/>
                <a:gd name="connsiteX385" fmla="*/ 3108802 w 3780091"/>
                <a:gd name="connsiteY385" fmla="*/ 2004704 h 2693126"/>
                <a:gd name="connsiteX386" fmla="*/ 3088046 w 3780091"/>
                <a:gd name="connsiteY386" fmla="*/ 1991130 h 2693126"/>
                <a:gd name="connsiteX387" fmla="*/ 3051759 w 3780091"/>
                <a:gd name="connsiteY387" fmla="*/ 2015431 h 2693126"/>
                <a:gd name="connsiteX388" fmla="*/ 3064431 w 3780091"/>
                <a:gd name="connsiteY388" fmla="*/ 2064963 h 2693126"/>
                <a:gd name="connsiteX389" fmla="*/ 3024889 w 3780091"/>
                <a:gd name="connsiteY389" fmla="*/ 2092798 h 2693126"/>
                <a:gd name="connsiteX390" fmla="*/ 3016004 w 3780091"/>
                <a:gd name="connsiteY390" fmla="*/ 2149016 h 2693126"/>
                <a:gd name="connsiteX391" fmla="*/ 3034676 w 3780091"/>
                <a:gd name="connsiteY391" fmla="*/ 2200378 h 2693126"/>
                <a:gd name="connsiteX392" fmla="*/ 3084004 w 3780091"/>
                <a:gd name="connsiteY392" fmla="*/ 2228213 h 2693126"/>
                <a:gd name="connsiteX393" fmla="*/ 3090525 w 3780091"/>
                <a:gd name="connsiteY393" fmla="*/ 2242461 h 2693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3780091" h="2693126">
                  <a:moveTo>
                    <a:pt x="3090525" y="2242461"/>
                  </a:moveTo>
                  <a:lnTo>
                    <a:pt x="3118842" y="2259073"/>
                  </a:lnTo>
                  <a:lnTo>
                    <a:pt x="3139459" y="2324671"/>
                  </a:lnTo>
                  <a:lnTo>
                    <a:pt x="3160469" y="2339046"/>
                  </a:lnTo>
                  <a:lnTo>
                    <a:pt x="3165032" y="2367275"/>
                  </a:lnTo>
                  <a:lnTo>
                    <a:pt x="3150161" y="2397996"/>
                  </a:lnTo>
                  <a:lnTo>
                    <a:pt x="3122897" y="2422832"/>
                  </a:lnTo>
                  <a:lnTo>
                    <a:pt x="3104874" y="2452243"/>
                  </a:lnTo>
                  <a:lnTo>
                    <a:pt x="3085695" y="2473685"/>
                  </a:lnTo>
                  <a:lnTo>
                    <a:pt x="3047323" y="2477867"/>
                  </a:lnTo>
                  <a:lnTo>
                    <a:pt x="2981026" y="2465182"/>
                  </a:lnTo>
                  <a:lnTo>
                    <a:pt x="2951157" y="2497326"/>
                  </a:lnTo>
                  <a:lnTo>
                    <a:pt x="2890847" y="2463606"/>
                  </a:lnTo>
                  <a:lnTo>
                    <a:pt x="2927008" y="2405444"/>
                  </a:lnTo>
                  <a:lnTo>
                    <a:pt x="2916166" y="2350155"/>
                  </a:lnTo>
                  <a:lnTo>
                    <a:pt x="2861233" y="2322586"/>
                  </a:lnTo>
                  <a:lnTo>
                    <a:pt x="2790500" y="2307690"/>
                  </a:lnTo>
                  <a:lnTo>
                    <a:pt x="2775756" y="2270296"/>
                  </a:lnTo>
                  <a:lnTo>
                    <a:pt x="2792330" y="2254218"/>
                  </a:lnTo>
                  <a:lnTo>
                    <a:pt x="2789331" y="2219316"/>
                  </a:lnTo>
                  <a:lnTo>
                    <a:pt x="2747959" y="2189777"/>
                  </a:lnTo>
                  <a:lnTo>
                    <a:pt x="2757491" y="2153185"/>
                  </a:lnTo>
                  <a:lnTo>
                    <a:pt x="2782277" y="2127192"/>
                  </a:lnTo>
                  <a:lnTo>
                    <a:pt x="2781629" y="2101047"/>
                  </a:lnTo>
                  <a:lnTo>
                    <a:pt x="2746268" y="2101047"/>
                  </a:lnTo>
                  <a:lnTo>
                    <a:pt x="2689492" y="2028891"/>
                  </a:lnTo>
                  <a:lnTo>
                    <a:pt x="2652302" y="2041970"/>
                  </a:lnTo>
                  <a:lnTo>
                    <a:pt x="2660526" y="2063794"/>
                  </a:lnTo>
                  <a:lnTo>
                    <a:pt x="2626996" y="2067455"/>
                  </a:lnTo>
                  <a:lnTo>
                    <a:pt x="2598144" y="2020401"/>
                  </a:lnTo>
                  <a:lnTo>
                    <a:pt x="2556645" y="2041182"/>
                  </a:lnTo>
                  <a:lnTo>
                    <a:pt x="2534860" y="2079224"/>
                  </a:lnTo>
                  <a:lnTo>
                    <a:pt x="2444414" y="2085884"/>
                  </a:lnTo>
                  <a:lnTo>
                    <a:pt x="2404873" y="2131361"/>
                  </a:lnTo>
                  <a:lnTo>
                    <a:pt x="2349011" y="2147707"/>
                  </a:lnTo>
                  <a:lnTo>
                    <a:pt x="2319778" y="2166530"/>
                  </a:lnTo>
                  <a:lnTo>
                    <a:pt x="2249719" y="2121295"/>
                  </a:lnTo>
                  <a:lnTo>
                    <a:pt x="2221782" y="2151748"/>
                  </a:lnTo>
                  <a:lnTo>
                    <a:pt x="2232357" y="2175288"/>
                  </a:lnTo>
                  <a:lnTo>
                    <a:pt x="2214207" y="2208093"/>
                  </a:lnTo>
                  <a:lnTo>
                    <a:pt x="2236005" y="2212274"/>
                  </a:lnTo>
                  <a:lnTo>
                    <a:pt x="2232865" y="2243631"/>
                  </a:lnTo>
                  <a:lnTo>
                    <a:pt x="2211728" y="2260370"/>
                  </a:lnTo>
                  <a:lnTo>
                    <a:pt x="2208741" y="2294878"/>
                  </a:lnTo>
                  <a:lnTo>
                    <a:pt x="2151710" y="2299187"/>
                  </a:lnTo>
                  <a:lnTo>
                    <a:pt x="2128730" y="2270691"/>
                  </a:lnTo>
                  <a:lnTo>
                    <a:pt x="2059829" y="2319053"/>
                  </a:lnTo>
                  <a:lnTo>
                    <a:pt x="2015318" y="2319981"/>
                  </a:lnTo>
                  <a:lnTo>
                    <a:pt x="1981915" y="2298284"/>
                  </a:lnTo>
                  <a:lnTo>
                    <a:pt x="1927897" y="2301005"/>
                  </a:lnTo>
                  <a:lnTo>
                    <a:pt x="1881047" y="2267551"/>
                  </a:lnTo>
                  <a:lnTo>
                    <a:pt x="1863024" y="2282447"/>
                  </a:lnTo>
                  <a:lnTo>
                    <a:pt x="1825706" y="2244164"/>
                  </a:lnTo>
                  <a:lnTo>
                    <a:pt x="1793092" y="2189536"/>
                  </a:lnTo>
                  <a:lnTo>
                    <a:pt x="1763338" y="2124180"/>
                  </a:lnTo>
                  <a:lnTo>
                    <a:pt x="1748848" y="2092544"/>
                  </a:lnTo>
                  <a:lnTo>
                    <a:pt x="1679679" y="2061697"/>
                  </a:lnTo>
                  <a:lnTo>
                    <a:pt x="1678649" y="2038424"/>
                  </a:lnTo>
                  <a:lnTo>
                    <a:pt x="1694423" y="2022359"/>
                  </a:lnTo>
                  <a:lnTo>
                    <a:pt x="1662190" y="1930997"/>
                  </a:lnTo>
                  <a:lnTo>
                    <a:pt x="1661542" y="1809564"/>
                  </a:lnTo>
                  <a:lnTo>
                    <a:pt x="1676819" y="1795977"/>
                  </a:lnTo>
                  <a:lnTo>
                    <a:pt x="1673934" y="1758724"/>
                  </a:lnTo>
                  <a:lnTo>
                    <a:pt x="1641446" y="1759905"/>
                  </a:lnTo>
                  <a:lnTo>
                    <a:pt x="1638447" y="1729185"/>
                  </a:lnTo>
                  <a:lnTo>
                    <a:pt x="1674595" y="1719792"/>
                  </a:lnTo>
                  <a:lnTo>
                    <a:pt x="1668596" y="1672993"/>
                  </a:lnTo>
                  <a:lnTo>
                    <a:pt x="1650967" y="1679781"/>
                  </a:lnTo>
                  <a:lnTo>
                    <a:pt x="1617831" y="1700689"/>
                  </a:lnTo>
                  <a:lnTo>
                    <a:pt x="1598893" y="1726185"/>
                  </a:lnTo>
                  <a:lnTo>
                    <a:pt x="1602427" y="1765790"/>
                  </a:lnTo>
                  <a:lnTo>
                    <a:pt x="1570841" y="1792978"/>
                  </a:lnTo>
                  <a:lnTo>
                    <a:pt x="1525314" y="1775590"/>
                  </a:lnTo>
                  <a:lnTo>
                    <a:pt x="1477930" y="1709980"/>
                  </a:lnTo>
                  <a:lnTo>
                    <a:pt x="1489153" y="1684483"/>
                  </a:lnTo>
                  <a:lnTo>
                    <a:pt x="1466173" y="1668545"/>
                  </a:lnTo>
                  <a:lnTo>
                    <a:pt x="1445964" y="1681217"/>
                  </a:lnTo>
                  <a:lnTo>
                    <a:pt x="1360729" y="1687368"/>
                  </a:lnTo>
                  <a:lnTo>
                    <a:pt x="1322116" y="1715471"/>
                  </a:lnTo>
                  <a:lnTo>
                    <a:pt x="1301487" y="1718330"/>
                  </a:lnTo>
                  <a:lnTo>
                    <a:pt x="1288319" y="1751669"/>
                  </a:lnTo>
                  <a:lnTo>
                    <a:pt x="1298360" y="1759905"/>
                  </a:lnTo>
                  <a:lnTo>
                    <a:pt x="1289616" y="1801862"/>
                  </a:lnTo>
                  <a:lnTo>
                    <a:pt x="1296797" y="1815182"/>
                  </a:lnTo>
                  <a:lnTo>
                    <a:pt x="1290137" y="1831400"/>
                  </a:lnTo>
                  <a:lnTo>
                    <a:pt x="1268478" y="1849449"/>
                  </a:lnTo>
                  <a:lnTo>
                    <a:pt x="1233487" y="1861053"/>
                  </a:lnTo>
                  <a:lnTo>
                    <a:pt x="1240160" y="1907471"/>
                  </a:lnTo>
                  <a:lnTo>
                    <a:pt x="1300839" y="1951372"/>
                  </a:lnTo>
                  <a:lnTo>
                    <a:pt x="1311935" y="1987596"/>
                  </a:lnTo>
                  <a:lnTo>
                    <a:pt x="1295742" y="2014376"/>
                  </a:lnTo>
                  <a:lnTo>
                    <a:pt x="1314795" y="2045631"/>
                  </a:lnTo>
                  <a:lnTo>
                    <a:pt x="1301741" y="2064569"/>
                  </a:lnTo>
                  <a:lnTo>
                    <a:pt x="1299009" y="2095557"/>
                  </a:lnTo>
                  <a:lnTo>
                    <a:pt x="1307626" y="2120520"/>
                  </a:lnTo>
                  <a:lnTo>
                    <a:pt x="1341155" y="2130459"/>
                  </a:lnTo>
                  <a:lnTo>
                    <a:pt x="1347421" y="2167954"/>
                  </a:lnTo>
                  <a:lnTo>
                    <a:pt x="1338308" y="2190057"/>
                  </a:lnTo>
                  <a:lnTo>
                    <a:pt x="1350943" y="2216456"/>
                  </a:lnTo>
                  <a:lnTo>
                    <a:pt x="1341944" y="2243237"/>
                  </a:lnTo>
                  <a:lnTo>
                    <a:pt x="1321073" y="2253837"/>
                  </a:lnTo>
                  <a:lnTo>
                    <a:pt x="1322624" y="2305072"/>
                  </a:lnTo>
                  <a:lnTo>
                    <a:pt x="1294306" y="2352392"/>
                  </a:lnTo>
                  <a:lnTo>
                    <a:pt x="1274732" y="2365458"/>
                  </a:lnTo>
                  <a:lnTo>
                    <a:pt x="1266521" y="2398530"/>
                  </a:lnTo>
                  <a:lnTo>
                    <a:pt x="1258818" y="2457073"/>
                  </a:lnTo>
                  <a:lnTo>
                    <a:pt x="1251764" y="2505562"/>
                  </a:lnTo>
                  <a:lnTo>
                    <a:pt x="1226967" y="2502690"/>
                  </a:lnTo>
                  <a:lnTo>
                    <a:pt x="1203352" y="2515629"/>
                  </a:lnTo>
                  <a:lnTo>
                    <a:pt x="1199830" y="2558894"/>
                  </a:lnTo>
                  <a:lnTo>
                    <a:pt x="1186269" y="2572494"/>
                  </a:lnTo>
                  <a:lnTo>
                    <a:pt x="1156768" y="2577578"/>
                  </a:lnTo>
                  <a:lnTo>
                    <a:pt x="1142546" y="2663461"/>
                  </a:lnTo>
                  <a:lnTo>
                    <a:pt x="1121930" y="2693127"/>
                  </a:lnTo>
                  <a:lnTo>
                    <a:pt x="1098696" y="2689848"/>
                  </a:lnTo>
                  <a:lnTo>
                    <a:pt x="1086430" y="2689848"/>
                  </a:lnTo>
                  <a:lnTo>
                    <a:pt x="1071280" y="2691564"/>
                  </a:lnTo>
                  <a:lnTo>
                    <a:pt x="1029146" y="2665291"/>
                  </a:lnTo>
                  <a:lnTo>
                    <a:pt x="985943" y="2601766"/>
                  </a:lnTo>
                  <a:lnTo>
                    <a:pt x="923168" y="2567270"/>
                  </a:lnTo>
                  <a:lnTo>
                    <a:pt x="887160" y="2498648"/>
                  </a:lnTo>
                  <a:lnTo>
                    <a:pt x="893019" y="2440880"/>
                  </a:lnTo>
                  <a:lnTo>
                    <a:pt x="895231" y="2418383"/>
                  </a:lnTo>
                  <a:lnTo>
                    <a:pt x="864574" y="2378257"/>
                  </a:lnTo>
                  <a:lnTo>
                    <a:pt x="846957" y="2328077"/>
                  </a:lnTo>
                  <a:lnTo>
                    <a:pt x="866671" y="2297356"/>
                  </a:lnTo>
                  <a:lnTo>
                    <a:pt x="888075" y="2262594"/>
                  </a:lnTo>
                  <a:lnTo>
                    <a:pt x="868234" y="2235280"/>
                  </a:lnTo>
                  <a:lnTo>
                    <a:pt x="867319" y="2209923"/>
                  </a:lnTo>
                  <a:lnTo>
                    <a:pt x="879190" y="2176584"/>
                  </a:lnTo>
                  <a:lnTo>
                    <a:pt x="919266" y="2147834"/>
                  </a:lnTo>
                  <a:lnTo>
                    <a:pt x="925265" y="2086139"/>
                  </a:lnTo>
                  <a:lnTo>
                    <a:pt x="908551" y="2041043"/>
                  </a:lnTo>
                  <a:lnTo>
                    <a:pt x="940009" y="1968251"/>
                  </a:lnTo>
                  <a:lnTo>
                    <a:pt x="902946" y="1897544"/>
                  </a:lnTo>
                  <a:lnTo>
                    <a:pt x="920168" y="1827740"/>
                  </a:lnTo>
                  <a:lnTo>
                    <a:pt x="885062" y="1775590"/>
                  </a:lnTo>
                  <a:lnTo>
                    <a:pt x="834959" y="1780420"/>
                  </a:lnTo>
                  <a:lnTo>
                    <a:pt x="811203" y="1764875"/>
                  </a:lnTo>
                  <a:lnTo>
                    <a:pt x="802980" y="1736887"/>
                  </a:lnTo>
                  <a:lnTo>
                    <a:pt x="805319" y="1730621"/>
                  </a:lnTo>
                  <a:lnTo>
                    <a:pt x="769311" y="1684356"/>
                  </a:lnTo>
                  <a:lnTo>
                    <a:pt x="762396" y="1629207"/>
                  </a:lnTo>
                  <a:lnTo>
                    <a:pt x="754694" y="1617183"/>
                  </a:lnTo>
                  <a:lnTo>
                    <a:pt x="772971" y="1516658"/>
                  </a:lnTo>
                  <a:lnTo>
                    <a:pt x="807416" y="1463211"/>
                  </a:lnTo>
                  <a:lnTo>
                    <a:pt x="786533" y="1414188"/>
                  </a:lnTo>
                  <a:lnTo>
                    <a:pt x="727418" y="1382311"/>
                  </a:lnTo>
                  <a:lnTo>
                    <a:pt x="661007" y="1408583"/>
                  </a:lnTo>
                  <a:lnTo>
                    <a:pt x="638688" y="1408964"/>
                  </a:lnTo>
                  <a:lnTo>
                    <a:pt x="642069" y="1362953"/>
                  </a:lnTo>
                  <a:lnTo>
                    <a:pt x="628240" y="1327937"/>
                  </a:lnTo>
                  <a:lnTo>
                    <a:pt x="597443" y="1360996"/>
                  </a:lnTo>
                  <a:lnTo>
                    <a:pt x="556860" y="1349887"/>
                  </a:lnTo>
                  <a:lnTo>
                    <a:pt x="524360" y="1368571"/>
                  </a:lnTo>
                  <a:lnTo>
                    <a:pt x="547060" y="1436812"/>
                  </a:lnTo>
                  <a:lnTo>
                    <a:pt x="519530" y="1466605"/>
                  </a:lnTo>
                  <a:lnTo>
                    <a:pt x="372854" y="1529864"/>
                  </a:lnTo>
                  <a:lnTo>
                    <a:pt x="277578" y="1519543"/>
                  </a:lnTo>
                  <a:lnTo>
                    <a:pt x="206210" y="1495622"/>
                  </a:lnTo>
                  <a:lnTo>
                    <a:pt x="101542" y="1506604"/>
                  </a:lnTo>
                  <a:lnTo>
                    <a:pt x="57310" y="1486077"/>
                  </a:lnTo>
                  <a:lnTo>
                    <a:pt x="56510" y="1379553"/>
                  </a:lnTo>
                  <a:lnTo>
                    <a:pt x="0" y="1322052"/>
                  </a:lnTo>
                  <a:lnTo>
                    <a:pt x="5758" y="1278926"/>
                  </a:lnTo>
                  <a:lnTo>
                    <a:pt x="54044" y="1235648"/>
                  </a:lnTo>
                  <a:lnTo>
                    <a:pt x="43215" y="1198280"/>
                  </a:lnTo>
                  <a:lnTo>
                    <a:pt x="40202" y="1152790"/>
                  </a:lnTo>
                  <a:lnTo>
                    <a:pt x="80646" y="1123124"/>
                  </a:lnTo>
                  <a:lnTo>
                    <a:pt x="114455" y="1130966"/>
                  </a:lnTo>
                  <a:lnTo>
                    <a:pt x="183370" y="1080647"/>
                  </a:lnTo>
                  <a:lnTo>
                    <a:pt x="191848" y="1019867"/>
                  </a:lnTo>
                  <a:lnTo>
                    <a:pt x="233093" y="988358"/>
                  </a:lnTo>
                  <a:lnTo>
                    <a:pt x="262720" y="1041042"/>
                  </a:lnTo>
                  <a:lnTo>
                    <a:pt x="325610" y="1013194"/>
                  </a:lnTo>
                  <a:lnTo>
                    <a:pt x="336706" y="933069"/>
                  </a:lnTo>
                  <a:lnTo>
                    <a:pt x="366207" y="921706"/>
                  </a:lnTo>
                  <a:lnTo>
                    <a:pt x="351704" y="867332"/>
                  </a:lnTo>
                  <a:lnTo>
                    <a:pt x="354843" y="845114"/>
                  </a:lnTo>
                  <a:lnTo>
                    <a:pt x="390991" y="838301"/>
                  </a:lnTo>
                  <a:lnTo>
                    <a:pt x="453500" y="781080"/>
                  </a:lnTo>
                  <a:lnTo>
                    <a:pt x="495787" y="780673"/>
                  </a:lnTo>
                  <a:lnTo>
                    <a:pt x="529838" y="789291"/>
                  </a:lnTo>
                  <a:lnTo>
                    <a:pt x="558029" y="832684"/>
                  </a:lnTo>
                  <a:lnTo>
                    <a:pt x="615581" y="803158"/>
                  </a:lnTo>
                  <a:lnTo>
                    <a:pt x="722067" y="785643"/>
                  </a:lnTo>
                  <a:lnTo>
                    <a:pt x="772971" y="713233"/>
                  </a:lnTo>
                  <a:lnTo>
                    <a:pt x="793053" y="623054"/>
                  </a:lnTo>
                  <a:lnTo>
                    <a:pt x="808725" y="603048"/>
                  </a:lnTo>
                  <a:lnTo>
                    <a:pt x="833789" y="593376"/>
                  </a:lnTo>
                  <a:lnTo>
                    <a:pt x="893934" y="604091"/>
                  </a:lnTo>
                  <a:lnTo>
                    <a:pt x="928773" y="664223"/>
                  </a:lnTo>
                  <a:lnTo>
                    <a:pt x="974974" y="633489"/>
                  </a:lnTo>
                  <a:lnTo>
                    <a:pt x="984113" y="620830"/>
                  </a:lnTo>
                  <a:lnTo>
                    <a:pt x="1004208" y="585534"/>
                  </a:lnTo>
                  <a:lnTo>
                    <a:pt x="1018698" y="568019"/>
                  </a:lnTo>
                  <a:lnTo>
                    <a:pt x="1099878" y="567765"/>
                  </a:lnTo>
                  <a:lnTo>
                    <a:pt x="1133534" y="535735"/>
                  </a:lnTo>
                  <a:lnTo>
                    <a:pt x="1162628" y="489216"/>
                  </a:lnTo>
                  <a:lnTo>
                    <a:pt x="1205309" y="461634"/>
                  </a:lnTo>
                  <a:lnTo>
                    <a:pt x="1240682" y="485403"/>
                  </a:lnTo>
                  <a:lnTo>
                    <a:pt x="1296797" y="481628"/>
                  </a:lnTo>
                  <a:lnTo>
                    <a:pt x="1395708" y="502155"/>
                  </a:lnTo>
                  <a:lnTo>
                    <a:pt x="1463580" y="510124"/>
                  </a:lnTo>
                  <a:lnTo>
                    <a:pt x="1544226" y="512208"/>
                  </a:lnTo>
                  <a:lnTo>
                    <a:pt x="1603469" y="567231"/>
                  </a:lnTo>
                  <a:lnTo>
                    <a:pt x="1611819" y="574946"/>
                  </a:lnTo>
                  <a:lnTo>
                    <a:pt x="1637532" y="542535"/>
                  </a:lnTo>
                  <a:lnTo>
                    <a:pt x="1652403" y="526584"/>
                  </a:lnTo>
                  <a:lnTo>
                    <a:pt x="1650064" y="499397"/>
                  </a:lnTo>
                  <a:lnTo>
                    <a:pt x="1675637" y="468689"/>
                  </a:lnTo>
                  <a:lnTo>
                    <a:pt x="1708010" y="364249"/>
                  </a:lnTo>
                  <a:lnTo>
                    <a:pt x="1713221" y="337596"/>
                  </a:lnTo>
                  <a:lnTo>
                    <a:pt x="1751848" y="330656"/>
                  </a:lnTo>
                  <a:lnTo>
                    <a:pt x="1761380" y="279955"/>
                  </a:lnTo>
                  <a:lnTo>
                    <a:pt x="1805218" y="266622"/>
                  </a:lnTo>
                  <a:lnTo>
                    <a:pt x="1730850" y="168588"/>
                  </a:lnTo>
                  <a:lnTo>
                    <a:pt x="1691029" y="99839"/>
                  </a:lnTo>
                  <a:lnTo>
                    <a:pt x="1677327" y="79973"/>
                  </a:lnTo>
                  <a:lnTo>
                    <a:pt x="1660754" y="54361"/>
                  </a:lnTo>
                  <a:lnTo>
                    <a:pt x="1657614" y="46646"/>
                  </a:lnTo>
                  <a:lnTo>
                    <a:pt x="1768168" y="9800"/>
                  </a:lnTo>
                  <a:lnTo>
                    <a:pt x="1786572" y="2987"/>
                  </a:lnTo>
                  <a:lnTo>
                    <a:pt x="1815678" y="21162"/>
                  </a:lnTo>
                  <a:lnTo>
                    <a:pt x="1822707" y="51489"/>
                  </a:lnTo>
                  <a:lnTo>
                    <a:pt x="1882877" y="23120"/>
                  </a:lnTo>
                  <a:lnTo>
                    <a:pt x="1914182" y="4042"/>
                  </a:lnTo>
                  <a:lnTo>
                    <a:pt x="1940289" y="11223"/>
                  </a:lnTo>
                  <a:lnTo>
                    <a:pt x="1949694" y="31877"/>
                  </a:lnTo>
                  <a:lnTo>
                    <a:pt x="1977492" y="34483"/>
                  </a:lnTo>
                  <a:lnTo>
                    <a:pt x="1999544" y="10575"/>
                  </a:lnTo>
                  <a:lnTo>
                    <a:pt x="2039988" y="12926"/>
                  </a:lnTo>
                  <a:lnTo>
                    <a:pt x="2075488" y="0"/>
                  </a:lnTo>
                  <a:lnTo>
                    <a:pt x="2091947" y="22993"/>
                  </a:lnTo>
                  <a:lnTo>
                    <a:pt x="2129773" y="20641"/>
                  </a:lnTo>
                  <a:lnTo>
                    <a:pt x="2136954" y="45337"/>
                  </a:lnTo>
                  <a:lnTo>
                    <a:pt x="2204165" y="54501"/>
                  </a:lnTo>
                  <a:lnTo>
                    <a:pt x="2217740" y="69131"/>
                  </a:lnTo>
                  <a:lnTo>
                    <a:pt x="2281939" y="65203"/>
                  </a:lnTo>
                  <a:lnTo>
                    <a:pt x="2382948" y="137613"/>
                  </a:lnTo>
                  <a:lnTo>
                    <a:pt x="2422502" y="123378"/>
                  </a:lnTo>
                  <a:lnTo>
                    <a:pt x="2442711" y="105342"/>
                  </a:lnTo>
                  <a:lnTo>
                    <a:pt x="2482252" y="112269"/>
                  </a:lnTo>
                  <a:lnTo>
                    <a:pt x="2486434" y="130038"/>
                  </a:lnTo>
                  <a:lnTo>
                    <a:pt x="2464509" y="148989"/>
                  </a:lnTo>
                  <a:lnTo>
                    <a:pt x="2507062" y="174994"/>
                  </a:lnTo>
                  <a:lnTo>
                    <a:pt x="2509401" y="216950"/>
                  </a:lnTo>
                  <a:lnTo>
                    <a:pt x="2468805" y="287276"/>
                  </a:lnTo>
                  <a:lnTo>
                    <a:pt x="2482913" y="305566"/>
                  </a:lnTo>
                  <a:lnTo>
                    <a:pt x="2482913" y="366092"/>
                  </a:lnTo>
                  <a:lnTo>
                    <a:pt x="2565136" y="406854"/>
                  </a:lnTo>
                  <a:lnTo>
                    <a:pt x="2590441" y="423326"/>
                  </a:lnTo>
                  <a:lnTo>
                    <a:pt x="2617069" y="431435"/>
                  </a:lnTo>
                  <a:lnTo>
                    <a:pt x="2696546" y="422144"/>
                  </a:lnTo>
                  <a:lnTo>
                    <a:pt x="2708938" y="458508"/>
                  </a:lnTo>
                  <a:lnTo>
                    <a:pt x="2745874" y="468943"/>
                  </a:lnTo>
                  <a:lnTo>
                    <a:pt x="2769757" y="459931"/>
                  </a:lnTo>
                  <a:lnTo>
                    <a:pt x="2850149" y="535087"/>
                  </a:lnTo>
                  <a:lnTo>
                    <a:pt x="2854331" y="575340"/>
                  </a:lnTo>
                  <a:lnTo>
                    <a:pt x="2929220" y="575340"/>
                  </a:lnTo>
                  <a:lnTo>
                    <a:pt x="2941371" y="613382"/>
                  </a:lnTo>
                  <a:lnTo>
                    <a:pt x="2957563" y="634036"/>
                  </a:lnTo>
                  <a:lnTo>
                    <a:pt x="2988220" y="613763"/>
                  </a:lnTo>
                  <a:lnTo>
                    <a:pt x="3020834" y="612721"/>
                  </a:lnTo>
                  <a:lnTo>
                    <a:pt x="3036761" y="599642"/>
                  </a:lnTo>
                  <a:lnTo>
                    <a:pt x="3066248" y="605539"/>
                  </a:lnTo>
                  <a:lnTo>
                    <a:pt x="3108268" y="575721"/>
                  </a:lnTo>
                  <a:lnTo>
                    <a:pt x="3136459" y="551941"/>
                  </a:lnTo>
                  <a:lnTo>
                    <a:pt x="3214754" y="540705"/>
                  </a:lnTo>
                  <a:lnTo>
                    <a:pt x="3214499" y="497833"/>
                  </a:lnTo>
                  <a:lnTo>
                    <a:pt x="3196744" y="474179"/>
                  </a:lnTo>
                  <a:lnTo>
                    <a:pt x="3216190" y="434168"/>
                  </a:lnTo>
                  <a:lnTo>
                    <a:pt x="3225710" y="357589"/>
                  </a:lnTo>
                  <a:lnTo>
                    <a:pt x="3260434" y="360601"/>
                  </a:lnTo>
                  <a:lnTo>
                    <a:pt x="3331955" y="380455"/>
                  </a:lnTo>
                  <a:lnTo>
                    <a:pt x="3380101" y="369867"/>
                  </a:lnTo>
                  <a:lnTo>
                    <a:pt x="3356219" y="327529"/>
                  </a:lnTo>
                  <a:lnTo>
                    <a:pt x="3365624" y="291445"/>
                  </a:lnTo>
                  <a:lnTo>
                    <a:pt x="3400984" y="283082"/>
                  </a:lnTo>
                  <a:lnTo>
                    <a:pt x="3401645" y="244798"/>
                  </a:lnTo>
                  <a:lnTo>
                    <a:pt x="3441186" y="165461"/>
                  </a:lnTo>
                  <a:lnTo>
                    <a:pt x="3480194" y="165461"/>
                  </a:lnTo>
                  <a:lnTo>
                    <a:pt x="3501471" y="140626"/>
                  </a:lnTo>
                  <a:lnTo>
                    <a:pt x="3538788" y="142850"/>
                  </a:lnTo>
                  <a:lnTo>
                    <a:pt x="3594522" y="205054"/>
                  </a:lnTo>
                  <a:lnTo>
                    <a:pt x="3599606" y="210799"/>
                  </a:lnTo>
                  <a:lnTo>
                    <a:pt x="3595425" y="253543"/>
                  </a:lnTo>
                  <a:lnTo>
                    <a:pt x="3657946" y="276154"/>
                  </a:lnTo>
                  <a:lnTo>
                    <a:pt x="3701530" y="307396"/>
                  </a:lnTo>
                  <a:lnTo>
                    <a:pt x="3737029" y="318124"/>
                  </a:lnTo>
                  <a:lnTo>
                    <a:pt x="3723976" y="337062"/>
                  </a:lnTo>
                  <a:lnTo>
                    <a:pt x="3732848" y="354195"/>
                  </a:lnTo>
                  <a:lnTo>
                    <a:pt x="3726975" y="386733"/>
                  </a:lnTo>
                  <a:lnTo>
                    <a:pt x="3710414" y="405557"/>
                  </a:lnTo>
                  <a:lnTo>
                    <a:pt x="3707529" y="445289"/>
                  </a:lnTo>
                  <a:lnTo>
                    <a:pt x="3687942" y="472476"/>
                  </a:lnTo>
                  <a:lnTo>
                    <a:pt x="3705698" y="516276"/>
                  </a:lnTo>
                  <a:lnTo>
                    <a:pt x="3702711" y="557037"/>
                  </a:lnTo>
                  <a:lnTo>
                    <a:pt x="3712218" y="578352"/>
                  </a:lnTo>
                  <a:lnTo>
                    <a:pt x="3704529" y="627363"/>
                  </a:lnTo>
                  <a:lnTo>
                    <a:pt x="3687434" y="645132"/>
                  </a:lnTo>
                  <a:lnTo>
                    <a:pt x="3692137" y="679386"/>
                  </a:lnTo>
                  <a:lnTo>
                    <a:pt x="3675168" y="723033"/>
                  </a:lnTo>
                  <a:lnTo>
                    <a:pt x="3620616" y="764862"/>
                  </a:lnTo>
                  <a:lnTo>
                    <a:pt x="3653764" y="817139"/>
                  </a:lnTo>
                  <a:lnTo>
                    <a:pt x="3663818" y="849156"/>
                  </a:lnTo>
                  <a:lnTo>
                    <a:pt x="3657946" y="878186"/>
                  </a:lnTo>
                  <a:lnTo>
                    <a:pt x="3573640" y="935700"/>
                  </a:lnTo>
                  <a:lnTo>
                    <a:pt x="3613054" y="977389"/>
                  </a:lnTo>
                  <a:lnTo>
                    <a:pt x="3606521" y="1010588"/>
                  </a:lnTo>
                  <a:lnTo>
                    <a:pt x="3578736" y="1019994"/>
                  </a:lnTo>
                  <a:lnTo>
                    <a:pt x="3568670" y="1063259"/>
                  </a:lnTo>
                  <a:lnTo>
                    <a:pt x="3541139" y="1081562"/>
                  </a:lnTo>
                  <a:lnTo>
                    <a:pt x="3562022" y="1115409"/>
                  </a:lnTo>
                  <a:lnTo>
                    <a:pt x="3566064" y="1168208"/>
                  </a:lnTo>
                  <a:lnTo>
                    <a:pt x="3575203" y="1185201"/>
                  </a:lnTo>
                  <a:lnTo>
                    <a:pt x="3583172" y="1217752"/>
                  </a:lnTo>
                  <a:lnTo>
                    <a:pt x="3596340" y="1219582"/>
                  </a:lnTo>
                  <a:lnTo>
                    <a:pt x="3635360" y="1214485"/>
                  </a:lnTo>
                  <a:lnTo>
                    <a:pt x="3683265" y="1201013"/>
                  </a:lnTo>
                  <a:lnTo>
                    <a:pt x="3712753" y="1220484"/>
                  </a:lnTo>
                  <a:lnTo>
                    <a:pt x="3757124" y="1258399"/>
                  </a:lnTo>
                  <a:lnTo>
                    <a:pt x="3780091" y="1277871"/>
                  </a:lnTo>
                  <a:lnTo>
                    <a:pt x="3765995" y="1315112"/>
                  </a:lnTo>
                  <a:lnTo>
                    <a:pt x="3774740" y="1358899"/>
                  </a:lnTo>
                  <a:lnTo>
                    <a:pt x="3768881" y="1389098"/>
                  </a:lnTo>
                  <a:lnTo>
                    <a:pt x="3751125" y="1422170"/>
                  </a:lnTo>
                  <a:lnTo>
                    <a:pt x="3758293" y="1454708"/>
                  </a:lnTo>
                  <a:lnTo>
                    <a:pt x="3746422" y="1499143"/>
                  </a:lnTo>
                  <a:lnTo>
                    <a:pt x="3723976" y="1506731"/>
                  </a:lnTo>
                  <a:lnTo>
                    <a:pt x="3719273" y="1522148"/>
                  </a:lnTo>
                  <a:lnTo>
                    <a:pt x="3698657" y="1539282"/>
                  </a:lnTo>
                  <a:lnTo>
                    <a:pt x="3628319" y="1482556"/>
                  </a:lnTo>
                  <a:lnTo>
                    <a:pt x="3588116" y="1499817"/>
                  </a:lnTo>
                  <a:lnTo>
                    <a:pt x="3528620" y="1474180"/>
                  </a:lnTo>
                  <a:lnTo>
                    <a:pt x="3499640" y="1471308"/>
                  </a:lnTo>
                  <a:lnTo>
                    <a:pt x="3495459" y="1495495"/>
                  </a:lnTo>
                  <a:lnTo>
                    <a:pt x="3467280" y="1507773"/>
                  </a:lnTo>
                  <a:lnTo>
                    <a:pt x="3440411" y="1481768"/>
                  </a:lnTo>
                  <a:lnTo>
                    <a:pt x="3417558" y="1504379"/>
                  </a:lnTo>
                  <a:lnTo>
                    <a:pt x="3368891" y="1482683"/>
                  </a:lnTo>
                  <a:lnTo>
                    <a:pt x="3375666" y="1461241"/>
                  </a:lnTo>
                  <a:lnTo>
                    <a:pt x="3348516" y="1429351"/>
                  </a:lnTo>
                  <a:lnTo>
                    <a:pt x="3322689" y="1408964"/>
                  </a:lnTo>
                  <a:lnTo>
                    <a:pt x="3291893" y="1428970"/>
                  </a:lnTo>
                  <a:lnTo>
                    <a:pt x="3270602" y="1409625"/>
                  </a:lnTo>
                  <a:lnTo>
                    <a:pt x="3264743" y="1367923"/>
                  </a:lnTo>
                  <a:lnTo>
                    <a:pt x="3292401" y="1306888"/>
                  </a:lnTo>
                  <a:lnTo>
                    <a:pt x="3267349" y="1277998"/>
                  </a:lnTo>
                  <a:lnTo>
                    <a:pt x="3250394" y="1240630"/>
                  </a:lnTo>
                  <a:lnTo>
                    <a:pt x="3238128" y="1249514"/>
                  </a:lnTo>
                  <a:lnTo>
                    <a:pt x="3226257" y="1260089"/>
                  </a:lnTo>
                  <a:lnTo>
                    <a:pt x="3215669" y="1295640"/>
                  </a:lnTo>
                  <a:lnTo>
                    <a:pt x="3160088" y="1278532"/>
                  </a:lnTo>
                  <a:lnTo>
                    <a:pt x="3141289" y="1281392"/>
                  </a:lnTo>
                  <a:lnTo>
                    <a:pt x="3027240" y="1341778"/>
                  </a:lnTo>
                  <a:lnTo>
                    <a:pt x="2975167" y="1327403"/>
                  </a:lnTo>
                  <a:lnTo>
                    <a:pt x="2971239" y="1354730"/>
                  </a:lnTo>
                  <a:lnTo>
                    <a:pt x="2982996" y="1400334"/>
                  </a:lnTo>
                  <a:lnTo>
                    <a:pt x="2968239" y="1428703"/>
                  </a:lnTo>
                  <a:lnTo>
                    <a:pt x="2939273" y="1434588"/>
                  </a:lnTo>
                  <a:lnTo>
                    <a:pt x="2950496" y="1458890"/>
                  </a:lnTo>
                  <a:lnTo>
                    <a:pt x="2905082" y="1515615"/>
                  </a:lnTo>
                  <a:lnTo>
                    <a:pt x="2863457" y="1530906"/>
                  </a:lnTo>
                  <a:lnTo>
                    <a:pt x="2890339" y="1564753"/>
                  </a:lnTo>
                  <a:lnTo>
                    <a:pt x="2886678" y="1616128"/>
                  </a:lnTo>
                  <a:lnTo>
                    <a:pt x="2865541" y="1634557"/>
                  </a:lnTo>
                  <a:lnTo>
                    <a:pt x="2880285" y="1674175"/>
                  </a:lnTo>
                  <a:lnTo>
                    <a:pt x="2867105" y="1721737"/>
                  </a:lnTo>
                  <a:lnTo>
                    <a:pt x="2885509" y="1753233"/>
                  </a:lnTo>
                  <a:lnTo>
                    <a:pt x="2863063" y="1812449"/>
                  </a:lnTo>
                  <a:lnTo>
                    <a:pt x="2867105" y="1828655"/>
                  </a:lnTo>
                  <a:lnTo>
                    <a:pt x="2902096" y="1826164"/>
                  </a:lnTo>
                  <a:lnTo>
                    <a:pt x="2907574" y="1866557"/>
                  </a:lnTo>
                  <a:lnTo>
                    <a:pt x="2949314" y="1864599"/>
                  </a:lnTo>
                  <a:lnTo>
                    <a:pt x="2959355" y="1885241"/>
                  </a:lnTo>
                  <a:lnTo>
                    <a:pt x="2995389" y="1882241"/>
                  </a:lnTo>
                  <a:lnTo>
                    <a:pt x="3004261" y="1862769"/>
                  </a:lnTo>
                  <a:lnTo>
                    <a:pt x="3056855" y="1846818"/>
                  </a:lnTo>
                  <a:lnTo>
                    <a:pt x="3080484" y="1858588"/>
                  </a:lnTo>
                  <a:lnTo>
                    <a:pt x="3098748" y="1901192"/>
                  </a:lnTo>
                  <a:lnTo>
                    <a:pt x="3120012" y="1892308"/>
                  </a:lnTo>
                  <a:lnTo>
                    <a:pt x="3136459" y="1926676"/>
                  </a:lnTo>
                  <a:lnTo>
                    <a:pt x="3124715" y="1937264"/>
                  </a:lnTo>
                  <a:lnTo>
                    <a:pt x="3133599" y="1978051"/>
                  </a:lnTo>
                  <a:lnTo>
                    <a:pt x="3108802" y="2004704"/>
                  </a:lnTo>
                  <a:lnTo>
                    <a:pt x="3088046" y="1991130"/>
                  </a:lnTo>
                  <a:lnTo>
                    <a:pt x="3051759" y="2015431"/>
                  </a:lnTo>
                  <a:lnTo>
                    <a:pt x="3064431" y="2064963"/>
                  </a:lnTo>
                  <a:lnTo>
                    <a:pt x="3024889" y="2092798"/>
                  </a:lnTo>
                  <a:lnTo>
                    <a:pt x="3016004" y="2149016"/>
                  </a:lnTo>
                  <a:lnTo>
                    <a:pt x="3034676" y="2200378"/>
                  </a:lnTo>
                  <a:lnTo>
                    <a:pt x="3084004" y="2228213"/>
                  </a:lnTo>
                  <a:lnTo>
                    <a:pt x="3090525" y="2242461"/>
                  </a:lnTo>
                  <a:close/>
                </a:path>
              </a:pathLst>
            </a:custGeom>
            <a:noFill/>
            <a:ln w="3810" cap="flat">
              <a:solidFill>
                <a:srgbClr val="E6E4E2"/>
              </a:solidFill>
              <a:prstDash val="solid"/>
              <a:miter/>
            </a:ln>
          </p:spPr>
          <p:txBody>
            <a:bodyPr rtlCol="0" anchor="ctr"/>
            <a:lstStyle/>
            <a:p>
              <a:endParaRPr lang="de-CH"/>
            </a:p>
          </p:txBody>
        </p:sp>
        <p:sp>
          <p:nvSpPr>
            <p:cNvPr id="118" name="Freihandform: Form 117">
              <a:extLst>
                <a:ext uri="{FF2B5EF4-FFF2-40B4-BE49-F238E27FC236}">
                  <a16:creationId xmlns:a16="http://schemas.microsoft.com/office/drawing/2014/main" id="{847D9785-6228-586F-6984-B98A6CC53A7B}"/>
                </a:ext>
              </a:extLst>
            </p:cNvPr>
            <p:cNvSpPr/>
            <p:nvPr/>
          </p:nvSpPr>
          <p:spPr>
            <a:xfrm>
              <a:off x="5083081" y="1054595"/>
              <a:ext cx="1495787" cy="1435388"/>
            </a:xfrm>
            <a:custGeom>
              <a:avLst/>
              <a:gdLst>
                <a:gd name="connsiteX0" fmla="*/ 636705 w 1495787"/>
                <a:gd name="connsiteY0" fmla="*/ 746318 h 1435388"/>
                <a:gd name="connsiteX1" fmla="*/ 643632 w 1495787"/>
                <a:gd name="connsiteY1" fmla="*/ 711416 h 1435388"/>
                <a:gd name="connsiteX2" fmla="*/ 636070 w 1495787"/>
                <a:gd name="connsiteY2" fmla="*/ 680453 h 1435388"/>
                <a:gd name="connsiteX3" fmla="*/ 634227 w 1495787"/>
                <a:gd name="connsiteY3" fmla="*/ 673247 h 1435388"/>
                <a:gd name="connsiteX4" fmla="*/ 601866 w 1495787"/>
                <a:gd name="connsiteY4" fmla="*/ 675204 h 1435388"/>
                <a:gd name="connsiteX5" fmla="*/ 598219 w 1495787"/>
                <a:gd name="connsiteY5" fmla="*/ 653127 h 1435388"/>
                <a:gd name="connsiteX6" fmla="*/ 594164 w 1495787"/>
                <a:gd name="connsiteY6" fmla="*/ 636133 h 1435388"/>
                <a:gd name="connsiteX7" fmla="*/ 519657 w 1495787"/>
                <a:gd name="connsiteY7" fmla="*/ 595486 h 1435388"/>
                <a:gd name="connsiteX8" fmla="*/ 544848 w 1495787"/>
                <a:gd name="connsiteY8" fmla="*/ 576141 h 1435388"/>
                <a:gd name="connsiteX9" fmla="*/ 554101 w 1495787"/>
                <a:gd name="connsiteY9" fmla="*/ 575213 h 1435388"/>
                <a:gd name="connsiteX10" fmla="*/ 542751 w 1495787"/>
                <a:gd name="connsiteY10" fmla="*/ 522682 h 1435388"/>
                <a:gd name="connsiteX11" fmla="*/ 527995 w 1495787"/>
                <a:gd name="connsiteY11" fmla="*/ 484640 h 1435388"/>
                <a:gd name="connsiteX12" fmla="*/ 491974 w 1495787"/>
                <a:gd name="connsiteY12" fmla="*/ 496283 h 1435388"/>
                <a:gd name="connsiteX13" fmla="*/ 479721 w 1495787"/>
                <a:gd name="connsiteY13" fmla="*/ 469477 h 1435388"/>
                <a:gd name="connsiteX14" fmla="*/ 458178 w 1495787"/>
                <a:gd name="connsiteY14" fmla="*/ 476162 h 1435388"/>
                <a:gd name="connsiteX15" fmla="*/ 469274 w 1495787"/>
                <a:gd name="connsiteY15" fmla="*/ 406358 h 1435388"/>
                <a:gd name="connsiteX16" fmla="*/ 386403 w 1495787"/>
                <a:gd name="connsiteY16" fmla="*/ 408569 h 1435388"/>
                <a:gd name="connsiteX17" fmla="*/ 386022 w 1495787"/>
                <a:gd name="connsiteY17" fmla="*/ 386886 h 1435388"/>
                <a:gd name="connsiteX18" fmla="*/ 367084 w 1495787"/>
                <a:gd name="connsiteY18" fmla="*/ 356953 h 1435388"/>
                <a:gd name="connsiteX19" fmla="*/ 364491 w 1495787"/>
                <a:gd name="connsiteY19" fmla="*/ 346633 h 1435388"/>
                <a:gd name="connsiteX20" fmla="*/ 327173 w 1495787"/>
                <a:gd name="connsiteY20" fmla="*/ 324542 h 1435388"/>
                <a:gd name="connsiteX21" fmla="*/ 328978 w 1495787"/>
                <a:gd name="connsiteY21" fmla="*/ 296173 h 1435388"/>
                <a:gd name="connsiteX22" fmla="*/ 302376 w 1495787"/>
                <a:gd name="connsiteY22" fmla="*/ 293695 h 1435388"/>
                <a:gd name="connsiteX23" fmla="*/ 279917 w 1495787"/>
                <a:gd name="connsiteY23" fmla="*/ 258932 h 1435388"/>
                <a:gd name="connsiteX24" fmla="*/ 241557 w 1495787"/>
                <a:gd name="connsiteY24" fmla="*/ 263495 h 1435388"/>
                <a:gd name="connsiteX25" fmla="*/ 239079 w 1495787"/>
                <a:gd name="connsiteY25" fmla="*/ 320221 h 1435388"/>
                <a:gd name="connsiteX26" fmla="*/ 189738 w 1495787"/>
                <a:gd name="connsiteY26" fmla="*/ 373044 h 1435388"/>
                <a:gd name="connsiteX27" fmla="*/ 171995 w 1495787"/>
                <a:gd name="connsiteY27" fmla="*/ 368062 h 1435388"/>
                <a:gd name="connsiteX28" fmla="*/ 155433 w 1495787"/>
                <a:gd name="connsiteY28" fmla="*/ 376692 h 1435388"/>
                <a:gd name="connsiteX29" fmla="*/ 152802 w 1495787"/>
                <a:gd name="connsiteY29" fmla="*/ 366359 h 1435388"/>
                <a:gd name="connsiteX30" fmla="*/ 158153 w 1495787"/>
                <a:gd name="connsiteY30" fmla="*/ 354475 h 1435388"/>
                <a:gd name="connsiteX31" fmla="*/ 152294 w 1495787"/>
                <a:gd name="connsiteY31" fmla="*/ 310154 h 1435388"/>
                <a:gd name="connsiteX32" fmla="*/ 71508 w 1495787"/>
                <a:gd name="connsiteY32" fmla="*/ 290543 h 1435388"/>
                <a:gd name="connsiteX33" fmla="*/ 40978 w 1495787"/>
                <a:gd name="connsiteY33" fmla="*/ 272125 h 1435388"/>
                <a:gd name="connsiteX34" fmla="*/ 0 w 1495787"/>
                <a:gd name="connsiteY34" fmla="*/ 247163 h 1435388"/>
                <a:gd name="connsiteX35" fmla="*/ 19841 w 1495787"/>
                <a:gd name="connsiteY35" fmla="*/ 239575 h 1435388"/>
                <a:gd name="connsiteX36" fmla="*/ 78956 w 1495787"/>
                <a:gd name="connsiteY36" fmla="*/ 230690 h 1435388"/>
                <a:gd name="connsiteX37" fmla="*/ 90306 w 1495787"/>
                <a:gd name="connsiteY37" fmla="*/ 218539 h 1435388"/>
                <a:gd name="connsiteX38" fmla="*/ 165602 w 1495787"/>
                <a:gd name="connsiteY38" fmla="*/ 193576 h 1435388"/>
                <a:gd name="connsiteX39" fmla="*/ 194441 w 1495787"/>
                <a:gd name="connsiteY39" fmla="*/ 152535 h 1435388"/>
                <a:gd name="connsiteX40" fmla="*/ 206312 w 1495787"/>
                <a:gd name="connsiteY40" fmla="*/ 106397 h 1435388"/>
                <a:gd name="connsiteX41" fmla="*/ 231110 w 1495787"/>
                <a:gd name="connsiteY41" fmla="*/ 102876 h 1435388"/>
                <a:gd name="connsiteX42" fmla="*/ 249387 w 1495787"/>
                <a:gd name="connsiteY42" fmla="*/ 117125 h 1435388"/>
                <a:gd name="connsiteX43" fmla="*/ 272482 w 1495787"/>
                <a:gd name="connsiteY43" fmla="*/ 114760 h 1435388"/>
                <a:gd name="connsiteX44" fmla="*/ 296097 w 1495787"/>
                <a:gd name="connsiteY44" fmla="*/ 101161 h 1435388"/>
                <a:gd name="connsiteX45" fmla="*/ 343862 w 1495787"/>
                <a:gd name="connsiteY45" fmla="*/ 98822 h 1435388"/>
                <a:gd name="connsiteX46" fmla="*/ 370884 w 1495787"/>
                <a:gd name="connsiteY46" fmla="*/ 113184 h 1435388"/>
                <a:gd name="connsiteX47" fmla="*/ 397245 w 1495787"/>
                <a:gd name="connsiteY47" fmla="*/ 153971 h 1435388"/>
                <a:gd name="connsiteX48" fmla="*/ 392809 w 1495787"/>
                <a:gd name="connsiteY48" fmla="*/ 199855 h 1435388"/>
                <a:gd name="connsiteX49" fmla="*/ 411735 w 1495787"/>
                <a:gd name="connsiteY49" fmla="*/ 223102 h 1435388"/>
                <a:gd name="connsiteX50" fmla="*/ 443307 w 1495787"/>
                <a:gd name="connsiteY50" fmla="*/ 223102 h 1435388"/>
                <a:gd name="connsiteX51" fmla="*/ 457262 w 1495787"/>
                <a:gd name="connsiteY51" fmla="*/ 229902 h 1435388"/>
                <a:gd name="connsiteX52" fmla="*/ 487042 w 1495787"/>
                <a:gd name="connsiteY52" fmla="*/ 192915 h 1435388"/>
                <a:gd name="connsiteX53" fmla="*/ 505561 w 1495787"/>
                <a:gd name="connsiteY53" fmla="*/ 191619 h 1435388"/>
                <a:gd name="connsiteX54" fmla="*/ 593249 w 1495787"/>
                <a:gd name="connsiteY54" fmla="*/ 198940 h 1435388"/>
                <a:gd name="connsiteX55" fmla="*/ 620652 w 1495787"/>
                <a:gd name="connsiteY55" fmla="*/ 211752 h 1435388"/>
                <a:gd name="connsiteX56" fmla="*/ 669866 w 1495787"/>
                <a:gd name="connsiteY56" fmla="*/ 196589 h 1435388"/>
                <a:gd name="connsiteX57" fmla="*/ 697142 w 1495787"/>
                <a:gd name="connsiteY57" fmla="*/ 171626 h 1435388"/>
                <a:gd name="connsiteX58" fmla="*/ 727418 w 1495787"/>
                <a:gd name="connsiteY58" fmla="*/ 176316 h 1435388"/>
                <a:gd name="connsiteX59" fmla="*/ 748288 w 1495787"/>
                <a:gd name="connsiteY59" fmla="*/ 188086 h 1435388"/>
                <a:gd name="connsiteX60" fmla="*/ 772679 w 1495787"/>
                <a:gd name="connsiteY60" fmla="*/ 178540 h 1435388"/>
                <a:gd name="connsiteX61" fmla="*/ 787308 w 1495787"/>
                <a:gd name="connsiteY61" fmla="*/ 133190 h 1435388"/>
                <a:gd name="connsiteX62" fmla="*/ 803882 w 1495787"/>
                <a:gd name="connsiteY62" fmla="*/ 111761 h 1435388"/>
                <a:gd name="connsiteX63" fmla="*/ 830625 w 1495787"/>
                <a:gd name="connsiteY63" fmla="*/ 112015 h 1435388"/>
                <a:gd name="connsiteX64" fmla="*/ 851647 w 1495787"/>
                <a:gd name="connsiteY64" fmla="*/ 106397 h 1435388"/>
                <a:gd name="connsiteX65" fmla="*/ 850478 w 1495787"/>
                <a:gd name="connsiteY65" fmla="*/ 86404 h 1435388"/>
                <a:gd name="connsiteX66" fmla="*/ 874361 w 1495787"/>
                <a:gd name="connsiteY66" fmla="*/ 74240 h 1435388"/>
                <a:gd name="connsiteX67" fmla="*/ 897061 w 1495787"/>
                <a:gd name="connsiteY67" fmla="*/ 80379 h 1435388"/>
                <a:gd name="connsiteX68" fmla="*/ 947952 w 1495787"/>
                <a:gd name="connsiteY68" fmla="*/ 46532 h 1435388"/>
                <a:gd name="connsiteX69" fmla="*/ 965048 w 1495787"/>
                <a:gd name="connsiteY69" fmla="*/ 12431 h 1435388"/>
                <a:gd name="connsiteX70" fmla="*/ 995717 w 1495787"/>
                <a:gd name="connsiteY70" fmla="*/ 0 h 1435388"/>
                <a:gd name="connsiteX71" fmla="*/ 1019727 w 1495787"/>
                <a:gd name="connsiteY71" fmla="*/ 12812 h 1435388"/>
                <a:gd name="connsiteX72" fmla="*/ 1027036 w 1495787"/>
                <a:gd name="connsiteY72" fmla="*/ 39745 h 1435388"/>
                <a:gd name="connsiteX73" fmla="*/ 1058226 w 1495787"/>
                <a:gd name="connsiteY73" fmla="*/ 19879 h 1435388"/>
                <a:gd name="connsiteX74" fmla="*/ 1102191 w 1495787"/>
                <a:gd name="connsiteY74" fmla="*/ 19091 h 1435388"/>
                <a:gd name="connsiteX75" fmla="*/ 1114469 w 1495787"/>
                <a:gd name="connsiteY75" fmla="*/ 27848 h 1435388"/>
                <a:gd name="connsiteX76" fmla="*/ 1157404 w 1495787"/>
                <a:gd name="connsiteY76" fmla="*/ 28623 h 1435388"/>
                <a:gd name="connsiteX77" fmla="*/ 1176597 w 1495787"/>
                <a:gd name="connsiteY77" fmla="*/ 41181 h 1435388"/>
                <a:gd name="connsiteX78" fmla="*/ 1171754 w 1495787"/>
                <a:gd name="connsiteY78" fmla="*/ 77520 h 1435388"/>
                <a:gd name="connsiteX79" fmla="*/ 1176190 w 1495787"/>
                <a:gd name="connsiteY79" fmla="*/ 91107 h 1435388"/>
                <a:gd name="connsiteX80" fmla="*/ 1214041 w 1495787"/>
                <a:gd name="connsiteY80" fmla="*/ 121294 h 1435388"/>
                <a:gd name="connsiteX81" fmla="*/ 1231403 w 1495787"/>
                <a:gd name="connsiteY81" fmla="*/ 139596 h 1435388"/>
                <a:gd name="connsiteX82" fmla="*/ 1256327 w 1495787"/>
                <a:gd name="connsiteY82" fmla="*/ 146256 h 1435388"/>
                <a:gd name="connsiteX83" fmla="*/ 1305783 w 1495787"/>
                <a:gd name="connsiteY83" fmla="*/ 147438 h 1435388"/>
                <a:gd name="connsiteX84" fmla="*/ 1343494 w 1495787"/>
                <a:gd name="connsiteY84" fmla="*/ 159056 h 1435388"/>
                <a:gd name="connsiteX85" fmla="*/ 1355366 w 1495787"/>
                <a:gd name="connsiteY85" fmla="*/ 155535 h 1435388"/>
                <a:gd name="connsiteX86" fmla="*/ 1362420 w 1495787"/>
                <a:gd name="connsiteY86" fmla="*/ 131233 h 1435388"/>
                <a:gd name="connsiteX87" fmla="*/ 1379248 w 1495787"/>
                <a:gd name="connsiteY87" fmla="*/ 124166 h 1435388"/>
                <a:gd name="connsiteX88" fmla="*/ 1407706 w 1495787"/>
                <a:gd name="connsiteY88" fmla="*/ 139329 h 1435388"/>
                <a:gd name="connsiteX89" fmla="*/ 1434715 w 1495787"/>
                <a:gd name="connsiteY89" fmla="*/ 151480 h 1435388"/>
                <a:gd name="connsiteX90" fmla="*/ 1420493 w 1495787"/>
                <a:gd name="connsiteY90" fmla="*/ 170571 h 1435388"/>
                <a:gd name="connsiteX91" fmla="*/ 1418929 w 1495787"/>
                <a:gd name="connsiteY91" fmla="*/ 217751 h 1435388"/>
                <a:gd name="connsiteX92" fmla="*/ 1383036 w 1495787"/>
                <a:gd name="connsiteY92" fmla="*/ 236308 h 1435388"/>
                <a:gd name="connsiteX93" fmla="*/ 1389568 w 1495787"/>
                <a:gd name="connsiteY93" fmla="*/ 254992 h 1435388"/>
                <a:gd name="connsiteX94" fmla="*/ 1377951 w 1495787"/>
                <a:gd name="connsiteY94" fmla="*/ 273968 h 1435388"/>
                <a:gd name="connsiteX95" fmla="*/ 1368431 w 1495787"/>
                <a:gd name="connsiteY95" fmla="*/ 272253 h 1435388"/>
                <a:gd name="connsiteX96" fmla="*/ 1357336 w 1495787"/>
                <a:gd name="connsiteY96" fmla="*/ 268605 h 1435388"/>
                <a:gd name="connsiteX97" fmla="*/ 1338677 w 1495787"/>
                <a:gd name="connsiteY97" fmla="*/ 317997 h 1435388"/>
                <a:gd name="connsiteX98" fmla="*/ 1306685 w 1495787"/>
                <a:gd name="connsiteY98" fmla="*/ 325330 h 1435388"/>
                <a:gd name="connsiteX99" fmla="*/ 1311655 w 1495787"/>
                <a:gd name="connsiteY99" fmla="*/ 412255 h 1435388"/>
                <a:gd name="connsiteX100" fmla="*/ 1332030 w 1495787"/>
                <a:gd name="connsiteY100" fmla="*/ 410285 h 1435388"/>
                <a:gd name="connsiteX101" fmla="*/ 1336466 w 1495787"/>
                <a:gd name="connsiteY101" fmla="*/ 440993 h 1435388"/>
                <a:gd name="connsiteX102" fmla="*/ 1317667 w 1495787"/>
                <a:gd name="connsiteY102" fmla="*/ 454059 h 1435388"/>
                <a:gd name="connsiteX103" fmla="*/ 1363602 w 1495787"/>
                <a:gd name="connsiteY103" fmla="*/ 503070 h 1435388"/>
                <a:gd name="connsiteX104" fmla="*/ 1345070 w 1495787"/>
                <a:gd name="connsiteY104" fmla="*/ 517064 h 1435388"/>
                <a:gd name="connsiteX105" fmla="*/ 1355124 w 1495787"/>
                <a:gd name="connsiteY105" fmla="*/ 549869 h 1435388"/>
                <a:gd name="connsiteX106" fmla="*/ 1350548 w 1495787"/>
                <a:gd name="connsiteY106" fmla="*/ 567778 h 1435388"/>
                <a:gd name="connsiteX107" fmla="*/ 1362559 w 1495787"/>
                <a:gd name="connsiteY107" fmla="*/ 569608 h 1435388"/>
                <a:gd name="connsiteX108" fmla="*/ 1353675 w 1495787"/>
                <a:gd name="connsiteY108" fmla="*/ 640836 h 1435388"/>
                <a:gd name="connsiteX109" fmla="*/ 1312837 w 1495787"/>
                <a:gd name="connsiteY109" fmla="*/ 646466 h 1435388"/>
                <a:gd name="connsiteX110" fmla="*/ 1313358 w 1495787"/>
                <a:gd name="connsiteY110" fmla="*/ 658223 h 1435388"/>
                <a:gd name="connsiteX111" fmla="*/ 1382260 w 1495787"/>
                <a:gd name="connsiteY111" fmla="*/ 670768 h 1435388"/>
                <a:gd name="connsiteX112" fmla="*/ 1389048 w 1495787"/>
                <a:gd name="connsiteY112" fmla="*/ 727621 h 1435388"/>
                <a:gd name="connsiteX113" fmla="*/ 1390878 w 1495787"/>
                <a:gd name="connsiteY113" fmla="*/ 740433 h 1435388"/>
                <a:gd name="connsiteX114" fmla="*/ 1406791 w 1495787"/>
                <a:gd name="connsiteY114" fmla="*/ 751669 h 1435388"/>
                <a:gd name="connsiteX115" fmla="*/ 1400665 w 1495787"/>
                <a:gd name="connsiteY115" fmla="*/ 759397 h 1435388"/>
                <a:gd name="connsiteX116" fmla="*/ 1404440 w 1495787"/>
                <a:gd name="connsiteY116" fmla="*/ 795989 h 1435388"/>
                <a:gd name="connsiteX117" fmla="*/ 1424547 w 1495787"/>
                <a:gd name="connsiteY117" fmla="*/ 839763 h 1435388"/>
                <a:gd name="connsiteX118" fmla="*/ 1417112 w 1495787"/>
                <a:gd name="connsiteY118" fmla="*/ 865400 h 1435388"/>
                <a:gd name="connsiteX119" fmla="*/ 1458077 w 1495787"/>
                <a:gd name="connsiteY119" fmla="*/ 871399 h 1435388"/>
                <a:gd name="connsiteX120" fmla="*/ 1492280 w 1495787"/>
                <a:gd name="connsiteY120" fmla="*/ 850618 h 1435388"/>
                <a:gd name="connsiteX121" fmla="*/ 1495788 w 1495787"/>
                <a:gd name="connsiteY121" fmla="*/ 870229 h 1435388"/>
                <a:gd name="connsiteX122" fmla="*/ 1475578 w 1495787"/>
                <a:gd name="connsiteY122" fmla="*/ 902513 h 1435388"/>
                <a:gd name="connsiteX123" fmla="*/ 1465385 w 1495787"/>
                <a:gd name="connsiteY123" fmla="*/ 904471 h 1435388"/>
                <a:gd name="connsiteX124" fmla="*/ 1450234 w 1495787"/>
                <a:gd name="connsiteY124" fmla="*/ 946821 h 1435388"/>
                <a:gd name="connsiteX125" fmla="*/ 1422590 w 1495787"/>
                <a:gd name="connsiteY125" fmla="*/ 970081 h 1435388"/>
                <a:gd name="connsiteX126" fmla="*/ 1369868 w 1495787"/>
                <a:gd name="connsiteY126" fmla="*/ 980668 h 1435388"/>
                <a:gd name="connsiteX127" fmla="*/ 1375994 w 1495787"/>
                <a:gd name="connsiteY127" fmla="*/ 991243 h 1435388"/>
                <a:gd name="connsiteX128" fmla="*/ 1385133 w 1495787"/>
                <a:gd name="connsiteY128" fmla="*/ 1014910 h 1435388"/>
                <a:gd name="connsiteX129" fmla="*/ 1391386 w 1495787"/>
                <a:gd name="connsiteY129" fmla="*/ 1023667 h 1435388"/>
                <a:gd name="connsiteX130" fmla="*/ 1398453 w 1495787"/>
                <a:gd name="connsiteY130" fmla="*/ 1030200 h 1435388"/>
                <a:gd name="connsiteX131" fmla="*/ 1399089 w 1495787"/>
                <a:gd name="connsiteY131" fmla="*/ 1035945 h 1435388"/>
                <a:gd name="connsiteX132" fmla="*/ 1396737 w 1495787"/>
                <a:gd name="connsiteY132" fmla="*/ 1045490 h 1435388"/>
                <a:gd name="connsiteX133" fmla="*/ 1396089 w 1495787"/>
                <a:gd name="connsiteY133" fmla="*/ 1055049 h 1435388"/>
                <a:gd name="connsiteX134" fmla="*/ 1398834 w 1495787"/>
                <a:gd name="connsiteY134" fmla="*/ 1062230 h 1435388"/>
                <a:gd name="connsiteX135" fmla="*/ 1404973 w 1495787"/>
                <a:gd name="connsiteY135" fmla="*/ 1066272 h 1435388"/>
                <a:gd name="connsiteX136" fmla="*/ 1405482 w 1495787"/>
                <a:gd name="connsiteY136" fmla="*/ 1074648 h 1435388"/>
                <a:gd name="connsiteX137" fmla="*/ 1400004 w 1495787"/>
                <a:gd name="connsiteY137" fmla="*/ 1082363 h 1435388"/>
                <a:gd name="connsiteX138" fmla="*/ 1403804 w 1495787"/>
                <a:gd name="connsiteY138" fmla="*/ 1089938 h 1435388"/>
                <a:gd name="connsiteX139" fmla="*/ 1415014 w 1495787"/>
                <a:gd name="connsiteY139" fmla="*/ 1104440 h 1435388"/>
                <a:gd name="connsiteX140" fmla="*/ 1416718 w 1495787"/>
                <a:gd name="connsiteY140" fmla="*/ 1107071 h 1435388"/>
                <a:gd name="connsiteX141" fmla="*/ 1417874 w 1495787"/>
                <a:gd name="connsiteY141" fmla="*/ 1114113 h 1435388"/>
                <a:gd name="connsiteX142" fmla="*/ 1410846 w 1495787"/>
                <a:gd name="connsiteY142" fmla="*/ 1122997 h 1435388"/>
                <a:gd name="connsiteX143" fmla="*/ 1409664 w 1495787"/>
                <a:gd name="connsiteY143" fmla="*/ 1136064 h 1435388"/>
                <a:gd name="connsiteX144" fmla="*/ 1389568 w 1495787"/>
                <a:gd name="connsiteY144" fmla="*/ 1161433 h 1435388"/>
                <a:gd name="connsiteX145" fmla="*/ 1385400 w 1495787"/>
                <a:gd name="connsiteY145" fmla="*/ 1173330 h 1435388"/>
                <a:gd name="connsiteX146" fmla="*/ 1388247 w 1495787"/>
                <a:gd name="connsiteY146" fmla="*/ 1189396 h 1435388"/>
                <a:gd name="connsiteX147" fmla="*/ 1396089 w 1495787"/>
                <a:gd name="connsiteY147" fmla="*/ 1202207 h 1435388"/>
                <a:gd name="connsiteX148" fmla="*/ 1396356 w 1495787"/>
                <a:gd name="connsiteY148" fmla="*/ 1221819 h 1435388"/>
                <a:gd name="connsiteX149" fmla="*/ 1409015 w 1495787"/>
                <a:gd name="connsiteY149" fmla="*/ 1265606 h 1435388"/>
                <a:gd name="connsiteX150" fmla="*/ 1399622 w 1495787"/>
                <a:gd name="connsiteY150" fmla="*/ 1281557 h 1435388"/>
                <a:gd name="connsiteX151" fmla="*/ 1397398 w 1495787"/>
                <a:gd name="connsiteY151" fmla="*/ 1298144 h 1435388"/>
                <a:gd name="connsiteX152" fmla="*/ 1400792 w 1495787"/>
                <a:gd name="connsiteY152" fmla="*/ 1315786 h 1435388"/>
                <a:gd name="connsiteX153" fmla="*/ 1407820 w 1495787"/>
                <a:gd name="connsiteY153" fmla="*/ 1322319 h 1435388"/>
                <a:gd name="connsiteX154" fmla="*/ 1420239 w 1495787"/>
                <a:gd name="connsiteY154" fmla="*/ 1324683 h 1435388"/>
                <a:gd name="connsiteX155" fmla="*/ 1427941 w 1495787"/>
                <a:gd name="connsiteY155" fmla="*/ 1348997 h 1435388"/>
                <a:gd name="connsiteX156" fmla="*/ 1430279 w 1495787"/>
                <a:gd name="connsiteY156" fmla="*/ 1364288 h 1435388"/>
                <a:gd name="connsiteX157" fmla="*/ 1427026 w 1495787"/>
                <a:gd name="connsiteY157" fmla="*/ 1375918 h 1435388"/>
                <a:gd name="connsiteX158" fmla="*/ 1426771 w 1495787"/>
                <a:gd name="connsiteY158" fmla="*/ 1378409 h 1435388"/>
                <a:gd name="connsiteX159" fmla="*/ 1423759 w 1495787"/>
                <a:gd name="connsiteY159" fmla="*/ 1386772 h 1435388"/>
                <a:gd name="connsiteX160" fmla="*/ 1429110 w 1495787"/>
                <a:gd name="connsiteY160" fmla="*/ 1402711 h 1435388"/>
                <a:gd name="connsiteX161" fmla="*/ 1430279 w 1495787"/>
                <a:gd name="connsiteY161" fmla="*/ 1416311 h 1435388"/>
                <a:gd name="connsiteX162" fmla="*/ 1423238 w 1495787"/>
                <a:gd name="connsiteY162" fmla="*/ 1425970 h 1435388"/>
                <a:gd name="connsiteX163" fmla="*/ 1409282 w 1495787"/>
                <a:gd name="connsiteY163" fmla="*/ 1435389 h 1435388"/>
                <a:gd name="connsiteX164" fmla="*/ 1347155 w 1495787"/>
                <a:gd name="connsiteY164" fmla="*/ 1419450 h 1435388"/>
                <a:gd name="connsiteX165" fmla="*/ 1321442 w 1495787"/>
                <a:gd name="connsiteY165" fmla="*/ 1411087 h 1435388"/>
                <a:gd name="connsiteX166" fmla="*/ 1313218 w 1495787"/>
                <a:gd name="connsiteY166" fmla="*/ 1389391 h 1435388"/>
                <a:gd name="connsiteX167" fmla="*/ 1312964 w 1495787"/>
                <a:gd name="connsiteY167" fmla="*/ 1379044 h 1435388"/>
                <a:gd name="connsiteX168" fmla="*/ 1291166 w 1495787"/>
                <a:gd name="connsiteY168" fmla="*/ 1356840 h 1435388"/>
                <a:gd name="connsiteX169" fmla="*/ 1273677 w 1495787"/>
                <a:gd name="connsiteY169" fmla="*/ 1297102 h 1435388"/>
                <a:gd name="connsiteX170" fmla="*/ 1254370 w 1495787"/>
                <a:gd name="connsiteY170" fmla="*/ 1243515 h 1435388"/>
                <a:gd name="connsiteX171" fmla="*/ 1248625 w 1495787"/>
                <a:gd name="connsiteY171" fmla="*/ 1218553 h 1435388"/>
                <a:gd name="connsiteX172" fmla="*/ 1244965 w 1495787"/>
                <a:gd name="connsiteY172" fmla="*/ 1210050 h 1435388"/>
                <a:gd name="connsiteX173" fmla="*/ 1230221 w 1495787"/>
                <a:gd name="connsiteY173" fmla="*/ 1181032 h 1435388"/>
                <a:gd name="connsiteX174" fmla="*/ 1223700 w 1495787"/>
                <a:gd name="connsiteY174" fmla="*/ 1159349 h 1435388"/>
                <a:gd name="connsiteX175" fmla="*/ 1222137 w 1495787"/>
                <a:gd name="connsiteY175" fmla="*/ 1132543 h 1435388"/>
                <a:gd name="connsiteX176" fmla="*/ 1213659 w 1495787"/>
                <a:gd name="connsiteY176" fmla="*/ 1116464 h 1435388"/>
                <a:gd name="connsiteX177" fmla="*/ 1204648 w 1495787"/>
                <a:gd name="connsiteY177" fmla="*/ 1099077 h 1435388"/>
                <a:gd name="connsiteX178" fmla="*/ 1189777 w 1495787"/>
                <a:gd name="connsiteY178" fmla="*/ 1086011 h 1435388"/>
                <a:gd name="connsiteX179" fmla="*/ 1186510 w 1495787"/>
                <a:gd name="connsiteY179" fmla="*/ 1036619 h 1435388"/>
                <a:gd name="connsiteX180" fmla="*/ 1106640 w 1495787"/>
                <a:gd name="connsiteY180" fmla="*/ 992565 h 1435388"/>
                <a:gd name="connsiteX181" fmla="*/ 1074025 w 1495787"/>
                <a:gd name="connsiteY181" fmla="*/ 1036619 h 1435388"/>
                <a:gd name="connsiteX182" fmla="*/ 1045694 w 1495787"/>
                <a:gd name="connsiteY182" fmla="*/ 1035564 h 1435388"/>
                <a:gd name="connsiteX183" fmla="*/ 1047143 w 1495787"/>
                <a:gd name="connsiteY183" fmla="*/ 1025510 h 1435388"/>
                <a:gd name="connsiteX184" fmla="*/ 1045173 w 1495787"/>
                <a:gd name="connsiteY184" fmla="*/ 1019358 h 1435388"/>
                <a:gd name="connsiteX185" fmla="*/ 1031471 w 1495787"/>
                <a:gd name="connsiteY185" fmla="*/ 975051 h 1435388"/>
                <a:gd name="connsiteX186" fmla="*/ 1020769 w 1495787"/>
                <a:gd name="connsiteY186" fmla="*/ 926815 h 1435388"/>
                <a:gd name="connsiteX187" fmla="*/ 1015939 w 1495787"/>
                <a:gd name="connsiteY187" fmla="*/ 917283 h 1435388"/>
                <a:gd name="connsiteX188" fmla="*/ 1004589 w 1495787"/>
                <a:gd name="connsiteY188" fmla="*/ 902641 h 1435388"/>
                <a:gd name="connsiteX189" fmla="*/ 996493 w 1495787"/>
                <a:gd name="connsiteY189" fmla="*/ 897531 h 1435388"/>
                <a:gd name="connsiteX190" fmla="*/ 991015 w 1495787"/>
                <a:gd name="connsiteY190" fmla="*/ 898586 h 1435388"/>
                <a:gd name="connsiteX191" fmla="*/ 992845 w 1495787"/>
                <a:gd name="connsiteY191" fmla="*/ 904865 h 1435388"/>
                <a:gd name="connsiteX192" fmla="*/ 987621 w 1495787"/>
                <a:gd name="connsiteY192" fmla="*/ 908004 h 1435388"/>
                <a:gd name="connsiteX193" fmla="*/ 984367 w 1495787"/>
                <a:gd name="connsiteY193" fmla="*/ 928391 h 1435388"/>
                <a:gd name="connsiteX194" fmla="*/ 989972 w 1495787"/>
                <a:gd name="connsiteY194" fmla="*/ 960154 h 1435388"/>
                <a:gd name="connsiteX195" fmla="*/ 1001590 w 1495787"/>
                <a:gd name="connsiteY195" fmla="*/ 1012431 h 1435388"/>
                <a:gd name="connsiteX196" fmla="*/ 1003153 w 1495787"/>
                <a:gd name="connsiteY196" fmla="*/ 1019485 h 1435388"/>
                <a:gd name="connsiteX197" fmla="*/ 1008123 w 1495787"/>
                <a:gd name="connsiteY197" fmla="*/ 1042618 h 1435388"/>
                <a:gd name="connsiteX198" fmla="*/ 1013982 w 1495787"/>
                <a:gd name="connsiteY198" fmla="*/ 1049685 h 1435388"/>
                <a:gd name="connsiteX199" fmla="*/ 1015813 w 1495787"/>
                <a:gd name="connsiteY199" fmla="*/ 1062751 h 1435388"/>
                <a:gd name="connsiteX200" fmla="*/ 1029120 w 1495787"/>
                <a:gd name="connsiteY200" fmla="*/ 1097272 h 1435388"/>
                <a:gd name="connsiteX201" fmla="*/ 1005110 w 1495787"/>
                <a:gd name="connsiteY201" fmla="*/ 1111901 h 1435388"/>
                <a:gd name="connsiteX202" fmla="*/ 997802 w 1495787"/>
                <a:gd name="connsiteY202" fmla="*/ 1175948 h 1435388"/>
                <a:gd name="connsiteX203" fmla="*/ 941432 w 1495787"/>
                <a:gd name="connsiteY203" fmla="*/ 1188620 h 1435388"/>
                <a:gd name="connsiteX204" fmla="*/ 935954 w 1495787"/>
                <a:gd name="connsiteY204" fmla="*/ 1177905 h 1435388"/>
                <a:gd name="connsiteX205" fmla="*/ 922126 w 1495787"/>
                <a:gd name="connsiteY205" fmla="*/ 1159349 h 1435388"/>
                <a:gd name="connsiteX206" fmla="*/ 900060 w 1495787"/>
                <a:gd name="connsiteY206" fmla="*/ 1136737 h 1435388"/>
                <a:gd name="connsiteX207" fmla="*/ 948601 w 1495787"/>
                <a:gd name="connsiteY207" fmla="*/ 1118053 h 1435388"/>
                <a:gd name="connsiteX208" fmla="*/ 947432 w 1495787"/>
                <a:gd name="connsiteY208" fmla="*/ 1102750 h 1435388"/>
                <a:gd name="connsiteX209" fmla="*/ 937772 w 1495787"/>
                <a:gd name="connsiteY209" fmla="*/ 1094641 h 1435388"/>
                <a:gd name="connsiteX210" fmla="*/ 873039 w 1495787"/>
                <a:gd name="connsiteY210" fmla="*/ 1113465 h 1435388"/>
                <a:gd name="connsiteX211" fmla="*/ 847084 w 1495787"/>
                <a:gd name="connsiteY211" fmla="*/ 1125095 h 1435388"/>
                <a:gd name="connsiteX212" fmla="*/ 835861 w 1495787"/>
                <a:gd name="connsiteY212" fmla="*/ 1131373 h 1435388"/>
                <a:gd name="connsiteX213" fmla="*/ 804797 w 1495787"/>
                <a:gd name="connsiteY213" fmla="*/ 1122222 h 1435388"/>
                <a:gd name="connsiteX214" fmla="*/ 798925 w 1495787"/>
                <a:gd name="connsiteY214" fmla="*/ 1109423 h 1435388"/>
                <a:gd name="connsiteX215" fmla="*/ 786520 w 1495787"/>
                <a:gd name="connsiteY215" fmla="*/ 1078575 h 1435388"/>
                <a:gd name="connsiteX216" fmla="*/ 762257 w 1495787"/>
                <a:gd name="connsiteY216" fmla="*/ 1067860 h 1435388"/>
                <a:gd name="connsiteX217" fmla="*/ 730812 w 1495787"/>
                <a:gd name="connsiteY217" fmla="*/ 1091501 h 1435388"/>
                <a:gd name="connsiteX218" fmla="*/ 698439 w 1495787"/>
                <a:gd name="connsiteY218" fmla="*/ 1090459 h 1435388"/>
                <a:gd name="connsiteX219" fmla="*/ 698184 w 1495787"/>
                <a:gd name="connsiteY219" fmla="*/ 1100539 h 1435388"/>
                <a:gd name="connsiteX220" fmla="*/ 711746 w 1495787"/>
                <a:gd name="connsiteY220" fmla="*/ 1116871 h 1435388"/>
                <a:gd name="connsiteX221" fmla="*/ 615822 w 1495787"/>
                <a:gd name="connsiteY221" fmla="*/ 1124840 h 1435388"/>
                <a:gd name="connsiteX222" fmla="*/ 611526 w 1495787"/>
                <a:gd name="connsiteY222" fmla="*/ 1071508 h 1435388"/>
                <a:gd name="connsiteX223" fmla="*/ 593122 w 1495787"/>
                <a:gd name="connsiteY223" fmla="*/ 1044715 h 1435388"/>
                <a:gd name="connsiteX224" fmla="*/ 578251 w 1495787"/>
                <a:gd name="connsiteY224" fmla="*/ 1019231 h 1435388"/>
                <a:gd name="connsiteX225" fmla="*/ 482734 w 1495787"/>
                <a:gd name="connsiteY225" fmla="*/ 1034776 h 1435388"/>
                <a:gd name="connsiteX226" fmla="*/ 505155 w 1495787"/>
                <a:gd name="connsiteY226" fmla="*/ 1095035 h 1435388"/>
                <a:gd name="connsiteX227" fmla="*/ 448925 w 1495787"/>
                <a:gd name="connsiteY227" fmla="*/ 1150858 h 1435388"/>
                <a:gd name="connsiteX228" fmla="*/ 426224 w 1495787"/>
                <a:gd name="connsiteY228" fmla="*/ 1145494 h 1435388"/>
                <a:gd name="connsiteX229" fmla="*/ 370223 w 1495787"/>
                <a:gd name="connsiteY229" fmla="*/ 1131246 h 1435388"/>
                <a:gd name="connsiteX230" fmla="*/ 256950 w 1495787"/>
                <a:gd name="connsiteY230" fmla="*/ 1155548 h 1435388"/>
                <a:gd name="connsiteX231" fmla="*/ 234516 w 1495787"/>
                <a:gd name="connsiteY231" fmla="*/ 1098950 h 1435388"/>
                <a:gd name="connsiteX232" fmla="*/ 228758 w 1495787"/>
                <a:gd name="connsiteY232" fmla="*/ 1063552 h 1435388"/>
                <a:gd name="connsiteX233" fmla="*/ 235291 w 1495787"/>
                <a:gd name="connsiteY233" fmla="*/ 1060654 h 1435388"/>
                <a:gd name="connsiteX234" fmla="*/ 246642 w 1495787"/>
                <a:gd name="connsiteY234" fmla="*/ 1054794 h 1435388"/>
                <a:gd name="connsiteX235" fmla="*/ 261652 w 1495787"/>
                <a:gd name="connsiteY235" fmla="*/ 1038182 h 1435388"/>
                <a:gd name="connsiteX236" fmla="*/ 267258 w 1495787"/>
                <a:gd name="connsiteY236" fmla="*/ 1029158 h 1435388"/>
                <a:gd name="connsiteX237" fmla="*/ 268300 w 1495787"/>
                <a:gd name="connsiteY237" fmla="*/ 1010220 h 1435388"/>
                <a:gd name="connsiteX238" fmla="*/ 278099 w 1495787"/>
                <a:gd name="connsiteY238" fmla="*/ 994929 h 1435388"/>
                <a:gd name="connsiteX239" fmla="*/ 282014 w 1495787"/>
                <a:gd name="connsiteY239" fmla="*/ 990608 h 1435388"/>
                <a:gd name="connsiteX240" fmla="*/ 299758 w 1495787"/>
                <a:gd name="connsiteY240" fmla="*/ 943949 h 1435388"/>
                <a:gd name="connsiteX241" fmla="*/ 324288 w 1495787"/>
                <a:gd name="connsiteY241" fmla="*/ 929040 h 1435388"/>
                <a:gd name="connsiteX242" fmla="*/ 341523 w 1495787"/>
                <a:gd name="connsiteY242" fmla="*/ 929167 h 1435388"/>
                <a:gd name="connsiteX243" fmla="*/ 354170 w 1495787"/>
                <a:gd name="connsiteY243" fmla="*/ 927349 h 1435388"/>
                <a:gd name="connsiteX244" fmla="*/ 363448 w 1495787"/>
                <a:gd name="connsiteY244" fmla="*/ 919367 h 1435388"/>
                <a:gd name="connsiteX245" fmla="*/ 363448 w 1495787"/>
                <a:gd name="connsiteY245" fmla="*/ 911525 h 1435388"/>
                <a:gd name="connsiteX246" fmla="*/ 374799 w 1495787"/>
                <a:gd name="connsiteY246" fmla="*/ 901725 h 1435388"/>
                <a:gd name="connsiteX247" fmla="*/ 374278 w 1495787"/>
                <a:gd name="connsiteY247" fmla="*/ 895713 h 1435388"/>
                <a:gd name="connsiteX248" fmla="*/ 371532 w 1495787"/>
                <a:gd name="connsiteY248" fmla="*/ 885380 h 1435388"/>
                <a:gd name="connsiteX249" fmla="*/ 378065 w 1495787"/>
                <a:gd name="connsiteY249" fmla="*/ 866950 h 1435388"/>
                <a:gd name="connsiteX250" fmla="*/ 392936 w 1495787"/>
                <a:gd name="connsiteY250" fmla="*/ 842254 h 1435388"/>
                <a:gd name="connsiteX251" fmla="*/ 411468 w 1495787"/>
                <a:gd name="connsiteY251" fmla="*/ 850618 h 1435388"/>
                <a:gd name="connsiteX252" fmla="*/ 416170 w 1495787"/>
                <a:gd name="connsiteY252" fmla="*/ 854278 h 1435388"/>
                <a:gd name="connsiteX253" fmla="*/ 445798 w 1495787"/>
                <a:gd name="connsiteY253" fmla="*/ 860290 h 1435388"/>
                <a:gd name="connsiteX254" fmla="*/ 476328 w 1495787"/>
                <a:gd name="connsiteY254" fmla="*/ 862120 h 1435388"/>
                <a:gd name="connsiteX255" fmla="*/ 478005 w 1495787"/>
                <a:gd name="connsiteY255" fmla="*/ 908004 h 1435388"/>
                <a:gd name="connsiteX256" fmla="*/ 508688 w 1495787"/>
                <a:gd name="connsiteY256" fmla="*/ 896235 h 1435388"/>
                <a:gd name="connsiteX257" fmla="*/ 565337 w 1495787"/>
                <a:gd name="connsiteY257" fmla="*/ 861587 h 1435388"/>
                <a:gd name="connsiteX258" fmla="*/ 583869 w 1495787"/>
                <a:gd name="connsiteY258" fmla="*/ 855053 h 1435388"/>
                <a:gd name="connsiteX259" fmla="*/ 605514 w 1495787"/>
                <a:gd name="connsiteY259" fmla="*/ 809970 h 1435388"/>
                <a:gd name="connsiteX260" fmla="*/ 620004 w 1495787"/>
                <a:gd name="connsiteY260" fmla="*/ 769056 h 1435388"/>
                <a:gd name="connsiteX261" fmla="*/ 627833 w 1495787"/>
                <a:gd name="connsiteY261" fmla="*/ 765142 h 1435388"/>
                <a:gd name="connsiteX262" fmla="*/ 631888 w 1495787"/>
                <a:gd name="connsiteY262" fmla="*/ 756397 h 1435388"/>
                <a:gd name="connsiteX263" fmla="*/ 636705 w 1495787"/>
                <a:gd name="connsiteY263" fmla="*/ 746318 h 1435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Lst>
              <a:rect l="l" t="t" r="r" b="b"/>
              <a:pathLst>
                <a:path w="1495787" h="1435388">
                  <a:moveTo>
                    <a:pt x="636705" y="746318"/>
                  </a:moveTo>
                  <a:lnTo>
                    <a:pt x="643632" y="711416"/>
                  </a:lnTo>
                  <a:lnTo>
                    <a:pt x="636070" y="680453"/>
                  </a:lnTo>
                  <a:lnTo>
                    <a:pt x="634227" y="673247"/>
                  </a:lnTo>
                  <a:lnTo>
                    <a:pt x="601866" y="675204"/>
                  </a:lnTo>
                  <a:lnTo>
                    <a:pt x="598219" y="653127"/>
                  </a:lnTo>
                  <a:lnTo>
                    <a:pt x="594164" y="636133"/>
                  </a:lnTo>
                  <a:lnTo>
                    <a:pt x="519657" y="595486"/>
                  </a:lnTo>
                  <a:lnTo>
                    <a:pt x="544848" y="576141"/>
                  </a:lnTo>
                  <a:lnTo>
                    <a:pt x="554101" y="575213"/>
                  </a:lnTo>
                  <a:lnTo>
                    <a:pt x="542751" y="522682"/>
                  </a:lnTo>
                  <a:lnTo>
                    <a:pt x="527995" y="484640"/>
                  </a:lnTo>
                  <a:lnTo>
                    <a:pt x="491974" y="496283"/>
                  </a:lnTo>
                  <a:lnTo>
                    <a:pt x="479721" y="469477"/>
                  </a:lnTo>
                  <a:lnTo>
                    <a:pt x="458178" y="476162"/>
                  </a:lnTo>
                  <a:lnTo>
                    <a:pt x="469274" y="406358"/>
                  </a:lnTo>
                  <a:lnTo>
                    <a:pt x="386403" y="408569"/>
                  </a:lnTo>
                  <a:lnTo>
                    <a:pt x="386022" y="386886"/>
                  </a:lnTo>
                  <a:lnTo>
                    <a:pt x="367084" y="356953"/>
                  </a:lnTo>
                  <a:lnTo>
                    <a:pt x="364491" y="346633"/>
                  </a:lnTo>
                  <a:lnTo>
                    <a:pt x="327173" y="324542"/>
                  </a:lnTo>
                  <a:lnTo>
                    <a:pt x="328978" y="296173"/>
                  </a:lnTo>
                  <a:lnTo>
                    <a:pt x="302376" y="293695"/>
                  </a:lnTo>
                  <a:lnTo>
                    <a:pt x="279917" y="258932"/>
                  </a:lnTo>
                  <a:lnTo>
                    <a:pt x="241557" y="263495"/>
                  </a:lnTo>
                  <a:lnTo>
                    <a:pt x="239079" y="320221"/>
                  </a:lnTo>
                  <a:lnTo>
                    <a:pt x="189738" y="373044"/>
                  </a:lnTo>
                  <a:lnTo>
                    <a:pt x="171995" y="368062"/>
                  </a:lnTo>
                  <a:lnTo>
                    <a:pt x="155433" y="376692"/>
                  </a:lnTo>
                  <a:lnTo>
                    <a:pt x="152802" y="366359"/>
                  </a:lnTo>
                  <a:lnTo>
                    <a:pt x="158153" y="354475"/>
                  </a:lnTo>
                  <a:lnTo>
                    <a:pt x="152294" y="310154"/>
                  </a:lnTo>
                  <a:lnTo>
                    <a:pt x="71508" y="290543"/>
                  </a:lnTo>
                  <a:lnTo>
                    <a:pt x="40978" y="272125"/>
                  </a:lnTo>
                  <a:lnTo>
                    <a:pt x="0" y="247163"/>
                  </a:lnTo>
                  <a:lnTo>
                    <a:pt x="19841" y="239575"/>
                  </a:lnTo>
                  <a:lnTo>
                    <a:pt x="78956" y="230690"/>
                  </a:lnTo>
                  <a:lnTo>
                    <a:pt x="90306" y="218539"/>
                  </a:lnTo>
                  <a:lnTo>
                    <a:pt x="165602" y="193576"/>
                  </a:lnTo>
                  <a:lnTo>
                    <a:pt x="194441" y="152535"/>
                  </a:lnTo>
                  <a:lnTo>
                    <a:pt x="206312" y="106397"/>
                  </a:lnTo>
                  <a:lnTo>
                    <a:pt x="231110" y="102876"/>
                  </a:lnTo>
                  <a:lnTo>
                    <a:pt x="249387" y="117125"/>
                  </a:lnTo>
                  <a:lnTo>
                    <a:pt x="272482" y="114760"/>
                  </a:lnTo>
                  <a:lnTo>
                    <a:pt x="296097" y="101161"/>
                  </a:lnTo>
                  <a:lnTo>
                    <a:pt x="343862" y="98822"/>
                  </a:lnTo>
                  <a:lnTo>
                    <a:pt x="370884" y="113184"/>
                  </a:lnTo>
                  <a:lnTo>
                    <a:pt x="397245" y="153971"/>
                  </a:lnTo>
                  <a:lnTo>
                    <a:pt x="392809" y="199855"/>
                  </a:lnTo>
                  <a:lnTo>
                    <a:pt x="411735" y="223102"/>
                  </a:lnTo>
                  <a:lnTo>
                    <a:pt x="443307" y="223102"/>
                  </a:lnTo>
                  <a:lnTo>
                    <a:pt x="457262" y="229902"/>
                  </a:lnTo>
                  <a:lnTo>
                    <a:pt x="487042" y="192915"/>
                  </a:lnTo>
                  <a:lnTo>
                    <a:pt x="505561" y="191619"/>
                  </a:lnTo>
                  <a:lnTo>
                    <a:pt x="593249" y="198940"/>
                  </a:lnTo>
                  <a:lnTo>
                    <a:pt x="620652" y="211752"/>
                  </a:lnTo>
                  <a:lnTo>
                    <a:pt x="669866" y="196589"/>
                  </a:lnTo>
                  <a:lnTo>
                    <a:pt x="697142" y="171626"/>
                  </a:lnTo>
                  <a:lnTo>
                    <a:pt x="727418" y="176316"/>
                  </a:lnTo>
                  <a:lnTo>
                    <a:pt x="748288" y="188086"/>
                  </a:lnTo>
                  <a:lnTo>
                    <a:pt x="772679" y="178540"/>
                  </a:lnTo>
                  <a:lnTo>
                    <a:pt x="787308" y="133190"/>
                  </a:lnTo>
                  <a:lnTo>
                    <a:pt x="803882" y="111761"/>
                  </a:lnTo>
                  <a:lnTo>
                    <a:pt x="830625" y="112015"/>
                  </a:lnTo>
                  <a:lnTo>
                    <a:pt x="851647" y="106397"/>
                  </a:lnTo>
                  <a:lnTo>
                    <a:pt x="850478" y="86404"/>
                  </a:lnTo>
                  <a:lnTo>
                    <a:pt x="874361" y="74240"/>
                  </a:lnTo>
                  <a:lnTo>
                    <a:pt x="897061" y="80379"/>
                  </a:lnTo>
                  <a:lnTo>
                    <a:pt x="947952" y="46532"/>
                  </a:lnTo>
                  <a:lnTo>
                    <a:pt x="965048" y="12431"/>
                  </a:lnTo>
                  <a:lnTo>
                    <a:pt x="995717" y="0"/>
                  </a:lnTo>
                  <a:lnTo>
                    <a:pt x="1019727" y="12812"/>
                  </a:lnTo>
                  <a:lnTo>
                    <a:pt x="1027036" y="39745"/>
                  </a:lnTo>
                  <a:lnTo>
                    <a:pt x="1058226" y="19879"/>
                  </a:lnTo>
                  <a:lnTo>
                    <a:pt x="1102191" y="19091"/>
                  </a:lnTo>
                  <a:lnTo>
                    <a:pt x="1114469" y="27848"/>
                  </a:lnTo>
                  <a:lnTo>
                    <a:pt x="1157404" y="28623"/>
                  </a:lnTo>
                  <a:lnTo>
                    <a:pt x="1176597" y="41181"/>
                  </a:lnTo>
                  <a:lnTo>
                    <a:pt x="1171754" y="77520"/>
                  </a:lnTo>
                  <a:lnTo>
                    <a:pt x="1176190" y="91107"/>
                  </a:lnTo>
                  <a:lnTo>
                    <a:pt x="1214041" y="121294"/>
                  </a:lnTo>
                  <a:lnTo>
                    <a:pt x="1231403" y="139596"/>
                  </a:lnTo>
                  <a:lnTo>
                    <a:pt x="1256327" y="146256"/>
                  </a:lnTo>
                  <a:lnTo>
                    <a:pt x="1305783" y="147438"/>
                  </a:lnTo>
                  <a:lnTo>
                    <a:pt x="1343494" y="159056"/>
                  </a:lnTo>
                  <a:lnTo>
                    <a:pt x="1355366" y="155535"/>
                  </a:lnTo>
                  <a:lnTo>
                    <a:pt x="1362420" y="131233"/>
                  </a:lnTo>
                  <a:lnTo>
                    <a:pt x="1379248" y="124166"/>
                  </a:lnTo>
                  <a:lnTo>
                    <a:pt x="1407706" y="139329"/>
                  </a:lnTo>
                  <a:lnTo>
                    <a:pt x="1434715" y="151480"/>
                  </a:lnTo>
                  <a:lnTo>
                    <a:pt x="1420493" y="170571"/>
                  </a:lnTo>
                  <a:lnTo>
                    <a:pt x="1418929" y="217751"/>
                  </a:lnTo>
                  <a:lnTo>
                    <a:pt x="1383036" y="236308"/>
                  </a:lnTo>
                  <a:lnTo>
                    <a:pt x="1389568" y="254992"/>
                  </a:lnTo>
                  <a:lnTo>
                    <a:pt x="1377951" y="273968"/>
                  </a:lnTo>
                  <a:lnTo>
                    <a:pt x="1368431" y="272253"/>
                  </a:lnTo>
                  <a:lnTo>
                    <a:pt x="1357336" y="268605"/>
                  </a:lnTo>
                  <a:lnTo>
                    <a:pt x="1338677" y="317997"/>
                  </a:lnTo>
                  <a:lnTo>
                    <a:pt x="1306685" y="325330"/>
                  </a:lnTo>
                  <a:lnTo>
                    <a:pt x="1311655" y="412255"/>
                  </a:lnTo>
                  <a:lnTo>
                    <a:pt x="1332030" y="410285"/>
                  </a:lnTo>
                  <a:lnTo>
                    <a:pt x="1336466" y="440993"/>
                  </a:lnTo>
                  <a:lnTo>
                    <a:pt x="1317667" y="454059"/>
                  </a:lnTo>
                  <a:lnTo>
                    <a:pt x="1363602" y="503070"/>
                  </a:lnTo>
                  <a:lnTo>
                    <a:pt x="1345070" y="517064"/>
                  </a:lnTo>
                  <a:lnTo>
                    <a:pt x="1355124" y="549869"/>
                  </a:lnTo>
                  <a:lnTo>
                    <a:pt x="1350548" y="567778"/>
                  </a:lnTo>
                  <a:lnTo>
                    <a:pt x="1362559" y="569608"/>
                  </a:lnTo>
                  <a:lnTo>
                    <a:pt x="1353675" y="640836"/>
                  </a:lnTo>
                  <a:lnTo>
                    <a:pt x="1312837" y="646466"/>
                  </a:lnTo>
                  <a:lnTo>
                    <a:pt x="1313358" y="658223"/>
                  </a:lnTo>
                  <a:lnTo>
                    <a:pt x="1382260" y="670768"/>
                  </a:lnTo>
                  <a:lnTo>
                    <a:pt x="1389048" y="727621"/>
                  </a:lnTo>
                  <a:lnTo>
                    <a:pt x="1390878" y="740433"/>
                  </a:lnTo>
                  <a:lnTo>
                    <a:pt x="1406791" y="751669"/>
                  </a:lnTo>
                  <a:lnTo>
                    <a:pt x="1400665" y="759397"/>
                  </a:lnTo>
                  <a:lnTo>
                    <a:pt x="1404440" y="795989"/>
                  </a:lnTo>
                  <a:lnTo>
                    <a:pt x="1424547" y="839763"/>
                  </a:lnTo>
                  <a:lnTo>
                    <a:pt x="1417112" y="865400"/>
                  </a:lnTo>
                  <a:lnTo>
                    <a:pt x="1458077" y="871399"/>
                  </a:lnTo>
                  <a:lnTo>
                    <a:pt x="1492280" y="850618"/>
                  </a:lnTo>
                  <a:lnTo>
                    <a:pt x="1495788" y="870229"/>
                  </a:lnTo>
                  <a:lnTo>
                    <a:pt x="1475578" y="902513"/>
                  </a:lnTo>
                  <a:lnTo>
                    <a:pt x="1465385" y="904471"/>
                  </a:lnTo>
                  <a:lnTo>
                    <a:pt x="1450234" y="946821"/>
                  </a:lnTo>
                  <a:lnTo>
                    <a:pt x="1422590" y="970081"/>
                  </a:lnTo>
                  <a:lnTo>
                    <a:pt x="1369868" y="980668"/>
                  </a:lnTo>
                  <a:lnTo>
                    <a:pt x="1375994" y="991243"/>
                  </a:lnTo>
                  <a:lnTo>
                    <a:pt x="1385133" y="1014910"/>
                  </a:lnTo>
                  <a:lnTo>
                    <a:pt x="1391386" y="1023667"/>
                  </a:lnTo>
                  <a:lnTo>
                    <a:pt x="1398453" y="1030200"/>
                  </a:lnTo>
                  <a:lnTo>
                    <a:pt x="1399089" y="1035945"/>
                  </a:lnTo>
                  <a:lnTo>
                    <a:pt x="1396737" y="1045490"/>
                  </a:lnTo>
                  <a:lnTo>
                    <a:pt x="1396089" y="1055049"/>
                  </a:lnTo>
                  <a:lnTo>
                    <a:pt x="1398834" y="1062230"/>
                  </a:lnTo>
                  <a:lnTo>
                    <a:pt x="1404973" y="1066272"/>
                  </a:lnTo>
                  <a:lnTo>
                    <a:pt x="1405482" y="1074648"/>
                  </a:lnTo>
                  <a:lnTo>
                    <a:pt x="1400004" y="1082363"/>
                  </a:lnTo>
                  <a:lnTo>
                    <a:pt x="1403804" y="1089938"/>
                  </a:lnTo>
                  <a:lnTo>
                    <a:pt x="1415014" y="1104440"/>
                  </a:lnTo>
                  <a:lnTo>
                    <a:pt x="1416718" y="1107071"/>
                  </a:lnTo>
                  <a:lnTo>
                    <a:pt x="1417874" y="1114113"/>
                  </a:lnTo>
                  <a:lnTo>
                    <a:pt x="1410846" y="1122997"/>
                  </a:lnTo>
                  <a:lnTo>
                    <a:pt x="1409664" y="1136064"/>
                  </a:lnTo>
                  <a:lnTo>
                    <a:pt x="1389568" y="1161433"/>
                  </a:lnTo>
                  <a:lnTo>
                    <a:pt x="1385400" y="1173330"/>
                  </a:lnTo>
                  <a:lnTo>
                    <a:pt x="1388247" y="1189396"/>
                  </a:lnTo>
                  <a:lnTo>
                    <a:pt x="1396089" y="1202207"/>
                  </a:lnTo>
                  <a:lnTo>
                    <a:pt x="1396356" y="1221819"/>
                  </a:lnTo>
                  <a:lnTo>
                    <a:pt x="1409015" y="1265606"/>
                  </a:lnTo>
                  <a:lnTo>
                    <a:pt x="1399622" y="1281557"/>
                  </a:lnTo>
                  <a:lnTo>
                    <a:pt x="1397398" y="1298144"/>
                  </a:lnTo>
                  <a:lnTo>
                    <a:pt x="1400792" y="1315786"/>
                  </a:lnTo>
                  <a:lnTo>
                    <a:pt x="1407820" y="1322319"/>
                  </a:lnTo>
                  <a:lnTo>
                    <a:pt x="1420239" y="1324683"/>
                  </a:lnTo>
                  <a:lnTo>
                    <a:pt x="1427941" y="1348997"/>
                  </a:lnTo>
                  <a:lnTo>
                    <a:pt x="1430279" y="1364288"/>
                  </a:lnTo>
                  <a:lnTo>
                    <a:pt x="1427026" y="1375918"/>
                  </a:lnTo>
                  <a:lnTo>
                    <a:pt x="1426771" y="1378409"/>
                  </a:lnTo>
                  <a:lnTo>
                    <a:pt x="1423759" y="1386772"/>
                  </a:lnTo>
                  <a:lnTo>
                    <a:pt x="1429110" y="1402711"/>
                  </a:lnTo>
                  <a:lnTo>
                    <a:pt x="1430279" y="1416311"/>
                  </a:lnTo>
                  <a:lnTo>
                    <a:pt x="1423238" y="1425970"/>
                  </a:lnTo>
                  <a:lnTo>
                    <a:pt x="1409282" y="1435389"/>
                  </a:lnTo>
                  <a:lnTo>
                    <a:pt x="1347155" y="1419450"/>
                  </a:lnTo>
                  <a:lnTo>
                    <a:pt x="1321442" y="1411087"/>
                  </a:lnTo>
                  <a:lnTo>
                    <a:pt x="1313218" y="1389391"/>
                  </a:lnTo>
                  <a:lnTo>
                    <a:pt x="1312964" y="1379044"/>
                  </a:lnTo>
                  <a:lnTo>
                    <a:pt x="1291166" y="1356840"/>
                  </a:lnTo>
                  <a:lnTo>
                    <a:pt x="1273677" y="1297102"/>
                  </a:lnTo>
                  <a:lnTo>
                    <a:pt x="1254370" y="1243515"/>
                  </a:lnTo>
                  <a:lnTo>
                    <a:pt x="1248625" y="1218553"/>
                  </a:lnTo>
                  <a:lnTo>
                    <a:pt x="1244965" y="1210050"/>
                  </a:lnTo>
                  <a:lnTo>
                    <a:pt x="1230221" y="1181032"/>
                  </a:lnTo>
                  <a:lnTo>
                    <a:pt x="1223700" y="1159349"/>
                  </a:lnTo>
                  <a:lnTo>
                    <a:pt x="1222137" y="1132543"/>
                  </a:lnTo>
                  <a:lnTo>
                    <a:pt x="1213659" y="1116464"/>
                  </a:lnTo>
                  <a:lnTo>
                    <a:pt x="1204648" y="1099077"/>
                  </a:lnTo>
                  <a:lnTo>
                    <a:pt x="1189777" y="1086011"/>
                  </a:lnTo>
                  <a:lnTo>
                    <a:pt x="1186510" y="1036619"/>
                  </a:lnTo>
                  <a:lnTo>
                    <a:pt x="1106640" y="992565"/>
                  </a:lnTo>
                  <a:lnTo>
                    <a:pt x="1074025" y="1036619"/>
                  </a:lnTo>
                  <a:lnTo>
                    <a:pt x="1045694" y="1035564"/>
                  </a:lnTo>
                  <a:lnTo>
                    <a:pt x="1047143" y="1025510"/>
                  </a:lnTo>
                  <a:lnTo>
                    <a:pt x="1045173" y="1019358"/>
                  </a:lnTo>
                  <a:lnTo>
                    <a:pt x="1031471" y="975051"/>
                  </a:lnTo>
                  <a:lnTo>
                    <a:pt x="1020769" y="926815"/>
                  </a:lnTo>
                  <a:lnTo>
                    <a:pt x="1015939" y="917283"/>
                  </a:lnTo>
                  <a:lnTo>
                    <a:pt x="1004589" y="902641"/>
                  </a:lnTo>
                  <a:lnTo>
                    <a:pt x="996493" y="897531"/>
                  </a:lnTo>
                  <a:lnTo>
                    <a:pt x="991015" y="898586"/>
                  </a:lnTo>
                  <a:lnTo>
                    <a:pt x="992845" y="904865"/>
                  </a:lnTo>
                  <a:lnTo>
                    <a:pt x="987621" y="908004"/>
                  </a:lnTo>
                  <a:lnTo>
                    <a:pt x="984367" y="928391"/>
                  </a:lnTo>
                  <a:lnTo>
                    <a:pt x="989972" y="960154"/>
                  </a:lnTo>
                  <a:lnTo>
                    <a:pt x="1001590" y="1012431"/>
                  </a:lnTo>
                  <a:lnTo>
                    <a:pt x="1003153" y="1019485"/>
                  </a:lnTo>
                  <a:lnTo>
                    <a:pt x="1008123" y="1042618"/>
                  </a:lnTo>
                  <a:lnTo>
                    <a:pt x="1013982" y="1049685"/>
                  </a:lnTo>
                  <a:lnTo>
                    <a:pt x="1015813" y="1062751"/>
                  </a:lnTo>
                  <a:lnTo>
                    <a:pt x="1029120" y="1097272"/>
                  </a:lnTo>
                  <a:lnTo>
                    <a:pt x="1005110" y="1111901"/>
                  </a:lnTo>
                  <a:lnTo>
                    <a:pt x="997802" y="1175948"/>
                  </a:lnTo>
                  <a:lnTo>
                    <a:pt x="941432" y="1188620"/>
                  </a:lnTo>
                  <a:lnTo>
                    <a:pt x="935954" y="1177905"/>
                  </a:lnTo>
                  <a:lnTo>
                    <a:pt x="922126" y="1159349"/>
                  </a:lnTo>
                  <a:lnTo>
                    <a:pt x="900060" y="1136737"/>
                  </a:lnTo>
                  <a:lnTo>
                    <a:pt x="948601" y="1118053"/>
                  </a:lnTo>
                  <a:lnTo>
                    <a:pt x="947432" y="1102750"/>
                  </a:lnTo>
                  <a:lnTo>
                    <a:pt x="937772" y="1094641"/>
                  </a:lnTo>
                  <a:lnTo>
                    <a:pt x="873039" y="1113465"/>
                  </a:lnTo>
                  <a:lnTo>
                    <a:pt x="847084" y="1125095"/>
                  </a:lnTo>
                  <a:lnTo>
                    <a:pt x="835861" y="1131373"/>
                  </a:lnTo>
                  <a:lnTo>
                    <a:pt x="804797" y="1122222"/>
                  </a:lnTo>
                  <a:lnTo>
                    <a:pt x="798925" y="1109423"/>
                  </a:lnTo>
                  <a:lnTo>
                    <a:pt x="786520" y="1078575"/>
                  </a:lnTo>
                  <a:lnTo>
                    <a:pt x="762257" y="1067860"/>
                  </a:lnTo>
                  <a:lnTo>
                    <a:pt x="730812" y="1091501"/>
                  </a:lnTo>
                  <a:lnTo>
                    <a:pt x="698439" y="1090459"/>
                  </a:lnTo>
                  <a:lnTo>
                    <a:pt x="698184" y="1100539"/>
                  </a:lnTo>
                  <a:lnTo>
                    <a:pt x="711746" y="1116871"/>
                  </a:lnTo>
                  <a:lnTo>
                    <a:pt x="615822" y="1124840"/>
                  </a:lnTo>
                  <a:lnTo>
                    <a:pt x="611526" y="1071508"/>
                  </a:lnTo>
                  <a:lnTo>
                    <a:pt x="593122" y="1044715"/>
                  </a:lnTo>
                  <a:lnTo>
                    <a:pt x="578251" y="1019231"/>
                  </a:lnTo>
                  <a:lnTo>
                    <a:pt x="482734" y="1034776"/>
                  </a:lnTo>
                  <a:lnTo>
                    <a:pt x="505155" y="1095035"/>
                  </a:lnTo>
                  <a:lnTo>
                    <a:pt x="448925" y="1150858"/>
                  </a:lnTo>
                  <a:lnTo>
                    <a:pt x="426224" y="1145494"/>
                  </a:lnTo>
                  <a:lnTo>
                    <a:pt x="370223" y="1131246"/>
                  </a:lnTo>
                  <a:lnTo>
                    <a:pt x="256950" y="1155548"/>
                  </a:lnTo>
                  <a:lnTo>
                    <a:pt x="234516" y="1098950"/>
                  </a:lnTo>
                  <a:lnTo>
                    <a:pt x="228758" y="1063552"/>
                  </a:lnTo>
                  <a:lnTo>
                    <a:pt x="235291" y="1060654"/>
                  </a:lnTo>
                  <a:lnTo>
                    <a:pt x="246642" y="1054794"/>
                  </a:lnTo>
                  <a:lnTo>
                    <a:pt x="261652" y="1038182"/>
                  </a:lnTo>
                  <a:lnTo>
                    <a:pt x="267258" y="1029158"/>
                  </a:lnTo>
                  <a:lnTo>
                    <a:pt x="268300" y="1010220"/>
                  </a:lnTo>
                  <a:lnTo>
                    <a:pt x="278099" y="994929"/>
                  </a:lnTo>
                  <a:lnTo>
                    <a:pt x="282014" y="990608"/>
                  </a:lnTo>
                  <a:lnTo>
                    <a:pt x="299758" y="943949"/>
                  </a:lnTo>
                  <a:lnTo>
                    <a:pt x="324288" y="929040"/>
                  </a:lnTo>
                  <a:lnTo>
                    <a:pt x="341523" y="929167"/>
                  </a:lnTo>
                  <a:lnTo>
                    <a:pt x="354170" y="927349"/>
                  </a:lnTo>
                  <a:lnTo>
                    <a:pt x="363448" y="919367"/>
                  </a:lnTo>
                  <a:lnTo>
                    <a:pt x="363448" y="911525"/>
                  </a:lnTo>
                  <a:lnTo>
                    <a:pt x="374799" y="901725"/>
                  </a:lnTo>
                  <a:lnTo>
                    <a:pt x="374278" y="895713"/>
                  </a:lnTo>
                  <a:lnTo>
                    <a:pt x="371532" y="885380"/>
                  </a:lnTo>
                  <a:lnTo>
                    <a:pt x="378065" y="866950"/>
                  </a:lnTo>
                  <a:lnTo>
                    <a:pt x="392936" y="842254"/>
                  </a:lnTo>
                  <a:lnTo>
                    <a:pt x="411468" y="850618"/>
                  </a:lnTo>
                  <a:lnTo>
                    <a:pt x="416170" y="854278"/>
                  </a:lnTo>
                  <a:lnTo>
                    <a:pt x="445798" y="860290"/>
                  </a:lnTo>
                  <a:lnTo>
                    <a:pt x="476328" y="862120"/>
                  </a:lnTo>
                  <a:lnTo>
                    <a:pt x="478005" y="908004"/>
                  </a:lnTo>
                  <a:lnTo>
                    <a:pt x="508688" y="896235"/>
                  </a:lnTo>
                  <a:lnTo>
                    <a:pt x="565337" y="861587"/>
                  </a:lnTo>
                  <a:lnTo>
                    <a:pt x="583869" y="855053"/>
                  </a:lnTo>
                  <a:lnTo>
                    <a:pt x="605514" y="809970"/>
                  </a:lnTo>
                  <a:lnTo>
                    <a:pt x="620004" y="769056"/>
                  </a:lnTo>
                  <a:lnTo>
                    <a:pt x="627833" y="765142"/>
                  </a:lnTo>
                  <a:lnTo>
                    <a:pt x="631888" y="756397"/>
                  </a:lnTo>
                  <a:lnTo>
                    <a:pt x="636705" y="746318"/>
                  </a:lnTo>
                  <a:close/>
                </a:path>
              </a:pathLst>
            </a:custGeom>
            <a:solidFill>
              <a:srgbClr val="FFFFFF"/>
            </a:solidFill>
            <a:ln w="12700" cap="flat">
              <a:noFill/>
              <a:prstDash val="solid"/>
              <a:miter/>
            </a:ln>
          </p:spPr>
          <p:txBody>
            <a:bodyPr rtlCol="0" anchor="ctr"/>
            <a:lstStyle/>
            <a:p>
              <a:endParaRPr lang="de-CH"/>
            </a:p>
          </p:txBody>
        </p:sp>
        <p:sp>
          <p:nvSpPr>
            <p:cNvPr id="119" name="Freihandform: Form 118">
              <a:extLst>
                <a:ext uri="{FF2B5EF4-FFF2-40B4-BE49-F238E27FC236}">
                  <a16:creationId xmlns:a16="http://schemas.microsoft.com/office/drawing/2014/main" id="{79ED7EB5-8152-C93A-5BAD-D3A0CCF1AE75}"/>
                </a:ext>
              </a:extLst>
            </p:cNvPr>
            <p:cNvSpPr/>
            <p:nvPr/>
          </p:nvSpPr>
          <p:spPr>
            <a:xfrm>
              <a:off x="5083081" y="1054595"/>
              <a:ext cx="1495787" cy="1435388"/>
            </a:xfrm>
            <a:custGeom>
              <a:avLst/>
              <a:gdLst>
                <a:gd name="connsiteX0" fmla="*/ 636705 w 1495787"/>
                <a:gd name="connsiteY0" fmla="*/ 746318 h 1435388"/>
                <a:gd name="connsiteX1" fmla="*/ 643632 w 1495787"/>
                <a:gd name="connsiteY1" fmla="*/ 711416 h 1435388"/>
                <a:gd name="connsiteX2" fmla="*/ 636070 w 1495787"/>
                <a:gd name="connsiteY2" fmla="*/ 680453 h 1435388"/>
                <a:gd name="connsiteX3" fmla="*/ 634227 w 1495787"/>
                <a:gd name="connsiteY3" fmla="*/ 673247 h 1435388"/>
                <a:gd name="connsiteX4" fmla="*/ 601866 w 1495787"/>
                <a:gd name="connsiteY4" fmla="*/ 675204 h 1435388"/>
                <a:gd name="connsiteX5" fmla="*/ 598219 w 1495787"/>
                <a:gd name="connsiteY5" fmla="*/ 653127 h 1435388"/>
                <a:gd name="connsiteX6" fmla="*/ 594164 w 1495787"/>
                <a:gd name="connsiteY6" fmla="*/ 636133 h 1435388"/>
                <a:gd name="connsiteX7" fmla="*/ 519657 w 1495787"/>
                <a:gd name="connsiteY7" fmla="*/ 595486 h 1435388"/>
                <a:gd name="connsiteX8" fmla="*/ 544848 w 1495787"/>
                <a:gd name="connsiteY8" fmla="*/ 576141 h 1435388"/>
                <a:gd name="connsiteX9" fmla="*/ 554101 w 1495787"/>
                <a:gd name="connsiteY9" fmla="*/ 575213 h 1435388"/>
                <a:gd name="connsiteX10" fmla="*/ 542751 w 1495787"/>
                <a:gd name="connsiteY10" fmla="*/ 522682 h 1435388"/>
                <a:gd name="connsiteX11" fmla="*/ 527995 w 1495787"/>
                <a:gd name="connsiteY11" fmla="*/ 484640 h 1435388"/>
                <a:gd name="connsiteX12" fmla="*/ 491974 w 1495787"/>
                <a:gd name="connsiteY12" fmla="*/ 496283 h 1435388"/>
                <a:gd name="connsiteX13" fmla="*/ 479721 w 1495787"/>
                <a:gd name="connsiteY13" fmla="*/ 469477 h 1435388"/>
                <a:gd name="connsiteX14" fmla="*/ 458178 w 1495787"/>
                <a:gd name="connsiteY14" fmla="*/ 476162 h 1435388"/>
                <a:gd name="connsiteX15" fmla="*/ 469274 w 1495787"/>
                <a:gd name="connsiteY15" fmla="*/ 406358 h 1435388"/>
                <a:gd name="connsiteX16" fmla="*/ 386403 w 1495787"/>
                <a:gd name="connsiteY16" fmla="*/ 408569 h 1435388"/>
                <a:gd name="connsiteX17" fmla="*/ 386022 w 1495787"/>
                <a:gd name="connsiteY17" fmla="*/ 386886 h 1435388"/>
                <a:gd name="connsiteX18" fmla="*/ 367084 w 1495787"/>
                <a:gd name="connsiteY18" fmla="*/ 356953 h 1435388"/>
                <a:gd name="connsiteX19" fmla="*/ 364491 w 1495787"/>
                <a:gd name="connsiteY19" fmla="*/ 346633 h 1435388"/>
                <a:gd name="connsiteX20" fmla="*/ 327173 w 1495787"/>
                <a:gd name="connsiteY20" fmla="*/ 324542 h 1435388"/>
                <a:gd name="connsiteX21" fmla="*/ 328978 w 1495787"/>
                <a:gd name="connsiteY21" fmla="*/ 296173 h 1435388"/>
                <a:gd name="connsiteX22" fmla="*/ 302376 w 1495787"/>
                <a:gd name="connsiteY22" fmla="*/ 293695 h 1435388"/>
                <a:gd name="connsiteX23" fmla="*/ 279917 w 1495787"/>
                <a:gd name="connsiteY23" fmla="*/ 258932 h 1435388"/>
                <a:gd name="connsiteX24" fmla="*/ 241557 w 1495787"/>
                <a:gd name="connsiteY24" fmla="*/ 263495 h 1435388"/>
                <a:gd name="connsiteX25" fmla="*/ 239079 w 1495787"/>
                <a:gd name="connsiteY25" fmla="*/ 320221 h 1435388"/>
                <a:gd name="connsiteX26" fmla="*/ 189738 w 1495787"/>
                <a:gd name="connsiteY26" fmla="*/ 373044 h 1435388"/>
                <a:gd name="connsiteX27" fmla="*/ 171995 w 1495787"/>
                <a:gd name="connsiteY27" fmla="*/ 368062 h 1435388"/>
                <a:gd name="connsiteX28" fmla="*/ 155433 w 1495787"/>
                <a:gd name="connsiteY28" fmla="*/ 376692 h 1435388"/>
                <a:gd name="connsiteX29" fmla="*/ 152802 w 1495787"/>
                <a:gd name="connsiteY29" fmla="*/ 366359 h 1435388"/>
                <a:gd name="connsiteX30" fmla="*/ 158153 w 1495787"/>
                <a:gd name="connsiteY30" fmla="*/ 354475 h 1435388"/>
                <a:gd name="connsiteX31" fmla="*/ 152294 w 1495787"/>
                <a:gd name="connsiteY31" fmla="*/ 310154 h 1435388"/>
                <a:gd name="connsiteX32" fmla="*/ 71508 w 1495787"/>
                <a:gd name="connsiteY32" fmla="*/ 290543 h 1435388"/>
                <a:gd name="connsiteX33" fmla="*/ 40978 w 1495787"/>
                <a:gd name="connsiteY33" fmla="*/ 272125 h 1435388"/>
                <a:gd name="connsiteX34" fmla="*/ 0 w 1495787"/>
                <a:gd name="connsiteY34" fmla="*/ 247163 h 1435388"/>
                <a:gd name="connsiteX35" fmla="*/ 19841 w 1495787"/>
                <a:gd name="connsiteY35" fmla="*/ 239575 h 1435388"/>
                <a:gd name="connsiteX36" fmla="*/ 78956 w 1495787"/>
                <a:gd name="connsiteY36" fmla="*/ 230690 h 1435388"/>
                <a:gd name="connsiteX37" fmla="*/ 90306 w 1495787"/>
                <a:gd name="connsiteY37" fmla="*/ 218539 h 1435388"/>
                <a:gd name="connsiteX38" fmla="*/ 165602 w 1495787"/>
                <a:gd name="connsiteY38" fmla="*/ 193576 h 1435388"/>
                <a:gd name="connsiteX39" fmla="*/ 194441 w 1495787"/>
                <a:gd name="connsiteY39" fmla="*/ 152535 h 1435388"/>
                <a:gd name="connsiteX40" fmla="*/ 206312 w 1495787"/>
                <a:gd name="connsiteY40" fmla="*/ 106397 h 1435388"/>
                <a:gd name="connsiteX41" fmla="*/ 231110 w 1495787"/>
                <a:gd name="connsiteY41" fmla="*/ 102876 h 1435388"/>
                <a:gd name="connsiteX42" fmla="*/ 249387 w 1495787"/>
                <a:gd name="connsiteY42" fmla="*/ 117125 h 1435388"/>
                <a:gd name="connsiteX43" fmla="*/ 272482 w 1495787"/>
                <a:gd name="connsiteY43" fmla="*/ 114760 h 1435388"/>
                <a:gd name="connsiteX44" fmla="*/ 296097 w 1495787"/>
                <a:gd name="connsiteY44" fmla="*/ 101161 h 1435388"/>
                <a:gd name="connsiteX45" fmla="*/ 343862 w 1495787"/>
                <a:gd name="connsiteY45" fmla="*/ 98822 h 1435388"/>
                <a:gd name="connsiteX46" fmla="*/ 370884 w 1495787"/>
                <a:gd name="connsiteY46" fmla="*/ 113184 h 1435388"/>
                <a:gd name="connsiteX47" fmla="*/ 397245 w 1495787"/>
                <a:gd name="connsiteY47" fmla="*/ 153971 h 1435388"/>
                <a:gd name="connsiteX48" fmla="*/ 392809 w 1495787"/>
                <a:gd name="connsiteY48" fmla="*/ 199855 h 1435388"/>
                <a:gd name="connsiteX49" fmla="*/ 411735 w 1495787"/>
                <a:gd name="connsiteY49" fmla="*/ 223102 h 1435388"/>
                <a:gd name="connsiteX50" fmla="*/ 443307 w 1495787"/>
                <a:gd name="connsiteY50" fmla="*/ 223102 h 1435388"/>
                <a:gd name="connsiteX51" fmla="*/ 457262 w 1495787"/>
                <a:gd name="connsiteY51" fmla="*/ 229902 h 1435388"/>
                <a:gd name="connsiteX52" fmla="*/ 487042 w 1495787"/>
                <a:gd name="connsiteY52" fmla="*/ 192915 h 1435388"/>
                <a:gd name="connsiteX53" fmla="*/ 505561 w 1495787"/>
                <a:gd name="connsiteY53" fmla="*/ 191619 h 1435388"/>
                <a:gd name="connsiteX54" fmla="*/ 593249 w 1495787"/>
                <a:gd name="connsiteY54" fmla="*/ 198940 h 1435388"/>
                <a:gd name="connsiteX55" fmla="*/ 620652 w 1495787"/>
                <a:gd name="connsiteY55" fmla="*/ 211752 h 1435388"/>
                <a:gd name="connsiteX56" fmla="*/ 669866 w 1495787"/>
                <a:gd name="connsiteY56" fmla="*/ 196589 h 1435388"/>
                <a:gd name="connsiteX57" fmla="*/ 697142 w 1495787"/>
                <a:gd name="connsiteY57" fmla="*/ 171626 h 1435388"/>
                <a:gd name="connsiteX58" fmla="*/ 727418 w 1495787"/>
                <a:gd name="connsiteY58" fmla="*/ 176316 h 1435388"/>
                <a:gd name="connsiteX59" fmla="*/ 748288 w 1495787"/>
                <a:gd name="connsiteY59" fmla="*/ 188086 h 1435388"/>
                <a:gd name="connsiteX60" fmla="*/ 772679 w 1495787"/>
                <a:gd name="connsiteY60" fmla="*/ 178540 h 1435388"/>
                <a:gd name="connsiteX61" fmla="*/ 787308 w 1495787"/>
                <a:gd name="connsiteY61" fmla="*/ 133190 h 1435388"/>
                <a:gd name="connsiteX62" fmla="*/ 803882 w 1495787"/>
                <a:gd name="connsiteY62" fmla="*/ 111761 h 1435388"/>
                <a:gd name="connsiteX63" fmla="*/ 830625 w 1495787"/>
                <a:gd name="connsiteY63" fmla="*/ 112015 h 1435388"/>
                <a:gd name="connsiteX64" fmla="*/ 851647 w 1495787"/>
                <a:gd name="connsiteY64" fmla="*/ 106397 h 1435388"/>
                <a:gd name="connsiteX65" fmla="*/ 850478 w 1495787"/>
                <a:gd name="connsiteY65" fmla="*/ 86404 h 1435388"/>
                <a:gd name="connsiteX66" fmla="*/ 874361 w 1495787"/>
                <a:gd name="connsiteY66" fmla="*/ 74240 h 1435388"/>
                <a:gd name="connsiteX67" fmla="*/ 897061 w 1495787"/>
                <a:gd name="connsiteY67" fmla="*/ 80379 h 1435388"/>
                <a:gd name="connsiteX68" fmla="*/ 947952 w 1495787"/>
                <a:gd name="connsiteY68" fmla="*/ 46532 h 1435388"/>
                <a:gd name="connsiteX69" fmla="*/ 965048 w 1495787"/>
                <a:gd name="connsiteY69" fmla="*/ 12431 h 1435388"/>
                <a:gd name="connsiteX70" fmla="*/ 995717 w 1495787"/>
                <a:gd name="connsiteY70" fmla="*/ 0 h 1435388"/>
                <a:gd name="connsiteX71" fmla="*/ 1019727 w 1495787"/>
                <a:gd name="connsiteY71" fmla="*/ 12812 h 1435388"/>
                <a:gd name="connsiteX72" fmla="*/ 1027036 w 1495787"/>
                <a:gd name="connsiteY72" fmla="*/ 39745 h 1435388"/>
                <a:gd name="connsiteX73" fmla="*/ 1058226 w 1495787"/>
                <a:gd name="connsiteY73" fmla="*/ 19879 h 1435388"/>
                <a:gd name="connsiteX74" fmla="*/ 1102191 w 1495787"/>
                <a:gd name="connsiteY74" fmla="*/ 19091 h 1435388"/>
                <a:gd name="connsiteX75" fmla="*/ 1114469 w 1495787"/>
                <a:gd name="connsiteY75" fmla="*/ 27848 h 1435388"/>
                <a:gd name="connsiteX76" fmla="*/ 1157404 w 1495787"/>
                <a:gd name="connsiteY76" fmla="*/ 28623 h 1435388"/>
                <a:gd name="connsiteX77" fmla="*/ 1176597 w 1495787"/>
                <a:gd name="connsiteY77" fmla="*/ 41181 h 1435388"/>
                <a:gd name="connsiteX78" fmla="*/ 1171754 w 1495787"/>
                <a:gd name="connsiteY78" fmla="*/ 77520 h 1435388"/>
                <a:gd name="connsiteX79" fmla="*/ 1176190 w 1495787"/>
                <a:gd name="connsiteY79" fmla="*/ 91107 h 1435388"/>
                <a:gd name="connsiteX80" fmla="*/ 1214041 w 1495787"/>
                <a:gd name="connsiteY80" fmla="*/ 121294 h 1435388"/>
                <a:gd name="connsiteX81" fmla="*/ 1231403 w 1495787"/>
                <a:gd name="connsiteY81" fmla="*/ 139596 h 1435388"/>
                <a:gd name="connsiteX82" fmla="*/ 1256327 w 1495787"/>
                <a:gd name="connsiteY82" fmla="*/ 146256 h 1435388"/>
                <a:gd name="connsiteX83" fmla="*/ 1305783 w 1495787"/>
                <a:gd name="connsiteY83" fmla="*/ 147438 h 1435388"/>
                <a:gd name="connsiteX84" fmla="*/ 1343494 w 1495787"/>
                <a:gd name="connsiteY84" fmla="*/ 159056 h 1435388"/>
                <a:gd name="connsiteX85" fmla="*/ 1355366 w 1495787"/>
                <a:gd name="connsiteY85" fmla="*/ 155535 h 1435388"/>
                <a:gd name="connsiteX86" fmla="*/ 1362420 w 1495787"/>
                <a:gd name="connsiteY86" fmla="*/ 131233 h 1435388"/>
                <a:gd name="connsiteX87" fmla="*/ 1379248 w 1495787"/>
                <a:gd name="connsiteY87" fmla="*/ 124166 h 1435388"/>
                <a:gd name="connsiteX88" fmla="*/ 1407706 w 1495787"/>
                <a:gd name="connsiteY88" fmla="*/ 139329 h 1435388"/>
                <a:gd name="connsiteX89" fmla="*/ 1434715 w 1495787"/>
                <a:gd name="connsiteY89" fmla="*/ 151480 h 1435388"/>
                <a:gd name="connsiteX90" fmla="*/ 1420493 w 1495787"/>
                <a:gd name="connsiteY90" fmla="*/ 170571 h 1435388"/>
                <a:gd name="connsiteX91" fmla="*/ 1418929 w 1495787"/>
                <a:gd name="connsiteY91" fmla="*/ 217751 h 1435388"/>
                <a:gd name="connsiteX92" fmla="*/ 1383036 w 1495787"/>
                <a:gd name="connsiteY92" fmla="*/ 236308 h 1435388"/>
                <a:gd name="connsiteX93" fmla="*/ 1389568 w 1495787"/>
                <a:gd name="connsiteY93" fmla="*/ 254992 h 1435388"/>
                <a:gd name="connsiteX94" fmla="*/ 1377951 w 1495787"/>
                <a:gd name="connsiteY94" fmla="*/ 273968 h 1435388"/>
                <a:gd name="connsiteX95" fmla="*/ 1368431 w 1495787"/>
                <a:gd name="connsiteY95" fmla="*/ 272253 h 1435388"/>
                <a:gd name="connsiteX96" fmla="*/ 1357336 w 1495787"/>
                <a:gd name="connsiteY96" fmla="*/ 268605 h 1435388"/>
                <a:gd name="connsiteX97" fmla="*/ 1338677 w 1495787"/>
                <a:gd name="connsiteY97" fmla="*/ 317997 h 1435388"/>
                <a:gd name="connsiteX98" fmla="*/ 1306685 w 1495787"/>
                <a:gd name="connsiteY98" fmla="*/ 325330 h 1435388"/>
                <a:gd name="connsiteX99" fmla="*/ 1311655 w 1495787"/>
                <a:gd name="connsiteY99" fmla="*/ 412255 h 1435388"/>
                <a:gd name="connsiteX100" fmla="*/ 1332030 w 1495787"/>
                <a:gd name="connsiteY100" fmla="*/ 410285 h 1435388"/>
                <a:gd name="connsiteX101" fmla="*/ 1336466 w 1495787"/>
                <a:gd name="connsiteY101" fmla="*/ 440993 h 1435388"/>
                <a:gd name="connsiteX102" fmla="*/ 1317667 w 1495787"/>
                <a:gd name="connsiteY102" fmla="*/ 454059 h 1435388"/>
                <a:gd name="connsiteX103" fmla="*/ 1363602 w 1495787"/>
                <a:gd name="connsiteY103" fmla="*/ 503070 h 1435388"/>
                <a:gd name="connsiteX104" fmla="*/ 1345070 w 1495787"/>
                <a:gd name="connsiteY104" fmla="*/ 517064 h 1435388"/>
                <a:gd name="connsiteX105" fmla="*/ 1355124 w 1495787"/>
                <a:gd name="connsiteY105" fmla="*/ 549869 h 1435388"/>
                <a:gd name="connsiteX106" fmla="*/ 1350548 w 1495787"/>
                <a:gd name="connsiteY106" fmla="*/ 567778 h 1435388"/>
                <a:gd name="connsiteX107" fmla="*/ 1362559 w 1495787"/>
                <a:gd name="connsiteY107" fmla="*/ 569608 h 1435388"/>
                <a:gd name="connsiteX108" fmla="*/ 1353675 w 1495787"/>
                <a:gd name="connsiteY108" fmla="*/ 640836 h 1435388"/>
                <a:gd name="connsiteX109" fmla="*/ 1312837 w 1495787"/>
                <a:gd name="connsiteY109" fmla="*/ 646466 h 1435388"/>
                <a:gd name="connsiteX110" fmla="*/ 1313358 w 1495787"/>
                <a:gd name="connsiteY110" fmla="*/ 658223 h 1435388"/>
                <a:gd name="connsiteX111" fmla="*/ 1382260 w 1495787"/>
                <a:gd name="connsiteY111" fmla="*/ 670768 h 1435388"/>
                <a:gd name="connsiteX112" fmla="*/ 1389048 w 1495787"/>
                <a:gd name="connsiteY112" fmla="*/ 727621 h 1435388"/>
                <a:gd name="connsiteX113" fmla="*/ 1390878 w 1495787"/>
                <a:gd name="connsiteY113" fmla="*/ 740433 h 1435388"/>
                <a:gd name="connsiteX114" fmla="*/ 1406791 w 1495787"/>
                <a:gd name="connsiteY114" fmla="*/ 751669 h 1435388"/>
                <a:gd name="connsiteX115" fmla="*/ 1400665 w 1495787"/>
                <a:gd name="connsiteY115" fmla="*/ 759397 h 1435388"/>
                <a:gd name="connsiteX116" fmla="*/ 1404440 w 1495787"/>
                <a:gd name="connsiteY116" fmla="*/ 795989 h 1435388"/>
                <a:gd name="connsiteX117" fmla="*/ 1424547 w 1495787"/>
                <a:gd name="connsiteY117" fmla="*/ 839763 h 1435388"/>
                <a:gd name="connsiteX118" fmla="*/ 1417112 w 1495787"/>
                <a:gd name="connsiteY118" fmla="*/ 865400 h 1435388"/>
                <a:gd name="connsiteX119" fmla="*/ 1458077 w 1495787"/>
                <a:gd name="connsiteY119" fmla="*/ 871399 h 1435388"/>
                <a:gd name="connsiteX120" fmla="*/ 1492280 w 1495787"/>
                <a:gd name="connsiteY120" fmla="*/ 850618 h 1435388"/>
                <a:gd name="connsiteX121" fmla="*/ 1495788 w 1495787"/>
                <a:gd name="connsiteY121" fmla="*/ 870229 h 1435388"/>
                <a:gd name="connsiteX122" fmla="*/ 1475578 w 1495787"/>
                <a:gd name="connsiteY122" fmla="*/ 902513 h 1435388"/>
                <a:gd name="connsiteX123" fmla="*/ 1465385 w 1495787"/>
                <a:gd name="connsiteY123" fmla="*/ 904471 h 1435388"/>
                <a:gd name="connsiteX124" fmla="*/ 1450234 w 1495787"/>
                <a:gd name="connsiteY124" fmla="*/ 946821 h 1435388"/>
                <a:gd name="connsiteX125" fmla="*/ 1422590 w 1495787"/>
                <a:gd name="connsiteY125" fmla="*/ 970081 h 1435388"/>
                <a:gd name="connsiteX126" fmla="*/ 1369868 w 1495787"/>
                <a:gd name="connsiteY126" fmla="*/ 980668 h 1435388"/>
                <a:gd name="connsiteX127" fmla="*/ 1375994 w 1495787"/>
                <a:gd name="connsiteY127" fmla="*/ 991243 h 1435388"/>
                <a:gd name="connsiteX128" fmla="*/ 1385133 w 1495787"/>
                <a:gd name="connsiteY128" fmla="*/ 1014910 h 1435388"/>
                <a:gd name="connsiteX129" fmla="*/ 1391386 w 1495787"/>
                <a:gd name="connsiteY129" fmla="*/ 1023667 h 1435388"/>
                <a:gd name="connsiteX130" fmla="*/ 1398453 w 1495787"/>
                <a:gd name="connsiteY130" fmla="*/ 1030200 h 1435388"/>
                <a:gd name="connsiteX131" fmla="*/ 1399089 w 1495787"/>
                <a:gd name="connsiteY131" fmla="*/ 1035945 h 1435388"/>
                <a:gd name="connsiteX132" fmla="*/ 1396737 w 1495787"/>
                <a:gd name="connsiteY132" fmla="*/ 1045490 h 1435388"/>
                <a:gd name="connsiteX133" fmla="*/ 1396089 w 1495787"/>
                <a:gd name="connsiteY133" fmla="*/ 1055049 h 1435388"/>
                <a:gd name="connsiteX134" fmla="*/ 1398834 w 1495787"/>
                <a:gd name="connsiteY134" fmla="*/ 1062230 h 1435388"/>
                <a:gd name="connsiteX135" fmla="*/ 1404973 w 1495787"/>
                <a:gd name="connsiteY135" fmla="*/ 1066272 h 1435388"/>
                <a:gd name="connsiteX136" fmla="*/ 1405482 w 1495787"/>
                <a:gd name="connsiteY136" fmla="*/ 1074648 h 1435388"/>
                <a:gd name="connsiteX137" fmla="*/ 1400004 w 1495787"/>
                <a:gd name="connsiteY137" fmla="*/ 1082363 h 1435388"/>
                <a:gd name="connsiteX138" fmla="*/ 1403804 w 1495787"/>
                <a:gd name="connsiteY138" fmla="*/ 1089938 h 1435388"/>
                <a:gd name="connsiteX139" fmla="*/ 1415014 w 1495787"/>
                <a:gd name="connsiteY139" fmla="*/ 1104440 h 1435388"/>
                <a:gd name="connsiteX140" fmla="*/ 1416718 w 1495787"/>
                <a:gd name="connsiteY140" fmla="*/ 1107071 h 1435388"/>
                <a:gd name="connsiteX141" fmla="*/ 1417874 w 1495787"/>
                <a:gd name="connsiteY141" fmla="*/ 1114113 h 1435388"/>
                <a:gd name="connsiteX142" fmla="*/ 1410846 w 1495787"/>
                <a:gd name="connsiteY142" fmla="*/ 1122997 h 1435388"/>
                <a:gd name="connsiteX143" fmla="*/ 1409664 w 1495787"/>
                <a:gd name="connsiteY143" fmla="*/ 1136064 h 1435388"/>
                <a:gd name="connsiteX144" fmla="*/ 1389568 w 1495787"/>
                <a:gd name="connsiteY144" fmla="*/ 1161433 h 1435388"/>
                <a:gd name="connsiteX145" fmla="*/ 1385400 w 1495787"/>
                <a:gd name="connsiteY145" fmla="*/ 1173330 h 1435388"/>
                <a:gd name="connsiteX146" fmla="*/ 1388247 w 1495787"/>
                <a:gd name="connsiteY146" fmla="*/ 1189396 h 1435388"/>
                <a:gd name="connsiteX147" fmla="*/ 1396089 w 1495787"/>
                <a:gd name="connsiteY147" fmla="*/ 1202207 h 1435388"/>
                <a:gd name="connsiteX148" fmla="*/ 1396356 w 1495787"/>
                <a:gd name="connsiteY148" fmla="*/ 1221819 h 1435388"/>
                <a:gd name="connsiteX149" fmla="*/ 1409015 w 1495787"/>
                <a:gd name="connsiteY149" fmla="*/ 1265606 h 1435388"/>
                <a:gd name="connsiteX150" fmla="*/ 1399622 w 1495787"/>
                <a:gd name="connsiteY150" fmla="*/ 1281557 h 1435388"/>
                <a:gd name="connsiteX151" fmla="*/ 1397398 w 1495787"/>
                <a:gd name="connsiteY151" fmla="*/ 1298144 h 1435388"/>
                <a:gd name="connsiteX152" fmla="*/ 1400792 w 1495787"/>
                <a:gd name="connsiteY152" fmla="*/ 1315786 h 1435388"/>
                <a:gd name="connsiteX153" fmla="*/ 1407820 w 1495787"/>
                <a:gd name="connsiteY153" fmla="*/ 1322319 h 1435388"/>
                <a:gd name="connsiteX154" fmla="*/ 1420239 w 1495787"/>
                <a:gd name="connsiteY154" fmla="*/ 1324683 h 1435388"/>
                <a:gd name="connsiteX155" fmla="*/ 1427941 w 1495787"/>
                <a:gd name="connsiteY155" fmla="*/ 1348997 h 1435388"/>
                <a:gd name="connsiteX156" fmla="*/ 1430279 w 1495787"/>
                <a:gd name="connsiteY156" fmla="*/ 1364288 h 1435388"/>
                <a:gd name="connsiteX157" fmla="*/ 1427026 w 1495787"/>
                <a:gd name="connsiteY157" fmla="*/ 1375918 h 1435388"/>
                <a:gd name="connsiteX158" fmla="*/ 1426771 w 1495787"/>
                <a:gd name="connsiteY158" fmla="*/ 1378409 h 1435388"/>
                <a:gd name="connsiteX159" fmla="*/ 1423759 w 1495787"/>
                <a:gd name="connsiteY159" fmla="*/ 1386772 h 1435388"/>
                <a:gd name="connsiteX160" fmla="*/ 1429110 w 1495787"/>
                <a:gd name="connsiteY160" fmla="*/ 1402711 h 1435388"/>
                <a:gd name="connsiteX161" fmla="*/ 1430279 w 1495787"/>
                <a:gd name="connsiteY161" fmla="*/ 1416311 h 1435388"/>
                <a:gd name="connsiteX162" fmla="*/ 1423238 w 1495787"/>
                <a:gd name="connsiteY162" fmla="*/ 1425970 h 1435388"/>
                <a:gd name="connsiteX163" fmla="*/ 1409282 w 1495787"/>
                <a:gd name="connsiteY163" fmla="*/ 1435389 h 1435388"/>
                <a:gd name="connsiteX164" fmla="*/ 1347155 w 1495787"/>
                <a:gd name="connsiteY164" fmla="*/ 1419450 h 1435388"/>
                <a:gd name="connsiteX165" fmla="*/ 1321442 w 1495787"/>
                <a:gd name="connsiteY165" fmla="*/ 1411087 h 1435388"/>
                <a:gd name="connsiteX166" fmla="*/ 1313218 w 1495787"/>
                <a:gd name="connsiteY166" fmla="*/ 1389391 h 1435388"/>
                <a:gd name="connsiteX167" fmla="*/ 1312964 w 1495787"/>
                <a:gd name="connsiteY167" fmla="*/ 1379044 h 1435388"/>
                <a:gd name="connsiteX168" fmla="*/ 1291166 w 1495787"/>
                <a:gd name="connsiteY168" fmla="*/ 1356840 h 1435388"/>
                <a:gd name="connsiteX169" fmla="*/ 1273677 w 1495787"/>
                <a:gd name="connsiteY169" fmla="*/ 1297102 h 1435388"/>
                <a:gd name="connsiteX170" fmla="*/ 1254370 w 1495787"/>
                <a:gd name="connsiteY170" fmla="*/ 1243515 h 1435388"/>
                <a:gd name="connsiteX171" fmla="*/ 1248625 w 1495787"/>
                <a:gd name="connsiteY171" fmla="*/ 1218553 h 1435388"/>
                <a:gd name="connsiteX172" fmla="*/ 1244965 w 1495787"/>
                <a:gd name="connsiteY172" fmla="*/ 1210050 h 1435388"/>
                <a:gd name="connsiteX173" fmla="*/ 1230221 w 1495787"/>
                <a:gd name="connsiteY173" fmla="*/ 1181032 h 1435388"/>
                <a:gd name="connsiteX174" fmla="*/ 1223700 w 1495787"/>
                <a:gd name="connsiteY174" fmla="*/ 1159349 h 1435388"/>
                <a:gd name="connsiteX175" fmla="*/ 1222137 w 1495787"/>
                <a:gd name="connsiteY175" fmla="*/ 1132543 h 1435388"/>
                <a:gd name="connsiteX176" fmla="*/ 1213659 w 1495787"/>
                <a:gd name="connsiteY176" fmla="*/ 1116464 h 1435388"/>
                <a:gd name="connsiteX177" fmla="*/ 1204648 w 1495787"/>
                <a:gd name="connsiteY177" fmla="*/ 1099077 h 1435388"/>
                <a:gd name="connsiteX178" fmla="*/ 1189777 w 1495787"/>
                <a:gd name="connsiteY178" fmla="*/ 1086011 h 1435388"/>
                <a:gd name="connsiteX179" fmla="*/ 1186510 w 1495787"/>
                <a:gd name="connsiteY179" fmla="*/ 1036619 h 1435388"/>
                <a:gd name="connsiteX180" fmla="*/ 1106640 w 1495787"/>
                <a:gd name="connsiteY180" fmla="*/ 992565 h 1435388"/>
                <a:gd name="connsiteX181" fmla="*/ 1074025 w 1495787"/>
                <a:gd name="connsiteY181" fmla="*/ 1036619 h 1435388"/>
                <a:gd name="connsiteX182" fmla="*/ 1045694 w 1495787"/>
                <a:gd name="connsiteY182" fmla="*/ 1035564 h 1435388"/>
                <a:gd name="connsiteX183" fmla="*/ 1047143 w 1495787"/>
                <a:gd name="connsiteY183" fmla="*/ 1025510 h 1435388"/>
                <a:gd name="connsiteX184" fmla="*/ 1045173 w 1495787"/>
                <a:gd name="connsiteY184" fmla="*/ 1019358 h 1435388"/>
                <a:gd name="connsiteX185" fmla="*/ 1031471 w 1495787"/>
                <a:gd name="connsiteY185" fmla="*/ 975051 h 1435388"/>
                <a:gd name="connsiteX186" fmla="*/ 1020769 w 1495787"/>
                <a:gd name="connsiteY186" fmla="*/ 926815 h 1435388"/>
                <a:gd name="connsiteX187" fmla="*/ 1015939 w 1495787"/>
                <a:gd name="connsiteY187" fmla="*/ 917283 h 1435388"/>
                <a:gd name="connsiteX188" fmla="*/ 1004589 w 1495787"/>
                <a:gd name="connsiteY188" fmla="*/ 902641 h 1435388"/>
                <a:gd name="connsiteX189" fmla="*/ 996493 w 1495787"/>
                <a:gd name="connsiteY189" fmla="*/ 897531 h 1435388"/>
                <a:gd name="connsiteX190" fmla="*/ 991015 w 1495787"/>
                <a:gd name="connsiteY190" fmla="*/ 898586 h 1435388"/>
                <a:gd name="connsiteX191" fmla="*/ 992845 w 1495787"/>
                <a:gd name="connsiteY191" fmla="*/ 904865 h 1435388"/>
                <a:gd name="connsiteX192" fmla="*/ 987621 w 1495787"/>
                <a:gd name="connsiteY192" fmla="*/ 908004 h 1435388"/>
                <a:gd name="connsiteX193" fmla="*/ 984367 w 1495787"/>
                <a:gd name="connsiteY193" fmla="*/ 928391 h 1435388"/>
                <a:gd name="connsiteX194" fmla="*/ 989972 w 1495787"/>
                <a:gd name="connsiteY194" fmla="*/ 960154 h 1435388"/>
                <a:gd name="connsiteX195" fmla="*/ 1001590 w 1495787"/>
                <a:gd name="connsiteY195" fmla="*/ 1012431 h 1435388"/>
                <a:gd name="connsiteX196" fmla="*/ 1003153 w 1495787"/>
                <a:gd name="connsiteY196" fmla="*/ 1019485 h 1435388"/>
                <a:gd name="connsiteX197" fmla="*/ 1008123 w 1495787"/>
                <a:gd name="connsiteY197" fmla="*/ 1042618 h 1435388"/>
                <a:gd name="connsiteX198" fmla="*/ 1013982 w 1495787"/>
                <a:gd name="connsiteY198" fmla="*/ 1049685 h 1435388"/>
                <a:gd name="connsiteX199" fmla="*/ 1015813 w 1495787"/>
                <a:gd name="connsiteY199" fmla="*/ 1062751 h 1435388"/>
                <a:gd name="connsiteX200" fmla="*/ 1029120 w 1495787"/>
                <a:gd name="connsiteY200" fmla="*/ 1097272 h 1435388"/>
                <a:gd name="connsiteX201" fmla="*/ 1005110 w 1495787"/>
                <a:gd name="connsiteY201" fmla="*/ 1111901 h 1435388"/>
                <a:gd name="connsiteX202" fmla="*/ 997802 w 1495787"/>
                <a:gd name="connsiteY202" fmla="*/ 1175948 h 1435388"/>
                <a:gd name="connsiteX203" fmla="*/ 941432 w 1495787"/>
                <a:gd name="connsiteY203" fmla="*/ 1188620 h 1435388"/>
                <a:gd name="connsiteX204" fmla="*/ 935954 w 1495787"/>
                <a:gd name="connsiteY204" fmla="*/ 1177905 h 1435388"/>
                <a:gd name="connsiteX205" fmla="*/ 922126 w 1495787"/>
                <a:gd name="connsiteY205" fmla="*/ 1159349 h 1435388"/>
                <a:gd name="connsiteX206" fmla="*/ 900060 w 1495787"/>
                <a:gd name="connsiteY206" fmla="*/ 1136737 h 1435388"/>
                <a:gd name="connsiteX207" fmla="*/ 948601 w 1495787"/>
                <a:gd name="connsiteY207" fmla="*/ 1118053 h 1435388"/>
                <a:gd name="connsiteX208" fmla="*/ 947432 w 1495787"/>
                <a:gd name="connsiteY208" fmla="*/ 1102750 h 1435388"/>
                <a:gd name="connsiteX209" fmla="*/ 937772 w 1495787"/>
                <a:gd name="connsiteY209" fmla="*/ 1094641 h 1435388"/>
                <a:gd name="connsiteX210" fmla="*/ 873039 w 1495787"/>
                <a:gd name="connsiteY210" fmla="*/ 1113465 h 1435388"/>
                <a:gd name="connsiteX211" fmla="*/ 847084 w 1495787"/>
                <a:gd name="connsiteY211" fmla="*/ 1125095 h 1435388"/>
                <a:gd name="connsiteX212" fmla="*/ 835861 w 1495787"/>
                <a:gd name="connsiteY212" fmla="*/ 1131373 h 1435388"/>
                <a:gd name="connsiteX213" fmla="*/ 804797 w 1495787"/>
                <a:gd name="connsiteY213" fmla="*/ 1122222 h 1435388"/>
                <a:gd name="connsiteX214" fmla="*/ 798925 w 1495787"/>
                <a:gd name="connsiteY214" fmla="*/ 1109423 h 1435388"/>
                <a:gd name="connsiteX215" fmla="*/ 786520 w 1495787"/>
                <a:gd name="connsiteY215" fmla="*/ 1078575 h 1435388"/>
                <a:gd name="connsiteX216" fmla="*/ 762257 w 1495787"/>
                <a:gd name="connsiteY216" fmla="*/ 1067860 h 1435388"/>
                <a:gd name="connsiteX217" fmla="*/ 730812 w 1495787"/>
                <a:gd name="connsiteY217" fmla="*/ 1091501 h 1435388"/>
                <a:gd name="connsiteX218" fmla="*/ 698439 w 1495787"/>
                <a:gd name="connsiteY218" fmla="*/ 1090459 h 1435388"/>
                <a:gd name="connsiteX219" fmla="*/ 698184 w 1495787"/>
                <a:gd name="connsiteY219" fmla="*/ 1100539 h 1435388"/>
                <a:gd name="connsiteX220" fmla="*/ 711746 w 1495787"/>
                <a:gd name="connsiteY220" fmla="*/ 1116871 h 1435388"/>
                <a:gd name="connsiteX221" fmla="*/ 615822 w 1495787"/>
                <a:gd name="connsiteY221" fmla="*/ 1124840 h 1435388"/>
                <a:gd name="connsiteX222" fmla="*/ 611526 w 1495787"/>
                <a:gd name="connsiteY222" fmla="*/ 1071508 h 1435388"/>
                <a:gd name="connsiteX223" fmla="*/ 593122 w 1495787"/>
                <a:gd name="connsiteY223" fmla="*/ 1044715 h 1435388"/>
                <a:gd name="connsiteX224" fmla="*/ 578251 w 1495787"/>
                <a:gd name="connsiteY224" fmla="*/ 1019231 h 1435388"/>
                <a:gd name="connsiteX225" fmla="*/ 482734 w 1495787"/>
                <a:gd name="connsiteY225" fmla="*/ 1034776 h 1435388"/>
                <a:gd name="connsiteX226" fmla="*/ 505155 w 1495787"/>
                <a:gd name="connsiteY226" fmla="*/ 1095035 h 1435388"/>
                <a:gd name="connsiteX227" fmla="*/ 448925 w 1495787"/>
                <a:gd name="connsiteY227" fmla="*/ 1150858 h 1435388"/>
                <a:gd name="connsiteX228" fmla="*/ 426224 w 1495787"/>
                <a:gd name="connsiteY228" fmla="*/ 1145494 h 1435388"/>
                <a:gd name="connsiteX229" fmla="*/ 370223 w 1495787"/>
                <a:gd name="connsiteY229" fmla="*/ 1131246 h 1435388"/>
                <a:gd name="connsiteX230" fmla="*/ 256950 w 1495787"/>
                <a:gd name="connsiteY230" fmla="*/ 1155548 h 1435388"/>
                <a:gd name="connsiteX231" fmla="*/ 234516 w 1495787"/>
                <a:gd name="connsiteY231" fmla="*/ 1098950 h 1435388"/>
                <a:gd name="connsiteX232" fmla="*/ 228758 w 1495787"/>
                <a:gd name="connsiteY232" fmla="*/ 1063552 h 1435388"/>
                <a:gd name="connsiteX233" fmla="*/ 235291 w 1495787"/>
                <a:gd name="connsiteY233" fmla="*/ 1060654 h 1435388"/>
                <a:gd name="connsiteX234" fmla="*/ 246642 w 1495787"/>
                <a:gd name="connsiteY234" fmla="*/ 1054794 h 1435388"/>
                <a:gd name="connsiteX235" fmla="*/ 261652 w 1495787"/>
                <a:gd name="connsiteY235" fmla="*/ 1038182 h 1435388"/>
                <a:gd name="connsiteX236" fmla="*/ 267258 w 1495787"/>
                <a:gd name="connsiteY236" fmla="*/ 1029158 h 1435388"/>
                <a:gd name="connsiteX237" fmla="*/ 268300 w 1495787"/>
                <a:gd name="connsiteY237" fmla="*/ 1010220 h 1435388"/>
                <a:gd name="connsiteX238" fmla="*/ 278099 w 1495787"/>
                <a:gd name="connsiteY238" fmla="*/ 994929 h 1435388"/>
                <a:gd name="connsiteX239" fmla="*/ 282014 w 1495787"/>
                <a:gd name="connsiteY239" fmla="*/ 990608 h 1435388"/>
                <a:gd name="connsiteX240" fmla="*/ 299758 w 1495787"/>
                <a:gd name="connsiteY240" fmla="*/ 943949 h 1435388"/>
                <a:gd name="connsiteX241" fmla="*/ 324288 w 1495787"/>
                <a:gd name="connsiteY241" fmla="*/ 929040 h 1435388"/>
                <a:gd name="connsiteX242" fmla="*/ 341523 w 1495787"/>
                <a:gd name="connsiteY242" fmla="*/ 929167 h 1435388"/>
                <a:gd name="connsiteX243" fmla="*/ 354170 w 1495787"/>
                <a:gd name="connsiteY243" fmla="*/ 927349 h 1435388"/>
                <a:gd name="connsiteX244" fmla="*/ 363448 w 1495787"/>
                <a:gd name="connsiteY244" fmla="*/ 919367 h 1435388"/>
                <a:gd name="connsiteX245" fmla="*/ 363448 w 1495787"/>
                <a:gd name="connsiteY245" fmla="*/ 911525 h 1435388"/>
                <a:gd name="connsiteX246" fmla="*/ 374799 w 1495787"/>
                <a:gd name="connsiteY246" fmla="*/ 901725 h 1435388"/>
                <a:gd name="connsiteX247" fmla="*/ 374278 w 1495787"/>
                <a:gd name="connsiteY247" fmla="*/ 895713 h 1435388"/>
                <a:gd name="connsiteX248" fmla="*/ 371532 w 1495787"/>
                <a:gd name="connsiteY248" fmla="*/ 885380 h 1435388"/>
                <a:gd name="connsiteX249" fmla="*/ 378065 w 1495787"/>
                <a:gd name="connsiteY249" fmla="*/ 866950 h 1435388"/>
                <a:gd name="connsiteX250" fmla="*/ 392936 w 1495787"/>
                <a:gd name="connsiteY250" fmla="*/ 842254 h 1435388"/>
                <a:gd name="connsiteX251" fmla="*/ 411468 w 1495787"/>
                <a:gd name="connsiteY251" fmla="*/ 850618 h 1435388"/>
                <a:gd name="connsiteX252" fmla="*/ 416170 w 1495787"/>
                <a:gd name="connsiteY252" fmla="*/ 854278 h 1435388"/>
                <a:gd name="connsiteX253" fmla="*/ 445798 w 1495787"/>
                <a:gd name="connsiteY253" fmla="*/ 860290 h 1435388"/>
                <a:gd name="connsiteX254" fmla="*/ 476328 w 1495787"/>
                <a:gd name="connsiteY254" fmla="*/ 862120 h 1435388"/>
                <a:gd name="connsiteX255" fmla="*/ 478005 w 1495787"/>
                <a:gd name="connsiteY255" fmla="*/ 908004 h 1435388"/>
                <a:gd name="connsiteX256" fmla="*/ 508688 w 1495787"/>
                <a:gd name="connsiteY256" fmla="*/ 896235 h 1435388"/>
                <a:gd name="connsiteX257" fmla="*/ 565337 w 1495787"/>
                <a:gd name="connsiteY257" fmla="*/ 861587 h 1435388"/>
                <a:gd name="connsiteX258" fmla="*/ 583869 w 1495787"/>
                <a:gd name="connsiteY258" fmla="*/ 855053 h 1435388"/>
                <a:gd name="connsiteX259" fmla="*/ 605514 w 1495787"/>
                <a:gd name="connsiteY259" fmla="*/ 809970 h 1435388"/>
                <a:gd name="connsiteX260" fmla="*/ 620004 w 1495787"/>
                <a:gd name="connsiteY260" fmla="*/ 769056 h 1435388"/>
                <a:gd name="connsiteX261" fmla="*/ 627833 w 1495787"/>
                <a:gd name="connsiteY261" fmla="*/ 765142 h 1435388"/>
                <a:gd name="connsiteX262" fmla="*/ 631888 w 1495787"/>
                <a:gd name="connsiteY262" fmla="*/ 756397 h 1435388"/>
                <a:gd name="connsiteX263" fmla="*/ 636705 w 1495787"/>
                <a:gd name="connsiteY263" fmla="*/ 746318 h 1435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Lst>
              <a:rect l="l" t="t" r="r" b="b"/>
              <a:pathLst>
                <a:path w="1495787" h="1435388">
                  <a:moveTo>
                    <a:pt x="636705" y="746318"/>
                  </a:moveTo>
                  <a:lnTo>
                    <a:pt x="643632" y="711416"/>
                  </a:lnTo>
                  <a:lnTo>
                    <a:pt x="636070" y="680453"/>
                  </a:lnTo>
                  <a:lnTo>
                    <a:pt x="634227" y="673247"/>
                  </a:lnTo>
                  <a:lnTo>
                    <a:pt x="601866" y="675204"/>
                  </a:lnTo>
                  <a:lnTo>
                    <a:pt x="598219" y="653127"/>
                  </a:lnTo>
                  <a:lnTo>
                    <a:pt x="594164" y="636133"/>
                  </a:lnTo>
                  <a:lnTo>
                    <a:pt x="519657" y="595486"/>
                  </a:lnTo>
                  <a:lnTo>
                    <a:pt x="544848" y="576141"/>
                  </a:lnTo>
                  <a:lnTo>
                    <a:pt x="554101" y="575213"/>
                  </a:lnTo>
                  <a:lnTo>
                    <a:pt x="542751" y="522682"/>
                  </a:lnTo>
                  <a:lnTo>
                    <a:pt x="527995" y="484640"/>
                  </a:lnTo>
                  <a:lnTo>
                    <a:pt x="491974" y="496283"/>
                  </a:lnTo>
                  <a:lnTo>
                    <a:pt x="479721" y="469477"/>
                  </a:lnTo>
                  <a:lnTo>
                    <a:pt x="458178" y="476162"/>
                  </a:lnTo>
                  <a:lnTo>
                    <a:pt x="469274" y="406358"/>
                  </a:lnTo>
                  <a:lnTo>
                    <a:pt x="386403" y="408569"/>
                  </a:lnTo>
                  <a:lnTo>
                    <a:pt x="386022" y="386886"/>
                  </a:lnTo>
                  <a:lnTo>
                    <a:pt x="367084" y="356953"/>
                  </a:lnTo>
                  <a:lnTo>
                    <a:pt x="364491" y="346633"/>
                  </a:lnTo>
                  <a:lnTo>
                    <a:pt x="327173" y="324542"/>
                  </a:lnTo>
                  <a:lnTo>
                    <a:pt x="328978" y="296173"/>
                  </a:lnTo>
                  <a:lnTo>
                    <a:pt x="302376" y="293695"/>
                  </a:lnTo>
                  <a:lnTo>
                    <a:pt x="279917" y="258932"/>
                  </a:lnTo>
                  <a:lnTo>
                    <a:pt x="241557" y="263495"/>
                  </a:lnTo>
                  <a:lnTo>
                    <a:pt x="239079" y="320221"/>
                  </a:lnTo>
                  <a:lnTo>
                    <a:pt x="189738" y="373044"/>
                  </a:lnTo>
                  <a:lnTo>
                    <a:pt x="171995" y="368062"/>
                  </a:lnTo>
                  <a:lnTo>
                    <a:pt x="155433" y="376692"/>
                  </a:lnTo>
                  <a:lnTo>
                    <a:pt x="152802" y="366359"/>
                  </a:lnTo>
                  <a:lnTo>
                    <a:pt x="158153" y="354475"/>
                  </a:lnTo>
                  <a:lnTo>
                    <a:pt x="152294" y="310154"/>
                  </a:lnTo>
                  <a:lnTo>
                    <a:pt x="71508" y="290543"/>
                  </a:lnTo>
                  <a:lnTo>
                    <a:pt x="40978" y="272125"/>
                  </a:lnTo>
                  <a:lnTo>
                    <a:pt x="0" y="247163"/>
                  </a:lnTo>
                  <a:lnTo>
                    <a:pt x="19841" y="239575"/>
                  </a:lnTo>
                  <a:lnTo>
                    <a:pt x="78956" y="230690"/>
                  </a:lnTo>
                  <a:lnTo>
                    <a:pt x="90306" y="218539"/>
                  </a:lnTo>
                  <a:lnTo>
                    <a:pt x="165602" y="193576"/>
                  </a:lnTo>
                  <a:lnTo>
                    <a:pt x="194441" y="152535"/>
                  </a:lnTo>
                  <a:lnTo>
                    <a:pt x="206312" y="106397"/>
                  </a:lnTo>
                  <a:lnTo>
                    <a:pt x="231110" y="102876"/>
                  </a:lnTo>
                  <a:lnTo>
                    <a:pt x="249387" y="117125"/>
                  </a:lnTo>
                  <a:lnTo>
                    <a:pt x="272482" y="114760"/>
                  </a:lnTo>
                  <a:lnTo>
                    <a:pt x="296097" y="101161"/>
                  </a:lnTo>
                  <a:lnTo>
                    <a:pt x="343862" y="98822"/>
                  </a:lnTo>
                  <a:lnTo>
                    <a:pt x="370884" y="113184"/>
                  </a:lnTo>
                  <a:lnTo>
                    <a:pt x="397245" y="153971"/>
                  </a:lnTo>
                  <a:lnTo>
                    <a:pt x="392809" y="199855"/>
                  </a:lnTo>
                  <a:lnTo>
                    <a:pt x="411735" y="223102"/>
                  </a:lnTo>
                  <a:lnTo>
                    <a:pt x="443307" y="223102"/>
                  </a:lnTo>
                  <a:lnTo>
                    <a:pt x="457262" y="229902"/>
                  </a:lnTo>
                  <a:lnTo>
                    <a:pt x="487042" y="192915"/>
                  </a:lnTo>
                  <a:lnTo>
                    <a:pt x="505561" y="191619"/>
                  </a:lnTo>
                  <a:lnTo>
                    <a:pt x="593249" y="198940"/>
                  </a:lnTo>
                  <a:lnTo>
                    <a:pt x="620652" y="211752"/>
                  </a:lnTo>
                  <a:lnTo>
                    <a:pt x="669866" y="196589"/>
                  </a:lnTo>
                  <a:lnTo>
                    <a:pt x="697142" y="171626"/>
                  </a:lnTo>
                  <a:lnTo>
                    <a:pt x="727418" y="176316"/>
                  </a:lnTo>
                  <a:lnTo>
                    <a:pt x="748288" y="188086"/>
                  </a:lnTo>
                  <a:lnTo>
                    <a:pt x="772679" y="178540"/>
                  </a:lnTo>
                  <a:lnTo>
                    <a:pt x="787308" y="133190"/>
                  </a:lnTo>
                  <a:lnTo>
                    <a:pt x="803882" y="111761"/>
                  </a:lnTo>
                  <a:lnTo>
                    <a:pt x="830625" y="112015"/>
                  </a:lnTo>
                  <a:lnTo>
                    <a:pt x="851647" y="106397"/>
                  </a:lnTo>
                  <a:lnTo>
                    <a:pt x="850478" y="86404"/>
                  </a:lnTo>
                  <a:lnTo>
                    <a:pt x="874361" y="74240"/>
                  </a:lnTo>
                  <a:lnTo>
                    <a:pt x="897061" y="80379"/>
                  </a:lnTo>
                  <a:lnTo>
                    <a:pt x="947952" y="46532"/>
                  </a:lnTo>
                  <a:lnTo>
                    <a:pt x="965048" y="12431"/>
                  </a:lnTo>
                  <a:lnTo>
                    <a:pt x="995717" y="0"/>
                  </a:lnTo>
                  <a:lnTo>
                    <a:pt x="1019727" y="12812"/>
                  </a:lnTo>
                  <a:lnTo>
                    <a:pt x="1027036" y="39745"/>
                  </a:lnTo>
                  <a:lnTo>
                    <a:pt x="1058226" y="19879"/>
                  </a:lnTo>
                  <a:lnTo>
                    <a:pt x="1102191" y="19091"/>
                  </a:lnTo>
                  <a:lnTo>
                    <a:pt x="1114469" y="27848"/>
                  </a:lnTo>
                  <a:lnTo>
                    <a:pt x="1157404" y="28623"/>
                  </a:lnTo>
                  <a:lnTo>
                    <a:pt x="1176597" y="41181"/>
                  </a:lnTo>
                  <a:lnTo>
                    <a:pt x="1171754" y="77520"/>
                  </a:lnTo>
                  <a:lnTo>
                    <a:pt x="1176190" y="91107"/>
                  </a:lnTo>
                  <a:lnTo>
                    <a:pt x="1214041" y="121294"/>
                  </a:lnTo>
                  <a:lnTo>
                    <a:pt x="1231403" y="139596"/>
                  </a:lnTo>
                  <a:lnTo>
                    <a:pt x="1256327" y="146256"/>
                  </a:lnTo>
                  <a:lnTo>
                    <a:pt x="1305783" y="147438"/>
                  </a:lnTo>
                  <a:lnTo>
                    <a:pt x="1343494" y="159056"/>
                  </a:lnTo>
                  <a:lnTo>
                    <a:pt x="1355366" y="155535"/>
                  </a:lnTo>
                  <a:lnTo>
                    <a:pt x="1362420" y="131233"/>
                  </a:lnTo>
                  <a:lnTo>
                    <a:pt x="1379248" y="124166"/>
                  </a:lnTo>
                  <a:lnTo>
                    <a:pt x="1407706" y="139329"/>
                  </a:lnTo>
                  <a:lnTo>
                    <a:pt x="1434715" y="151480"/>
                  </a:lnTo>
                  <a:lnTo>
                    <a:pt x="1420493" y="170571"/>
                  </a:lnTo>
                  <a:lnTo>
                    <a:pt x="1418929" y="217751"/>
                  </a:lnTo>
                  <a:lnTo>
                    <a:pt x="1383036" y="236308"/>
                  </a:lnTo>
                  <a:lnTo>
                    <a:pt x="1389568" y="254992"/>
                  </a:lnTo>
                  <a:lnTo>
                    <a:pt x="1377951" y="273968"/>
                  </a:lnTo>
                  <a:lnTo>
                    <a:pt x="1368431" y="272253"/>
                  </a:lnTo>
                  <a:lnTo>
                    <a:pt x="1357336" y="268605"/>
                  </a:lnTo>
                  <a:lnTo>
                    <a:pt x="1338677" y="317997"/>
                  </a:lnTo>
                  <a:lnTo>
                    <a:pt x="1306685" y="325330"/>
                  </a:lnTo>
                  <a:lnTo>
                    <a:pt x="1311655" y="412255"/>
                  </a:lnTo>
                  <a:lnTo>
                    <a:pt x="1332030" y="410285"/>
                  </a:lnTo>
                  <a:lnTo>
                    <a:pt x="1336466" y="440993"/>
                  </a:lnTo>
                  <a:lnTo>
                    <a:pt x="1317667" y="454059"/>
                  </a:lnTo>
                  <a:lnTo>
                    <a:pt x="1363602" y="503070"/>
                  </a:lnTo>
                  <a:lnTo>
                    <a:pt x="1345070" y="517064"/>
                  </a:lnTo>
                  <a:lnTo>
                    <a:pt x="1355124" y="549869"/>
                  </a:lnTo>
                  <a:lnTo>
                    <a:pt x="1350548" y="567778"/>
                  </a:lnTo>
                  <a:lnTo>
                    <a:pt x="1362559" y="569608"/>
                  </a:lnTo>
                  <a:lnTo>
                    <a:pt x="1353675" y="640836"/>
                  </a:lnTo>
                  <a:lnTo>
                    <a:pt x="1312837" y="646466"/>
                  </a:lnTo>
                  <a:lnTo>
                    <a:pt x="1313358" y="658223"/>
                  </a:lnTo>
                  <a:lnTo>
                    <a:pt x="1382260" y="670768"/>
                  </a:lnTo>
                  <a:lnTo>
                    <a:pt x="1389048" y="727621"/>
                  </a:lnTo>
                  <a:lnTo>
                    <a:pt x="1390878" y="740433"/>
                  </a:lnTo>
                  <a:lnTo>
                    <a:pt x="1406791" y="751669"/>
                  </a:lnTo>
                  <a:lnTo>
                    <a:pt x="1400665" y="759397"/>
                  </a:lnTo>
                  <a:lnTo>
                    <a:pt x="1404440" y="795989"/>
                  </a:lnTo>
                  <a:lnTo>
                    <a:pt x="1424547" y="839763"/>
                  </a:lnTo>
                  <a:lnTo>
                    <a:pt x="1417112" y="865400"/>
                  </a:lnTo>
                  <a:lnTo>
                    <a:pt x="1458077" y="871399"/>
                  </a:lnTo>
                  <a:lnTo>
                    <a:pt x="1492280" y="850618"/>
                  </a:lnTo>
                  <a:lnTo>
                    <a:pt x="1495788" y="870229"/>
                  </a:lnTo>
                  <a:lnTo>
                    <a:pt x="1475578" y="902513"/>
                  </a:lnTo>
                  <a:lnTo>
                    <a:pt x="1465385" y="904471"/>
                  </a:lnTo>
                  <a:lnTo>
                    <a:pt x="1450234" y="946821"/>
                  </a:lnTo>
                  <a:lnTo>
                    <a:pt x="1422590" y="970081"/>
                  </a:lnTo>
                  <a:lnTo>
                    <a:pt x="1369868" y="980668"/>
                  </a:lnTo>
                  <a:lnTo>
                    <a:pt x="1375994" y="991243"/>
                  </a:lnTo>
                  <a:lnTo>
                    <a:pt x="1385133" y="1014910"/>
                  </a:lnTo>
                  <a:lnTo>
                    <a:pt x="1391386" y="1023667"/>
                  </a:lnTo>
                  <a:lnTo>
                    <a:pt x="1398453" y="1030200"/>
                  </a:lnTo>
                  <a:lnTo>
                    <a:pt x="1399089" y="1035945"/>
                  </a:lnTo>
                  <a:lnTo>
                    <a:pt x="1396737" y="1045490"/>
                  </a:lnTo>
                  <a:lnTo>
                    <a:pt x="1396089" y="1055049"/>
                  </a:lnTo>
                  <a:lnTo>
                    <a:pt x="1398834" y="1062230"/>
                  </a:lnTo>
                  <a:lnTo>
                    <a:pt x="1404973" y="1066272"/>
                  </a:lnTo>
                  <a:lnTo>
                    <a:pt x="1405482" y="1074648"/>
                  </a:lnTo>
                  <a:lnTo>
                    <a:pt x="1400004" y="1082363"/>
                  </a:lnTo>
                  <a:lnTo>
                    <a:pt x="1403804" y="1089938"/>
                  </a:lnTo>
                  <a:lnTo>
                    <a:pt x="1415014" y="1104440"/>
                  </a:lnTo>
                  <a:lnTo>
                    <a:pt x="1416718" y="1107071"/>
                  </a:lnTo>
                  <a:lnTo>
                    <a:pt x="1417874" y="1114113"/>
                  </a:lnTo>
                  <a:lnTo>
                    <a:pt x="1410846" y="1122997"/>
                  </a:lnTo>
                  <a:lnTo>
                    <a:pt x="1409664" y="1136064"/>
                  </a:lnTo>
                  <a:lnTo>
                    <a:pt x="1389568" y="1161433"/>
                  </a:lnTo>
                  <a:lnTo>
                    <a:pt x="1385400" y="1173330"/>
                  </a:lnTo>
                  <a:lnTo>
                    <a:pt x="1388247" y="1189396"/>
                  </a:lnTo>
                  <a:lnTo>
                    <a:pt x="1396089" y="1202207"/>
                  </a:lnTo>
                  <a:lnTo>
                    <a:pt x="1396356" y="1221819"/>
                  </a:lnTo>
                  <a:lnTo>
                    <a:pt x="1409015" y="1265606"/>
                  </a:lnTo>
                  <a:lnTo>
                    <a:pt x="1399622" y="1281557"/>
                  </a:lnTo>
                  <a:lnTo>
                    <a:pt x="1397398" y="1298144"/>
                  </a:lnTo>
                  <a:lnTo>
                    <a:pt x="1400792" y="1315786"/>
                  </a:lnTo>
                  <a:lnTo>
                    <a:pt x="1407820" y="1322319"/>
                  </a:lnTo>
                  <a:lnTo>
                    <a:pt x="1420239" y="1324683"/>
                  </a:lnTo>
                  <a:lnTo>
                    <a:pt x="1427941" y="1348997"/>
                  </a:lnTo>
                  <a:lnTo>
                    <a:pt x="1430279" y="1364288"/>
                  </a:lnTo>
                  <a:lnTo>
                    <a:pt x="1427026" y="1375918"/>
                  </a:lnTo>
                  <a:lnTo>
                    <a:pt x="1426771" y="1378409"/>
                  </a:lnTo>
                  <a:lnTo>
                    <a:pt x="1423759" y="1386772"/>
                  </a:lnTo>
                  <a:lnTo>
                    <a:pt x="1429110" y="1402711"/>
                  </a:lnTo>
                  <a:lnTo>
                    <a:pt x="1430279" y="1416311"/>
                  </a:lnTo>
                  <a:lnTo>
                    <a:pt x="1423238" y="1425970"/>
                  </a:lnTo>
                  <a:lnTo>
                    <a:pt x="1409282" y="1435389"/>
                  </a:lnTo>
                  <a:lnTo>
                    <a:pt x="1347155" y="1419450"/>
                  </a:lnTo>
                  <a:lnTo>
                    <a:pt x="1321442" y="1411087"/>
                  </a:lnTo>
                  <a:lnTo>
                    <a:pt x="1313218" y="1389391"/>
                  </a:lnTo>
                  <a:lnTo>
                    <a:pt x="1312964" y="1379044"/>
                  </a:lnTo>
                  <a:lnTo>
                    <a:pt x="1291166" y="1356840"/>
                  </a:lnTo>
                  <a:lnTo>
                    <a:pt x="1273677" y="1297102"/>
                  </a:lnTo>
                  <a:lnTo>
                    <a:pt x="1254370" y="1243515"/>
                  </a:lnTo>
                  <a:lnTo>
                    <a:pt x="1248625" y="1218553"/>
                  </a:lnTo>
                  <a:lnTo>
                    <a:pt x="1244965" y="1210050"/>
                  </a:lnTo>
                  <a:lnTo>
                    <a:pt x="1230221" y="1181032"/>
                  </a:lnTo>
                  <a:lnTo>
                    <a:pt x="1223700" y="1159349"/>
                  </a:lnTo>
                  <a:lnTo>
                    <a:pt x="1222137" y="1132543"/>
                  </a:lnTo>
                  <a:lnTo>
                    <a:pt x="1213659" y="1116464"/>
                  </a:lnTo>
                  <a:lnTo>
                    <a:pt x="1204648" y="1099077"/>
                  </a:lnTo>
                  <a:lnTo>
                    <a:pt x="1189777" y="1086011"/>
                  </a:lnTo>
                  <a:lnTo>
                    <a:pt x="1186510" y="1036619"/>
                  </a:lnTo>
                  <a:lnTo>
                    <a:pt x="1106640" y="992565"/>
                  </a:lnTo>
                  <a:lnTo>
                    <a:pt x="1074025" y="1036619"/>
                  </a:lnTo>
                  <a:lnTo>
                    <a:pt x="1045694" y="1035564"/>
                  </a:lnTo>
                  <a:lnTo>
                    <a:pt x="1047143" y="1025510"/>
                  </a:lnTo>
                  <a:lnTo>
                    <a:pt x="1045173" y="1019358"/>
                  </a:lnTo>
                  <a:lnTo>
                    <a:pt x="1031471" y="975051"/>
                  </a:lnTo>
                  <a:lnTo>
                    <a:pt x="1020769" y="926815"/>
                  </a:lnTo>
                  <a:lnTo>
                    <a:pt x="1015939" y="917283"/>
                  </a:lnTo>
                  <a:lnTo>
                    <a:pt x="1004589" y="902641"/>
                  </a:lnTo>
                  <a:lnTo>
                    <a:pt x="996493" y="897531"/>
                  </a:lnTo>
                  <a:lnTo>
                    <a:pt x="991015" y="898586"/>
                  </a:lnTo>
                  <a:lnTo>
                    <a:pt x="992845" y="904865"/>
                  </a:lnTo>
                  <a:lnTo>
                    <a:pt x="987621" y="908004"/>
                  </a:lnTo>
                  <a:lnTo>
                    <a:pt x="984367" y="928391"/>
                  </a:lnTo>
                  <a:lnTo>
                    <a:pt x="989972" y="960154"/>
                  </a:lnTo>
                  <a:lnTo>
                    <a:pt x="1001590" y="1012431"/>
                  </a:lnTo>
                  <a:lnTo>
                    <a:pt x="1003153" y="1019485"/>
                  </a:lnTo>
                  <a:lnTo>
                    <a:pt x="1008123" y="1042618"/>
                  </a:lnTo>
                  <a:lnTo>
                    <a:pt x="1013982" y="1049685"/>
                  </a:lnTo>
                  <a:lnTo>
                    <a:pt x="1015813" y="1062751"/>
                  </a:lnTo>
                  <a:lnTo>
                    <a:pt x="1029120" y="1097272"/>
                  </a:lnTo>
                  <a:lnTo>
                    <a:pt x="1005110" y="1111901"/>
                  </a:lnTo>
                  <a:lnTo>
                    <a:pt x="997802" y="1175948"/>
                  </a:lnTo>
                  <a:lnTo>
                    <a:pt x="941432" y="1188620"/>
                  </a:lnTo>
                  <a:lnTo>
                    <a:pt x="935954" y="1177905"/>
                  </a:lnTo>
                  <a:lnTo>
                    <a:pt x="922126" y="1159349"/>
                  </a:lnTo>
                  <a:lnTo>
                    <a:pt x="900060" y="1136737"/>
                  </a:lnTo>
                  <a:lnTo>
                    <a:pt x="948601" y="1118053"/>
                  </a:lnTo>
                  <a:lnTo>
                    <a:pt x="947432" y="1102750"/>
                  </a:lnTo>
                  <a:lnTo>
                    <a:pt x="937772" y="1094641"/>
                  </a:lnTo>
                  <a:lnTo>
                    <a:pt x="873039" y="1113465"/>
                  </a:lnTo>
                  <a:lnTo>
                    <a:pt x="847084" y="1125095"/>
                  </a:lnTo>
                  <a:lnTo>
                    <a:pt x="835861" y="1131373"/>
                  </a:lnTo>
                  <a:lnTo>
                    <a:pt x="804797" y="1122222"/>
                  </a:lnTo>
                  <a:lnTo>
                    <a:pt x="798925" y="1109423"/>
                  </a:lnTo>
                  <a:lnTo>
                    <a:pt x="786520" y="1078575"/>
                  </a:lnTo>
                  <a:lnTo>
                    <a:pt x="762257" y="1067860"/>
                  </a:lnTo>
                  <a:lnTo>
                    <a:pt x="730812" y="1091501"/>
                  </a:lnTo>
                  <a:lnTo>
                    <a:pt x="698439" y="1090459"/>
                  </a:lnTo>
                  <a:lnTo>
                    <a:pt x="698184" y="1100539"/>
                  </a:lnTo>
                  <a:lnTo>
                    <a:pt x="711746" y="1116871"/>
                  </a:lnTo>
                  <a:lnTo>
                    <a:pt x="615822" y="1124840"/>
                  </a:lnTo>
                  <a:lnTo>
                    <a:pt x="611526" y="1071508"/>
                  </a:lnTo>
                  <a:lnTo>
                    <a:pt x="593122" y="1044715"/>
                  </a:lnTo>
                  <a:lnTo>
                    <a:pt x="578251" y="1019231"/>
                  </a:lnTo>
                  <a:lnTo>
                    <a:pt x="482734" y="1034776"/>
                  </a:lnTo>
                  <a:lnTo>
                    <a:pt x="505155" y="1095035"/>
                  </a:lnTo>
                  <a:lnTo>
                    <a:pt x="448925" y="1150858"/>
                  </a:lnTo>
                  <a:lnTo>
                    <a:pt x="426224" y="1145494"/>
                  </a:lnTo>
                  <a:lnTo>
                    <a:pt x="370223" y="1131246"/>
                  </a:lnTo>
                  <a:lnTo>
                    <a:pt x="256950" y="1155548"/>
                  </a:lnTo>
                  <a:lnTo>
                    <a:pt x="234516" y="1098950"/>
                  </a:lnTo>
                  <a:lnTo>
                    <a:pt x="228758" y="1063552"/>
                  </a:lnTo>
                  <a:lnTo>
                    <a:pt x="235291" y="1060654"/>
                  </a:lnTo>
                  <a:lnTo>
                    <a:pt x="246642" y="1054794"/>
                  </a:lnTo>
                  <a:lnTo>
                    <a:pt x="261652" y="1038182"/>
                  </a:lnTo>
                  <a:lnTo>
                    <a:pt x="267258" y="1029158"/>
                  </a:lnTo>
                  <a:lnTo>
                    <a:pt x="268300" y="1010220"/>
                  </a:lnTo>
                  <a:lnTo>
                    <a:pt x="278099" y="994929"/>
                  </a:lnTo>
                  <a:lnTo>
                    <a:pt x="282014" y="990608"/>
                  </a:lnTo>
                  <a:lnTo>
                    <a:pt x="299758" y="943949"/>
                  </a:lnTo>
                  <a:lnTo>
                    <a:pt x="324288" y="929040"/>
                  </a:lnTo>
                  <a:lnTo>
                    <a:pt x="341523" y="929167"/>
                  </a:lnTo>
                  <a:lnTo>
                    <a:pt x="354170" y="927349"/>
                  </a:lnTo>
                  <a:lnTo>
                    <a:pt x="363448" y="919367"/>
                  </a:lnTo>
                  <a:lnTo>
                    <a:pt x="363448" y="911525"/>
                  </a:lnTo>
                  <a:lnTo>
                    <a:pt x="374799" y="901725"/>
                  </a:lnTo>
                  <a:lnTo>
                    <a:pt x="374278" y="895713"/>
                  </a:lnTo>
                  <a:lnTo>
                    <a:pt x="371532" y="885380"/>
                  </a:lnTo>
                  <a:lnTo>
                    <a:pt x="378065" y="866950"/>
                  </a:lnTo>
                  <a:lnTo>
                    <a:pt x="392936" y="842254"/>
                  </a:lnTo>
                  <a:lnTo>
                    <a:pt x="411468" y="850618"/>
                  </a:lnTo>
                  <a:lnTo>
                    <a:pt x="416170" y="854278"/>
                  </a:lnTo>
                  <a:lnTo>
                    <a:pt x="445798" y="860290"/>
                  </a:lnTo>
                  <a:lnTo>
                    <a:pt x="476328" y="862120"/>
                  </a:lnTo>
                  <a:lnTo>
                    <a:pt x="478005" y="908004"/>
                  </a:lnTo>
                  <a:lnTo>
                    <a:pt x="508688" y="896235"/>
                  </a:lnTo>
                  <a:lnTo>
                    <a:pt x="565337" y="861587"/>
                  </a:lnTo>
                  <a:lnTo>
                    <a:pt x="583869" y="855053"/>
                  </a:lnTo>
                  <a:lnTo>
                    <a:pt x="605514" y="809970"/>
                  </a:lnTo>
                  <a:lnTo>
                    <a:pt x="620004" y="769056"/>
                  </a:lnTo>
                  <a:lnTo>
                    <a:pt x="627833" y="765142"/>
                  </a:lnTo>
                  <a:lnTo>
                    <a:pt x="631888" y="756397"/>
                  </a:lnTo>
                  <a:lnTo>
                    <a:pt x="636705" y="746318"/>
                  </a:lnTo>
                  <a:close/>
                </a:path>
              </a:pathLst>
            </a:custGeom>
            <a:noFill/>
            <a:ln w="3810" cap="flat">
              <a:solidFill>
                <a:srgbClr val="E6E4E2"/>
              </a:solidFill>
              <a:prstDash val="solid"/>
              <a:miter/>
            </a:ln>
          </p:spPr>
          <p:txBody>
            <a:bodyPr rtlCol="0" anchor="ctr"/>
            <a:lstStyle/>
            <a:p>
              <a:endParaRPr lang="de-CH"/>
            </a:p>
          </p:txBody>
        </p:sp>
        <p:sp>
          <p:nvSpPr>
            <p:cNvPr id="120" name="Freihandform: Form 119">
              <a:extLst>
                <a:ext uri="{FF2B5EF4-FFF2-40B4-BE49-F238E27FC236}">
                  <a16:creationId xmlns:a16="http://schemas.microsoft.com/office/drawing/2014/main" id="{AA07D01B-2B3E-96C6-9673-C61AB4B7D4AD}"/>
                </a:ext>
              </a:extLst>
            </p:cNvPr>
            <p:cNvSpPr/>
            <p:nvPr/>
          </p:nvSpPr>
          <p:spPr>
            <a:xfrm>
              <a:off x="7001242" y="817893"/>
              <a:ext cx="1639413" cy="943999"/>
            </a:xfrm>
            <a:custGeom>
              <a:avLst/>
              <a:gdLst>
                <a:gd name="connsiteX0" fmla="*/ 1585128 w 1639413"/>
                <a:gd name="connsiteY0" fmla="*/ 574183 h 943999"/>
                <a:gd name="connsiteX1" fmla="*/ 1584212 w 1639413"/>
                <a:gd name="connsiteY1" fmla="*/ 546996 h 943999"/>
                <a:gd name="connsiteX2" fmla="*/ 1618415 w 1639413"/>
                <a:gd name="connsiteY2" fmla="*/ 561105 h 943999"/>
                <a:gd name="connsiteX3" fmla="*/ 1639413 w 1639413"/>
                <a:gd name="connsiteY3" fmla="*/ 581377 h 943999"/>
                <a:gd name="connsiteX4" fmla="*/ 1615416 w 1639413"/>
                <a:gd name="connsiteY4" fmla="*/ 596922 h 943999"/>
                <a:gd name="connsiteX5" fmla="*/ 1493525 w 1639413"/>
                <a:gd name="connsiteY5" fmla="*/ 448454 h 943999"/>
                <a:gd name="connsiteX6" fmla="*/ 1516620 w 1639413"/>
                <a:gd name="connsiteY6" fmla="*/ 470786 h 943999"/>
                <a:gd name="connsiteX7" fmla="*/ 1533842 w 1639413"/>
                <a:gd name="connsiteY7" fmla="*/ 487398 h 943999"/>
                <a:gd name="connsiteX8" fmla="*/ 1558652 w 1639413"/>
                <a:gd name="connsiteY8" fmla="*/ 495101 h 943999"/>
                <a:gd name="connsiteX9" fmla="*/ 1563469 w 1639413"/>
                <a:gd name="connsiteY9" fmla="*/ 507531 h 943999"/>
                <a:gd name="connsiteX10" fmla="*/ 1556301 w 1639413"/>
                <a:gd name="connsiteY10" fmla="*/ 516022 h 943999"/>
                <a:gd name="connsiteX11" fmla="*/ 1556301 w 1639413"/>
                <a:gd name="connsiteY11" fmla="*/ 532227 h 943999"/>
                <a:gd name="connsiteX12" fmla="*/ 1528237 w 1639413"/>
                <a:gd name="connsiteY12" fmla="*/ 563202 h 943999"/>
                <a:gd name="connsiteX13" fmla="*/ 1519746 w 1639413"/>
                <a:gd name="connsiteY13" fmla="*/ 558359 h 943999"/>
                <a:gd name="connsiteX14" fmla="*/ 1504228 w 1639413"/>
                <a:gd name="connsiteY14" fmla="*/ 572480 h 943999"/>
                <a:gd name="connsiteX15" fmla="*/ 1484908 w 1639413"/>
                <a:gd name="connsiteY15" fmla="*/ 618873 h 943999"/>
                <a:gd name="connsiteX16" fmla="*/ 1468728 w 1639413"/>
                <a:gd name="connsiteY16" fmla="*/ 621758 h 943999"/>
                <a:gd name="connsiteX17" fmla="*/ 1464686 w 1639413"/>
                <a:gd name="connsiteY17" fmla="*/ 609747 h 943999"/>
                <a:gd name="connsiteX18" fmla="*/ 1431640 w 1639413"/>
                <a:gd name="connsiteY18" fmla="*/ 598498 h 943999"/>
                <a:gd name="connsiteX19" fmla="*/ 1418064 w 1639413"/>
                <a:gd name="connsiteY19" fmla="*/ 598498 h 943999"/>
                <a:gd name="connsiteX20" fmla="*/ 1418713 w 1639413"/>
                <a:gd name="connsiteY20" fmla="*/ 576281 h 943999"/>
                <a:gd name="connsiteX21" fmla="*/ 1432809 w 1639413"/>
                <a:gd name="connsiteY21" fmla="*/ 555499 h 943999"/>
                <a:gd name="connsiteX22" fmla="*/ 1413235 w 1639413"/>
                <a:gd name="connsiteY22" fmla="*/ 550009 h 943999"/>
                <a:gd name="connsiteX23" fmla="*/ 1358950 w 1639413"/>
                <a:gd name="connsiteY23" fmla="*/ 553923 h 943999"/>
                <a:gd name="connsiteX24" fmla="*/ 1361555 w 1639413"/>
                <a:gd name="connsiteY24" fmla="*/ 535888 h 943999"/>
                <a:gd name="connsiteX25" fmla="*/ 1391055 w 1639413"/>
                <a:gd name="connsiteY25" fmla="*/ 503083 h 943999"/>
                <a:gd name="connsiteX26" fmla="*/ 1369525 w 1639413"/>
                <a:gd name="connsiteY26" fmla="*/ 495761 h 943999"/>
                <a:gd name="connsiteX27" fmla="*/ 1359992 w 1639413"/>
                <a:gd name="connsiteY27" fmla="*/ 462715 h 943999"/>
                <a:gd name="connsiteX28" fmla="*/ 1268249 w 1639413"/>
                <a:gd name="connsiteY28" fmla="*/ 491071 h 943999"/>
                <a:gd name="connsiteX29" fmla="*/ 1240987 w 1639413"/>
                <a:gd name="connsiteY29" fmla="*/ 519441 h 943999"/>
                <a:gd name="connsiteX30" fmla="*/ 1271771 w 1639413"/>
                <a:gd name="connsiteY30" fmla="*/ 530015 h 943999"/>
                <a:gd name="connsiteX31" fmla="*/ 1288485 w 1639413"/>
                <a:gd name="connsiteY31" fmla="*/ 511726 h 943999"/>
                <a:gd name="connsiteX32" fmla="*/ 1316536 w 1639413"/>
                <a:gd name="connsiteY32" fmla="*/ 531846 h 943999"/>
                <a:gd name="connsiteX33" fmla="*/ 1297775 w 1639413"/>
                <a:gd name="connsiteY33" fmla="*/ 553161 h 943999"/>
                <a:gd name="connsiteX34" fmla="*/ 1303635 w 1639413"/>
                <a:gd name="connsiteY34" fmla="*/ 562058 h 943999"/>
                <a:gd name="connsiteX35" fmla="*/ 1318391 w 1639413"/>
                <a:gd name="connsiteY35" fmla="*/ 556694 h 943999"/>
                <a:gd name="connsiteX36" fmla="*/ 1324251 w 1639413"/>
                <a:gd name="connsiteY36" fmla="*/ 566748 h 943999"/>
                <a:gd name="connsiteX37" fmla="*/ 1325967 w 1639413"/>
                <a:gd name="connsiteY37" fmla="*/ 585178 h 943999"/>
                <a:gd name="connsiteX38" fmla="*/ 1281481 w 1639413"/>
                <a:gd name="connsiteY38" fmla="*/ 626486 h 943999"/>
                <a:gd name="connsiteX39" fmla="*/ 1245982 w 1639413"/>
                <a:gd name="connsiteY39" fmla="*/ 609963 h 943999"/>
                <a:gd name="connsiteX40" fmla="*/ 1186358 w 1639413"/>
                <a:gd name="connsiteY40" fmla="*/ 637150 h 943999"/>
                <a:gd name="connsiteX41" fmla="*/ 1170814 w 1639413"/>
                <a:gd name="connsiteY41" fmla="*/ 618084 h 943999"/>
                <a:gd name="connsiteX42" fmla="*/ 1157252 w 1639413"/>
                <a:gd name="connsiteY42" fmla="*/ 618478 h 943999"/>
                <a:gd name="connsiteX43" fmla="*/ 1100742 w 1639413"/>
                <a:gd name="connsiteY43" fmla="*/ 622139 h 943999"/>
                <a:gd name="connsiteX44" fmla="*/ 1101784 w 1639413"/>
                <a:gd name="connsiteY44" fmla="*/ 594825 h 943999"/>
                <a:gd name="connsiteX45" fmla="*/ 1036276 w 1639413"/>
                <a:gd name="connsiteY45" fmla="*/ 572989 h 943999"/>
                <a:gd name="connsiteX46" fmla="*/ 1012126 w 1639413"/>
                <a:gd name="connsiteY46" fmla="*/ 552741 h 943999"/>
                <a:gd name="connsiteX47" fmla="*/ 993455 w 1639413"/>
                <a:gd name="connsiteY47" fmla="*/ 600849 h 943999"/>
                <a:gd name="connsiteX48" fmla="*/ 938916 w 1639413"/>
                <a:gd name="connsiteY48" fmla="*/ 612594 h 943999"/>
                <a:gd name="connsiteX49" fmla="*/ 862565 w 1639413"/>
                <a:gd name="connsiteY49" fmla="*/ 619406 h 943999"/>
                <a:gd name="connsiteX50" fmla="*/ 840513 w 1639413"/>
                <a:gd name="connsiteY50" fmla="*/ 582941 h 943999"/>
                <a:gd name="connsiteX51" fmla="*/ 791045 w 1639413"/>
                <a:gd name="connsiteY51" fmla="*/ 606988 h 943999"/>
                <a:gd name="connsiteX52" fmla="*/ 762854 w 1639413"/>
                <a:gd name="connsiteY52" fmla="*/ 582394 h 943999"/>
                <a:gd name="connsiteX53" fmla="*/ 703205 w 1639413"/>
                <a:gd name="connsiteY53" fmla="*/ 602731 h 943999"/>
                <a:gd name="connsiteX54" fmla="*/ 699938 w 1639413"/>
                <a:gd name="connsiteY54" fmla="*/ 656978 h 943999"/>
                <a:gd name="connsiteX55" fmla="*/ 736226 w 1639413"/>
                <a:gd name="connsiteY55" fmla="*/ 679856 h 943999"/>
                <a:gd name="connsiteX56" fmla="*/ 734142 w 1639413"/>
                <a:gd name="connsiteY56" fmla="*/ 699849 h 943999"/>
                <a:gd name="connsiteX57" fmla="*/ 768459 w 1639413"/>
                <a:gd name="connsiteY57" fmla="*/ 707704 h 943999"/>
                <a:gd name="connsiteX58" fmla="*/ 807733 w 1639413"/>
                <a:gd name="connsiteY58" fmla="*/ 729133 h 943999"/>
                <a:gd name="connsiteX59" fmla="*/ 786596 w 1639413"/>
                <a:gd name="connsiteY59" fmla="*/ 737115 h 943999"/>
                <a:gd name="connsiteX60" fmla="*/ 758024 w 1639413"/>
                <a:gd name="connsiteY60" fmla="*/ 744551 h 943999"/>
                <a:gd name="connsiteX61" fmla="*/ 750461 w 1639413"/>
                <a:gd name="connsiteY61" fmla="*/ 762714 h 943999"/>
                <a:gd name="connsiteX62" fmla="*/ 725664 w 1639413"/>
                <a:gd name="connsiteY62" fmla="*/ 745085 h 943999"/>
                <a:gd name="connsiteX63" fmla="*/ 705823 w 1639413"/>
                <a:gd name="connsiteY63" fmla="*/ 769387 h 943999"/>
                <a:gd name="connsiteX64" fmla="*/ 679983 w 1639413"/>
                <a:gd name="connsiteY64" fmla="*/ 765091 h 943999"/>
                <a:gd name="connsiteX65" fmla="*/ 655973 w 1639413"/>
                <a:gd name="connsiteY65" fmla="*/ 782999 h 943999"/>
                <a:gd name="connsiteX66" fmla="*/ 663600 w 1639413"/>
                <a:gd name="connsiteY66" fmla="*/ 828998 h 943999"/>
                <a:gd name="connsiteX67" fmla="*/ 635917 w 1639413"/>
                <a:gd name="connsiteY67" fmla="*/ 838924 h 943999"/>
                <a:gd name="connsiteX68" fmla="*/ 626537 w 1639413"/>
                <a:gd name="connsiteY68" fmla="*/ 896972 h 943999"/>
                <a:gd name="connsiteX69" fmla="*/ 571069 w 1639413"/>
                <a:gd name="connsiteY69" fmla="*/ 943999 h 943999"/>
                <a:gd name="connsiteX70" fmla="*/ 565985 w 1639413"/>
                <a:gd name="connsiteY70" fmla="*/ 909873 h 943999"/>
                <a:gd name="connsiteX71" fmla="*/ 495507 w 1639413"/>
                <a:gd name="connsiteY71" fmla="*/ 870534 h 943999"/>
                <a:gd name="connsiteX72" fmla="*/ 495380 w 1639413"/>
                <a:gd name="connsiteY72" fmla="*/ 860366 h 943999"/>
                <a:gd name="connsiteX73" fmla="*/ 504913 w 1639413"/>
                <a:gd name="connsiteY73" fmla="*/ 779021 h 943999"/>
                <a:gd name="connsiteX74" fmla="*/ 542103 w 1639413"/>
                <a:gd name="connsiteY74" fmla="*/ 777598 h 943999"/>
                <a:gd name="connsiteX75" fmla="*/ 542891 w 1639413"/>
                <a:gd name="connsiteY75" fmla="*/ 763731 h 943999"/>
                <a:gd name="connsiteX76" fmla="*/ 486775 w 1639413"/>
                <a:gd name="connsiteY76" fmla="*/ 744398 h 943999"/>
                <a:gd name="connsiteX77" fmla="*/ 466439 w 1639413"/>
                <a:gd name="connsiteY77" fmla="*/ 685182 h 943999"/>
                <a:gd name="connsiteX78" fmla="*/ 444374 w 1639413"/>
                <a:gd name="connsiteY78" fmla="*/ 664756 h 943999"/>
                <a:gd name="connsiteX79" fmla="*/ 447259 w 1639413"/>
                <a:gd name="connsiteY79" fmla="*/ 630655 h 943999"/>
                <a:gd name="connsiteX80" fmla="*/ 471650 w 1639413"/>
                <a:gd name="connsiteY80" fmla="*/ 620182 h 943999"/>
                <a:gd name="connsiteX81" fmla="*/ 465791 w 1639413"/>
                <a:gd name="connsiteY81" fmla="*/ 567650 h 943999"/>
                <a:gd name="connsiteX82" fmla="*/ 471523 w 1639413"/>
                <a:gd name="connsiteY82" fmla="*/ 503464 h 943999"/>
                <a:gd name="connsiteX83" fmla="*/ 449229 w 1639413"/>
                <a:gd name="connsiteY83" fmla="*/ 491694 h 943999"/>
                <a:gd name="connsiteX84" fmla="*/ 421814 w 1639413"/>
                <a:gd name="connsiteY84" fmla="*/ 488695 h 943999"/>
                <a:gd name="connsiteX85" fmla="*/ 409294 w 1639413"/>
                <a:gd name="connsiteY85" fmla="*/ 485949 h 943999"/>
                <a:gd name="connsiteX86" fmla="*/ 355403 w 1639413"/>
                <a:gd name="connsiteY86" fmla="*/ 480204 h 943999"/>
                <a:gd name="connsiteX87" fmla="*/ 331380 w 1639413"/>
                <a:gd name="connsiteY87" fmla="*/ 419043 h 943999"/>
                <a:gd name="connsiteX88" fmla="*/ 373197 w 1639413"/>
                <a:gd name="connsiteY88" fmla="*/ 387674 h 943999"/>
                <a:gd name="connsiteX89" fmla="*/ 348400 w 1639413"/>
                <a:gd name="connsiteY89" fmla="*/ 365723 h 943999"/>
                <a:gd name="connsiteX90" fmla="*/ 291369 w 1639413"/>
                <a:gd name="connsiteY90" fmla="*/ 367668 h 943999"/>
                <a:gd name="connsiteX91" fmla="*/ 265656 w 1639413"/>
                <a:gd name="connsiteY91" fmla="*/ 325724 h 943999"/>
                <a:gd name="connsiteX92" fmla="*/ 192839 w 1639413"/>
                <a:gd name="connsiteY92" fmla="*/ 303647 h 943999"/>
                <a:gd name="connsiteX93" fmla="*/ 165029 w 1639413"/>
                <a:gd name="connsiteY93" fmla="*/ 305604 h 943999"/>
                <a:gd name="connsiteX94" fmla="*/ 146956 w 1639413"/>
                <a:gd name="connsiteY94" fmla="*/ 259059 h 943999"/>
                <a:gd name="connsiteX95" fmla="*/ 166275 w 1639413"/>
                <a:gd name="connsiteY95" fmla="*/ 218933 h 943999"/>
                <a:gd name="connsiteX96" fmla="*/ 244036 w 1639413"/>
                <a:gd name="connsiteY96" fmla="*/ 252781 h 943999"/>
                <a:gd name="connsiteX97" fmla="*/ 265046 w 1639413"/>
                <a:gd name="connsiteY97" fmla="*/ 269113 h 943999"/>
                <a:gd name="connsiteX98" fmla="*/ 276917 w 1639413"/>
                <a:gd name="connsiteY98" fmla="*/ 256835 h 943999"/>
                <a:gd name="connsiteX99" fmla="*/ 318162 w 1639413"/>
                <a:gd name="connsiteY99" fmla="*/ 169389 h 943999"/>
                <a:gd name="connsiteX100" fmla="*/ 319865 w 1639413"/>
                <a:gd name="connsiteY100" fmla="*/ 140155 h 943999"/>
                <a:gd name="connsiteX101" fmla="*/ 297813 w 1639413"/>
                <a:gd name="connsiteY101" fmla="*/ 131792 h 943999"/>
                <a:gd name="connsiteX102" fmla="*/ 276002 w 1639413"/>
                <a:gd name="connsiteY102" fmla="*/ 124865 h 943999"/>
                <a:gd name="connsiteX103" fmla="*/ 271846 w 1639413"/>
                <a:gd name="connsiteY103" fmla="*/ 86569 h 943999"/>
                <a:gd name="connsiteX104" fmla="*/ 262695 w 1639413"/>
                <a:gd name="connsiteY104" fmla="*/ 87344 h 943999"/>
                <a:gd name="connsiteX105" fmla="*/ 196284 w 1639413"/>
                <a:gd name="connsiteY105" fmla="*/ 136482 h 943999"/>
                <a:gd name="connsiteX106" fmla="*/ 160911 w 1639413"/>
                <a:gd name="connsiteY106" fmla="*/ 167343 h 943999"/>
                <a:gd name="connsiteX107" fmla="*/ 129860 w 1639413"/>
                <a:gd name="connsiteY107" fmla="*/ 158191 h 943999"/>
                <a:gd name="connsiteX108" fmla="*/ 100232 w 1639413"/>
                <a:gd name="connsiteY108" fmla="*/ 159462 h 943999"/>
                <a:gd name="connsiteX109" fmla="*/ 41766 w 1639413"/>
                <a:gd name="connsiteY109" fmla="*/ 136190 h 943999"/>
                <a:gd name="connsiteX110" fmla="*/ 19307 w 1639413"/>
                <a:gd name="connsiteY110" fmla="*/ 88616 h 943999"/>
                <a:gd name="connsiteX111" fmla="*/ 0 w 1639413"/>
                <a:gd name="connsiteY111" fmla="*/ 53853 h 943999"/>
                <a:gd name="connsiteX112" fmla="*/ 2224 w 1639413"/>
                <a:gd name="connsiteY112" fmla="*/ 32030 h 943999"/>
                <a:gd name="connsiteX113" fmla="*/ 43202 w 1639413"/>
                <a:gd name="connsiteY113" fmla="*/ 0 h 943999"/>
                <a:gd name="connsiteX114" fmla="*/ 66296 w 1639413"/>
                <a:gd name="connsiteY114" fmla="*/ 9406 h 943999"/>
                <a:gd name="connsiteX115" fmla="*/ 99343 w 1639413"/>
                <a:gd name="connsiteY115" fmla="*/ 13079 h 943999"/>
                <a:gd name="connsiteX116" fmla="*/ 119425 w 1639413"/>
                <a:gd name="connsiteY116" fmla="*/ 6406 h 943999"/>
                <a:gd name="connsiteX117" fmla="*/ 149841 w 1639413"/>
                <a:gd name="connsiteY117" fmla="*/ 10982 h 943999"/>
                <a:gd name="connsiteX118" fmla="*/ 243286 w 1639413"/>
                <a:gd name="connsiteY118" fmla="*/ 55162 h 943999"/>
                <a:gd name="connsiteX119" fmla="*/ 257382 w 1639413"/>
                <a:gd name="connsiteY119" fmla="*/ 56726 h 943999"/>
                <a:gd name="connsiteX120" fmla="*/ 262466 w 1639413"/>
                <a:gd name="connsiteY120" fmla="*/ 53980 h 943999"/>
                <a:gd name="connsiteX121" fmla="*/ 275773 w 1639413"/>
                <a:gd name="connsiteY121" fmla="*/ 47447 h 943999"/>
                <a:gd name="connsiteX122" fmla="*/ 339464 w 1639413"/>
                <a:gd name="connsiteY122" fmla="*/ 67186 h 943999"/>
                <a:gd name="connsiteX123" fmla="*/ 367261 w 1639413"/>
                <a:gd name="connsiteY123" fmla="*/ 95288 h 943999"/>
                <a:gd name="connsiteX124" fmla="*/ 370388 w 1639413"/>
                <a:gd name="connsiteY124" fmla="*/ 126390 h 943999"/>
                <a:gd name="connsiteX125" fmla="*/ 392720 w 1639413"/>
                <a:gd name="connsiteY125" fmla="*/ 114748 h 943999"/>
                <a:gd name="connsiteX126" fmla="*/ 434079 w 1639413"/>
                <a:gd name="connsiteY126" fmla="*/ 128729 h 943999"/>
                <a:gd name="connsiteX127" fmla="*/ 458101 w 1639413"/>
                <a:gd name="connsiteY127" fmla="*/ 145583 h 943999"/>
                <a:gd name="connsiteX128" fmla="*/ 481183 w 1639413"/>
                <a:gd name="connsiteY128" fmla="*/ 143765 h 943999"/>
                <a:gd name="connsiteX129" fmla="*/ 501519 w 1639413"/>
                <a:gd name="connsiteY129" fmla="*/ 132656 h 943999"/>
                <a:gd name="connsiteX130" fmla="*/ 518208 w 1639413"/>
                <a:gd name="connsiteY130" fmla="*/ 134614 h 943999"/>
                <a:gd name="connsiteX131" fmla="*/ 531261 w 1639413"/>
                <a:gd name="connsiteY131" fmla="*/ 120887 h 943999"/>
                <a:gd name="connsiteX132" fmla="*/ 565846 w 1639413"/>
                <a:gd name="connsiteY132" fmla="*/ 111341 h 943999"/>
                <a:gd name="connsiteX133" fmla="*/ 589995 w 1639413"/>
                <a:gd name="connsiteY133" fmla="*/ 105596 h 943999"/>
                <a:gd name="connsiteX134" fmla="*/ 609899 w 1639413"/>
                <a:gd name="connsiteY134" fmla="*/ 93051 h 943999"/>
                <a:gd name="connsiteX135" fmla="*/ 613293 w 1639413"/>
                <a:gd name="connsiteY135" fmla="*/ 80240 h 943999"/>
                <a:gd name="connsiteX136" fmla="*/ 634430 w 1639413"/>
                <a:gd name="connsiteY136" fmla="*/ 65470 h 943999"/>
                <a:gd name="connsiteX137" fmla="*/ 677645 w 1639413"/>
                <a:gd name="connsiteY137" fmla="*/ 57844 h 943999"/>
                <a:gd name="connsiteX138" fmla="*/ 698515 w 1639413"/>
                <a:gd name="connsiteY138" fmla="*/ 48172 h 943999"/>
                <a:gd name="connsiteX139" fmla="*/ 709852 w 1639413"/>
                <a:gd name="connsiteY139" fmla="*/ 46227 h 943999"/>
                <a:gd name="connsiteX140" fmla="*/ 755799 w 1639413"/>
                <a:gd name="connsiteY140" fmla="*/ 53662 h 943999"/>
                <a:gd name="connsiteX141" fmla="*/ 767150 w 1639413"/>
                <a:gd name="connsiteY141" fmla="*/ 47917 h 943999"/>
                <a:gd name="connsiteX142" fmla="*/ 799523 w 1639413"/>
                <a:gd name="connsiteY142" fmla="*/ 49481 h 943999"/>
                <a:gd name="connsiteX143" fmla="*/ 809437 w 1639413"/>
                <a:gd name="connsiteY143" fmla="*/ 48960 h 943999"/>
                <a:gd name="connsiteX144" fmla="*/ 815970 w 1639413"/>
                <a:gd name="connsiteY144" fmla="*/ 58645 h 943999"/>
                <a:gd name="connsiteX145" fmla="*/ 827180 w 1639413"/>
                <a:gd name="connsiteY145" fmla="*/ 59153 h 943999"/>
                <a:gd name="connsiteX146" fmla="*/ 832925 w 1639413"/>
                <a:gd name="connsiteY146" fmla="*/ 47917 h 943999"/>
                <a:gd name="connsiteX147" fmla="*/ 848724 w 1639413"/>
                <a:gd name="connsiteY147" fmla="*/ 52112 h 943999"/>
                <a:gd name="connsiteX148" fmla="*/ 852626 w 1639413"/>
                <a:gd name="connsiteY148" fmla="*/ 65953 h 943999"/>
                <a:gd name="connsiteX149" fmla="*/ 861523 w 1639413"/>
                <a:gd name="connsiteY149" fmla="*/ 72486 h 943999"/>
                <a:gd name="connsiteX150" fmla="*/ 902361 w 1639413"/>
                <a:gd name="connsiteY150" fmla="*/ 73134 h 943999"/>
                <a:gd name="connsiteX151" fmla="*/ 921426 w 1639413"/>
                <a:gd name="connsiteY151" fmla="*/ 70008 h 943999"/>
                <a:gd name="connsiteX152" fmla="*/ 946224 w 1639413"/>
                <a:gd name="connsiteY152" fmla="*/ 79299 h 943999"/>
                <a:gd name="connsiteX153" fmla="*/ 965657 w 1639413"/>
                <a:gd name="connsiteY153" fmla="*/ 70402 h 943999"/>
                <a:gd name="connsiteX154" fmla="*/ 984062 w 1639413"/>
                <a:gd name="connsiteY154" fmla="*/ 70402 h 943999"/>
                <a:gd name="connsiteX155" fmla="*/ 991231 w 1639413"/>
                <a:gd name="connsiteY155" fmla="*/ 79426 h 943999"/>
                <a:gd name="connsiteX156" fmla="*/ 996582 w 1639413"/>
                <a:gd name="connsiteY156" fmla="*/ 86213 h 943999"/>
                <a:gd name="connsiteX157" fmla="*/ 1016689 w 1639413"/>
                <a:gd name="connsiteY157" fmla="*/ 98237 h 943999"/>
                <a:gd name="connsiteX158" fmla="*/ 1034038 w 1639413"/>
                <a:gd name="connsiteY158" fmla="*/ 98758 h 943999"/>
                <a:gd name="connsiteX159" fmla="*/ 1053625 w 1639413"/>
                <a:gd name="connsiteY159" fmla="*/ 122031 h 943999"/>
                <a:gd name="connsiteX160" fmla="*/ 1083252 w 1639413"/>
                <a:gd name="connsiteY160" fmla="*/ 132351 h 943999"/>
                <a:gd name="connsiteX161" fmla="*/ 1111952 w 1639413"/>
                <a:gd name="connsiteY161" fmla="*/ 146866 h 943999"/>
                <a:gd name="connsiteX162" fmla="*/ 1167153 w 1639413"/>
                <a:gd name="connsiteY162" fmla="*/ 169478 h 943999"/>
                <a:gd name="connsiteX163" fmla="*/ 1202652 w 1639413"/>
                <a:gd name="connsiteY163" fmla="*/ 191301 h 943999"/>
                <a:gd name="connsiteX164" fmla="*/ 1236220 w 1639413"/>
                <a:gd name="connsiteY164" fmla="*/ 208714 h 943999"/>
                <a:gd name="connsiteX165" fmla="*/ 1275240 w 1639413"/>
                <a:gd name="connsiteY165" fmla="*/ 228326 h 943999"/>
                <a:gd name="connsiteX166" fmla="*/ 1303559 w 1639413"/>
                <a:gd name="connsiteY166" fmla="*/ 256416 h 943999"/>
                <a:gd name="connsiteX167" fmla="*/ 1340190 w 1639413"/>
                <a:gd name="connsiteY167" fmla="*/ 284975 h 943999"/>
                <a:gd name="connsiteX168" fmla="*/ 1392518 w 1639413"/>
                <a:gd name="connsiteY168" fmla="*/ 314908 h 943999"/>
                <a:gd name="connsiteX169" fmla="*/ 1443790 w 1639413"/>
                <a:gd name="connsiteY169" fmla="*/ 342095 h 943999"/>
                <a:gd name="connsiteX170" fmla="*/ 1447184 w 1639413"/>
                <a:gd name="connsiteY170" fmla="*/ 350992 h 943999"/>
                <a:gd name="connsiteX171" fmla="*/ 1441324 w 1639413"/>
                <a:gd name="connsiteY171" fmla="*/ 386810 h 943999"/>
                <a:gd name="connsiteX172" fmla="*/ 1446803 w 1639413"/>
                <a:gd name="connsiteY172" fmla="*/ 401058 h 943999"/>
                <a:gd name="connsiteX173" fmla="*/ 1454759 w 1639413"/>
                <a:gd name="connsiteY173" fmla="*/ 422106 h 943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1639413" h="943999">
                  <a:moveTo>
                    <a:pt x="1585128" y="574183"/>
                  </a:moveTo>
                  <a:lnTo>
                    <a:pt x="1584212" y="546996"/>
                  </a:lnTo>
                  <a:lnTo>
                    <a:pt x="1618415" y="561105"/>
                  </a:lnTo>
                  <a:lnTo>
                    <a:pt x="1639413" y="581377"/>
                  </a:lnTo>
                  <a:lnTo>
                    <a:pt x="1615416" y="596922"/>
                  </a:lnTo>
                  <a:close/>
                  <a:moveTo>
                    <a:pt x="1493525" y="448454"/>
                  </a:moveTo>
                  <a:lnTo>
                    <a:pt x="1516620" y="470786"/>
                  </a:lnTo>
                  <a:lnTo>
                    <a:pt x="1533842" y="487398"/>
                  </a:lnTo>
                  <a:lnTo>
                    <a:pt x="1558652" y="495101"/>
                  </a:lnTo>
                  <a:lnTo>
                    <a:pt x="1563469" y="507531"/>
                  </a:lnTo>
                  <a:lnTo>
                    <a:pt x="1556301" y="516022"/>
                  </a:lnTo>
                  <a:lnTo>
                    <a:pt x="1556301" y="532227"/>
                  </a:lnTo>
                  <a:lnTo>
                    <a:pt x="1528237" y="563202"/>
                  </a:lnTo>
                  <a:lnTo>
                    <a:pt x="1519746" y="558359"/>
                  </a:lnTo>
                  <a:lnTo>
                    <a:pt x="1504228" y="572480"/>
                  </a:lnTo>
                  <a:lnTo>
                    <a:pt x="1484908" y="618873"/>
                  </a:lnTo>
                  <a:lnTo>
                    <a:pt x="1468728" y="621758"/>
                  </a:lnTo>
                  <a:lnTo>
                    <a:pt x="1464686" y="609747"/>
                  </a:lnTo>
                  <a:lnTo>
                    <a:pt x="1431640" y="598498"/>
                  </a:lnTo>
                  <a:lnTo>
                    <a:pt x="1418064" y="598498"/>
                  </a:lnTo>
                  <a:lnTo>
                    <a:pt x="1418713" y="576281"/>
                  </a:lnTo>
                  <a:lnTo>
                    <a:pt x="1432809" y="555499"/>
                  </a:lnTo>
                  <a:lnTo>
                    <a:pt x="1413235" y="550009"/>
                  </a:lnTo>
                  <a:lnTo>
                    <a:pt x="1358950" y="553923"/>
                  </a:lnTo>
                  <a:lnTo>
                    <a:pt x="1361555" y="535888"/>
                  </a:lnTo>
                  <a:lnTo>
                    <a:pt x="1391055" y="503083"/>
                  </a:lnTo>
                  <a:lnTo>
                    <a:pt x="1369525" y="495761"/>
                  </a:lnTo>
                  <a:lnTo>
                    <a:pt x="1359992" y="462715"/>
                  </a:lnTo>
                  <a:lnTo>
                    <a:pt x="1268249" y="491071"/>
                  </a:lnTo>
                  <a:lnTo>
                    <a:pt x="1240987" y="519441"/>
                  </a:lnTo>
                  <a:lnTo>
                    <a:pt x="1271771" y="530015"/>
                  </a:lnTo>
                  <a:lnTo>
                    <a:pt x="1288485" y="511726"/>
                  </a:lnTo>
                  <a:lnTo>
                    <a:pt x="1316536" y="531846"/>
                  </a:lnTo>
                  <a:lnTo>
                    <a:pt x="1297775" y="553161"/>
                  </a:lnTo>
                  <a:lnTo>
                    <a:pt x="1303635" y="562058"/>
                  </a:lnTo>
                  <a:lnTo>
                    <a:pt x="1318391" y="556694"/>
                  </a:lnTo>
                  <a:lnTo>
                    <a:pt x="1324251" y="566748"/>
                  </a:lnTo>
                  <a:lnTo>
                    <a:pt x="1325967" y="585178"/>
                  </a:lnTo>
                  <a:lnTo>
                    <a:pt x="1281481" y="626486"/>
                  </a:lnTo>
                  <a:lnTo>
                    <a:pt x="1245982" y="609963"/>
                  </a:lnTo>
                  <a:lnTo>
                    <a:pt x="1186358" y="637150"/>
                  </a:lnTo>
                  <a:lnTo>
                    <a:pt x="1170814" y="618084"/>
                  </a:lnTo>
                  <a:lnTo>
                    <a:pt x="1157252" y="618478"/>
                  </a:lnTo>
                  <a:lnTo>
                    <a:pt x="1100742" y="622139"/>
                  </a:lnTo>
                  <a:lnTo>
                    <a:pt x="1101784" y="594825"/>
                  </a:lnTo>
                  <a:lnTo>
                    <a:pt x="1036276" y="572989"/>
                  </a:lnTo>
                  <a:lnTo>
                    <a:pt x="1012126" y="552741"/>
                  </a:lnTo>
                  <a:lnTo>
                    <a:pt x="993455" y="600849"/>
                  </a:lnTo>
                  <a:lnTo>
                    <a:pt x="938916" y="612594"/>
                  </a:lnTo>
                  <a:lnTo>
                    <a:pt x="862565" y="619406"/>
                  </a:lnTo>
                  <a:lnTo>
                    <a:pt x="840513" y="582941"/>
                  </a:lnTo>
                  <a:lnTo>
                    <a:pt x="791045" y="606988"/>
                  </a:lnTo>
                  <a:lnTo>
                    <a:pt x="762854" y="582394"/>
                  </a:lnTo>
                  <a:lnTo>
                    <a:pt x="703205" y="602731"/>
                  </a:lnTo>
                  <a:lnTo>
                    <a:pt x="699938" y="656978"/>
                  </a:lnTo>
                  <a:lnTo>
                    <a:pt x="736226" y="679856"/>
                  </a:lnTo>
                  <a:lnTo>
                    <a:pt x="734142" y="699849"/>
                  </a:lnTo>
                  <a:lnTo>
                    <a:pt x="768459" y="707704"/>
                  </a:lnTo>
                  <a:lnTo>
                    <a:pt x="807733" y="729133"/>
                  </a:lnTo>
                  <a:lnTo>
                    <a:pt x="786596" y="737115"/>
                  </a:lnTo>
                  <a:lnTo>
                    <a:pt x="758024" y="744551"/>
                  </a:lnTo>
                  <a:lnTo>
                    <a:pt x="750461" y="762714"/>
                  </a:lnTo>
                  <a:lnTo>
                    <a:pt x="725664" y="745085"/>
                  </a:lnTo>
                  <a:lnTo>
                    <a:pt x="705823" y="769387"/>
                  </a:lnTo>
                  <a:lnTo>
                    <a:pt x="679983" y="765091"/>
                  </a:lnTo>
                  <a:lnTo>
                    <a:pt x="655973" y="782999"/>
                  </a:lnTo>
                  <a:lnTo>
                    <a:pt x="663600" y="828998"/>
                  </a:lnTo>
                  <a:lnTo>
                    <a:pt x="635917" y="838924"/>
                  </a:lnTo>
                  <a:lnTo>
                    <a:pt x="626537" y="896972"/>
                  </a:lnTo>
                  <a:lnTo>
                    <a:pt x="571069" y="943999"/>
                  </a:lnTo>
                  <a:lnTo>
                    <a:pt x="565985" y="909873"/>
                  </a:lnTo>
                  <a:lnTo>
                    <a:pt x="495507" y="870534"/>
                  </a:lnTo>
                  <a:lnTo>
                    <a:pt x="495380" y="860366"/>
                  </a:lnTo>
                  <a:lnTo>
                    <a:pt x="504913" y="779021"/>
                  </a:lnTo>
                  <a:lnTo>
                    <a:pt x="542103" y="777598"/>
                  </a:lnTo>
                  <a:lnTo>
                    <a:pt x="542891" y="763731"/>
                  </a:lnTo>
                  <a:lnTo>
                    <a:pt x="486775" y="744398"/>
                  </a:lnTo>
                  <a:lnTo>
                    <a:pt x="466439" y="685182"/>
                  </a:lnTo>
                  <a:lnTo>
                    <a:pt x="444374" y="664756"/>
                  </a:lnTo>
                  <a:lnTo>
                    <a:pt x="447259" y="630655"/>
                  </a:lnTo>
                  <a:lnTo>
                    <a:pt x="471650" y="620182"/>
                  </a:lnTo>
                  <a:lnTo>
                    <a:pt x="465791" y="567650"/>
                  </a:lnTo>
                  <a:lnTo>
                    <a:pt x="471523" y="503464"/>
                  </a:lnTo>
                  <a:lnTo>
                    <a:pt x="449229" y="491694"/>
                  </a:lnTo>
                  <a:lnTo>
                    <a:pt x="421814" y="488695"/>
                  </a:lnTo>
                  <a:lnTo>
                    <a:pt x="409294" y="485949"/>
                  </a:lnTo>
                  <a:lnTo>
                    <a:pt x="355403" y="480204"/>
                  </a:lnTo>
                  <a:lnTo>
                    <a:pt x="331380" y="419043"/>
                  </a:lnTo>
                  <a:lnTo>
                    <a:pt x="373197" y="387674"/>
                  </a:lnTo>
                  <a:lnTo>
                    <a:pt x="348400" y="365723"/>
                  </a:lnTo>
                  <a:lnTo>
                    <a:pt x="291369" y="367668"/>
                  </a:lnTo>
                  <a:lnTo>
                    <a:pt x="265656" y="325724"/>
                  </a:lnTo>
                  <a:lnTo>
                    <a:pt x="192839" y="303647"/>
                  </a:lnTo>
                  <a:lnTo>
                    <a:pt x="165029" y="305604"/>
                  </a:lnTo>
                  <a:lnTo>
                    <a:pt x="146956" y="259059"/>
                  </a:lnTo>
                  <a:lnTo>
                    <a:pt x="166275" y="218933"/>
                  </a:lnTo>
                  <a:lnTo>
                    <a:pt x="244036" y="252781"/>
                  </a:lnTo>
                  <a:lnTo>
                    <a:pt x="265046" y="269113"/>
                  </a:lnTo>
                  <a:lnTo>
                    <a:pt x="276917" y="256835"/>
                  </a:lnTo>
                  <a:lnTo>
                    <a:pt x="318162" y="169389"/>
                  </a:lnTo>
                  <a:lnTo>
                    <a:pt x="319865" y="140155"/>
                  </a:lnTo>
                  <a:lnTo>
                    <a:pt x="297813" y="131792"/>
                  </a:lnTo>
                  <a:lnTo>
                    <a:pt x="276002" y="124865"/>
                  </a:lnTo>
                  <a:lnTo>
                    <a:pt x="271846" y="86569"/>
                  </a:lnTo>
                  <a:lnTo>
                    <a:pt x="262695" y="87344"/>
                  </a:lnTo>
                  <a:lnTo>
                    <a:pt x="196284" y="136482"/>
                  </a:lnTo>
                  <a:lnTo>
                    <a:pt x="160911" y="167343"/>
                  </a:lnTo>
                  <a:lnTo>
                    <a:pt x="129860" y="158191"/>
                  </a:lnTo>
                  <a:lnTo>
                    <a:pt x="100232" y="159462"/>
                  </a:lnTo>
                  <a:lnTo>
                    <a:pt x="41766" y="136190"/>
                  </a:lnTo>
                  <a:lnTo>
                    <a:pt x="19307" y="88616"/>
                  </a:lnTo>
                  <a:lnTo>
                    <a:pt x="0" y="53853"/>
                  </a:lnTo>
                  <a:lnTo>
                    <a:pt x="2224" y="32030"/>
                  </a:lnTo>
                  <a:lnTo>
                    <a:pt x="43202" y="0"/>
                  </a:lnTo>
                  <a:lnTo>
                    <a:pt x="66296" y="9406"/>
                  </a:lnTo>
                  <a:lnTo>
                    <a:pt x="99343" y="13079"/>
                  </a:lnTo>
                  <a:lnTo>
                    <a:pt x="119425" y="6406"/>
                  </a:lnTo>
                  <a:lnTo>
                    <a:pt x="149841" y="10982"/>
                  </a:lnTo>
                  <a:lnTo>
                    <a:pt x="243286" y="55162"/>
                  </a:lnTo>
                  <a:lnTo>
                    <a:pt x="257382" y="56726"/>
                  </a:lnTo>
                  <a:lnTo>
                    <a:pt x="262466" y="53980"/>
                  </a:lnTo>
                  <a:lnTo>
                    <a:pt x="275773" y="47447"/>
                  </a:lnTo>
                  <a:lnTo>
                    <a:pt x="339464" y="67186"/>
                  </a:lnTo>
                  <a:lnTo>
                    <a:pt x="367261" y="95288"/>
                  </a:lnTo>
                  <a:lnTo>
                    <a:pt x="370388" y="126390"/>
                  </a:lnTo>
                  <a:lnTo>
                    <a:pt x="392720" y="114748"/>
                  </a:lnTo>
                  <a:lnTo>
                    <a:pt x="434079" y="128729"/>
                  </a:lnTo>
                  <a:lnTo>
                    <a:pt x="458101" y="145583"/>
                  </a:lnTo>
                  <a:lnTo>
                    <a:pt x="481183" y="143765"/>
                  </a:lnTo>
                  <a:lnTo>
                    <a:pt x="501519" y="132656"/>
                  </a:lnTo>
                  <a:lnTo>
                    <a:pt x="518208" y="134614"/>
                  </a:lnTo>
                  <a:lnTo>
                    <a:pt x="531261" y="120887"/>
                  </a:lnTo>
                  <a:lnTo>
                    <a:pt x="565846" y="111341"/>
                  </a:lnTo>
                  <a:lnTo>
                    <a:pt x="589995" y="105596"/>
                  </a:lnTo>
                  <a:lnTo>
                    <a:pt x="609899" y="93051"/>
                  </a:lnTo>
                  <a:lnTo>
                    <a:pt x="613293" y="80240"/>
                  </a:lnTo>
                  <a:lnTo>
                    <a:pt x="634430" y="65470"/>
                  </a:lnTo>
                  <a:lnTo>
                    <a:pt x="677645" y="57844"/>
                  </a:lnTo>
                  <a:lnTo>
                    <a:pt x="698515" y="48172"/>
                  </a:lnTo>
                  <a:lnTo>
                    <a:pt x="709852" y="46227"/>
                  </a:lnTo>
                  <a:lnTo>
                    <a:pt x="755799" y="53662"/>
                  </a:lnTo>
                  <a:lnTo>
                    <a:pt x="767150" y="47917"/>
                  </a:lnTo>
                  <a:lnTo>
                    <a:pt x="799523" y="49481"/>
                  </a:lnTo>
                  <a:lnTo>
                    <a:pt x="809437" y="48960"/>
                  </a:lnTo>
                  <a:lnTo>
                    <a:pt x="815970" y="58645"/>
                  </a:lnTo>
                  <a:lnTo>
                    <a:pt x="827180" y="59153"/>
                  </a:lnTo>
                  <a:lnTo>
                    <a:pt x="832925" y="47917"/>
                  </a:lnTo>
                  <a:lnTo>
                    <a:pt x="848724" y="52112"/>
                  </a:lnTo>
                  <a:lnTo>
                    <a:pt x="852626" y="65953"/>
                  </a:lnTo>
                  <a:lnTo>
                    <a:pt x="861523" y="72486"/>
                  </a:lnTo>
                  <a:lnTo>
                    <a:pt x="902361" y="73134"/>
                  </a:lnTo>
                  <a:lnTo>
                    <a:pt x="921426" y="70008"/>
                  </a:lnTo>
                  <a:lnTo>
                    <a:pt x="946224" y="79299"/>
                  </a:lnTo>
                  <a:lnTo>
                    <a:pt x="965657" y="70402"/>
                  </a:lnTo>
                  <a:lnTo>
                    <a:pt x="984062" y="70402"/>
                  </a:lnTo>
                  <a:lnTo>
                    <a:pt x="991231" y="79426"/>
                  </a:lnTo>
                  <a:lnTo>
                    <a:pt x="996582" y="86213"/>
                  </a:lnTo>
                  <a:lnTo>
                    <a:pt x="1016689" y="98237"/>
                  </a:lnTo>
                  <a:lnTo>
                    <a:pt x="1034038" y="98758"/>
                  </a:lnTo>
                  <a:lnTo>
                    <a:pt x="1053625" y="122031"/>
                  </a:lnTo>
                  <a:lnTo>
                    <a:pt x="1083252" y="132351"/>
                  </a:lnTo>
                  <a:lnTo>
                    <a:pt x="1111952" y="146866"/>
                  </a:lnTo>
                  <a:lnTo>
                    <a:pt x="1167153" y="169478"/>
                  </a:lnTo>
                  <a:lnTo>
                    <a:pt x="1202652" y="191301"/>
                  </a:lnTo>
                  <a:lnTo>
                    <a:pt x="1236220" y="208714"/>
                  </a:lnTo>
                  <a:lnTo>
                    <a:pt x="1275240" y="228326"/>
                  </a:lnTo>
                  <a:lnTo>
                    <a:pt x="1303559" y="256416"/>
                  </a:lnTo>
                  <a:lnTo>
                    <a:pt x="1340190" y="284975"/>
                  </a:lnTo>
                  <a:lnTo>
                    <a:pt x="1392518" y="314908"/>
                  </a:lnTo>
                  <a:lnTo>
                    <a:pt x="1443790" y="342095"/>
                  </a:lnTo>
                  <a:lnTo>
                    <a:pt x="1447184" y="350992"/>
                  </a:lnTo>
                  <a:lnTo>
                    <a:pt x="1441324" y="386810"/>
                  </a:lnTo>
                  <a:lnTo>
                    <a:pt x="1446803" y="401058"/>
                  </a:lnTo>
                  <a:lnTo>
                    <a:pt x="1454759" y="422106"/>
                  </a:lnTo>
                  <a:close/>
                </a:path>
              </a:pathLst>
            </a:custGeom>
            <a:solidFill>
              <a:srgbClr val="FFFFFF"/>
            </a:solidFill>
            <a:ln w="12700" cap="flat">
              <a:noFill/>
              <a:prstDash val="solid"/>
              <a:miter/>
            </a:ln>
          </p:spPr>
          <p:txBody>
            <a:bodyPr rtlCol="0" anchor="ctr"/>
            <a:lstStyle/>
            <a:p>
              <a:endParaRPr lang="de-CH"/>
            </a:p>
          </p:txBody>
        </p:sp>
        <p:sp>
          <p:nvSpPr>
            <p:cNvPr id="121" name="Freihandform: Form 120">
              <a:extLst>
                <a:ext uri="{FF2B5EF4-FFF2-40B4-BE49-F238E27FC236}">
                  <a16:creationId xmlns:a16="http://schemas.microsoft.com/office/drawing/2014/main" id="{08F7EDEA-6112-4C38-F055-19B633D31475}"/>
                </a:ext>
              </a:extLst>
            </p:cNvPr>
            <p:cNvSpPr/>
            <p:nvPr/>
          </p:nvSpPr>
          <p:spPr>
            <a:xfrm>
              <a:off x="7001242" y="817893"/>
              <a:ext cx="1639413" cy="943999"/>
            </a:xfrm>
            <a:custGeom>
              <a:avLst/>
              <a:gdLst>
                <a:gd name="connsiteX0" fmla="*/ 1585128 w 1639413"/>
                <a:gd name="connsiteY0" fmla="*/ 574183 h 943999"/>
                <a:gd name="connsiteX1" fmla="*/ 1584212 w 1639413"/>
                <a:gd name="connsiteY1" fmla="*/ 546996 h 943999"/>
                <a:gd name="connsiteX2" fmla="*/ 1618415 w 1639413"/>
                <a:gd name="connsiteY2" fmla="*/ 561105 h 943999"/>
                <a:gd name="connsiteX3" fmla="*/ 1639413 w 1639413"/>
                <a:gd name="connsiteY3" fmla="*/ 581377 h 943999"/>
                <a:gd name="connsiteX4" fmla="*/ 1615416 w 1639413"/>
                <a:gd name="connsiteY4" fmla="*/ 596922 h 943999"/>
                <a:gd name="connsiteX5" fmla="*/ 1493525 w 1639413"/>
                <a:gd name="connsiteY5" fmla="*/ 448454 h 943999"/>
                <a:gd name="connsiteX6" fmla="*/ 1516620 w 1639413"/>
                <a:gd name="connsiteY6" fmla="*/ 470786 h 943999"/>
                <a:gd name="connsiteX7" fmla="*/ 1533842 w 1639413"/>
                <a:gd name="connsiteY7" fmla="*/ 487398 h 943999"/>
                <a:gd name="connsiteX8" fmla="*/ 1558652 w 1639413"/>
                <a:gd name="connsiteY8" fmla="*/ 495101 h 943999"/>
                <a:gd name="connsiteX9" fmla="*/ 1563469 w 1639413"/>
                <a:gd name="connsiteY9" fmla="*/ 507531 h 943999"/>
                <a:gd name="connsiteX10" fmla="*/ 1556301 w 1639413"/>
                <a:gd name="connsiteY10" fmla="*/ 516022 h 943999"/>
                <a:gd name="connsiteX11" fmla="*/ 1556301 w 1639413"/>
                <a:gd name="connsiteY11" fmla="*/ 532227 h 943999"/>
                <a:gd name="connsiteX12" fmla="*/ 1528237 w 1639413"/>
                <a:gd name="connsiteY12" fmla="*/ 563202 h 943999"/>
                <a:gd name="connsiteX13" fmla="*/ 1519746 w 1639413"/>
                <a:gd name="connsiteY13" fmla="*/ 558359 h 943999"/>
                <a:gd name="connsiteX14" fmla="*/ 1504228 w 1639413"/>
                <a:gd name="connsiteY14" fmla="*/ 572480 h 943999"/>
                <a:gd name="connsiteX15" fmla="*/ 1484908 w 1639413"/>
                <a:gd name="connsiteY15" fmla="*/ 618873 h 943999"/>
                <a:gd name="connsiteX16" fmla="*/ 1468728 w 1639413"/>
                <a:gd name="connsiteY16" fmla="*/ 621758 h 943999"/>
                <a:gd name="connsiteX17" fmla="*/ 1464686 w 1639413"/>
                <a:gd name="connsiteY17" fmla="*/ 609747 h 943999"/>
                <a:gd name="connsiteX18" fmla="*/ 1431640 w 1639413"/>
                <a:gd name="connsiteY18" fmla="*/ 598498 h 943999"/>
                <a:gd name="connsiteX19" fmla="*/ 1418064 w 1639413"/>
                <a:gd name="connsiteY19" fmla="*/ 598498 h 943999"/>
                <a:gd name="connsiteX20" fmla="*/ 1418713 w 1639413"/>
                <a:gd name="connsiteY20" fmla="*/ 576281 h 943999"/>
                <a:gd name="connsiteX21" fmla="*/ 1432809 w 1639413"/>
                <a:gd name="connsiteY21" fmla="*/ 555499 h 943999"/>
                <a:gd name="connsiteX22" fmla="*/ 1413235 w 1639413"/>
                <a:gd name="connsiteY22" fmla="*/ 550009 h 943999"/>
                <a:gd name="connsiteX23" fmla="*/ 1358950 w 1639413"/>
                <a:gd name="connsiteY23" fmla="*/ 553923 h 943999"/>
                <a:gd name="connsiteX24" fmla="*/ 1361555 w 1639413"/>
                <a:gd name="connsiteY24" fmla="*/ 535888 h 943999"/>
                <a:gd name="connsiteX25" fmla="*/ 1391055 w 1639413"/>
                <a:gd name="connsiteY25" fmla="*/ 503083 h 943999"/>
                <a:gd name="connsiteX26" fmla="*/ 1369525 w 1639413"/>
                <a:gd name="connsiteY26" fmla="*/ 495761 h 943999"/>
                <a:gd name="connsiteX27" fmla="*/ 1359992 w 1639413"/>
                <a:gd name="connsiteY27" fmla="*/ 462715 h 943999"/>
                <a:gd name="connsiteX28" fmla="*/ 1268249 w 1639413"/>
                <a:gd name="connsiteY28" fmla="*/ 491071 h 943999"/>
                <a:gd name="connsiteX29" fmla="*/ 1240987 w 1639413"/>
                <a:gd name="connsiteY29" fmla="*/ 519441 h 943999"/>
                <a:gd name="connsiteX30" fmla="*/ 1271771 w 1639413"/>
                <a:gd name="connsiteY30" fmla="*/ 530015 h 943999"/>
                <a:gd name="connsiteX31" fmla="*/ 1288485 w 1639413"/>
                <a:gd name="connsiteY31" fmla="*/ 511726 h 943999"/>
                <a:gd name="connsiteX32" fmla="*/ 1316536 w 1639413"/>
                <a:gd name="connsiteY32" fmla="*/ 531846 h 943999"/>
                <a:gd name="connsiteX33" fmla="*/ 1297775 w 1639413"/>
                <a:gd name="connsiteY33" fmla="*/ 553161 h 943999"/>
                <a:gd name="connsiteX34" fmla="*/ 1303635 w 1639413"/>
                <a:gd name="connsiteY34" fmla="*/ 562058 h 943999"/>
                <a:gd name="connsiteX35" fmla="*/ 1318391 w 1639413"/>
                <a:gd name="connsiteY35" fmla="*/ 556694 h 943999"/>
                <a:gd name="connsiteX36" fmla="*/ 1324251 w 1639413"/>
                <a:gd name="connsiteY36" fmla="*/ 566748 h 943999"/>
                <a:gd name="connsiteX37" fmla="*/ 1325967 w 1639413"/>
                <a:gd name="connsiteY37" fmla="*/ 585178 h 943999"/>
                <a:gd name="connsiteX38" fmla="*/ 1281481 w 1639413"/>
                <a:gd name="connsiteY38" fmla="*/ 626486 h 943999"/>
                <a:gd name="connsiteX39" fmla="*/ 1245982 w 1639413"/>
                <a:gd name="connsiteY39" fmla="*/ 609963 h 943999"/>
                <a:gd name="connsiteX40" fmla="*/ 1186358 w 1639413"/>
                <a:gd name="connsiteY40" fmla="*/ 637150 h 943999"/>
                <a:gd name="connsiteX41" fmla="*/ 1170814 w 1639413"/>
                <a:gd name="connsiteY41" fmla="*/ 618084 h 943999"/>
                <a:gd name="connsiteX42" fmla="*/ 1157252 w 1639413"/>
                <a:gd name="connsiteY42" fmla="*/ 618478 h 943999"/>
                <a:gd name="connsiteX43" fmla="*/ 1100742 w 1639413"/>
                <a:gd name="connsiteY43" fmla="*/ 622139 h 943999"/>
                <a:gd name="connsiteX44" fmla="*/ 1101784 w 1639413"/>
                <a:gd name="connsiteY44" fmla="*/ 594825 h 943999"/>
                <a:gd name="connsiteX45" fmla="*/ 1036276 w 1639413"/>
                <a:gd name="connsiteY45" fmla="*/ 572989 h 943999"/>
                <a:gd name="connsiteX46" fmla="*/ 1012126 w 1639413"/>
                <a:gd name="connsiteY46" fmla="*/ 552741 h 943999"/>
                <a:gd name="connsiteX47" fmla="*/ 993455 w 1639413"/>
                <a:gd name="connsiteY47" fmla="*/ 600849 h 943999"/>
                <a:gd name="connsiteX48" fmla="*/ 938916 w 1639413"/>
                <a:gd name="connsiteY48" fmla="*/ 612594 h 943999"/>
                <a:gd name="connsiteX49" fmla="*/ 862565 w 1639413"/>
                <a:gd name="connsiteY49" fmla="*/ 619406 h 943999"/>
                <a:gd name="connsiteX50" fmla="*/ 840513 w 1639413"/>
                <a:gd name="connsiteY50" fmla="*/ 582941 h 943999"/>
                <a:gd name="connsiteX51" fmla="*/ 791045 w 1639413"/>
                <a:gd name="connsiteY51" fmla="*/ 606988 h 943999"/>
                <a:gd name="connsiteX52" fmla="*/ 762854 w 1639413"/>
                <a:gd name="connsiteY52" fmla="*/ 582394 h 943999"/>
                <a:gd name="connsiteX53" fmla="*/ 703205 w 1639413"/>
                <a:gd name="connsiteY53" fmla="*/ 602731 h 943999"/>
                <a:gd name="connsiteX54" fmla="*/ 699938 w 1639413"/>
                <a:gd name="connsiteY54" fmla="*/ 656978 h 943999"/>
                <a:gd name="connsiteX55" fmla="*/ 736226 w 1639413"/>
                <a:gd name="connsiteY55" fmla="*/ 679856 h 943999"/>
                <a:gd name="connsiteX56" fmla="*/ 734142 w 1639413"/>
                <a:gd name="connsiteY56" fmla="*/ 699849 h 943999"/>
                <a:gd name="connsiteX57" fmla="*/ 768459 w 1639413"/>
                <a:gd name="connsiteY57" fmla="*/ 707704 h 943999"/>
                <a:gd name="connsiteX58" fmla="*/ 807733 w 1639413"/>
                <a:gd name="connsiteY58" fmla="*/ 729133 h 943999"/>
                <a:gd name="connsiteX59" fmla="*/ 786596 w 1639413"/>
                <a:gd name="connsiteY59" fmla="*/ 737115 h 943999"/>
                <a:gd name="connsiteX60" fmla="*/ 758024 w 1639413"/>
                <a:gd name="connsiteY60" fmla="*/ 744551 h 943999"/>
                <a:gd name="connsiteX61" fmla="*/ 750461 w 1639413"/>
                <a:gd name="connsiteY61" fmla="*/ 762714 h 943999"/>
                <a:gd name="connsiteX62" fmla="*/ 725664 w 1639413"/>
                <a:gd name="connsiteY62" fmla="*/ 745085 h 943999"/>
                <a:gd name="connsiteX63" fmla="*/ 705823 w 1639413"/>
                <a:gd name="connsiteY63" fmla="*/ 769387 h 943999"/>
                <a:gd name="connsiteX64" fmla="*/ 679983 w 1639413"/>
                <a:gd name="connsiteY64" fmla="*/ 765091 h 943999"/>
                <a:gd name="connsiteX65" fmla="*/ 655973 w 1639413"/>
                <a:gd name="connsiteY65" fmla="*/ 782999 h 943999"/>
                <a:gd name="connsiteX66" fmla="*/ 663600 w 1639413"/>
                <a:gd name="connsiteY66" fmla="*/ 828998 h 943999"/>
                <a:gd name="connsiteX67" fmla="*/ 635917 w 1639413"/>
                <a:gd name="connsiteY67" fmla="*/ 838924 h 943999"/>
                <a:gd name="connsiteX68" fmla="*/ 626537 w 1639413"/>
                <a:gd name="connsiteY68" fmla="*/ 896972 h 943999"/>
                <a:gd name="connsiteX69" fmla="*/ 571069 w 1639413"/>
                <a:gd name="connsiteY69" fmla="*/ 943999 h 943999"/>
                <a:gd name="connsiteX70" fmla="*/ 565985 w 1639413"/>
                <a:gd name="connsiteY70" fmla="*/ 909873 h 943999"/>
                <a:gd name="connsiteX71" fmla="*/ 495507 w 1639413"/>
                <a:gd name="connsiteY71" fmla="*/ 870534 h 943999"/>
                <a:gd name="connsiteX72" fmla="*/ 495380 w 1639413"/>
                <a:gd name="connsiteY72" fmla="*/ 860366 h 943999"/>
                <a:gd name="connsiteX73" fmla="*/ 504913 w 1639413"/>
                <a:gd name="connsiteY73" fmla="*/ 779021 h 943999"/>
                <a:gd name="connsiteX74" fmla="*/ 542103 w 1639413"/>
                <a:gd name="connsiteY74" fmla="*/ 777598 h 943999"/>
                <a:gd name="connsiteX75" fmla="*/ 542891 w 1639413"/>
                <a:gd name="connsiteY75" fmla="*/ 763731 h 943999"/>
                <a:gd name="connsiteX76" fmla="*/ 486775 w 1639413"/>
                <a:gd name="connsiteY76" fmla="*/ 744398 h 943999"/>
                <a:gd name="connsiteX77" fmla="*/ 466439 w 1639413"/>
                <a:gd name="connsiteY77" fmla="*/ 685182 h 943999"/>
                <a:gd name="connsiteX78" fmla="*/ 444374 w 1639413"/>
                <a:gd name="connsiteY78" fmla="*/ 664756 h 943999"/>
                <a:gd name="connsiteX79" fmla="*/ 447259 w 1639413"/>
                <a:gd name="connsiteY79" fmla="*/ 630655 h 943999"/>
                <a:gd name="connsiteX80" fmla="*/ 471650 w 1639413"/>
                <a:gd name="connsiteY80" fmla="*/ 620182 h 943999"/>
                <a:gd name="connsiteX81" fmla="*/ 465791 w 1639413"/>
                <a:gd name="connsiteY81" fmla="*/ 567650 h 943999"/>
                <a:gd name="connsiteX82" fmla="*/ 471523 w 1639413"/>
                <a:gd name="connsiteY82" fmla="*/ 503464 h 943999"/>
                <a:gd name="connsiteX83" fmla="*/ 449229 w 1639413"/>
                <a:gd name="connsiteY83" fmla="*/ 491694 h 943999"/>
                <a:gd name="connsiteX84" fmla="*/ 421814 w 1639413"/>
                <a:gd name="connsiteY84" fmla="*/ 488695 h 943999"/>
                <a:gd name="connsiteX85" fmla="*/ 409294 w 1639413"/>
                <a:gd name="connsiteY85" fmla="*/ 485949 h 943999"/>
                <a:gd name="connsiteX86" fmla="*/ 355403 w 1639413"/>
                <a:gd name="connsiteY86" fmla="*/ 480204 h 943999"/>
                <a:gd name="connsiteX87" fmla="*/ 331380 w 1639413"/>
                <a:gd name="connsiteY87" fmla="*/ 419043 h 943999"/>
                <a:gd name="connsiteX88" fmla="*/ 373197 w 1639413"/>
                <a:gd name="connsiteY88" fmla="*/ 387674 h 943999"/>
                <a:gd name="connsiteX89" fmla="*/ 348400 w 1639413"/>
                <a:gd name="connsiteY89" fmla="*/ 365723 h 943999"/>
                <a:gd name="connsiteX90" fmla="*/ 291369 w 1639413"/>
                <a:gd name="connsiteY90" fmla="*/ 367668 h 943999"/>
                <a:gd name="connsiteX91" fmla="*/ 265656 w 1639413"/>
                <a:gd name="connsiteY91" fmla="*/ 325724 h 943999"/>
                <a:gd name="connsiteX92" fmla="*/ 192839 w 1639413"/>
                <a:gd name="connsiteY92" fmla="*/ 303647 h 943999"/>
                <a:gd name="connsiteX93" fmla="*/ 165029 w 1639413"/>
                <a:gd name="connsiteY93" fmla="*/ 305604 h 943999"/>
                <a:gd name="connsiteX94" fmla="*/ 146956 w 1639413"/>
                <a:gd name="connsiteY94" fmla="*/ 259059 h 943999"/>
                <a:gd name="connsiteX95" fmla="*/ 166275 w 1639413"/>
                <a:gd name="connsiteY95" fmla="*/ 218933 h 943999"/>
                <a:gd name="connsiteX96" fmla="*/ 244036 w 1639413"/>
                <a:gd name="connsiteY96" fmla="*/ 252781 h 943999"/>
                <a:gd name="connsiteX97" fmla="*/ 265046 w 1639413"/>
                <a:gd name="connsiteY97" fmla="*/ 269113 h 943999"/>
                <a:gd name="connsiteX98" fmla="*/ 276917 w 1639413"/>
                <a:gd name="connsiteY98" fmla="*/ 256835 h 943999"/>
                <a:gd name="connsiteX99" fmla="*/ 318162 w 1639413"/>
                <a:gd name="connsiteY99" fmla="*/ 169389 h 943999"/>
                <a:gd name="connsiteX100" fmla="*/ 319865 w 1639413"/>
                <a:gd name="connsiteY100" fmla="*/ 140155 h 943999"/>
                <a:gd name="connsiteX101" fmla="*/ 297813 w 1639413"/>
                <a:gd name="connsiteY101" fmla="*/ 131792 h 943999"/>
                <a:gd name="connsiteX102" fmla="*/ 276002 w 1639413"/>
                <a:gd name="connsiteY102" fmla="*/ 124865 h 943999"/>
                <a:gd name="connsiteX103" fmla="*/ 271846 w 1639413"/>
                <a:gd name="connsiteY103" fmla="*/ 86569 h 943999"/>
                <a:gd name="connsiteX104" fmla="*/ 262695 w 1639413"/>
                <a:gd name="connsiteY104" fmla="*/ 87344 h 943999"/>
                <a:gd name="connsiteX105" fmla="*/ 196284 w 1639413"/>
                <a:gd name="connsiteY105" fmla="*/ 136482 h 943999"/>
                <a:gd name="connsiteX106" fmla="*/ 160911 w 1639413"/>
                <a:gd name="connsiteY106" fmla="*/ 167343 h 943999"/>
                <a:gd name="connsiteX107" fmla="*/ 129860 w 1639413"/>
                <a:gd name="connsiteY107" fmla="*/ 158191 h 943999"/>
                <a:gd name="connsiteX108" fmla="*/ 100232 w 1639413"/>
                <a:gd name="connsiteY108" fmla="*/ 159462 h 943999"/>
                <a:gd name="connsiteX109" fmla="*/ 41766 w 1639413"/>
                <a:gd name="connsiteY109" fmla="*/ 136190 h 943999"/>
                <a:gd name="connsiteX110" fmla="*/ 19307 w 1639413"/>
                <a:gd name="connsiteY110" fmla="*/ 88616 h 943999"/>
                <a:gd name="connsiteX111" fmla="*/ 0 w 1639413"/>
                <a:gd name="connsiteY111" fmla="*/ 53853 h 943999"/>
                <a:gd name="connsiteX112" fmla="*/ 2224 w 1639413"/>
                <a:gd name="connsiteY112" fmla="*/ 32030 h 943999"/>
                <a:gd name="connsiteX113" fmla="*/ 43202 w 1639413"/>
                <a:gd name="connsiteY113" fmla="*/ 0 h 943999"/>
                <a:gd name="connsiteX114" fmla="*/ 66296 w 1639413"/>
                <a:gd name="connsiteY114" fmla="*/ 9406 h 943999"/>
                <a:gd name="connsiteX115" fmla="*/ 99343 w 1639413"/>
                <a:gd name="connsiteY115" fmla="*/ 13079 h 943999"/>
                <a:gd name="connsiteX116" fmla="*/ 119425 w 1639413"/>
                <a:gd name="connsiteY116" fmla="*/ 6406 h 943999"/>
                <a:gd name="connsiteX117" fmla="*/ 149841 w 1639413"/>
                <a:gd name="connsiteY117" fmla="*/ 10982 h 943999"/>
                <a:gd name="connsiteX118" fmla="*/ 243286 w 1639413"/>
                <a:gd name="connsiteY118" fmla="*/ 55162 h 943999"/>
                <a:gd name="connsiteX119" fmla="*/ 257382 w 1639413"/>
                <a:gd name="connsiteY119" fmla="*/ 56726 h 943999"/>
                <a:gd name="connsiteX120" fmla="*/ 262466 w 1639413"/>
                <a:gd name="connsiteY120" fmla="*/ 53980 h 943999"/>
                <a:gd name="connsiteX121" fmla="*/ 275773 w 1639413"/>
                <a:gd name="connsiteY121" fmla="*/ 47447 h 943999"/>
                <a:gd name="connsiteX122" fmla="*/ 339464 w 1639413"/>
                <a:gd name="connsiteY122" fmla="*/ 67186 h 943999"/>
                <a:gd name="connsiteX123" fmla="*/ 367261 w 1639413"/>
                <a:gd name="connsiteY123" fmla="*/ 95288 h 943999"/>
                <a:gd name="connsiteX124" fmla="*/ 370388 w 1639413"/>
                <a:gd name="connsiteY124" fmla="*/ 126390 h 943999"/>
                <a:gd name="connsiteX125" fmla="*/ 392720 w 1639413"/>
                <a:gd name="connsiteY125" fmla="*/ 114748 h 943999"/>
                <a:gd name="connsiteX126" fmla="*/ 434079 w 1639413"/>
                <a:gd name="connsiteY126" fmla="*/ 128729 h 943999"/>
                <a:gd name="connsiteX127" fmla="*/ 458101 w 1639413"/>
                <a:gd name="connsiteY127" fmla="*/ 145583 h 943999"/>
                <a:gd name="connsiteX128" fmla="*/ 481183 w 1639413"/>
                <a:gd name="connsiteY128" fmla="*/ 143765 h 943999"/>
                <a:gd name="connsiteX129" fmla="*/ 501519 w 1639413"/>
                <a:gd name="connsiteY129" fmla="*/ 132656 h 943999"/>
                <a:gd name="connsiteX130" fmla="*/ 518208 w 1639413"/>
                <a:gd name="connsiteY130" fmla="*/ 134614 h 943999"/>
                <a:gd name="connsiteX131" fmla="*/ 531261 w 1639413"/>
                <a:gd name="connsiteY131" fmla="*/ 120887 h 943999"/>
                <a:gd name="connsiteX132" fmla="*/ 565846 w 1639413"/>
                <a:gd name="connsiteY132" fmla="*/ 111341 h 943999"/>
                <a:gd name="connsiteX133" fmla="*/ 589995 w 1639413"/>
                <a:gd name="connsiteY133" fmla="*/ 105596 h 943999"/>
                <a:gd name="connsiteX134" fmla="*/ 609899 w 1639413"/>
                <a:gd name="connsiteY134" fmla="*/ 93051 h 943999"/>
                <a:gd name="connsiteX135" fmla="*/ 613293 w 1639413"/>
                <a:gd name="connsiteY135" fmla="*/ 80240 h 943999"/>
                <a:gd name="connsiteX136" fmla="*/ 634430 w 1639413"/>
                <a:gd name="connsiteY136" fmla="*/ 65470 h 943999"/>
                <a:gd name="connsiteX137" fmla="*/ 677645 w 1639413"/>
                <a:gd name="connsiteY137" fmla="*/ 57844 h 943999"/>
                <a:gd name="connsiteX138" fmla="*/ 698515 w 1639413"/>
                <a:gd name="connsiteY138" fmla="*/ 48172 h 943999"/>
                <a:gd name="connsiteX139" fmla="*/ 709852 w 1639413"/>
                <a:gd name="connsiteY139" fmla="*/ 46227 h 943999"/>
                <a:gd name="connsiteX140" fmla="*/ 755799 w 1639413"/>
                <a:gd name="connsiteY140" fmla="*/ 53662 h 943999"/>
                <a:gd name="connsiteX141" fmla="*/ 767150 w 1639413"/>
                <a:gd name="connsiteY141" fmla="*/ 47917 h 943999"/>
                <a:gd name="connsiteX142" fmla="*/ 799523 w 1639413"/>
                <a:gd name="connsiteY142" fmla="*/ 49481 h 943999"/>
                <a:gd name="connsiteX143" fmla="*/ 809437 w 1639413"/>
                <a:gd name="connsiteY143" fmla="*/ 48960 h 943999"/>
                <a:gd name="connsiteX144" fmla="*/ 815970 w 1639413"/>
                <a:gd name="connsiteY144" fmla="*/ 58645 h 943999"/>
                <a:gd name="connsiteX145" fmla="*/ 827180 w 1639413"/>
                <a:gd name="connsiteY145" fmla="*/ 59153 h 943999"/>
                <a:gd name="connsiteX146" fmla="*/ 832925 w 1639413"/>
                <a:gd name="connsiteY146" fmla="*/ 47917 h 943999"/>
                <a:gd name="connsiteX147" fmla="*/ 848724 w 1639413"/>
                <a:gd name="connsiteY147" fmla="*/ 52112 h 943999"/>
                <a:gd name="connsiteX148" fmla="*/ 852626 w 1639413"/>
                <a:gd name="connsiteY148" fmla="*/ 65953 h 943999"/>
                <a:gd name="connsiteX149" fmla="*/ 861523 w 1639413"/>
                <a:gd name="connsiteY149" fmla="*/ 72486 h 943999"/>
                <a:gd name="connsiteX150" fmla="*/ 902361 w 1639413"/>
                <a:gd name="connsiteY150" fmla="*/ 73134 h 943999"/>
                <a:gd name="connsiteX151" fmla="*/ 921426 w 1639413"/>
                <a:gd name="connsiteY151" fmla="*/ 70008 h 943999"/>
                <a:gd name="connsiteX152" fmla="*/ 946224 w 1639413"/>
                <a:gd name="connsiteY152" fmla="*/ 79299 h 943999"/>
                <a:gd name="connsiteX153" fmla="*/ 965657 w 1639413"/>
                <a:gd name="connsiteY153" fmla="*/ 70402 h 943999"/>
                <a:gd name="connsiteX154" fmla="*/ 984062 w 1639413"/>
                <a:gd name="connsiteY154" fmla="*/ 70402 h 943999"/>
                <a:gd name="connsiteX155" fmla="*/ 991231 w 1639413"/>
                <a:gd name="connsiteY155" fmla="*/ 79426 h 943999"/>
                <a:gd name="connsiteX156" fmla="*/ 996582 w 1639413"/>
                <a:gd name="connsiteY156" fmla="*/ 86213 h 943999"/>
                <a:gd name="connsiteX157" fmla="*/ 1016689 w 1639413"/>
                <a:gd name="connsiteY157" fmla="*/ 98237 h 943999"/>
                <a:gd name="connsiteX158" fmla="*/ 1034038 w 1639413"/>
                <a:gd name="connsiteY158" fmla="*/ 98758 h 943999"/>
                <a:gd name="connsiteX159" fmla="*/ 1053625 w 1639413"/>
                <a:gd name="connsiteY159" fmla="*/ 122031 h 943999"/>
                <a:gd name="connsiteX160" fmla="*/ 1083252 w 1639413"/>
                <a:gd name="connsiteY160" fmla="*/ 132351 h 943999"/>
                <a:gd name="connsiteX161" fmla="*/ 1111952 w 1639413"/>
                <a:gd name="connsiteY161" fmla="*/ 146866 h 943999"/>
                <a:gd name="connsiteX162" fmla="*/ 1167153 w 1639413"/>
                <a:gd name="connsiteY162" fmla="*/ 169478 h 943999"/>
                <a:gd name="connsiteX163" fmla="*/ 1202652 w 1639413"/>
                <a:gd name="connsiteY163" fmla="*/ 191301 h 943999"/>
                <a:gd name="connsiteX164" fmla="*/ 1236220 w 1639413"/>
                <a:gd name="connsiteY164" fmla="*/ 208714 h 943999"/>
                <a:gd name="connsiteX165" fmla="*/ 1275240 w 1639413"/>
                <a:gd name="connsiteY165" fmla="*/ 228326 h 943999"/>
                <a:gd name="connsiteX166" fmla="*/ 1303559 w 1639413"/>
                <a:gd name="connsiteY166" fmla="*/ 256416 h 943999"/>
                <a:gd name="connsiteX167" fmla="*/ 1340190 w 1639413"/>
                <a:gd name="connsiteY167" fmla="*/ 284975 h 943999"/>
                <a:gd name="connsiteX168" fmla="*/ 1392518 w 1639413"/>
                <a:gd name="connsiteY168" fmla="*/ 314908 h 943999"/>
                <a:gd name="connsiteX169" fmla="*/ 1443790 w 1639413"/>
                <a:gd name="connsiteY169" fmla="*/ 342095 h 943999"/>
                <a:gd name="connsiteX170" fmla="*/ 1447184 w 1639413"/>
                <a:gd name="connsiteY170" fmla="*/ 350992 h 943999"/>
                <a:gd name="connsiteX171" fmla="*/ 1441324 w 1639413"/>
                <a:gd name="connsiteY171" fmla="*/ 386810 h 943999"/>
                <a:gd name="connsiteX172" fmla="*/ 1446803 w 1639413"/>
                <a:gd name="connsiteY172" fmla="*/ 401058 h 943999"/>
                <a:gd name="connsiteX173" fmla="*/ 1454759 w 1639413"/>
                <a:gd name="connsiteY173" fmla="*/ 422106 h 943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1639413" h="943999">
                  <a:moveTo>
                    <a:pt x="1585128" y="574183"/>
                  </a:moveTo>
                  <a:lnTo>
                    <a:pt x="1584212" y="546996"/>
                  </a:lnTo>
                  <a:lnTo>
                    <a:pt x="1618415" y="561105"/>
                  </a:lnTo>
                  <a:lnTo>
                    <a:pt x="1639413" y="581377"/>
                  </a:lnTo>
                  <a:lnTo>
                    <a:pt x="1615416" y="596922"/>
                  </a:lnTo>
                  <a:close/>
                  <a:moveTo>
                    <a:pt x="1493525" y="448454"/>
                  </a:moveTo>
                  <a:lnTo>
                    <a:pt x="1516620" y="470786"/>
                  </a:lnTo>
                  <a:lnTo>
                    <a:pt x="1533842" y="487398"/>
                  </a:lnTo>
                  <a:lnTo>
                    <a:pt x="1558652" y="495101"/>
                  </a:lnTo>
                  <a:lnTo>
                    <a:pt x="1563469" y="507531"/>
                  </a:lnTo>
                  <a:lnTo>
                    <a:pt x="1556301" y="516022"/>
                  </a:lnTo>
                  <a:lnTo>
                    <a:pt x="1556301" y="532227"/>
                  </a:lnTo>
                  <a:lnTo>
                    <a:pt x="1528237" y="563202"/>
                  </a:lnTo>
                  <a:lnTo>
                    <a:pt x="1519746" y="558359"/>
                  </a:lnTo>
                  <a:lnTo>
                    <a:pt x="1504228" y="572480"/>
                  </a:lnTo>
                  <a:lnTo>
                    <a:pt x="1484908" y="618873"/>
                  </a:lnTo>
                  <a:lnTo>
                    <a:pt x="1468728" y="621758"/>
                  </a:lnTo>
                  <a:lnTo>
                    <a:pt x="1464686" y="609747"/>
                  </a:lnTo>
                  <a:lnTo>
                    <a:pt x="1431640" y="598498"/>
                  </a:lnTo>
                  <a:lnTo>
                    <a:pt x="1418064" y="598498"/>
                  </a:lnTo>
                  <a:lnTo>
                    <a:pt x="1418713" y="576281"/>
                  </a:lnTo>
                  <a:lnTo>
                    <a:pt x="1432809" y="555499"/>
                  </a:lnTo>
                  <a:lnTo>
                    <a:pt x="1413235" y="550009"/>
                  </a:lnTo>
                  <a:lnTo>
                    <a:pt x="1358950" y="553923"/>
                  </a:lnTo>
                  <a:lnTo>
                    <a:pt x="1361555" y="535888"/>
                  </a:lnTo>
                  <a:lnTo>
                    <a:pt x="1391055" y="503083"/>
                  </a:lnTo>
                  <a:lnTo>
                    <a:pt x="1369525" y="495761"/>
                  </a:lnTo>
                  <a:lnTo>
                    <a:pt x="1359992" y="462715"/>
                  </a:lnTo>
                  <a:lnTo>
                    <a:pt x="1268249" y="491071"/>
                  </a:lnTo>
                  <a:lnTo>
                    <a:pt x="1240987" y="519441"/>
                  </a:lnTo>
                  <a:lnTo>
                    <a:pt x="1271771" y="530015"/>
                  </a:lnTo>
                  <a:lnTo>
                    <a:pt x="1288485" y="511726"/>
                  </a:lnTo>
                  <a:lnTo>
                    <a:pt x="1316536" y="531846"/>
                  </a:lnTo>
                  <a:lnTo>
                    <a:pt x="1297775" y="553161"/>
                  </a:lnTo>
                  <a:lnTo>
                    <a:pt x="1303635" y="562058"/>
                  </a:lnTo>
                  <a:lnTo>
                    <a:pt x="1318391" y="556694"/>
                  </a:lnTo>
                  <a:lnTo>
                    <a:pt x="1324251" y="566748"/>
                  </a:lnTo>
                  <a:lnTo>
                    <a:pt x="1325967" y="585178"/>
                  </a:lnTo>
                  <a:lnTo>
                    <a:pt x="1281481" y="626486"/>
                  </a:lnTo>
                  <a:lnTo>
                    <a:pt x="1245982" y="609963"/>
                  </a:lnTo>
                  <a:lnTo>
                    <a:pt x="1186358" y="637150"/>
                  </a:lnTo>
                  <a:lnTo>
                    <a:pt x="1170814" y="618084"/>
                  </a:lnTo>
                  <a:lnTo>
                    <a:pt x="1157252" y="618478"/>
                  </a:lnTo>
                  <a:lnTo>
                    <a:pt x="1100742" y="622139"/>
                  </a:lnTo>
                  <a:lnTo>
                    <a:pt x="1101784" y="594825"/>
                  </a:lnTo>
                  <a:lnTo>
                    <a:pt x="1036276" y="572989"/>
                  </a:lnTo>
                  <a:lnTo>
                    <a:pt x="1012126" y="552741"/>
                  </a:lnTo>
                  <a:lnTo>
                    <a:pt x="993455" y="600849"/>
                  </a:lnTo>
                  <a:lnTo>
                    <a:pt x="938916" y="612594"/>
                  </a:lnTo>
                  <a:lnTo>
                    <a:pt x="862565" y="619406"/>
                  </a:lnTo>
                  <a:lnTo>
                    <a:pt x="840513" y="582941"/>
                  </a:lnTo>
                  <a:lnTo>
                    <a:pt x="791045" y="606988"/>
                  </a:lnTo>
                  <a:lnTo>
                    <a:pt x="762854" y="582394"/>
                  </a:lnTo>
                  <a:lnTo>
                    <a:pt x="703205" y="602731"/>
                  </a:lnTo>
                  <a:lnTo>
                    <a:pt x="699938" y="656978"/>
                  </a:lnTo>
                  <a:lnTo>
                    <a:pt x="736226" y="679856"/>
                  </a:lnTo>
                  <a:lnTo>
                    <a:pt x="734142" y="699849"/>
                  </a:lnTo>
                  <a:lnTo>
                    <a:pt x="768459" y="707704"/>
                  </a:lnTo>
                  <a:lnTo>
                    <a:pt x="807733" y="729133"/>
                  </a:lnTo>
                  <a:lnTo>
                    <a:pt x="786596" y="737115"/>
                  </a:lnTo>
                  <a:lnTo>
                    <a:pt x="758024" y="744551"/>
                  </a:lnTo>
                  <a:lnTo>
                    <a:pt x="750461" y="762714"/>
                  </a:lnTo>
                  <a:lnTo>
                    <a:pt x="725664" y="745085"/>
                  </a:lnTo>
                  <a:lnTo>
                    <a:pt x="705823" y="769387"/>
                  </a:lnTo>
                  <a:lnTo>
                    <a:pt x="679983" y="765091"/>
                  </a:lnTo>
                  <a:lnTo>
                    <a:pt x="655973" y="782999"/>
                  </a:lnTo>
                  <a:lnTo>
                    <a:pt x="663600" y="828998"/>
                  </a:lnTo>
                  <a:lnTo>
                    <a:pt x="635917" y="838924"/>
                  </a:lnTo>
                  <a:lnTo>
                    <a:pt x="626537" y="896972"/>
                  </a:lnTo>
                  <a:lnTo>
                    <a:pt x="571069" y="943999"/>
                  </a:lnTo>
                  <a:lnTo>
                    <a:pt x="565985" y="909873"/>
                  </a:lnTo>
                  <a:lnTo>
                    <a:pt x="495507" y="870534"/>
                  </a:lnTo>
                  <a:lnTo>
                    <a:pt x="495380" y="860366"/>
                  </a:lnTo>
                  <a:lnTo>
                    <a:pt x="504913" y="779021"/>
                  </a:lnTo>
                  <a:lnTo>
                    <a:pt x="542103" y="777598"/>
                  </a:lnTo>
                  <a:lnTo>
                    <a:pt x="542891" y="763731"/>
                  </a:lnTo>
                  <a:lnTo>
                    <a:pt x="486775" y="744398"/>
                  </a:lnTo>
                  <a:lnTo>
                    <a:pt x="466439" y="685182"/>
                  </a:lnTo>
                  <a:lnTo>
                    <a:pt x="444374" y="664756"/>
                  </a:lnTo>
                  <a:lnTo>
                    <a:pt x="447259" y="630655"/>
                  </a:lnTo>
                  <a:lnTo>
                    <a:pt x="471650" y="620182"/>
                  </a:lnTo>
                  <a:lnTo>
                    <a:pt x="465791" y="567650"/>
                  </a:lnTo>
                  <a:lnTo>
                    <a:pt x="471523" y="503464"/>
                  </a:lnTo>
                  <a:lnTo>
                    <a:pt x="449229" y="491694"/>
                  </a:lnTo>
                  <a:lnTo>
                    <a:pt x="421814" y="488695"/>
                  </a:lnTo>
                  <a:lnTo>
                    <a:pt x="409294" y="485949"/>
                  </a:lnTo>
                  <a:lnTo>
                    <a:pt x="355403" y="480204"/>
                  </a:lnTo>
                  <a:lnTo>
                    <a:pt x="331380" y="419043"/>
                  </a:lnTo>
                  <a:lnTo>
                    <a:pt x="373197" y="387674"/>
                  </a:lnTo>
                  <a:lnTo>
                    <a:pt x="348400" y="365723"/>
                  </a:lnTo>
                  <a:lnTo>
                    <a:pt x="291369" y="367668"/>
                  </a:lnTo>
                  <a:lnTo>
                    <a:pt x="265656" y="325724"/>
                  </a:lnTo>
                  <a:lnTo>
                    <a:pt x="192839" y="303647"/>
                  </a:lnTo>
                  <a:lnTo>
                    <a:pt x="165029" y="305604"/>
                  </a:lnTo>
                  <a:lnTo>
                    <a:pt x="146956" y="259059"/>
                  </a:lnTo>
                  <a:lnTo>
                    <a:pt x="166275" y="218933"/>
                  </a:lnTo>
                  <a:lnTo>
                    <a:pt x="244036" y="252781"/>
                  </a:lnTo>
                  <a:lnTo>
                    <a:pt x="265046" y="269113"/>
                  </a:lnTo>
                  <a:lnTo>
                    <a:pt x="276917" y="256835"/>
                  </a:lnTo>
                  <a:lnTo>
                    <a:pt x="318162" y="169389"/>
                  </a:lnTo>
                  <a:lnTo>
                    <a:pt x="319865" y="140155"/>
                  </a:lnTo>
                  <a:lnTo>
                    <a:pt x="297813" y="131792"/>
                  </a:lnTo>
                  <a:lnTo>
                    <a:pt x="276002" y="124865"/>
                  </a:lnTo>
                  <a:lnTo>
                    <a:pt x="271846" y="86569"/>
                  </a:lnTo>
                  <a:lnTo>
                    <a:pt x="262695" y="87344"/>
                  </a:lnTo>
                  <a:lnTo>
                    <a:pt x="196284" y="136482"/>
                  </a:lnTo>
                  <a:lnTo>
                    <a:pt x="160911" y="167343"/>
                  </a:lnTo>
                  <a:lnTo>
                    <a:pt x="129860" y="158191"/>
                  </a:lnTo>
                  <a:lnTo>
                    <a:pt x="100232" y="159462"/>
                  </a:lnTo>
                  <a:lnTo>
                    <a:pt x="41766" y="136190"/>
                  </a:lnTo>
                  <a:lnTo>
                    <a:pt x="19307" y="88616"/>
                  </a:lnTo>
                  <a:lnTo>
                    <a:pt x="0" y="53853"/>
                  </a:lnTo>
                  <a:lnTo>
                    <a:pt x="2224" y="32030"/>
                  </a:lnTo>
                  <a:lnTo>
                    <a:pt x="43202" y="0"/>
                  </a:lnTo>
                  <a:lnTo>
                    <a:pt x="66296" y="9406"/>
                  </a:lnTo>
                  <a:lnTo>
                    <a:pt x="99343" y="13079"/>
                  </a:lnTo>
                  <a:lnTo>
                    <a:pt x="119425" y="6406"/>
                  </a:lnTo>
                  <a:lnTo>
                    <a:pt x="149841" y="10982"/>
                  </a:lnTo>
                  <a:lnTo>
                    <a:pt x="243286" y="55162"/>
                  </a:lnTo>
                  <a:lnTo>
                    <a:pt x="257382" y="56726"/>
                  </a:lnTo>
                  <a:lnTo>
                    <a:pt x="262466" y="53980"/>
                  </a:lnTo>
                  <a:lnTo>
                    <a:pt x="275773" y="47447"/>
                  </a:lnTo>
                  <a:lnTo>
                    <a:pt x="339464" y="67186"/>
                  </a:lnTo>
                  <a:lnTo>
                    <a:pt x="367261" y="95288"/>
                  </a:lnTo>
                  <a:lnTo>
                    <a:pt x="370388" y="126390"/>
                  </a:lnTo>
                  <a:lnTo>
                    <a:pt x="392720" y="114748"/>
                  </a:lnTo>
                  <a:lnTo>
                    <a:pt x="434079" y="128729"/>
                  </a:lnTo>
                  <a:lnTo>
                    <a:pt x="458101" y="145583"/>
                  </a:lnTo>
                  <a:lnTo>
                    <a:pt x="481183" y="143765"/>
                  </a:lnTo>
                  <a:lnTo>
                    <a:pt x="501519" y="132656"/>
                  </a:lnTo>
                  <a:lnTo>
                    <a:pt x="518208" y="134614"/>
                  </a:lnTo>
                  <a:lnTo>
                    <a:pt x="531261" y="120887"/>
                  </a:lnTo>
                  <a:lnTo>
                    <a:pt x="565846" y="111341"/>
                  </a:lnTo>
                  <a:lnTo>
                    <a:pt x="589995" y="105596"/>
                  </a:lnTo>
                  <a:lnTo>
                    <a:pt x="609899" y="93051"/>
                  </a:lnTo>
                  <a:lnTo>
                    <a:pt x="613293" y="80240"/>
                  </a:lnTo>
                  <a:lnTo>
                    <a:pt x="634430" y="65470"/>
                  </a:lnTo>
                  <a:lnTo>
                    <a:pt x="677645" y="57844"/>
                  </a:lnTo>
                  <a:lnTo>
                    <a:pt x="698515" y="48172"/>
                  </a:lnTo>
                  <a:lnTo>
                    <a:pt x="709852" y="46227"/>
                  </a:lnTo>
                  <a:lnTo>
                    <a:pt x="755799" y="53662"/>
                  </a:lnTo>
                  <a:lnTo>
                    <a:pt x="767150" y="47917"/>
                  </a:lnTo>
                  <a:lnTo>
                    <a:pt x="799523" y="49481"/>
                  </a:lnTo>
                  <a:lnTo>
                    <a:pt x="809437" y="48960"/>
                  </a:lnTo>
                  <a:lnTo>
                    <a:pt x="815970" y="58645"/>
                  </a:lnTo>
                  <a:lnTo>
                    <a:pt x="827180" y="59153"/>
                  </a:lnTo>
                  <a:lnTo>
                    <a:pt x="832925" y="47917"/>
                  </a:lnTo>
                  <a:lnTo>
                    <a:pt x="848724" y="52112"/>
                  </a:lnTo>
                  <a:lnTo>
                    <a:pt x="852626" y="65953"/>
                  </a:lnTo>
                  <a:lnTo>
                    <a:pt x="861523" y="72486"/>
                  </a:lnTo>
                  <a:lnTo>
                    <a:pt x="902361" y="73134"/>
                  </a:lnTo>
                  <a:lnTo>
                    <a:pt x="921426" y="70008"/>
                  </a:lnTo>
                  <a:lnTo>
                    <a:pt x="946224" y="79299"/>
                  </a:lnTo>
                  <a:lnTo>
                    <a:pt x="965657" y="70402"/>
                  </a:lnTo>
                  <a:lnTo>
                    <a:pt x="984062" y="70402"/>
                  </a:lnTo>
                  <a:lnTo>
                    <a:pt x="991231" y="79426"/>
                  </a:lnTo>
                  <a:lnTo>
                    <a:pt x="996582" y="86213"/>
                  </a:lnTo>
                  <a:lnTo>
                    <a:pt x="1016689" y="98237"/>
                  </a:lnTo>
                  <a:lnTo>
                    <a:pt x="1034038" y="98758"/>
                  </a:lnTo>
                  <a:lnTo>
                    <a:pt x="1053625" y="122031"/>
                  </a:lnTo>
                  <a:lnTo>
                    <a:pt x="1083252" y="132351"/>
                  </a:lnTo>
                  <a:lnTo>
                    <a:pt x="1111952" y="146866"/>
                  </a:lnTo>
                  <a:lnTo>
                    <a:pt x="1167153" y="169478"/>
                  </a:lnTo>
                  <a:lnTo>
                    <a:pt x="1202652" y="191301"/>
                  </a:lnTo>
                  <a:lnTo>
                    <a:pt x="1236220" y="208714"/>
                  </a:lnTo>
                  <a:lnTo>
                    <a:pt x="1275240" y="228326"/>
                  </a:lnTo>
                  <a:lnTo>
                    <a:pt x="1303559" y="256416"/>
                  </a:lnTo>
                  <a:lnTo>
                    <a:pt x="1340190" y="284975"/>
                  </a:lnTo>
                  <a:lnTo>
                    <a:pt x="1392518" y="314908"/>
                  </a:lnTo>
                  <a:lnTo>
                    <a:pt x="1443790" y="342095"/>
                  </a:lnTo>
                  <a:lnTo>
                    <a:pt x="1447184" y="350992"/>
                  </a:lnTo>
                  <a:lnTo>
                    <a:pt x="1441324" y="386810"/>
                  </a:lnTo>
                  <a:lnTo>
                    <a:pt x="1446803" y="401058"/>
                  </a:lnTo>
                  <a:lnTo>
                    <a:pt x="1454759" y="422106"/>
                  </a:lnTo>
                  <a:close/>
                </a:path>
              </a:pathLst>
            </a:custGeom>
            <a:noFill/>
            <a:ln w="3810" cap="flat">
              <a:solidFill>
                <a:srgbClr val="E6E4E2"/>
              </a:solidFill>
              <a:prstDash val="solid"/>
              <a:miter/>
            </a:ln>
          </p:spPr>
          <p:txBody>
            <a:bodyPr rtlCol="0" anchor="ctr"/>
            <a:lstStyle/>
            <a:p>
              <a:endParaRPr lang="de-CH"/>
            </a:p>
          </p:txBody>
        </p:sp>
        <p:sp>
          <p:nvSpPr>
            <p:cNvPr id="122" name="Freihandform: Form 121">
              <a:extLst>
                <a:ext uri="{FF2B5EF4-FFF2-40B4-BE49-F238E27FC236}">
                  <a16:creationId xmlns:a16="http://schemas.microsoft.com/office/drawing/2014/main" id="{A4E44291-FE4E-41D0-4795-283AC6AEE9E5}"/>
                </a:ext>
              </a:extLst>
            </p:cNvPr>
            <p:cNvSpPr/>
            <p:nvPr/>
          </p:nvSpPr>
          <p:spPr>
            <a:xfrm>
              <a:off x="6489224" y="3985237"/>
              <a:ext cx="1598003" cy="2417709"/>
            </a:xfrm>
            <a:custGeom>
              <a:avLst/>
              <a:gdLst>
                <a:gd name="connsiteX0" fmla="*/ 1267042 w 1598003"/>
                <a:gd name="connsiteY0" fmla="*/ 1965366 h 2417709"/>
                <a:gd name="connsiteX1" fmla="*/ 1271732 w 1598003"/>
                <a:gd name="connsiteY1" fmla="*/ 1972039 h 2417709"/>
                <a:gd name="connsiteX2" fmla="*/ 1313752 w 1598003"/>
                <a:gd name="connsiteY2" fmla="*/ 1983669 h 2417709"/>
                <a:gd name="connsiteX3" fmla="*/ 1320285 w 1598003"/>
                <a:gd name="connsiteY3" fmla="*/ 2022104 h 2417709"/>
                <a:gd name="connsiteX4" fmla="*/ 1316104 w 1598003"/>
                <a:gd name="connsiteY4" fmla="*/ 2042225 h 2417709"/>
                <a:gd name="connsiteX5" fmla="*/ 1332627 w 1598003"/>
                <a:gd name="connsiteY5" fmla="*/ 2057642 h 2417709"/>
                <a:gd name="connsiteX6" fmla="*/ 1322853 w 1598003"/>
                <a:gd name="connsiteY6" fmla="*/ 2084448 h 2417709"/>
                <a:gd name="connsiteX7" fmla="*/ 1344384 w 1598003"/>
                <a:gd name="connsiteY7" fmla="*/ 2093841 h 2417709"/>
                <a:gd name="connsiteX8" fmla="*/ 1371533 w 1598003"/>
                <a:gd name="connsiteY8" fmla="*/ 2090447 h 2417709"/>
                <a:gd name="connsiteX9" fmla="*/ 1388882 w 1598003"/>
                <a:gd name="connsiteY9" fmla="*/ 2106525 h 2417709"/>
                <a:gd name="connsiteX10" fmla="*/ 1407019 w 1598003"/>
                <a:gd name="connsiteY10" fmla="*/ 2106780 h 2417709"/>
                <a:gd name="connsiteX11" fmla="*/ 1405990 w 1598003"/>
                <a:gd name="connsiteY11" fmla="*/ 2122350 h 2417709"/>
                <a:gd name="connsiteX12" fmla="*/ 1442392 w 1598003"/>
                <a:gd name="connsiteY12" fmla="*/ 2136738 h 2417709"/>
                <a:gd name="connsiteX13" fmla="*/ 1444349 w 1598003"/>
                <a:gd name="connsiteY13" fmla="*/ 2172923 h 2417709"/>
                <a:gd name="connsiteX14" fmla="*/ 1464851 w 1598003"/>
                <a:gd name="connsiteY14" fmla="*/ 2163632 h 2417709"/>
                <a:gd name="connsiteX15" fmla="*/ 1461712 w 1598003"/>
                <a:gd name="connsiteY15" fmla="*/ 2182609 h 2417709"/>
                <a:gd name="connsiteX16" fmla="*/ 1451289 w 1598003"/>
                <a:gd name="connsiteY16" fmla="*/ 2213151 h 2417709"/>
                <a:gd name="connsiteX17" fmla="*/ 1427140 w 1598003"/>
                <a:gd name="connsiteY17" fmla="*/ 2246872 h 2417709"/>
                <a:gd name="connsiteX18" fmla="*/ 1399749 w 1598003"/>
                <a:gd name="connsiteY18" fmla="*/ 2252617 h 2417709"/>
                <a:gd name="connsiteX19" fmla="*/ 1394132 w 1598003"/>
                <a:gd name="connsiteY19" fmla="*/ 2304512 h 2417709"/>
                <a:gd name="connsiteX20" fmla="*/ 1361377 w 1598003"/>
                <a:gd name="connsiteY20" fmla="*/ 2351693 h 2417709"/>
                <a:gd name="connsiteX21" fmla="*/ 1360716 w 1598003"/>
                <a:gd name="connsiteY21" fmla="*/ 2401364 h 2417709"/>
                <a:gd name="connsiteX22" fmla="*/ 1327301 w 1598003"/>
                <a:gd name="connsiteY22" fmla="*/ 2417709 h 2417709"/>
                <a:gd name="connsiteX23" fmla="*/ 1276461 w 1598003"/>
                <a:gd name="connsiteY23" fmla="*/ 2406855 h 2417709"/>
                <a:gd name="connsiteX24" fmla="*/ 1283121 w 1598003"/>
                <a:gd name="connsiteY24" fmla="*/ 2368419 h 2417709"/>
                <a:gd name="connsiteX25" fmla="*/ 1244748 w 1598003"/>
                <a:gd name="connsiteY25" fmla="*/ 2365153 h 2417709"/>
                <a:gd name="connsiteX26" fmla="*/ 1239410 w 1598003"/>
                <a:gd name="connsiteY26" fmla="*/ 2379922 h 2417709"/>
                <a:gd name="connsiteX27" fmla="*/ 1206910 w 1598003"/>
                <a:gd name="connsiteY27" fmla="*/ 2372220 h 2417709"/>
                <a:gd name="connsiteX28" fmla="*/ 1196996 w 1598003"/>
                <a:gd name="connsiteY28" fmla="*/ 2349850 h 2417709"/>
                <a:gd name="connsiteX29" fmla="*/ 1177155 w 1598003"/>
                <a:gd name="connsiteY29" fmla="*/ 2347307 h 2417709"/>
                <a:gd name="connsiteX30" fmla="*/ 1149625 w 1598003"/>
                <a:gd name="connsiteY30" fmla="*/ 2359332 h 2417709"/>
                <a:gd name="connsiteX31" fmla="*/ 1144274 w 1598003"/>
                <a:gd name="connsiteY31" fmla="*/ 2381155 h 2417709"/>
                <a:gd name="connsiteX32" fmla="*/ 1124828 w 1598003"/>
                <a:gd name="connsiteY32" fmla="*/ 2378142 h 2417709"/>
                <a:gd name="connsiteX33" fmla="*/ 1101200 w 1598003"/>
                <a:gd name="connsiteY33" fmla="*/ 2387040 h 2417709"/>
                <a:gd name="connsiteX34" fmla="*/ 1104720 w 1598003"/>
                <a:gd name="connsiteY34" fmla="*/ 2348617 h 2417709"/>
                <a:gd name="connsiteX35" fmla="*/ 1146092 w 1598003"/>
                <a:gd name="connsiteY35" fmla="*/ 2284176 h 2417709"/>
                <a:gd name="connsiteX36" fmla="*/ 1160454 w 1598003"/>
                <a:gd name="connsiteY36" fmla="*/ 2284570 h 2417709"/>
                <a:gd name="connsiteX37" fmla="*/ 1172847 w 1598003"/>
                <a:gd name="connsiteY37" fmla="*/ 2274758 h 2417709"/>
                <a:gd name="connsiteX38" fmla="*/ 1167763 w 1598003"/>
                <a:gd name="connsiteY38" fmla="*/ 2268631 h 2417709"/>
                <a:gd name="connsiteX39" fmla="*/ 1148316 w 1598003"/>
                <a:gd name="connsiteY39" fmla="*/ 2265263 h 2417709"/>
                <a:gd name="connsiteX40" fmla="*/ 1132784 w 1598003"/>
                <a:gd name="connsiteY40" fmla="*/ 2201356 h 2417709"/>
                <a:gd name="connsiteX41" fmla="*/ 1116592 w 1598003"/>
                <a:gd name="connsiteY41" fmla="*/ 2189587 h 2417709"/>
                <a:gd name="connsiteX42" fmla="*/ 1123646 w 1598003"/>
                <a:gd name="connsiteY42" fmla="*/ 2169466 h 2417709"/>
                <a:gd name="connsiteX43" fmla="*/ 1118282 w 1598003"/>
                <a:gd name="connsiteY43" fmla="*/ 2150630 h 2417709"/>
                <a:gd name="connsiteX44" fmla="*/ 1110719 w 1598003"/>
                <a:gd name="connsiteY44" fmla="*/ 2133115 h 2417709"/>
                <a:gd name="connsiteX45" fmla="*/ 1125603 w 1598003"/>
                <a:gd name="connsiteY45" fmla="*/ 2125947 h 2417709"/>
                <a:gd name="connsiteX46" fmla="*/ 1154837 w 1598003"/>
                <a:gd name="connsiteY46" fmla="*/ 2083723 h 2417709"/>
                <a:gd name="connsiteX47" fmla="*/ 1172186 w 1598003"/>
                <a:gd name="connsiteY47" fmla="*/ 2067124 h 2417709"/>
                <a:gd name="connsiteX48" fmla="*/ 1178846 w 1598003"/>
                <a:gd name="connsiteY48" fmla="*/ 2066081 h 2417709"/>
                <a:gd name="connsiteX49" fmla="*/ 1199589 w 1598003"/>
                <a:gd name="connsiteY49" fmla="*/ 2080711 h 2417709"/>
                <a:gd name="connsiteX50" fmla="*/ 1218654 w 1598003"/>
                <a:gd name="connsiteY50" fmla="*/ 2097310 h 2417709"/>
                <a:gd name="connsiteX51" fmla="*/ 1224666 w 1598003"/>
                <a:gd name="connsiteY51" fmla="*/ 2112995 h 2417709"/>
                <a:gd name="connsiteX52" fmla="*/ 1227933 w 1598003"/>
                <a:gd name="connsiteY52" fmla="*/ 2153134 h 2417709"/>
                <a:gd name="connsiteX53" fmla="*/ 1235495 w 1598003"/>
                <a:gd name="connsiteY53" fmla="*/ 2159489 h 2417709"/>
                <a:gd name="connsiteX54" fmla="*/ 1241495 w 1598003"/>
                <a:gd name="connsiteY54" fmla="*/ 2154405 h 2417709"/>
                <a:gd name="connsiteX55" fmla="*/ 1245155 w 1598003"/>
                <a:gd name="connsiteY55" fmla="*/ 2136776 h 2417709"/>
                <a:gd name="connsiteX56" fmla="*/ 1246706 w 1598003"/>
                <a:gd name="connsiteY56" fmla="*/ 2117926 h 2417709"/>
                <a:gd name="connsiteX57" fmla="*/ 1232610 w 1598003"/>
                <a:gd name="connsiteY57" fmla="*/ 2089837 h 2417709"/>
                <a:gd name="connsiteX58" fmla="*/ 1225963 w 1598003"/>
                <a:gd name="connsiteY58" fmla="*/ 2084346 h 2417709"/>
                <a:gd name="connsiteX59" fmla="*/ 1214752 w 1598003"/>
                <a:gd name="connsiteY59" fmla="*/ 2074280 h 2417709"/>
                <a:gd name="connsiteX60" fmla="*/ 1204584 w 1598003"/>
                <a:gd name="connsiteY60" fmla="*/ 2055214 h 2417709"/>
                <a:gd name="connsiteX61" fmla="*/ 1206796 w 1598003"/>
                <a:gd name="connsiteY61" fmla="*/ 2032603 h 2417709"/>
                <a:gd name="connsiteX62" fmla="*/ 1201839 w 1598003"/>
                <a:gd name="connsiteY62" fmla="*/ 2022930 h 2417709"/>
                <a:gd name="connsiteX63" fmla="*/ 1194924 w 1598003"/>
                <a:gd name="connsiteY63" fmla="*/ 2020706 h 2417709"/>
                <a:gd name="connsiteX64" fmla="*/ 1197136 w 1598003"/>
                <a:gd name="connsiteY64" fmla="*/ 2010385 h 2417709"/>
                <a:gd name="connsiteX65" fmla="*/ 1207838 w 1598003"/>
                <a:gd name="connsiteY65" fmla="*/ 2011034 h 2417709"/>
                <a:gd name="connsiteX66" fmla="*/ 1211753 w 1598003"/>
                <a:gd name="connsiteY66" fmla="*/ 1986732 h 2417709"/>
                <a:gd name="connsiteX67" fmla="*/ 1230539 w 1598003"/>
                <a:gd name="connsiteY67" fmla="*/ 1991422 h 2417709"/>
                <a:gd name="connsiteX68" fmla="*/ 1237732 w 1598003"/>
                <a:gd name="connsiteY68" fmla="*/ 1963193 h 2417709"/>
                <a:gd name="connsiteX69" fmla="*/ 1232509 w 1598003"/>
                <a:gd name="connsiteY69" fmla="*/ 1927515 h 2417709"/>
                <a:gd name="connsiteX70" fmla="*/ 1246718 w 1598003"/>
                <a:gd name="connsiteY70" fmla="*/ 1912085 h 2417709"/>
                <a:gd name="connsiteX71" fmla="*/ 1280642 w 1598003"/>
                <a:gd name="connsiteY71" fmla="*/ 1898510 h 2417709"/>
                <a:gd name="connsiteX72" fmla="*/ 1293962 w 1598003"/>
                <a:gd name="connsiteY72" fmla="*/ 1892740 h 2417709"/>
                <a:gd name="connsiteX73" fmla="*/ 1301410 w 1598003"/>
                <a:gd name="connsiteY73" fmla="*/ 1882165 h 2417709"/>
                <a:gd name="connsiteX74" fmla="*/ 1330123 w 1598003"/>
                <a:gd name="connsiteY74" fmla="*/ 1872365 h 2417709"/>
                <a:gd name="connsiteX75" fmla="*/ 1343952 w 1598003"/>
                <a:gd name="connsiteY75" fmla="*/ 1896286 h 2417709"/>
                <a:gd name="connsiteX76" fmla="*/ 1328026 w 1598003"/>
                <a:gd name="connsiteY76" fmla="*/ 1900328 h 2417709"/>
                <a:gd name="connsiteX77" fmla="*/ 1325026 w 1598003"/>
                <a:gd name="connsiteY77" fmla="*/ 1913928 h 2417709"/>
                <a:gd name="connsiteX78" fmla="*/ 1308503 w 1598003"/>
                <a:gd name="connsiteY78" fmla="*/ 1915097 h 2417709"/>
                <a:gd name="connsiteX79" fmla="*/ 1304448 w 1598003"/>
                <a:gd name="connsiteY79" fmla="*/ 1934696 h 2417709"/>
                <a:gd name="connsiteX80" fmla="*/ 1277833 w 1598003"/>
                <a:gd name="connsiteY80" fmla="*/ 1940060 h 2417709"/>
                <a:gd name="connsiteX81" fmla="*/ 1273130 w 1598003"/>
                <a:gd name="connsiteY81" fmla="*/ 1958490 h 2417709"/>
                <a:gd name="connsiteX82" fmla="*/ 1449866 w 1598003"/>
                <a:gd name="connsiteY82" fmla="*/ 1239321 h 2417709"/>
                <a:gd name="connsiteX83" fmla="*/ 1512642 w 1598003"/>
                <a:gd name="connsiteY83" fmla="*/ 1273817 h 2417709"/>
                <a:gd name="connsiteX84" fmla="*/ 1555856 w 1598003"/>
                <a:gd name="connsiteY84" fmla="*/ 1337368 h 2417709"/>
                <a:gd name="connsiteX85" fmla="*/ 1598003 w 1598003"/>
                <a:gd name="connsiteY85" fmla="*/ 1363627 h 2417709"/>
                <a:gd name="connsiteX86" fmla="*/ 1593821 w 1598003"/>
                <a:gd name="connsiteY86" fmla="*/ 1384929 h 2417709"/>
                <a:gd name="connsiteX87" fmla="*/ 1554165 w 1598003"/>
                <a:gd name="connsiteY87" fmla="*/ 1409244 h 2417709"/>
                <a:gd name="connsiteX88" fmla="*/ 1522848 w 1598003"/>
                <a:gd name="connsiteY88" fmla="*/ 1472235 h 2417709"/>
                <a:gd name="connsiteX89" fmla="*/ 1434296 w 1598003"/>
                <a:gd name="connsiteY89" fmla="*/ 1511167 h 2417709"/>
                <a:gd name="connsiteX90" fmla="*/ 1421370 w 1598003"/>
                <a:gd name="connsiteY90" fmla="*/ 1521335 h 2417709"/>
                <a:gd name="connsiteX91" fmla="*/ 1437893 w 1598003"/>
                <a:gd name="connsiteY91" fmla="*/ 1558576 h 2417709"/>
                <a:gd name="connsiteX92" fmla="*/ 1460771 w 1598003"/>
                <a:gd name="connsiteY92" fmla="*/ 1597978 h 2417709"/>
                <a:gd name="connsiteX93" fmla="*/ 1456729 w 1598003"/>
                <a:gd name="connsiteY93" fmla="*/ 1620589 h 2417709"/>
                <a:gd name="connsiteX94" fmla="*/ 1439634 w 1598003"/>
                <a:gd name="connsiteY94" fmla="*/ 1642807 h 2417709"/>
                <a:gd name="connsiteX95" fmla="*/ 1436888 w 1598003"/>
                <a:gd name="connsiteY95" fmla="*/ 1668430 h 2417709"/>
                <a:gd name="connsiteX96" fmla="*/ 1430241 w 1598003"/>
                <a:gd name="connsiteY96" fmla="*/ 1684369 h 2417709"/>
                <a:gd name="connsiteX97" fmla="*/ 1379731 w 1598003"/>
                <a:gd name="connsiteY97" fmla="*/ 1691182 h 2417709"/>
                <a:gd name="connsiteX98" fmla="*/ 1316307 w 1598003"/>
                <a:gd name="connsiteY98" fmla="*/ 1723592 h 2417709"/>
                <a:gd name="connsiteX99" fmla="*/ 1309138 w 1598003"/>
                <a:gd name="connsiteY99" fmla="*/ 1735998 h 2417709"/>
                <a:gd name="connsiteX100" fmla="*/ 1292424 w 1598003"/>
                <a:gd name="connsiteY100" fmla="*/ 1786978 h 2417709"/>
                <a:gd name="connsiteX101" fmla="*/ 1312265 w 1598003"/>
                <a:gd name="connsiteY101" fmla="*/ 1811280 h 2417709"/>
                <a:gd name="connsiteX102" fmla="*/ 1325319 w 1598003"/>
                <a:gd name="connsiteY102" fmla="*/ 1826710 h 2417709"/>
                <a:gd name="connsiteX103" fmla="*/ 1304308 w 1598003"/>
                <a:gd name="connsiteY103" fmla="*/ 1842268 h 2417709"/>
                <a:gd name="connsiteX104" fmla="*/ 1287988 w 1598003"/>
                <a:gd name="connsiteY104" fmla="*/ 1862388 h 2417709"/>
                <a:gd name="connsiteX105" fmla="*/ 1264767 w 1598003"/>
                <a:gd name="connsiteY105" fmla="*/ 1864358 h 2417709"/>
                <a:gd name="connsiteX106" fmla="*/ 1246363 w 1598003"/>
                <a:gd name="connsiteY106" fmla="*/ 1875975 h 2417709"/>
                <a:gd name="connsiteX107" fmla="*/ 1230310 w 1598003"/>
                <a:gd name="connsiteY107" fmla="*/ 1878733 h 2417709"/>
                <a:gd name="connsiteX108" fmla="*/ 1222086 w 1598003"/>
                <a:gd name="connsiteY108" fmla="*/ 1874539 h 2417709"/>
                <a:gd name="connsiteX109" fmla="*/ 1216341 w 1598003"/>
                <a:gd name="connsiteY109" fmla="*/ 1863316 h 2417709"/>
                <a:gd name="connsiteX110" fmla="*/ 1204737 w 1598003"/>
                <a:gd name="connsiteY110" fmla="*/ 1862388 h 2417709"/>
                <a:gd name="connsiteX111" fmla="*/ 1198737 w 1598003"/>
                <a:gd name="connsiteY111" fmla="*/ 1870624 h 2417709"/>
                <a:gd name="connsiteX112" fmla="*/ 1191683 w 1598003"/>
                <a:gd name="connsiteY112" fmla="*/ 1866442 h 2417709"/>
                <a:gd name="connsiteX113" fmla="*/ 1178973 w 1598003"/>
                <a:gd name="connsiteY113" fmla="*/ 1869849 h 2417709"/>
                <a:gd name="connsiteX114" fmla="*/ 1175313 w 1598003"/>
                <a:gd name="connsiteY114" fmla="*/ 1879242 h 2417709"/>
                <a:gd name="connsiteX115" fmla="*/ 1168259 w 1598003"/>
                <a:gd name="connsiteY115" fmla="*/ 1897811 h 2417709"/>
                <a:gd name="connsiteX116" fmla="*/ 1183651 w 1598003"/>
                <a:gd name="connsiteY116" fmla="*/ 1906302 h 2417709"/>
                <a:gd name="connsiteX117" fmla="*/ 1190590 w 1598003"/>
                <a:gd name="connsiteY117" fmla="*/ 1912657 h 2417709"/>
                <a:gd name="connsiteX118" fmla="*/ 1191620 w 1598003"/>
                <a:gd name="connsiteY118" fmla="*/ 1926257 h 2417709"/>
                <a:gd name="connsiteX119" fmla="*/ 1192802 w 1598003"/>
                <a:gd name="connsiteY119" fmla="*/ 1941153 h 2417709"/>
                <a:gd name="connsiteX120" fmla="*/ 1190323 w 1598003"/>
                <a:gd name="connsiteY120" fmla="*/ 1951080 h 2417709"/>
                <a:gd name="connsiteX121" fmla="*/ 1178439 w 1598003"/>
                <a:gd name="connsiteY121" fmla="*/ 1969128 h 2417709"/>
                <a:gd name="connsiteX122" fmla="*/ 1175452 w 1598003"/>
                <a:gd name="connsiteY122" fmla="*/ 1988727 h 2417709"/>
                <a:gd name="connsiteX123" fmla="*/ 1177003 w 1598003"/>
                <a:gd name="connsiteY123" fmla="*/ 2006623 h 2417709"/>
                <a:gd name="connsiteX124" fmla="*/ 1186917 w 1598003"/>
                <a:gd name="connsiteY124" fmla="*/ 2009636 h 2417709"/>
                <a:gd name="connsiteX125" fmla="*/ 1182354 w 1598003"/>
                <a:gd name="connsiteY125" fmla="*/ 2020490 h 2417709"/>
                <a:gd name="connsiteX126" fmla="*/ 1171016 w 1598003"/>
                <a:gd name="connsiteY126" fmla="*/ 2021532 h 2417709"/>
                <a:gd name="connsiteX127" fmla="*/ 1162399 w 1598003"/>
                <a:gd name="connsiteY127" fmla="*/ 2026769 h 2417709"/>
                <a:gd name="connsiteX128" fmla="*/ 1157963 w 1598003"/>
                <a:gd name="connsiteY128" fmla="*/ 2044283 h 2417709"/>
                <a:gd name="connsiteX129" fmla="*/ 1150769 w 1598003"/>
                <a:gd name="connsiteY129" fmla="*/ 2061150 h 2417709"/>
                <a:gd name="connsiteX130" fmla="*/ 1135898 w 1598003"/>
                <a:gd name="connsiteY130" fmla="*/ 2084028 h 2417709"/>
                <a:gd name="connsiteX131" fmla="*/ 1119985 w 1598003"/>
                <a:gd name="connsiteY131" fmla="*/ 2101823 h 2417709"/>
                <a:gd name="connsiteX132" fmla="*/ 1110579 w 1598003"/>
                <a:gd name="connsiteY132" fmla="*/ 2109779 h 2417709"/>
                <a:gd name="connsiteX133" fmla="*/ 1100920 w 1598003"/>
                <a:gd name="connsiteY133" fmla="*/ 2111483 h 2417709"/>
                <a:gd name="connsiteX134" fmla="*/ 1088794 w 1598003"/>
                <a:gd name="connsiteY134" fmla="*/ 2098149 h 2417709"/>
                <a:gd name="connsiteX135" fmla="*/ 1069729 w 1598003"/>
                <a:gd name="connsiteY135" fmla="*/ 2082071 h 2417709"/>
                <a:gd name="connsiteX136" fmla="*/ 1068814 w 1598003"/>
                <a:gd name="connsiteY136" fmla="*/ 2071369 h 2417709"/>
                <a:gd name="connsiteX137" fmla="*/ 1081524 w 1598003"/>
                <a:gd name="connsiteY137" fmla="*/ 2035158 h 2417709"/>
                <a:gd name="connsiteX138" fmla="*/ 1079173 w 1598003"/>
                <a:gd name="connsiteY138" fmla="*/ 2019334 h 2417709"/>
                <a:gd name="connsiteX139" fmla="*/ 1071610 w 1598003"/>
                <a:gd name="connsiteY139" fmla="*/ 1985868 h 2417709"/>
                <a:gd name="connsiteX140" fmla="*/ 1068610 w 1598003"/>
                <a:gd name="connsiteY140" fmla="*/ 1973335 h 2417709"/>
                <a:gd name="connsiteX141" fmla="*/ 1068877 w 1598003"/>
                <a:gd name="connsiteY141" fmla="*/ 1967438 h 2417709"/>
                <a:gd name="connsiteX142" fmla="*/ 1073313 w 1598003"/>
                <a:gd name="connsiteY142" fmla="*/ 1957778 h 2417709"/>
                <a:gd name="connsiteX143" fmla="*/ 1074737 w 1598003"/>
                <a:gd name="connsiteY143" fmla="*/ 1949796 h 2417709"/>
                <a:gd name="connsiteX144" fmla="*/ 1089887 w 1598003"/>
                <a:gd name="connsiteY144" fmla="*/ 1929816 h 2417709"/>
                <a:gd name="connsiteX145" fmla="*/ 1094844 w 1598003"/>
                <a:gd name="connsiteY145" fmla="*/ 1911894 h 2417709"/>
                <a:gd name="connsiteX146" fmla="*/ 1095493 w 1598003"/>
                <a:gd name="connsiteY146" fmla="*/ 1907191 h 2417709"/>
                <a:gd name="connsiteX147" fmla="*/ 1093268 w 1598003"/>
                <a:gd name="connsiteY147" fmla="*/ 1899095 h 2417709"/>
                <a:gd name="connsiteX148" fmla="*/ 1087015 w 1598003"/>
                <a:gd name="connsiteY148" fmla="*/ 1894380 h 2417709"/>
                <a:gd name="connsiteX149" fmla="*/ 1068610 w 1598003"/>
                <a:gd name="connsiteY149" fmla="*/ 1902756 h 2417709"/>
                <a:gd name="connsiteX150" fmla="*/ 1058684 w 1598003"/>
                <a:gd name="connsiteY150" fmla="*/ 1916864 h 2417709"/>
                <a:gd name="connsiteX151" fmla="*/ 1061950 w 1598003"/>
                <a:gd name="connsiteY151" fmla="*/ 1938179 h 2417709"/>
                <a:gd name="connsiteX152" fmla="*/ 1062090 w 1598003"/>
                <a:gd name="connsiteY152" fmla="*/ 1952160 h 2417709"/>
                <a:gd name="connsiteX153" fmla="*/ 1055735 w 1598003"/>
                <a:gd name="connsiteY153" fmla="*/ 1961057 h 2417709"/>
                <a:gd name="connsiteX154" fmla="*/ 1041398 w 1598003"/>
                <a:gd name="connsiteY154" fmla="*/ 1967984 h 2417709"/>
                <a:gd name="connsiteX155" fmla="*/ 1040864 w 1598003"/>
                <a:gd name="connsiteY155" fmla="*/ 1974136 h 2417709"/>
                <a:gd name="connsiteX156" fmla="*/ 1049354 w 1598003"/>
                <a:gd name="connsiteY156" fmla="*/ 1989299 h 2417709"/>
                <a:gd name="connsiteX157" fmla="*/ 1047638 w 1598003"/>
                <a:gd name="connsiteY157" fmla="*/ 1996481 h 2417709"/>
                <a:gd name="connsiteX158" fmla="*/ 1029514 w 1598003"/>
                <a:gd name="connsiteY158" fmla="*/ 2002098 h 2417709"/>
                <a:gd name="connsiteX159" fmla="*/ 1010982 w 1598003"/>
                <a:gd name="connsiteY159" fmla="*/ 1996735 h 2417709"/>
                <a:gd name="connsiteX160" fmla="*/ 1012152 w 1598003"/>
                <a:gd name="connsiteY160" fmla="*/ 1984584 h 2417709"/>
                <a:gd name="connsiteX161" fmla="*/ 1018151 w 1598003"/>
                <a:gd name="connsiteY161" fmla="*/ 1977123 h 2417709"/>
                <a:gd name="connsiteX162" fmla="*/ 1012673 w 1598003"/>
                <a:gd name="connsiteY162" fmla="*/ 1966955 h 2417709"/>
                <a:gd name="connsiteX163" fmla="*/ 1007449 w 1598003"/>
                <a:gd name="connsiteY163" fmla="*/ 1965252 h 2417709"/>
                <a:gd name="connsiteX164" fmla="*/ 995578 w 1598003"/>
                <a:gd name="connsiteY164" fmla="*/ 1972191 h 2417709"/>
                <a:gd name="connsiteX165" fmla="*/ 990633 w 1598003"/>
                <a:gd name="connsiteY165" fmla="*/ 1981330 h 2417709"/>
                <a:gd name="connsiteX166" fmla="*/ 973907 w 1598003"/>
                <a:gd name="connsiteY166" fmla="*/ 1967082 h 2417709"/>
                <a:gd name="connsiteX167" fmla="*/ 952909 w 1598003"/>
                <a:gd name="connsiteY167" fmla="*/ 1936882 h 2417709"/>
                <a:gd name="connsiteX168" fmla="*/ 932955 w 1598003"/>
                <a:gd name="connsiteY168" fmla="*/ 1922647 h 2417709"/>
                <a:gd name="connsiteX169" fmla="*/ 913241 w 1598003"/>
                <a:gd name="connsiteY169" fmla="*/ 1919774 h 2417709"/>
                <a:gd name="connsiteX170" fmla="*/ 856719 w 1598003"/>
                <a:gd name="connsiteY170" fmla="*/ 1907344 h 2417709"/>
                <a:gd name="connsiteX171" fmla="*/ 848508 w 1598003"/>
                <a:gd name="connsiteY171" fmla="*/ 1918593 h 2417709"/>
                <a:gd name="connsiteX172" fmla="*/ 836624 w 1598003"/>
                <a:gd name="connsiteY172" fmla="*/ 1914932 h 2417709"/>
                <a:gd name="connsiteX173" fmla="*/ 837552 w 1598003"/>
                <a:gd name="connsiteY173" fmla="*/ 1903569 h 2417709"/>
                <a:gd name="connsiteX174" fmla="*/ 848381 w 1598003"/>
                <a:gd name="connsiteY174" fmla="*/ 1860049 h 2417709"/>
                <a:gd name="connsiteX175" fmla="*/ 857507 w 1598003"/>
                <a:gd name="connsiteY175" fmla="*/ 1846830 h 2417709"/>
                <a:gd name="connsiteX176" fmla="*/ 874488 w 1598003"/>
                <a:gd name="connsiteY176" fmla="*/ 1818474 h 2417709"/>
                <a:gd name="connsiteX177" fmla="*/ 903187 w 1598003"/>
                <a:gd name="connsiteY177" fmla="*/ 1807035 h 2417709"/>
                <a:gd name="connsiteX178" fmla="*/ 907903 w 1598003"/>
                <a:gd name="connsiteY178" fmla="*/ 1803387 h 2417709"/>
                <a:gd name="connsiteX179" fmla="*/ 920155 w 1598003"/>
                <a:gd name="connsiteY179" fmla="*/ 1780776 h 2417709"/>
                <a:gd name="connsiteX180" fmla="*/ 934759 w 1598003"/>
                <a:gd name="connsiteY180" fmla="*/ 1752012 h 2417709"/>
                <a:gd name="connsiteX181" fmla="*/ 918719 w 1598003"/>
                <a:gd name="connsiteY181" fmla="*/ 1743522 h 2417709"/>
                <a:gd name="connsiteX182" fmla="*/ 931772 w 1598003"/>
                <a:gd name="connsiteY182" fmla="*/ 1720504 h 2417709"/>
                <a:gd name="connsiteX183" fmla="*/ 954740 w 1598003"/>
                <a:gd name="connsiteY183" fmla="*/ 1727050 h 2417709"/>
                <a:gd name="connsiteX184" fmla="*/ 970653 w 1598003"/>
                <a:gd name="connsiteY184" fmla="*/ 1698553 h 2417709"/>
                <a:gd name="connsiteX185" fmla="*/ 970386 w 1598003"/>
                <a:gd name="connsiteY185" fmla="*/ 1658694 h 2417709"/>
                <a:gd name="connsiteX186" fmla="*/ 950431 w 1598003"/>
                <a:gd name="connsiteY186" fmla="*/ 1643277 h 2417709"/>
                <a:gd name="connsiteX187" fmla="*/ 924591 w 1598003"/>
                <a:gd name="connsiteY187" fmla="*/ 1632931 h 2417709"/>
                <a:gd name="connsiteX188" fmla="*/ 870979 w 1598003"/>
                <a:gd name="connsiteY188" fmla="*/ 1581454 h 2417709"/>
                <a:gd name="connsiteX189" fmla="*/ 862235 w 1598003"/>
                <a:gd name="connsiteY189" fmla="*/ 1593605 h 2417709"/>
                <a:gd name="connsiteX190" fmla="*/ 824257 w 1598003"/>
                <a:gd name="connsiteY190" fmla="*/ 1603418 h 2417709"/>
                <a:gd name="connsiteX191" fmla="*/ 767061 w 1598003"/>
                <a:gd name="connsiteY191" fmla="*/ 1572824 h 2417709"/>
                <a:gd name="connsiteX192" fmla="*/ 790816 w 1598003"/>
                <a:gd name="connsiteY192" fmla="*/ 1554394 h 2417709"/>
                <a:gd name="connsiteX193" fmla="*/ 811153 w 1598003"/>
                <a:gd name="connsiteY193" fmla="*/ 1530092 h 2417709"/>
                <a:gd name="connsiteX194" fmla="*/ 822236 w 1598003"/>
                <a:gd name="connsiteY194" fmla="*/ 1513226 h 2417709"/>
                <a:gd name="connsiteX195" fmla="*/ 843513 w 1598003"/>
                <a:gd name="connsiteY195" fmla="*/ 1498330 h 2417709"/>
                <a:gd name="connsiteX196" fmla="*/ 868170 w 1598003"/>
                <a:gd name="connsiteY196" fmla="*/ 1477027 h 2417709"/>
                <a:gd name="connsiteX197" fmla="*/ 884351 w 1598003"/>
                <a:gd name="connsiteY197" fmla="*/ 1469401 h 2417709"/>
                <a:gd name="connsiteX198" fmla="*/ 902234 w 1598003"/>
                <a:gd name="connsiteY198" fmla="*/ 1462487 h 2417709"/>
                <a:gd name="connsiteX199" fmla="*/ 919329 w 1598003"/>
                <a:gd name="connsiteY199" fmla="*/ 1455420 h 2417709"/>
                <a:gd name="connsiteX200" fmla="*/ 938521 w 1598003"/>
                <a:gd name="connsiteY200" fmla="*/ 1447578 h 2417709"/>
                <a:gd name="connsiteX201" fmla="*/ 958349 w 1598003"/>
                <a:gd name="connsiteY201" fmla="*/ 1444184 h 2417709"/>
                <a:gd name="connsiteX202" fmla="*/ 973360 w 1598003"/>
                <a:gd name="connsiteY202" fmla="*/ 1429148 h 2417709"/>
                <a:gd name="connsiteX203" fmla="*/ 970882 w 1598003"/>
                <a:gd name="connsiteY203" fmla="*/ 1417378 h 2417709"/>
                <a:gd name="connsiteX204" fmla="*/ 965543 w 1598003"/>
                <a:gd name="connsiteY204" fmla="*/ 1387840 h 2417709"/>
                <a:gd name="connsiteX205" fmla="*/ 945207 w 1598003"/>
                <a:gd name="connsiteY205" fmla="*/ 1364313 h 2417709"/>
                <a:gd name="connsiteX206" fmla="*/ 921197 w 1598003"/>
                <a:gd name="connsiteY206" fmla="*/ 1348247 h 2417709"/>
                <a:gd name="connsiteX207" fmla="*/ 910622 w 1598003"/>
                <a:gd name="connsiteY207" fmla="*/ 1360525 h 2417709"/>
                <a:gd name="connsiteX208" fmla="*/ 876572 w 1598003"/>
                <a:gd name="connsiteY208" fmla="*/ 1372676 h 2417709"/>
                <a:gd name="connsiteX209" fmla="*/ 858040 w 1598003"/>
                <a:gd name="connsiteY209" fmla="*/ 1374774 h 2417709"/>
                <a:gd name="connsiteX210" fmla="*/ 866518 w 1598003"/>
                <a:gd name="connsiteY210" fmla="*/ 1417124 h 2417709"/>
                <a:gd name="connsiteX211" fmla="*/ 855562 w 1598003"/>
                <a:gd name="connsiteY211" fmla="*/ 1430063 h 2417709"/>
                <a:gd name="connsiteX212" fmla="*/ 838721 w 1598003"/>
                <a:gd name="connsiteY212" fmla="*/ 1449929 h 2417709"/>
                <a:gd name="connsiteX213" fmla="*/ 818105 w 1598003"/>
                <a:gd name="connsiteY213" fmla="*/ 1449662 h 2417709"/>
                <a:gd name="connsiteX214" fmla="*/ 787435 w 1598003"/>
                <a:gd name="connsiteY214" fmla="*/ 1426135 h 2417709"/>
                <a:gd name="connsiteX215" fmla="*/ 730011 w 1598003"/>
                <a:gd name="connsiteY215" fmla="*/ 1443383 h 2417709"/>
                <a:gd name="connsiteX216" fmla="*/ 694422 w 1598003"/>
                <a:gd name="connsiteY216" fmla="*/ 1484310 h 2417709"/>
                <a:gd name="connsiteX217" fmla="*/ 679691 w 1598003"/>
                <a:gd name="connsiteY217" fmla="*/ 1528478 h 2417709"/>
                <a:gd name="connsiteX218" fmla="*/ 644852 w 1598003"/>
                <a:gd name="connsiteY218" fmla="*/ 1583247 h 2417709"/>
                <a:gd name="connsiteX219" fmla="*/ 622381 w 1598003"/>
                <a:gd name="connsiteY219" fmla="*/ 1585064 h 2417709"/>
                <a:gd name="connsiteX220" fmla="*/ 611679 w 1598003"/>
                <a:gd name="connsiteY220" fmla="*/ 1560762 h 2417709"/>
                <a:gd name="connsiteX221" fmla="*/ 588965 w 1598003"/>
                <a:gd name="connsiteY221" fmla="*/ 1562326 h 2417709"/>
                <a:gd name="connsiteX222" fmla="*/ 563138 w 1598003"/>
                <a:gd name="connsiteY222" fmla="*/ 1552526 h 2417709"/>
                <a:gd name="connsiteX223" fmla="*/ 542916 w 1598003"/>
                <a:gd name="connsiteY223" fmla="*/ 1521030 h 2417709"/>
                <a:gd name="connsiteX224" fmla="*/ 468129 w 1598003"/>
                <a:gd name="connsiteY224" fmla="*/ 1533321 h 2417709"/>
                <a:gd name="connsiteX225" fmla="*/ 463045 w 1598003"/>
                <a:gd name="connsiteY225" fmla="*/ 1493919 h 2417709"/>
                <a:gd name="connsiteX226" fmla="*/ 427940 w 1598003"/>
                <a:gd name="connsiteY226" fmla="*/ 1464254 h 2417709"/>
                <a:gd name="connsiteX227" fmla="*/ 449992 w 1598003"/>
                <a:gd name="connsiteY227" fmla="*/ 1432109 h 2417709"/>
                <a:gd name="connsiteX228" fmla="*/ 386975 w 1598003"/>
                <a:gd name="connsiteY228" fmla="*/ 1400969 h 2417709"/>
                <a:gd name="connsiteX229" fmla="*/ 385157 w 1598003"/>
                <a:gd name="connsiteY229" fmla="*/ 1393254 h 2417709"/>
                <a:gd name="connsiteX230" fmla="*/ 378624 w 1598003"/>
                <a:gd name="connsiteY230" fmla="*/ 1363716 h 2417709"/>
                <a:gd name="connsiteX231" fmla="*/ 363105 w 1598003"/>
                <a:gd name="connsiteY231" fmla="*/ 1348553 h 2417709"/>
                <a:gd name="connsiteX232" fmla="*/ 317946 w 1598003"/>
                <a:gd name="connsiteY232" fmla="*/ 1303724 h 2417709"/>
                <a:gd name="connsiteX233" fmla="*/ 305935 w 1598003"/>
                <a:gd name="connsiteY233" fmla="*/ 1262555 h 2417709"/>
                <a:gd name="connsiteX234" fmla="*/ 299808 w 1598003"/>
                <a:gd name="connsiteY234" fmla="*/ 1241520 h 2417709"/>
                <a:gd name="connsiteX235" fmla="*/ 252691 w 1598003"/>
                <a:gd name="connsiteY235" fmla="*/ 1243337 h 2417709"/>
                <a:gd name="connsiteX236" fmla="*/ 233779 w 1598003"/>
                <a:gd name="connsiteY236" fmla="*/ 1220866 h 2417709"/>
                <a:gd name="connsiteX237" fmla="*/ 168525 w 1598003"/>
                <a:gd name="connsiteY237" fmla="*/ 1200339 h 2417709"/>
                <a:gd name="connsiteX238" fmla="*/ 156895 w 1598003"/>
                <a:gd name="connsiteY238" fmla="*/ 1165043 h 2417709"/>
                <a:gd name="connsiteX239" fmla="*/ 111888 w 1598003"/>
                <a:gd name="connsiteY239" fmla="*/ 1153934 h 2417709"/>
                <a:gd name="connsiteX240" fmla="*/ 112142 w 1598003"/>
                <a:gd name="connsiteY240" fmla="*/ 1123887 h 2417709"/>
                <a:gd name="connsiteX241" fmla="*/ 139672 w 1598003"/>
                <a:gd name="connsiteY241" fmla="*/ 1108177 h 2417709"/>
                <a:gd name="connsiteX242" fmla="*/ 100398 w 1598003"/>
                <a:gd name="connsiteY242" fmla="*/ 1055265 h 2417709"/>
                <a:gd name="connsiteX243" fmla="*/ 74037 w 1598003"/>
                <a:gd name="connsiteY243" fmla="*/ 998272 h 2417709"/>
                <a:gd name="connsiteX244" fmla="*/ 106537 w 1598003"/>
                <a:gd name="connsiteY244" fmla="*/ 988193 h 2417709"/>
                <a:gd name="connsiteX245" fmla="*/ 108100 w 1598003"/>
                <a:gd name="connsiteY245" fmla="*/ 942322 h 2417709"/>
                <a:gd name="connsiteX246" fmla="*/ 129377 w 1598003"/>
                <a:gd name="connsiteY246" fmla="*/ 931098 h 2417709"/>
                <a:gd name="connsiteX247" fmla="*/ 137003 w 1598003"/>
                <a:gd name="connsiteY247" fmla="*/ 917359 h 2417709"/>
                <a:gd name="connsiteX248" fmla="*/ 150565 w 1598003"/>
                <a:gd name="connsiteY248" fmla="*/ 904954 h 2417709"/>
                <a:gd name="connsiteX249" fmla="*/ 152014 w 1598003"/>
                <a:gd name="connsiteY249" fmla="*/ 870636 h 2417709"/>
                <a:gd name="connsiteX250" fmla="*/ 146536 w 1598003"/>
                <a:gd name="connsiteY250" fmla="*/ 837704 h 2417709"/>
                <a:gd name="connsiteX251" fmla="*/ 162970 w 1598003"/>
                <a:gd name="connsiteY251" fmla="*/ 811012 h 2417709"/>
                <a:gd name="connsiteX252" fmla="*/ 156958 w 1598003"/>
                <a:gd name="connsiteY252" fmla="*/ 761087 h 2417709"/>
                <a:gd name="connsiteX253" fmla="*/ 147057 w 1598003"/>
                <a:gd name="connsiteY253" fmla="*/ 739480 h 2417709"/>
                <a:gd name="connsiteX254" fmla="*/ 163580 w 1598003"/>
                <a:gd name="connsiteY254" fmla="*/ 712165 h 2417709"/>
                <a:gd name="connsiteX255" fmla="*/ 149751 w 1598003"/>
                <a:gd name="connsiteY255" fmla="*/ 682487 h 2417709"/>
                <a:gd name="connsiteX256" fmla="*/ 159678 w 1598003"/>
                <a:gd name="connsiteY256" fmla="*/ 666676 h 2417709"/>
                <a:gd name="connsiteX257" fmla="*/ 138071 w 1598003"/>
                <a:gd name="connsiteY257" fmla="*/ 631901 h 2417709"/>
                <a:gd name="connsiteX258" fmla="*/ 131271 w 1598003"/>
                <a:gd name="connsiteY258" fmla="*/ 602667 h 2417709"/>
                <a:gd name="connsiteX259" fmla="*/ 147070 w 1598003"/>
                <a:gd name="connsiteY259" fmla="*/ 573916 h 2417709"/>
                <a:gd name="connsiteX260" fmla="*/ 145112 w 1598003"/>
                <a:gd name="connsiteY260" fmla="*/ 550924 h 2417709"/>
                <a:gd name="connsiteX261" fmla="*/ 125272 w 1598003"/>
                <a:gd name="connsiteY261" fmla="*/ 540196 h 2417709"/>
                <a:gd name="connsiteX262" fmla="*/ 114049 w 1598003"/>
                <a:gd name="connsiteY262" fmla="*/ 516530 h 2417709"/>
                <a:gd name="connsiteX263" fmla="*/ 69805 w 1598003"/>
                <a:gd name="connsiteY263" fmla="*/ 521894 h 2417709"/>
                <a:gd name="connsiteX264" fmla="*/ 0 w 1598003"/>
                <a:gd name="connsiteY264" fmla="*/ 544505 h 2417709"/>
                <a:gd name="connsiteX265" fmla="*/ 127 w 1598003"/>
                <a:gd name="connsiteY265" fmla="*/ 421394 h 2417709"/>
                <a:gd name="connsiteX266" fmla="*/ 104262 w 1598003"/>
                <a:gd name="connsiteY266" fmla="*/ 417848 h 2417709"/>
                <a:gd name="connsiteX267" fmla="*/ 174168 w 1598003"/>
                <a:gd name="connsiteY267" fmla="*/ 320996 h 2417709"/>
                <a:gd name="connsiteX268" fmla="*/ 188924 w 1598003"/>
                <a:gd name="connsiteY268" fmla="*/ 302312 h 2417709"/>
                <a:gd name="connsiteX269" fmla="*/ 259784 w 1598003"/>
                <a:gd name="connsiteY269" fmla="*/ 286106 h 2417709"/>
                <a:gd name="connsiteX270" fmla="*/ 251942 w 1598003"/>
                <a:gd name="connsiteY270" fmla="*/ 245066 h 2417709"/>
                <a:gd name="connsiteX271" fmla="*/ 261474 w 1598003"/>
                <a:gd name="connsiteY271" fmla="*/ 171740 h 2417709"/>
                <a:gd name="connsiteX272" fmla="*/ 292131 w 1598003"/>
                <a:gd name="connsiteY272" fmla="*/ 137753 h 2417709"/>
                <a:gd name="connsiteX273" fmla="*/ 369130 w 1598003"/>
                <a:gd name="connsiteY273" fmla="*/ 151226 h 2417709"/>
                <a:gd name="connsiteX274" fmla="*/ 406066 w 1598003"/>
                <a:gd name="connsiteY274" fmla="*/ 184272 h 2417709"/>
                <a:gd name="connsiteX275" fmla="*/ 455928 w 1598003"/>
                <a:gd name="connsiteY275" fmla="*/ 168334 h 2417709"/>
                <a:gd name="connsiteX276" fmla="*/ 507595 w 1598003"/>
                <a:gd name="connsiteY276" fmla="*/ 207545 h 2417709"/>
                <a:gd name="connsiteX277" fmla="*/ 555766 w 1598003"/>
                <a:gd name="connsiteY277" fmla="*/ 168982 h 2417709"/>
                <a:gd name="connsiteX278" fmla="*/ 584072 w 1598003"/>
                <a:gd name="connsiteY278" fmla="*/ 158127 h 2417709"/>
                <a:gd name="connsiteX279" fmla="*/ 628316 w 1598003"/>
                <a:gd name="connsiteY279" fmla="*/ 178655 h 2417709"/>
                <a:gd name="connsiteX280" fmla="*/ 732985 w 1598003"/>
                <a:gd name="connsiteY280" fmla="*/ 167673 h 2417709"/>
                <a:gd name="connsiteX281" fmla="*/ 804353 w 1598003"/>
                <a:gd name="connsiteY281" fmla="*/ 191594 h 2417709"/>
                <a:gd name="connsiteX282" fmla="*/ 899679 w 1598003"/>
                <a:gd name="connsiteY282" fmla="*/ 201914 h 2417709"/>
                <a:gd name="connsiteX283" fmla="*/ 1046355 w 1598003"/>
                <a:gd name="connsiteY283" fmla="*/ 138656 h 2417709"/>
                <a:gd name="connsiteX284" fmla="*/ 1073885 w 1598003"/>
                <a:gd name="connsiteY284" fmla="*/ 108863 h 2417709"/>
                <a:gd name="connsiteX285" fmla="*/ 1051185 w 1598003"/>
                <a:gd name="connsiteY285" fmla="*/ 40622 h 2417709"/>
                <a:gd name="connsiteX286" fmla="*/ 1083672 w 1598003"/>
                <a:gd name="connsiteY286" fmla="*/ 21938 h 2417709"/>
                <a:gd name="connsiteX287" fmla="*/ 1124269 w 1598003"/>
                <a:gd name="connsiteY287" fmla="*/ 33047 h 2417709"/>
                <a:gd name="connsiteX288" fmla="*/ 1155065 w 1598003"/>
                <a:gd name="connsiteY288" fmla="*/ 0 h 2417709"/>
                <a:gd name="connsiteX289" fmla="*/ 1168894 w 1598003"/>
                <a:gd name="connsiteY289" fmla="*/ 35029 h 2417709"/>
                <a:gd name="connsiteX290" fmla="*/ 1165500 w 1598003"/>
                <a:gd name="connsiteY290" fmla="*/ 81028 h 2417709"/>
                <a:gd name="connsiteX291" fmla="*/ 1187820 w 1598003"/>
                <a:gd name="connsiteY291" fmla="*/ 80646 h 2417709"/>
                <a:gd name="connsiteX292" fmla="*/ 1254243 w 1598003"/>
                <a:gd name="connsiteY292" fmla="*/ 54374 h 2417709"/>
                <a:gd name="connsiteX293" fmla="*/ 1313358 w 1598003"/>
                <a:gd name="connsiteY293" fmla="*/ 86251 h 2417709"/>
                <a:gd name="connsiteX294" fmla="*/ 1334241 w 1598003"/>
                <a:gd name="connsiteY294" fmla="*/ 135275 h 2417709"/>
                <a:gd name="connsiteX295" fmla="*/ 1299796 w 1598003"/>
                <a:gd name="connsiteY295" fmla="*/ 188721 h 2417709"/>
                <a:gd name="connsiteX296" fmla="*/ 1281519 w 1598003"/>
                <a:gd name="connsiteY296" fmla="*/ 289246 h 2417709"/>
                <a:gd name="connsiteX297" fmla="*/ 1289145 w 1598003"/>
                <a:gd name="connsiteY297" fmla="*/ 301270 h 2417709"/>
                <a:gd name="connsiteX298" fmla="*/ 1296072 w 1598003"/>
                <a:gd name="connsiteY298" fmla="*/ 356419 h 2417709"/>
                <a:gd name="connsiteX299" fmla="*/ 1332080 w 1598003"/>
                <a:gd name="connsiteY299" fmla="*/ 402685 h 2417709"/>
                <a:gd name="connsiteX300" fmla="*/ 1329742 w 1598003"/>
                <a:gd name="connsiteY300" fmla="*/ 408951 h 2417709"/>
                <a:gd name="connsiteX301" fmla="*/ 1337965 w 1598003"/>
                <a:gd name="connsiteY301" fmla="*/ 436913 h 2417709"/>
                <a:gd name="connsiteX302" fmla="*/ 1361708 w 1598003"/>
                <a:gd name="connsiteY302" fmla="*/ 452458 h 2417709"/>
                <a:gd name="connsiteX303" fmla="*/ 1411824 w 1598003"/>
                <a:gd name="connsiteY303" fmla="*/ 447628 h 2417709"/>
                <a:gd name="connsiteX304" fmla="*/ 1446917 w 1598003"/>
                <a:gd name="connsiteY304" fmla="*/ 499740 h 2417709"/>
                <a:gd name="connsiteX305" fmla="*/ 1429707 w 1598003"/>
                <a:gd name="connsiteY305" fmla="*/ 569544 h 2417709"/>
                <a:gd name="connsiteX306" fmla="*/ 1466758 w 1598003"/>
                <a:gd name="connsiteY306" fmla="*/ 640251 h 2417709"/>
                <a:gd name="connsiteX307" fmla="*/ 1435313 w 1598003"/>
                <a:gd name="connsiteY307" fmla="*/ 713042 h 2417709"/>
                <a:gd name="connsiteX308" fmla="*/ 1452026 w 1598003"/>
                <a:gd name="connsiteY308" fmla="*/ 758138 h 2417709"/>
                <a:gd name="connsiteX309" fmla="*/ 1446015 w 1598003"/>
                <a:gd name="connsiteY309" fmla="*/ 819846 h 2417709"/>
                <a:gd name="connsiteX310" fmla="*/ 1405952 w 1598003"/>
                <a:gd name="connsiteY310" fmla="*/ 848584 h 2417709"/>
                <a:gd name="connsiteX311" fmla="*/ 1394068 w 1598003"/>
                <a:gd name="connsiteY311" fmla="*/ 881923 h 2417709"/>
                <a:gd name="connsiteX312" fmla="*/ 1394996 w 1598003"/>
                <a:gd name="connsiteY312" fmla="*/ 907343 h 2417709"/>
                <a:gd name="connsiteX313" fmla="*/ 1414836 w 1598003"/>
                <a:gd name="connsiteY313" fmla="*/ 934657 h 2417709"/>
                <a:gd name="connsiteX314" fmla="*/ 1393420 w 1598003"/>
                <a:gd name="connsiteY314" fmla="*/ 969420 h 2417709"/>
                <a:gd name="connsiteX315" fmla="*/ 1373719 w 1598003"/>
                <a:gd name="connsiteY315" fmla="*/ 1000140 h 2417709"/>
                <a:gd name="connsiteX316" fmla="*/ 1391335 w 1598003"/>
                <a:gd name="connsiteY316" fmla="*/ 1050320 h 2417709"/>
                <a:gd name="connsiteX317" fmla="*/ 1421992 w 1598003"/>
                <a:gd name="connsiteY317" fmla="*/ 1090459 h 2417709"/>
                <a:gd name="connsiteX318" fmla="*/ 1419781 w 1598003"/>
                <a:gd name="connsiteY318" fmla="*/ 1112943 h 2417709"/>
                <a:gd name="connsiteX319" fmla="*/ 1413909 w 1598003"/>
                <a:gd name="connsiteY319" fmla="*/ 1170711 h 2417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Lst>
              <a:rect l="l" t="t" r="r" b="b"/>
              <a:pathLst>
                <a:path w="1598003" h="2417709">
                  <a:moveTo>
                    <a:pt x="1267042" y="1965366"/>
                  </a:moveTo>
                  <a:lnTo>
                    <a:pt x="1271732" y="1972039"/>
                  </a:lnTo>
                  <a:lnTo>
                    <a:pt x="1313752" y="1983669"/>
                  </a:lnTo>
                  <a:lnTo>
                    <a:pt x="1320285" y="2022104"/>
                  </a:lnTo>
                  <a:lnTo>
                    <a:pt x="1316104" y="2042225"/>
                  </a:lnTo>
                  <a:lnTo>
                    <a:pt x="1332627" y="2057642"/>
                  </a:lnTo>
                  <a:lnTo>
                    <a:pt x="1322853" y="2084448"/>
                  </a:lnTo>
                  <a:lnTo>
                    <a:pt x="1344384" y="2093841"/>
                  </a:lnTo>
                  <a:lnTo>
                    <a:pt x="1371533" y="2090447"/>
                  </a:lnTo>
                  <a:lnTo>
                    <a:pt x="1388882" y="2106525"/>
                  </a:lnTo>
                  <a:lnTo>
                    <a:pt x="1407019" y="2106780"/>
                  </a:lnTo>
                  <a:lnTo>
                    <a:pt x="1405990" y="2122350"/>
                  </a:lnTo>
                  <a:lnTo>
                    <a:pt x="1442392" y="2136738"/>
                  </a:lnTo>
                  <a:lnTo>
                    <a:pt x="1444349" y="2172923"/>
                  </a:lnTo>
                  <a:lnTo>
                    <a:pt x="1464851" y="2163632"/>
                  </a:lnTo>
                  <a:lnTo>
                    <a:pt x="1461712" y="2182609"/>
                  </a:lnTo>
                  <a:lnTo>
                    <a:pt x="1451289" y="2213151"/>
                  </a:lnTo>
                  <a:lnTo>
                    <a:pt x="1427140" y="2246872"/>
                  </a:lnTo>
                  <a:lnTo>
                    <a:pt x="1399749" y="2252617"/>
                  </a:lnTo>
                  <a:lnTo>
                    <a:pt x="1394132" y="2304512"/>
                  </a:lnTo>
                  <a:lnTo>
                    <a:pt x="1361377" y="2351693"/>
                  </a:lnTo>
                  <a:lnTo>
                    <a:pt x="1360716" y="2401364"/>
                  </a:lnTo>
                  <a:lnTo>
                    <a:pt x="1327301" y="2417709"/>
                  </a:lnTo>
                  <a:lnTo>
                    <a:pt x="1276461" y="2406855"/>
                  </a:lnTo>
                  <a:lnTo>
                    <a:pt x="1283121" y="2368419"/>
                  </a:lnTo>
                  <a:lnTo>
                    <a:pt x="1244748" y="2365153"/>
                  </a:lnTo>
                  <a:lnTo>
                    <a:pt x="1239410" y="2379922"/>
                  </a:lnTo>
                  <a:lnTo>
                    <a:pt x="1206910" y="2372220"/>
                  </a:lnTo>
                  <a:lnTo>
                    <a:pt x="1196996" y="2349850"/>
                  </a:lnTo>
                  <a:lnTo>
                    <a:pt x="1177155" y="2347307"/>
                  </a:lnTo>
                  <a:lnTo>
                    <a:pt x="1149625" y="2359332"/>
                  </a:lnTo>
                  <a:lnTo>
                    <a:pt x="1144274" y="2381155"/>
                  </a:lnTo>
                  <a:lnTo>
                    <a:pt x="1124828" y="2378142"/>
                  </a:lnTo>
                  <a:lnTo>
                    <a:pt x="1101200" y="2387040"/>
                  </a:lnTo>
                  <a:lnTo>
                    <a:pt x="1104720" y="2348617"/>
                  </a:lnTo>
                  <a:lnTo>
                    <a:pt x="1146092" y="2284176"/>
                  </a:lnTo>
                  <a:lnTo>
                    <a:pt x="1160454" y="2284570"/>
                  </a:lnTo>
                  <a:lnTo>
                    <a:pt x="1172847" y="2274758"/>
                  </a:lnTo>
                  <a:lnTo>
                    <a:pt x="1167763" y="2268631"/>
                  </a:lnTo>
                  <a:lnTo>
                    <a:pt x="1148316" y="2265263"/>
                  </a:lnTo>
                  <a:lnTo>
                    <a:pt x="1132784" y="2201356"/>
                  </a:lnTo>
                  <a:lnTo>
                    <a:pt x="1116592" y="2189587"/>
                  </a:lnTo>
                  <a:lnTo>
                    <a:pt x="1123646" y="2169466"/>
                  </a:lnTo>
                  <a:lnTo>
                    <a:pt x="1118282" y="2150630"/>
                  </a:lnTo>
                  <a:lnTo>
                    <a:pt x="1110719" y="2133115"/>
                  </a:lnTo>
                  <a:lnTo>
                    <a:pt x="1125603" y="2125947"/>
                  </a:lnTo>
                  <a:lnTo>
                    <a:pt x="1154837" y="2083723"/>
                  </a:lnTo>
                  <a:lnTo>
                    <a:pt x="1172186" y="2067124"/>
                  </a:lnTo>
                  <a:lnTo>
                    <a:pt x="1178846" y="2066081"/>
                  </a:lnTo>
                  <a:lnTo>
                    <a:pt x="1199589" y="2080711"/>
                  </a:lnTo>
                  <a:lnTo>
                    <a:pt x="1218654" y="2097310"/>
                  </a:lnTo>
                  <a:lnTo>
                    <a:pt x="1224666" y="2112995"/>
                  </a:lnTo>
                  <a:lnTo>
                    <a:pt x="1227933" y="2153134"/>
                  </a:lnTo>
                  <a:lnTo>
                    <a:pt x="1235495" y="2159489"/>
                  </a:lnTo>
                  <a:lnTo>
                    <a:pt x="1241495" y="2154405"/>
                  </a:lnTo>
                  <a:lnTo>
                    <a:pt x="1245155" y="2136776"/>
                  </a:lnTo>
                  <a:lnTo>
                    <a:pt x="1246706" y="2117926"/>
                  </a:lnTo>
                  <a:lnTo>
                    <a:pt x="1232610" y="2089837"/>
                  </a:lnTo>
                  <a:lnTo>
                    <a:pt x="1225963" y="2084346"/>
                  </a:lnTo>
                  <a:lnTo>
                    <a:pt x="1214752" y="2074280"/>
                  </a:lnTo>
                  <a:lnTo>
                    <a:pt x="1204584" y="2055214"/>
                  </a:lnTo>
                  <a:lnTo>
                    <a:pt x="1206796" y="2032603"/>
                  </a:lnTo>
                  <a:lnTo>
                    <a:pt x="1201839" y="2022930"/>
                  </a:lnTo>
                  <a:lnTo>
                    <a:pt x="1194924" y="2020706"/>
                  </a:lnTo>
                  <a:lnTo>
                    <a:pt x="1197136" y="2010385"/>
                  </a:lnTo>
                  <a:lnTo>
                    <a:pt x="1207838" y="2011034"/>
                  </a:lnTo>
                  <a:lnTo>
                    <a:pt x="1211753" y="1986732"/>
                  </a:lnTo>
                  <a:lnTo>
                    <a:pt x="1230539" y="1991422"/>
                  </a:lnTo>
                  <a:lnTo>
                    <a:pt x="1237732" y="1963193"/>
                  </a:lnTo>
                  <a:lnTo>
                    <a:pt x="1232509" y="1927515"/>
                  </a:lnTo>
                  <a:lnTo>
                    <a:pt x="1246718" y="1912085"/>
                  </a:lnTo>
                  <a:lnTo>
                    <a:pt x="1280642" y="1898510"/>
                  </a:lnTo>
                  <a:lnTo>
                    <a:pt x="1293962" y="1892740"/>
                  </a:lnTo>
                  <a:lnTo>
                    <a:pt x="1301410" y="1882165"/>
                  </a:lnTo>
                  <a:lnTo>
                    <a:pt x="1330123" y="1872365"/>
                  </a:lnTo>
                  <a:lnTo>
                    <a:pt x="1343952" y="1896286"/>
                  </a:lnTo>
                  <a:lnTo>
                    <a:pt x="1328026" y="1900328"/>
                  </a:lnTo>
                  <a:lnTo>
                    <a:pt x="1325026" y="1913928"/>
                  </a:lnTo>
                  <a:lnTo>
                    <a:pt x="1308503" y="1915097"/>
                  </a:lnTo>
                  <a:lnTo>
                    <a:pt x="1304448" y="1934696"/>
                  </a:lnTo>
                  <a:lnTo>
                    <a:pt x="1277833" y="1940060"/>
                  </a:lnTo>
                  <a:lnTo>
                    <a:pt x="1273130" y="1958490"/>
                  </a:lnTo>
                  <a:close/>
                  <a:moveTo>
                    <a:pt x="1449866" y="1239321"/>
                  </a:moveTo>
                  <a:lnTo>
                    <a:pt x="1512642" y="1273817"/>
                  </a:lnTo>
                  <a:lnTo>
                    <a:pt x="1555856" y="1337368"/>
                  </a:lnTo>
                  <a:lnTo>
                    <a:pt x="1598003" y="1363627"/>
                  </a:lnTo>
                  <a:lnTo>
                    <a:pt x="1593821" y="1384929"/>
                  </a:lnTo>
                  <a:lnTo>
                    <a:pt x="1554165" y="1409244"/>
                  </a:lnTo>
                  <a:lnTo>
                    <a:pt x="1522848" y="1472235"/>
                  </a:lnTo>
                  <a:lnTo>
                    <a:pt x="1434296" y="1511167"/>
                  </a:lnTo>
                  <a:lnTo>
                    <a:pt x="1421370" y="1521335"/>
                  </a:lnTo>
                  <a:lnTo>
                    <a:pt x="1437893" y="1558576"/>
                  </a:lnTo>
                  <a:lnTo>
                    <a:pt x="1460771" y="1597978"/>
                  </a:lnTo>
                  <a:lnTo>
                    <a:pt x="1456729" y="1620589"/>
                  </a:lnTo>
                  <a:lnTo>
                    <a:pt x="1439634" y="1642807"/>
                  </a:lnTo>
                  <a:lnTo>
                    <a:pt x="1436888" y="1668430"/>
                  </a:lnTo>
                  <a:lnTo>
                    <a:pt x="1430241" y="1684369"/>
                  </a:lnTo>
                  <a:lnTo>
                    <a:pt x="1379731" y="1691182"/>
                  </a:lnTo>
                  <a:lnTo>
                    <a:pt x="1316307" y="1723592"/>
                  </a:lnTo>
                  <a:lnTo>
                    <a:pt x="1309138" y="1735998"/>
                  </a:lnTo>
                  <a:lnTo>
                    <a:pt x="1292424" y="1786978"/>
                  </a:lnTo>
                  <a:lnTo>
                    <a:pt x="1312265" y="1811280"/>
                  </a:lnTo>
                  <a:lnTo>
                    <a:pt x="1325319" y="1826710"/>
                  </a:lnTo>
                  <a:lnTo>
                    <a:pt x="1304308" y="1842268"/>
                  </a:lnTo>
                  <a:lnTo>
                    <a:pt x="1287988" y="1862388"/>
                  </a:lnTo>
                  <a:lnTo>
                    <a:pt x="1264767" y="1864358"/>
                  </a:lnTo>
                  <a:lnTo>
                    <a:pt x="1246363" y="1875975"/>
                  </a:lnTo>
                  <a:lnTo>
                    <a:pt x="1230310" y="1878733"/>
                  </a:lnTo>
                  <a:lnTo>
                    <a:pt x="1222086" y="1874539"/>
                  </a:lnTo>
                  <a:lnTo>
                    <a:pt x="1216341" y="1863316"/>
                  </a:lnTo>
                  <a:lnTo>
                    <a:pt x="1204737" y="1862388"/>
                  </a:lnTo>
                  <a:lnTo>
                    <a:pt x="1198737" y="1870624"/>
                  </a:lnTo>
                  <a:lnTo>
                    <a:pt x="1191683" y="1866442"/>
                  </a:lnTo>
                  <a:lnTo>
                    <a:pt x="1178973" y="1869849"/>
                  </a:lnTo>
                  <a:lnTo>
                    <a:pt x="1175313" y="1879242"/>
                  </a:lnTo>
                  <a:lnTo>
                    <a:pt x="1168259" y="1897811"/>
                  </a:lnTo>
                  <a:lnTo>
                    <a:pt x="1183651" y="1906302"/>
                  </a:lnTo>
                  <a:lnTo>
                    <a:pt x="1190590" y="1912657"/>
                  </a:lnTo>
                  <a:lnTo>
                    <a:pt x="1191620" y="1926257"/>
                  </a:lnTo>
                  <a:lnTo>
                    <a:pt x="1192802" y="1941153"/>
                  </a:lnTo>
                  <a:lnTo>
                    <a:pt x="1190323" y="1951080"/>
                  </a:lnTo>
                  <a:lnTo>
                    <a:pt x="1178439" y="1969128"/>
                  </a:lnTo>
                  <a:lnTo>
                    <a:pt x="1175452" y="1988727"/>
                  </a:lnTo>
                  <a:lnTo>
                    <a:pt x="1177003" y="2006623"/>
                  </a:lnTo>
                  <a:lnTo>
                    <a:pt x="1186917" y="2009636"/>
                  </a:lnTo>
                  <a:lnTo>
                    <a:pt x="1182354" y="2020490"/>
                  </a:lnTo>
                  <a:lnTo>
                    <a:pt x="1171016" y="2021532"/>
                  </a:lnTo>
                  <a:lnTo>
                    <a:pt x="1162399" y="2026769"/>
                  </a:lnTo>
                  <a:lnTo>
                    <a:pt x="1157963" y="2044283"/>
                  </a:lnTo>
                  <a:lnTo>
                    <a:pt x="1150769" y="2061150"/>
                  </a:lnTo>
                  <a:lnTo>
                    <a:pt x="1135898" y="2084028"/>
                  </a:lnTo>
                  <a:lnTo>
                    <a:pt x="1119985" y="2101823"/>
                  </a:lnTo>
                  <a:lnTo>
                    <a:pt x="1110579" y="2109779"/>
                  </a:lnTo>
                  <a:lnTo>
                    <a:pt x="1100920" y="2111483"/>
                  </a:lnTo>
                  <a:lnTo>
                    <a:pt x="1088794" y="2098149"/>
                  </a:lnTo>
                  <a:lnTo>
                    <a:pt x="1069729" y="2082071"/>
                  </a:lnTo>
                  <a:lnTo>
                    <a:pt x="1068814" y="2071369"/>
                  </a:lnTo>
                  <a:lnTo>
                    <a:pt x="1081524" y="2035158"/>
                  </a:lnTo>
                  <a:lnTo>
                    <a:pt x="1079173" y="2019334"/>
                  </a:lnTo>
                  <a:lnTo>
                    <a:pt x="1071610" y="1985868"/>
                  </a:lnTo>
                  <a:lnTo>
                    <a:pt x="1068610" y="1973335"/>
                  </a:lnTo>
                  <a:lnTo>
                    <a:pt x="1068877" y="1967438"/>
                  </a:lnTo>
                  <a:lnTo>
                    <a:pt x="1073313" y="1957778"/>
                  </a:lnTo>
                  <a:lnTo>
                    <a:pt x="1074737" y="1949796"/>
                  </a:lnTo>
                  <a:lnTo>
                    <a:pt x="1089887" y="1929816"/>
                  </a:lnTo>
                  <a:lnTo>
                    <a:pt x="1094844" y="1911894"/>
                  </a:lnTo>
                  <a:lnTo>
                    <a:pt x="1095493" y="1907191"/>
                  </a:lnTo>
                  <a:lnTo>
                    <a:pt x="1093268" y="1899095"/>
                  </a:lnTo>
                  <a:lnTo>
                    <a:pt x="1087015" y="1894380"/>
                  </a:lnTo>
                  <a:lnTo>
                    <a:pt x="1068610" y="1902756"/>
                  </a:lnTo>
                  <a:lnTo>
                    <a:pt x="1058684" y="1916864"/>
                  </a:lnTo>
                  <a:lnTo>
                    <a:pt x="1061950" y="1938179"/>
                  </a:lnTo>
                  <a:lnTo>
                    <a:pt x="1062090" y="1952160"/>
                  </a:lnTo>
                  <a:lnTo>
                    <a:pt x="1055735" y="1961057"/>
                  </a:lnTo>
                  <a:lnTo>
                    <a:pt x="1041398" y="1967984"/>
                  </a:lnTo>
                  <a:lnTo>
                    <a:pt x="1040864" y="1974136"/>
                  </a:lnTo>
                  <a:lnTo>
                    <a:pt x="1049354" y="1989299"/>
                  </a:lnTo>
                  <a:lnTo>
                    <a:pt x="1047638" y="1996481"/>
                  </a:lnTo>
                  <a:lnTo>
                    <a:pt x="1029514" y="2002098"/>
                  </a:lnTo>
                  <a:lnTo>
                    <a:pt x="1010982" y="1996735"/>
                  </a:lnTo>
                  <a:lnTo>
                    <a:pt x="1012152" y="1984584"/>
                  </a:lnTo>
                  <a:lnTo>
                    <a:pt x="1018151" y="1977123"/>
                  </a:lnTo>
                  <a:lnTo>
                    <a:pt x="1012673" y="1966955"/>
                  </a:lnTo>
                  <a:lnTo>
                    <a:pt x="1007449" y="1965252"/>
                  </a:lnTo>
                  <a:lnTo>
                    <a:pt x="995578" y="1972191"/>
                  </a:lnTo>
                  <a:lnTo>
                    <a:pt x="990633" y="1981330"/>
                  </a:lnTo>
                  <a:lnTo>
                    <a:pt x="973907" y="1967082"/>
                  </a:lnTo>
                  <a:lnTo>
                    <a:pt x="952909" y="1936882"/>
                  </a:lnTo>
                  <a:lnTo>
                    <a:pt x="932955" y="1922647"/>
                  </a:lnTo>
                  <a:lnTo>
                    <a:pt x="913241" y="1919774"/>
                  </a:lnTo>
                  <a:lnTo>
                    <a:pt x="856719" y="1907344"/>
                  </a:lnTo>
                  <a:lnTo>
                    <a:pt x="848508" y="1918593"/>
                  </a:lnTo>
                  <a:lnTo>
                    <a:pt x="836624" y="1914932"/>
                  </a:lnTo>
                  <a:lnTo>
                    <a:pt x="837552" y="1903569"/>
                  </a:lnTo>
                  <a:lnTo>
                    <a:pt x="848381" y="1860049"/>
                  </a:lnTo>
                  <a:lnTo>
                    <a:pt x="857507" y="1846830"/>
                  </a:lnTo>
                  <a:lnTo>
                    <a:pt x="874488" y="1818474"/>
                  </a:lnTo>
                  <a:lnTo>
                    <a:pt x="903187" y="1807035"/>
                  </a:lnTo>
                  <a:lnTo>
                    <a:pt x="907903" y="1803387"/>
                  </a:lnTo>
                  <a:lnTo>
                    <a:pt x="920155" y="1780776"/>
                  </a:lnTo>
                  <a:lnTo>
                    <a:pt x="934759" y="1752012"/>
                  </a:lnTo>
                  <a:lnTo>
                    <a:pt x="918719" y="1743522"/>
                  </a:lnTo>
                  <a:lnTo>
                    <a:pt x="931772" y="1720504"/>
                  </a:lnTo>
                  <a:lnTo>
                    <a:pt x="954740" y="1727050"/>
                  </a:lnTo>
                  <a:lnTo>
                    <a:pt x="970653" y="1698553"/>
                  </a:lnTo>
                  <a:lnTo>
                    <a:pt x="970386" y="1658694"/>
                  </a:lnTo>
                  <a:lnTo>
                    <a:pt x="950431" y="1643277"/>
                  </a:lnTo>
                  <a:lnTo>
                    <a:pt x="924591" y="1632931"/>
                  </a:lnTo>
                  <a:lnTo>
                    <a:pt x="870979" y="1581454"/>
                  </a:lnTo>
                  <a:lnTo>
                    <a:pt x="862235" y="1593605"/>
                  </a:lnTo>
                  <a:lnTo>
                    <a:pt x="824257" y="1603418"/>
                  </a:lnTo>
                  <a:lnTo>
                    <a:pt x="767061" y="1572824"/>
                  </a:lnTo>
                  <a:lnTo>
                    <a:pt x="790816" y="1554394"/>
                  </a:lnTo>
                  <a:lnTo>
                    <a:pt x="811153" y="1530092"/>
                  </a:lnTo>
                  <a:lnTo>
                    <a:pt x="822236" y="1513226"/>
                  </a:lnTo>
                  <a:lnTo>
                    <a:pt x="843513" y="1498330"/>
                  </a:lnTo>
                  <a:lnTo>
                    <a:pt x="868170" y="1477027"/>
                  </a:lnTo>
                  <a:lnTo>
                    <a:pt x="884351" y="1469401"/>
                  </a:lnTo>
                  <a:lnTo>
                    <a:pt x="902234" y="1462487"/>
                  </a:lnTo>
                  <a:lnTo>
                    <a:pt x="919329" y="1455420"/>
                  </a:lnTo>
                  <a:lnTo>
                    <a:pt x="938521" y="1447578"/>
                  </a:lnTo>
                  <a:lnTo>
                    <a:pt x="958349" y="1444184"/>
                  </a:lnTo>
                  <a:lnTo>
                    <a:pt x="973360" y="1429148"/>
                  </a:lnTo>
                  <a:lnTo>
                    <a:pt x="970882" y="1417378"/>
                  </a:lnTo>
                  <a:lnTo>
                    <a:pt x="965543" y="1387840"/>
                  </a:lnTo>
                  <a:lnTo>
                    <a:pt x="945207" y="1364313"/>
                  </a:lnTo>
                  <a:lnTo>
                    <a:pt x="921197" y="1348247"/>
                  </a:lnTo>
                  <a:lnTo>
                    <a:pt x="910622" y="1360525"/>
                  </a:lnTo>
                  <a:lnTo>
                    <a:pt x="876572" y="1372676"/>
                  </a:lnTo>
                  <a:lnTo>
                    <a:pt x="858040" y="1374774"/>
                  </a:lnTo>
                  <a:lnTo>
                    <a:pt x="866518" y="1417124"/>
                  </a:lnTo>
                  <a:lnTo>
                    <a:pt x="855562" y="1430063"/>
                  </a:lnTo>
                  <a:lnTo>
                    <a:pt x="838721" y="1449929"/>
                  </a:lnTo>
                  <a:lnTo>
                    <a:pt x="818105" y="1449662"/>
                  </a:lnTo>
                  <a:lnTo>
                    <a:pt x="787435" y="1426135"/>
                  </a:lnTo>
                  <a:lnTo>
                    <a:pt x="730011" y="1443383"/>
                  </a:lnTo>
                  <a:lnTo>
                    <a:pt x="694422" y="1484310"/>
                  </a:lnTo>
                  <a:lnTo>
                    <a:pt x="679691" y="1528478"/>
                  </a:lnTo>
                  <a:lnTo>
                    <a:pt x="644852" y="1583247"/>
                  </a:lnTo>
                  <a:lnTo>
                    <a:pt x="622381" y="1585064"/>
                  </a:lnTo>
                  <a:lnTo>
                    <a:pt x="611679" y="1560762"/>
                  </a:lnTo>
                  <a:lnTo>
                    <a:pt x="588965" y="1562326"/>
                  </a:lnTo>
                  <a:lnTo>
                    <a:pt x="563138" y="1552526"/>
                  </a:lnTo>
                  <a:lnTo>
                    <a:pt x="542916" y="1521030"/>
                  </a:lnTo>
                  <a:lnTo>
                    <a:pt x="468129" y="1533321"/>
                  </a:lnTo>
                  <a:lnTo>
                    <a:pt x="463045" y="1493919"/>
                  </a:lnTo>
                  <a:lnTo>
                    <a:pt x="427940" y="1464254"/>
                  </a:lnTo>
                  <a:lnTo>
                    <a:pt x="449992" y="1432109"/>
                  </a:lnTo>
                  <a:lnTo>
                    <a:pt x="386975" y="1400969"/>
                  </a:lnTo>
                  <a:lnTo>
                    <a:pt x="385157" y="1393254"/>
                  </a:lnTo>
                  <a:lnTo>
                    <a:pt x="378624" y="1363716"/>
                  </a:lnTo>
                  <a:lnTo>
                    <a:pt x="363105" y="1348553"/>
                  </a:lnTo>
                  <a:lnTo>
                    <a:pt x="317946" y="1303724"/>
                  </a:lnTo>
                  <a:lnTo>
                    <a:pt x="305935" y="1262555"/>
                  </a:lnTo>
                  <a:lnTo>
                    <a:pt x="299808" y="1241520"/>
                  </a:lnTo>
                  <a:lnTo>
                    <a:pt x="252691" y="1243337"/>
                  </a:lnTo>
                  <a:lnTo>
                    <a:pt x="233779" y="1220866"/>
                  </a:lnTo>
                  <a:lnTo>
                    <a:pt x="168525" y="1200339"/>
                  </a:lnTo>
                  <a:lnTo>
                    <a:pt x="156895" y="1165043"/>
                  </a:lnTo>
                  <a:lnTo>
                    <a:pt x="111888" y="1153934"/>
                  </a:lnTo>
                  <a:lnTo>
                    <a:pt x="112142" y="1123887"/>
                  </a:lnTo>
                  <a:lnTo>
                    <a:pt x="139672" y="1108177"/>
                  </a:lnTo>
                  <a:lnTo>
                    <a:pt x="100398" y="1055265"/>
                  </a:lnTo>
                  <a:lnTo>
                    <a:pt x="74037" y="998272"/>
                  </a:lnTo>
                  <a:lnTo>
                    <a:pt x="106537" y="988193"/>
                  </a:lnTo>
                  <a:lnTo>
                    <a:pt x="108100" y="942322"/>
                  </a:lnTo>
                  <a:lnTo>
                    <a:pt x="129377" y="931098"/>
                  </a:lnTo>
                  <a:lnTo>
                    <a:pt x="137003" y="917359"/>
                  </a:lnTo>
                  <a:lnTo>
                    <a:pt x="150565" y="904954"/>
                  </a:lnTo>
                  <a:lnTo>
                    <a:pt x="152014" y="870636"/>
                  </a:lnTo>
                  <a:lnTo>
                    <a:pt x="146536" y="837704"/>
                  </a:lnTo>
                  <a:lnTo>
                    <a:pt x="162970" y="811012"/>
                  </a:lnTo>
                  <a:lnTo>
                    <a:pt x="156958" y="761087"/>
                  </a:lnTo>
                  <a:lnTo>
                    <a:pt x="147057" y="739480"/>
                  </a:lnTo>
                  <a:lnTo>
                    <a:pt x="163580" y="712165"/>
                  </a:lnTo>
                  <a:lnTo>
                    <a:pt x="149751" y="682487"/>
                  </a:lnTo>
                  <a:lnTo>
                    <a:pt x="159678" y="666676"/>
                  </a:lnTo>
                  <a:lnTo>
                    <a:pt x="138071" y="631901"/>
                  </a:lnTo>
                  <a:lnTo>
                    <a:pt x="131271" y="602667"/>
                  </a:lnTo>
                  <a:lnTo>
                    <a:pt x="147070" y="573916"/>
                  </a:lnTo>
                  <a:lnTo>
                    <a:pt x="145112" y="550924"/>
                  </a:lnTo>
                  <a:lnTo>
                    <a:pt x="125272" y="540196"/>
                  </a:lnTo>
                  <a:lnTo>
                    <a:pt x="114049" y="516530"/>
                  </a:lnTo>
                  <a:lnTo>
                    <a:pt x="69805" y="521894"/>
                  </a:lnTo>
                  <a:lnTo>
                    <a:pt x="0" y="544505"/>
                  </a:lnTo>
                  <a:lnTo>
                    <a:pt x="127" y="421394"/>
                  </a:lnTo>
                  <a:lnTo>
                    <a:pt x="104262" y="417848"/>
                  </a:lnTo>
                  <a:lnTo>
                    <a:pt x="174168" y="320996"/>
                  </a:lnTo>
                  <a:lnTo>
                    <a:pt x="188924" y="302312"/>
                  </a:lnTo>
                  <a:lnTo>
                    <a:pt x="259784" y="286106"/>
                  </a:lnTo>
                  <a:lnTo>
                    <a:pt x="251942" y="245066"/>
                  </a:lnTo>
                  <a:lnTo>
                    <a:pt x="261474" y="171740"/>
                  </a:lnTo>
                  <a:lnTo>
                    <a:pt x="292131" y="137753"/>
                  </a:lnTo>
                  <a:lnTo>
                    <a:pt x="369130" y="151226"/>
                  </a:lnTo>
                  <a:lnTo>
                    <a:pt x="406066" y="184272"/>
                  </a:lnTo>
                  <a:lnTo>
                    <a:pt x="455928" y="168334"/>
                  </a:lnTo>
                  <a:lnTo>
                    <a:pt x="507595" y="207545"/>
                  </a:lnTo>
                  <a:lnTo>
                    <a:pt x="555766" y="168982"/>
                  </a:lnTo>
                  <a:lnTo>
                    <a:pt x="584072" y="158127"/>
                  </a:lnTo>
                  <a:lnTo>
                    <a:pt x="628316" y="178655"/>
                  </a:lnTo>
                  <a:lnTo>
                    <a:pt x="732985" y="167673"/>
                  </a:lnTo>
                  <a:lnTo>
                    <a:pt x="804353" y="191594"/>
                  </a:lnTo>
                  <a:lnTo>
                    <a:pt x="899679" y="201914"/>
                  </a:lnTo>
                  <a:lnTo>
                    <a:pt x="1046355" y="138656"/>
                  </a:lnTo>
                  <a:lnTo>
                    <a:pt x="1073885" y="108863"/>
                  </a:lnTo>
                  <a:lnTo>
                    <a:pt x="1051185" y="40622"/>
                  </a:lnTo>
                  <a:lnTo>
                    <a:pt x="1083672" y="21938"/>
                  </a:lnTo>
                  <a:lnTo>
                    <a:pt x="1124269" y="33047"/>
                  </a:lnTo>
                  <a:lnTo>
                    <a:pt x="1155065" y="0"/>
                  </a:lnTo>
                  <a:lnTo>
                    <a:pt x="1168894" y="35029"/>
                  </a:lnTo>
                  <a:lnTo>
                    <a:pt x="1165500" y="81028"/>
                  </a:lnTo>
                  <a:lnTo>
                    <a:pt x="1187820" y="80646"/>
                  </a:lnTo>
                  <a:lnTo>
                    <a:pt x="1254243" y="54374"/>
                  </a:lnTo>
                  <a:lnTo>
                    <a:pt x="1313358" y="86251"/>
                  </a:lnTo>
                  <a:lnTo>
                    <a:pt x="1334241" y="135275"/>
                  </a:lnTo>
                  <a:lnTo>
                    <a:pt x="1299796" y="188721"/>
                  </a:lnTo>
                  <a:lnTo>
                    <a:pt x="1281519" y="289246"/>
                  </a:lnTo>
                  <a:lnTo>
                    <a:pt x="1289145" y="301270"/>
                  </a:lnTo>
                  <a:lnTo>
                    <a:pt x="1296072" y="356419"/>
                  </a:lnTo>
                  <a:lnTo>
                    <a:pt x="1332080" y="402685"/>
                  </a:lnTo>
                  <a:lnTo>
                    <a:pt x="1329742" y="408951"/>
                  </a:lnTo>
                  <a:lnTo>
                    <a:pt x="1337965" y="436913"/>
                  </a:lnTo>
                  <a:lnTo>
                    <a:pt x="1361708" y="452458"/>
                  </a:lnTo>
                  <a:lnTo>
                    <a:pt x="1411824" y="447628"/>
                  </a:lnTo>
                  <a:lnTo>
                    <a:pt x="1446917" y="499740"/>
                  </a:lnTo>
                  <a:lnTo>
                    <a:pt x="1429707" y="569544"/>
                  </a:lnTo>
                  <a:lnTo>
                    <a:pt x="1466758" y="640251"/>
                  </a:lnTo>
                  <a:lnTo>
                    <a:pt x="1435313" y="713042"/>
                  </a:lnTo>
                  <a:lnTo>
                    <a:pt x="1452026" y="758138"/>
                  </a:lnTo>
                  <a:lnTo>
                    <a:pt x="1446015" y="819846"/>
                  </a:lnTo>
                  <a:lnTo>
                    <a:pt x="1405952" y="848584"/>
                  </a:lnTo>
                  <a:lnTo>
                    <a:pt x="1394068" y="881923"/>
                  </a:lnTo>
                  <a:lnTo>
                    <a:pt x="1394996" y="907343"/>
                  </a:lnTo>
                  <a:lnTo>
                    <a:pt x="1414836" y="934657"/>
                  </a:lnTo>
                  <a:lnTo>
                    <a:pt x="1393420" y="969420"/>
                  </a:lnTo>
                  <a:lnTo>
                    <a:pt x="1373719" y="1000140"/>
                  </a:lnTo>
                  <a:lnTo>
                    <a:pt x="1391335" y="1050320"/>
                  </a:lnTo>
                  <a:lnTo>
                    <a:pt x="1421992" y="1090459"/>
                  </a:lnTo>
                  <a:lnTo>
                    <a:pt x="1419781" y="1112943"/>
                  </a:lnTo>
                  <a:lnTo>
                    <a:pt x="1413909" y="1170711"/>
                  </a:lnTo>
                  <a:close/>
                </a:path>
              </a:pathLst>
            </a:custGeom>
            <a:solidFill>
              <a:srgbClr val="FFFFFF"/>
            </a:solidFill>
            <a:ln w="12700" cap="flat">
              <a:noFill/>
              <a:prstDash val="solid"/>
              <a:miter/>
            </a:ln>
          </p:spPr>
          <p:txBody>
            <a:bodyPr rtlCol="0" anchor="ctr"/>
            <a:lstStyle/>
            <a:p>
              <a:endParaRPr lang="de-CH"/>
            </a:p>
          </p:txBody>
        </p:sp>
        <p:sp>
          <p:nvSpPr>
            <p:cNvPr id="123" name="Freihandform: Form 122">
              <a:extLst>
                <a:ext uri="{FF2B5EF4-FFF2-40B4-BE49-F238E27FC236}">
                  <a16:creationId xmlns:a16="http://schemas.microsoft.com/office/drawing/2014/main" id="{83E8696E-E185-2711-D9FD-E1D825CB783D}"/>
                </a:ext>
              </a:extLst>
            </p:cNvPr>
            <p:cNvSpPr/>
            <p:nvPr/>
          </p:nvSpPr>
          <p:spPr>
            <a:xfrm>
              <a:off x="6489224" y="3985237"/>
              <a:ext cx="1598003" cy="2417709"/>
            </a:xfrm>
            <a:custGeom>
              <a:avLst/>
              <a:gdLst>
                <a:gd name="connsiteX0" fmla="*/ 1267042 w 1598003"/>
                <a:gd name="connsiteY0" fmla="*/ 1965366 h 2417709"/>
                <a:gd name="connsiteX1" fmla="*/ 1271732 w 1598003"/>
                <a:gd name="connsiteY1" fmla="*/ 1972039 h 2417709"/>
                <a:gd name="connsiteX2" fmla="*/ 1313752 w 1598003"/>
                <a:gd name="connsiteY2" fmla="*/ 1983669 h 2417709"/>
                <a:gd name="connsiteX3" fmla="*/ 1320285 w 1598003"/>
                <a:gd name="connsiteY3" fmla="*/ 2022104 h 2417709"/>
                <a:gd name="connsiteX4" fmla="*/ 1316104 w 1598003"/>
                <a:gd name="connsiteY4" fmla="*/ 2042225 h 2417709"/>
                <a:gd name="connsiteX5" fmla="*/ 1332627 w 1598003"/>
                <a:gd name="connsiteY5" fmla="*/ 2057642 h 2417709"/>
                <a:gd name="connsiteX6" fmla="*/ 1322853 w 1598003"/>
                <a:gd name="connsiteY6" fmla="*/ 2084448 h 2417709"/>
                <a:gd name="connsiteX7" fmla="*/ 1344384 w 1598003"/>
                <a:gd name="connsiteY7" fmla="*/ 2093841 h 2417709"/>
                <a:gd name="connsiteX8" fmla="*/ 1371533 w 1598003"/>
                <a:gd name="connsiteY8" fmla="*/ 2090447 h 2417709"/>
                <a:gd name="connsiteX9" fmla="*/ 1388882 w 1598003"/>
                <a:gd name="connsiteY9" fmla="*/ 2106525 h 2417709"/>
                <a:gd name="connsiteX10" fmla="*/ 1407019 w 1598003"/>
                <a:gd name="connsiteY10" fmla="*/ 2106780 h 2417709"/>
                <a:gd name="connsiteX11" fmla="*/ 1405990 w 1598003"/>
                <a:gd name="connsiteY11" fmla="*/ 2122350 h 2417709"/>
                <a:gd name="connsiteX12" fmla="*/ 1442392 w 1598003"/>
                <a:gd name="connsiteY12" fmla="*/ 2136738 h 2417709"/>
                <a:gd name="connsiteX13" fmla="*/ 1444349 w 1598003"/>
                <a:gd name="connsiteY13" fmla="*/ 2172923 h 2417709"/>
                <a:gd name="connsiteX14" fmla="*/ 1464851 w 1598003"/>
                <a:gd name="connsiteY14" fmla="*/ 2163632 h 2417709"/>
                <a:gd name="connsiteX15" fmla="*/ 1461712 w 1598003"/>
                <a:gd name="connsiteY15" fmla="*/ 2182609 h 2417709"/>
                <a:gd name="connsiteX16" fmla="*/ 1451289 w 1598003"/>
                <a:gd name="connsiteY16" fmla="*/ 2213151 h 2417709"/>
                <a:gd name="connsiteX17" fmla="*/ 1427140 w 1598003"/>
                <a:gd name="connsiteY17" fmla="*/ 2246872 h 2417709"/>
                <a:gd name="connsiteX18" fmla="*/ 1399749 w 1598003"/>
                <a:gd name="connsiteY18" fmla="*/ 2252617 h 2417709"/>
                <a:gd name="connsiteX19" fmla="*/ 1394132 w 1598003"/>
                <a:gd name="connsiteY19" fmla="*/ 2304512 h 2417709"/>
                <a:gd name="connsiteX20" fmla="*/ 1361377 w 1598003"/>
                <a:gd name="connsiteY20" fmla="*/ 2351693 h 2417709"/>
                <a:gd name="connsiteX21" fmla="*/ 1360716 w 1598003"/>
                <a:gd name="connsiteY21" fmla="*/ 2401364 h 2417709"/>
                <a:gd name="connsiteX22" fmla="*/ 1327301 w 1598003"/>
                <a:gd name="connsiteY22" fmla="*/ 2417709 h 2417709"/>
                <a:gd name="connsiteX23" fmla="*/ 1276461 w 1598003"/>
                <a:gd name="connsiteY23" fmla="*/ 2406855 h 2417709"/>
                <a:gd name="connsiteX24" fmla="*/ 1283121 w 1598003"/>
                <a:gd name="connsiteY24" fmla="*/ 2368419 h 2417709"/>
                <a:gd name="connsiteX25" fmla="*/ 1244748 w 1598003"/>
                <a:gd name="connsiteY25" fmla="*/ 2365153 h 2417709"/>
                <a:gd name="connsiteX26" fmla="*/ 1239410 w 1598003"/>
                <a:gd name="connsiteY26" fmla="*/ 2379922 h 2417709"/>
                <a:gd name="connsiteX27" fmla="*/ 1206910 w 1598003"/>
                <a:gd name="connsiteY27" fmla="*/ 2372220 h 2417709"/>
                <a:gd name="connsiteX28" fmla="*/ 1196996 w 1598003"/>
                <a:gd name="connsiteY28" fmla="*/ 2349850 h 2417709"/>
                <a:gd name="connsiteX29" fmla="*/ 1177155 w 1598003"/>
                <a:gd name="connsiteY29" fmla="*/ 2347307 h 2417709"/>
                <a:gd name="connsiteX30" fmla="*/ 1149625 w 1598003"/>
                <a:gd name="connsiteY30" fmla="*/ 2359332 h 2417709"/>
                <a:gd name="connsiteX31" fmla="*/ 1144274 w 1598003"/>
                <a:gd name="connsiteY31" fmla="*/ 2381155 h 2417709"/>
                <a:gd name="connsiteX32" fmla="*/ 1124828 w 1598003"/>
                <a:gd name="connsiteY32" fmla="*/ 2378142 h 2417709"/>
                <a:gd name="connsiteX33" fmla="*/ 1101200 w 1598003"/>
                <a:gd name="connsiteY33" fmla="*/ 2387040 h 2417709"/>
                <a:gd name="connsiteX34" fmla="*/ 1104720 w 1598003"/>
                <a:gd name="connsiteY34" fmla="*/ 2348617 h 2417709"/>
                <a:gd name="connsiteX35" fmla="*/ 1146092 w 1598003"/>
                <a:gd name="connsiteY35" fmla="*/ 2284176 h 2417709"/>
                <a:gd name="connsiteX36" fmla="*/ 1160454 w 1598003"/>
                <a:gd name="connsiteY36" fmla="*/ 2284570 h 2417709"/>
                <a:gd name="connsiteX37" fmla="*/ 1172847 w 1598003"/>
                <a:gd name="connsiteY37" fmla="*/ 2274758 h 2417709"/>
                <a:gd name="connsiteX38" fmla="*/ 1167763 w 1598003"/>
                <a:gd name="connsiteY38" fmla="*/ 2268631 h 2417709"/>
                <a:gd name="connsiteX39" fmla="*/ 1148316 w 1598003"/>
                <a:gd name="connsiteY39" fmla="*/ 2265263 h 2417709"/>
                <a:gd name="connsiteX40" fmla="*/ 1132784 w 1598003"/>
                <a:gd name="connsiteY40" fmla="*/ 2201356 h 2417709"/>
                <a:gd name="connsiteX41" fmla="*/ 1116592 w 1598003"/>
                <a:gd name="connsiteY41" fmla="*/ 2189587 h 2417709"/>
                <a:gd name="connsiteX42" fmla="*/ 1123646 w 1598003"/>
                <a:gd name="connsiteY42" fmla="*/ 2169466 h 2417709"/>
                <a:gd name="connsiteX43" fmla="*/ 1118282 w 1598003"/>
                <a:gd name="connsiteY43" fmla="*/ 2150630 h 2417709"/>
                <a:gd name="connsiteX44" fmla="*/ 1110719 w 1598003"/>
                <a:gd name="connsiteY44" fmla="*/ 2133115 h 2417709"/>
                <a:gd name="connsiteX45" fmla="*/ 1125603 w 1598003"/>
                <a:gd name="connsiteY45" fmla="*/ 2125947 h 2417709"/>
                <a:gd name="connsiteX46" fmla="*/ 1154837 w 1598003"/>
                <a:gd name="connsiteY46" fmla="*/ 2083723 h 2417709"/>
                <a:gd name="connsiteX47" fmla="*/ 1172186 w 1598003"/>
                <a:gd name="connsiteY47" fmla="*/ 2067124 h 2417709"/>
                <a:gd name="connsiteX48" fmla="*/ 1178846 w 1598003"/>
                <a:gd name="connsiteY48" fmla="*/ 2066081 h 2417709"/>
                <a:gd name="connsiteX49" fmla="*/ 1199589 w 1598003"/>
                <a:gd name="connsiteY49" fmla="*/ 2080711 h 2417709"/>
                <a:gd name="connsiteX50" fmla="*/ 1218654 w 1598003"/>
                <a:gd name="connsiteY50" fmla="*/ 2097310 h 2417709"/>
                <a:gd name="connsiteX51" fmla="*/ 1224666 w 1598003"/>
                <a:gd name="connsiteY51" fmla="*/ 2112995 h 2417709"/>
                <a:gd name="connsiteX52" fmla="*/ 1227933 w 1598003"/>
                <a:gd name="connsiteY52" fmla="*/ 2153134 h 2417709"/>
                <a:gd name="connsiteX53" fmla="*/ 1235495 w 1598003"/>
                <a:gd name="connsiteY53" fmla="*/ 2159489 h 2417709"/>
                <a:gd name="connsiteX54" fmla="*/ 1241495 w 1598003"/>
                <a:gd name="connsiteY54" fmla="*/ 2154405 h 2417709"/>
                <a:gd name="connsiteX55" fmla="*/ 1245155 w 1598003"/>
                <a:gd name="connsiteY55" fmla="*/ 2136776 h 2417709"/>
                <a:gd name="connsiteX56" fmla="*/ 1246706 w 1598003"/>
                <a:gd name="connsiteY56" fmla="*/ 2117926 h 2417709"/>
                <a:gd name="connsiteX57" fmla="*/ 1232610 w 1598003"/>
                <a:gd name="connsiteY57" fmla="*/ 2089837 h 2417709"/>
                <a:gd name="connsiteX58" fmla="*/ 1225963 w 1598003"/>
                <a:gd name="connsiteY58" fmla="*/ 2084346 h 2417709"/>
                <a:gd name="connsiteX59" fmla="*/ 1214752 w 1598003"/>
                <a:gd name="connsiteY59" fmla="*/ 2074280 h 2417709"/>
                <a:gd name="connsiteX60" fmla="*/ 1204584 w 1598003"/>
                <a:gd name="connsiteY60" fmla="*/ 2055214 h 2417709"/>
                <a:gd name="connsiteX61" fmla="*/ 1206796 w 1598003"/>
                <a:gd name="connsiteY61" fmla="*/ 2032603 h 2417709"/>
                <a:gd name="connsiteX62" fmla="*/ 1201839 w 1598003"/>
                <a:gd name="connsiteY62" fmla="*/ 2022930 h 2417709"/>
                <a:gd name="connsiteX63" fmla="*/ 1194924 w 1598003"/>
                <a:gd name="connsiteY63" fmla="*/ 2020706 h 2417709"/>
                <a:gd name="connsiteX64" fmla="*/ 1197136 w 1598003"/>
                <a:gd name="connsiteY64" fmla="*/ 2010385 h 2417709"/>
                <a:gd name="connsiteX65" fmla="*/ 1207838 w 1598003"/>
                <a:gd name="connsiteY65" fmla="*/ 2011034 h 2417709"/>
                <a:gd name="connsiteX66" fmla="*/ 1211753 w 1598003"/>
                <a:gd name="connsiteY66" fmla="*/ 1986732 h 2417709"/>
                <a:gd name="connsiteX67" fmla="*/ 1230539 w 1598003"/>
                <a:gd name="connsiteY67" fmla="*/ 1991422 h 2417709"/>
                <a:gd name="connsiteX68" fmla="*/ 1237732 w 1598003"/>
                <a:gd name="connsiteY68" fmla="*/ 1963193 h 2417709"/>
                <a:gd name="connsiteX69" fmla="*/ 1232509 w 1598003"/>
                <a:gd name="connsiteY69" fmla="*/ 1927515 h 2417709"/>
                <a:gd name="connsiteX70" fmla="*/ 1246718 w 1598003"/>
                <a:gd name="connsiteY70" fmla="*/ 1912085 h 2417709"/>
                <a:gd name="connsiteX71" fmla="*/ 1280642 w 1598003"/>
                <a:gd name="connsiteY71" fmla="*/ 1898510 h 2417709"/>
                <a:gd name="connsiteX72" fmla="*/ 1293962 w 1598003"/>
                <a:gd name="connsiteY72" fmla="*/ 1892740 h 2417709"/>
                <a:gd name="connsiteX73" fmla="*/ 1301410 w 1598003"/>
                <a:gd name="connsiteY73" fmla="*/ 1882165 h 2417709"/>
                <a:gd name="connsiteX74" fmla="*/ 1330123 w 1598003"/>
                <a:gd name="connsiteY74" fmla="*/ 1872365 h 2417709"/>
                <a:gd name="connsiteX75" fmla="*/ 1343952 w 1598003"/>
                <a:gd name="connsiteY75" fmla="*/ 1896286 h 2417709"/>
                <a:gd name="connsiteX76" fmla="*/ 1328026 w 1598003"/>
                <a:gd name="connsiteY76" fmla="*/ 1900328 h 2417709"/>
                <a:gd name="connsiteX77" fmla="*/ 1325026 w 1598003"/>
                <a:gd name="connsiteY77" fmla="*/ 1913928 h 2417709"/>
                <a:gd name="connsiteX78" fmla="*/ 1308503 w 1598003"/>
                <a:gd name="connsiteY78" fmla="*/ 1915097 h 2417709"/>
                <a:gd name="connsiteX79" fmla="*/ 1304448 w 1598003"/>
                <a:gd name="connsiteY79" fmla="*/ 1934696 h 2417709"/>
                <a:gd name="connsiteX80" fmla="*/ 1277833 w 1598003"/>
                <a:gd name="connsiteY80" fmla="*/ 1940060 h 2417709"/>
                <a:gd name="connsiteX81" fmla="*/ 1273130 w 1598003"/>
                <a:gd name="connsiteY81" fmla="*/ 1958490 h 2417709"/>
                <a:gd name="connsiteX82" fmla="*/ 1449866 w 1598003"/>
                <a:gd name="connsiteY82" fmla="*/ 1239321 h 2417709"/>
                <a:gd name="connsiteX83" fmla="*/ 1512642 w 1598003"/>
                <a:gd name="connsiteY83" fmla="*/ 1273817 h 2417709"/>
                <a:gd name="connsiteX84" fmla="*/ 1555856 w 1598003"/>
                <a:gd name="connsiteY84" fmla="*/ 1337368 h 2417709"/>
                <a:gd name="connsiteX85" fmla="*/ 1598003 w 1598003"/>
                <a:gd name="connsiteY85" fmla="*/ 1363627 h 2417709"/>
                <a:gd name="connsiteX86" fmla="*/ 1593821 w 1598003"/>
                <a:gd name="connsiteY86" fmla="*/ 1384929 h 2417709"/>
                <a:gd name="connsiteX87" fmla="*/ 1554165 w 1598003"/>
                <a:gd name="connsiteY87" fmla="*/ 1409244 h 2417709"/>
                <a:gd name="connsiteX88" fmla="*/ 1522848 w 1598003"/>
                <a:gd name="connsiteY88" fmla="*/ 1472235 h 2417709"/>
                <a:gd name="connsiteX89" fmla="*/ 1434296 w 1598003"/>
                <a:gd name="connsiteY89" fmla="*/ 1511167 h 2417709"/>
                <a:gd name="connsiteX90" fmla="*/ 1421370 w 1598003"/>
                <a:gd name="connsiteY90" fmla="*/ 1521335 h 2417709"/>
                <a:gd name="connsiteX91" fmla="*/ 1437893 w 1598003"/>
                <a:gd name="connsiteY91" fmla="*/ 1558576 h 2417709"/>
                <a:gd name="connsiteX92" fmla="*/ 1460771 w 1598003"/>
                <a:gd name="connsiteY92" fmla="*/ 1597978 h 2417709"/>
                <a:gd name="connsiteX93" fmla="*/ 1456729 w 1598003"/>
                <a:gd name="connsiteY93" fmla="*/ 1620589 h 2417709"/>
                <a:gd name="connsiteX94" fmla="*/ 1439634 w 1598003"/>
                <a:gd name="connsiteY94" fmla="*/ 1642807 h 2417709"/>
                <a:gd name="connsiteX95" fmla="*/ 1436888 w 1598003"/>
                <a:gd name="connsiteY95" fmla="*/ 1668430 h 2417709"/>
                <a:gd name="connsiteX96" fmla="*/ 1430241 w 1598003"/>
                <a:gd name="connsiteY96" fmla="*/ 1684369 h 2417709"/>
                <a:gd name="connsiteX97" fmla="*/ 1379731 w 1598003"/>
                <a:gd name="connsiteY97" fmla="*/ 1691182 h 2417709"/>
                <a:gd name="connsiteX98" fmla="*/ 1316307 w 1598003"/>
                <a:gd name="connsiteY98" fmla="*/ 1723592 h 2417709"/>
                <a:gd name="connsiteX99" fmla="*/ 1309138 w 1598003"/>
                <a:gd name="connsiteY99" fmla="*/ 1735998 h 2417709"/>
                <a:gd name="connsiteX100" fmla="*/ 1292424 w 1598003"/>
                <a:gd name="connsiteY100" fmla="*/ 1786978 h 2417709"/>
                <a:gd name="connsiteX101" fmla="*/ 1312265 w 1598003"/>
                <a:gd name="connsiteY101" fmla="*/ 1811280 h 2417709"/>
                <a:gd name="connsiteX102" fmla="*/ 1325319 w 1598003"/>
                <a:gd name="connsiteY102" fmla="*/ 1826710 h 2417709"/>
                <a:gd name="connsiteX103" fmla="*/ 1304308 w 1598003"/>
                <a:gd name="connsiteY103" fmla="*/ 1842268 h 2417709"/>
                <a:gd name="connsiteX104" fmla="*/ 1287988 w 1598003"/>
                <a:gd name="connsiteY104" fmla="*/ 1862388 h 2417709"/>
                <a:gd name="connsiteX105" fmla="*/ 1264767 w 1598003"/>
                <a:gd name="connsiteY105" fmla="*/ 1864358 h 2417709"/>
                <a:gd name="connsiteX106" fmla="*/ 1246363 w 1598003"/>
                <a:gd name="connsiteY106" fmla="*/ 1875975 h 2417709"/>
                <a:gd name="connsiteX107" fmla="*/ 1230310 w 1598003"/>
                <a:gd name="connsiteY107" fmla="*/ 1878733 h 2417709"/>
                <a:gd name="connsiteX108" fmla="*/ 1222086 w 1598003"/>
                <a:gd name="connsiteY108" fmla="*/ 1874539 h 2417709"/>
                <a:gd name="connsiteX109" fmla="*/ 1216341 w 1598003"/>
                <a:gd name="connsiteY109" fmla="*/ 1863316 h 2417709"/>
                <a:gd name="connsiteX110" fmla="*/ 1204737 w 1598003"/>
                <a:gd name="connsiteY110" fmla="*/ 1862388 h 2417709"/>
                <a:gd name="connsiteX111" fmla="*/ 1198737 w 1598003"/>
                <a:gd name="connsiteY111" fmla="*/ 1870624 h 2417709"/>
                <a:gd name="connsiteX112" fmla="*/ 1191683 w 1598003"/>
                <a:gd name="connsiteY112" fmla="*/ 1866442 h 2417709"/>
                <a:gd name="connsiteX113" fmla="*/ 1178973 w 1598003"/>
                <a:gd name="connsiteY113" fmla="*/ 1869849 h 2417709"/>
                <a:gd name="connsiteX114" fmla="*/ 1175313 w 1598003"/>
                <a:gd name="connsiteY114" fmla="*/ 1879242 h 2417709"/>
                <a:gd name="connsiteX115" fmla="*/ 1168259 w 1598003"/>
                <a:gd name="connsiteY115" fmla="*/ 1897811 h 2417709"/>
                <a:gd name="connsiteX116" fmla="*/ 1183651 w 1598003"/>
                <a:gd name="connsiteY116" fmla="*/ 1906302 h 2417709"/>
                <a:gd name="connsiteX117" fmla="*/ 1190590 w 1598003"/>
                <a:gd name="connsiteY117" fmla="*/ 1912657 h 2417709"/>
                <a:gd name="connsiteX118" fmla="*/ 1191620 w 1598003"/>
                <a:gd name="connsiteY118" fmla="*/ 1926257 h 2417709"/>
                <a:gd name="connsiteX119" fmla="*/ 1192802 w 1598003"/>
                <a:gd name="connsiteY119" fmla="*/ 1941153 h 2417709"/>
                <a:gd name="connsiteX120" fmla="*/ 1190323 w 1598003"/>
                <a:gd name="connsiteY120" fmla="*/ 1951080 h 2417709"/>
                <a:gd name="connsiteX121" fmla="*/ 1178439 w 1598003"/>
                <a:gd name="connsiteY121" fmla="*/ 1969128 h 2417709"/>
                <a:gd name="connsiteX122" fmla="*/ 1175452 w 1598003"/>
                <a:gd name="connsiteY122" fmla="*/ 1988727 h 2417709"/>
                <a:gd name="connsiteX123" fmla="*/ 1177003 w 1598003"/>
                <a:gd name="connsiteY123" fmla="*/ 2006623 h 2417709"/>
                <a:gd name="connsiteX124" fmla="*/ 1186917 w 1598003"/>
                <a:gd name="connsiteY124" fmla="*/ 2009636 h 2417709"/>
                <a:gd name="connsiteX125" fmla="*/ 1182354 w 1598003"/>
                <a:gd name="connsiteY125" fmla="*/ 2020490 h 2417709"/>
                <a:gd name="connsiteX126" fmla="*/ 1171016 w 1598003"/>
                <a:gd name="connsiteY126" fmla="*/ 2021532 h 2417709"/>
                <a:gd name="connsiteX127" fmla="*/ 1162399 w 1598003"/>
                <a:gd name="connsiteY127" fmla="*/ 2026769 h 2417709"/>
                <a:gd name="connsiteX128" fmla="*/ 1157963 w 1598003"/>
                <a:gd name="connsiteY128" fmla="*/ 2044283 h 2417709"/>
                <a:gd name="connsiteX129" fmla="*/ 1150769 w 1598003"/>
                <a:gd name="connsiteY129" fmla="*/ 2061150 h 2417709"/>
                <a:gd name="connsiteX130" fmla="*/ 1135898 w 1598003"/>
                <a:gd name="connsiteY130" fmla="*/ 2084028 h 2417709"/>
                <a:gd name="connsiteX131" fmla="*/ 1119985 w 1598003"/>
                <a:gd name="connsiteY131" fmla="*/ 2101823 h 2417709"/>
                <a:gd name="connsiteX132" fmla="*/ 1110579 w 1598003"/>
                <a:gd name="connsiteY132" fmla="*/ 2109779 h 2417709"/>
                <a:gd name="connsiteX133" fmla="*/ 1100920 w 1598003"/>
                <a:gd name="connsiteY133" fmla="*/ 2111483 h 2417709"/>
                <a:gd name="connsiteX134" fmla="*/ 1088794 w 1598003"/>
                <a:gd name="connsiteY134" fmla="*/ 2098149 h 2417709"/>
                <a:gd name="connsiteX135" fmla="*/ 1069729 w 1598003"/>
                <a:gd name="connsiteY135" fmla="*/ 2082071 h 2417709"/>
                <a:gd name="connsiteX136" fmla="*/ 1068814 w 1598003"/>
                <a:gd name="connsiteY136" fmla="*/ 2071369 h 2417709"/>
                <a:gd name="connsiteX137" fmla="*/ 1081524 w 1598003"/>
                <a:gd name="connsiteY137" fmla="*/ 2035158 h 2417709"/>
                <a:gd name="connsiteX138" fmla="*/ 1079173 w 1598003"/>
                <a:gd name="connsiteY138" fmla="*/ 2019334 h 2417709"/>
                <a:gd name="connsiteX139" fmla="*/ 1071610 w 1598003"/>
                <a:gd name="connsiteY139" fmla="*/ 1985868 h 2417709"/>
                <a:gd name="connsiteX140" fmla="*/ 1068610 w 1598003"/>
                <a:gd name="connsiteY140" fmla="*/ 1973335 h 2417709"/>
                <a:gd name="connsiteX141" fmla="*/ 1068877 w 1598003"/>
                <a:gd name="connsiteY141" fmla="*/ 1967438 h 2417709"/>
                <a:gd name="connsiteX142" fmla="*/ 1073313 w 1598003"/>
                <a:gd name="connsiteY142" fmla="*/ 1957778 h 2417709"/>
                <a:gd name="connsiteX143" fmla="*/ 1074737 w 1598003"/>
                <a:gd name="connsiteY143" fmla="*/ 1949796 h 2417709"/>
                <a:gd name="connsiteX144" fmla="*/ 1089887 w 1598003"/>
                <a:gd name="connsiteY144" fmla="*/ 1929816 h 2417709"/>
                <a:gd name="connsiteX145" fmla="*/ 1094844 w 1598003"/>
                <a:gd name="connsiteY145" fmla="*/ 1911894 h 2417709"/>
                <a:gd name="connsiteX146" fmla="*/ 1095493 w 1598003"/>
                <a:gd name="connsiteY146" fmla="*/ 1907191 h 2417709"/>
                <a:gd name="connsiteX147" fmla="*/ 1093268 w 1598003"/>
                <a:gd name="connsiteY147" fmla="*/ 1899095 h 2417709"/>
                <a:gd name="connsiteX148" fmla="*/ 1087015 w 1598003"/>
                <a:gd name="connsiteY148" fmla="*/ 1894380 h 2417709"/>
                <a:gd name="connsiteX149" fmla="*/ 1068610 w 1598003"/>
                <a:gd name="connsiteY149" fmla="*/ 1902756 h 2417709"/>
                <a:gd name="connsiteX150" fmla="*/ 1058684 w 1598003"/>
                <a:gd name="connsiteY150" fmla="*/ 1916864 h 2417709"/>
                <a:gd name="connsiteX151" fmla="*/ 1061950 w 1598003"/>
                <a:gd name="connsiteY151" fmla="*/ 1938179 h 2417709"/>
                <a:gd name="connsiteX152" fmla="*/ 1062090 w 1598003"/>
                <a:gd name="connsiteY152" fmla="*/ 1952160 h 2417709"/>
                <a:gd name="connsiteX153" fmla="*/ 1055735 w 1598003"/>
                <a:gd name="connsiteY153" fmla="*/ 1961057 h 2417709"/>
                <a:gd name="connsiteX154" fmla="*/ 1041398 w 1598003"/>
                <a:gd name="connsiteY154" fmla="*/ 1967984 h 2417709"/>
                <a:gd name="connsiteX155" fmla="*/ 1040864 w 1598003"/>
                <a:gd name="connsiteY155" fmla="*/ 1974136 h 2417709"/>
                <a:gd name="connsiteX156" fmla="*/ 1049354 w 1598003"/>
                <a:gd name="connsiteY156" fmla="*/ 1989299 h 2417709"/>
                <a:gd name="connsiteX157" fmla="*/ 1047638 w 1598003"/>
                <a:gd name="connsiteY157" fmla="*/ 1996481 h 2417709"/>
                <a:gd name="connsiteX158" fmla="*/ 1029514 w 1598003"/>
                <a:gd name="connsiteY158" fmla="*/ 2002098 h 2417709"/>
                <a:gd name="connsiteX159" fmla="*/ 1010982 w 1598003"/>
                <a:gd name="connsiteY159" fmla="*/ 1996735 h 2417709"/>
                <a:gd name="connsiteX160" fmla="*/ 1012152 w 1598003"/>
                <a:gd name="connsiteY160" fmla="*/ 1984584 h 2417709"/>
                <a:gd name="connsiteX161" fmla="*/ 1018151 w 1598003"/>
                <a:gd name="connsiteY161" fmla="*/ 1977123 h 2417709"/>
                <a:gd name="connsiteX162" fmla="*/ 1012673 w 1598003"/>
                <a:gd name="connsiteY162" fmla="*/ 1966955 h 2417709"/>
                <a:gd name="connsiteX163" fmla="*/ 1007449 w 1598003"/>
                <a:gd name="connsiteY163" fmla="*/ 1965252 h 2417709"/>
                <a:gd name="connsiteX164" fmla="*/ 995578 w 1598003"/>
                <a:gd name="connsiteY164" fmla="*/ 1972191 h 2417709"/>
                <a:gd name="connsiteX165" fmla="*/ 990633 w 1598003"/>
                <a:gd name="connsiteY165" fmla="*/ 1981330 h 2417709"/>
                <a:gd name="connsiteX166" fmla="*/ 973907 w 1598003"/>
                <a:gd name="connsiteY166" fmla="*/ 1967082 h 2417709"/>
                <a:gd name="connsiteX167" fmla="*/ 952909 w 1598003"/>
                <a:gd name="connsiteY167" fmla="*/ 1936882 h 2417709"/>
                <a:gd name="connsiteX168" fmla="*/ 932955 w 1598003"/>
                <a:gd name="connsiteY168" fmla="*/ 1922647 h 2417709"/>
                <a:gd name="connsiteX169" fmla="*/ 913241 w 1598003"/>
                <a:gd name="connsiteY169" fmla="*/ 1919774 h 2417709"/>
                <a:gd name="connsiteX170" fmla="*/ 856719 w 1598003"/>
                <a:gd name="connsiteY170" fmla="*/ 1907344 h 2417709"/>
                <a:gd name="connsiteX171" fmla="*/ 848508 w 1598003"/>
                <a:gd name="connsiteY171" fmla="*/ 1918593 h 2417709"/>
                <a:gd name="connsiteX172" fmla="*/ 836624 w 1598003"/>
                <a:gd name="connsiteY172" fmla="*/ 1914932 h 2417709"/>
                <a:gd name="connsiteX173" fmla="*/ 837552 w 1598003"/>
                <a:gd name="connsiteY173" fmla="*/ 1903569 h 2417709"/>
                <a:gd name="connsiteX174" fmla="*/ 848381 w 1598003"/>
                <a:gd name="connsiteY174" fmla="*/ 1860049 h 2417709"/>
                <a:gd name="connsiteX175" fmla="*/ 857507 w 1598003"/>
                <a:gd name="connsiteY175" fmla="*/ 1846830 h 2417709"/>
                <a:gd name="connsiteX176" fmla="*/ 874488 w 1598003"/>
                <a:gd name="connsiteY176" fmla="*/ 1818474 h 2417709"/>
                <a:gd name="connsiteX177" fmla="*/ 903187 w 1598003"/>
                <a:gd name="connsiteY177" fmla="*/ 1807035 h 2417709"/>
                <a:gd name="connsiteX178" fmla="*/ 907903 w 1598003"/>
                <a:gd name="connsiteY178" fmla="*/ 1803387 h 2417709"/>
                <a:gd name="connsiteX179" fmla="*/ 920155 w 1598003"/>
                <a:gd name="connsiteY179" fmla="*/ 1780776 h 2417709"/>
                <a:gd name="connsiteX180" fmla="*/ 934759 w 1598003"/>
                <a:gd name="connsiteY180" fmla="*/ 1752012 h 2417709"/>
                <a:gd name="connsiteX181" fmla="*/ 918719 w 1598003"/>
                <a:gd name="connsiteY181" fmla="*/ 1743522 h 2417709"/>
                <a:gd name="connsiteX182" fmla="*/ 931772 w 1598003"/>
                <a:gd name="connsiteY182" fmla="*/ 1720504 h 2417709"/>
                <a:gd name="connsiteX183" fmla="*/ 954740 w 1598003"/>
                <a:gd name="connsiteY183" fmla="*/ 1727050 h 2417709"/>
                <a:gd name="connsiteX184" fmla="*/ 970653 w 1598003"/>
                <a:gd name="connsiteY184" fmla="*/ 1698553 h 2417709"/>
                <a:gd name="connsiteX185" fmla="*/ 970386 w 1598003"/>
                <a:gd name="connsiteY185" fmla="*/ 1658694 h 2417709"/>
                <a:gd name="connsiteX186" fmla="*/ 950431 w 1598003"/>
                <a:gd name="connsiteY186" fmla="*/ 1643277 h 2417709"/>
                <a:gd name="connsiteX187" fmla="*/ 924591 w 1598003"/>
                <a:gd name="connsiteY187" fmla="*/ 1632931 h 2417709"/>
                <a:gd name="connsiteX188" fmla="*/ 870979 w 1598003"/>
                <a:gd name="connsiteY188" fmla="*/ 1581454 h 2417709"/>
                <a:gd name="connsiteX189" fmla="*/ 862235 w 1598003"/>
                <a:gd name="connsiteY189" fmla="*/ 1593605 h 2417709"/>
                <a:gd name="connsiteX190" fmla="*/ 824257 w 1598003"/>
                <a:gd name="connsiteY190" fmla="*/ 1603418 h 2417709"/>
                <a:gd name="connsiteX191" fmla="*/ 767061 w 1598003"/>
                <a:gd name="connsiteY191" fmla="*/ 1572824 h 2417709"/>
                <a:gd name="connsiteX192" fmla="*/ 790816 w 1598003"/>
                <a:gd name="connsiteY192" fmla="*/ 1554394 h 2417709"/>
                <a:gd name="connsiteX193" fmla="*/ 811153 w 1598003"/>
                <a:gd name="connsiteY193" fmla="*/ 1530092 h 2417709"/>
                <a:gd name="connsiteX194" fmla="*/ 822236 w 1598003"/>
                <a:gd name="connsiteY194" fmla="*/ 1513226 h 2417709"/>
                <a:gd name="connsiteX195" fmla="*/ 843513 w 1598003"/>
                <a:gd name="connsiteY195" fmla="*/ 1498330 h 2417709"/>
                <a:gd name="connsiteX196" fmla="*/ 868170 w 1598003"/>
                <a:gd name="connsiteY196" fmla="*/ 1477027 h 2417709"/>
                <a:gd name="connsiteX197" fmla="*/ 884351 w 1598003"/>
                <a:gd name="connsiteY197" fmla="*/ 1469401 h 2417709"/>
                <a:gd name="connsiteX198" fmla="*/ 902234 w 1598003"/>
                <a:gd name="connsiteY198" fmla="*/ 1462487 h 2417709"/>
                <a:gd name="connsiteX199" fmla="*/ 919329 w 1598003"/>
                <a:gd name="connsiteY199" fmla="*/ 1455420 h 2417709"/>
                <a:gd name="connsiteX200" fmla="*/ 938521 w 1598003"/>
                <a:gd name="connsiteY200" fmla="*/ 1447578 h 2417709"/>
                <a:gd name="connsiteX201" fmla="*/ 958349 w 1598003"/>
                <a:gd name="connsiteY201" fmla="*/ 1444184 h 2417709"/>
                <a:gd name="connsiteX202" fmla="*/ 973360 w 1598003"/>
                <a:gd name="connsiteY202" fmla="*/ 1429148 h 2417709"/>
                <a:gd name="connsiteX203" fmla="*/ 970882 w 1598003"/>
                <a:gd name="connsiteY203" fmla="*/ 1417378 h 2417709"/>
                <a:gd name="connsiteX204" fmla="*/ 965543 w 1598003"/>
                <a:gd name="connsiteY204" fmla="*/ 1387840 h 2417709"/>
                <a:gd name="connsiteX205" fmla="*/ 945207 w 1598003"/>
                <a:gd name="connsiteY205" fmla="*/ 1364313 h 2417709"/>
                <a:gd name="connsiteX206" fmla="*/ 921197 w 1598003"/>
                <a:gd name="connsiteY206" fmla="*/ 1348247 h 2417709"/>
                <a:gd name="connsiteX207" fmla="*/ 910622 w 1598003"/>
                <a:gd name="connsiteY207" fmla="*/ 1360525 h 2417709"/>
                <a:gd name="connsiteX208" fmla="*/ 876572 w 1598003"/>
                <a:gd name="connsiteY208" fmla="*/ 1372676 h 2417709"/>
                <a:gd name="connsiteX209" fmla="*/ 858040 w 1598003"/>
                <a:gd name="connsiteY209" fmla="*/ 1374774 h 2417709"/>
                <a:gd name="connsiteX210" fmla="*/ 866518 w 1598003"/>
                <a:gd name="connsiteY210" fmla="*/ 1417124 h 2417709"/>
                <a:gd name="connsiteX211" fmla="*/ 855562 w 1598003"/>
                <a:gd name="connsiteY211" fmla="*/ 1430063 h 2417709"/>
                <a:gd name="connsiteX212" fmla="*/ 838721 w 1598003"/>
                <a:gd name="connsiteY212" fmla="*/ 1449929 h 2417709"/>
                <a:gd name="connsiteX213" fmla="*/ 818105 w 1598003"/>
                <a:gd name="connsiteY213" fmla="*/ 1449662 h 2417709"/>
                <a:gd name="connsiteX214" fmla="*/ 787435 w 1598003"/>
                <a:gd name="connsiteY214" fmla="*/ 1426135 h 2417709"/>
                <a:gd name="connsiteX215" fmla="*/ 730011 w 1598003"/>
                <a:gd name="connsiteY215" fmla="*/ 1443383 h 2417709"/>
                <a:gd name="connsiteX216" fmla="*/ 694422 w 1598003"/>
                <a:gd name="connsiteY216" fmla="*/ 1484310 h 2417709"/>
                <a:gd name="connsiteX217" fmla="*/ 679691 w 1598003"/>
                <a:gd name="connsiteY217" fmla="*/ 1528478 h 2417709"/>
                <a:gd name="connsiteX218" fmla="*/ 644852 w 1598003"/>
                <a:gd name="connsiteY218" fmla="*/ 1583247 h 2417709"/>
                <a:gd name="connsiteX219" fmla="*/ 622381 w 1598003"/>
                <a:gd name="connsiteY219" fmla="*/ 1585064 h 2417709"/>
                <a:gd name="connsiteX220" fmla="*/ 611679 w 1598003"/>
                <a:gd name="connsiteY220" fmla="*/ 1560762 h 2417709"/>
                <a:gd name="connsiteX221" fmla="*/ 588965 w 1598003"/>
                <a:gd name="connsiteY221" fmla="*/ 1562326 h 2417709"/>
                <a:gd name="connsiteX222" fmla="*/ 563138 w 1598003"/>
                <a:gd name="connsiteY222" fmla="*/ 1552526 h 2417709"/>
                <a:gd name="connsiteX223" fmla="*/ 542916 w 1598003"/>
                <a:gd name="connsiteY223" fmla="*/ 1521030 h 2417709"/>
                <a:gd name="connsiteX224" fmla="*/ 468129 w 1598003"/>
                <a:gd name="connsiteY224" fmla="*/ 1533321 h 2417709"/>
                <a:gd name="connsiteX225" fmla="*/ 463045 w 1598003"/>
                <a:gd name="connsiteY225" fmla="*/ 1493919 h 2417709"/>
                <a:gd name="connsiteX226" fmla="*/ 427940 w 1598003"/>
                <a:gd name="connsiteY226" fmla="*/ 1464254 h 2417709"/>
                <a:gd name="connsiteX227" fmla="*/ 449992 w 1598003"/>
                <a:gd name="connsiteY227" fmla="*/ 1432109 h 2417709"/>
                <a:gd name="connsiteX228" fmla="*/ 386975 w 1598003"/>
                <a:gd name="connsiteY228" fmla="*/ 1400969 h 2417709"/>
                <a:gd name="connsiteX229" fmla="*/ 385157 w 1598003"/>
                <a:gd name="connsiteY229" fmla="*/ 1393254 h 2417709"/>
                <a:gd name="connsiteX230" fmla="*/ 378624 w 1598003"/>
                <a:gd name="connsiteY230" fmla="*/ 1363716 h 2417709"/>
                <a:gd name="connsiteX231" fmla="*/ 363105 w 1598003"/>
                <a:gd name="connsiteY231" fmla="*/ 1348553 h 2417709"/>
                <a:gd name="connsiteX232" fmla="*/ 317946 w 1598003"/>
                <a:gd name="connsiteY232" fmla="*/ 1303724 h 2417709"/>
                <a:gd name="connsiteX233" fmla="*/ 305935 w 1598003"/>
                <a:gd name="connsiteY233" fmla="*/ 1262555 h 2417709"/>
                <a:gd name="connsiteX234" fmla="*/ 299808 w 1598003"/>
                <a:gd name="connsiteY234" fmla="*/ 1241520 h 2417709"/>
                <a:gd name="connsiteX235" fmla="*/ 252691 w 1598003"/>
                <a:gd name="connsiteY235" fmla="*/ 1243337 h 2417709"/>
                <a:gd name="connsiteX236" fmla="*/ 233779 w 1598003"/>
                <a:gd name="connsiteY236" fmla="*/ 1220866 h 2417709"/>
                <a:gd name="connsiteX237" fmla="*/ 168525 w 1598003"/>
                <a:gd name="connsiteY237" fmla="*/ 1200339 h 2417709"/>
                <a:gd name="connsiteX238" fmla="*/ 156895 w 1598003"/>
                <a:gd name="connsiteY238" fmla="*/ 1165043 h 2417709"/>
                <a:gd name="connsiteX239" fmla="*/ 111888 w 1598003"/>
                <a:gd name="connsiteY239" fmla="*/ 1153934 h 2417709"/>
                <a:gd name="connsiteX240" fmla="*/ 112142 w 1598003"/>
                <a:gd name="connsiteY240" fmla="*/ 1123887 h 2417709"/>
                <a:gd name="connsiteX241" fmla="*/ 139672 w 1598003"/>
                <a:gd name="connsiteY241" fmla="*/ 1108177 h 2417709"/>
                <a:gd name="connsiteX242" fmla="*/ 100398 w 1598003"/>
                <a:gd name="connsiteY242" fmla="*/ 1055265 h 2417709"/>
                <a:gd name="connsiteX243" fmla="*/ 74037 w 1598003"/>
                <a:gd name="connsiteY243" fmla="*/ 998272 h 2417709"/>
                <a:gd name="connsiteX244" fmla="*/ 106537 w 1598003"/>
                <a:gd name="connsiteY244" fmla="*/ 988193 h 2417709"/>
                <a:gd name="connsiteX245" fmla="*/ 108100 w 1598003"/>
                <a:gd name="connsiteY245" fmla="*/ 942322 h 2417709"/>
                <a:gd name="connsiteX246" fmla="*/ 129377 w 1598003"/>
                <a:gd name="connsiteY246" fmla="*/ 931098 h 2417709"/>
                <a:gd name="connsiteX247" fmla="*/ 137003 w 1598003"/>
                <a:gd name="connsiteY247" fmla="*/ 917359 h 2417709"/>
                <a:gd name="connsiteX248" fmla="*/ 150565 w 1598003"/>
                <a:gd name="connsiteY248" fmla="*/ 904954 h 2417709"/>
                <a:gd name="connsiteX249" fmla="*/ 152014 w 1598003"/>
                <a:gd name="connsiteY249" fmla="*/ 870636 h 2417709"/>
                <a:gd name="connsiteX250" fmla="*/ 146536 w 1598003"/>
                <a:gd name="connsiteY250" fmla="*/ 837704 h 2417709"/>
                <a:gd name="connsiteX251" fmla="*/ 162970 w 1598003"/>
                <a:gd name="connsiteY251" fmla="*/ 811012 h 2417709"/>
                <a:gd name="connsiteX252" fmla="*/ 156958 w 1598003"/>
                <a:gd name="connsiteY252" fmla="*/ 761087 h 2417709"/>
                <a:gd name="connsiteX253" fmla="*/ 147057 w 1598003"/>
                <a:gd name="connsiteY253" fmla="*/ 739480 h 2417709"/>
                <a:gd name="connsiteX254" fmla="*/ 163580 w 1598003"/>
                <a:gd name="connsiteY254" fmla="*/ 712165 h 2417709"/>
                <a:gd name="connsiteX255" fmla="*/ 149751 w 1598003"/>
                <a:gd name="connsiteY255" fmla="*/ 682487 h 2417709"/>
                <a:gd name="connsiteX256" fmla="*/ 159678 w 1598003"/>
                <a:gd name="connsiteY256" fmla="*/ 666676 h 2417709"/>
                <a:gd name="connsiteX257" fmla="*/ 138071 w 1598003"/>
                <a:gd name="connsiteY257" fmla="*/ 631901 h 2417709"/>
                <a:gd name="connsiteX258" fmla="*/ 131271 w 1598003"/>
                <a:gd name="connsiteY258" fmla="*/ 602667 h 2417709"/>
                <a:gd name="connsiteX259" fmla="*/ 147070 w 1598003"/>
                <a:gd name="connsiteY259" fmla="*/ 573916 h 2417709"/>
                <a:gd name="connsiteX260" fmla="*/ 145112 w 1598003"/>
                <a:gd name="connsiteY260" fmla="*/ 550924 h 2417709"/>
                <a:gd name="connsiteX261" fmla="*/ 125272 w 1598003"/>
                <a:gd name="connsiteY261" fmla="*/ 540196 h 2417709"/>
                <a:gd name="connsiteX262" fmla="*/ 114049 w 1598003"/>
                <a:gd name="connsiteY262" fmla="*/ 516530 h 2417709"/>
                <a:gd name="connsiteX263" fmla="*/ 69805 w 1598003"/>
                <a:gd name="connsiteY263" fmla="*/ 521894 h 2417709"/>
                <a:gd name="connsiteX264" fmla="*/ 0 w 1598003"/>
                <a:gd name="connsiteY264" fmla="*/ 544505 h 2417709"/>
                <a:gd name="connsiteX265" fmla="*/ 127 w 1598003"/>
                <a:gd name="connsiteY265" fmla="*/ 421394 h 2417709"/>
                <a:gd name="connsiteX266" fmla="*/ 104262 w 1598003"/>
                <a:gd name="connsiteY266" fmla="*/ 417848 h 2417709"/>
                <a:gd name="connsiteX267" fmla="*/ 174168 w 1598003"/>
                <a:gd name="connsiteY267" fmla="*/ 320996 h 2417709"/>
                <a:gd name="connsiteX268" fmla="*/ 188924 w 1598003"/>
                <a:gd name="connsiteY268" fmla="*/ 302312 h 2417709"/>
                <a:gd name="connsiteX269" fmla="*/ 259784 w 1598003"/>
                <a:gd name="connsiteY269" fmla="*/ 286106 h 2417709"/>
                <a:gd name="connsiteX270" fmla="*/ 251942 w 1598003"/>
                <a:gd name="connsiteY270" fmla="*/ 245066 h 2417709"/>
                <a:gd name="connsiteX271" fmla="*/ 261474 w 1598003"/>
                <a:gd name="connsiteY271" fmla="*/ 171740 h 2417709"/>
                <a:gd name="connsiteX272" fmla="*/ 292131 w 1598003"/>
                <a:gd name="connsiteY272" fmla="*/ 137753 h 2417709"/>
                <a:gd name="connsiteX273" fmla="*/ 369130 w 1598003"/>
                <a:gd name="connsiteY273" fmla="*/ 151226 h 2417709"/>
                <a:gd name="connsiteX274" fmla="*/ 406066 w 1598003"/>
                <a:gd name="connsiteY274" fmla="*/ 184272 h 2417709"/>
                <a:gd name="connsiteX275" fmla="*/ 455928 w 1598003"/>
                <a:gd name="connsiteY275" fmla="*/ 168334 h 2417709"/>
                <a:gd name="connsiteX276" fmla="*/ 507595 w 1598003"/>
                <a:gd name="connsiteY276" fmla="*/ 207545 h 2417709"/>
                <a:gd name="connsiteX277" fmla="*/ 555766 w 1598003"/>
                <a:gd name="connsiteY277" fmla="*/ 168982 h 2417709"/>
                <a:gd name="connsiteX278" fmla="*/ 584072 w 1598003"/>
                <a:gd name="connsiteY278" fmla="*/ 158127 h 2417709"/>
                <a:gd name="connsiteX279" fmla="*/ 628316 w 1598003"/>
                <a:gd name="connsiteY279" fmla="*/ 178655 h 2417709"/>
                <a:gd name="connsiteX280" fmla="*/ 732985 w 1598003"/>
                <a:gd name="connsiteY280" fmla="*/ 167673 h 2417709"/>
                <a:gd name="connsiteX281" fmla="*/ 804353 w 1598003"/>
                <a:gd name="connsiteY281" fmla="*/ 191594 h 2417709"/>
                <a:gd name="connsiteX282" fmla="*/ 899679 w 1598003"/>
                <a:gd name="connsiteY282" fmla="*/ 201914 h 2417709"/>
                <a:gd name="connsiteX283" fmla="*/ 1046355 w 1598003"/>
                <a:gd name="connsiteY283" fmla="*/ 138656 h 2417709"/>
                <a:gd name="connsiteX284" fmla="*/ 1073885 w 1598003"/>
                <a:gd name="connsiteY284" fmla="*/ 108863 h 2417709"/>
                <a:gd name="connsiteX285" fmla="*/ 1051185 w 1598003"/>
                <a:gd name="connsiteY285" fmla="*/ 40622 h 2417709"/>
                <a:gd name="connsiteX286" fmla="*/ 1083672 w 1598003"/>
                <a:gd name="connsiteY286" fmla="*/ 21938 h 2417709"/>
                <a:gd name="connsiteX287" fmla="*/ 1124269 w 1598003"/>
                <a:gd name="connsiteY287" fmla="*/ 33047 h 2417709"/>
                <a:gd name="connsiteX288" fmla="*/ 1155065 w 1598003"/>
                <a:gd name="connsiteY288" fmla="*/ 0 h 2417709"/>
                <a:gd name="connsiteX289" fmla="*/ 1168894 w 1598003"/>
                <a:gd name="connsiteY289" fmla="*/ 35029 h 2417709"/>
                <a:gd name="connsiteX290" fmla="*/ 1165500 w 1598003"/>
                <a:gd name="connsiteY290" fmla="*/ 81028 h 2417709"/>
                <a:gd name="connsiteX291" fmla="*/ 1187820 w 1598003"/>
                <a:gd name="connsiteY291" fmla="*/ 80646 h 2417709"/>
                <a:gd name="connsiteX292" fmla="*/ 1254243 w 1598003"/>
                <a:gd name="connsiteY292" fmla="*/ 54374 h 2417709"/>
                <a:gd name="connsiteX293" fmla="*/ 1313358 w 1598003"/>
                <a:gd name="connsiteY293" fmla="*/ 86251 h 2417709"/>
                <a:gd name="connsiteX294" fmla="*/ 1334241 w 1598003"/>
                <a:gd name="connsiteY294" fmla="*/ 135275 h 2417709"/>
                <a:gd name="connsiteX295" fmla="*/ 1299796 w 1598003"/>
                <a:gd name="connsiteY295" fmla="*/ 188721 h 2417709"/>
                <a:gd name="connsiteX296" fmla="*/ 1281519 w 1598003"/>
                <a:gd name="connsiteY296" fmla="*/ 289246 h 2417709"/>
                <a:gd name="connsiteX297" fmla="*/ 1289145 w 1598003"/>
                <a:gd name="connsiteY297" fmla="*/ 301270 h 2417709"/>
                <a:gd name="connsiteX298" fmla="*/ 1296072 w 1598003"/>
                <a:gd name="connsiteY298" fmla="*/ 356419 h 2417709"/>
                <a:gd name="connsiteX299" fmla="*/ 1332080 w 1598003"/>
                <a:gd name="connsiteY299" fmla="*/ 402685 h 2417709"/>
                <a:gd name="connsiteX300" fmla="*/ 1329742 w 1598003"/>
                <a:gd name="connsiteY300" fmla="*/ 408951 h 2417709"/>
                <a:gd name="connsiteX301" fmla="*/ 1337965 w 1598003"/>
                <a:gd name="connsiteY301" fmla="*/ 436913 h 2417709"/>
                <a:gd name="connsiteX302" fmla="*/ 1361708 w 1598003"/>
                <a:gd name="connsiteY302" fmla="*/ 452458 h 2417709"/>
                <a:gd name="connsiteX303" fmla="*/ 1411824 w 1598003"/>
                <a:gd name="connsiteY303" fmla="*/ 447628 h 2417709"/>
                <a:gd name="connsiteX304" fmla="*/ 1446917 w 1598003"/>
                <a:gd name="connsiteY304" fmla="*/ 499740 h 2417709"/>
                <a:gd name="connsiteX305" fmla="*/ 1429707 w 1598003"/>
                <a:gd name="connsiteY305" fmla="*/ 569544 h 2417709"/>
                <a:gd name="connsiteX306" fmla="*/ 1466758 w 1598003"/>
                <a:gd name="connsiteY306" fmla="*/ 640251 h 2417709"/>
                <a:gd name="connsiteX307" fmla="*/ 1435313 w 1598003"/>
                <a:gd name="connsiteY307" fmla="*/ 713042 h 2417709"/>
                <a:gd name="connsiteX308" fmla="*/ 1452026 w 1598003"/>
                <a:gd name="connsiteY308" fmla="*/ 758138 h 2417709"/>
                <a:gd name="connsiteX309" fmla="*/ 1446015 w 1598003"/>
                <a:gd name="connsiteY309" fmla="*/ 819846 h 2417709"/>
                <a:gd name="connsiteX310" fmla="*/ 1405952 w 1598003"/>
                <a:gd name="connsiteY310" fmla="*/ 848584 h 2417709"/>
                <a:gd name="connsiteX311" fmla="*/ 1394068 w 1598003"/>
                <a:gd name="connsiteY311" fmla="*/ 881923 h 2417709"/>
                <a:gd name="connsiteX312" fmla="*/ 1394996 w 1598003"/>
                <a:gd name="connsiteY312" fmla="*/ 907343 h 2417709"/>
                <a:gd name="connsiteX313" fmla="*/ 1414836 w 1598003"/>
                <a:gd name="connsiteY313" fmla="*/ 934657 h 2417709"/>
                <a:gd name="connsiteX314" fmla="*/ 1393420 w 1598003"/>
                <a:gd name="connsiteY314" fmla="*/ 969420 h 2417709"/>
                <a:gd name="connsiteX315" fmla="*/ 1373719 w 1598003"/>
                <a:gd name="connsiteY315" fmla="*/ 1000140 h 2417709"/>
                <a:gd name="connsiteX316" fmla="*/ 1391335 w 1598003"/>
                <a:gd name="connsiteY316" fmla="*/ 1050320 h 2417709"/>
                <a:gd name="connsiteX317" fmla="*/ 1421992 w 1598003"/>
                <a:gd name="connsiteY317" fmla="*/ 1090459 h 2417709"/>
                <a:gd name="connsiteX318" fmla="*/ 1419781 w 1598003"/>
                <a:gd name="connsiteY318" fmla="*/ 1112943 h 2417709"/>
                <a:gd name="connsiteX319" fmla="*/ 1413909 w 1598003"/>
                <a:gd name="connsiteY319" fmla="*/ 1170711 h 2417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Lst>
              <a:rect l="l" t="t" r="r" b="b"/>
              <a:pathLst>
                <a:path w="1598003" h="2417709">
                  <a:moveTo>
                    <a:pt x="1267042" y="1965366"/>
                  </a:moveTo>
                  <a:lnTo>
                    <a:pt x="1271732" y="1972039"/>
                  </a:lnTo>
                  <a:lnTo>
                    <a:pt x="1313752" y="1983669"/>
                  </a:lnTo>
                  <a:lnTo>
                    <a:pt x="1320285" y="2022104"/>
                  </a:lnTo>
                  <a:lnTo>
                    <a:pt x="1316104" y="2042225"/>
                  </a:lnTo>
                  <a:lnTo>
                    <a:pt x="1332627" y="2057642"/>
                  </a:lnTo>
                  <a:lnTo>
                    <a:pt x="1322853" y="2084448"/>
                  </a:lnTo>
                  <a:lnTo>
                    <a:pt x="1344384" y="2093841"/>
                  </a:lnTo>
                  <a:lnTo>
                    <a:pt x="1371533" y="2090447"/>
                  </a:lnTo>
                  <a:lnTo>
                    <a:pt x="1388882" y="2106525"/>
                  </a:lnTo>
                  <a:lnTo>
                    <a:pt x="1407019" y="2106780"/>
                  </a:lnTo>
                  <a:lnTo>
                    <a:pt x="1405990" y="2122350"/>
                  </a:lnTo>
                  <a:lnTo>
                    <a:pt x="1442392" y="2136738"/>
                  </a:lnTo>
                  <a:lnTo>
                    <a:pt x="1444349" y="2172923"/>
                  </a:lnTo>
                  <a:lnTo>
                    <a:pt x="1464851" y="2163632"/>
                  </a:lnTo>
                  <a:lnTo>
                    <a:pt x="1461712" y="2182609"/>
                  </a:lnTo>
                  <a:lnTo>
                    <a:pt x="1451289" y="2213151"/>
                  </a:lnTo>
                  <a:lnTo>
                    <a:pt x="1427140" y="2246872"/>
                  </a:lnTo>
                  <a:lnTo>
                    <a:pt x="1399749" y="2252617"/>
                  </a:lnTo>
                  <a:lnTo>
                    <a:pt x="1394132" y="2304512"/>
                  </a:lnTo>
                  <a:lnTo>
                    <a:pt x="1361377" y="2351693"/>
                  </a:lnTo>
                  <a:lnTo>
                    <a:pt x="1360716" y="2401364"/>
                  </a:lnTo>
                  <a:lnTo>
                    <a:pt x="1327301" y="2417709"/>
                  </a:lnTo>
                  <a:lnTo>
                    <a:pt x="1276461" y="2406855"/>
                  </a:lnTo>
                  <a:lnTo>
                    <a:pt x="1283121" y="2368419"/>
                  </a:lnTo>
                  <a:lnTo>
                    <a:pt x="1244748" y="2365153"/>
                  </a:lnTo>
                  <a:lnTo>
                    <a:pt x="1239410" y="2379922"/>
                  </a:lnTo>
                  <a:lnTo>
                    <a:pt x="1206910" y="2372220"/>
                  </a:lnTo>
                  <a:lnTo>
                    <a:pt x="1196996" y="2349850"/>
                  </a:lnTo>
                  <a:lnTo>
                    <a:pt x="1177155" y="2347307"/>
                  </a:lnTo>
                  <a:lnTo>
                    <a:pt x="1149625" y="2359332"/>
                  </a:lnTo>
                  <a:lnTo>
                    <a:pt x="1144274" y="2381155"/>
                  </a:lnTo>
                  <a:lnTo>
                    <a:pt x="1124828" y="2378142"/>
                  </a:lnTo>
                  <a:lnTo>
                    <a:pt x="1101200" y="2387040"/>
                  </a:lnTo>
                  <a:lnTo>
                    <a:pt x="1104720" y="2348617"/>
                  </a:lnTo>
                  <a:lnTo>
                    <a:pt x="1146092" y="2284176"/>
                  </a:lnTo>
                  <a:lnTo>
                    <a:pt x="1160454" y="2284570"/>
                  </a:lnTo>
                  <a:lnTo>
                    <a:pt x="1172847" y="2274758"/>
                  </a:lnTo>
                  <a:lnTo>
                    <a:pt x="1167763" y="2268631"/>
                  </a:lnTo>
                  <a:lnTo>
                    <a:pt x="1148316" y="2265263"/>
                  </a:lnTo>
                  <a:lnTo>
                    <a:pt x="1132784" y="2201356"/>
                  </a:lnTo>
                  <a:lnTo>
                    <a:pt x="1116592" y="2189587"/>
                  </a:lnTo>
                  <a:lnTo>
                    <a:pt x="1123646" y="2169466"/>
                  </a:lnTo>
                  <a:lnTo>
                    <a:pt x="1118282" y="2150630"/>
                  </a:lnTo>
                  <a:lnTo>
                    <a:pt x="1110719" y="2133115"/>
                  </a:lnTo>
                  <a:lnTo>
                    <a:pt x="1125603" y="2125947"/>
                  </a:lnTo>
                  <a:lnTo>
                    <a:pt x="1154837" y="2083723"/>
                  </a:lnTo>
                  <a:lnTo>
                    <a:pt x="1172186" y="2067124"/>
                  </a:lnTo>
                  <a:lnTo>
                    <a:pt x="1178846" y="2066081"/>
                  </a:lnTo>
                  <a:lnTo>
                    <a:pt x="1199589" y="2080711"/>
                  </a:lnTo>
                  <a:lnTo>
                    <a:pt x="1218654" y="2097310"/>
                  </a:lnTo>
                  <a:lnTo>
                    <a:pt x="1224666" y="2112995"/>
                  </a:lnTo>
                  <a:lnTo>
                    <a:pt x="1227933" y="2153134"/>
                  </a:lnTo>
                  <a:lnTo>
                    <a:pt x="1235495" y="2159489"/>
                  </a:lnTo>
                  <a:lnTo>
                    <a:pt x="1241495" y="2154405"/>
                  </a:lnTo>
                  <a:lnTo>
                    <a:pt x="1245155" y="2136776"/>
                  </a:lnTo>
                  <a:lnTo>
                    <a:pt x="1246706" y="2117926"/>
                  </a:lnTo>
                  <a:lnTo>
                    <a:pt x="1232610" y="2089837"/>
                  </a:lnTo>
                  <a:lnTo>
                    <a:pt x="1225963" y="2084346"/>
                  </a:lnTo>
                  <a:lnTo>
                    <a:pt x="1214752" y="2074280"/>
                  </a:lnTo>
                  <a:lnTo>
                    <a:pt x="1204584" y="2055214"/>
                  </a:lnTo>
                  <a:lnTo>
                    <a:pt x="1206796" y="2032603"/>
                  </a:lnTo>
                  <a:lnTo>
                    <a:pt x="1201839" y="2022930"/>
                  </a:lnTo>
                  <a:lnTo>
                    <a:pt x="1194924" y="2020706"/>
                  </a:lnTo>
                  <a:lnTo>
                    <a:pt x="1197136" y="2010385"/>
                  </a:lnTo>
                  <a:lnTo>
                    <a:pt x="1207838" y="2011034"/>
                  </a:lnTo>
                  <a:lnTo>
                    <a:pt x="1211753" y="1986732"/>
                  </a:lnTo>
                  <a:lnTo>
                    <a:pt x="1230539" y="1991422"/>
                  </a:lnTo>
                  <a:lnTo>
                    <a:pt x="1237732" y="1963193"/>
                  </a:lnTo>
                  <a:lnTo>
                    <a:pt x="1232509" y="1927515"/>
                  </a:lnTo>
                  <a:lnTo>
                    <a:pt x="1246718" y="1912085"/>
                  </a:lnTo>
                  <a:lnTo>
                    <a:pt x="1280642" y="1898510"/>
                  </a:lnTo>
                  <a:lnTo>
                    <a:pt x="1293962" y="1892740"/>
                  </a:lnTo>
                  <a:lnTo>
                    <a:pt x="1301410" y="1882165"/>
                  </a:lnTo>
                  <a:lnTo>
                    <a:pt x="1330123" y="1872365"/>
                  </a:lnTo>
                  <a:lnTo>
                    <a:pt x="1343952" y="1896286"/>
                  </a:lnTo>
                  <a:lnTo>
                    <a:pt x="1328026" y="1900328"/>
                  </a:lnTo>
                  <a:lnTo>
                    <a:pt x="1325026" y="1913928"/>
                  </a:lnTo>
                  <a:lnTo>
                    <a:pt x="1308503" y="1915097"/>
                  </a:lnTo>
                  <a:lnTo>
                    <a:pt x="1304448" y="1934696"/>
                  </a:lnTo>
                  <a:lnTo>
                    <a:pt x="1277833" y="1940060"/>
                  </a:lnTo>
                  <a:lnTo>
                    <a:pt x="1273130" y="1958490"/>
                  </a:lnTo>
                  <a:close/>
                  <a:moveTo>
                    <a:pt x="1449866" y="1239321"/>
                  </a:moveTo>
                  <a:lnTo>
                    <a:pt x="1512642" y="1273817"/>
                  </a:lnTo>
                  <a:lnTo>
                    <a:pt x="1555856" y="1337368"/>
                  </a:lnTo>
                  <a:lnTo>
                    <a:pt x="1598003" y="1363627"/>
                  </a:lnTo>
                  <a:lnTo>
                    <a:pt x="1593821" y="1384929"/>
                  </a:lnTo>
                  <a:lnTo>
                    <a:pt x="1554165" y="1409244"/>
                  </a:lnTo>
                  <a:lnTo>
                    <a:pt x="1522848" y="1472235"/>
                  </a:lnTo>
                  <a:lnTo>
                    <a:pt x="1434296" y="1511167"/>
                  </a:lnTo>
                  <a:lnTo>
                    <a:pt x="1421370" y="1521335"/>
                  </a:lnTo>
                  <a:lnTo>
                    <a:pt x="1437893" y="1558576"/>
                  </a:lnTo>
                  <a:lnTo>
                    <a:pt x="1460771" y="1597978"/>
                  </a:lnTo>
                  <a:lnTo>
                    <a:pt x="1456729" y="1620589"/>
                  </a:lnTo>
                  <a:lnTo>
                    <a:pt x="1439634" y="1642807"/>
                  </a:lnTo>
                  <a:lnTo>
                    <a:pt x="1436888" y="1668430"/>
                  </a:lnTo>
                  <a:lnTo>
                    <a:pt x="1430241" y="1684369"/>
                  </a:lnTo>
                  <a:lnTo>
                    <a:pt x="1379731" y="1691182"/>
                  </a:lnTo>
                  <a:lnTo>
                    <a:pt x="1316307" y="1723592"/>
                  </a:lnTo>
                  <a:lnTo>
                    <a:pt x="1309138" y="1735998"/>
                  </a:lnTo>
                  <a:lnTo>
                    <a:pt x="1292424" y="1786978"/>
                  </a:lnTo>
                  <a:lnTo>
                    <a:pt x="1312265" y="1811280"/>
                  </a:lnTo>
                  <a:lnTo>
                    <a:pt x="1325319" y="1826710"/>
                  </a:lnTo>
                  <a:lnTo>
                    <a:pt x="1304308" y="1842268"/>
                  </a:lnTo>
                  <a:lnTo>
                    <a:pt x="1287988" y="1862388"/>
                  </a:lnTo>
                  <a:lnTo>
                    <a:pt x="1264767" y="1864358"/>
                  </a:lnTo>
                  <a:lnTo>
                    <a:pt x="1246363" y="1875975"/>
                  </a:lnTo>
                  <a:lnTo>
                    <a:pt x="1230310" y="1878733"/>
                  </a:lnTo>
                  <a:lnTo>
                    <a:pt x="1222086" y="1874539"/>
                  </a:lnTo>
                  <a:lnTo>
                    <a:pt x="1216341" y="1863316"/>
                  </a:lnTo>
                  <a:lnTo>
                    <a:pt x="1204737" y="1862388"/>
                  </a:lnTo>
                  <a:lnTo>
                    <a:pt x="1198737" y="1870624"/>
                  </a:lnTo>
                  <a:lnTo>
                    <a:pt x="1191683" y="1866442"/>
                  </a:lnTo>
                  <a:lnTo>
                    <a:pt x="1178973" y="1869849"/>
                  </a:lnTo>
                  <a:lnTo>
                    <a:pt x="1175313" y="1879242"/>
                  </a:lnTo>
                  <a:lnTo>
                    <a:pt x="1168259" y="1897811"/>
                  </a:lnTo>
                  <a:lnTo>
                    <a:pt x="1183651" y="1906302"/>
                  </a:lnTo>
                  <a:lnTo>
                    <a:pt x="1190590" y="1912657"/>
                  </a:lnTo>
                  <a:lnTo>
                    <a:pt x="1191620" y="1926257"/>
                  </a:lnTo>
                  <a:lnTo>
                    <a:pt x="1192802" y="1941153"/>
                  </a:lnTo>
                  <a:lnTo>
                    <a:pt x="1190323" y="1951080"/>
                  </a:lnTo>
                  <a:lnTo>
                    <a:pt x="1178439" y="1969128"/>
                  </a:lnTo>
                  <a:lnTo>
                    <a:pt x="1175452" y="1988727"/>
                  </a:lnTo>
                  <a:lnTo>
                    <a:pt x="1177003" y="2006623"/>
                  </a:lnTo>
                  <a:lnTo>
                    <a:pt x="1186917" y="2009636"/>
                  </a:lnTo>
                  <a:lnTo>
                    <a:pt x="1182354" y="2020490"/>
                  </a:lnTo>
                  <a:lnTo>
                    <a:pt x="1171016" y="2021532"/>
                  </a:lnTo>
                  <a:lnTo>
                    <a:pt x="1162399" y="2026769"/>
                  </a:lnTo>
                  <a:lnTo>
                    <a:pt x="1157963" y="2044283"/>
                  </a:lnTo>
                  <a:lnTo>
                    <a:pt x="1150769" y="2061150"/>
                  </a:lnTo>
                  <a:lnTo>
                    <a:pt x="1135898" y="2084028"/>
                  </a:lnTo>
                  <a:lnTo>
                    <a:pt x="1119985" y="2101823"/>
                  </a:lnTo>
                  <a:lnTo>
                    <a:pt x="1110579" y="2109779"/>
                  </a:lnTo>
                  <a:lnTo>
                    <a:pt x="1100920" y="2111483"/>
                  </a:lnTo>
                  <a:lnTo>
                    <a:pt x="1088794" y="2098149"/>
                  </a:lnTo>
                  <a:lnTo>
                    <a:pt x="1069729" y="2082071"/>
                  </a:lnTo>
                  <a:lnTo>
                    <a:pt x="1068814" y="2071369"/>
                  </a:lnTo>
                  <a:lnTo>
                    <a:pt x="1081524" y="2035158"/>
                  </a:lnTo>
                  <a:lnTo>
                    <a:pt x="1079173" y="2019334"/>
                  </a:lnTo>
                  <a:lnTo>
                    <a:pt x="1071610" y="1985868"/>
                  </a:lnTo>
                  <a:lnTo>
                    <a:pt x="1068610" y="1973335"/>
                  </a:lnTo>
                  <a:lnTo>
                    <a:pt x="1068877" y="1967438"/>
                  </a:lnTo>
                  <a:lnTo>
                    <a:pt x="1073313" y="1957778"/>
                  </a:lnTo>
                  <a:lnTo>
                    <a:pt x="1074737" y="1949796"/>
                  </a:lnTo>
                  <a:lnTo>
                    <a:pt x="1089887" y="1929816"/>
                  </a:lnTo>
                  <a:lnTo>
                    <a:pt x="1094844" y="1911894"/>
                  </a:lnTo>
                  <a:lnTo>
                    <a:pt x="1095493" y="1907191"/>
                  </a:lnTo>
                  <a:lnTo>
                    <a:pt x="1093268" y="1899095"/>
                  </a:lnTo>
                  <a:lnTo>
                    <a:pt x="1087015" y="1894380"/>
                  </a:lnTo>
                  <a:lnTo>
                    <a:pt x="1068610" y="1902756"/>
                  </a:lnTo>
                  <a:lnTo>
                    <a:pt x="1058684" y="1916864"/>
                  </a:lnTo>
                  <a:lnTo>
                    <a:pt x="1061950" y="1938179"/>
                  </a:lnTo>
                  <a:lnTo>
                    <a:pt x="1062090" y="1952160"/>
                  </a:lnTo>
                  <a:lnTo>
                    <a:pt x="1055735" y="1961057"/>
                  </a:lnTo>
                  <a:lnTo>
                    <a:pt x="1041398" y="1967984"/>
                  </a:lnTo>
                  <a:lnTo>
                    <a:pt x="1040864" y="1974136"/>
                  </a:lnTo>
                  <a:lnTo>
                    <a:pt x="1049354" y="1989299"/>
                  </a:lnTo>
                  <a:lnTo>
                    <a:pt x="1047638" y="1996481"/>
                  </a:lnTo>
                  <a:lnTo>
                    <a:pt x="1029514" y="2002098"/>
                  </a:lnTo>
                  <a:lnTo>
                    <a:pt x="1010982" y="1996735"/>
                  </a:lnTo>
                  <a:lnTo>
                    <a:pt x="1012152" y="1984584"/>
                  </a:lnTo>
                  <a:lnTo>
                    <a:pt x="1018151" y="1977123"/>
                  </a:lnTo>
                  <a:lnTo>
                    <a:pt x="1012673" y="1966955"/>
                  </a:lnTo>
                  <a:lnTo>
                    <a:pt x="1007449" y="1965252"/>
                  </a:lnTo>
                  <a:lnTo>
                    <a:pt x="995578" y="1972191"/>
                  </a:lnTo>
                  <a:lnTo>
                    <a:pt x="990633" y="1981330"/>
                  </a:lnTo>
                  <a:lnTo>
                    <a:pt x="973907" y="1967082"/>
                  </a:lnTo>
                  <a:lnTo>
                    <a:pt x="952909" y="1936882"/>
                  </a:lnTo>
                  <a:lnTo>
                    <a:pt x="932955" y="1922647"/>
                  </a:lnTo>
                  <a:lnTo>
                    <a:pt x="913241" y="1919774"/>
                  </a:lnTo>
                  <a:lnTo>
                    <a:pt x="856719" y="1907344"/>
                  </a:lnTo>
                  <a:lnTo>
                    <a:pt x="848508" y="1918593"/>
                  </a:lnTo>
                  <a:lnTo>
                    <a:pt x="836624" y="1914932"/>
                  </a:lnTo>
                  <a:lnTo>
                    <a:pt x="837552" y="1903569"/>
                  </a:lnTo>
                  <a:lnTo>
                    <a:pt x="848381" y="1860049"/>
                  </a:lnTo>
                  <a:lnTo>
                    <a:pt x="857507" y="1846830"/>
                  </a:lnTo>
                  <a:lnTo>
                    <a:pt x="874488" y="1818474"/>
                  </a:lnTo>
                  <a:lnTo>
                    <a:pt x="903187" y="1807035"/>
                  </a:lnTo>
                  <a:lnTo>
                    <a:pt x="907903" y="1803387"/>
                  </a:lnTo>
                  <a:lnTo>
                    <a:pt x="920155" y="1780776"/>
                  </a:lnTo>
                  <a:lnTo>
                    <a:pt x="934759" y="1752012"/>
                  </a:lnTo>
                  <a:lnTo>
                    <a:pt x="918719" y="1743522"/>
                  </a:lnTo>
                  <a:lnTo>
                    <a:pt x="931772" y="1720504"/>
                  </a:lnTo>
                  <a:lnTo>
                    <a:pt x="954740" y="1727050"/>
                  </a:lnTo>
                  <a:lnTo>
                    <a:pt x="970653" y="1698553"/>
                  </a:lnTo>
                  <a:lnTo>
                    <a:pt x="970386" y="1658694"/>
                  </a:lnTo>
                  <a:lnTo>
                    <a:pt x="950431" y="1643277"/>
                  </a:lnTo>
                  <a:lnTo>
                    <a:pt x="924591" y="1632931"/>
                  </a:lnTo>
                  <a:lnTo>
                    <a:pt x="870979" y="1581454"/>
                  </a:lnTo>
                  <a:lnTo>
                    <a:pt x="862235" y="1593605"/>
                  </a:lnTo>
                  <a:lnTo>
                    <a:pt x="824257" y="1603418"/>
                  </a:lnTo>
                  <a:lnTo>
                    <a:pt x="767061" y="1572824"/>
                  </a:lnTo>
                  <a:lnTo>
                    <a:pt x="790816" y="1554394"/>
                  </a:lnTo>
                  <a:lnTo>
                    <a:pt x="811153" y="1530092"/>
                  </a:lnTo>
                  <a:lnTo>
                    <a:pt x="822236" y="1513226"/>
                  </a:lnTo>
                  <a:lnTo>
                    <a:pt x="843513" y="1498330"/>
                  </a:lnTo>
                  <a:lnTo>
                    <a:pt x="868170" y="1477027"/>
                  </a:lnTo>
                  <a:lnTo>
                    <a:pt x="884351" y="1469401"/>
                  </a:lnTo>
                  <a:lnTo>
                    <a:pt x="902234" y="1462487"/>
                  </a:lnTo>
                  <a:lnTo>
                    <a:pt x="919329" y="1455420"/>
                  </a:lnTo>
                  <a:lnTo>
                    <a:pt x="938521" y="1447578"/>
                  </a:lnTo>
                  <a:lnTo>
                    <a:pt x="958349" y="1444184"/>
                  </a:lnTo>
                  <a:lnTo>
                    <a:pt x="973360" y="1429148"/>
                  </a:lnTo>
                  <a:lnTo>
                    <a:pt x="970882" y="1417378"/>
                  </a:lnTo>
                  <a:lnTo>
                    <a:pt x="965543" y="1387840"/>
                  </a:lnTo>
                  <a:lnTo>
                    <a:pt x="945207" y="1364313"/>
                  </a:lnTo>
                  <a:lnTo>
                    <a:pt x="921197" y="1348247"/>
                  </a:lnTo>
                  <a:lnTo>
                    <a:pt x="910622" y="1360525"/>
                  </a:lnTo>
                  <a:lnTo>
                    <a:pt x="876572" y="1372676"/>
                  </a:lnTo>
                  <a:lnTo>
                    <a:pt x="858040" y="1374774"/>
                  </a:lnTo>
                  <a:lnTo>
                    <a:pt x="866518" y="1417124"/>
                  </a:lnTo>
                  <a:lnTo>
                    <a:pt x="855562" y="1430063"/>
                  </a:lnTo>
                  <a:lnTo>
                    <a:pt x="838721" y="1449929"/>
                  </a:lnTo>
                  <a:lnTo>
                    <a:pt x="818105" y="1449662"/>
                  </a:lnTo>
                  <a:lnTo>
                    <a:pt x="787435" y="1426135"/>
                  </a:lnTo>
                  <a:lnTo>
                    <a:pt x="730011" y="1443383"/>
                  </a:lnTo>
                  <a:lnTo>
                    <a:pt x="694422" y="1484310"/>
                  </a:lnTo>
                  <a:lnTo>
                    <a:pt x="679691" y="1528478"/>
                  </a:lnTo>
                  <a:lnTo>
                    <a:pt x="644852" y="1583247"/>
                  </a:lnTo>
                  <a:lnTo>
                    <a:pt x="622381" y="1585064"/>
                  </a:lnTo>
                  <a:lnTo>
                    <a:pt x="611679" y="1560762"/>
                  </a:lnTo>
                  <a:lnTo>
                    <a:pt x="588965" y="1562326"/>
                  </a:lnTo>
                  <a:lnTo>
                    <a:pt x="563138" y="1552526"/>
                  </a:lnTo>
                  <a:lnTo>
                    <a:pt x="542916" y="1521030"/>
                  </a:lnTo>
                  <a:lnTo>
                    <a:pt x="468129" y="1533321"/>
                  </a:lnTo>
                  <a:lnTo>
                    <a:pt x="463045" y="1493919"/>
                  </a:lnTo>
                  <a:lnTo>
                    <a:pt x="427940" y="1464254"/>
                  </a:lnTo>
                  <a:lnTo>
                    <a:pt x="449992" y="1432109"/>
                  </a:lnTo>
                  <a:lnTo>
                    <a:pt x="386975" y="1400969"/>
                  </a:lnTo>
                  <a:lnTo>
                    <a:pt x="385157" y="1393254"/>
                  </a:lnTo>
                  <a:lnTo>
                    <a:pt x="378624" y="1363716"/>
                  </a:lnTo>
                  <a:lnTo>
                    <a:pt x="363105" y="1348553"/>
                  </a:lnTo>
                  <a:lnTo>
                    <a:pt x="317946" y="1303724"/>
                  </a:lnTo>
                  <a:lnTo>
                    <a:pt x="305935" y="1262555"/>
                  </a:lnTo>
                  <a:lnTo>
                    <a:pt x="299808" y="1241520"/>
                  </a:lnTo>
                  <a:lnTo>
                    <a:pt x="252691" y="1243337"/>
                  </a:lnTo>
                  <a:lnTo>
                    <a:pt x="233779" y="1220866"/>
                  </a:lnTo>
                  <a:lnTo>
                    <a:pt x="168525" y="1200339"/>
                  </a:lnTo>
                  <a:lnTo>
                    <a:pt x="156895" y="1165043"/>
                  </a:lnTo>
                  <a:lnTo>
                    <a:pt x="111888" y="1153934"/>
                  </a:lnTo>
                  <a:lnTo>
                    <a:pt x="112142" y="1123887"/>
                  </a:lnTo>
                  <a:lnTo>
                    <a:pt x="139672" y="1108177"/>
                  </a:lnTo>
                  <a:lnTo>
                    <a:pt x="100398" y="1055265"/>
                  </a:lnTo>
                  <a:lnTo>
                    <a:pt x="74037" y="998272"/>
                  </a:lnTo>
                  <a:lnTo>
                    <a:pt x="106537" y="988193"/>
                  </a:lnTo>
                  <a:lnTo>
                    <a:pt x="108100" y="942322"/>
                  </a:lnTo>
                  <a:lnTo>
                    <a:pt x="129377" y="931098"/>
                  </a:lnTo>
                  <a:lnTo>
                    <a:pt x="137003" y="917359"/>
                  </a:lnTo>
                  <a:lnTo>
                    <a:pt x="150565" y="904954"/>
                  </a:lnTo>
                  <a:lnTo>
                    <a:pt x="152014" y="870636"/>
                  </a:lnTo>
                  <a:lnTo>
                    <a:pt x="146536" y="837704"/>
                  </a:lnTo>
                  <a:lnTo>
                    <a:pt x="162970" y="811012"/>
                  </a:lnTo>
                  <a:lnTo>
                    <a:pt x="156958" y="761087"/>
                  </a:lnTo>
                  <a:lnTo>
                    <a:pt x="147057" y="739480"/>
                  </a:lnTo>
                  <a:lnTo>
                    <a:pt x="163580" y="712165"/>
                  </a:lnTo>
                  <a:lnTo>
                    <a:pt x="149751" y="682487"/>
                  </a:lnTo>
                  <a:lnTo>
                    <a:pt x="159678" y="666676"/>
                  </a:lnTo>
                  <a:lnTo>
                    <a:pt x="138071" y="631901"/>
                  </a:lnTo>
                  <a:lnTo>
                    <a:pt x="131271" y="602667"/>
                  </a:lnTo>
                  <a:lnTo>
                    <a:pt x="147070" y="573916"/>
                  </a:lnTo>
                  <a:lnTo>
                    <a:pt x="145112" y="550924"/>
                  </a:lnTo>
                  <a:lnTo>
                    <a:pt x="125272" y="540196"/>
                  </a:lnTo>
                  <a:lnTo>
                    <a:pt x="114049" y="516530"/>
                  </a:lnTo>
                  <a:lnTo>
                    <a:pt x="69805" y="521894"/>
                  </a:lnTo>
                  <a:lnTo>
                    <a:pt x="0" y="544505"/>
                  </a:lnTo>
                  <a:lnTo>
                    <a:pt x="127" y="421394"/>
                  </a:lnTo>
                  <a:lnTo>
                    <a:pt x="104262" y="417848"/>
                  </a:lnTo>
                  <a:lnTo>
                    <a:pt x="174168" y="320996"/>
                  </a:lnTo>
                  <a:lnTo>
                    <a:pt x="188924" y="302312"/>
                  </a:lnTo>
                  <a:lnTo>
                    <a:pt x="259784" y="286106"/>
                  </a:lnTo>
                  <a:lnTo>
                    <a:pt x="251942" y="245066"/>
                  </a:lnTo>
                  <a:lnTo>
                    <a:pt x="261474" y="171740"/>
                  </a:lnTo>
                  <a:lnTo>
                    <a:pt x="292131" y="137753"/>
                  </a:lnTo>
                  <a:lnTo>
                    <a:pt x="369130" y="151226"/>
                  </a:lnTo>
                  <a:lnTo>
                    <a:pt x="406066" y="184272"/>
                  </a:lnTo>
                  <a:lnTo>
                    <a:pt x="455928" y="168334"/>
                  </a:lnTo>
                  <a:lnTo>
                    <a:pt x="507595" y="207545"/>
                  </a:lnTo>
                  <a:lnTo>
                    <a:pt x="555766" y="168982"/>
                  </a:lnTo>
                  <a:lnTo>
                    <a:pt x="584072" y="158127"/>
                  </a:lnTo>
                  <a:lnTo>
                    <a:pt x="628316" y="178655"/>
                  </a:lnTo>
                  <a:lnTo>
                    <a:pt x="732985" y="167673"/>
                  </a:lnTo>
                  <a:lnTo>
                    <a:pt x="804353" y="191594"/>
                  </a:lnTo>
                  <a:lnTo>
                    <a:pt x="899679" y="201914"/>
                  </a:lnTo>
                  <a:lnTo>
                    <a:pt x="1046355" y="138656"/>
                  </a:lnTo>
                  <a:lnTo>
                    <a:pt x="1073885" y="108863"/>
                  </a:lnTo>
                  <a:lnTo>
                    <a:pt x="1051185" y="40622"/>
                  </a:lnTo>
                  <a:lnTo>
                    <a:pt x="1083672" y="21938"/>
                  </a:lnTo>
                  <a:lnTo>
                    <a:pt x="1124269" y="33047"/>
                  </a:lnTo>
                  <a:lnTo>
                    <a:pt x="1155065" y="0"/>
                  </a:lnTo>
                  <a:lnTo>
                    <a:pt x="1168894" y="35029"/>
                  </a:lnTo>
                  <a:lnTo>
                    <a:pt x="1165500" y="81028"/>
                  </a:lnTo>
                  <a:lnTo>
                    <a:pt x="1187820" y="80646"/>
                  </a:lnTo>
                  <a:lnTo>
                    <a:pt x="1254243" y="54374"/>
                  </a:lnTo>
                  <a:lnTo>
                    <a:pt x="1313358" y="86251"/>
                  </a:lnTo>
                  <a:lnTo>
                    <a:pt x="1334241" y="135275"/>
                  </a:lnTo>
                  <a:lnTo>
                    <a:pt x="1299796" y="188721"/>
                  </a:lnTo>
                  <a:lnTo>
                    <a:pt x="1281519" y="289246"/>
                  </a:lnTo>
                  <a:lnTo>
                    <a:pt x="1289145" y="301270"/>
                  </a:lnTo>
                  <a:lnTo>
                    <a:pt x="1296072" y="356419"/>
                  </a:lnTo>
                  <a:lnTo>
                    <a:pt x="1332080" y="402685"/>
                  </a:lnTo>
                  <a:lnTo>
                    <a:pt x="1329742" y="408951"/>
                  </a:lnTo>
                  <a:lnTo>
                    <a:pt x="1337965" y="436913"/>
                  </a:lnTo>
                  <a:lnTo>
                    <a:pt x="1361708" y="452458"/>
                  </a:lnTo>
                  <a:lnTo>
                    <a:pt x="1411824" y="447628"/>
                  </a:lnTo>
                  <a:lnTo>
                    <a:pt x="1446917" y="499740"/>
                  </a:lnTo>
                  <a:lnTo>
                    <a:pt x="1429707" y="569544"/>
                  </a:lnTo>
                  <a:lnTo>
                    <a:pt x="1466758" y="640251"/>
                  </a:lnTo>
                  <a:lnTo>
                    <a:pt x="1435313" y="713042"/>
                  </a:lnTo>
                  <a:lnTo>
                    <a:pt x="1452026" y="758138"/>
                  </a:lnTo>
                  <a:lnTo>
                    <a:pt x="1446015" y="819846"/>
                  </a:lnTo>
                  <a:lnTo>
                    <a:pt x="1405952" y="848584"/>
                  </a:lnTo>
                  <a:lnTo>
                    <a:pt x="1394068" y="881923"/>
                  </a:lnTo>
                  <a:lnTo>
                    <a:pt x="1394996" y="907343"/>
                  </a:lnTo>
                  <a:lnTo>
                    <a:pt x="1414836" y="934657"/>
                  </a:lnTo>
                  <a:lnTo>
                    <a:pt x="1393420" y="969420"/>
                  </a:lnTo>
                  <a:lnTo>
                    <a:pt x="1373719" y="1000140"/>
                  </a:lnTo>
                  <a:lnTo>
                    <a:pt x="1391335" y="1050320"/>
                  </a:lnTo>
                  <a:lnTo>
                    <a:pt x="1421992" y="1090459"/>
                  </a:lnTo>
                  <a:lnTo>
                    <a:pt x="1419781" y="1112943"/>
                  </a:lnTo>
                  <a:lnTo>
                    <a:pt x="1413909" y="1170711"/>
                  </a:lnTo>
                  <a:close/>
                </a:path>
              </a:pathLst>
            </a:custGeom>
            <a:noFill/>
            <a:ln w="3810" cap="flat">
              <a:solidFill>
                <a:srgbClr val="E6E4E2"/>
              </a:solidFill>
              <a:prstDash val="solid"/>
              <a:miter/>
            </a:ln>
          </p:spPr>
          <p:txBody>
            <a:bodyPr rtlCol="0" anchor="ctr"/>
            <a:lstStyle/>
            <a:p>
              <a:endParaRPr lang="de-CH"/>
            </a:p>
          </p:txBody>
        </p:sp>
        <p:sp>
          <p:nvSpPr>
            <p:cNvPr id="124" name="Freihandform: Form 123">
              <a:extLst>
                <a:ext uri="{FF2B5EF4-FFF2-40B4-BE49-F238E27FC236}">
                  <a16:creationId xmlns:a16="http://schemas.microsoft.com/office/drawing/2014/main" id="{715530D9-3454-F9DF-C62F-E30027914E95}"/>
                </a:ext>
              </a:extLst>
            </p:cNvPr>
            <p:cNvSpPr/>
            <p:nvPr/>
          </p:nvSpPr>
          <p:spPr>
            <a:xfrm>
              <a:off x="1698023" y="2982389"/>
              <a:ext cx="2441401" cy="2351349"/>
            </a:xfrm>
            <a:custGeom>
              <a:avLst/>
              <a:gdLst>
                <a:gd name="connsiteX0" fmla="*/ 402342 w 2441401"/>
                <a:gd name="connsiteY0" fmla="*/ 1060603 h 2351349"/>
                <a:gd name="connsiteX1" fmla="*/ 409269 w 2441401"/>
                <a:gd name="connsiteY1" fmla="*/ 1054985 h 2351349"/>
                <a:gd name="connsiteX2" fmla="*/ 413425 w 2441401"/>
                <a:gd name="connsiteY2" fmla="*/ 1048630 h 2351349"/>
                <a:gd name="connsiteX3" fmla="*/ 420619 w 2441401"/>
                <a:gd name="connsiteY3" fmla="*/ 1048096 h 2351349"/>
                <a:gd name="connsiteX4" fmla="*/ 423491 w 2441401"/>
                <a:gd name="connsiteY4" fmla="*/ 1040915 h 2351349"/>
                <a:gd name="connsiteX5" fmla="*/ 435236 w 2441401"/>
                <a:gd name="connsiteY5" fmla="*/ 1033835 h 2351349"/>
                <a:gd name="connsiteX6" fmla="*/ 448670 w 2441401"/>
                <a:gd name="connsiteY6" fmla="*/ 1029793 h 2351349"/>
                <a:gd name="connsiteX7" fmla="*/ 523190 w 2441401"/>
                <a:gd name="connsiteY7" fmla="*/ 964183 h 2351349"/>
                <a:gd name="connsiteX8" fmla="*/ 542370 w 2441401"/>
                <a:gd name="connsiteY8" fmla="*/ 952820 h 2351349"/>
                <a:gd name="connsiteX9" fmla="*/ 546424 w 2441401"/>
                <a:gd name="connsiteY9" fmla="*/ 944978 h 2351349"/>
                <a:gd name="connsiteX10" fmla="*/ 545242 w 2441401"/>
                <a:gd name="connsiteY10" fmla="*/ 931912 h 2351349"/>
                <a:gd name="connsiteX11" fmla="*/ 559071 w 2441401"/>
                <a:gd name="connsiteY11" fmla="*/ 912427 h 2351349"/>
                <a:gd name="connsiteX12" fmla="*/ 556732 w 2441401"/>
                <a:gd name="connsiteY12" fmla="*/ 906936 h 2351349"/>
                <a:gd name="connsiteX13" fmla="*/ 549551 w 2441401"/>
                <a:gd name="connsiteY13" fmla="*/ 906021 h 2351349"/>
                <a:gd name="connsiteX14" fmla="*/ 538455 w 2441401"/>
                <a:gd name="connsiteY14" fmla="*/ 920003 h 2351349"/>
                <a:gd name="connsiteX15" fmla="*/ 467214 w 2441401"/>
                <a:gd name="connsiteY15" fmla="*/ 971110 h 2351349"/>
                <a:gd name="connsiteX16" fmla="*/ 404934 w 2441401"/>
                <a:gd name="connsiteY16" fmla="*/ 1021544 h 2351349"/>
                <a:gd name="connsiteX17" fmla="*/ 385755 w 2441401"/>
                <a:gd name="connsiteY17" fmla="*/ 1049266 h 2351349"/>
                <a:gd name="connsiteX18" fmla="*/ 375434 w 2441401"/>
                <a:gd name="connsiteY18" fmla="*/ 1056446 h 2351349"/>
                <a:gd name="connsiteX19" fmla="*/ 374926 w 2441401"/>
                <a:gd name="connsiteY19" fmla="*/ 1066615 h 2351349"/>
                <a:gd name="connsiteX20" fmla="*/ 380531 w 2441401"/>
                <a:gd name="connsiteY20" fmla="*/ 1070796 h 2351349"/>
                <a:gd name="connsiteX21" fmla="*/ 393317 w 2441401"/>
                <a:gd name="connsiteY21" fmla="*/ 1059357 h 2351349"/>
                <a:gd name="connsiteX22" fmla="*/ 398134 w 2441401"/>
                <a:gd name="connsiteY22" fmla="*/ 1062878 h 2351349"/>
                <a:gd name="connsiteX23" fmla="*/ 242091 w 2441401"/>
                <a:gd name="connsiteY23" fmla="*/ 1868972 h 2351349"/>
                <a:gd name="connsiteX24" fmla="*/ 217548 w 2441401"/>
                <a:gd name="connsiteY24" fmla="*/ 1849093 h 2351349"/>
                <a:gd name="connsiteX25" fmla="*/ 208282 w 2441401"/>
                <a:gd name="connsiteY25" fmla="*/ 1857736 h 2351349"/>
                <a:gd name="connsiteX26" fmla="*/ 207011 w 2441401"/>
                <a:gd name="connsiteY26" fmla="*/ 1878390 h 2351349"/>
                <a:gd name="connsiteX27" fmla="*/ 1463059 w 2441401"/>
                <a:gd name="connsiteY27" fmla="*/ 756575 h 2351349"/>
                <a:gd name="connsiteX28" fmla="*/ 1491504 w 2441401"/>
                <a:gd name="connsiteY28" fmla="*/ 712661 h 2351349"/>
                <a:gd name="connsiteX29" fmla="*/ 1495546 w 2441401"/>
                <a:gd name="connsiteY29" fmla="*/ 676323 h 2351349"/>
                <a:gd name="connsiteX30" fmla="*/ 1468664 w 2441401"/>
                <a:gd name="connsiteY30" fmla="*/ 664960 h 2351349"/>
                <a:gd name="connsiteX31" fmla="*/ 1418281 w 2441401"/>
                <a:gd name="connsiteY31" fmla="*/ 722854 h 2351349"/>
                <a:gd name="connsiteX32" fmla="*/ 1438401 w 2441401"/>
                <a:gd name="connsiteY32" fmla="*/ 752393 h 2351349"/>
                <a:gd name="connsiteX33" fmla="*/ 1602871 w 2441401"/>
                <a:gd name="connsiteY33" fmla="*/ 722461 h 2351349"/>
                <a:gd name="connsiteX34" fmla="*/ 1629232 w 2441401"/>
                <a:gd name="connsiteY34" fmla="*/ 740623 h 2351349"/>
                <a:gd name="connsiteX35" fmla="*/ 1650509 w 2441401"/>
                <a:gd name="connsiteY35" fmla="*/ 746775 h 2351349"/>
                <a:gd name="connsiteX36" fmla="*/ 1658466 w 2441401"/>
                <a:gd name="connsiteY36" fmla="*/ 736060 h 2351349"/>
                <a:gd name="connsiteX37" fmla="*/ 1654157 w 2441401"/>
                <a:gd name="connsiteY37" fmla="*/ 729782 h 2351349"/>
                <a:gd name="connsiteX38" fmla="*/ 1659635 w 2441401"/>
                <a:gd name="connsiteY38" fmla="*/ 721813 h 2351349"/>
                <a:gd name="connsiteX39" fmla="*/ 1691754 w 2441401"/>
                <a:gd name="connsiteY39" fmla="*/ 671620 h 2351349"/>
                <a:gd name="connsiteX40" fmla="*/ 1672307 w 2441401"/>
                <a:gd name="connsiteY40" fmla="*/ 648093 h 2351349"/>
                <a:gd name="connsiteX41" fmla="*/ 1662762 w 2441401"/>
                <a:gd name="connsiteY41" fmla="*/ 640251 h 2351349"/>
                <a:gd name="connsiteX42" fmla="*/ 1652988 w 2441401"/>
                <a:gd name="connsiteY42" fmla="*/ 631240 h 2351349"/>
                <a:gd name="connsiteX43" fmla="*/ 1630935 w 2441401"/>
                <a:gd name="connsiteY43" fmla="*/ 597519 h 2351349"/>
                <a:gd name="connsiteX44" fmla="*/ 1618924 w 2441401"/>
                <a:gd name="connsiteY44" fmla="*/ 607052 h 2351349"/>
                <a:gd name="connsiteX45" fmla="*/ 1600126 w 2441401"/>
                <a:gd name="connsiteY45" fmla="*/ 636730 h 2351349"/>
                <a:gd name="connsiteX46" fmla="*/ 1583425 w 2441401"/>
                <a:gd name="connsiteY46" fmla="*/ 660880 h 2351349"/>
                <a:gd name="connsiteX47" fmla="*/ 1555627 w 2441401"/>
                <a:gd name="connsiteY47" fmla="*/ 705569 h 2351349"/>
                <a:gd name="connsiteX48" fmla="*/ 1510354 w 2441401"/>
                <a:gd name="connsiteY48" fmla="*/ 711924 h 2351349"/>
                <a:gd name="connsiteX49" fmla="*/ 1498342 w 2441401"/>
                <a:gd name="connsiteY49" fmla="*/ 730989 h 2351349"/>
                <a:gd name="connsiteX50" fmla="*/ 1509044 w 2441401"/>
                <a:gd name="connsiteY50" fmla="*/ 742238 h 2351349"/>
                <a:gd name="connsiteX51" fmla="*/ 1535927 w 2441401"/>
                <a:gd name="connsiteY51" fmla="*/ 738323 h 2351349"/>
                <a:gd name="connsiteX52" fmla="*/ 1546489 w 2441401"/>
                <a:gd name="connsiteY52" fmla="*/ 735705 h 2351349"/>
                <a:gd name="connsiteX53" fmla="*/ 1558894 w 2441401"/>
                <a:gd name="connsiteY53" fmla="*/ 719753 h 2351349"/>
                <a:gd name="connsiteX54" fmla="*/ 1581213 w 2441401"/>
                <a:gd name="connsiteY54" fmla="*/ 713475 h 2351349"/>
                <a:gd name="connsiteX55" fmla="*/ 2017999 w 2441401"/>
                <a:gd name="connsiteY55" fmla="*/ 196385 h 2351349"/>
                <a:gd name="connsiteX56" fmla="*/ 2033124 w 2441401"/>
                <a:gd name="connsiteY56" fmla="*/ 207825 h 2351349"/>
                <a:gd name="connsiteX57" fmla="*/ 2047360 w 2441401"/>
                <a:gd name="connsiteY57" fmla="*/ 210964 h 2351349"/>
                <a:gd name="connsiteX58" fmla="*/ 2067988 w 2441401"/>
                <a:gd name="connsiteY58" fmla="*/ 210417 h 2351349"/>
                <a:gd name="connsiteX59" fmla="*/ 2108038 w 2441401"/>
                <a:gd name="connsiteY59" fmla="*/ 187692 h 2351349"/>
                <a:gd name="connsiteX60" fmla="*/ 2119478 w 2441401"/>
                <a:gd name="connsiteY60" fmla="*/ 203109 h 2351349"/>
                <a:gd name="connsiteX61" fmla="*/ 2121956 w 2441401"/>
                <a:gd name="connsiteY61" fmla="*/ 215006 h 2351349"/>
                <a:gd name="connsiteX62" fmla="*/ 2105433 w 2441401"/>
                <a:gd name="connsiteY62" fmla="*/ 237757 h 2351349"/>
                <a:gd name="connsiteX63" fmla="*/ 2087295 w 2441401"/>
                <a:gd name="connsiteY63" fmla="*/ 240299 h 2351349"/>
                <a:gd name="connsiteX64" fmla="*/ 2061455 w 2441401"/>
                <a:gd name="connsiteY64" fmla="*/ 286564 h 2351349"/>
                <a:gd name="connsiteX65" fmla="*/ 2071369 w 2441401"/>
                <a:gd name="connsiteY65" fmla="*/ 319509 h 2351349"/>
                <a:gd name="connsiteX66" fmla="*/ 2057935 w 2441401"/>
                <a:gd name="connsiteY66" fmla="*/ 334532 h 2351349"/>
                <a:gd name="connsiteX67" fmla="*/ 2054122 w 2441401"/>
                <a:gd name="connsiteY67" fmla="*/ 337926 h 2351349"/>
                <a:gd name="connsiteX68" fmla="*/ 2051643 w 2441401"/>
                <a:gd name="connsiteY68" fmla="*/ 342108 h 2351349"/>
                <a:gd name="connsiteX69" fmla="*/ 2037281 w 2441401"/>
                <a:gd name="connsiteY69" fmla="*/ 361173 h 2351349"/>
                <a:gd name="connsiteX70" fmla="*/ 2006357 w 2441401"/>
                <a:gd name="connsiteY70" fmla="*/ 384293 h 2351349"/>
                <a:gd name="connsiteX71" fmla="*/ 1995388 w 2441401"/>
                <a:gd name="connsiteY71" fmla="*/ 366778 h 2351349"/>
                <a:gd name="connsiteX72" fmla="*/ 2014720 w 2441401"/>
                <a:gd name="connsiteY72" fmla="*/ 346912 h 2351349"/>
                <a:gd name="connsiteX73" fmla="*/ 2000879 w 2441401"/>
                <a:gd name="connsiteY73" fmla="*/ 297635 h 2351349"/>
                <a:gd name="connsiteX74" fmla="*/ 1968252 w 2441401"/>
                <a:gd name="connsiteY74" fmla="*/ 282993 h 2351349"/>
                <a:gd name="connsiteX75" fmla="*/ 1949440 w 2441401"/>
                <a:gd name="connsiteY75" fmla="*/ 305363 h 2351349"/>
                <a:gd name="connsiteX76" fmla="*/ 1922673 w 2441401"/>
                <a:gd name="connsiteY76" fmla="*/ 287708 h 2351349"/>
                <a:gd name="connsiteX77" fmla="*/ 1954651 w 2441401"/>
                <a:gd name="connsiteY77" fmla="*/ 257915 h 2351349"/>
                <a:gd name="connsiteX78" fmla="*/ 1903226 w 2441401"/>
                <a:gd name="connsiteY78" fmla="*/ 201571 h 2351349"/>
                <a:gd name="connsiteX79" fmla="*/ 1910140 w 2441401"/>
                <a:gd name="connsiteY79" fmla="*/ 170609 h 2351349"/>
                <a:gd name="connsiteX80" fmla="*/ 1857825 w 2441401"/>
                <a:gd name="connsiteY80" fmla="*/ 142761 h 2351349"/>
                <a:gd name="connsiteX81" fmla="*/ 1893185 w 2441401"/>
                <a:gd name="connsiteY81" fmla="*/ 112447 h 2351349"/>
                <a:gd name="connsiteX82" fmla="*/ 1892016 w 2441401"/>
                <a:gd name="connsiteY82" fmla="*/ 103550 h 2351349"/>
                <a:gd name="connsiteX83" fmla="*/ 1898371 w 2441401"/>
                <a:gd name="connsiteY83" fmla="*/ 95059 h 2351349"/>
                <a:gd name="connsiteX84" fmla="*/ 1930731 w 2441401"/>
                <a:gd name="connsiteY84" fmla="*/ 75194 h 2351349"/>
                <a:gd name="connsiteX85" fmla="*/ 1988677 w 2441401"/>
                <a:gd name="connsiteY85" fmla="*/ 39605 h 2351349"/>
                <a:gd name="connsiteX86" fmla="*/ 1994155 w 2441401"/>
                <a:gd name="connsiteY86" fmla="*/ 26666 h 2351349"/>
                <a:gd name="connsiteX87" fmla="*/ 2008899 w 2441401"/>
                <a:gd name="connsiteY87" fmla="*/ 13066 h 2351349"/>
                <a:gd name="connsiteX88" fmla="*/ 2016080 w 2441401"/>
                <a:gd name="connsiteY88" fmla="*/ 0 h 2351349"/>
                <a:gd name="connsiteX89" fmla="*/ 2060566 w 2441401"/>
                <a:gd name="connsiteY89" fmla="*/ 19472 h 2351349"/>
                <a:gd name="connsiteX90" fmla="*/ 2057960 w 2441401"/>
                <a:gd name="connsiteY90" fmla="*/ 71495 h 2351349"/>
                <a:gd name="connsiteX91" fmla="*/ 2065586 w 2441401"/>
                <a:gd name="connsiteY91" fmla="*/ 103003 h 2351349"/>
                <a:gd name="connsiteX92" fmla="*/ 2055939 w 2441401"/>
                <a:gd name="connsiteY92" fmla="*/ 118548 h 2351349"/>
                <a:gd name="connsiteX93" fmla="*/ 2035603 w 2441401"/>
                <a:gd name="connsiteY93" fmla="*/ 128716 h 2351349"/>
                <a:gd name="connsiteX94" fmla="*/ 2016944 w 2441401"/>
                <a:gd name="connsiteY94" fmla="*/ 149497 h 2351349"/>
                <a:gd name="connsiteX95" fmla="*/ 2002721 w 2441401"/>
                <a:gd name="connsiteY95" fmla="*/ 162576 h 2351349"/>
                <a:gd name="connsiteX96" fmla="*/ 2005060 w 2441401"/>
                <a:gd name="connsiteY96" fmla="*/ 178133 h 2351349"/>
                <a:gd name="connsiteX97" fmla="*/ 1821410 w 2441401"/>
                <a:gd name="connsiteY97" fmla="*/ 2039581 h 2351349"/>
                <a:gd name="connsiteX98" fmla="*/ 1804048 w 2441401"/>
                <a:gd name="connsiteY98" fmla="*/ 2029781 h 2351349"/>
                <a:gd name="connsiteX99" fmla="*/ 1794389 w 2441401"/>
                <a:gd name="connsiteY99" fmla="*/ 2017884 h 2351349"/>
                <a:gd name="connsiteX100" fmla="*/ 1793346 w 2441401"/>
                <a:gd name="connsiteY100" fmla="*/ 1997739 h 2351349"/>
                <a:gd name="connsiteX101" fmla="*/ 1785720 w 2441401"/>
                <a:gd name="connsiteY101" fmla="*/ 1968200 h 2351349"/>
                <a:gd name="connsiteX102" fmla="*/ 1786394 w 2441401"/>
                <a:gd name="connsiteY102" fmla="*/ 1940238 h 2351349"/>
                <a:gd name="connsiteX103" fmla="*/ 1784424 w 2441401"/>
                <a:gd name="connsiteY103" fmla="*/ 1929777 h 2351349"/>
                <a:gd name="connsiteX104" fmla="*/ 1780369 w 2441401"/>
                <a:gd name="connsiteY104" fmla="*/ 1922075 h 2351349"/>
                <a:gd name="connsiteX105" fmla="*/ 1758978 w 2441401"/>
                <a:gd name="connsiteY105" fmla="*/ 1896057 h 2351349"/>
                <a:gd name="connsiteX106" fmla="*/ 1746700 w 2441401"/>
                <a:gd name="connsiteY106" fmla="*/ 1894888 h 2351349"/>
                <a:gd name="connsiteX107" fmla="*/ 1722436 w 2441401"/>
                <a:gd name="connsiteY107" fmla="*/ 1898409 h 2351349"/>
                <a:gd name="connsiteX108" fmla="*/ 1711607 w 2441401"/>
                <a:gd name="connsiteY108" fmla="*/ 1891875 h 2351349"/>
                <a:gd name="connsiteX109" fmla="*/ 1699469 w 2441401"/>
                <a:gd name="connsiteY109" fmla="*/ 1867726 h 2351349"/>
                <a:gd name="connsiteX110" fmla="*/ 1687597 w 2441401"/>
                <a:gd name="connsiteY110" fmla="*/ 1856477 h 2351349"/>
                <a:gd name="connsiteX111" fmla="*/ 1682768 w 2441401"/>
                <a:gd name="connsiteY111" fmla="*/ 1845649 h 2351349"/>
                <a:gd name="connsiteX112" fmla="*/ 1693203 w 2441401"/>
                <a:gd name="connsiteY112" fmla="*/ 1817788 h 2351349"/>
                <a:gd name="connsiteX113" fmla="*/ 1693597 w 2441401"/>
                <a:gd name="connsiteY113" fmla="*/ 1798443 h 2351349"/>
                <a:gd name="connsiteX114" fmla="*/ 1688767 w 2441401"/>
                <a:gd name="connsiteY114" fmla="*/ 1785110 h 2351349"/>
                <a:gd name="connsiteX115" fmla="*/ 1659991 w 2441401"/>
                <a:gd name="connsiteY115" fmla="*/ 1758304 h 2351349"/>
                <a:gd name="connsiteX116" fmla="*/ 1636630 w 2441401"/>
                <a:gd name="connsiteY116" fmla="*/ 1729795 h 2351349"/>
                <a:gd name="connsiteX117" fmla="*/ 1639769 w 2441401"/>
                <a:gd name="connsiteY117" fmla="*/ 1727062 h 2351349"/>
                <a:gd name="connsiteX118" fmla="*/ 1655949 w 2441401"/>
                <a:gd name="connsiteY118" fmla="*/ 1732426 h 2351349"/>
                <a:gd name="connsiteX119" fmla="*/ 1674214 w 2441401"/>
                <a:gd name="connsiteY119" fmla="*/ 1728498 h 2351349"/>
                <a:gd name="connsiteX120" fmla="*/ 1696533 w 2441401"/>
                <a:gd name="connsiteY120" fmla="*/ 1727062 h 2351349"/>
                <a:gd name="connsiteX121" fmla="*/ 1709459 w 2441401"/>
                <a:gd name="connsiteY121" fmla="*/ 1732286 h 2351349"/>
                <a:gd name="connsiteX122" fmla="*/ 1721851 w 2441401"/>
                <a:gd name="connsiteY122" fmla="*/ 1726528 h 2351349"/>
                <a:gd name="connsiteX123" fmla="*/ 1759563 w 2441401"/>
                <a:gd name="connsiteY123" fmla="*/ 1729287 h 2351349"/>
                <a:gd name="connsiteX124" fmla="*/ 1768968 w 2441401"/>
                <a:gd name="connsiteY124" fmla="*/ 1722093 h 2351349"/>
                <a:gd name="connsiteX125" fmla="*/ 1772235 w 2441401"/>
                <a:gd name="connsiteY125" fmla="*/ 1708887 h 2351349"/>
                <a:gd name="connsiteX126" fmla="*/ 1784869 w 2441401"/>
                <a:gd name="connsiteY126" fmla="*/ 1690203 h 2351349"/>
                <a:gd name="connsiteX127" fmla="*/ 1769616 w 2441401"/>
                <a:gd name="connsiteY127" fmla="*/ 1652072 h 2351349"/>
                <a:gd name="connsiteX128" fmla="*/ 1764799 w 2441401"/>
                <a:gd name="connsiteY128" fmla="*/ 1637964 h 2351349"/>
                <a:gd name="connsiteX129" fmla="*/ 1756830 w 2441401"/>
                <a:gd name="connsiteY129" fmla="*/ 1628952 h 2351349"/>
                <a:gd name="connsiteX130" fmla="*/ 1745734 w 2441401"/>
                <a:gd name="connsiteY130" fmla="*/ 1631164 h 2351349"/>
                <a:gd name="connsiteX131" fmla="*/ 1738832 w 2441401"/>
                <a:gd name="connsiteY131" fmla="*/ 1624491 h 2351349"/>
                <a:gd name="connsiteX132" fmla="*/ 1738311 w 2441401"/>
                <a:gd name="connsiteY132" fmla="*/ 1611031 h 2351349"/>
                <a:gd name="connsiteX133" fmla="*/ 1723949 w 2441401"/>
                <a:gd name="connsiteY133" fmla="*/ 1596402 h 2351349"/>
                <a:gd name="connsiteX134" fmla="*/ 1708035 w 2441401"/>
                <a:gd name="connsiteY134" fmla="*/ 1599922 h 2351349"/>
                <a:gd name="connsiteX135" fmla="*/ 1678535 w 2441401"/>
                <a:gd name="connsiteY135" fmla="*/ 1590517 h 2351349"/>
                <a:gd name="connsiteX136" fmla="*/ 1676057 w 2441401"/>
                <a:gd name="connsiteY136" fmla="*/ 1577972 h 2351349"/>
                <a:gd name="connsiteX137" fmla="*/ 1648272 w 2441401"/>
                <a:gd name="connsiteY137" fmla="*/ 1572608 h 2351349"/>
                <a:gd name="connsiteX138" fmla="*/ 1635562 w 2441401"/>
                <a:gd name="connsiteY138" fmla="*/ 1566596 h 2351349"/>
                <a:gd name="connsiteX139" fmla="*/ 1623424 w 2441401"/>
                <a:gd name="connsiteY139" fmla="*/ 1546069 h 2351349"/>
                <a:gd name="connsiteX140" fmla="*/ 1598118 w 2441401"/>
                <a:gd name="connsiteY140" fmla="*/ 1540057 h 2351349"/>
                <a:gd name="connsiteX141" fmla="*/ 1587949 w 2441401"/>
                <a:gd name="connsiteY141" fmla="*/ 1533143 h 2351349"/>
                <a:gd name="connsiteX142" fmla="*/ 1582738 w 2441401"/>
                <a:gd name="connsiteY142" fmla="*/ 1514446 h 2351349"/>
                <a:gd name="connsiteX143" fmla="*/ 1544112 w 2441401"/>
                <a:gd name="connsiteY143" fmla="*/ 1508561 h 2351349"/>
                <a:gd name="connsiteX144" fmla="*/ 1514345 w 2441401"/>
                <a:gd name="connsiteY144" fmla="*/ 1502816 h 2351349"/>
                <a:gd name="connsiteX145" fmla="*/ 1489026 w 2441401"/>
                <a:gd name="connsiteY145" fmla="*/ 1495622 h 2351349"/>
                <a:gd name="connsiteX146" fmla="*/ 1468690 w 2441401"/>
                <a:gd name="connsiteY146" fmla="*/ 1493792 h 2351349"/>
                <a:gd name="connsiteX147" fmla="*/ 1432288 w 2441401"/>
                <a:gd name="connsiteY147" fmla="*/ 1475502 h 2351349"/>
                <a:gd name="connsiteX148" fmla="*/ 1415841 w 2441401"/>
                <a:gd name="connsiteY148" fmla="*/ 1456551 h 2351349"/>
                <a:gd name="connsiteX149" fmla="*/ 1399521 w 2441401"/>
                <a:gd name="connsiteY149" fmla="*/ 1447921 h 2351349"/>
                <a:gd name="connsiteX150" fmla="*/ 1385311 w 2441401"/>
                <a:gd name="connsiteY150" fmla="*/ 1447921 h 2351349"/>
                <a:gd name="connsiteX151" fmla="*/ 1372906 w 2441401"/>
                <a:gd name="connsiteY151" fmla="*/ 1456551 h 2351349"/>
                <a:gd name="connsiteX152" fmla="*/ 1354641 w 2441401"/>
                <a:gd name="connsiteY152" fmla="*/ 1456551 h 2351349"/>
                <a:gd name="connsiteX153" fmla="*/ 1338321 w 2441401"/>
                <a:gd name="connsiteY153" fmla="*/ 1444654 h 2351349"/>
                <a:gd name="connsiteX154" fmla="*/ 1316917 w 2441401"/>
                <a:gd name="connsiteY154" fmla="*/ 1426352 h 2351349"/>
                <a:gd name="connsiteX155" fmla="*/ 1290429 w 2441401"/>
                <a:gd name="connsiteY155" fmla="*/ 1412371 h 2351349"/>
                <a:gd name="connsiteX156" fmla="*/ 1262632 w 2441401"/>
                <a:gd name="connsiteY156" fmla="*/ 1403219 h 2351349"/>
                <a:gd name="connsiteX157" fmla="*/ 1244494 w 2441401"/>
                <a:gd name="connsiteY157" fmla="*/ 1401262 h 2351349"/>
                <a:gd name="connsiteX158" fmla="*/ 1237834 w 2441401"/>
                <a:gd name="connsiteY158" fmla="*/ 1397728 h 2351349"/>
                <a:gd name="connsiteX159" fmla="*/ 1192688 w 2441401"/>
                <a:gd name="connsiteY159" fmla="*/ 1399431 h 2351349"/>
                <a:gd name="connsiteX160" fmla="*/ 1173241 w 2441401"/>
                <a:gd name="connsiteY160" fmla="*/ 1393941 h 2351349"/>
                <a:gd name="connsiteX161" fmla="*/ 1148189 w 2441401"/>
                <a:gd name="connsiteY161" fmla="*/ 1386734 h 2351349"/>
                <a:gd name="connsiteX162" fmla="*/ 1110211 w 2441401"/>
                <a:gd name="connsiteY162" fmla="*/ 1373808 h 2351349"/>
                <a:gd name="connsiteX163" fmla="*/ 1090764 w 2441401"/>
                <a:gd name="connsiteY163" fmla="*/ 1358251 h 2351349"/>
                <a:gd name="connsiteX164" fmla="*/ 1079401 w 2441401"/>
                <a:gd name="connsiteY164" fmla="*/ 1358644 h 2351349"/>
                <a:gd name="connsiteX165" fmla="*/ 1064925 w 2441401"/>
                <a:gd name="connsiteY165" fmla="*/ 1359915 h 2351349"/>
                <a:gd name="connsiteX166" fmla="*/ 1052786 w 2441401"/>
                <a:gd name="connsiteY166" fmla="*/ 1371354 h 2351349"/>
                <a:gd name="connsiteX167" fmla="*/ 1022117 w 2441401"/>
                <a:gd name="connsiteY167" fmla="*/ 1388742 h 2351349"/>
                <a:gd name="connsiteX168" fmla="*/ 978139 w 2441401"/>
                <a:gd name="connsiteY168" fmla="*/ 1387967 h 2351349"/>
                <a:gd name="connsiteX169" fmla="*/ 949401 w 2441401"/>
                <a:gd name="connsiteY169" fmla="*/ 1366665 h 2351349"/>
                <a:gd name="connsiteX170" fmla="*/ 924350 w 2441401"/>
                <a:gd name="connsiteY170" fmla="*/ 1361695 h 2351349"/>
                <a:gd name="connsiteX171" fmla="*/ 911639 w 2441401"/>
                <a:gd name="connsiteY171" fmla="*/ 1369143 h 2351349"/>
                <a:gd name="connsiteX172" fmla="*/ 893235 w 2441401"/>
                <a:gd name="connsiteY172" fmla="*/ 1397906 h 2351349"/>
                <a:gd name="connsiteX173" fmla="*/ 874055 w 2441401"/>
                <a:gd name="connsiteY173" fmla="*/ 1404033 h 2351349"/>
                <a:gd name="connsiteX174" fmla="*/ 864268 w 2441401"/>
                <a:gd name="connsiteY174" fmla="*/ 1429135 h 2351349"/>
                <a:gd name="connsiteX175" fmla="*/ 858002 w 2441401"/>
                <a:gd name="connsiteY175" fmla="*/ 1436202 h 2351349"/>
                <a:gd name="connsiteX176" fmla="*/ 841949 w 2441401"/>
                <a:gd name="connsiteY176" fmla="*/ 1435668 h 2351349"/>
                <a:gd name="connsiteX177" fmla="*/ 823037 w 2441401"/>
                <a:gd name="connsiteY177" fmla="*/ 1452268 h 2351349"/>
                <a:gd name="connsiteX178" fmla="*/ 822236 w 2441401"/>
                <a:gd name="connsiteY178" fmla="*/ 1471333 h 2351349"/>
                <a:gd name="connsiteX179" fmla="*/ 818601 w 2441401"/>
                <a:gd name="connsiteY179" fmla="*/ 1474358 h 2351349"/>
                <a:gd name="connsiteX180" fmla="*/ 808140 w 2441401"/>
                <a:gd name="connsiteY180" fmla="*/ 1471600 h 2351349"/>
                <a:gd name="connsiteX181" fmla="*/ 794426 w 2441401"/>
                <a:gd name="connsiteY181" fmla="*/ 1486140 h 2351349"/>
                <a:gd name="connsiteX182" fmla="*/ 767938 w 2441401"/>
                <a:gd name="connsiteY182" fmla="*/ 1495292 h 2351349"/>
                <a:gd name="connsiteX183" fmla="*/ 737522 w 2441401"/>
                <a:gd name="connsiteY183" fmla="*/ 1500376 h 2351349"/>
                <a:gd name="connsiteX184" fmla="*/ 713792 w 2441401"/>
                <a:gd name="connsiteY184" fmla="*/ 1517624 h 2351349"/>
                <a:gd name="connsiteX185" fmla="*/ 709611 w 2441401"/>
                <a:gd name="connsiteY185" fmla="*/ 1525072 h 2351349"/>
                <a:gd name="connsiteX186" fmla="*/ 692516 w 2441401"/>
                <a:gd name="connsiteY186" fmla="*/ 1529253 h 2351349"/>
                <a:gd name="connsiteX187" fmla="*/ 676335 w 2441401"/>
                <a:gd name="connsiteY187" fmla="*/ 1523762 h 2351349"/>
                <a:gd name="connsiteX188" fmla="*/ 662761 w 2441401"/>
                <a:gd name="connsiteY188" fmla="*/ 1512133 h 2351349"/>
                <a:gd name="connsiteX189" fmla="*/ 649580 w 2441401"/>
                <a:gd name="connsiteY189" fmla="*/ 1511230 h 2351349"/>
                <a:gd name="connsiteX190" fmla="*/ 594520 w 2441401"/>
                <a:gd name="connsiteY190" fmla="*/ 1521030 h 2351349"/>
                <a:gd name="connsiteX191" fmla="*/ 584593 w 2441401"/>
                <a:gd name="connsiteY191" fmla="*/ 1521157 h 2351349"/>
                <a:gd name="connsiteX192" fmla="*/ 569710 w 2441401"/>
                <a:gd name="connsiteY192" fmla="*/ 1533562 h 2351349"/>
                <a:gd name="connsiteX193" fmla="*/ 557317 w 2441401"/>
                <a:gd name="connsiteY193" fmla="*/ 1552119 h 2351349"/>
                <a:gd name="connsiteX194" fmla="*/ 528605 w 2441401"/>
                <a:gd name="connsiteY194" fmla="*/ 1573561 h 2351349"/>
                <a:gd name="connsiteX195" fmla="*/ 520648 w 2441401"/>
                <a:gd name="connsiteY195" fmla="*/ 1588190 h 2351349"/>
                <a:gd name="connsiteX196" fmla="*/ 506286 w 2441401"/>
                <a:gd name="connsiteY196" fmla="*/ 1605985 h 2351349"/>
                <a:gd name="connsiteX197" fmla="*/ 501850 w 2441401"/>
                <a:gd name="connsiteY197" fmla="*/ 1613700 h 2351349"/>
                <a:gd name="connsiteX198" fmla="*/ 481234 w 2441401"/>
                <a:gd name="connsiteY198" fmla="*/ 1625978 h 2351349"/>
                <a:gd name="connsiteX199" fmla="*/ 468524 w 2441401"/>
                <a:gd name="connsiteY199" fmla="*/ 1633604 h 2351349"/>
                <a:gd name="connsiteX200" fmla="*/ 465982 w 2441401"/>
                <a:gd name="connsiteY200" fmla="*/ 1660296 h 2351349"/>
                <a:gd name="connsiteX201" fmla="*/ 448886 w 2441401"/>
                <a:gd name="connsiteY201" fmla="*/ 1685119 h 2351349"/>
                <a:gd name="connsiteX202" fmla="*/ 449801 w 2441401"/>
                <a:gd name="connsiteY202" fmla="*/ 1708912 h 2351349"/>
                <a:gd name="connsiteX203" fmla="*/ 439633 w 2441401"/>
                <a:gd name="connsiteY203" fmla="*/ 1714937 h 2351349"/>
                <a:gd name="connsiteX204" fmla="*/ 431791 w 2441401"/>
                <a:gd name="connsiteY204" fmla="*/ 1730087 h 2351349"/>
                <a:gd name="connsiteX205" fmla="*/ 410006 w 2441401"/>
                <a:gd name="connsiteY205" fmla="*/ 1722118 h 2351349"/>
                <a:gd name="connsiteX206" fmla="*/ 400486 w 2441401"/>
                <a:gd name="connsiteY206" fmla="*/ 1722652 h 2351349"/>
                <a:gd name="connsiteX207" fmla="*/ 378167 w 2441401"/>
                <a:gd name="connsiteY207" fmla="*/ 1741463 h 2351349"/>
                <a:gd name="connsiteX208" fmla="*/ 347243 w 2441401"/>
                <a:gd name="connsiteY208" fmla="*/ 1785644 h 2351349"/>
                <a:gd name="connsiteX209" fmla="*/ 333541 w 2441401"/>
                <a:gd name="connsiteY209" fmla="*/ 1799625 h 2351349"/>
                <a:gd name="connsiteX210" fmla="*/ 303558 w 2441401"/>
                <a:gd name="connsiteY210" fmla="*/ 1838213 h 2351349"/>
                <a:gd name="connsiteX211" fmla="*/ 237528 w 2441401"/>
                <a:gd name="connsiteY211" fmla="*/ 1803196 h 2351349"/>
                <a:gd name="connsiteX212" fmla="*/ 225123 w 2441401"/>
                <a:gd name="connsiteY212" fmla="*/ 1809552 h 2351349"/>
                <a:gd name="connsiteX213" fmla="*/ 222251 w 2441401"/>
                <a:gd name="connsiteY213" fmla="*/ 1826545 h 2351349"/>
                <a:gd name="connsiteX214" fmla="*/ 268846 w 2441401"/>
                <a:gd name="connsiteY214" fmla="*/ 1848229 h 2351349"/>
                <a:gd name="connsiteX215" fmla="*/ 264410 w 2441401"/>
                <a:gd name="connsiteY215" fmla="*/ 1869683 h 2351349"/>
                <a:gd name="connsiteX216" fmla="*/ 292716 w 2441401"/>
                <a:gd name="connsiteY216" fmla="*/ 1881034 h 2351349"/>
                <a:gd name="connsiteX217" fmla="*/ 278493 w 2441401"/>
                <a:gd name="connsiteY217" fmla="*/ 1921554 h 2351349"/>
                <a:gd name="connsiteX218" fmla="*/ 267156 w 2441401"/>
                <a:gd name="connsiteY218" fmla="*/ 1948106 h 2351349"/>
                <a:gd name="connsiteX219" fmla="*/ 250048 w 2441401"/>
                <a:gd name="connsiteY219" fmla="*/ 1966586 h 2351349"/>
                <a:gd name="connsiteX220" fmla="*/ 238837 w 2441401"/>
                <a:gd name="connsiteY220" fmla="*/ 1984228 h 2351349"/>
                <a:gd name="connsiteX221" fmla="*/ 226686 w 2441401"/>
                <a:gd name="connsiteY221" fmla="*/ 2000751 h 2351349"/>
                <a:gd name="connsiteX222" fmla="*/ 215603 w 2441401"/>
                <a:gd name="connsiteY222" fmla="*/ 2007945 h 2351349"/>
                <a:gd name="connsiteX223" fmla="*/ 152561 w 2441401"/>
                <a:gd name="connsiteY223" fmla="*/ 1979843 h 2351349"/>
                <a:gd name="connsiteX224" fmla="*/ 119934 w 2441401"/>
                <a:gd name="connsiteY224" fmla="*/ 1937493 h 2351349"/>
                <a:gd name="connsiteX225" fmla="*/ 135071 w 2441401"/>
                <a:gd name="connsiteY225" fmla="*/ 1919851 h 2351349"/>
                <a:gd name="connsiteX226" fmla="*/ 151251 w 2441401"/>
                <a:gd name="connsiteY226" fmla="*/ 1890439 h 2351349"/>
                <a:gd name="connsiteX227" fmla="*/ 151912 w 2441401"/>
                <a:gd name="connsiteY227" fmla="*/ 1875937 h 2351349"/>
                <a:gd name="connsiteX228" fmla="*/ 191568 w 2441401"/>
                <a:gd name="connsiteY228" fmla="*/ 1842077 h 2351349"/>
                <a:gd name="connsiteX229" fmla="*/ 194975 w 2441401"/>
                <a:gd name="connsiteY229" fmla="*/ 1817381 h 2351349"/>
                <a:gd name="connsiteX230" fmla="*/ 216239 w 2441401"/>
                <a:gd name="connsiteY230" fmla="*/ 1798417 h 2351349"/>
                <a:gd name="connsiteX231" fmla="*/ 198622 w 2441401"/>
                <a:gd name="connsiteY231" fmla="*/ 1771726 h 2351349"/>
                <a:gd name="connsiteX232" fmla="*/ 193144 w 2441401"/>
                <a:gd name="connsiteY232" fmla="*/ 1757605 h 2351349"/>
                <a:gd name="connsiteX233" fmla="*/ 175007 w 2441401"/>
                <a:gd name="connsiteY233" fmla="*/ 1763757 h 2351349"/>
                <a:gd name="connsiteX234" fmla="*/ 110401 w 2441401"/>
                <a:gd name="connsiteY234" fmla="*/ 1705201 h 2351349"/>
                <a:gd name="connsiteX235" fmla="*/ 91615 w 2441401"/>
                <a:gd name="connsiteY235" fmla="*/ 1703231 h 2351349"/>
                <a:gd name="connsiteX236" fmla="*/ 63945 w 2441401"/>
                <a:gd name="connsiteY236" fmla="*/ 1670693 h 2351349"/>
                <a:gd name="connsiteX237" fmla="*/ 10702 w 2441401"/>
                <a:gd name="connsiteY237" fmla="*/ 1654093 h 2351349"/>
                <a:gd name="connsiteX238" fmla="*/ 0 w 2441401"/>
                <a:gd name="connsiteY238" fmla="*/ 1644942 h 2351349"/>
                <a:gd name="connsiteX239" fmla="*/ 22967 w 2441401"/>
                <a:gd name="connsiteY239" fmla="*/ 1598156 h 2351349"/>
                <a:gd name="connsiteX240" fmla="*/ 42287 w 2441401"/>
                <a:gd name="connsiteY240" fmla="*/ 1576447 h 2351349"/>
                <a:gd name="connsiteX241" fmla="*/ 17222 w 2441401"/>
                <a:gd name="connsiteY241" fmla="*/ 1533448 h 2351349"/>
                <a:gd name="connsiteX242" fmla="*/ 21658 w 2441401"/>
                <a:gd name="connsiteY242" fmla="*/ 1498952 h 2351349"/>
                <a:gd name="connsiteX243" fmla="*/ 71393 w 2441401"/>
                <a:gd name="connsiteY243" fmla="*/ 1452420 h 2351349"/>
                <a:gd name="connsiteX244" fmla="*/ 105190 w 2441401"/>
                <a:gd name="connsiteY244" fmla="*/ 1367720 h 2351349"/>
                <a:gd name="connsiteX245" fmla="*/ 197440 w 2441401"/>
                <a:gd name="connsiteY245" fmla="*/ 1263687 h 2351349"/>
                <a:gd name="connsiteX246" fmla="*/ 186751 w 2441401"/>
                <a:gd name="connsiteY246" fmla="*/ 1252565 h 2351349"/>
                <a:gd name="connsiteX247" fmla="*/ 104135 w 2441401"/>
                <a:gd name="connsiteY247" fmla="*/ 1169186 h 2351349"/>
                <a:gd name="connsiteX248" fmla="*/ 191428 w 2441401"/>
                <a:gd name="connsiteY248" fmla="*/ 1084091 h 2351349"/>
                <a:gd name="connsiteX249" fmla="*/ 232101 w 2441401"/>
                <a:gd name="connsiteY249" fmla="*/ 1062128 h 2351349"/>
                <a:gd name="connsiteX250" fmla="*/ 328940 w 2441401"/>
                <a:gd name="connsiteY250" fmla="*/ 968682 h 2351349"/>
                <a:gd name="connsiteX251" fmla="*/ 362609 w 2441401"/>
                <a:gd name="connsiteY251" fmla="*/ 928569 h 2351349"/>
                <a:gd name="connsiteX252" fmla="*/ 429974 w 2441401"/>
                <a:gd name="connsiteY252" fmla="*/ 868170 h 2351349"/>
                <a:gd name="connsiteX253" fmla="*/ 433507 w 2441401"/>
                <a:gd name="connsiteY253" fmla="*/ 852918 h 2351349"/>
                <a:gd name="connsiteX254" fmla="*/ 513505 w 2441401"/>
                <a:gd name="connsiteY254" fmla="*/ 810568 h 2351349"/>
                <a:gd name="connsiteX255" fmla="*/ 622457 w 2441401"/>
                <a:gd name="connsiteY255" fmla="*/ 743394 h 2351349"/>
                <a:gd name="connsiteX256" fmla="*/ 634862 w 2441401"/>
                <a:gd name="connsiteY256" fmla="*/ 718559 h 2351349"/>
                <a:gd name="connsiteX257" fmla="*/ 666638 w 2441401"/>
                <a:gd name="connsiteY257" fmla="*/ 710932 h 2351349"/>
                <a:gd name="connsiteX258" fmla="*/ 684432 w 2441401"/>
                <a:gd name="connsiteY258" fmla="*/ 693685 h 2351349"/>
                <a:gd name="connsiteX259" fmla="*/ 678560 w 2441401"/>
                <a:gd name="connsiteY259" fmla="*/ 680085 h 2351349"/>
                <a:gd name="connsiteX260" fmla="*/ 703878 w 2441401"/>
                <a:gd name="connsiteY260" fmla="*/ 656431 h 2351349"/>
                <a:gd name="connsiteX261" fmla="*/ 740420 w 2441401"/>
                <a:gd name="connsiteY261" fmla="*/ 653165 h 2351349"/>
                <a:gd name="connsiteX262" fmla="*/ 775399 w 2441401"/>
                <a:gd name="connsiteY262" fmla="*/ 626905 h 2351349"/>
                <a:gd name="connsiteX263" fmla="*/ 785847 w 2441401"/>
                <a:gd name="connsiteY263" fmla="*/ 610941 h 2351349"/>
                <a:gd name="connsiteX264" fmla="*/ 799675 w 2441401"/>
                <a:gd name="connsiteY264" fmla="*/ 600099 h 2351349"/>
                <a:gd name="connsiteX265" fmla="*/ 819376 w 2441401"/>
                <a:gd name="connsiteY265" fmla="*/ 550708 h 2351349"/>
                <a:gd name="connsiteX266" fmla="*/ 778398 w 2441401"/>
                <a:gd name="connsiteY266" fmla="*/ 507823 h 2351349"/>
                <a:gd name="connsiteX267" fmla="*/ 771090 w 2441401"/>
                <a:gd name="connsiteY267" fmla="*/ 475540 h 2351349"/>
                <a:gd name="connsiteX268" fmla="*/ 784792 w 2441401"/>
                <a:gd name="connsiteY268" fmla="*/ 461304 h 2351349"/>
                <a:gd name="connsiteX269" fmla="*/ 794312 w 2441401"/>
                <a:gd name="connsiteY269" fmla="*/ 409281 h 2351349"/>
                <a:gd name="connsiteX270" fmla="*/ 831896 w 2441401"/>
                <a:gd name="connsiteY270" fmla="*/ 360258 h 2351349"/>
                <a:gd name="connsiteX271" fmla="*/ 876801 w 2441401"/>
                <a:gd name="connsiteY271" fmla="*/ 375167 h 2351349"/>
                <a:gd name="connsiteX272" fmla="*/ 940085 w 2441401"/>
                <a:gd name="connsiteY272" fmla="*/ 350585 h 2351349"/>
                <a:gd name="connsiteX273" fmla="*/ 969318 w 2441401"/>
                <a:gd name="connsiteY273" fmla="*/ 339858 h 2351349"/>
                <a:gd name="connsiteX274" fmla="*/ 1042656 w 2441401"/>
                <a:gd name="connsiteY274" fmla="*/ 290288 h 2351349"/>
                <a:gd name="connsiteX275" fmla="*/ 1058188 w 2441401"/>
                <a:gd name="connsiteY275" fmla="*/ 280743 h 2351349"/>
                <a:gd name="connsiteX276" fmla="*/ 1091730 w 2441401"/>
                <a:gd name="connsiteY276" fmla="*/ 265491 h 2351349"/>
                <a:gd name="connsiteX277" fmla="*/ 1124879 w 2441401"/>
                <a:gd name="connsiteY277" fmla="*/ 258958 h 2351349"/>
                <a:gd name="connsiteX278" fmla="*/ 1162590 w 2441401"/>
                <a:gd name="connsiteY278" fmla="*/ 252679 h 2351349"/>
                <a:gd name="connsiteX279" fmla="*/ 1180600 w 2441401"/>
                <a:gd name="connsiteY279" fmla="*/ 244048 h 2351349"/>
                <a:gd name="connsiteX280" fmla="*/ 1212312 w 2441401"/>
                <a:gd name="connsiteY280" fmla="*/ 200923 h 2351349"/>
                <a:gd name="connsiteX281" fmla="*/ 1247024 w 2441401"/>
                <a:gd name="connsiteY281" fmla="*/ 167330 h 2351349"/>
                <a:gd name="connsiteX282" fmla="*/ 1366830 w 2441401"/>
                <a:gd name="connsiteY282" fmla="*/ 113210 h 2351349"/>
                <a:gd name="connsiteX283" fmla="*/ 1372181 w 2441401"/>
                <a:gd name="connsiteY283" fmla="*/ 128462 h 2351349"/>
                <a:gd name="connsiteX284" fmla="*/ 1357552 w 2441401"/>
                <a:gd name="connsiteY284" fmla="*/ 202448 h 2351349"/>
                <a:gd name="connsiteX285" fmla="*/ 1403880 w 2441401"/>
                <a:gd name="connsiteY285" fmla="*/ 243743 h 2351349"/>
                <a:gd name="connsiteX286" fmla="*/ 1400372 w 2441401"/>
                <a:gd name="connsiteY286" fmla="*/ 267410 h 2351349"/>
                <a:gd name="connsiteX287" fmla="*/ 1404681 w 2441401"/>
                <a:gd name="connsiteY287" fmla="*/ 268846 h 2351349"/>
                <a:gd name="connsiteX288" fmla="*/ 1403232 w 2441401"/>
                <a:gd name="connsiteY288" fmla="*/ 283221 h 2351349"/>
                <a:gd name="connsiteX289" fmla="*/ 1396877 w 2441401"/>
                <a:gd name="connsiteY289" fmla="*/ 306354 h 2351349"/>
                <a:gd name="connsiteX290" fmla="*/ 1438503 w 2441401"/>
                <a:gd name="connsiteY290" fmla="*/ 309354 h 2351349"/>
                <a:gd name="connsiteX291" fmla="*/ 1432249 w 2441401"/>
                <a:gd name="connsiteY291" fmla="*/ 326741 h 2351349"/>
                <a:gd name="connsiteX292" fmla="*/ 1416057 w 2441401"/>
                <a:gd name="connsiteY292" fmla="*/ 340074 h 2351349"/>
                <a:gd name="connsiteX293" fmla="*/ 1403664 w 2441401"/>
                <a:gd name="connsiteY293" fmla="*/ 344256 h 2351349"/>
                <a:gd name="connsiteX294" fmla="*/ 1386061 w 2441401"/>
                <a:gd name="connsiteY294" fmla="*/ 364783 h 2351349"/>
                <a:gd name="connsiteX295" fmla="*/ 1375892 w 2441401"/>
                <a:gd name="connsiteY295" fmla="*/ 366613 h 2351349"/>
                <a:gd name="connsiteX296" fmla="*/ 1355264 w 2441401"/>
                <a:gd name="connsiteY296" fmla="*/ 378637 h 2351349"/>
                <a:gd name="connsiteX297" fmla="*/ 1327301 w 2441401"/>
                <a:gd name="connsiteY297" fmla="*/ 413145 h 2351349"/>
                <a:gd name="connsiteX298" fmla="*/ 1313320 w 2441401"/>
                <a:gd name="connsiteY298" fmla="*/ 417594 h 2351349"/>
                <a:gd name="connsiteX299" fmla="*/ 1304969 w 2441401"/>
                <a:gd name="connsiteY299" fmla="*/ 426351 h 2351349"/>
                <a:gd name="connsiteX300" fmla="*/ 1296072 w 2441401"/>
                <a:gd name="connsiteY300" fmla="*/ 429351 h 2351349"/>
                <a:gd name="connsiteX301" fmla="*/ 1287175 w 2441401"/>
                <a:gd name="connsiteY301" fmla="*/ 446217 h 2351349"/>
                <a:gd name="connsiteX302" fmla="*/ 1277770 w 2441401"/>
                <a:gd name="connsiteY302" fmla="*/ 451174 h 2351349"/>
                <a:gd name="connsiteX303" fmla="*/ 1273080 w 2441401"/>
                <a:gd name="connsiteY303" fmla="*/ 457707 h 2351349"/>
                <a:gd name="connsiteX304" fmla="*/ 1260674 w 2441401"/>
                <a:gd name="connsiteY304" fmla="*/ 460719 h 2351349"/>
                <a:gd name="connsiteX305" fmla="*/ 1239792 w 2441401"/>
                <a:gd name="connsiteY305" fmla="*/ 472222 h 2351349"/>
                <a:gd name="connsiteX306" fmla="*/ 1189675 w 2441401"/>
                <a:gd name="connsiteY306" fmla="*/ 512742 h 2351349"/>
                <a:gd name="connsiteX307" fmla="*/ 1190603 w 2441401"/>
                <a:gd name="connsiteY307" fmla="*/ 529202 h 2351349"/>
                <a:gd name="connsiteX308" fmla="*/ 1192039 w 2441401"/>
                <a:gd name="connsiteY308" fmla="*/ 538099 h 2351349"/>
                <a:gd name="connsiteX309" fmla="*/ 1203771 w 2441401"/>
                <a:gd name="connsiteY309" fmla="*/ 550670 h 2351349"/>
                <a:gd name="connsiteX310" fmla="*/ 1214079 w 2441401"/>
                <a:gd name="connsiteY310" fmla="*/ 561638 h 2351349"/>
                <a:gd name="connsiteX311" fmla="*/ 1238012 w 2441401"/>
                <a:gd name="connsiteY311" fmla="*/ 559567 h 2351349"/>
                <a:gd name="connsiteX312" fmla="*/ 1244812 w 2441401"/>
                <a:gd name="connsiteY312" fmla="*/ 554737 h 2351349"/>
                <a:gd name="connsiteX313" fmla="*/ 1258374 w 2441401"/>
                <a:gd name="connsiteY313" fmla="*/ 554203 h 2351349"/>
                <a:gd name="connsiteX314" fmla="*/ 1268949 w 2441401"/>
                <a:gd name="connsiteY314" fmla="*/ 544035 h 2351349"/>
                <a:gd name="connsiteX315" fmla="*/ 1356916 w 2441401"/>
                <a:gd name="connsiteY315" fmla="*/ 499981 h 2351349"/>
                <a:gd name="connsiteX316" fmla="*/ 1384701 w 2441401"/>
                <a:gd name="connsiteY316" fmla="*/ 498024 h 2351349"/>
                <a:gd name="connsiteX317" fmla="*/ 1395390 w 2441401"/>
                <a:gd name="connsiteY317" fmla="*/ 502193 h 2351349"/>
                <a:gd name="connsiteX318" fmla="*/ 1405062 w 2441401"/>
                <a:gd name="connsiteY318" fmla="*/ 498799 h 2351349"/>
                <a:gd name="connsiteX319" fmla="*/ 1422539 w 2441401"/>
                <a:gd name="connsiteY319" fmla="*/ 511992 h 2351349"/>
                <a:gd name="connsiteX320" fmla="*/ 1440435 w 2441401"/>
                <a:gd name="connsiteY320" fmla="*/ 510823 h 2351349"/>
                <a:gd name="connsiteX321" fmla="*/ 1458051 w 2441401"/>
                <a:gd name="connsiteY321" fmla="*/ 493308 h 2351349"/>
                <a:gd name="connsiteX322" fmla="*/ 1477625 w 2441401"/>
                <a:gd name="connsiteY322" fmla="*/ 512539 h 2351349"/>
                <a:gd name="connsiteX323" fmla="*/ 1492496 w 2441401"/>
                <a:gd name="connsiteY323" fmla="*/ 518411 h 2351349"/>
                <a:gd name="connsiteX324" fmla="*/ 1471359 w 2441401"/>
                <a:gd name="connsiteY324" fmla="*/ 545344 h 2351349"/>
                <a:gd name="connsiteX325" fmla="*/ 1480091 w 2441401"/>
                <a:gd name="connsiteY325" fmla="*/ 555143 h 2351349"/>
                <a:gd name="connsiteX326" fmla="*/ 1490932 w 2441401"/>
                <a:gd name="connsiteY326" fmla="*/ 544823 h 2351349"/>
                <a:gd name="connsiteX327" fmla="*/ 1520547 w 2441401"/>
                <a:gd name="connsiteY327" fmla="*/ 571730 h 2351349"/>
                <a:gd name="connsiteX328" fmla="*/ 1553835 w 2441401"/>
                <a:gd name="connsiteY328" fmla="*/ 583627 h 2351349"/>
                <a:gd name="connsiteX329" fmla="*/ 1560101 w 2441401"/>
                <a:gd name="connsiteY329" fmla="*/ 589118 h 2351349"/>
                <a:gd name="connsiteX330" fmla="*/ 1576142 w 2441401"/>
                <a:gd name="connsiteY330" fmla="*/ 601015 h 2351349"/>
                <a:gd name="connsiteX331" fmla="*/ 1612556 w 2441401"/>
                <a:gd name="connsiteY331" fmla="*/ 584809 h 2351349"/>
                <a:gd name="connsiteX332" fmla="*/ 1633299 w 2441401"/>
                <a:gd name="connsiteY332" fmla="*/ 564282 h 2351349"/>
                <a:gd name="connsiteX333" fmla="*/ 1655352 w 2441401"/>
                <a:gd name="connsiteY333" fmla="*/ 568095 h 2351349"/>
                <a:gd name="connsiteX334" fmla="*/ 1681865 w 2441401"/>
                <a:gd name="connsiteY334" fmla="*/ 593185 h 2351349"/>
                <a:gd name="connsiteX335" fmla="*/ 1740180 w 2441401"/>
                <a:gd name="connsiteY335" fmla="*/ 571235 h 2351349"/>
                <a:gd name="connsiteX336" fmla="*/ 1751415 w 2441401"/>
                <a:gd name="connsiteY336" fmla="*/ 582674 h 2351349"/>
                <a:gd name="connsiteX337" fmla="*/ 1763681 w 2441401"/>
                <a:gd name="connsiteY337" fmla="*/ 563608 h 2351349"/>
                <a:gd name="connsiteX338" fmla="*/ 1772730 w 2441401"/>
                <a:gd name="connsiteY338" fmla="*/ 534146 h 2351349"/>
                <a:gd name="connsiteX339" fmla="*/ 1782390 w 2441401"/>
                <a:gd name="connsiteY339" fmla="*/ 527486 h 2351349"/>
                <a:gd name="connsiteX340" fmla="*/ 1793829 w 2441401"/>
                <a:gd name="connsiteY340" fmla="*/ 505129 h 2351349"/>
                <a:gd name="connsiteX341" fmla="*/ 1744895 w 2441401"/>
                <a:gd name="connsiteY341" fmla="*/ 492063 h 2351349"/>
                <a:gd name="connsiteX342" fmla="*/ 1740840 w 2441401"/>
                <a:gd name="connsiteY342" fmla="*/ 450882 h 2351349"/>
                <a:gd name="connsiteX343" fmla="*/ 1745658 w 2441401"/>
                <a:gd name="connsiteY343" fmla="*/ 418877 h 2351349"/>
                <a:gd name="connsiteX344" fmla="*/ 1769807 w 2441401"/>
                <a:gd name="connsiteY344" fmla="*/ 381764 h 2351349"/>
                <a:gd name="connsiteX345" fmla="*/ 1791872 w 2441401"/>
                <a:gd name="connsiteY345" fmla="*/ 361745 h 2351349"/>
                <a:gd name="connsiteX346" fmla="*/ 1765765 w 2441401"/>
                <a:gd name="connsiteY346" fmla="*/ 337036 h 2351349"/>
                <a:gd name="connsiteX347" fmla="*/ 1773595 w 2441401"/>
                <a:gd name="connsiteY347" fmla="*/ 309722 h 2351349"/>
                <a:gd name="connsiteX348" fmla="*/ 1752979 w 2441401"/>
                <a:gd name="connsiteY348" fmla="*/ 282268 h 2351349"/>
                <a:gd name="connsiteX349" fmla="*/ 1712903 w 2441401"/>
                <a:gd name="connsiteY349" fmla="*/ 261614 h 2351349"/>
                <a:gd name="connsiteX350" fmla="*/ 1734841 w 2441401"/>
                <a:gd name="connsiteY350" fmla="*/ 242015 h 2351349"/>
                <a:gd name="connsiteX351" fmla="*/ 1734841 w 2441401"/>
                <a:gd name="connsiteY351" fmla="*/ 233118 h 2351349"/>
                <a:gd name="connsiteX352" fmla="*/ 1778158 w 2441401"/>
                <a:gd name="connsiteY352" fmla="*/ 206846 h 2351349"/>
                <a:gd name="connsiteX353" fmla="*/ 1784170 w 2441401"/>
                <a:gd name="connsiteY353" fmla="*/ 246311 h 2351349"/>
                <a:gd name="connsiteX354" fmla="*/ 1810009 w 2441401"/>
                <a:gd name="connsiteY354" fmla="*/ 255488 h 2351349"/>
                <a:gd name="connsiteX355" fmla="*/ 1851368 w 2441401"/>
                <a:gd name="connsiteY355" fmla="*/ 325788 h 2351349"/>
                <a:gd name="connsiteX356" fmla="*/ 1871082 w 2441401"/>
                <a:gd name="connsiteY356" fmla="*/ 320170 h 2351349"/>
                <a:gd name="connsiteX357" fmla="*/ 1857901 w 2441401"/>
                <a:gd name="connsiteY357" fmla="*/ 271947 h 2351349"/>
                <a:gd name="connsiteX358" fmla="*/ 1881657 w 2441401"/>
                <a:gd name="connsiteY358" fmla="*/ 262923 h 2351349"/>
                <a:gd name="connsiteX359" fmla="*/ 1908920 w 2441401"/>
                <a:gd name="connsiteY359" fmla="*/ 299516 h 2351349"/>
                <a:gd name="connsiteX360" fmla="*/ 1912454 w 2441401"/>
                <a:gd name="connsiteY360" fmla="*/ 304231 h 2351349"/>
                <a:gd name="connsiteX361" fmla="*/ 1897201 w 2441401"/>
                <a:gd name="connsiteY361" fmla="*/ 322661 h 2351349"/>
                <a:gd name="connsiteX362" fmla="*/ 1878797 w 2441401"/>
                <a:gd name="connsiteY362" fmla="*/ 368011 h 2351349"/>
                <a:gd name="connsiteX363" fmla="*/ 1904027 w 2441401"/>
                <a:gd name="connsiteY363" fmla="*/ 401960 h 2351349"/>
                <a:gd name="connsiteX364" fmla="*/ 1918631 w 2441401"/>
                <a:gd name="connsiteY364" fmla="*/ 432287 h 2351349"/>
                <a:gd name="connsiteX365" fmla="*/ 1891367 w 2441401"/>
                <a:gd name="connsiteY365" fmla="*/ 454631 h 2351349"/>
                <a:gd name="connsiteX366" fmla="*/ 1863049 w 2441401"/>
                <a:gd name="connsiteY366" fmla="*/ 438693 h 2351349"/>
                <a:gd name="connsiteX367" fmla="*/ 1848699 w 2441401"/>
                <a:gd name="connsiteY367" fmla="*/ 465219 h 2351349"/>
                <a:gd name="connsiteX368" fmla="*/ 1861753 w 2441401"/>
                <a:gd name="connsiteY368" fmla="*/ 506654 h 2351349"/>
                <a:gd name="connsiteX369" fmla="*/ 1848572 w 2441401"/>
                <a:gd name="connsiteY369" fmla="*/ 552017 h 2351349"/>
                <a:gd name="connsiteX370" fmla="*/ 1808497 w 2441401"/>
                <a:gd name="connsiteY370" fmla="*/ 577628 h 2351349"/>
                <a:gd name="connsiteX371" fmla="*/ 1787881 w 2441401"/>
                <a:gd name="connsiteY371" fmla="*/ 619457 h 2351349"/>
                <a:gd name="connsiteX372" fmla="*/ 1758012 w 2441401"/>
                <a:gd name="connsiteY372" fmla="*/ 633184 h 2351349"/>
                <a:gd name="connsiteX373" fmla="*/ 1749903 w 2441401"/>
                <a:gd name="connsiteY373" fmla="*/ 661541 h 2351349"/>
                <a:gd name="connsiteX374" fmla="*/ 1772781 w 2441401"/>
                <a:gd name="connsiteY374" fmla="*/ 666510 h 2351349"/>
                <a:gd name="connsiteX375" fmla="*/ 1791186 w 2441401"/>
                <a:gd name="connsiteY375" fmla="*/ 659965 h 2351349"/>
                <a:gd name="connsiteX376" fmla="*/ 1812793 w 2441401"/>
                <a:gd name="connsiteY376" fmla="*/ 685855 h 2351349"/>
                <a:gd name="connsiteX377" fmla="*/ 1802358 w 2441401"/>
                <a:gd name="connsiteY377" fmla="*/ 717872 h 2351349"/>
                <a:gd name="connsiteX378" fmla="*/ 1800413 w 2441401"/>
                <a:gd name="connsiteY378" fmla="*/ 728473 h 2351349"/>
                <a:gd name="connsiteX379" fmla="*/ 1775997 w 2441401"/>
                <a:gd name="connsiteY379" fmla="*/ 755393 h 2351349"/>
                <a:gd name="connsiteX380" fmla="*/ 1767519 w 2441401"/>
                <a:gd name="connsiteY380" fmla="*/ 749368 h 2351349"/>
                <a:gd name="connsiteX381" fmla="*/ 1723402 w 2441401"/>
                <a:gd name="connsiteY381" fmla="*/ 795519 h 2351349"/>
                <a:gd name="connsiteX382" fmla="*/ 1711658 w 2441401"/>
                <a:gd name="connsiteY382" fmla="*/ 812627 h 2351349"/>
                <a:gd name="connsiteX383" fmla="*/ 1713996 w 2441401"/>
                <a:gd name="connsiteY383" fmla="*/ 820482 h 2351349"/>
                <a:gd name="connsiteX384" fmla="*/ 1695745 w 2441401"/>
                <a:gd name="connsiteY384" fmla="*/ 846487 h 2351349"/>
                <a:gd name="connsiteX385" fmla="*/ 1680327 w 2441401"/>
                <a:gd name="connsiteY385" fmla="*/ 858790 h 2351349"/>
                <a:gd name="connsiteX386" fmla="*/ 1654360 w 2441401"/>
                <a:gd name="connsiteY386" fmla="*/ 889498 h 2351349"/>
                <a:gd name="connsiteX387" fmla="*/ 1669117 w 2441401"/>
                <a:gd name="connsiteY387" fmla="*/ 899170 h 2351349"/>
                <a:gd name="connsiteX388" fmla="*/ 1661148 w 2441401"/>
                <a:gd name="connsiteY388" fmla="*/ 936666 h 2351349"/>
                <a:gd name="connsiteX389" fmla="*/ 1631266 w 2441401"/>
                <a:gd name="connsiteY389" fmla="*/ 952312 h 2351349"/>
                <a:gd name="connsiteX390" fmla="*/ 1623830 w 2441401"/>
                <a:gd name="connsiteY390" fmla="*/ 948270 h 2351349"/>
                <a:gd name="connsiteX391" fmla="*/ 1611819 w 2441401"/>
                <a:gd name="connsiteY391" fmla="*/ 936246 h 2351349"/>
                <a:gd name="connsiteX392" fmla="*/ 1578773 w 2441401"/>
                <a:gd name="connsiteY392" fmla="*/ 937682 h 2351349"/>
                <a:gd name="connsiteX393" fmla="*/ 1558945 w 2441401"/>
                <a:gd name="connsiteY393" fmla="*/ 972966 h 2351349"/>
                <a:gd name="connsiteX394" fmla="*/ 1530881 w 2441401"/>
                <a:gd name="connsiteY394" fmla="*/ 973869 h 2351349"/>
                <a:gd name="connsiteX395" fmla="*/ 1528262 w 2441401"/>
                <a:gd name="connsiteY395" fmla="*/ 983948 h 2351349"/>
                <a:gd name="connsiteX396" fmla="*/ 1515489 w 2441401"/>
                <a:gd name="connsiteY396" fmla="*/ 1002771 h 2351349"/>
                <a:gd name="connsiteX397" fmla="*/ 1527080 w 2441401"/>
                <a:gd name="connsiteY397" fmla="*/ 1094005 h 2351349"/>
                <a:gd name="connsiteX398" fmla="*/ 1516658 w 2441401"/>
                <a:gd name="connsiteY398" fmla="*/ 1117646 h 2351349"/>
                <a:gd name="connsiteX399" fmla="*/ 1522009 w 2441401"/>
                <a:gd name="connsiteY399" fmla="*/ 1138694 h 2351349"/>
                <a:gd name="connsiteX400" fmla="*/ 1517954 w 2441401"/>
                <a:gd name="connsiteY400" fmla="*/ 1166276 h 2351349"/>
                <a:gd name="connsiteX401" fmla="*/ 1508816 w 2441401"/>
                <a:gd name="connsiteY401" fmla="*/ 1190577 h 2351349"/>
                <a:gd name="connsiteX402" fmla="*/ 1518082 w 2441401"/>
                <a:gd name="connsiteY402" fmla="*/ 1194251 h 2351349"/>
                <a:gd name="connsiteX403" fmla="*/ 1546527 w 2441401"/>
                <a:gd name="connsiteY403" fmla="*/ 1181947 h 2351349"/>
                <a:gd name="connsiteX404" fmla="*/ 1544849 w 2441401"/>
                <a:gd name="connsiteY404" fmla="*/ 1173469 h 2351349"/>
                <a:gd name="connsiteX405" fmla="*/ 1548662 w 2441401"/>
                <a:gd name="connsiteY405" fmla="*/ 1159997 h 2351349"/>
                <a:gd name="connsiteX406" fmla="*/ 1562504 w 2441401"/>
                <a:gd name="connsiteY406" fmla="*/ 1165360 h 2351349"/>
                <a:gd name="connsiteX407" fmla="*/ 1571896 w 2441401"/>
                <a:gd name="connsiteY407" fmla="*/ 1185226 h 2351349"/>
                <a:gd name="connsiteX408" fmla="*/ 1581683 w 2441401"/>
                <a:gd name="connsiteY408" fmla="*/ 1188239 h 2351349"/>
                <a:gd name="connsiteX409" fmla="*/ 1590822 w 2441401"/>
                <a:gd name="connsiteY409" fmla="*/ 1190984 h 2351349"/>
                <a:gd name="connsiteX410" fmla="*/ 1603075 w 2441401"/>
                <a:gd name="connsiteY410" fmla="*/ 1176863 h 2351349"/>
                <a:gd name="connsiteX411" fmla="*/ 1606468 w 2441401"/>
                <a:gd name="connsiteY411" fmla="*/ 1170978 h 2351349"/>
                <a:gd name="connsiteX412" fmla="*/ 1627745 w 2441401"/>
                <a:gd name="connsiteY412" fmla="*/ 1171372 h 2351349"/>
                <a:gd name="connsiteX413" fmla="*/ 1650623 w 2441401"/>
                <a:gd name="connsiteY413" fmla="*/ 1182875 h 2351349"/>
                <a:gd name="connsiteX414" fmla="*/ 1653165 w 2441401"/>
                <a:gd name="connsiteY414" fmla="*/ 1188760 h 2351349"/>
                <a:gd name="connsiteX415" fmla="*/ 1666753 w 2441401"/>
                <a:gd name="connsiteY415" fmla="*/ 1208626 h 2351349"/>
                <a:gd name="connsiteX416" fmla="*/ 1696494 w 2441401"/>
                <a:gd name="connsiteY416" fmla="*/ 1228962 h 2351349"/>
                <a:gd name="connsiteX417" fmla="*/ 1720644 w 2441401"/>
                <a:gd name="connsiteY417" fmla="*/ 1205957 h 2351349"/>
                <a:gd name="connsiteX418" fmla="*/ 1729376 w 2441401"/>
                <a:gd name="connsiteY418" fmla="*/ 1233665 h 2351349"/>
                <a:gd name="connsiteX419" fmla="*/ 1712560 w 2441401"/>
                <a:gd name="connsiteY419" fmla="*/ 1241507 h 2351349"/>
                <a:gd name="connsiteX420" fmla="*/ 1707858 w 2441401"/>
                <a:gd name="connsiteY420" fmla="*/ 1244647 h 2351349"/>
                <a:gd name="connsiteX421" fmla="*/ 1698465 w 2441401"/>
                <a:gd name="connsiteY421" fmla="*/ 1246744 h 2351349"/>
                <a:gd name="connsiteX422" fmla="*/ 1659190 w 2441401"/>
                <a:gd name="connsiteY422" fmla="*/ 1291954 h 2351349"/>
                <a:gd name="connsiteX423" fmla="*/ 1656305 w 2441401"/>
                <a:gd name="connsiteY423" fmla="*/ 1295093 h 2351349"/>
                <a:gd name="connsiteX424" fmla="*/ 1651869 w 2441401"/>
                <a:gd name="connsiteY424" fmla="*/ 1307651 h 2351349"/>
                <a:gd name="connsiteX425" fmla="*/ 1654220 w 2441401"/>
                <a:gd name="connsiteY425" fmla="*/ 1313523 h 2351349"/>
                <a:gd name="connsiteX426" fmla="*/ 1648221 w 2441401"/>
                <a:gd name="connsiteY426" fmla="*/ 1327771 h 2351349"/>
                <a:gd name="connsiteX427" fmla="*/ 1643518 w 2441401"/>
                <a:gd name="connsiteY427" fmla="*/ 1325420 h 2351349"/>
                <a:gd name="connsiteX428" fmla="*/ 1638155 w 2441401"/>
                <a:gd name="connsiteY428" fmla="*/ 1321899 h 2351349"/>
                <a:gd name="connsiteX429" fmla="*/ 1641167 w 2441401"/>
                <a:gd name="connsiteY429" fmla="*/ 1309481 h 2351349"/>
                <a:gd name="connsiteX430" fmla="*/ 1634647 w 2441401"/>
                <a:gd name="connsiteY430" fmla="*/ 1307651 h 2351349"/>
                <a:gd name="connsiteX431" fmla="*/ 1632943 w 2441401"/>
                <a:gd name="connsiteY431" fmla="*/ 1294051 h 2351349"/>
                <a:gd name="connsiteX432" fmla="*/ 1623297 w 2441401"/>
                <a:gd name="connsiteY432" fmla="*/ 1292996 h 2351349"/>
                <a:gd name="connsiteX433" fmla="*/ 1584784 w 2441401"/>
                <a:gd name="connsiteY433" fmla="*/ 1303164 h 2351349"/>
                <a:gd name="connsiteX434" fmla="*/ 1567842 w 2441401"/>
                <a:gd name="connsiteY434" fmla="*/ 1292691 h 2351349"/>
                <a:gd name="connsiteX435" fmla="*/ 1543959 w 2441401"/>
                <a:gd name="connsiteY435" fmla="*/ 1337787 h 2351349"/>
                <a:gd name="connsiteX436" fmla="*/ 1568350 w 2441401"/>
                <a:gd name="connsiteY436" fmla="*/ 1379222 h 2351349"/>
                <a:gd name="connsiteX437" fmla="*/ 1580095 w 2441401"/>
                <a:gd name="connsiteY437" fmla="*/ 1378320 h 2351349"/>
                <a:gd name="connsiteX438" fmla="*/ 1585179 w 2441401"/>
                <a:gd name="connsiteY438" fmla="*/ 1400397 h 2351349"/>
                <a:gd name="connsiteX439" fmla="*/ 1599783 w 2441401"/>
                <a:gd name="connsiteY439" fmla="*/ 1398046 h 2351349"/>
                <a:gd name="connsiteX440" fmla="*/ 1616624 w 2441401"/>
                <a:gd name="connsiteY440" fmla="*/ 1434626 h 2351349"/>
                <a:gd name="connsiteX441" fmla="*/ 1637240 w 2441401"/>
                <a:gd name="connsiteY441" fmla="*/ 1436088 h 2351349"/>
                <a:gd name="connsiteX442" fmla="*/ 1685907 w 2441401"/>
                <a:gd name="connsiteY442" fmla="*/ 1378701 h 2351349"/>
                <a:gd name="connsiteX443" fmla="*/ 1700130 w 2441401"/>
                <a:gd name="connsiteY443" fmla="*/ 1348908 h 2351349"/>
                <a:gd name="connsiteX444" fmla="*/ 1719195 w 2441401"/>
                <a:gd name="connsiteY444" fmla="*/ 1357259 h 2351349"/>
                <a:gd name="connsiteX445" fmla="*/ 1714619 w 2441401"/>
                <a:gd name="connsiteY445" fmla="*/ 1393470 h 2351349"/>
                <a:gd name="connsiteX446" fmla="*/ 1731575 w 2441401"/>
                <a:gd name="connsiteY446" fmla="*/ 1398046 h 2351349"/>
                <a:gd name="connsiteX447" fmla="*/ 1747386 w 2441401"/>
                <a:gd name="connsiteY447" fmla="*/ 1377392 h 2351349"/>
                <a:gd name="connsiteX448" fmla="*/ 1793829 w 2441401"/>
                <a:gd name="connsiteY448" fmla="*/ 1389797 h 2351349"/>
                <a:gd name="connsiteX449" fmla="*/ 1831960 w 2441401"/>
                <a:gd name="connsiteY449" fmla="*/ 1408367 h 2351349"/>
                <a:gd name="connsiteX450" fmla="*/ 1845153 w 2441401"/>
                <a:gd name="connsiteY450" fmla="*/ 1413070 h 2351349"/>
                <a:gd name="connsiteX451" fmla="*/ 1856363 w 2441401"/>
                <a:gd name="connsiteY451" fmla="*/ 1417264 h 2351349"/>
                <a:gd name="connsiteX452" fmla="*/ 1850224 w 2441401"/>
                <a:gd name="connsiteY452" fmla="*/ 1429415 h 2351349"/>
                <a:gd name="connsiteX453" fmla="*/ 1858334 w 2441401"/>
                <a:gd name="connsiteY453" fmla="*/ 1440396 h 2351349"/>
                <a:gd name="connsiteX454" fmla="*/ 1863278 w 2441401"/>
                <a:gd name="connsiteY454" fmla="*/ 1450844 h 2351349"/>
                <a:gd name="connsiteX455" fmla="*/ 1897481 w 2441401"/>
                <a:gd name="connsiteY455" fmla="*/ 1493449 h 2351349"/>
                <a:gd name="connsiteX456" fmla="*/ 1886906 w 2441401"/>
                <a:gd name="connsiteY456" fmla="*/ 1524691 h 2351349"/>
                <a:gd name="connsiteX457" fmla="*/ 1894863 w 2441401"/>
                <a:gd name="connsiteY457" fmla="*/ 1602464 h 2351349"/>
                <a:gd name="connsiteX458" fmla="*/ 1964413 w 2441401"/>
                <a:gd name="connsiteY458" fmla="*/ 1575010 h 2351349"/>
                <a:gd name="connsiteX459" fmla="*/ 1974988 w 2441401"/>
                <a:gd name="connsiteY459" fmla="*/ 1555805 h 2351349"/>
                <a:gd name="connsiteX460" fmla="*/ 1991969 w 2441401"/>
                <a:gd name="connsiteY460" fmla="*/ 1525084 h 2351349"/>
                <a:gd name="connsiteX461" fmla="*/ 2009572 w 2441401"/>
                <a:gd name="connsiteY461" fmla="*/ 1493309 h 2351349"/>
                <a:gd name="connsiteX462" fmla="*/ 2057604 w 2441401"/>
                <a:gd name="connsiteY462" fmla="*/ 1459334 h 2351349"/>
                <a:gd name="connsiteX463" fmla="*/ 2142674 w 2441401"/>
                <a:gd name="connsiteY463" fmla="*/ 1459334 h 2351349"/>
                <a:gd name="connsiteX464" fmla="*/ 2155727 w 2441401"/>
                <a:gd name="connsiteY464" fmla="*/ 1434359 h 2351349"/>
                <a:gd name="connsiteX465" fmla="*/ 2212109 w 2441401"/>
                <a:gd name="connsiteY465" fmla="*/ 1402583 h 2351349"/>
                <a:gd name="connsiteX466" fmla="*/ 2226459 w 2441401"/>
                <a:gd name="connsiteY466" fmla="*/ 1357628 h 2351349"/>
                <a:gd name="connsiteX467" fmla="*/ 2281011 w 2441401"/>
                <a:gd name="connsiteY467" fmla="*/ 1321683 h 2351349"/>
                <a:gd name="connsiteX468" fmla="*/ 2318850 w 2441401"/>
                <a:gd name="connsiteY468" fmla="*/ 1295538 h 2351349"/>
                <a:gd name="connsiteX469" fmla="*/ 2331128 w 2441401"/>
                <a:gd name="connsiteY469" fmla="*/ 1328725 h 2351349"/>
                <a:gd name="connsiteX470" fmla="*/ 2364797 w 2441401"/>
                <a:gd name="connsiteY470" fmla="*/ 1315925 h 2351349"/>
                <a:gd name="connsiteX471" fmla="*/ 2382935 w 2441401"/>
                <a:gd name="connsiteY471" fmla="*/ 1285205 h 2351349"/>
                <a:gd name="connsiteX472" fmla="*/ 2416223 w 2441401"/>
                <a:gd name="connsiteY472" fmla="*/ 1263369 h 2351349"/>
                <a:gd name="connsiteX473" fmla="*/ 2435123 w 2441401"/>
                <a:gd name="connsiteY473" fmla="*/ 1333961 h 2351349"/>
                <a:gd name="connsiteX474" fmla="*/ 2441402 w 2441401"/>
                <a:gd name="connsiteY474" fmla="*/ 1357361 h 2351349"/>
                <a:gd name="connsiteX475" fmla="*/ 2422603 w 2441401"/>
                <a:gd name="connsiteY475" fmla="*/ 1393903 h 2351349"/>
                <a:gd name="connsiteX476" fmla="*/ 2389442 w 2441401"/>
                <a:gd name="connsiteY476" fmla="*/ 1458725 h 2351349"/>
                <a:gd name="connsiteX477" fmla="*/ 2392582 w 2441401"/>
                <a:gd name="connsiteY477" fmla="*/ 1477281 h 2351349"/>
                <a:gd name="connsiteX478" fmla="*/ 2406296 w 2441401"/>
                <a:gd name="connsiteY478" fmla="*/ 1557152 h 2351349"/>
                <a:gd name="connsiteX479" fmla="*/ 2385794 w 2441401"/>
                <a:gd name="connsiteY479" fmla="*/ 1592563 h 2351349"/>
                <a:gd name="connsiteX480" fmla="*/ 2329552 w 2441401"/>
                <a:gd name="connsiteY480" fmla="*/ 1599884 h 2351349"/>
                <a:gd name="connsiteX481" fmla="*/ 2362166 w 2441401"/>
                <a:gd name="connsiteY481" fmla="*/ 1676603 h 2351349"/>
                <a:gd name="connsiteX482" fmla="*/ 2325904 w 2441401"/>
                <a:gd name="connsiteY482" fmla="*/ 1780522 h 2351349"/>
                <a:gd name="connsiteX483" fmla="*/ 2355519 w 2441401"/>
                <a:gd name="connsiteY483" fmla="*/ 1815017 h 2351349"/>
                <a:gd name="connsiteX484" fmla="*/ 2360221 w 2441401"/>
                <a:gd name="connsiteY484" fmla="*/ 1839166 h 2351349"/>
                <a:gd name="connsiteX485" fmla="*/ 2366221 w 2441401"/>
                <a:gd name="connsiteY485" fmla="*/ 1869874 h 2351349"/>
                <a:gd name="connsiteX486" fmla="*/ 2379020 w 2441401"/>
                <a:gd name="connsiteY486" fmla="*/ 1935230 h 2351349"/>
                <a:gd name="connsiteX487" fmla="*/ 2339339 w 2441401"/>
                <a:gd name="connsiteY487" fmla="*/ 1977695 h 2351349"/>
                <a:gd name="connsiteX488" fmla="*/ 2325777 w 2441401"/>
                <a:gd name="connsiteY488" fmla="*/ 2006191 h 2351349"/>
                <a:gd name="connsiteX489" fmla="*/ 2353828 w 2441401"/>
                <a:gd name="connsiteY489" fmla="*/ 2068802 h 2351349"/>
                <a:gd name="connsiteX490" fmla="*/ 2269941 w 2441401"/>
                <a:gd name="connsiteY490" fmla="*/ 2133497 h 2351349"/>
                <a:gd name="connsiteX491" fmla="*/ 2227921 w 2441401"/>
                <a:gd name="connsiteY491" fmla="*/ 2194277 h 2351349"/>
                <a:gd name="connsiteX492" fmla="*/ 2186422 w 2441401"/>
                <a:gd name="connsiteY492" fmla="*/ 2202767 h 2351349"/>
                <a:gd name="connsiteX493" fmla="*/ 2164103 w 2441401"/>
                <a:gd name="connsiteY493" fmla="*/ 2264462 h 2351349"/>
                <a:gd name="connsiteX494" fmla="*/ 2106818 w 2441401"/>
                <a:gd name="connsiteY494" fmla="*/ 2308516 h 2351349"/>
                <a:gd name="connsiteX495" fmla="*/ 2080127 w 2441401"/>
                <a:gd name="connsiteY495" fmla="*/ 2314871 h 2351349"/>
                <a:gd name="connsiteX496" fmla="*/ 2071382 w 2441401"/>
                <a:gd name="connsiteY496" fmla="*/ 2309914 h 2351349"/>
                <a:gd name="connsiteX497" fmla="*/ 1992172 w 2441401"/>
                <a:gd name="connsiteY497" fmla="*/ 2351349 h 2351349"/>
                <a:gd name="connsiteX498" fmla="*/ 1982385 w 2441401"/>
                <a:gd name="connsiteY498" fmla="*/ 2331216 h 2351349"/>
                <a:gd name="connsiteX499" fmla="*/ 1968811 w 2441401"/>
                <a:gd name="connsiteY499" fmla="*/ 2311744 h 2351349"/>
                <a:gd name="connsiteX500" fmla="*/ 1953406 w 2441401"/>
                <a:gd name="connsiteY500" fmla="*/ 2299848 h 2351349"/>
                <a:gd name="connsiteX501" fmla="*/ 1949885 w 2441401"/>
                <a:gd name="connsiteY501" fmla="*/ 2291599 h 2351349"/>
                <a:gd name="connsiteX502" fmla="*/ 1947013 w 2441401"/>
                <a:gd name="connsiteY502" fmla="*/ 2256709 h 2351349"/>
                <a:gd name="connsiteX503" fmla="*/ 1941929 w 2441401"/>
                <a:gd name="connsiteY503" fmla="*/ 2247037 h 2351349"/>
                <a:gd name="connsiteX504" fmla="*/ 1933438 w 2441401"/>
                <a:gd name="connsiteY504" fmla="*/ 2240771 h 2351349"/>
                <a:gd name="connsiteX505" fmla="*/ 1929790 w 2441401"/>
                <a:gd name="connsiteY505" fmla="*/ 2231352 h 2351349"/>
                <a:gd name="connsiteX506" fmla="*/ 1931061 w 2441401"/>
                <a:gd name="connsiteY506" fmla="*/ 2224832 h 2351349"/>
                <a:gd name="connsiteX507" fmla="*/ 1928049 w 2441401"/>
                <a:gd name="connsiteY507" fmla="*/ 2219468 h 2351349"/>
                <a:gd name="connsiteX508" fmla="*/ 1920423 w 2441401"/>
                <a:gd name="connsiteY508" fmla="*/ 2211753 h 2351349"/>
                <a:gd name="connsiteX509" fmla="*/ 1914805 w 2441401"/>
                <a:gd name="connsiteY509" fmla="*/ 2203250 h 2351349"/>
                <a:gd name="connsiteX510" fmla="*/ 1903366 w 2441401"/>
                <a:gd name="connsiteY510" fmla="*/ 2177512 h 2351349"/>
                <a:gd name="connsiteX511" fmla="*/ 1903900 w 2441401"/>
                <a:gd name="connsiteY511" fmla="*/ 2165615 h 2351349"/>
                <a:gd name="connsiteX512" fmla="*/ 1899591 w 2441401"/>
                <a:gd name="connsiteY512" fmla="*/ 2155536 h 2351349"/>
                <a:gd name="connsiteX513" fmla="*/ 1882496 w 2441401"/>
                <a:gd name="connsiteY513" fmla="*/ 2141555 h 2351349"/>
                <a:gd name="connsiteX514" fmla="*/ 1863964 w 2441401"/>
                <a:gd name="connsiteY514" fmla="*/ 2121295 h 2351349"/>
                <a:gd name="connsiteX515" fmla="*/ 1854965 w 2441401"/>
                <a:gd name="connsiteY515" fmla="*/ 2111877 h 2351349"/>
                <a:gd name="connsiteX516" fmla="*/ 1850784 w 2441401"/>
                <a:gd name="connsiteY516" fmla="*/ 2099471 h 2351349"/>
                <a:gd name="connsiteX517" fmla="*/ 1846221 w 2441401"/>
                <a:gd name="connsiteY517" fmla="*/ 2073326 h 2351349"/>
                <a:gd name="connsiteX518" fmla="*/ 1841912 w 2441401"/>
                <a:gd name="connsiteY518" fmla="*/ 2060387 h 2351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Lst>
              <a:rect l="l" t="t" r="r" b="b"/>
              <a:pathLst>
                <a:path w="2441401" h="2351349">
                  <a:moveTo>
                    <a:pt x="402342" y="1060603"/>
                  </a:moveTo>
                  <a:lnTo>
                    <a:pt x="409269" y="1054985"/>
                  </a:lnTo>
                  <a:lnTo>
                    <a:pt x="413425" y="1048630"/>
                  </a:lnTo>
                  <a:lnTo>
                    <a:pt x="420619" y="1048096"/>
                  </a:lnTo>
                  <a:lnTo>
                    <a:pt x="423491" y="1040915"/>
                  </a:lnTo>
                  <a:lnTo>
                    <a:pt x="435236" y="1033835"/>
                  </a:lnTo>
                  <a:lnTo>
                    <a:pt x="448670" y="1029793"/>
                  </a:lnTo>
                  <a:lnTo>
                    <a:pt x="523190" y="964183"/>
                  </a:lnTo>
                  <a:lnTo>
                    <a:pt x="542370" y="952820"/>
                  </a:lnTo>
                  <a:lnTo>
                    <a:pt x="546424" y="944978"/>
                  </a:lnTo>
                  <a:lnTo>
                    <a:pt x="545242" y="931912"/>
                  </a:lnTo>
                  <a:lnTo>
                    <a:pt x="559071" y="912427"/>
                  </a:lnTo>
                  <a:lnTo>
                    <a:pt x="556732" y="906936"/>
                  </a:lnTo>
                  <a:lnTo>
                    <a:pt x="549551" y="906021"/>
                  </a:lnTo>
                  <a:lnTo>
                    <a:pt x="538455" y="920003"/>
                  </a:lnTo>
                  <a:lnTo>
                    <a:pt x="467214" y="971110"/>
                  </a:lnTo>
                  <a:lnTo>
                    <a:pt x="404934" y="1021544"/>
                  </a:lnTo>
                  <a:lnTo>
                    <a:pt x="385755" y="1049266"/>
                  </a:lnTo>
                  <a:lnTo>
                    <a:pt x="375434" y="1056446"/>
                  </a:lnTo>
                  <a:lnTo>
                    <a:pt x="374926" y="1066615"/>
                  </a:lnTo>
                  <a:lnTo>
                    <a:pt x="380531" y="1070796"/>
                  </a:lnTo>
                  <a:lnTo>
                    <a:pt x="393317" y="1059357"/>
                  </a:lnTo>
                  <a:lnTo>
                    <a:pt x="398134" y="1062878"/>
                  </a:lnTo>
                  <a:close/>
                  <a:moveTo>
                    <a:pt x="242091" y="1868972"/>
                  </a:moveTo>
                  <a:lnTo>
                    <a:pt x="217548" y="1849093"/>
                  </a:lnTo>
                  <a:lnTo>
                    <a:pt x="208282" y="1857736"/>
                  </a:lnTo>
                  <a:lnTo>
                    <a:pt x="207011" y="1878390"/>
                  </a:lnTo>
                  <a:close/>
                  <a:moveTo>
                    <a:pt x="1463059" y="756575"/>
                  </a:moveTo>
                  <a:lnTo>
                    <a:pt x="1491504" y="712661"/>
                  </a:lnTo>
                  <a:lnTo>
                    <a:pt x="1495546" y="676323"/>
                  </a:lnTo>
                  <a:lnTo>
                    <a:pt x="1468664" y="664960"/>
                  </a:lnTo>
                  <a:lnTo>
                    <a:pt x="1418281" y="722854"/>
                  </a:lnTo>
                  <a:lnTo>
                    <a:pt x="1438401" y="752393"/>
                  </a:lnTo>
                  <a:close/>
                  <a:moveTo>
                    <a:pt x="1602871" y="722461"/>
                  </a:moveTo>
                  <a:lnTo>
                    <a:pt x="1629232" y="740623"/>
                  </a:lnTo>
                  <a:lnTo>
                    <a:pt x="1650509" y="746775"/>
                  </a:lnTo>
                  <a:lnTo>
                    <a:pt x="1658466" y="736060"/>
                  </a:lnTo>
                  <a:lnTo>
                    <a:pt x="1654157" y="729782"/>
                  </a:lnTo>
                  <a:lnTo>
                    <a:pt x="1659635" y="721813"/>
                  </a:lnTo>
                  <a:lnTo>
                    <a:pt x="1691754" y="671620"/>
                  </a:lnTo>
                  <a:lnTo>
                    <a:pt x="1672307" y="648093"/>
                  </a:lnTo>
                  <a:lnTo>
                    <a:pt x="1662762" y="640251"/>
                  </a:lnTo>
                  <a:lnTo>
                    <a:pt x="1652988" y="631240"/>
                  </a:lnTo>
                  <a:lnTo>
                    <a:pt x="1630935" y="597519"/>
                  </a:lnTo>
                  <a:lnTo>
                    <a:pt x="1618924" y="607052"/>
                  </a:lnTo>
                  <a:lnTo>
                    <a:pt x="1600126" y="636730"/>
                  </a:lnTo>
                  <a:lnTo>
                    <a:pt x="1583425" y="660880"/>
                  </a:lnTo>
                  <a:lnTo>
                    <a:pt x="1555627" y="705569"/>
                  </a:lnTo>
                  <a:lnTo>
                    <a:pt x="1510354" y="711924"/>
                  </a:lnTo>
                  <a:lnTo>
                    <a:pt x="1498342" y="730989"/>
                  </a:lnTo>
                  <a:lnTo>
                    <a:pt x="1509044" y="742238"/>
                  </a:lnTo>
                  <a:lnTo>
                    <a:pt x="1535927" y="738323"/>
                  </a:lnTo>
                  <a:lnTo>
                    <a:pt x="1546489" y="735705"/>
                  </a:lnTo>
                  <a:lnTo>
                    <a:pt x="1558894" y="719753"/>
                  </a:lnTo>
                  <a:lnTo>
                    <a:pt x="1581213" y="713475"/>
                  </a:lnTo>
                  <a:close/>
                  <a:moveTo>
                    <a:pt x="2017999" y="196385"/>
                  </a:moveTo>
                  <a:lnTo>
                    <a:pt x="2033124" y="207825"/>
                  </a:lnTo>
                  <a:lnTo>
                    <a:pt x="2047360" y="210964"/>
                  </a:lnTo>
                  <a:lnTo>
                    <a:pt x="2067988" y="210417"/>
                  </a:lnTo>
                  <a:lnTo>
                    <a:pt x="2108038" y="187692"/>
                  </a:lnTo>
                  <a:lnTo>
                    <a:pt x="2119478" y="203109"/>
                  </a:lnTo>
                  <a:lnTo>
                    <a:pt x="2121956" y="215006"/>
                  </a:lnTo>
                  <a:lnTo>
                    <a:pt x="2105433" y="237757"/>
                  </a:lnTo>
                  <a:lnTo>
                    <a:pt x="2087295" y="240299"/>
                  </a:lnTo>
                  <a:lnTo>
                    <a:pt x="2061455" y="286564"/>
                  </a:lnTo>
                  <a:lnTo>
                    <a:pt x="2071369" y="319509"/>
                  </a:lnTo>
                  <a:lnTo>
                    <a:pt x="2057935" y="334532"/>
                  </a:lnTo>
                  <a:lnTo>
                    <a:pt x="2054122" y="337926"/>
                  </a:lnTo>
                  <a:lnTo>
                    <a:pt x="2051643" y="342108"/>
                  </a:lnTo>
                  <a:lnTo>
                    <a:pt x="2037281" y="361173"/>
                  </a:lnTo>
                  <a:lnTo>
                    <a:pt x="2006357" y="384293"/>
                  </a:lnTo>
                  <a:lnTo>
                    <a:pt x="1995388" y="366778"/>
                  </a:lnTo>
                  <a:lnTo>
                    <a:pt x="2014720" y="346912"/>
                  </a:lnTo>
                  <a:lnTo>
                    <a:pt x="2000879" y="297635"/>
                  </a:lnTo>
                  <a:lnTo>
                    <a:pt x="1968252" y="282993"/>
                  </a:lnTo>
                  <a:lnTo>
                    <a:pt x="1949440" y="305363"/>
                  </a:lnTo>
                  <a:lnTo>
                    <a:pt x="1922673" y="287708"/>
                  </a:lnTo>
                  <a:lnTo>
                    <a:pt x="1954651" y="257915"/>
                  </a:lnTo>
                  <a:lnTo>
                    <a:pt x="1903226" y="201571"/>
                  </a:lnTo>
                  <a:lnTo>
                    <a:pt x="1910140" y="170609"/>
                  </a:lnTo>
                  <a:lnTo>
                    <a:pt x="1857825" y="142761"/>
                  </a:lnTo>
                  <a:lnTo>
                    <a:pt x="1893185" y="112447"/>
                  </a:lnTo>
                  <a:lnTo>
                    <a:pt x="1892016" y="103550"/>
                  </a:lnTo>
                  <a:lnTo>
                    <a:pt x="1898371" y="95059"/>
                  </a:lnTo>
                  <a:lnTo>
                    <a:pt x="1930731" y="75194"/>
                  </a:lnTo>
                  <a:lnTo>
                    <a:pt x="1988677" y="39605"/>
                  </a:lnTo>
                  <a:lnTo>
                    <a:pt x="1994155" y="26666"/>
                  </a:lnTo>
                  <a:lnTo>
                    <a:pt x="2008899" y="13066"/>
                  </a:lnTo>
                  <a:lnTo>
                    <a:pt x="2016080" y="0"/>
                  </a:lnTo>
                  <a:lnTo>
                    <a:pt x="2060566" y="19472"/>
                  </a:lnTo>
                  <a:lnTo>
                    <a:pt x="2057960" y="71495"/>
                  </a:lnTo>
                  <a:lnTo>
                    <a:pt x="2065586" y="103003"/>
                  </a:lnTo>
                  <a:lnTo>
                    <a:pt x="2055939" y="118548"/>
                  </a:lnTo>
                  <a:lnTo>
                    <a:pt x="2035603" y="128716"/>
                  </a:lnTo>
                  <a:lnTo>
                    <a:pt x="2016944" y="149497"/>
                  </a:lnTo>
                  <a:lnTo>
                    <a:pt x="2002721" y="162576"/>
                  </a:lnTo>
                  <a:lnTo>
                    <a:pt x="2005060" y="178133"/>
                  </a:lnTo>
                  <a:close/>
                  <a:moveTo>
                    <a:pt x="1821410" y="2039581"/>
                  </a:moveTo>
                  <a:lnTo>
                    <a:pt x="1804048" y="2029781"/>
                  </a:lnTo>
                  <a:lnTo>
                    <a:pt x="1794389" y="2017884"/>
                  </a:lnTo>
                  <a:lnTo>
                    <a:pt x="1793346" y="1997739"/>
                  </a:lnTo>
                  <a:lnTo>
                    <a:pt x="1785720" y="1968200"/>
                  </a:lnTo>
                  <a:lnTo>
                    <a:pt x="1786394" y="1940238"/>
                  </a:lnTo>
                  <a:lnTo>
                    <a:pt x="1784424" y="1929777"/>
                  </a:lnTo>
                  <a:lnTo>
                    <a:pt x="1780369" y="1922075"/>
                  </a:lnTo>
                  <a:lnTo>
                    <a:pt x="1758978" y="1896057"/>
                  </a:lnTo>
                  <a:lnTo>
                    <a:pt x="1746700" y="1894888"/>
                  </a:lnTo>
                  <a:lnTo>
                    <a:pt x="1722436" y="1898409"/>
                  </a:lnTo>
                  <a:lnTo>
                    <a:pt x="1711607" y="1891875"/>
                  </a:lnTo>
                  <a:lnTo>
                    <a:pt x="1699469" y="1867726"/>
                  </a:lnTo>
                  <a:lnTo>
                    <a:pt x="1687597" y="1856477"/>
                  </a:lnTo>
                  <a:lnTo>
                    <a:pt x="1682768" y="1845649"/>
                  </a:lnTo>
                  <a:lnTo>
                    <a:pt x="1693203" y="1817788"/>
                  </a:lnTo>
                  <a:lnTo>
                    <a:pt x="1693597" y="1798443"/>
                  </a:lnTo>
                  <a:lnTo>
                    <a:pt x="1688767" y="1785110"/>
                  </a:lnTo>
                  <a:lnTo>
                    <a:pt x="1659991" y="1758304"/>
                  </a:lnTo>
                  <a:lnTo>
                    <a:pt x="1636630" y="1729795"/>
                  </a:lnTo>
                  <a:lnTo>
                    <a:pt x="1639769" y="1727062"/>
                  </a:lnTo>
                  <a:lnTo>
                    <a:pt x="1655949" y="1732426"/>
                  </a:lnTo>
                  <a:lnTo>
                    <a:pt x="1674214" y="1728498"/>
                  </a:lnTo>
                  <a:lnTo>
                    <a:pt x="1696533" y="1727062"/>
                  </a:lnTo>
                  <a:lnTo>
                    <a:pt x="1709459" y="1732286"/>
                  </a:lnTo>
                  <a:lnTo>
                    <a:pt x="1721851" y="1726528"/>
                  </a:lnTo>
                  <a:lnTo>
                    <a:pt x="1759563" y="1729287"/>
                  </a:lnTo>
                  <a:lnTo>
                    <a:pt x="1768968" y="1722093"/>
                  </a:lnTo>
                  <a:lnTo>
                    <a:pt x="1772235" y="1708887"/>
                  </a:lnTo>
                  <a:lnTo>
                    <a:pt x="1784869" y="1690203"/>
                  </a:lnTo>
                  <a:lnTo>
                    <a:pt x="1769616" y="1652072"/>
                  </a:lnTo>
                  <a:lnTo>
                    <a:pt x="1764799" y="1637964"/>
                  </a:lnTo>
                  <a:lnTo>
                    <a:pt x="1756830" y="1628952"/>
                  </a:lnTo>
                  <a:lnTo>
                    <a:pt x="1745734" y="1631164"/>
                  </a:lnTo>
                  <a:lnTo>
                    <a:pt x="1738832" y="1624491"/>
                  </a:lnTo>
                  <a:lnTo>
                    <a:pt x="1738311" y="1611031"/>
                  </a:lnTo>
                  <a:lnTo>
                    <a:pt x="1723949" y="1596402"/>
                  </a:lnTo>
                  <a:lnTo>
                    <a:pt x="1708035" y="1599922"/>
                  </a:lnTo>
                  <a:lnTo>
                    <a:pt x="1678535" y="1590517"/>
                  </a:lnTo>
                  <a:lnTo>
                    <a:pt x="1676057" y="1577972"/>
                  </a:lnTo>
                  <a:lnTo>
                    <a:pt x="1648272" y="1572608"/>
                  </a:lnTo>
                  <a:lnTo>
                    <a:pt x="1635562" y="1566596"/>
                  </a:lnTo>
                  <a:lnTo>
                    <a:pt x="1623424" y="1546069"/>
                  </a:lnTo>
                  <a:lnTo>
                    <a:pt x="1598118" y="1540057"/>
                  </a:lnTo>
                  <a:lnTo>
                    <a:pt x="1587949" y="1533143"/>
                  </a:lnTo>
                  <a:lnTo>
                    <a:pt x="1582738" y="1514446"/>
                  </a:lnTo>
                  <a:lnTo>
                    <a:pt x="1544112" y="1508561"/>
                  </a:lnTo>
                  <a:lnTo>
                    <a:pt x="1514345" y="1502816"/>
                  </a:lnTo>
                  <a:lnTo>
                    <a:pt x="1489026" y="1495622"/>
                  </a:lnTo>
                  <a:lnTo>
                    <a:pt x="1468690" y="1493792"/>
                  </a:lnTo>
                  <a:lnTo>
                    <a:pt x="1432288" y="1475502"/>
                  </a:lnTo>
                  <a:lnTo>
                    <a:pt x="1415841" y="1456551"/>
                  </a:lnTo>
                  <a:lnTo>
                    <a:pt x="1399521" y="1447921"/>
                  </a:lnTo>
                  <a:lnTo>
                    <a:pt x="1385311" y="1447921"/>
                  </a:lnTo>
                  <a:lnTo>
                    <a:pt x="1372906" y="1456551"/>
                  </a:lnTo>
                  <a:lnTo>
                    <a:pt x="1354641" y="1456551"/>
                  </a:lnTo>
                  <a:lnTo>
                    <a:pt x="1338321" y="1444654"/>
                  </a:lnTo>
                  <a:lnTo>
                    <a:pt x="1316917" y="1426352"/>
                  </a:lnTo>
                  <a:lnTo>
                    <a:pt x="1290429" y="1412371"/>
                  </a:lnTo>
                  <a:lnTo>
                    <a:pt x="1262632" y="1403219"/>
                  </a:lnTo>
                  <a:lnTo>
                    <a:pt x="1244494" y="1401262"/>
                  </a:lnTo>
                  <a:lnTo>
                    <a:pt x="1237834" y="1397728"/>
                  </a:lnTo>
                  <a:lnTo>
                    <a:pt x="1192688" y="1399431"/>
                  </a:lnTo>
                  <a:lnTo>
                    <a:pt x="1173241" y="1393941"/>
                  </a:lnTo>
                  <a:lnTo>
                    <a:pt x="1148189" y="1386734"/>
                  </a:lnTo>
                  <a:lnTo>
                    <a:pt x="1110211" y="1373808"/>
                  </a:lnTo>
                  <a:lnTo>
                    <a:pt x="1090764" y="1358251"/>
                  </a:lnTo>
                  <a:lnTo>
                    <a:pt x="1079401" y="1358644"/>
                  </a:lnTo>
                  <a:lnTo>
                    <a:pt x="1064925" y="1359915"/>
                  </a:lnTo>
                  <a:lnTo>
                    <a:pt x="1052786" y="1371354"/>
                  </a:lnTo>
                  <a:lnTo>
                    <a:pt x="1022117" y="1388742"/>
                  </a:lnTo>
                  <a:lnTo>
                    <a:pt x="978139" y="1387967"/>
                  </a:lnTo>
                  <a:lnTo>
                    <a:pt x="949401" y="1366665"/>
                  </a:lnTo>
                  <a:lnTo>
                    <a:pt x="924350" y="1361695"/>
                  </a:lnTo>
                  <a:lnTo>
                    <a:pt x="911639" y="1369143"/>
                  </a:lnTo>
                  <a:lnTo>
                    <a:pt x="893235" y="1397906"/>
                  </a:lnTo>
                  <a:lnTo>
                    <a:pt x="874055" y="1404033"/>
                  </a:lnTo>
                  <a:lnTo>
                    <a:pt x="864268" y="1429135"/>
                  </a:lnTo>
                  <a:lnTo>
                    <a:pt x="858002" y="1436202"/>
                  </a:lnTo>
                  <a:lnTo>
                    <a:pt x="841949" y="1435668"/>
                  </a:lnTo>
                  <a:lnTo>
                    <a:pt x="823037" y="1452268"/>
                  </a:lnTo>
                  <a:lnTo>
                    <a:pt x="822236" y="1471333"/>
                  </a:lnTo>
                  <a:lnTo>
                    <a:pt x="818601" y="1474358"/>
                  </a:lnTo>
                  <a:lnTo>
                    <a:pt x="808140" y="1471600"/>
                  </a:lnTo>
                  <a:lnTo>
                    <a:pt x="794426" y="1486140"/>
                  </a:lnTo>
                  <a:lnTo>
                    <a:pt x="767938" y="1495292"/>
                  </a:lnTo>
                  <a:lnTo>
                    <a:pt x="737522" y="1500376"/>
                  </a:lnTo>
                  <a:lnTo>
                    <a:pt x="713792" y="1517624"/>
                  </a:lnTo>
                  <a:lnTo>
                    <a:pt x="709611" y="1525072"/>
                  </a:lnTo>
                  <a:lnTo>
                    <a:pt x="692516" y="1529253"/>
                  </a:lnTo>
                  <a:lnTo>
                    <a:pt x="676335" y="1523762"/>
                  </a:lnTo>
                  <a:lnTo>
                    <a:pt x="662761" y="1512133"/>
                  </a:lnTo>
                  <a:lnTo>
                    <a:pt x="649580" y="1511230"/>
                  </a:lnTo>
                  <a:lnTo>
                    <a:pt x="594520" y="1521030"/>
                  </a:lnTo>
                  <a:lnTo>
                    <a:pt x="584593" y="1521157"/>
                  </a:lnTo>
                  <a:lnTo>
                    <a:pt x="569710" y="1533562"/>
                  </a:lnTo>
                  <a:lnTo>
                    <a:pt x="557317" y="1552119"/>
                  </a:lnTo>
                  <a:lnTo>
                    <a:pt x="528605" y="1573561"/>
                  </a:lnTo>
                  <a:lnTo>
                    <a:pt x="520648" y="1588190"/>
                  </a:lnTo>
                  <a:lnTo>
                    <a:pt x="506286" y="1605985"/>
                  </a:lnTo>
                  <a:lnTo>
                    <a:pt x="501850" y="1613700"/>
                  </a:lnTo>
                  <a:lnTo>
                    <a:pt x="481234" y="1625978"/>
                  </a:lnTo>
                  <a:lnTo>
                    <a:pt x="468524" y="1633604"/>
                  </a:lnTo>
                  <a:lnTo>
                    <a:pt x="465982" y="1660296"/>
                  </a:lnTo>
                  <a:lnTo>
                    <a:pt x="448886" y="1685119"/>
                  </a:lnTo>
                  <a:lnTo>
                    <a:pt x="449801" y="1708912"/>
                  </a:lnTo>
                  <a:lnTo>
                    <a:pt x="439633" y="1714937"/>
                  </a:lnTo>
                  <a:lnTo>
                    <a:pt x="431791" y="1730087"/>
                  </a:lnTo>
                  <a:lnTo>
                    <a:pt x="410006" y="1722118"/>
                  </a:lnTo>
                  <a:lnTo>
                    <a:pt x="400486" y="1722652"/>
                  </a:lnTo>
                  <a:lnTo>
                    <a:pt x="378167" y="1741463"/>
                  </a:lnTo>
                  <a:lnTo>
                    <a:pt x="347243" y="1785644"/>
                  </a:lnTo>
                  <a:lnTo>
                    <a:pt x="333541" y="1799625"/>
                  </a:lnTo>
                  <a:lnTo>
                    <a:pt x="303558" y="1838213"/>
                  </a:lnTo>
                  <a:lnTo>
                    <a:pt x="237528" y="1803196"/>
                  </a:lnTo>
                  <a:lnTo>
                    <a:pt x="225123" y="1809552"/>
                  </a:lnTo>
                  <a:lnTo>
                    <a:pt x="222251" y="1826545"/>
                  </a:lnTo>
                  <a:lnTo>
                    <a:pt x="268846" y="1848229"/>
                  </a:lnTo>
                  <a:lnTo>
                    <a:pt x="264410" y="1869683"/>
                  </a:lnTo>
                  <a:lnTo>
                    <a:pt x="292716" y="1881034"/>
                  </a:lnTo>
                  <a:lnTo>
                    <a:pt x="278493" y="1921554"/>
                  </a:lnTo>
                  <a:lnTo>
                    <a:pt x="267156" y="1948106"/>
                  </a:lnTo>
                  <a:lnTo>
                    <a:pt x="250048" y="1966586"/>
                  </a:lnTo>
                  <a:lnTo>
                    <a:pt x="238837" y="1984228"/>
                  </a:lnTo>
                  <a:lnTo>
                    <a:pt x="226686" y="2000751"/>
                  </a:lnTo>
                  <a:lnTo>
                    <a:pt x="215603" y="2007945"/>
                  </a:lnTo>
                  <a:lnTo>
                    <a:pt x="152561" y="1979843"/>
                  </a:lnTo>
                  <a:lnTo>
                    <a:pt x="119934" y="1937493"/>
                  </a:lnTo>
                  <a:lnTo>
                    <a:pt x="135071" y="1919851"/>
                  </a:lnTo>
                  <a:lnTo>
                    <a:pt x="151251" y="1890439"/>
                  </a:lnTo>
                  <a:lnTo>
                    <a:pt x="151912" y="1875937"/>
                  </a:lnTo>
                  <a:lnTo>
                    <a:pt x="191568" y="1842077"/>
                  </a:lnTo>
                  <a:lnTo>
                    <a:pt x="194975" y="1817381"/>
                  </a:lnTo>
                  <a:lnTo>
                    <a:pt x="216239" y="1798417"/>
                  </a:lnTo>
                  <a:lnTo>
                    <a:pt x="198622" y="1771726"/>
                  </a:lnTo>
                  <a:lnTo>
                    <a:pt x="193144" y="1757605"/>
                  </a:lnTo>
                  <a:lnTo>
                    <a:pt x="175007" y="1763757"/>
                  </a:lnTo>
                  <a:lnTo>
                    <a:pt x="110401" y="1705201"/>
                  </a:lnTo>
                  <a:lnTo>
                    <a:pt x="91615" y="1703231"/>
                  </a:lnTo>
                  <a:lnTo>
                    <a:pt x="63945" y="1670693"/>
                  </a:lnTo>
                  <a:lnTo>
                    <a:pt x="10702" y="1654093"/>
                  </a:lnTo>
                  <a:lnTo>
                    <a:pt x="0" y="1644942"/>
                  </a:lnTo>
                  <a:lnTo>
                    <a:pt x="22967" y="1598156"/>
                  </a:lnTo>
                  <a:lnTo>
                    <a:pt x="42287" y="1576447"/>
                  </a:lnTo>
                  <a:lnTo>
                    <a:pt x="17222" y="1533448"/>
                  </a:lnTo>
                  <a:lnTo>
                    <a:pt x="21658" y="1498952"/>
                  </a:lnTo>
                  <a:lnTo>
                    <a:pt x="71393" y="1452420"/>
                  </a:lnTo>
                  <a:lnTo>
                    <a:pt x="105190" y="1367720"/>
                  </a:lnTo>
                  <a:lnTo>
                    <a:pt x="197440" y="1263687"/>
                  </a:lnTo>
                  <a:lnTo>
                    <a:pt x="186751" y="1252565"/>
                  </a:lnTo>
                  <a:lnTo>
                    <a:pt x="104135" y="1169186"/>
                  </a:lnTo>
                  <a:lnTo>
                    <a:pt x="191428" y="1084091"/>
                  </a:lnTo>
                  <a:lnTo>
                    <a:pt x="232101" y="1062128"/>
                  </a:lnTo>
                  <a:lnTo>
                    <a:pt x="328940" y="968682"/>
                  </a:lnTo>
                  <a:lnTo>
                    <a:pt x="362609" y="928569"/>
                  </a:lnTo>
                  <a:lnTo>
                    <a:pt x="429974" y="868170"/>
                  </a:lnTo>
                  <a:lnTo>
                    <a:pt x="433507" y="852918"/>
                  </a:lnTo>
                  <a:lnTo>
                    <a:pt x="513505" y="810568"/>
                  </a:lnTo>
                  <a:lnTo>
                    <a:pt x="622457" y="743394"/>
                  </a:lnTo>
                  <a:lnTo>
                    <a:pt x="634862" y="718559"/>
                  </a:lnTo>
                  <a:lnTo>
                    <a:pt x="666638" y="710932"/>
                  </a:lnTo>
                  <a:lnTo>
                    <a:pt x="684432" y="693685"/>
                  </a:lnTo>
                  <a:lnTo>
                    <a:pt x="678560" y="680085"/>
                  </a:lnTo>
                  <a:lnTo>
                    <a:pt x="703878" y="656431"/>
                  </a:lnTo>
                  <a:lnTo>
                    <a:pt x="740420" y="653165"/>
                  </a:lnTo>
                  <a:lnTo>
                    <a:pt x="775399" y="626905"/>
                  </a:lnTo>
                  <a:lnTo>
                    <a:pt x="785847" y="610941"/>
                  </a:lnTo>
                  <a:lnTo>
                    <a:pt x="799675" y="600099"/>
                  </a:lnTo>
                  <a:lnTo>
                    <a:pt x="819376" y="550708"/>
                  </a:lnTo>
                  <a:lnTo>
                    <a:pt x="778398" y="507823"/>
                  </a:lnTo>
                  <a:lnTo>
                    <a:pt x="771090" y="475540"/>
                  </a:lnTo>
                  <a:lnTo>
                    <a:pt x="784792" y="461304"/>
                  </a:lnTo>
                  <a:lnTo>
                    <a:pt x="794312" y="409281"/>
                  </a:lnTo>
                  <a:lnTo>
                    <a:pt x="831896" y="360258"/>
                  </a:lnTo>
                  <a:lnTo>
                    <a:pt x="876801" y="375167"/>
                  </a:lnTo>
                  <a:lnTo>
                    <a:pt x="940085" y="350585"/>
                  </a:lnTo>
                  <a:lnTo>
                    <a:pt x="969318" y="339858"/>
                  </a:lnTo>
                  <a:lnTo>
                    <a:pt x="1042656" y="290288"/>
                  </a:lnTo>
                  <a:lnTo>
                    <a:pt x="1058188" y="280743"/>
                  </a:lnTo>
                  <a:lnTo>
                    <a:pt x="1091730" y="265491"/>
                  </a:lnTo>
                  <a:lnTo>
                    <a:pt x="1124879" y="258958"/>
                  </a:lnTo>
                  <a:lnTo>
                    <a:pt x="1162590" y="252679"/>
                  </a:lnTo>
                  <a:lnTo>
                    <a:pt x="1180600" y="244048"/>
                  </a:lnTo>
                  <a:lnTo>
                    <a:pt x="1212312" y="200923"/>
                  </a:lnTo>
                  <a:lnTo>
                    <a:pt x="1247024" y="167330"/>
                  </a:lnTo>
                  <a:lnTo>
                    <a:pt x="1366830" y="113210"/>
                  </a:lnTo>
                  <a:lnTo>
                    <a:pt x="1372181" y="128462"/>
                  </a:lnTo>
                  <a:lnTo>
                    <a:pt x="1357552" y="202448"/>
                  </a:lnTo>
                  <a:lnTo>
                    <a:pt x="1403880" y="243743"/>
                  </a:lnTo>
                  <a:lnTo>
                    <a:pt x="1400372" y="267410"/>
                  </a:lnTo>
                  <a:lnTo>
                    <a:pt x="1404681" y="268846"/>
                  </a:lnTo>
                  <a:lnTo>
                    <a:pt x="1403232" y="283221"/>
                  </a:lnTo>
                  <a:lnTo>
                    <a:pt x="1396877" y="306354"/>
                  </a:lnTo>
                  <a:lnTo>
                    <a:pt x="1438503" y="309354"/>
                  </a:lnTo>
                  <a:lnTo>
                    <a:pt x="1432249" y="326741"/>
                  </a:lnTo>
                  <a:lnTo>
                    <a:pt x="1416057" y="340074"/>
                  </a:lnTo>
                  <a:lnTo>
                    <a:pt x="1403664" y="344256"/>
                  </a:lnTo>
                  <a:lnTo>
                    <a:pt x="1386061" y="364783"/>
                  </a:lnTo>
                  <a:lnTo>
                    <a:pt x="1375892" y="366613"/>
                  </a:lnTo>
                  <a:lnTo>
                    <a:pt x="1355264" y="378637"/>
                  </a:lnTo>
                  <a:lnTo>
                    <a:pt x="1327301" y="413145"/>
                  </a:lnTo>
                  <a:lnTo>
                    <a:pt x="1313320" y="417594"/>
                  </a:lnTo>
                  <a:lnTo>
                    <a:pt x="1304969" y="426351"/>
                  </a:lnTo>
                  <a:lnTo>
                    <a:pt x="1296072" y="429351"/>
                  </a:lnTo>
                  <a:lnTo>
                    <a:pt x="1287175" y="446217"/>
                  </a:lnTo>
                  <a:lnTo>
                    <a:pt x="1277770" y="451174"/>
                  </a:lnTo>
                  <a:lnTo>
                    <a:pt x="1273080" y="457707"/>
                  </a:lnTo>
                  <a:lnTo>
                    <a:pt x="1260674" y="460719"/>
                  </a:lnTo>
                  <a:lnTo>
                    <a:pt x="1239792" y="472222"/>
                  </a:lnTo>
                  <a:lnTo>
                    <a:pt x="1189675" y="512742"/>
                  </a:lnTo>
                  <a:lnTo>
                    <a:pt x="1190603" y="529202"/>
                  </a:lnTo>
                  <a:lnTo>
                    <a:pt x="1192039" y="538099"/>
                  </a:lnTo>
                  <a:lnTo>
                    <a:pt x="1203771" y="550670"/>
                  </a:lnTo>
                  <a:lnTo>
                    <a:pt x="1214079" y="561638"/>
                  </a:lnTo>
                  <a:lnTo>
                    <a:pt x="1238012" y="559567"/>
                  </a:lnTo>
                  <a:lnTo>
                    <a:pt x="1244812" y="554737"/>
                  </a:lnTo>
                  <a:lnTo>
                    <a:pt x="1258374" y="554203"/>
                  </a:lnTo>
                  <a:lnTo>
                    <a:pt x="1268949" y="544035"/>
                  </a:lnTo>
                  <a:lnTo>
                    <a:pt x="1356916" y="499981"/>
                  </a:lnTo>
                  <a:lnTo>
                    <a:pt x="1384701" y="498024"/>
                  </a:lnTo>
                  <a:lnTo>
                    <a:pt x="1395390" y="502193"/>
                  </a:lnTo>
                  <a:lnTo>
                    <a:pt x="1405062" y="498799"/>
                  </a:lnTo>
                  <a:lnTo>
                    <a:pt x="1422539" y="511992"/>
                  </a:lnTo>
                  <a:lnTo>
                    <a:pt x="1440435" y="510823"/>
                  </a:lnTo>
                  <a:lnTo>
                    <a:pt x="1458051" y="493308"/>
                  </a:lnTo>
                  <a:lnTo>
                    <a:pt x="1477625" y="512539"/>
                  </a:lnTo>
                  <a:lnTo>
                    <a:pt x="1492496" y="518411"/>
                  </a:lnTo>
                  <a:lnTo>
                    <a:pt x="1471359" y="545344"/>
                  </a:lnTo>
                  <a:lnTo>
                    <a:pt x="1480091" y="555143"/>
                  </a:lnTo>
                  <a:lnTo>
                    <a:pt x="1490932" y="544823"/>
                  </a:lnTo>
                  <a:lnTo>
                    <a:pt x="1520547" y="571730"/>
                  </a:lnTo>
                  <a:lnTo>
                    <a:pt x="1553835" y="583627"/>
                  </a:lnTo>
                  <a:lnTo>
                    <a:pt x="1560101" y="589118"/>
                  </a:lnTo>
                  <a:lnTo>
                    <a:pt x="1576142" y="601015"/>
                  </a:lnTo>
                  <a:lnTo>
                    <a:pt x="1612556" y="584809"/>
                  </a:lnTo>
                  <a:lnTo>
                    <a:pt x="1633299" y="564282"/>
                  </a:lnTo>
                  <a:lnTo>
                    <a:pt x="1655352" y="568095"/>
                  </a:lnTo>
                  <a:lnTo>
                    <a:pt x="1681865" y="593185"/>
                  </a:lnTo>
                  <a:lnTo>
                    <a:pt x="1740180" y="571235"/>
                  </a:lnTo>
                  <a:lnTo>
                    <a:pt x="1751415" y="582674"/>
                  </a:lnTo>
                  <a:lnTo>
                    <a:pt x="1763681" y="563608"/>
                  </a:lnTo>
                  <a:lnTo>
                    <a:pt x="1772730" y="534146"/>
                  </a:lnTo>
                  <a:lnTo>
                    <a:pt x="1782390" y="527486"/>
                  </a:lnTo>
                  <a:lnTo>
                    <a:pt x="1793829" y="505129"/>
                  </a:lnTo>
                  <a:lnTo>
                    <a:pt x="1744895" y="492063"/>
                  </a:lnTo>
                  <a:lnTo>
                    <a:pt x="1740840" y="450882"/>
                  </a:lnTo>
                  <a:lnTo>
                    <a:pt x="1745658" y="418877"/>
                  </a:lnTo>
                  <a:lnTo>
                    <a:pt x="1769807" y="381764"/>
                  </a:lnTo>
                  <a:lnTo>
                    <a:pt x="1791872" y="361745"/>
                  </a:lnTo>
                  <a:lnTo>
                    <a:pt x="1765765" y="337036"/>
                  </a:lnTo>
                  <a:lnTo>
                    <a:pt x="1773595" y="309722"/>
                  </a:lnTo>
                  <a:lnTo>
                    <a:pt x="1752979" y="282268"/>
                  </a:lnTo>
                  <a:lnTo>
                    <a:pt x="1712903" y="261614"/>
                  </a:lnTo>
                  <a:lnTo>
                    <a:pt x="1734841" y="242015"/>
                  </a:lnTo>
                  <a:lnTo>
                    <a:pt x="1734841" y="233118"/>
                  </a:lnTo>
                  <a:lnTo>
                    <a:pt x="1778158" y="206846"/>
                  </a:lnTo>
                  <a:lnTo>
                    <a:pt x="1784170" y="246311"/>
                  </a:lnTo>
                  <a:lnTo>
                    <a:pt x="1810009" y="255488"/>
                  </a:lnTo>
                  <a:lnTo>
                    <a:pt x="1851368" y="325788"/>
                  </a:lnTo>
                  <a:lnTo>
                    <a:pt x="1871082" y="320170"/>
                  </a:lnTo>
                  <a:lnTo>
                    <a:pt x="1857901" y="271947"/>
                  </a:lnTo>
                  <a:lnTo>
                    <a:pt x="1881657" y="262923"/>
                  </a:lnTo>
                  <a:lnTo>
                    <a:pt x="1908920" y="299516"/>
                  </a:lnTo>
                  <a:lnTo>
                    <a:pt x="1912454" y="304231"/>
                  </a:lnTo>
                  <a:lnTo>
                    <a:pt x="1897201" y="322661"/>
                  </a:lnTo>
                  <a:lnTo>
                    <a:pt x="1878797" y="368011"/>
                  </a:lnTo>
                  <a:lnTo>
                    <a:pt x="1904027" y="401960"/>
                  </a:lnTo>
                  <a:lnTo>
                    <a:pt x="1918631" y="432287"/>
                  </a:lnTo>
                  <a:lnTo>
                    <a:pt x="1891367" y="454631"/>
                  </a:lnTo>
                  <a:lnTo>
                    <a:pt x="1863049" y="438693"/>
                  </a:lnTo>
                  <a:lnTo>
                    <a:pt x="1848699" y="465219"/>
                  </a:lnTo>
                  <a:lnTo>
                    <a:pt x="1861753" y="506654"/>
                  </a:lnTo>
                  <a:lnTo>
                    <a:pt x="1848572" y="552017"/>
                  </a:lnTo>
                  <a:lnTo>
                    <a:pt x="1808497" y="577628"/>
                  </a:lnTo>
                  <a:lnTo>
                    <a:pt x="1787881" y="619457"/>
                  </a:lnTo>
                  <a:lnTo>
                    <a:pt x="1758012" y="633184"/>
                  </a:lnTo>
                  <a:lnTo>
                    <a:pt x="1749903" y="661541"/>
                  </a:lnTo>
                  <a:lnTo>
                    <a:pt x="1772781" y="666510"/>
                  </a:lnTo>
                  <a:lnTo>
                    <a:pt x="1791186" y="659965"/>
                  </a:lnTo>
                  <a:lnTo>
                    <a:pt x="1812793" y="685855"/>
                  </a:lnTo>
                  <a:lnTo>
                    <a:pt x="1802358" y="717872"/>
                  </a:lnTo>
                  <a:lnTo>
                    <a:pt x="1800413" y="728473"/>
                  </a:lnTo>
                  <a:lnTo>
                    <a:pt x="1775997" y="755393"/>
                  </a:lnTo>
                  <a:lnTo>
                    <a:pt x="1767519" y="749368"/>
                  </a:lnTo>
                  <a:lnTo>
                    <a:pt x="1723402" y="795519"/>
                  </a:lnTo>
                  <a:lnTo>
                    <a:pt x="1711658" y="812627"/>
                  </a:lnTo>
                  <a:lnTo>
                    <a:pt x="1713996" y="820482"/>
                  </a:lnTo>
                  <a:lnTo>
                    <a:pt x="1695745" y="846487"/>
                  </a:lnTo>
                  <a:lnTo>
                    <a:pt x="1680327" y="858790"/>
                  </a:lnTo>
                  <a:lnTo>
                    <a:pt x="1654360" y="889498"/>
                  </a:lnTo>
                  <a:lnTo>
                    <a:pt x="1669117" y="899170"/>
                  </a:lnTo>
                  <a:lnTo>
                    <a:pt x="1661148" y="936666"/>
                  </a:lnTo>
                  <a:lnTo>
                    <a:pt x="1631266" y="952312"/>
                  </a:lnTo>
                  <a:lnTo>
                    <a:pt x="1623830" y="948270"/>
                  </a:lnTo>
                  <a:lnTo>
                    <a:pt x="1611819" y="936246"/>
                  </a:lnTo>
                  <a:lnTo>
                    <a:pt x="1578773" y="937682"/>
                  </a:lnTo>
                  <a:lnTo>
                    <a:pt x="1558945" y="972966"/>
                  </a:lnTo>
                  <a:lnTo>
                    <a:pt x="1530881" y="973869"/>
                  </a:lnTo>
                  <a:lnTo>
                    <a:pt x="1528262" y="983948"/>
                  </a:lnTo>
                  <a:lnTo>
                    <a:pt x="1515489" y="1002771"/>
                  </a:lnTo>
                  <a:lnTo>
                    <a:pt x="1527080" y="1094005"/>
                  </a:lnTo>
                  <a:lnTo>
                    <a:pt x="1516658" y="1117646"/>
                  </a:lnTo>
                  <a:lnTo>
                    <a:pt x="1522009" y="1138694"/>
                  </a:lnTo>
                  <a:lnTo>
                    <a:pt x="1517954" y="1166276"/>
                  </a:lnTo>
                  <a:lnTo>
                    <a:pt x="1508816" y="1190577"/>
                  </a:lnTo>
                  <a:lnTo>
                    <a:pt x="1518082" y="1194251"/>
                  </a:lnTo>
                  <a:lnTo>
                    <a:pt x="1546527" y="1181947"/>
                  </a:lnTo>
                  <a:lnTo>
                    <a:pt x="1544849" y="1173469"/>
                  </a:lnTo>
                  <a:lnTo>
                    <a:pt x="1548662" y="1159997"/>
                  </a:lnTo>
                  <a:lnTo>
                    <a:pt x="1562504" y="1165360"/>
                  </a:lnTo>
                  <a:lnTo>
                    <a:pt x="1571896" y="1185226"/>
                  </a:lnTo>
                  <a:lnTo>
                    <a:pt x="1581683" y="1188239"/>
                  </a:lnTo>
                  <a:lnTo>
                    <a:pt x="1590822" y="1190984"/>
                  </a:lnTo>
                  <a:lnTo>
                    <a:pt x="1603075" y="1176863"/>
                  </a:lnTo>
                  <a:lnTo>
                    <a:pt x="1606468" y="1170978"/>
                  </a:lnTo>
                  <a:lnTo>
                    <a:pt x="1627745" y="1171372"/>
                  </a:lnTo>
                  <a:lnTo>
                    <a:pt x="1650623" y="1182875"/>
                  </a:lnTo>
                  <a:lnTo>
                    <a:pt x="1653165" y="1188760"/>
                  </a:lnTo>
                  <a:lnTo>
                    <a:pt x="1666753" y="1208626"/>
                  </a:lnTo>
                  <a:lnTo>
                    <a:pt x="1696494" y="1228962"/>
                  </a:lnTo>
                  <a:lnTo>
                    <a:pt x="1720644" y="1205957"/>
                  </a:lnTo>
                  <a:lnTo>
                    <a:pt x="1729376" y="1233665"/>
                  </a:lnTo>
                  <a:lnTo>
                    <a:pt x="1712560" y="1241507"/>
                  </a:lnTo>
                  <a:lnTo>
                    <a:pt x="1707858" y="1244647"/>
                  </a:lnTo>
                  <a:lnTo>
                    <a:pt x="1698465" y="1246744"/>
                  </a:lnTo>
                  <a:lnTo>
                    <a:pt x="1659190" y="1291954"/>
                  </a:lnTo>
                  <a:lnTo>
                    <a:pt x="1656305" y="1295093"/>
                  </a:lnTo>
                  <a:lnTo>
                    <a:pt x="1651869" y="1307651"/>
                  </a:lnTo>
                  <a:lnTo>
                    <a:pt x="1654220" y="1313523"/>
                  </a:lnTo>
                  <a:lnTo>
                    <a:pt x="1648221" y="1327771"/>
                  </a:lnTo>
                  <a:lnTo>
                    <a:pt x="1643518" y="1325420"/>
                  </a:lnTo>
                  <a:lnTo>
                    <a:pt x="1638155" y="1321899"/>
                  </a:lnTo>
                  <a:lnTo>
                    <a:pt x="1641167" y="1309481"/>
                  </a:lnTo>
                  <a:lnTo>
                    <a:pt x="1634647" y="1307651"/>
                  </a:lnTo>
                  <a:lnTo>
                    <a:pt x="1632943" y="1294051"/>
                  </a:lnTo>
                  <a:lnTo>
                    <a:pt x="1623297" y="1292996"/>
                  </a:lnTo>
                  <a:lnTo>
                    <a:pt x="1584784" y="1303164"/>
                  </a:lnTo>
                  <a:lnTo>
                    <a:pt x="1567842" y="1292691"/>
                  </a:lnTo>
                  <a:lnTo>
                    <a:pt x="1543959" y="1337787"/>
                  </a:lnTo>
                  <a:lnTo>
                    <a:pt x="1568350" y="1379222"/>
                  </a:lnTo>
                  <a:lnTo>
                    <a:pt x="1580095" y="1378320"/>
                  </a:lnTo>
                  <a:lnTo>
                    <a:pt x="1585179" y="1400397"/>
                  </a:lnTo>
                  <a:lnTo>
                    <a:pt x="1599783" y="1398046"/>
                  </a:lnTo>
                  <a:lnTo>
                    <a:pt x="1616624" y="1434626"/>
                  </a:lnTo>
                  <a:lnTo>
                    <a:pt x="1637240" y="1436088"/>
                  </a:lnTo>
                  <a:lnTo>
                    <a:pt x="1685907" y="1378701"/>
                  </a:lnTo>
                  <a:lnTo>
                    <a:pt x="1700130" y="1348908"/>
                  </a:lnTo>
                  <a:lnTo>
                    <a:pt x="1719195" y="1357259"/>
                  </a:lnTo>
                  <a:lnTo>
                    <a:pt x="1714619" y="1393470"/>
                  </a:lnTo>
                  <a:lnTo>
                    <a:pt x="1731575" y="1398046"/>
                  </a:lnTo>
                  <a:lnTo>
                    <a:pt x="1747386" y="1377392"/>
                  </a:lnTo>
                  <a:lnTo>
                    <a:pt x="1793829" y="1389797"/>
                  </a:lnTo>
                  <a:lnTo>
                    <a:pt x="1831960" y="1408367"/>
                  </a:lnTo>
                  <a:lnTo>
                    <a:pt x="1845153" y="1413070"/>
                  </a:lnTo>
                  <a:lnTo>
                    <a:pt x="1856363" y="1417264"/>
                  </a:lnTo>
                  <a:lnTo>
                    <a:pt x="1850224" y="1429415"/>
                  </a:lnTo>
                  <a:lnTo>
                    <a:pt x="1858334" y="1440396"/>
                  </a:lnTo>
                  <a:lnTo>
                    <a:pt x="1863278" y="1450844"/>
                  </a:lnTo>
                  <a:lnTo>
                    <a:pt x="1897481" y="1493449"/>
                  </a:lnTo>
                  <a:lnTo>
                    <a:pt x="1886906" y="1524691"/>
                  </a:lnTo>
                  <a:lnTo>
                    <a:pt x="1894863" y="1602464"/>
                  </a:lnTo>
                  <a:lnTo>
                    <a:pt x="1964413" y="1575010"/>
                  </a:lnTo>
                  <a:lnTo>
                    <a:pt x="1974988" y="1555805"/>
                  </a:lnTo>
                  <a:lnTo>
                    <a:pt x="1991969" y="1525084"/>
                  </a:lnTo>
                  <a:lnTo>
                    <a:pt x="2009572" y="1493309"/>
                  </a:lnTo>
                  <a:lnTo>
                    <a:pt x="2057604" y="1459334"/>
                  </a:lnTo>
                  <a:lnTo>
                    <a:pt x="2142674" y="1459334"/>
                  </a:lnTo>
                  <a:lnTo>
                    <a:pt x="2155727" y="1434359"/>
                  </a:lnTo>
                  <a:lnTo>
                    <a:pt x="2212109" y="1402583"/>
                  </a:lnTo>
                  <a:lnTo>
                    <a:pt x="2226459" y="1357628"/>
                  </a:lnTo>
                  <a:lnTo>
                    <a:pt x="2281011" y="1321683"/>
                  </a:lnTo>
                  <a:lnTo>
                    <a:pt x="2318850" y="1295538"/>
                  </a:lnTo>
                  <a:lnTo>
                    <a:pt x="2331128" y="1328725"/>
                  </a:lnTo>
                  <a:lnTo>
                    <a:pt x="2364797" y="1315925"/>
                  </a:lnTo>
                  <a:lnTo>
                    <a:pt x="2382935" y="1285205"/>
                  </a:lnTo>
                  <a:lnTo>
                    <a:pt x="2416223" y="1263369"/>
                  </a:lnTo>
                  <a:lnTo>
                    <a:pt x="2435123" y="1333961"/>
                  </a:lnTo>
                  <a:lnTo>
                    <a:pt x="2441402" y="1357361"/>
                  </a:lnTo>
                  <a:lnTo>
                    <a:pt x="2422603" y="1393903"/>
                  </a:lnTo>
                  <a:lnTo>
                    <a:pt x="2389442" y="1458725"/>
                  </a:lnTo>
                  <a:lnTo>
                    <a:pt x="2392582" y="1477281"/>
                  </a:lnTo>
                  <a:lnTo>
                    <a:pt x="2406296" y="1557152"/>
                  </a:lnTo>
                  <a:lnTo>
                    <a:pt x="2385794" y="1592563"/>
                  </a:lnTo>
                  <a:lnTo>
                    <a:pt x="2329552" y="1599884"/>
                  </a:lnTo>
                  <a:lnTo>
                    <a:pt x="2362166" y="1676603"/>
                  </a:lnTo>
                  <a:lnTo>
                    <a:pt x="2325904" y="1780522"/>
                  </a:lnTo>
                  <a:lnTo>
                    <a:pt x="2355519" y="1815017"/>
                  </a:lnTo>
                  <a:lnTo>
                    <a:pt x="2360221" y="1839166"/>
                  </a:lnTo>
                  <a:lnTo>
                    <a:pt x="2366221" y="1869874"/>
                  </a:lnTo>
                  <a:lnTo>
                    <a:pt x="2379020" y="1935230"/>
                  </a:lnTo>
                  <a:lnTo>
                    <a:pt x="2339339" y="1977695"/>
                  </a:lnTo>
                  <a:lnTo>
                    <a:pt x="2325777" y="2006191"/>
                  </a:lnTo>
                  <a:lnTo>
                    <a:pt x="2353828" y="2068802"/>
                  </a:lnTo>
                  <a:lnTo>
                    <a:pt x="2269941" y="2133497"/>
                  </a:lnTo>
                  <a:lnTo>
                    <a:pt x="2227921" y="2194277"/>
                  </a:lnTo>
                  <a:lnTo>
                    <a:pt x="2186422" y="2202767"/>
                  </a:lnTo>
                  <a:lnTo>
                    <a:pt x="2164103" y="2264462"/>
                  </a:lnTo>
                  <a:lnTo>
                    <a:pt x="2106818" y="2308516"/>
                  </a:lnTo>
                  <a:lnTo>
                    <a:pt x="2080127" y="2314871"/>
                  </a:lnTo>
                  <a:lnTo>
                    <a:pt x="2071382" y="2309914"/>
                  </a:lnTo>
                  <a:lnTo>
                    <a:pt x="1992172" y="2351349"/>
                  </a:lnTo>
                  <a:lnTo>
                    <a:pt x="1982385" y="2331216"/>
                  </a:lnTo>
                  <a:lnTo>
                    <a:pt x="1968811" y="2311744"/>
                  </a:lnTo>
                  <a:lnTo>
                    <a:pt x="1953406" y="2299848"/>
                  </a:lnTo>
                  <a:lnTo>
                    <a:pt x="1949885" y="2291599"/>
                  </a:lnTo>
                  <a:lnTo>
                    <a:pt x="1947013" y="2256709"/>
                  </a:lnTo>
                  <a:lnTo>
                    <a:pt x="1941929" y="2247037"/>
                  </a:lnTo>
                  <a:lnTo>
                    <a:pt x="1933438" y="2240771"/>
                  </a:lnTo>
                  <a:lnTo>
                    <a:pt x="1929790" y="2231352"/>
                  </a:lnTo>
                  <a:lnTo>
                    <a:pt x="1931061" y="2224832"/>
                  </a:lnTo>
                  <a:lnTo>
                    <a:pt x="1928049" y="2219468"/>
                  </a:lnTo>
                  <a:lnTo>
                    <a:pt x="1920423" y="2211753"/>
                  </a:lnTo>
                  <a:lnTo>
                    <a:pt x="1914805" y="2203250"/>
                  </a:lnTo>
                  <a:lnTo>
                    <a:pt x="1903366" y="2177512"/>
                  </a:lnTo>
                  <a:lnTo>
                    <a:pt x="1903900" y="2165615"/>
                  </a:lnTo>
                  <a:lnTo>
                    <a:pt x="1899591" y="2155536"/>
                  </a:lnTo>
                  <a:lnTo>
                    <a:pt x="1882496" y="2141555"/>
                  </a:lnTo>
                  <a:lnTo>
                    <a:pt x="1863964" y="2121295"/>
                  </a:lnTo>
                  <a:lnTo>
                    <a:pt x="1854965" y="2111877"/>
                  </a:lnTo>
                  <a:lnTo>
                    <a:pt x="1850784" y="2099471"/>
                  </a:lnTo>
                  <a:lnTo>
                    <a:pt x="1846221" y="2073326"/>
                  </a:lnTo>
                  <a:lnTo>
                    <a:pt x="1841912" y="2060387"/>
                  </a:lnTo>
                  <a:close/>
                </a:path>
              </a:pathLst>
            </a:custGeom>
            <a:solidFill>
              <a:srgbClr val="FFFFFF"/>
            </a:solidFill>
            <a:ln w="12700" cap="flat">
              <a:noFill/>
              <a:prstDash val="solid"/>
              <a:miter/>
            </a:ln>
          </p:spPr>
          <p:txBody>
            <a:bodyPr rtlCol="0" anchor="ctr"/>
            <a:lstStyle/>
            <a:p>
              <a:endParaRPr lang="de-CH"/>
            </a:p>
          </p:txBody>
        </p:sp>
        <p:sp>
          <p:nvSpPr>
            <p:cNvPr id="125" name="Freihandform: Form 124">
              <a:extLst>
                <a:ext uri="{FF2B5EF4-FFF2-40B4-BE49-F238E27FC236}">
                  <a16:creationId xmlns:a16="http://schemas.microsoft.com/office/drawing/2014/main" id="{C9A25CCD-75D7-9F31-C456-B5CEB3F5BA7C}"/>
                </a:ext>
              </a:extLst>
            </p:cNvPr>
            <p:cNvSpPr/>
            <p:nvPr/>
          </p:nvSpPr>
          <p:spPr>
            <a:xfrm>
              <a:off x="1698023" y="2982389"/>
              <a:ext cx="2441401" cy="2351349"/>
            </a:xfrm>
            <a:custGeom>
              <a:avLst/>
              <a:gdLst>
                <a:gd name="connsiteX0" fmla="*/ 402342 w 2441401"/>
                <a:gd name="connsiteY0" fmla="*/ 1060603 h 2351349"/>
                <a:gd name="connsiteX1" fmla="*/ 409269 w 2441401"/>
                <a:gd name="connsiteY1" fmla="*/ 1054985 h 2351349"/>
                <a:gd name="connsiteX2" fmla="*/ 413425 w 2441401"/>
                <a:gd name="connsiteY2" fmla="*/ 1048630 h 2351349"/>
                <a:gd name="connsiteX3" fmla="*/ 420619 w 2441401"/>
                <a:gd name="connsiteY3" fmla="*/ 1048096 h 2351349"/>
                <a:gd name="connsiteX4" fmla="*/ 423491 w 2441401"/>
                <a:gd name="connsiteY4" fmla="*/ 1040915 h 2351349"/>
                <a:gd name="connsiteX5" fmla="*/ 435236 w 2441401"/>
                <a:gd name="connsiteY5" fmla="*/ 1033835 h 2351349"/>
                <a:gd name="connsiteX6" fmla="*/ 448670 w 2441401"/>
                <a:gd name="connsiteY6" fmla="*/ 1029793 h 2351349"/>
                <a:gd name="connsiteX7" fmla="*/ 523190 w 2441401"/>
                <a:gd name="connsiteY7" fmla="*/ 964183 h 2351349"/>
                <a:gd name="connsiteX8" fmla="*/ 542370 w 2441401"/>
                <a:gd name="connsiteY8" fmla="*/ 952820 h 2351349"/>
                <a:gd name="connsiteX9" fmla="*/ 546424 w 2441401"/>
                <a:gd name="connsiteY9" fmla="*/ 944978 h 2351349"/>
                <a:gd name="connsiteX10" fmla="*/ 545242 w 2441401"/>
                <a:gd name="connsiteY10" fmla="*/ 931912 h 2351349"/>
                <a:gd name="connsiteX11" fmla="*/ 559071 w 2441401"/>
                <a:gd name="connsiteY11" fmla="*/ 912427 h 2351349"/>
                <a:gd name="connsiteX12" fmla="*/ 556732 w 2441401"/>
                <a:gd name="connsiteY12" fmla="*/ 906936 h 2351349"/>
                <a:gd name="connsiteX13" fmla="*/ 549551 w 2441401"/>
                <a:gd name="connsiteY13" fmla="*/ 906021 h 2351349"/>
                <a:gd name="connsiteX14" fmla="*/ 538455 w 2441401"/>
                <a:gd name="connsiteY14" fmla="*/ 920003 h 2351349"/>
                <a:gd name="connsiteX15" fmla="*/ 467214 w 2441401"/>
                <a:gd name="connsiteY15" fmla="*/ 971110 h 2351349"/>
                <a:gd name="connsiteX16" fmla="*/ 404934 w 2441401"/>
                <a:gd name="connsiteY16" fmla="*/ 1021544 h 2351349"/>
                <a:gd name="connsiteX17" fmla="*/ 385755 w 2441401"/>
                <a:gd name="connsiteY17" fmla="*/ 1049266 h 2351349"/>
                <a:gd name="connsiteX18" fmla="*/ 375434 w 2441401"/>
                <a:gd name="connsiteY18" fmla="*/ 1056446 h 2351349"/>
                <a:gd name="connsiteX19" fmla="*/ 374926 w 2441401"/>
                <a:gd name="connsiteY19" fmla="*/ 1066615 h 2351349"/>
                <a:gd name="connsiteX20" fmla="*/ 380531 w 2441401"/>
                <a:gd name="connsiteY20" fmla="*/ 1070796 h 2351349"/>
                <a:gd name="connsiteX21" fmla="*/ 393317 w 2441401"/>
                <a:gd name="connsiteY21" fmla="*/ 1059357 h 2351349"/>
                <a:gd name="connsiteX22" fmla="*/ 398134 w 2441401"/>
                <a:gd name="connsiteY22" fmla="*/ 1062878 h 2351349"/>
                <a:gd name="connsiteX23" fmla="*/ 242091 w 2441401"/>
                <a:gd name="connsiteY23" fmla="*/ 1868972 h 2351349"/>
                <a:gd name="connsiteX24" fmla="*/ 217548 w 2441401"/>
                <a:gd name="connsiteY24" fmla="*/ 1849093 h 2351349"/>
                <a:gd name="connsiteX25" fmla="*/ 208282 w 2441401"/>
                <a:gd name="connsiteY25" fmla="*/ 1857736 h 2351349"/>
                <a:gd name="connsiteX26" fmla="*/ 207011 w 2441401"/>
                <a:gd name="connsiteY26" fmla="*/ 1878390 h 2351349"/>
                <a:gd name="connsiteX27" fmla="*/ 1463059 w 2441401"/>
                <a:gd name="connsiteY27" fmla="*/ 756575 h 2351349"/>
                <a:gd name="connsiteX28" fmla="*/ 1491504 w 2441401"/>
                <a:gd name="connsiteY28" fmla="*/ 712661 h 2351349"/>
                <a:gd name="connsiteX29" fmla="*/ 1495546 w 2441401"/>
                <a:gd name="connsiteY29" fmla="*/ 676323 h 2351349"/>
                <a:gd name="connsiteX30" fmla="*/ 1468664 w 2441401"/>
                <a:gd name="connsiteY30" fmla="*/ 664960 h 2351349"/>
                <a:gd name="connsiteX31" fmla="*/ 1418281 w 2441401"/>
                <a:gd name="connsiteY31" fmla="*/ 722854 h 2351349"/>
                <a:gd name="connsiteX32" fmla="*/ 1438401 w 2441401"/>
                <a:gd name="connsiteY32" fmla="*/ 752393 h 2351349"/>
                <a:gd name="connsiteX33" fmla="*/ 1602871 w 2441401"/>
                <a:gd name="connsiteY33" fmla="*/ 722461 h 2351349"/>
                <a:gd name="connsiteX34" fmla="*/ 1629232 w 2441401"/>
                <a:gd name="connsiteY34" fmla="*/ 740623 h 2351349"/>
                <a:gd name="connsiteX35" fmla="*/ 1650509 w 2441401"/>
                <a:gd name="connsiteY35" fmla="*/ 746775 h 2351349"/>
                <a:gd name="connsiteX36" fmla="*/ 1658466 w 2441401"/>
                <a:gd name="connsiteY36" fmla="*/ 736060 h 2351349"/>
                <a:gd name="connsiteX37" fmla="*/ 1654157 w 2441401"/>
                <a:gd name="connsiteY37" fmla="*/ 729782 h 2351349"/>
                <a:gd name="connsiteX38" fmla="*/ 1659635 w 2441401"/>
                <a:gd name="connsiteY38" fmla="*/ 721813 h 2351349"/>
                <a:gd name="connsiteX39" fmla="*/ 1691754 w 2441401"/>
                <a:gd name="connsiteY39" fmla="*/ 671620 h 2351349"/>
                <a:gd name="connsiteX40" fmla="*/ 1672307 w 2441401"/>
                <a:gd name="connsiteY40" fmla="*/ 648093 h 2351349"/>
                <a:gd name="connsiteX41" fmla="*/ 1662762 w 2441401"/>
                <a:gd name="connsiteY41" fmla="*/ 640251 h 2351349"/>
                <a:gd name="connsiteX42" fmla="*/ 1652988 w 2441401"/>
                <a:gd name="connsiteY42" fmla="*/ 631240 h 2351349"/>
                <a:gd name="connsiteX43" fmla="*/ 1630935 w 2441401"/>
                <a:gd name="connsiteY43" fmla="*/ 597519 h 2351349"/>
                <a:gd name="connsiteX44" fmla="*/ 1618924 w 2441401"/>
                <a:gd name="connsiteY44" fmla="*/ 607052 h 2351349"/>
                <a:gd name="connsiteX45" fmla="*/ 1600126 w 2441401"/>
                <a:gd name="connsiteY45" fmla="*/ 636730 h 2351349"/>
                <a:gd name="connsiteX46" fmla="*/ 1583425 w 2441401"/>
                <a:gd name="connsiteY46" fmla="*/ 660880 h 2351349"/>
                <a:gd name="connsiteX47" fmla="*/ 1555627 w 2441401"/>
                <a:gd name="connsiteY47" fmla="*/ 705569 h 2351349"/>
                <a:gd name="connsiteX48" fmla="*/ 1510354 w 2441401"/>
                <a:gd name="connsiteY48" fmla="*/ 711924 h 2351349"/>
                <a:gd name="connsiteX49" fmla="*/ 1498342 w 2441401"/>
                <a:gd name="connsiteY49" fmla="*/ 730989 h 2351349"/>
                <a:gd name="connsiteX50" fmla="*/ 1509044 w 2441401"/>
                <a:gd name="connsiteY50" fmla="*/ 742238 h 2351349"/>
                <a:gd name="connsiteX51" fmla="*/ 1535927 w 2441401"/>
                <a:gd name="connsiteY51" fmla="*/ 738323 h 2351349"/>
                <a:gd name="connsiteX52" fmla="*/ 1546489 w 2441401"/>
                <a:gd name="connsiteY52" fmla="*/ 735705 h 2351349"/>
                <a:gd name="connsiteX53" fmla="*/ 1558894 w 2441401"/>
                <a:gd name="connsiteY53" fmla="*/ 719753 h 2351349"/>
                <a:gd name="connsiteX54" fmla="*/ 1581213 w 2441401"/>
                <a:gd name="connsiteY54" fmla="*/ 713475 h 2351349"/>
                <a:gd name="connsiteX55" fmla="*/ 2017999 w 2441401"/>
                <a:gd name="connsiteY55" fmla="*/ 196385 h 2351349"/>
                <a:gd name="connsiteX56" fmla="*/ 2033124 w 2441401"/>
                <a:gd name="connsiteY56" fmla="*/ 207825 h 2351349"/>
                <a:gd name="connsiteX57" fmla="*/ 2047360 w 2441401"/>
                <a:gd name="connsiteY57" fmla="*/ 210964 h 2351349"/>
                <a:gd name="connsiteX58" fmla="*/ 2067988 w 2441401"/>
                <a:gd name="connsiteY58" fmla="*/ 210417 h 2351349"/>
                <a:gd name="connsiteX59" fmla="*/ 2108038 w 2441401"/>
                <a:gd name="connsiteY59" fmla="*/ 187692 h 2351349"/>
                <a:gd name="connsiteX60" fmla="*/ 2119478 w 2441401"/>
                <a:gd name="connsiteY60" fmla="*/ 203109 h 2351349"/>
                <a:gd name="connsiteX61" fmla="*/ 2121956 w 2441401"/>
                <a:gd name="connsiteY61" fmla="*/ 215006 h 2351349"/>
                <a:gd name="connsiteX62" fmla="*/ 2105433 w 2441401"/>
                <a:gd name="connsiteY62" fmla="*/ 237757 h 2351349"/>
                <a:gd name="connsiteX63" fmla="*/ 2087295 w 2441401"/>
                <a:gd name="connsiteY63" fmla="*/ 240299 h 2351349"/>
                <a:gd name="connsiteX64" fmla="*/ 2061455 w 2441401"/>
                <a:gd name="connsiteY64" fmla="*/ 286564 h 2351349"/>
                <a:gd name="connsiteX65" fmla="*/ 2071369 w 2441401"/>
                <a:gd name="connsiteY65" fmla="*/ 319509 h 2351349"/>
                <a:gd name="connsiteX66" fmla="*/ 2057935 w 2441401"/>
                <a:gd name="connsiteY66" fmla="*/ 334532 h 2351349"/>
                <a:gd name="connsiteX67" fmla="*/ 2054122 w 2441401"/>
                <a:gd name="connsiteY67" fmla="*/ 337926 h 2351349"/>
                <a:gd name="connsiteX68" fmla="*/ 2051643 w 2441401"/>
                <a:gd name="connsiteY68" fmla="*/ 342108 h 2351349"/>
                <a:gd name="connsiteX69" fmla="*/ 2037281 w 2441401"/>
                <a:gd name="connsiteY69" fmla="*/ 361173 h 2351349"/>
                <a:gd name="connsiteX70" fmla="*/ 2006357 w 2441401"/>
                <a:gd name="connsiteY70" fmla="*/ 384293 h 2351349"/>
                <a:gd name="connsiteX71" fmla="*/ 1995388 w 2441401"/>
                <a:gd name="connsiteY71" fmla="*/ 366778 h 2351349"/>
                <a:gd name="connsiteX72" fmla="*/ 2014720 w 2441401"/>
                <a:gd name="connsiteY72" fmla="*/ 346912 h 2351349"/>
                <a:gd name="connsiteX73" fmla="*/ 2000879 w 2441401"/>
                <a:gd name="connsiteY73" fmla="*/ 297635 h 2351349"/>
                <a:gd name="connsiteX74" fmla="*/ 1968252 w 2441401"/>
                <a:gd name="connsiteY74" fmla="*/ 282993 h 2351349"/>
                <a:gd name="connsiteX75" fmla="*/ 1949440 w 2441401"/>
                <a:gd name="connsiteY75" fmla="*/ 305363 h 2351349"/>
                <a:gd name="connsiteX76" fmla="*/ 1922673 w 2441401"/>
                <a:gd name="connsiteY76" fmla="*/ 287708 h 2351349"/>
                <a:gd name="connsiteX77" fmla="*/ 1954651 w 2441401"/>
                <a:gd name="connsiteY77" fmla="*/ 257915 h 2351349"/>
                <a:gd name="connsiteX78" fmla="*/ 1903226 w 2441401"/>
                <a:gd name="connsiteY78" fmla="*/ 201571 h 2351349"/>
                <a:gd name="connsiteX79" fmla="*/ 1910140 w 2441401"/>
                <a:gd name="connsiteY79" fmla="*/ 170609 h 2351349"/>
                <a:gd name="connsiteX80" fmla="*/ 1857825 w 2441401"/>
                <a:gd name="connsiteY80" fmla="*/ 142761 h 2351349"/>
                <a:gd name="connsiteX81" fmla="*/ 1893185 w 2441401"/>
                <a:gd name="connsiteY81" fmla="*/ 112447 h 2351349"/>
                <a:gd name="connsiteX82" fmla="*/ 1892016 w 2441401"/>
                <a:gd name="connsiteY82" fmla="*/ 103550 h 2351349"/>
                <a:gd name="connsiteX83" fmla="*/ 1898371 w 2441401"/>
                <a:gd name="connsiteY83" fmla="*/ 95059 h 2351349"/>
                <a:gd name="connsiteX84" fmla="*/ 1930731 w 2441401"/>
                <a:gd name="connsiteY84" fmla="*/ 75194 h 2351349"/>
                <a:gd name="connsiteX85" fmla="*/ 1988677 w 2441401"/>
                <a:gd name="connsiteY85" fmla="*/ 39605 h 2351349"/>
                <a:gd name="connsiteX86" fmla="*/ 1994155 w 2441401"/>
                <a:gd name="connsiteY86" fmla="*/ 26666 h 2351349"/>
                <a:gd name="connsiteX87" fmla="*/ 2008899 w 2441401"/>
                <a:gd name="connsiteY87" fmla="*/ 13066 h 2351349"/>
                <a:gd name="connsiteX88" fmla="*/ 2016080 w 2441401"/>
                <a:gd name="connsiteY88" fmla="*/ 0 h 2351349"/>
                <a:gd name="connsiteX89" fmla="*/ 2060566 w 2441401"/>
                <a:gd name="connsiteY89" fmla="*/ 19472 h 2351349"/>
                <a:gd name="connsiteX90" fmla="*/ 2057960 w 2441401"/>
                <a:gd name="connsiteY90" fmla="*/ 71495 h 2351349"/>
                <a:gd name="connsiteX91" fmla="*/ 2065586 w 2441401"/>
                <a:gd name="connsiteY91" fmla="*/ 103003 h 2351349"/>
                <a:gd name="connsiteX92" fmla="*/ 2055939 w 2441401"/>
                <a:gd name="connsiteY92" fmla="*/ 118548 h 2351349"/>
                <a:gd name="connsiteX93" fmla="*/ 2035603 w 2441401"/>
                <a:gd name="connsiteY93" fmla="*/ 128716 h 2351349"/>
                <a:gd name="connsiteX94" fmla="*/ 2016944 w 2441401"/>
                <a:gd name="connsiteY94" fmla="*/ 149497 h 2351349"/>
                <a:gd name="connsiteX95" fmla="*/ 2002721 w 2441401"/>
                <a:gd name="connsiteY95" fmla="*/ 162576 h 2351349"/>
                <a:gd name="connsiteX96" fmla="*/ 2005060 w 2441401"/>
                <a:gd name="connsiteY96" fmla="*/ 178133 h 2351349"/>
                <a:gd name="connsiteX97" fmla="*/ 1821410 w 2441401"/>
                <a:gd name="connsiteY97" fmla="*/ 2039581 h 2351349"/>
                <a:gd name="connsiteX98" fmla="*/ 1804048 w 2441401"/>
                <a:gd name="connsiteY98" fmla="*/ 2029781 h 2351349"/>
                <a:gd name="connsiteX99" fmla="*/ 1794389 w 2441401"/>
                <a:gd name="connsiteY99" fmla="*/ 2017884 h 2351349"/>
                <a:gd name="connsiteX100" fmla="*/ 1793346 w 2441401"/>
                <a:gd name="connsiteY100" fmla="*/ 1997739 h 2351349"/>
                <a:gd name="connsiteX101" fmla="*/ 1785720 w 2441401"/>
                <a:gd name="connsiteY101" fmla="*/ 1968200 h 2351349"/>
                <a:gd name="connsiteX102" fmla="*/ 1786394 w 2441401"/>
                <a:gd name="connsiteY102" fmla="*/ 1940238 h 2351349"/>
                <a:gd name="connsiteX103" fmla="*/ 1784424 w 2441401"/>
                <a:gd name="connsiteY103" fmla="*/ 1929777 h 2351349"/>
                <a:gd name="connsiteX104" fmla="*/ 1780369 w 2441401"/>
                <a:gd name="connsiteY104" fmla="*/ 1922075 h 2351349"/>
                <a:gd name="connsiteX105" fmla="*/ 1758978 w 2441401"/>
                <a:gd name="connsiteY105" fmla="*/ 1896057 h 2351349"/>
                <a:gd name="connsiteX106" fmla="*/ 1746700 w 2441401"/>
                <a:gd name="connsiteY106" fmla="*/ 1894888 h 2351349"/>
                <a:gd name="connsiteX107" fmla="*/ 1722436 w 2441401"/>
                <a:gd name="connsiteY107" fmla="*/ 1898409 h 2351349"/>
                <a:gd name="connsiteX108" fmla="*/ 1711607 w 2441401"/>
                <a:gd name="connsiteY108" fmla="*/ 1891875 h 2351349"/>
                <a:gd name="connsiteX109" fmla="*/ 1699469 w 2441401"/>
                <a:gd name="connsiteY109" fmla="*/ 1867726 h 2351349"/>
                <a:gd name="connsiteX110" fmla="*/ 1687597 w 2441401"/>
                <a:gd name="connsiteY110" fmla="*/ 1856477 h 2351349"/>
                <a:gd name="connsiteX111" fmla="*/ 1682768 w 2441401"/>
                <a:gd name="connsiteY111" fmla="*/ 1845649 h 2351349"/>
                <a:gd name="connsiteX112" fmla="*/ 1693203 w 2441401"/>
                <a:gd name="connsiteY112" fmla="*/ 1817788 h 2351349"/>
                <a:gd name="connsiteX113" fmla="*/ 1693597 w 2441401"/>
                <a:gd name="connsiteY113" fmla="*/ 1798443 h 2351349"/>
                <a:gd name="connsiteX114" fmla="*/ 1688767 w 2441401"/>
                <a:gd name="connsiteY114" fmla="*/ 1785110 h 2351349"/>
                <a:gd name="connsiteX115" fmla="*/ 1659991 w 2441401"/>
                <a:gd name="connsiteY115" fmla="*/ 1758304 h 2351349"/>
                <a:gd name="connsiteX116" fmla="*/ 1636630 w 2441401"/>
                <a:gd name="connsiteY116" fmla="*/ 1729795 h 2351349"/>
                <a:gd name="connsiteX117" fmla="*/ 1639769 w 2441401"/>
                <a:gd name="connsiteY117" fmla="*/ 1727062 h 2351349"/>
                <a:gd name="connsiteX118" fmla="*/ 1655949 w 2441401"/>
                <a:gd name="connsiteY118" fmla="*/ 1732426 h 2351349"/>
                <a:gd name="connsiteX119" fmla="*/ 1674214 w 2441401"/>
                <a:gd name="connsiteY119" fmla="*/ 1728498 h 2351349"/>
                <a:gd name="connsiteX120" fmla="*/ 1696533 w 2441401"/>
                <a:gd name="connsiteY120" fmla="*/ 1727062 h 2351349"/>
                <a:gd name="connsiteX121" fmla="*/ 1709459 w 2441401"/>
                <a:gd name="connsiteY121" fmla="*/ 1732286 h 2351349"/>
                <a:gd name="connsiteX122" fmla="*/ 1721851 w 2441401"/>
                <a:gd name="connsiteY122" fmla="*/ 1726528 h 2351349"/>
                <a:gd name="connsiteX123" fmla="*/ 1759563 w 2441401"/>
                <a:gd name="connsiteY123" fmla="*/ 1729287 h 2351349"/>
                <a:gd name="connsiteX124" fmla="*/ 1768968 w 2441401"/>
                <a:gd name="connsiteY124" fmla="*/ 1722093 h 2351349"/>
                <a:gd name="connsiteX125" fmla="*/ 1772235 w 2441401"/>
                <a:gd name="connsiteY125" fmla="*/ 1708887 h 2351349"/>
                <a:gd name="connsiteX126" fmla="*/ 1784869 w 2441401"/>
                <a:gd name="connsiteY126" fmla="*/ 1690203 h 2351349"/>
                <a:gd name="connsiteX127" fmla="*/ 1769616 w 2441401"/>
                <a:gd name="connsiteY127" fmla="*/ 1652072 h 2351349"/>
                <a:gd name="connsiteX128" fmla="*/ 1764799 w 2441401"/>
                <a:gd name="connsiteY128" fmla="*/ 1637964 h 2351349"/>
                <a:gd name="connsiteX129" fmla="*/ 1756830 w 2441401"/>
                <a:gd name="connsiteY129" fmla="*/ 1628952 h 2351349"/>
                <a:gd name="connsiteX130" fmla="*/ 1745734 w 2441401"/>
                <a:gd name="connsiteY130" fmla="*/ 1631164 h 2351349"/>
                <a:gd name="connsiteX131" fmla="*/ 1738832 w 2441401"/>
                <a:gd name="connsiteY131" fmla="*/ 1624491 h 2351349"/>
                <a:gd name="connsiteX132" fmla="*/ 1738311 w 2441401"/>
                <a:gd name="connsiteY132" fmla="*/ 1611031 h 2351349"/>
                <a:gd name="connsiteX133" fmla="*/ 1723949 w 2441401"/>
                <a:gd name="connsiteY133" fmla="*/ 1596402 h 2351349"/>
                <a:gd name="connsiteX134" fmla="*/ 1708035 w 2441401"/>
                <a:gd name="connsiteY134" fmla="*/ 1599922 h 2351349"/>
                <a:gd name="connsiteX135" fmla="*/ 1678535 w 2441401"/>
                <a:gd name="connsiteY135" fmla="*/ 1590517 h 2351349"/>
                <a:gd name="connsiteX136" fmla="*/ 1676057 w 2441401"/>
                <a:gd name="connsiteY136" fmla="*/ 1577972 h 2351349"/>
                <a:gd name="connsiteX137" fmla="*/ 1648272 w 2441401"/>
                <a:gd name="connsiteY137" fmla="*/ 1572608 h 2351349"/>
                <a:gd name="connsiteX138" fmla="*/ 1635562 w 2441401"/>
                <a:gd name="connsiteY138" fmla="*/ 1566596 h 2351349"/>
                <a:gd name="connsiteX139" fmla="*/ 1623424 w 2441401"/>
                <a:gd name="connsiteY139" fmla="*/ 1546069 h 2351349"/>
                <a:gd name="connsiteX140" fmla="*/ 1598118 w 2441401"/>
                <a:gd name="connsiteY140" fmla="*/ 1540057 h 2351349"/>
                <a:gd name="connsiteX141" fmla="*/ 1587949 w 2441401"/>
                <a:gd name="connsiteY141" fmla="*/ 1533143 h 2351349"/>
                <a:gd name="connsiteX142" fmla="*/ 1582738 w 2441401"/>
                <a:gd name="connsiteY142" fmla="*/ 1514446 h 2351349"/>
                <a:gd name="connsiteX143" fmla="*/ 1544112 w 2441401"/>
                <a:gd name="connsiteY143" fmla="*/ 1508561 h 2351349"/>
                <a:gd name="connsiteX144" fmla="*/ 1514345 w 2441401"/>
                <a:gd name="connsiteY144" fmla="*/ 1502816 h 2351349"/>
                <a:gd name="connsiteX145" fmla="*/ 1489026 w 2441401"/>
                <a:gd name="connsiteY145" fmla="*/ 1495622 h 2351349"/>
                <a:gd name="connsiteX146" fmla="*/ 1468690 w 2441401"/>
                <a:gd name="connsiteY146" fmla="*/ 1493792 h 2351349"/>
                <a:gd name="connsiteX147" fmla="*/ 1432288 w 2441401"/>
                <a:gd name="connsiteY147" fmla="*/ 1475502 h 2351349"/>
                <a:gd name="connsiteX148" fmla="*/ 1415841 w 2441401"/>
                <a:gd name="connsiteY148" fmla="*/ 1456551 h 2351349"/>
                <a:gd name="connsiteX149" fmla="*/ 1399521 w 2441401"/>
                <a:gd name="connsiteY149" fmla="*/ 1447921 h 2351349"/>
                <a:gd name="connsiteX150" fmla="*/ 1385311 w 2441401"/>
                <a:gd name="connsiteY150" fmla="*/ 1447921 h 2351349"/>
                <a:gd name="connsiteX151" fmla="*/ 1372906 w 2441401"/>
                <a:gd name="connsiteY151" fmla="*/ 1456551 h 2351349"/>
                <a:gd name="connsiteX152" fmla="*/ 1354641 w 2441401"/>
                <a:gd name="connsiteY152" fmla="*/ 1456551 h 2351349"/>
                <a:gd name="connsiteX153" fmla="*/ 1338321 w 2441401"/>
                <a:gd name="connsiteY153" fmla="*/ 1444654 h 2351349"/>
                <a:gd name="connsiteX154" fmla="*/ 1316917 w 2441401"/>
                <a:gd name="connsiteY154" fmla="*/ 1426352 h 2351349"/>
                <a:gd name="connsiteX155" fmla="*/ 1290429 w 2441401"/>
                <a:gd name="connsiteY155" fmla="*/ 1412371 h 2351349"/>
                <a:gd name="connsiteX156" fmla="*/ 1262632 w 2441401"/>
                <a:gd name="connsiteY156" fmla="*/ 1403219 h 2351349"/>
                <a:gd name="connsiteX157" fmla="*/ 1244494 w 2441401"/>
                <a:gd name="connsiteY157" fmla="*/ 1401262 h 2351349"/>
                <a:gd name="connsiteX158" fmla="*/ 1237834 w 2441401"/>
                <a:gd name="connsiteY158" fmla="*/ 1397728 h 2351349"/>
                <a:gd name="connsiteX159" fmla="*/ 1192688 w 2441401"/>
                <a:gd name="connsiteY159" fmla="*/ 1399431 h 2351349"/>
                <a:gd name="connsiteX160" fmla="*/ 1173241 w 2441401"/>
                <a:gd name="connsiteY160" fmla="*/ 1393941 h 2351349"/>
                <a:gd name="connsiteX161" fmla="*/ 1148189 w 2441401"/>
                <a:gd name="connsiteY161" fmla="*/ 1386734 h 2351349"/>
                <a:gd name="connsiteX162" fmla="*/ 1110211 w 2441401"/>
                <a:gd name="connsiteY162" fmla="*/ 1373808 h 2351349"/>
                <a:gd name="connsiteX163" fmla="*/ 1090764 w 2441401"/>
                <a:gd name="connsiteY163" fmla="*/ 1358251 h 2351349"/>
                <a:gd name="connsiteX164" fmla="*/ 1079401 w 2441401"/>
                <a:gd name="connsiteY164" fmla="*/ 1358644 h 2351349"/>
                <a:gd name="connsiteX165" fmla="*/ 1064925 w 2441401"/>
                <a:gd name="connsiteY165" fmla="*/ 1359915 h 2351349"/>
                <a:gd name="connsiteX166" fmla="*/ 1052786 w 2441401"/>
                <a:gd name="connsiteY166" fmla="*/ 1371354 h 2351349"/>
                <a:gd name="connsiteX167" fmla="*/ 1022117 w 2441401"/>
                <a:gd name="connsiteY167" fmla="*/ 1388742 h 2351349"/>
                <a:gd name="connsiteX168" fmla="*/ 978139 w 2441401"/>
                <a:gd name="connsiteY168" fmla="*/ 1387967 h 2351349"/>
                <a:gd name="connsiteX169" fmla="*/ 949401 w 2441401"/>
                <a:gd name="connsiteY169" fmla="*/ 1366665 h 2351349"/>
                <a:gd name="connsiteX170" fmla="*/ 924350 w 2441401"/>
                <a:gd name="connsiteY170" fmla="*/ 1361695 h 2351349"/>
                <a:gd name="connsiteX171" fmla="*/ 911639 w 2441401"/>
                <a:gd name="connsiteY171" fmla="*/ 1369143 h 2351349"/>
                <a:gd name="connsiteX172" fmla="*/ 893235 w 2441401"/>
                <a:gd name="connsiteY172" fmla="*/ 1397906 h 2351349"/>
                <a:gd name="connsiteX173" fmla="*/ 874055 w 2441401"/>
                <a:gd name="connsiteY173" fmla="*/ 1404033 h 2351349"/>
                <a:gd name="connsiteX174" fmla="*/ 864268 w 2441401"/>
                <a:gd name="connsiteY174" fmla="*/ 1429135 h 2351349"/>
                <a:gd name="connsiteX175" fmla="*/ 858002 w 2441401"/>
                <a:gd name="connsiteY175" fmla="*/ 1436202 h 2351349"/>
                <a:gd name="connsiteX176" fmla="*/ 841949 w 2441401"/>
                <a:gd name="connsiteY176" fmla="*/ 1435668 h 2351349"/>
                <a:gd name="connsiteX177" fmla="*/ 823037 w 2441401"/>
                <a:gd name="connsiteY177" fmla="*/ 1452268 h 2351349"/>
                <a:gd name="connsiteX178" fmla="*/ 822236 w 2441401"/>
                <a:gd name="connsiteY178" fmla="*/ 1471333 h 2351349"/>
                <a:gd name="connsiteX179" fmla="*/ 818601 w 2441401"/>
                <a:gd name="connsiteY179" fmla="*/ 1474358 h 2351349"/>
                <a:gd name="connsiteX180" fmla="*/ 808140 w 2441401"/>
                <a:gd name="connsiteY180" fmla="*/ 1471600 h 2351349"/>
                <a:gd name="connsiteX181" fmla="*/ 794426 w 2441401"/>
                <a:gd name="connsiteY181" fmla="*/ 1486140 h 2351349"/>
                <a:gd name="connsiteX182" fmla="*/ 767938 w 2441401"/>
                <a:gd name="connsiteY182" fmla="*/ 1495292 h 2351349"/>
                <a:gd name="connsiteX183" fmla="*/ 737522 w 2441401"/>
                <a:gd name="connsiteY183" fmla="*/ 1500376 h 2351349"/>
                <a:gd name="connsiteX184" fmla="*/ 713792 w 2441401"/>
                <a:gd name="connsiteY184" fmla="*/ 1517624 h 2351349"/>
                <a:gd name="connsiteX185" fmla="*/ 709611 w 2441401"/>
                <a:gd name="connsiteY185" fmla="*/ 1525072 h 2351349"/>
                <a:gd name="connsiteX186" fmla="*/ 692516 w 2441401"/>
                <a:gd name="connsiteY186" fmla="*/ 1529253 h 2351349"/>
                <a:gd name="connsiteX187" fmla="*/ 676335 w 2441401"/>
                <a:gd name="connsiteY187" fmla="*/ 1523762 h 2351349"/>
                <a:gd name="connsiteX188" fmla="*/ 662761 w 2441401"/>
                <a:gd name="connsiteY188" fmla="*/ 1512133 h 2351349"/>
                <a:gd name="connsiteX189" fmla="*/ 649580 w 2441401"/>
                <a:gd name="connsiteY189" fmla="*/ 1511230 h 2351349"/>
                <a:gd name="connsiteX190" fmla="*/ 594520 w 2441401"/>
                <a:gd name="connsiteY190" fmla="*/ 1521030 h 2351349"/>
                <a:gd name="connsiteX191" fmla="*/ 584593 w 2441401"/>
                <a:gd name="connsiteY191" fmla="*/ 1521157 h 2351349"/>
                <a:gd name="connsiteX192" fmla="*/ 569710 w 2441401"/>
                <a:gd name="connsiteY192" fmla="*/ 1533562 h 2351349"/>
                <a:gd name="connsiteX193" fmla="*/ 557317 w 2441401"/>
                <a:gd name="connsiteY193" fmla="*/ 1552119 h 2351349"/>
                <a:gd name="connsiteX194" fmla="*/ 528605 w 2441401"/>
                <a:gd name="connsiteY194" fmla="*/ 1573561 h 2351349"/>
                <a:gd name="connsiteX195" fmla="*/ 520648 w 2441401"/>
                <a:gd name="connsiteY195" fmla="*/ 1588190 h 2351349"/>
                <a:gd name="connsiteX196" fmla="*/ 506286 w 2441401"/>
                <a:gd name="connsiteY196" fmla="*/ 1605985 h 2351349"/>
                <a:gd name="connsiteX197" fmla="*/ 501850 w 2441401"/>
                <a:gd name="connsiteY197" fmla="*/ 1613700 h 2351349"/>
                <a:gd name="connsiteX198" fmla="*/ 481234 w 2441401"/>
                <a:gd name="connsiteY198" fmla="*/ 1625978 h 2351349"/>
                <a:gd name="connsiteX199" fmla="*/ 468524 w 2441401"/>
                <a:gd name="connsiteY199" fmla="*/ 1633604 h 2351349"/>
                <a:gd name="connsiteX200" fmla="*/ 465982 w 2441401"/>
                <a:gd name="connsiteY200" fmla="*/ 1660296 h 2351349"/>
                <a:gd name="connsiteX201" fmla="*/ 448886 w 2441401"/>
                <a:gd name="connsiteY201" fmla="*/ 1685119 h 2351349"/>
                <a:gd name="connsiteX202" fmla="*/ 449801 w 2441401"/>
                <a:gd name="connsiteY202" fmla="*/ 1708912 h 2351349"/>
                <a:gd name="connsiteX203" fmla="*/ 439633 w 2441401"/>
                <a:gd name="connsiteY203" fmla="*/ 1714937 h 2351349"/>
                <a:gd name="connsiteX204" fmla="*/ 431791 w 2441401"/>
                <a:gd name="connsiteY204" fmla="*/ 1730087 h 2351349"/>
                <a:gd name="connsiteX205" fmla="*/ 410006 w 2441401"/>
                <a:gd name="connsiteY205" fmla="*/ 1722118 h 2351349"/>
                <a:gd name="connsiteX206" fmla="*/ 400486 w 2441401"/>
                <a:gd name="connsiteY206" fmla="*/ 1722652 h 2351349"/>
                <a:gd name="connsiteX207" fmla="*/ 378167 w 2441401"/>
                <a:gd name="connsiteY207" fmla="*/ 1741463 h 2351349"/>
                <a:gd name="connsiteX208" fmla="*/ 347243 w 2441401"/>
                <a:gd name="connsiteY208" fmla="*/ 1785644 h 2351349"/>
                <a:gd name="connsiteX209" fmla="*/ 333541 w 2441401"/>
                <a:gd name="connsiteY209" fmla="*/ 1799625 h 2351349"/>
                <a:gd name="connsiteX210" fmla="*/ 303558 w 2441401"/>
                <a:gd name="connsiteY210" fmla="*/ 1838213 h 2351349"/>
                <a:gd name="connsiteX211" fmla="*/ 237528 w 2441401"/>
                <a:gd name="connsiteY211" fmla="*/ 1803196 h 2351349"/>
                <a:gd name="connsiteX212" fmla="*/ 225123 w 2441401"/>
                <a:gd name="connsiteY212" fmla="*/ 1809552 h 2351349"/>
                <a:gd name="connsiteX213" fmla="*/ 222251 w 2441401"/>
                <a:gd name="connsiteY213" fmla="*/ 1826545 h 2351349"/>
                <a:gd name="connsiteX214" fmla="*/ 268846 w 2441401"/>
                <a:gd name="connsiteY214" fmla="*/ 1848229 h 2351349"/>
                <a:gd name="connsiteX215" fmla="*/ 264410 w 2441401"/>
                <a:gd name="connsiteY215" fmla="*/ 1869683 h 2351349"/>
                <a:gd name="connsiteX216" fmla="*/ 292716 w 2441401"/>
                <a:gd name="connsiteY216" fmla="*/ 1881034 h 2351349"/>
                <a:gd name="connsiteX217" fmla="*/ 278493 w 2441401"/>
                <a:gd name="connsiteY217" fmla="*/ 1921554 h 2351349"/>
                <a:gd name="connsiteX218" fmla="*/ 267156 w 2441401"/>
                <a:gd name="connsiteY218" fmla="*/ 1948106 h 2351349"/>
                <a:gd name="connsiteX219" fmla="*/ 250048 w 2441401"/>
                <a:gd name="connsiteY219" fmla="*/ 1966586 h 2351349"/>
                <a:gd name="connsiteX220" fmla="*/ 238837 w 2441401"/>
                <a:gd name="connsiteY220" fmla="*/ 1984228 h 2351349"/>
                <a:gd name="connsiteX221" fmla="*/ 226686 w 2441401"/>
                <a:gd name="connsiteY221" fmla="*/ 2000751 h 2351349"/>
                <a:gd name="connsiteX222" fmla="*/ 215603 w 2441401"/>
                <a:gd name="connsiteY222" fmla="*/ 2007945 h 2351349"/>
                <a:gd name="connsiteX223" fmla="*/ 152561 w 2441401"/>
                <a:gd name="connsiteY223" fmla="*/ 1979843 h 2351349"/>
                <a:gd name="connsiteX224" fmla="*/ 119934 w 2441401"/>
                <a:gd name="connsiteY224" fmla="*/ 1937493 h 2351349"/>
                <a:gd name="connsiteX225" fmla="*/ 135071 w 2441401"/>
                <a:gd name="connsiteY225" fmla="*/ 1919851 h 2351349"/>
                <a:gd name="connsiteX226" fmla="*/ 151251 w 2441401"/>
                <a:gd name="connsiteY226" fmla="*/ 1890439 h 2351349"/>
                <a:gd name="connsiteX227" fmla="*/ 151912 w 2441401"/>
                <a:gd name="connsiteY227" fmla="*/ 1875937 h 2351349"/>
                <a:gd name="connsiteX228" fmla="*/ 191568 w 2441401"/>
                <a:gd name="connsiteY228" fmla="*/ 1842077 h 2351349"/>
                <a:gd name="connsiteX229" fmla="*/ 194975 w 2441401"/>
                <a:gd name="connsiteY229" fmla="*/ 1817381 h 2351349"/>
                <a:gd name="connsiteX230" fmla="*/ 216239 w 2441401"/>
                <a:gd name="connsiteY230" fmla="*/ 1798417 h 2351349"/>
                <a:gd name="connsiteX231" fmla="*/ 198622 w 2441401"/>
                <a:gd name="connsiteY231" fmla="*/ 1771726 h 2351349"/>
                <a:gd name="connsiteX232" fmla="*/ 193144 w 2441401"/>
                <a:gd name="connsiteY232" fmla="*/ 1757605 h 2351349"/>
                <a:gd name="connsiteX233" fmla="*/ 175007 w 2441401"/>
                <a:gd name="connsiteY233" fmla="*/ 1763757 h 2351349"/>
                <a:gd name="connsiteX234" fmla="*/ 110401 w 2441401"/>
                <a:gd name="connsiteY234" fmla="*/ 1705201 h 2351349"/>
                <a:gd name="connsiteX235" fmla="*/ 91615 w 2441401"/>
                <a:gd name="connsiteY235" fmla="*/ 1703231 h 2351349"/>
                <a:gd name="connsiteX236" fmla="*/ 63945 w 2441401"/>
                <a:gd name="connsiteY236" fmla="*/ 1670693 h 2351349"/>
                <a:gd name="connsiteX237" fmla="*/ 10702 w 2441401"/>
                <a:gd name="connsiteY237" fmla="*/ 1654093 h 2351349"/>
                <a:gd name="connsiteX238" fmla="*/ 0 w 2441401"/>
                <a:gd name="connsiteY238" fmla="*/ 1644942 h 2351349"/>
                <a:gd name="connsiteX239" fmla="*/ 22967 w 2441401"/>
                <a:gd name="connsiteY239" fmla="*/ 1598156 h 2351349"/>
                <a:gd name="connsiteX240" fmla="*/ 42287 w 2441401"/>
                <a:gd name="connsiteY240" fmla="*/ 1576447 h 2351349"/>
                <a:gd name="connsiteX241" fmla="*/ 17222 w 2441401"/>
                <a:gd name="connsiteY241" fmla="*/ 1533448 h 2351349"/>
                <a:gd name="connsiteX242" fmla="*/ 21658 w 2441401"/>
                <a:gd name="connsiteY242" fmla="*/ 1498952 h 2351349"/>
                <a:gd name="connsiteX243" fmla="*/ 71393 w 2441401"/>
                <a:gd name="connsiteY243" fmla="*/ 1452420 h 2351349"/>
                <a:gd name="connsiteX244" fmla="*/ 105190 w 2441401"/>
                <a:gd name="connsiteY244" fmla="*/ 1367720 h 2351349"/>
                <a:gd name="connsiteX245" fmla="*/ 197440 w 2441401"/>
                <a:gd name="connsiteY245" fmla="*/ 1263687 h 2351349"/>
                <a:gd name="connsiteX246" fmla="*/ 186751 w 2441401"/>
                <a:gd name="connsiteY246" fmla="*/ 1252565 h 2351349"/>
                <a:gd name="connsiteX247" fmla="*/ 104135 w 2441401"/>
                <a:gd name="connsiteY247" fmla="*/ 1169186 h 2351349"/>
                <a:gd name="connsiteX248" fmla="*/ 191428 w 2441401"/>
                <a:gd name="connsiteY248" fmla="*/ 1084091 h 2351349"/>
                <a:gd name="connsiteX249" fmla="*/ 232101 w 2441401"/>
                <a:gd name="connsiteY249" fmla="*/ 1062128 h 2351349"/>
                <a:gd name="connsiteX250" fmla="*/ 328940 w 2441401"/>
                <a:gd name="connsiteY250" fmla="*/ 968682 h 2351349"/>
                <a:gd name="connsiteX251" fmla="*/ 362609 w 2441401"/>
                <a:gd name="connsiteY251" fmla="*/ 928569 h 2351349"/>
                <a:gd name="connsiteX252" fmla="*/ 429974 w 2441401"/>
                <a:gd name="connsiteY252" fmla="*/ 868170 h 2351349"/>
                <a:gd name="connsiteX253" fmla="*/ 433507 w 2441401"/>
                <a:gd name="connsiteY253" fmla="*/ 852918 h 2351349"/>
                <a:gd name="connsiteX254" fmla="*/ 513505 w 2441401"/>
                <a:gd name="connsiteY254" fmla="*/ 810568 h 2351349"/>
                <a:gd name="connsiteX255" fmla="*/ 622457 w 2441401"/>
                <a:gd name="connsiteY255" fmla="*/ 743394 h 2351349"/>
                <a:gd name="connsiteX256" fmla="*/ 634862 w 2441401"/>
                <a:gd name="connsiteY256" fmla="*/ 718559 h 2351349"/>
                <a:gd name="connsiteX257" fmla="*/ 666638 w 2441401"/>
                <a:gd name="connsiteY257" fmla="*/ 710932 h 2351349"/>
                <a:gd name="connsiteX258" fmla="*/ 684432 w 2441401"/>
                <a:gd name="connsiteY258" fmla="*/ 693685 h 2351349"/>
                <a:gd name="connsiteX259" fmla="*/ 678560 w 2441401"/>
                <a:gd name="connsiteY259" fmla="*/ 680085 h 2351349"/>
                <a:gd name="connsiteX260" fmla="*/ 703878 w 2441401"/>
                <a:gd name="connsiteY260" fmla="*/ 656431 h 2351349"/>
                <a:gd name="connsiteX261" fmla="*/ 740420 w 2441401"/>
                <a:gd name="connsiteY261" fmla="*/ 653165 h 2351349"/>
                <a:gd name="connsiteX262" fmla="*/ 775399 w 2441401"/>
                <a:gd name="connsiteY262" fmla="*/ 626905 h 2351349"/>
                <a:gd name="connsiteX263" fmla="*/ 785847 w 2441401"/>
                <a:gd name="connsiteY263" fmla="*/ 610941 h 2351349"/>
                <a:gd name="connsiteX264" fmla="*/ 799675 w 2441401"/>
                <a:gd name="connsiteY264" fmla="*/ 600099 h 2351349"/>
                <a:gd name="connsiteX265" fmla="*/ 819376 w 2441401"/>
                <a:gd name="connsiteY265" fmla="*/ 550708 h 2351349"/>
                <a:gd name="connsiteX266" fmla="*/ 778398 w 2441401"/>
                <a:gd name="connsiteY266" fmla="*/ 507823 h 2351349"/>
                <a:gd name="connsiteX267" fmla="*/ 771090 w 2441401"/>
                <a:gd name="connsiteY267" fmla="*/ 475540 h 2351349"/>
                <a:gd name="connsiteX268" fmla="*/ 784792 w 2441401"/>
                <a:gd name="connsiteY268" fmla="*/ 461304 h 2351349"/>
                <a:gd name="connsiteX269" fmla="*/ 794312 w 2441401"/>
                <a:gd name="connsiteY269" fmla="*/ 409281 h 2351349"/>
                <a:gd name="connsiteX270" fmla="*/ 831896 w 2441401"/>
                <a:gd name="connsiteY270" fmla="*/ 360258 h 2351349"/>
                <a:gd name="connsiteX271" fmla="*/ 876801 w 2441401"/>
                <a:gd name="connsiteY271" fmla="*/ 375167 h 2351349"/>
                <a:gd name="connsiteX272" fmla="*/ 940085 w 2441401"/>
                <a:gd name="connsiteY272" fmla="*/ 350585 h 2351349"/>
                <a:gd name="connsiteX273" fmla="*/ 969318 w 2441401"/>
                <a:gd name="connsiteY273" fmla="*/ 339858 h 2351349"/>
                <a:gd name="connsiteX274" fmla="*/ 1042656 w 2441401"/>
                <a:gd name="connsiteY274" fmla="*/ 290288 h 2351349"/>
                <a:gd name="connsiteX275" fmla="*/ 1058188 w 2441401"/>
                <a:gd name="connsiteY275" fmla="*/ 280743 h 2351349"/>
                <a:gd name="connsiteX276" fmla="*/ 1091730 w 2441401"/>
                <a:gd name="connsiteY276" fmla="*/ 265491 h 2351349"/>
                <a:gd name="connsiteX277" fmla="*/ 1124879 w 2441401"/>
                <a:gd name="connsiteY277" fmla="*/ 258958 h 2351349"/>
                <a:gd name="connsiteX278" fmla="*/ 1162590 w 2441401"/>
                <a:gd name="connsiteY278" fmla="*/ 252679 h 2351349"/>
                <a:gd name="connsiteX279" fmla="*/ 1180600 w 2441401"/>
                <a:gd name="connsiteY279" fmla="*/ 244048 h 2351349"/>
                <a:gd name="connsiteX280" fmla="*/ 1212312 w 2441401"/>
                <a:gd name="connsiteY280" fmla="*/ 200923 h 2351349"/>
                <a:gd name="connsiteX281" fmla="*/ 1247024 w 2441401"/>
                <a:gd name="connsiteY281" fmla="*/ 167330 h 2351349"/>
                <a:gd name="connsiteX282" fmla="*/ 1366830 w 2441401"/>
                <a:gd name="connsiteY282" fmla="*/ 113210 h 2351349"/>
                <a:gd name="connsiteX283" fmla="*/ 1372181 w 2441401"/>
                <a:gd name="connsiteY283" fmla="*/ 128462 h 2351349"/>
                <a:gd name="connsiteX284" fmla="*/ 1357552 w 2441401"/>
                <a:gd name="connsiteY284" fmla="*/ 202448 h 2351349"/>
                <a:gd name="connsiteX285" fmla="*/ 1403880 w 2441401"/>
                <a:gd name="connsiteY285" fmla="*/ 243743 h 2351349"/>
                <a:gd name="connsiteX286" fmla="*/ 1400372 w 2441401"/>
                <a:gd name="connsiteY286" fmla="*/ 267410 h 2351349"/>
                <a:gd name="connsiteX287" fmla="*/ 1404681 w 2441401"/>
                <a:gd name="connsiteY287" fmla="*/ 268846 h 2351349"/>
                <a:gd name="connsiteX288" fmla="*/ 1403232 w 2441401"/>
                <a:gd name="connsiteY288" fmla="*/ 283221 h 2351349"/>
                <a:gd name="connsiteX289" fmla="*/ 1396877 w 2441401"/>
                <a:gd name="connsiteY289" fmla="*/ 306354 h 2351349"/>
                <a:gd name="connsiteX290" fmla="*/ 1438503 w 2441401"/>
                <a:gd name="connsiteY290" fmla="*/ 309354 h 2351349"/>
                <a:gd name="connsiteX291" fmla="*/ 1432249 w 2441401"/>
                <a:gd name="connsiteY291" fmla="*/ 326741 h 2351349"/>
                <a:gd name="connsiteX292" fmla="*/ 1416057 w 2441401"/>
                <a:gd name="connsiteY292" fmla="*/ 340074 h 2351349"/>
                <a:gd name="connsiteX293" fmla="*/ 1403664 w 2441401"/>
                <a:gd name="connsiteY293" fmla="*/ 344256 h 2351349"/>
                <a:gd name="connsiteX294" fmla="*/ 1386061 w 2441401"/>
                <a:gd name="connsiteY294" fmla="*/ 364783 h 2351349"/>
                <a:gd name="connsiteX295" fmla="*/ 1375892 w 2441401"/>
                <a:gd name="connsiteY295" fmla="*/ 366613 h 2351349"/>
                <a:gd name="connsiteX296" fmla="*/ 1355264 w 2441401"/>
                <a:gd name="connsiteY296" fmla="*/ 378637 h 2351349"/>
                <a:gd name="connsiteX297" fmla="*/ 1327301 w 2441401"/>
                <a:gd name="connsiteY297" fmla="*/ 413145 h 2351349"/>
                <a:gd name="connsiteX298" fmla="*/ 1313320 w 2441401"/>
                <a:gd name="connsiteY298" fmla="*/ 417594 h 2351349"/>
                <a:gd name="connsiteX299" fmla="*/ 1304969 w 2441401"/>
                <a:gd name="connsiteY299" fmla="*/ 426351 h 2351349"/>
                <a:gd name="connsiteX300" fmla="*/ 1296072 w 2441401"/>
                <a:gd name="connsiteY300" fmla="*/ 429351 h 2351349"/>
                <a:gd name="connsiteX301" fmla="*/ 1287175 w 2441401"/>
                <a:gd name="connsiteY301" fmla="*/ 446217 h 2351349"/>
                <a:gd name="connsiteX302" fmla="*/ 1277770 w 2441401"/>
                <a:gd name="connsiteY302" fmla="*/ 451174 h 2351349"/>
                <a:gd name="connsiteX303" fmla="*/ 1273080 w 2441401"/>
                <a:gd name="connsiteY303" fmla="*/ 457707 h 2351349"/>
                <a:gd name="connsiteX304" fmla="*/ 1260674 w 2441401"/>
                <a:gd name="connsiteY304" fmla="*/ 460719 h 2351349"/>
                <a:gd name="connsiteX305" fmla="*/ 1239792 w 2441401"/>
                <a:gd name="connsiteY305" fmla="*/ 472222 h 2351349"/>
                <a:gd name="connsiteX306" fmla="*/ 1189675 w 2441401"/>
                <a:gd name="connsiteY306" fmla="*/ 512742 h 2351349"/>
                <a:gd name="connsiteX307" fmla="*/ 1190603 w 2441401"/>
                <a:gd name="connsiteY307" fmla="*/ 529202 h 2351349"/>
                <a:gd name="connsiteX308" fmla="*/ 1192039 w 2441401"/>
                <a:gd name="connsiteY308" fmla="*/ 538099 h 2351349"/>
                <a:gd name="connsiteX309" fmla="*/ 1203771 w 2441401"/>
                <a:gd name="connsiteY309" fmla="*/ 550670 h 2351349"/>
                <a:gd name="connsiteX310" fmla="*/ 1214079 w 2441401"/>
                <a:gd name="connsiteY310" fmla="*/ 561638 h 2351349"/>
                <a:gd name="connsiteX311" fmla="*/ 1238012 w 2441401"/>
                <a:gd name="connsiteY311" fmla="*/ 559567 h 2351349"/>
                <a:gd name="connsiteX312" fmla="*/ 1244812 w 2441401"/>
                <a:gd name="connsiteY312" fmla="*/ 554737 h 2351349"/>
                <a:gd name="connsiteX313" fmla="*/ 1258374 w 2441401"/>
                <a:gd name="connsiteY313" fmla="*/ 554203 h 2351349"/>
                <a:gd name="connsiteX314" fmla="*/ 1268949 w 2441401"/>
                <a:gd name="connsiteY314" fmla="*/ 544035 h 2351349"/>
                <a:gd name="connsiteX315" fmla="*/ 1356916 w 2441401"/>
                <a:gd name="connsiteY315" fmla="*/ 499981 h 2351349"/>
                <a:gd name="connsiteX316" fmla="*/ 1384701 w 2441401"/>
                <a:gd name="connsiteY316" fmla="*/ 498024 h 2351349"/>
                <a:gd name="connsiteX317" fmla="*/ 1395390 w 2441401"/>
                <a:gd name="connsiteY317" fmla="*/ 502193 h 2351349"/>
                <a:gd name="connsiteX318" fmla="*/ 1405062 w 2441401"/>
                <a:gd name="connsiteY318" fmla="*/ 498799 h 2351349"/>
                <a:gd name="connsiteX319" fmla="*/ 1422539 w 2441401"/>
                <a:gd name="connsiteY319" fmla="*/ 511992 h 2351349"/>
                <a:gd name="connsiteX320" fmla="*/ 1440435 w 2441401"/>
                <a:gd name="connsiteY320" fmla="*/ 510823 h 2351349"/>
                <a:gd name="connsiteX321" fmla="*/ 1458051 w 2441401"/>
                <a:gd name="connsiteY321" fmla="*/ 493308 h 2351349"/>
                <a:gd name="connsiteX322" fmla="*/ 1477625 w 2441401"/>
                <a:gd name="connsiteY322" fmla="*/ 512539 h 2351349"/>
                <a:gd name="connsiteX323" fmla="*/ 1492496 w 2441401"/>
                <a:gd name="connsiteY323" fmla="*/ 518411 h 2351349"/>
                <a:gd name="connsiteX324" fmla="*/ 1471359 w 2441401"/>
                <a:gd name="connsiteY324" fmla="*/ 545344 h 2351349"/>
                <a:gd name="connsiteX325" fmla="*/ 1480091 w 2441401"/>
                <a:gd name="connsiteY325" fmla="*/ 555143 h 2351349"/>
                <a:gd name="connsiteX326" fmla="*/ 1490932 w 2441401"/>
                <a:gd name="connsiteY326" fmla="*/ 544823 h 2351349"/>
                <a:gd name="connsiteX327" fmla="*/ 1520547 w 2441401"/>
                <a:gd name="connsiteY327" fmla="*/ 571730 h 2351349"/>
                <a:gd name="connsiteX328" fmla="*/ 1553835 w 2441401"/>
                <a:gd name="connsiteY328" fmla="*/ 583627 h 2351349"/>
                <a:gd name="connsiteX329" fmla="*/ 1560101 w 2441401"/>
                <a:gd name="connsiteY329" fmla="*/ 589118 h 2351349"/>
                <a:gd name="connsiteX330" fmla="*/ 1576142 w 2441401"/>
                <a:gd name="connsiteY330" fmla="*/ 601015 h 2351349"/>
                <a:gd name="connsiteX331" fmla="*/ 1612556 w 2441401"/>
                <a:gd name="connsiteY331" fmla="*/ 584809 h 2351349"/>
                <a:gd name="connsiteX332" fmla="*/ 1633299 w 2441401"/>
                <a:gd name="connsiteY332" fmla="*/ 564282 h 2351349"/>
                <a:gd name="connsiteX333" fmla="*/ 1655352 w 2441401"/>
                <a:gd name="connsiteY333" fmla="*/ 568095 h 2351349"/>
                <a:gd name="connsiteX334" fmla="*/ 1681865 w 2441401"/>
                <a:gd name="connsiteY334" fmla="*/ 593185 h 2351349"/>
                <a:gd name="connsiteX335" fmla="*/ 1740180 w 2441401"/>
                <a:gd name="connsiteY335" fmla="*/ 571235 h 2351349"/>
                <a:gd name="connsiteX336" fmla="*/ 1751415 w 2441401"/>
                <a:gd name="connsiteY336" fmla="*/ 582674 h 2351349"/>
                <a:gd name="connsiteX337" fmla="*/ 1763681 w 2441401"/>
                <a:gd name="connsiteY337" fmla="*/ 563608 h 2351349"/>
                <a:gd name="connsiteX338" fmla="*/ 1772730 w 2441401"/>
                <a:gd name="connsiteY338" fmla="*/ 534146 h 2351349"/>
                <a:gd name="connsiteX339" fmla="*/ 1782390 w 2441401"/>
                <a:gd name="connsiteY339" fmla="*/ 527486 h 2351349"/>
                <a:gd name="connsiteX340" fmla="*/ 1793829 w 2441401"/>
                <a:gd name="connsiteY340" fmla="*/ 505129 h 2351349"/>
                <a:gd name="connsiteX341" fmla="*/ 1744895 w 2441401"/>
                <a:gd name="connsiteY341" fmla="*/ 492063 h 2351349"/>
                <a:gd name="connsiteX342" fmla="*/ 1740840 w 2441401"/>
                <a:gd name="connsiteY342" fmla="*/ 450882 h 2351349"/>
                <a:gd name="connsiteX343" fmla="*/ 1745658 w 2441401"/>
                <a:gd name="connsiteY343" fmla="*/ 418877 h 2351349"/>
                <a:gd name="connsiteX344" fmla="*/ 1769807 w 2441401"/>
                <a:gd name="connsiteY344" fmla="*/ 381764 h 2351349"/>
                <a:gd name="connsiteX345" fmla="*/ 1791872 w 2441401"/>
                <a:gd name="connsiteY345" fmla="*/ 361745 h 2351349"/>
                <a:gd name="connsiteX346" fmla="*/ 1765765 w 2441401"/>
                <a:gd name="connsiteY346" fmla="*/ 337036 h 2351349"/>
                <a:gd name="connsiteX347" fmla="*/ 1773595 w 2441401"/>
                <a:gd name="connsiteY347" fmla="*/ 309722 h 2351349"/>
                <a:gd name="connsiteX348" fmla="*/ 1752979 w 2441401"/>
                <a:gd name="connsiteY348" fmla="*/ 282268 h 2351349"/>
                <a:gd name="connsiteX349" fmla="*/ 1712903 w 2441401"/>
                <a:gd name="connsiteY349" fmla="*/ 261614 h 2351349"/>
                <a:gd name="connsiteX350" fmla="*/ 1734841 w 2441401"/>
                <a:gd name="connsiteY350" fmla="*/ 242015 h 2351349"/>
                <a:gd name="connsiteX351" fmla="*/ 1734841 w 2441401"/>
                <a:gd name="connsiteY351" fmla="*/ 233118 h 2351349"/>
                <a:gd name="connsiteX352" fmla="*/ 1778158 w 2441401"/>
                <a:gd name="connsiteY352" fmla="*/ 206846 h 2351349"/>
                <a:gd name="connsiteX353" fmla="*/ 1784170 w 2441401"/>
                <a:gd name="connsiteY353" fmla="*/ 246311 h 2351349"/>
                <a:gd name="connsiteX354" fmla="*/ 1810009 w 2441401"/>
                <a:gd name="connsiteY354" fmla="*/ 255488 h 2351349"/>
                <a:gd name="connsiteX355" fmla="*/ 1851368 w 2441401"/>
                <a:gd name="connsiteY355" fmla="*/ 325788 h 2351349"/>
                <a:gd name="connsiteX356" fmla="*/ 1871082 w 2441401"/>
                <a:gd name="connsiteY356" fmla="*/ 320170 h 2351349"/>
                <a:gd name="connsiteX357" fmla="*/ 1857901 w 2441401"/>
                <a:gd name="connsiteY357" fmla="*/ 271947 h 2351349"/>
                <a:gd name="connsiteX358" fmla="*/ 1881657 w 2441401"/>
                <a:gd name="connsiteY358" fmla="*/ 262923 h 2351349"/>
                <a:gd name="connsiteX359" fmla="*/ 1908920 w 2441401"/>
                <a:gd name="connsiteY359" fmla="*/ 299516 h 2351349"/>
                <a:gd name="connsiteX360" fmla="*/ 1912454 w 2441401"/>
                <a:gd name="connsiteY360" fmla="*/ 304231 h 2351349"/>
                <a:gd name="connsiteX361" fmla="*/ 1897201 w 2441401"/>
                <a:gd name="connsiteY361" fmla="*/ 322661 h 2351349"/>
                <a:gd name="connsiteX362" fmla="*/ 1878797 w 2441401"/>
                <a:gd name="connsiteY362" fmla="*/ 368011 h 2351349"/>
                <a:gd name="connsiteX363" fmla="*/ 1904027 w 2441401"/>
                <a:gd name="connsiteY363" fmla="*/ 401960 h 2351349"/>
                <a:gd name="connsiteX364" fmla="*/ 1918631 w 2441401"/>
                <a:gd name="connsiteY364" fmla="*/ 432287 h 2351349"/>
                <a:gd name="connsiteX365" fmla="*/ 1891367 w 2441401"/>
                <a:gd name="connsiteY365" fmla="*/ 454631 h 2351349"/>
                <a:gd name="connsiteX366" fmla="*/ 1863049 w 2441401"/>
                <a:gd name="connsiteY366" fmla="*/ 438693 h 2351349"/>
                <a:gd name="connsiteX367" fmla="*/ 1848699 w 2441401"/>
                <a:gd name="connsiteY367" fmla="*/ 465219 h 2351349"/>
                <a:gd name="connsiteX368" fmla="*/ 1861753 w 2441401"/>
                <a:gd name="connsiteY368" fmla="*/ 506654 h 2351349"/>
                <a:gd name="connsiteX369" fmla="*/ 1848572 w 2441401"/>
                <a:gd name="connsiteY369" fmla="*/ 552017 h 2351349"/>
                <a:gd name="connsiteX370" fmla="*/ 1808497 w 2441401"/>
                <a:gd name="connsiteY370" fmla="*/ 577628 h 2351349"/>
                <a:gd name="connsiteX371" fmla="*/ 1787881 w 2441401"/>
                <a:gd name="connsiteY371" fmla="*/ 619457 h 2351349"/>
                <a:gd name="connsiteX372" fmla="*/ 1758012 w 2441401"/>
                <a:gd name="connsiteY372" fmla="*/ 633184 h 2351349"/>
                <a:gd name="connsiteX373" fmla="*/ 1749903 w 2441401"/>
                <a:gd name="connsiteY373" fmla="*/ 661541 h 2351349"/>
                <a:gd name="connsiteX374" fmla="*/ 1772781 w 2441401"/>
                <a:gd name="connsiteY374" fmla="*/ 666510 h 2351349"/>
                <a:gd name="connsiteX375" fmla="*/ 1791186 w 2441401"/>
                <a:gd name="connsiteY375" fmla="*/ 659965 h 2351349"/>
                <a:gd name="connsiteX376" fmla="*/ 1812793 w 2441401"/>
                <a:gd name="connsiteY376" fmla="*/ 685855 h 2351349"/>
                <a:gd name="connsiteX377" fmla="*/ 1802358 w 2441401"/>
                <a:gd name="connsiteY377" fmla="*/ 717872 h 2351349"/>
                <a:gd name="connsiteX378" fmla="*/ 1800413 w 2441401"/>
                <a:gd name="connsiteY378" fmla="*/ 728473 h 2351349"/>
                <a:gd name="connsiteX379" fmla="*/ 1775997 w 2441401"/>
                <a:gd name="connsiteY379" fmla="*/ 755393 h 2351349"/>
                <a:gd name="connsiteX380" fmla="*/ 1767519 w 2441401"/>
                <a:gd name="connsiteY380" fmla="*/ 749368 h 2351349"/>
                <a:gd name="connsiteX381" fmla="*/ 1723402 w 2441401"/>
                <a:gd name="connsiteY381" fmla="*/ 795519 h 2351349"/>
                <a:gd name="connsiteX382" fmla="*/ 1711658 w 2441401"/>
                <a:gd name="connsiteY382" fmla="*/ 812627 h 2351349"/>
                <a:gd name="connsiteX383" fmla="*/ 1713996 w 2441401"/>
                <a:gd name="connsiteY383" fmla="*/ 820482 h 2351349"/>
                <a:gd name="connsiteX384" fmla="*/ 1695745 w 2441401"/>
                <a:gd name="connsiteY384" fmla="*/ 846487 h 2351349"/>
                <a:gd name="connsiteX385" fmla="*/ 1680327 w 2441401"/>
                <a:gd name="connsiteY385" fmla="*/ 858790 h 2351349"/>
                <a:gd name="connsiteX386" fmla="*/ 1654360 w 2441401"/>
                <a:gd name="connsiteY386" fmla="*/ 889498 h 2351349"/>
                <a:gd name="connsiteX387" fmla="*/ 1669117 w 2441401"/>
                <a:gd name="connsiteY387" fmla="*/ 899170 h 2351349"/>
                <a:gd name="connsiteX388" fmla="*/ 1661148 w 2441401"/>
                <a:gd name="connsiteY388" fmla="*/ 936666 h 2351349"/>
                <a:gd name="connsiteX389" fmla="*/ 1631266 w 2441401"/>
                <a:gd name="connsiteY389" fmla="*/ 952312 h 2351349"/>
                <a:gd name="connsiteX390" fmla="*/ 1623830 w 2441401"/>
                <a:gd name="connsiteY390" fmla="*/ 948270 h 2351349"/>
                <a:gd name="connsiteX391" fmla="*/ 1611819 w 2441401"/>
                <a:gd name="connsiteY391" fmla="*/ 936246 h 2351349"/>
                <a:gd name="connsiteX392" fmla="*/ 1578773 w 2441401"/>
                <a:gd name="connsiteY392" fmla="*/ 937682 h 2351349"/>
                <a:gd name="connsiteX393" fmla="*/ 1558945 w 2441401"/>
                <a:gd name="connsiteY393" fmla="*/ 972966 h 2351349"/>
                <a:gd name="connsiteX394" fmla="*/ 1530881 w 2441401"/>
                <a:gd name="connsiteY394" fmla="*/ 973869 h 2351349"/>
                <a:gd name="connsiteX395" fmla="*/ 1528262 w 2441401"/>
                <a:gd name="connsiteY395" fmla="*/ 983948 h 2351349"/>
                <a:gd name="connsiteX396" fmla="*/ 1515489 w 2441401"/>
                <a:gd name="connsiteY396" fmla="*/ 1002771 h 2351349"/>
                <a:gd name="connsiteX397" fmla="*/ 1527080 w 2441401"/>
                <a:gd name="connsiteY397" fmla="*/ 1094005 h 2351349"/>
                <a:gd name="connsiteX398" fmla="*/ 1516658 w 2441401"/>
                <a:gd name="connsiteY398" fmla="*/ 1117646 h 2351349"/>
                <a:gd name="connsiteX399" fmla="*/ 1522009 w 2441401"/>
                <a:gd name="connsiteY399" fmla="*/ 1138694 h 2351349"/>
                <a:gd name="connsiteX400" fmla="*/ 1517954 w 2441401"/>
                <a:gd name="connsiteY400" fmla="*/ 1166276 h 2351349"/>
                <a:gd name="connsiteX401" fmla="*/ 1508816 w 2441401"/>
                <a:gd name="connsiteY401" fmla="*/ 1190577 h 2351349"/>
                <a:gd name="connsiteX402" fmla="*/ 1518082 w 2441401"/>
                <a:gd name="connsiteY402" fmla="*/ 1194251 h 2351349"/>
                <a:gd name="connsiteX403" fmla="*/ 1546527 w 2441401"/>
                <a:gd name="connsiteY403" fmla="*/ 1181947 h 2351349"/>
                <a:gd name="connsiteX404" fmla="*/ 1544849 w 2441401"/>
                <a:gd name="connsiteY404" fmla="*/ 1173469 h 2351349"/>
                <a:gd name="connsiteX405" fmla="*/ 1548662 w 2441401"/>
                <a:gd name="connsiteY405" fmla="*/ 1159997 h 2351349"/>
                <a:gd name="connsiteX406" fmla="*/ 1562504 w 2441401"/>
                <a:gd name="connsiteY406" fmla="*/ 1165360 h 2351349"/>
                <a:gd name="connsiteX407" fmla="*/ 1571896 w 2441401"/>
                <a:gd name="connsiteY407" fmla="*/ 1185226 h 2351349"/>
                <a:gd name="connsiteX408" fmla="*/ 1581683 w 2441401"/>
                <a:gd name="connsiteY408" fmla="*/ 1188239 h 2351349"/>
                <a:gd name="connsiteX409" fmla="*/ 1590822 w 2441401"/>
                <a:gd name="connsiteY409" fmla="*/ 1190984 h 2351349"/>
                <a:gd name="connsiteX410" fmla="*/ 1603075 w 2441401"/>
                <a:gd name="connsiteY410" fmla="*/ 1176863 h 2351349"/>
                <a:gd name="connsiteX411" fmla="*/ 1606468 w 2441401"/>
                <a:gd name="connsiteY411" fmla="*/ 1170978 h 2351349"/>
                <a:gd name="connsiteX412" fmla="*/ 1627745 w 2441401"/>
                <a:gd name="connsiteY412" fmla="*/ 1171372 h 2351349"/>
                <a:gd name="connsiteX413" fmla="*/ 1650623 w 2441401"/>
                <a:gd name="connsiteY413" fmla="*/ 1182875 h 2351349"/>
                <a:gd name="connsiteX414" fmla="*/ 1653165 w 2441401"/>
                <a:gd name="connsiteY414" fmla="*/ 1188760 h 2351349"/>
                <a:gd name="connsiteX415" fmla="*/ 1666753 w 2441401"/>
                <a:gd name="connsiteY415" fmla="*/ 1208626 h 2351349"/>
                <a:gd name="connsiteX416" fmla="*/ 1696494 w 2441401"/>
                <a:gd name="connsiteY416" fmla="*/ 1228962 h 2351349"/>
                <a:gd name="connsiteX417" fmla="*/ 1720644 w 2441401"/>
                <a:gd name="connsiteY417" fmla="*/ 1205957 h 2351349"/>
                <a:gd name="connsiteX418" fmla="*/ 1729376 w 2441401"/>
                <a:gd name="connsiteY418" fmla="*/ 1233665 h 2351349"/>
                <a:gd name="connsiteX419" fmla="*/ 1712560 w 2441401"/>
                <a:gd name="connsiteY419" fmla="*/ 1241507 h 2351349"/>
                <a:gd name="connsiteX420" fmla="*/ 1707858 w 2441401"/>
                <a:gd name="connsiteY420" fmla="*/ 1244647 h 2351349"/>
                <a:gd name="connsiteX421" fmla="*/ 1698465 w 2441401"/>
                <a:gd name="connsiteY421" fmla="*/ 1246744 h 2351349"/>
                <a:gd name="connsiteX422" fmla="*/ 1659190 w 2441401"/>
                <a:gd name="connsiteY422" fmla="*/ 1291954 h 2351349"/>
                <a:gd name="connsiteX423" fmla="*/ 1656305 w 2441401"/>
                <a:gd name="connsiteY423" fmla="*/ 1295093 h 2351349"/>
                <a:gd name="connsiteX424" fmla="*/ 1651869 w 2441401"/>
                <a:gd name="connsiteY424" fmla="*/ 1307651 h 2351349"/>
                <a:gd name="connsiteX425" fmla="*/ 1654220 w 2441401"/>
                <a:gd name="connsiteY425" fmla="*/ 1313523 h 2351349"/>
                <a:gd name="connsiteX426" fmla="*/ 1648221 w 2441401"/>
                <a:gd name="connsiteY426" fmla="*/ 1327771 h 2351349"/>
                <a:gd name="connsiteX427" fmla="*/ 1643518 w 2441401"/>
                <a:gd name="connsiteY427" fmla="*/ 1325420 h 2351349"/>
                <a:gd name="connsiteX428" fmla="*/ 1638155 w 2441401"/>
                <a:gd name="connsiteY428" fmla="*/ 1321899 h 2351349"/>
                <a:gd name="connsiteX429" fmla="*/ 1641167 w 2441401"/>
                <a:gd name="connsiteY429" fmla="*/ 1309481 h 2351349"/>
                <a:gd name="connsiteX430" fmla="*/ 1634647 w 2441401"/>
                <a:gd name="connsiteY430" fmla="*/ 1307651 h 2351349"/>
                <a:gd name="connsiteX431" fmla="*/ 1632943 w 2441401"/>
                <a:gd name="connsiteY431" fmla="*/ 1294051 h 2351349"/>
                <a:gd name="connsiteX432" fmla="*/ 1623297 w 2441401"/>
                <a:gd name="connsiteY432" fmla="*/ 1292996 h 2351349"/>
                <a:gd name="connsiteX433" fmla="*/ 1584784 w 2441401"/>
                <a:gd name="connsiteY433" fmla="*/ 1303164 h 2351349"/>
                <a:gd name="connsiteX434" fmla="*/ 1567842 w 2441401"/>
                <a:gd name="connsiteY434" fmla="*/ 1292691 h 2351349"/>
                <a:gd name="connsiteX435" fmla="*/ 1543959 w 2441401"/>
                <a:gd name="connsiteY435" fmla="*/ 1337787 h 2351349"/>
                <a:gd name="connsiteX436" fmla="*/ 1568350 w 2441401"/>
                <a:gd name="connsiteY436" fmla="*/ 1379222 h 2351349"/>
                <a:gd name="connsiteX437" fmla="*/ 1580095 w 2441401"/>
                <a:gd name="connsiteY437" fmla="*/ 1378320 h 2351349"/>
                <a:gd name="connsiteX438" fmla="*/ 1585179 w 2441401"/>
                <a:gd name="connsiteY438" fmla="*/ 1400397 h 2351349"/>
                <a:gd name="connsiteX439" fmla="*/ 1599783 w 2441401"/>
                <a:gd name="connsiteY439" fmla="*/ 1398046 h 2351349"/>
                <a:gd name="connsiteX440" fmla="*/ 1616624 w 2441401"/>
                <a:gd name="connsiteY440" fmla="*/ 1434626 h 2351349"/>
                <a:gd name="connsiteX441" fmla="*/ 1637240 w 2441401"/>
                <a:gd name="connsiteY441" fmla="*/ 1436088 h 2351349"/>
                <a:gd name="connsiteX442" fmla="*/ 1685907 w 2441401"/>
                <a:gd name="connsiteY442" fmla="*/ 1378701 h 2351349"/>
                <a:gd name="connsiteX443" fmla="*/ 1700130 w 2441401"/>
                <a:gd name="connsiteY443" fmla="*/ 1348908 h 2351349"/>
                <a:gd name="connsiteX444" fmla="*/ 1719195 w 2441401"/>
                <a:gd name="connsiteY444" fmla="*/ 1357259 h 2351349"/>
                <a:gd name="connsiteX445" fmla="*/ 1714619 w 2441401"/>
                <a:gd name="connsiteY445" fmla="*/ 1393470 h 2351349"/>
                <a:gd name="connsiteX446" fmla="*/ 1731575 w 2441401"/>
                <a:gd name="connsiteY446" fmla="*/ 1398046 h 2351349"/>
                <a:gd name="connsiteX447" fmla="*/ 1747386 w 2441401"/>
                <a:gd name="connsiteY447" fmla="*/ 1377392 h 2351349"/>
                <a:gd name="connsiteX448" fmla="*/ 1793829 w 2441401"/>
                <a:gd name="connsiteY448" fmla="*/ 1389797 h 2351349"/>
                <a:gd name="connsiteX449" fmla="*/ 1831960 w 2441401"/>
                <a:gd name="connsiteY449" fmla="*/ 1408367 h 2351349"/>
                <a:gd name="connsiteX450" fmla="*/ 1845153 w 2441401"/>
                <a:gd name="connsiteY450" fmla="*/ 1413070 h 2351349"/>
                <a:gd name="connsiteX451" fmla="*/ 1856363 w 2441401"/>
                <a:gd name="connsiteY451" fmla="*/ 1417264 h 2351349"/>
                <a:gd name="connsiteX452" fmla="*/ 1850224 w 2441401"/>
                <a:gd name="connsiteY452" fmla="*/ 1429415 h 2351349"/>
                <a:gd name="connsiteX453" fmla="*/ 1858334 w 2441401"/>
                <a:gd name="connsiteY453" fmla="*/ 1440396 h 2351349"/>
                <a:gd name="connsiteX454" fmla="*/ 1863278 w 2441401"/>
                <a:gd name="connsiteY454" fmla="*/ 1450844 h 2351349"/>
                <a:gd name="connsiteX455" fmla="*/ 1897481 w 2441401"/>
                <a:gd name="connsiteY455" fmla="*/ 1493449 h 2351349"/>
                <a:gd name="connsiteX456" fmla="*/ 1886906 w 2441401"/>
                <a:gd name="connsiteY456" fmla="*/ 1524691 h 2351349"/>
                <a:gd name="connsiteX457" fmla="*/ 1894863 w 2441401"/>
                <a:gd name="connsiteY457" fmla="*/ 1602464 h 2351349"/>
                <a:gd name="connsiteX458" fmla="*/ 1964413 w 2441401"/>
                <a:gd name="connsiteY458" fmla="*/ 1575010 h 2351349"/>
                <a:gd name="connsiteX459" fmla="*/ 1974988 w 2441401"/>
                <a:gd name="connsiteY459" fmla="*/ 1555805 h 2351349"/>
                <a:gd name="connsiteX460" fmla="*/ 1991969 w 2441401"/>
                <a:gd name="connsiteY460" fmla="*/ 1525084 h 2351349"/>
                <a:gd name="connsiteX461" fmla="*/ 2009572 w 2441401"/>
                <a:gd name="connsiteY461" fmla="*/ 1493309 h 2351349"/>
                <a:gd name="connsiteX462" fmla="*/ 2057604 w 2441401"/>
                <a:gd name="connsiteY462" fmla="*/ 1459334 h 2351349"/>
                <a:gd name="connsiteX463" fmla="*/ 2142674 w 2441401"/>
                <a:gd name="connsiteY463" fmla="*/ 1459334 h 2351349"/>
                <a:gd name="connsiteX464" fmla="*/ 2155727 w 2441401"/>
                <a:gd name="connsiteY464" fmla="*/ 1434359 h 2351349"/>
                <a:gd name="connsiteX465" fmla="*/ 2212109 w 2441401"/>
                <a:gd name="connsiteY465" fmla="*/ 1402583 h 2351349"/>
                <a:gd name="connsiteX466" fmla="*/ 2226459 w 2441401"/>
                <a:gd name="connsiteY466" fmla="*/ 1357628 h 2351349"/>
                <a:gd name="connsiteX467" fmla="*/ 2281011 w 2441401"/>
                <a:gd name="connsiteY467" fmla="*/ 1321683 h 2351349"/>
                <a:gd name="connsiteX468" fmla="*/ 2318850 w 2441401"/>
                <a:gd name="connsiteY468" fmla="*/ 1295538 h 2351349"/>
                <a:gd name="connsiteX469" fmla="*/ 2331128 w 2441401"/>
                <a:gd name="connsiteY469" fmla="*/ 1328725 h 2351349"/>
                <a:gd name="connsiteX470" fmla="*/ 2364797 w 2441401"/>
                <a:gd name="connsiteY470" fmla="*/ 1315925 h 2351349"/>
                <a:gd name="connsiteX471" fmla="*/ 2382935 w 2441401"/>
                <a:gd name="connsiteY471" fmla="*/ 1285205 h 2351349"/>
                <a:gd name="connsiteX472" fmla="*/ 2416223 w 2441401"/>
                <a:gd name="connsiteY472" fmla="*/ 1263369 h 2351349"/>
                <a:gd name="connsiteX473" fmla="*/ 2435123 w 2441401"/>
                <a:gd name="connsiteY473" fmla="*/ 1333961 h 2351349"/>
                <a:gd name="connsiteX474" fmla="*/ 2441402 w 2441401"/>
                <a:gd name="connsiteY474" fmla="*/ 1357361 h 2351349"/>
                <a:gd name="connsiteX475" fmla="*/ 2422603 w 2441401"/>
                <a:gd name="connsiteY475" fmla="*/ 1393903 h 2351349"/>
                <a:gd name="connsiteX476" fmla="*/ 2389442 w 2441401"/>
                <a:gd name="connsiteY476" fmla="*/ 1458725 h 2351349"/>
                <a:gd name="connsiteX477" fmla="*/ 2392582 w 2441401"/>
                <a:gd name="connsiteY477" fmla="*/ 1477281 h 2351349"/>
                <a:gd name="connsiteX478" fmla="*/ 2406296 w 2441401"/>
                <a:gd name="connsiteY478" fmla="*/ 1557152 h 2351349"/>
                <a:gd name="connsiteX479" fmla="*/ 2385794 w 2441401"/>
                <a:gd name="connsiteY479" fmla="*/ 1592563 h 2351349"/>
                <a:gd name="connsiteX480" fmla="*/ 2329552 w 2441401"/>
                <a:gd name="connsiteY480" fmla="*/ 1599884 h 2351349"/>
                <a:gd name="connsiteX481" fmla="*/ 2362166 w 2441401"/>
                <a:gd name="connsiteY481" fmla="*/ 1676603 h 2351349"/>
                <a:gd name="connsiteX482" fmla="*/ 2325904 w 2441401"/>
                <a:gd name="connsiteY482" fmla="*/ 1780522 h 2351349"/>
                <a:gd name="connsiteX483" fmla="*/ 2355519 w 2441401"/>
                <a:gd name="connsiteY483" fmla="*/ 1815017 h 2351349"/>
                <a:gd name="connsiteX484" fmla="*/ 2360221 w 2441401"/>
                <a:gd name="connsiteY484" fmla="*/ 1839166 h 2351349"/>
                <a:gd name="connsiteX485" fmla="*/ 2366221 w 2441401"/>
                <a:gd name="connsiteY485" fmla="*/ 1869874 h 2351349"/>
                <a:gd name="connsiteX486" fmla="*/ 2379020 w 2441401"/>
                <a:gd name="connsiteY486" fmla="*/ 1935230 h 2351349"/>
                <a:gd name="connsiteX487" fmla="*/ 2339339 w 2441401"/>
                <a:gd name="connsiteY487" fmla="*/ 1977695 h 2351349"/>
                <a:gd name="connsiteX488" fmla="*/ 2325777 w 2441401"/>
                <a:gd name="connsiteY488" fmla="*/ 2006191 h 2351349"/>
                <a:gd name="connsiteX489" fmla="*/ 2353828 w 2441401"/>
                <a:gd name="connsiteY489" fmla="*/ 2068802 h 2351349"/>
                <a:gd name="connsiteX490" fmla="*/ 2269941 w 2441401"/>
                <a:gd name="connsiteY490" fmla="*/ 2133497 h 2351349"/>
                <a:gd name="connsiteX491" fmla="*/ 2227921 w 2441401"/>
                <a:gd name="connsiteY491" fmla="*/ 2194277 h 2351349"/>
                <a:gd name="connsiteX492" fmla="*/ 2186422 w 2441401"/>
                <a:gd name="connsiteY492" fmla="*/ 2202767 h 2351349"/>
                <a:gd name="connsiteX493" fmla="*/ 2164103 w 2441401"/>
                <a:gd name="connsiteY493" fmla="*/ 2264462 h 2351349"/>
                <a:gd name="connsiteX494" fmla="*/ 2106818 w 2441401"/>
                <a:gd name="connsiteY494" fmla="*/ 2308516 h 2351349"/>
                <a:gd name="connsiteX495" fmla="*/ 2080127 w 2441401"/>
                <a:gd name="connsiteY495" fmla="*/ 2314871 h 2351349"/>
                <a:gd name="connsiteX496" fmla="*/ 2071382 w 2441401"/>
                <a:gd name="connsiteY496" fmla="*/ 2309914 h 2351349"/>
                <a:gd name="connsiteX497" fmla="*/ 1992172 w 2441401"/>
                <a:gd name="connsiteY497" fmla="*/ 2351349 h 2351349"/>
                <a:gd name="connsiteX498" fmla="*/ 1982385 w 2441401"/>
                <a:gd name="connsiteY498" fmla="*/ 2331216 h 2351349"/>
                <a:gd name="connsiteX499" fmla="*/ 1968811 w 2441401"/>
                <a:gd name="connsiteY499" fmla="*/ 2311744 h 2351349"/>
                <a:gd name="connsiteX500" fmla="*/ 1953406 w 2441401"/>
                <a:gd name="connsiteY500" fmla="*/ 2299848 h 2351349"/>
                <a:gd name="connsiteX501" fmla="*/ 1949885 w 2441401"/>
                <a:gd name="connsiteY501" fmla="*/ 2291599 h 2351349"/>
                <a:gd name="connsiteX502" fmla="*/ 1947013 w 2441401"/>
                <a:gd name="connsiteY502" fmla="*/ 2256709 h 2351349"/>
                <a:gd name="connsiteX503" fmla="*/ 1941929 w 2441401"/>
                <a:gd name="connsiteY503" fmla="*/ 2247037 h 2351349"/>
                <a:gd name="connsiteX504" fmla="*/ 1933438 w 2441401"/>
                <a:gd name="connsiteY504" fmla="*/ 2240771 h 2351349"/>
                <a:gd name="connsiteX505" fmla="*/ 1929790 w 2441401"/>
                <a:gd name="connsiteY505" fmla="*/ 2231352 h 2351349"/>
                <a:gd name="connsiteX506" fmla="*/ 1931061 w 2441401"/>
                <a:gd name="connsiteY506" fmla="*/ 2224832 h 2351349"/>
                <a:gd name="connsiteX507" fmla="*/ 1928049 w 2441401"/>
                <a:gd name="connsiteY507" fmla="*/ 2219468 h 2351349"/>
                <a:gd name="connsiteX508" fmla="*/ 1920423 w 2441401"/>
                <a:gd name="connsiteY508" fmla="*/ 2211753 h 2351349"/>
                <a:gd name="connsiteX509" fmla="*/ 1914805 w 2441401"/>
                <a:gd name="connsiteY509" fmla="*/ 2203250 h 2351349"/>
                <a:gd name="connsiteX510" fmla="*/ 1903366 w 2441401"/>
                <a:gd name="connsiteY510" fmla="*/ 2177512 h 2351349"/>
                <a:gd name="connsiteX511" fmla="*/ 1903900 w 2441401"/>
                <a:gd name="connsiteY511" fmla="*/ 2165615 h 2351349"/>
                <a:gd name="connsiteX512" fmla="*/ 1899591 w 2441401"/>
                <a:gd name="connsiteY512" fmla="*/ 2155536 h 2351349"/>
                <a:gd name="connsiteX513" fmla="*/ 1882496 w 2441401"/>
                <a:gd name="connsiteY513" fmla="*/ 2141555 h 2351349"/>
                <a:gd name="connsiteX514" fmla="*/ 1863964 w 2441401"/>
                <a:gd name="connsiteY514" fmla="*/ 2121295 h 2351349"/>
                <a:gd name="connsiteX515" fmla="*/ 1854965 w 2441401"/>
                <a:gd name="connsiteY515" fmla="*/ 2111877 h 2351349"/>
                <a:gd name="connsiteX516" fmla="*/ 1850784 w 2441401"/>
                <a:gd name="connsiteY516" fmla="*/ 2099471 h 2351349"/>
                <a:gd name="connsiteX517" fmla="*/ 1846221 w 2441401"/>
                <a:gd name="connsiteY517" fmla="*/ 2073326 h 2351349"/>
                <a:gd name="connsiteX518" fmla="*/ 1841912 w 2441401"/>
                <a:gd name="connsiteY518" fmla="*/ 2060387 h 2351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Lst>
              <a:rect l="l" t="t" r="r" b="b"/>
              <a:pathLst>
                <a:path w="2441401" h="2351349">
                  <a:moveTo>
                    <a:pt x="402342" y="1060603"/>
                  </a:moveTo>
                  <a:lnTo>
                    <a:pt x="409269" y="1054985"/>
                  </a:lnTo>
                  <a:lnTo>
                    <a:pt x="413425" y="1048630"/>
                  </a:lnTo>
                  <a:lnTo>
                    <a:pt x="420619" y="1048096"/>
                  </a:lnTo>
                  <a:lnTo>
                    <a:pt x="423491" y="1040915"/>
                  </a:lnTo>
                  <a:lnTo>
                    <a:pt x="435236" y="1033835"/>
                  </a:lnTo>
                  <a:lnTo>
                    <a:pt x="448670" y="1029793"/>
                  </a:lnTo>
                  <a:lnTo>
                    <a:pt x="523190" y="964183"/>
                  </a:lnTo>
                  <a:lnTo>
                    <a:pt x="542370" y="952820"/>
                  </a:lnTo>
                  <a:lnTo>
                    <a:pt x="546424" y="944978"/>
                  </a:lnTo>
                  <a:lnTo>
                    <a:pt x="545242" y="931912"/>
                  </a:lnTo>
                  <a:lnTo>
                    <a:pt x="559071" y="912427"/>
                  </a:lnTo>
                  <a:lnTo>
                    <a:pt x="556732" y="906936"/>
                  </a:lnTo>
                  <a:lnTo>
                    <a:pt x="549551" y="906021"/>
                  </a:lnTo>
                  <a:lnTo>
                    <a:pt x="538455" y="920003"/>
                  </a:lnTo>
                  <a:lnTo>
                    <a:pt x="467214" y="971110"/>
                  </a:lnTo>
                  <a:lnTo>
                    <a:pt x="404934" y="1021544"/>
                  </a:lnTo>
                  <a:lnTo>
                    <a:pt x="385755" y="1049266"/>
                  </a:lnTo>
                  <a:lnTo>
                    <a:pt x="375434" y="1056446"/>
                  </a:lnTo>
                  <a:lnTo>
                    <a:pt x="374926" y="1066615"/>
                  </a:lnTo>
                  <a:lnTo>
                    <a:pt x="380531" y="1070796"/>
                  </a:lnTo>
                  <a:lnTo>
                    <a:pt x="393317" y="1059357"/>
                  </a:lnTo>
                  <a:lnTo>
                    <a:pt x="398134" y="1062878"/>
                  </a:lnTo>
                  <a:close/>
                  <a:moveTo>
                    <a:pt x="242091" y="1868972"/>
                  </a:moveTo>
                  <a:lnTo>
                    <a:pt x="217548" y="1849093"/>
                  </a:lnTo>
                  <a:lnTo>
                    <a:pt x="208282" y="1857736"/>
                  </a:lnTo>
                  <a:lnTo>
                    <a:pt x="207011" y="1878390"/>
                  </a:lnTo>
                  <a:close/>
                  <a:moveTo>
                    <a:pt x="1463059" y="756575"/>
                  </a:moveTo>
                  <a:lnTo>
                    <a:pt x="1491504" y="712661"/>
                  </a:lnTo>
                  <a:lnTo>
                    <a:pt x="1495546" y="676323"/>
                  </a:lnTo>
                  <a:lnTo>
                    <a:pt x="1468664" y="664960"/>
                  </a:lnTo>
                  <a:lnTo>
                    <a:pt x="1418281" y="722854"/>
                  </a:lnTo>
                  <a:lnTo>
                    <a:pt x="1438401" y="752393"/>
                  </a:lnTo>
                  <a:close/>
                  <a:moveTo>
                    <a:pt x="1602871" y="722461"/>
                  </a:moveTo>
                  <a:lnTo>
                    <a:pt x="1629232" y="740623"/>
                  </a:lnTo>
                  <a:lnTo>
                    <a:pt x="1650509" y="746775"/>
                  </a:lnTo>
                  <a:lnTo>
                    <a:pt x="1658466" y="736060"/>
                  </a:lnTo>
                  <a:lnTo>
                    <a:pt x="1654157" y="729782"/>
                  </a:lnTo>
                  <a:lnTo>
                    <a:pt x="1659635" y="721813"/>
                  </a:lnTo>
                  <a:lnTo>
                    <a:pt x="1691754" y="671620"/>
                  </a:lnTo>
                  <a:lnTo>
                    <a:pt x="1672307" y="648093"/>
                  </a:lnTo>
                  <a:lnTo>
                    <a:pt x="1662762" y="640251"/>
                  </a:lnTo>
                  <a:lnTo>
                    <a:pt x="1652988" y="631240"/>
                  </a:lnTo>
                  <a:lnTo>
                    <a:pt x="1630935" y="597519"/>
                  </a:lnTo>
                  <a:lnTo>
                    <a:pt x="1618924" y="607052"/>
                  </a:lnTo>
                  <a:lnTo>
                    <a:pt x="1600126" y="636730"/>
                  </a:lnTo>
                  <a:lnTo>
                    <a:pt x="1583425" y="660880"/>
                  </a:lnTo>
                  <a:lnTo>
                    <a:pt x="1555627" y="705569"/>
                  </a:lnTo>
                  <a:lnTo>
                    <a:pt x="1510354" y="711924"/>
                  </a:lnTo>
                  <a:lnTo>
                    <a:pt x="1498342" y="730989"/>
                  </a:lnTo>
                  <a:lnTo>
                    <a:pt x="1509044" y="742238"/>
                  </a:lnTo>
                  <a:lnTo>
                    <a:pt x="1535927" y="738323"/>
                  </a:lnTo>
                  <a:lnTo>
                    <a:pt x="1546489" y="735705"/>
                  </a:lnTo>
                  <a:lnTo>
                    <a:pt x="1558894" y="719753"/>
                  </a:lnTo>
                  <a:lnTo>
                    <a:pt x="1581213" y="713475"/>
                  </a:lnTo>
                  <a:close/>
                  <a:moveTo>
                    <a:pt x="2017999" y="196385"/>
                  </a:moveTo>
                  <a:lnTo>
                    <a:pt x="2033124" y="207825"/>
                  </a:lnTo>
                  <a:lnTo>
                    <a:pt x="2047360" y="210964"/>
                  </a:lnTo>
                  <a:lnTo>
                    <a:pt x="2067988" y="210417"/>
                  </a:lnTo>
                  <a:lnTo>
                    <a:pt x="2108038" y="187692"/>
                  </a:lnTo>
                  <a:lnTo>
                    <a:pt x="2119478" y="203109"/>
                  </a:lnTo>
                  <a:lnTo>
                    <a:pt x="2121956" y="215006"/>
                  </a:lnTo>
                  <a:lnTo>
                    <a:pt x="2105433" y="237757"/>
                  </a:lnTo>
                  <a:lnTo>
                    <a:pt x="2087295" y="240299"/>
                  </a:lnTo>
                  <a:lnTo>
                    <a:pt x="2061455" y="286564"/>
                  </a:lnTo>
                  <a:lnTo>
                    <a:pt x="2071369" y="319509"/>
                  </a:lnTo>
                  <a:lnTo>
                    <a:pt x="2057935" y="334532"/>
                  </a:lnTo>
                  <a:lnTo>
                    <a:pt x="2054122" y="337926"/>
                  </a:lnTo>
                  <a:lnTo>
                    <a:pt x="2051643" y="342108"/>
                  </a:lnTo>
                  <a:lnTo>
                    <a:pt x="2037281" y="361173"/>
                  </a:lnTo>
                  <a:lnTo>
                    <a:pt x="2006357" y="384293"/>
                  </a:lnTo>
                  <a:lnTo>
                    <a:pt x="1995388" y="366778"/>
                  </a:lnTo>
                  <a:lnTo>
                    <a:pt x="2014720" y="346912"/>
                  </a:lnTo>
                  <a:lnTo>
                    <a:pt x="2000879" y="297635"/>
                  </a:lnTo>
                  <a:lnTo>
                    <a:pt x="1968252" y="282993"/>
                  </a:lnTo>
                  <a:lnTo>
                    <a:pt x="1949440" y="305363"/>
                  </a:lnTo>
                  <a:lnTo>
                    <a:pt x="1922673" y="287708"/>
                  </a:lnTo>
                  <a:lnTo>
                    <a:pt x="1954651" y="257915"/>
                  </a:lnTo>
                  <a:lnTo>
                    <a:pt x="1903226" y="201571"/>
                  </a:lnTo>
                  <a:lnTo>
                    <a:pt x="1910140" y="170609"/>
                  </a:lnTo>
                  <a:lnTo>
                    <a:pt x="1857825" y="142761"/>
                  </a:lnTo>
                  <a:lnTo>
                    <a:pt x="1893185" y="112447"/>
                  </a:lnTo>
                  <a:lnTo>
                    <a:pt x="1892016" y="103550"/>
                  </a:lnTo>
                  <a:lnTo>
                    <a:pt x="1898371" y="95059"/>
                  </a:lnTo>
                  <a:lnTo>
                    <a:pt x="1930731" y="75194"/>
                  </a:lnTo>
                  <a:lnTo>
                    <a:pt x="1988677" y="39605"/>
                  </a:lnTo>
                  <a:lnTo>
                    <a:pt x="1994155" y="26666"/>
                  </a:lnTo>
                  <a:lnTo>
                    <a:pt x="2008899" y="13066"/>
                  </a:lnTo>
                  <a:lnTo>
                    <a:pt x="2016080" y="0"/>
                  </a:lnTo>
                  <a:lnTo>
                    <a:pt x="2060566" y="19472"/>
                  </a:lnTo>
                  <a:lnTo>
                    <a:pt x="2057960" y="71495"/>
                  </a:lnTo>
                  <a:lnTo>
                    <a:pt x="2065586" y="103003"/>
                  </a:lnTo>
                  <a:lnTo>
                    <a:pt x="2055939" y="118548"/>
                  </a:lnTo>
                  <a:lnTo>
                    <a:pt x="2035603" y="128716"/>
                  </a:lnTo>
                  <a:lnTo>
                    <a:pt x="2016944" y="149497"/>
                  </a:lnTo>
                  <a:lnTo>
                    <a:pt x="2002721" y="162576"/>
                  </a:lnTo>
                  <a:lnTo>
                    <a:pt x="2005060" y="178133"/>
                  </a:lnTo>
                  <a:close/>
                  <a:moveTo>
                    <a:pt x="1821410" y="2039581"/>
                  </a:moveTo>
                  <a:lnTo>
                    <a:pt x="1804048" y="2029781"/>
                  </a:lnTo>
                  <a:lnTo>
                    <a:pt x="1794389" y="2017884"/>
                  </a:lnTo>
                  <a:lnTo>
                    <a:pt x="1793346" y="1997739"/>
                  </a:lnTo>
                  <a:lnTo>
                    <a:pt x="1785720" y="1968200"/>
                  </a:lnTo>
                  <a:lnTo>
                    <a:pt x="1786394" y="1940238"/>
                  </a:lnTo>
                  <a:lnTo>
                    <a:pt x="1784424" y="1929777"/>
                  </a:lnTo>
                  <a:lnTo>
                    <a:pt x="1780369" y="1922075"/>
                  </a:lnTo>
                  <a:lnTo>
                    <a:pt x="1758978" y="1896057"/>
                  </a:lnTo>
                  <a:lnTo>
                    <a:pt x="1746700" y="1894888"/>
                  </a:lnTo>
                  <a:lnTo>
                    <a:pt x="1722436" y="1898409"/>
                  </a:lnTo>
                  <a:lnTo>
                    <a:pt x="1711607" y="1891875"/>
                  </a:lnTo>
                  <a:lnTo>
                    <a:pt x="1699469" y="1867726"/>
                  </a:lnTo>
                  <a:lnTo>
                    <a:pt x="1687597" y="1856477"/>
                  </a:lnTo>
                  <a:lnTo>
                    <a:pt x="1682768" y="1845649"/>
                  </a:lnTo>
                  <a:lnTo>
                    <a:pt x="1693203" y="1817788"/>
                  </a:lnTo>
                  <a:lnTo>
                    <a:pt x="1693597" y="1798443"/>
                  </a:lnTo>
                  <a:lnTo>
                    <a:pt x="1688767" y="1785110"/>
                  </a:lnTo>
                  <a:lnTo>
                    <a:pt x="1659991" y="1758304"/>
                  </a:lnTo>
                  <a:lnTo>
                    <a:pt x="1636630" y="1729795"/>
                  </a:lnTo>
                  <a:lnTo>
                    <a:pt x="1639769" y="1727062"/>
                  </a:lnTo>
                  <a:lnTo>
                    <a:pt x="1655949" y="1732426"/>
                  </a:lnTo>
                  <a:lnTo>
                    <a:pt x="1674214" y="1728498"/>
                  </a:lnTo>
                  <a:lnTo>
                    <a:pt x="1696533" y="1727062"/>
                  </a:lnTo>
                  <a:lnTo>
                    <a:pt x="1709459" y="1732286"/>
                  </a:lnTo>
                  <a:lnTo>
                    <a:pt x="1721851" y="1726528"/>
                  </a:lnTo>
                  <a:lnTo>
                    <a:pt x="1759563" y="1729287"/>
                  </a:lnTo>
                  <a:lnTo>
                    <a:pt x="1768968" y="1722093"/>
                  </a:lnTo>
                  <a:lnTo>
                    <a:pt x="1772235" y="1708887"/>
                  </a:lnTo>
                  <a:lnTo>
                    <a:pt x="1784869" y="1690203"/>
                  </a:lnTo>
                  <a:lnTo>
                    <a:pt x="1769616" y="1652072"/>
                  </a:lnTo>
                  <a:lnTo>
                    <a:pt x="1764799" y="1637964"/>
                  </a:lnTo>
                  <a:lnTo>
                    <a:pt x="1756830" y="1628952"/>
                  </a:lnTo>
                  <a:lnTo>
                    <a:pt x="1745734" y="1631164"/>
                  </a:lnTo>
                  <a:lnTo>
                    <a:pt x="1738832" y="1624491"/>
                  </a:lnTo>
                  <a:lnTo>
                    <a:pt x="1738311" y="1611031"/>
                  </a:lnTo>
                  <a:lnTo>
                    <a:pt x="1723949" y="1596402"/>
                  </a:lnTo>
                  <a:lnTo>
                    <a:pt x="1708035" y="1599922"/>
                  </a:lnTo>
                  <a:lnTo>
                    <a:pt x="1678535" y="1590517"/>
                  </a:lnTo>
                  <a:lnTo>
                    <a:pt x="1676057" y="1577972"/>
                  </a:lnTo>
                  <a:lnTo>
                    <a:pt x="1648272" y="1572608"/>
                  </a:lnTo>
                  <a:lnTo>
                    <a:pt x="1635562" y="1566596"/>
                  </a:lnTo>
                  <a:lnTo>
                    <a:pt x="1623424" y="1546069"/>
                  </a:lnTo>
                  <a:lnTo>
                    <a:pt x="1598118" y="1540057"/>
                  </a:lnTo>
                  <a:lnTo>
                    <a:pt x="1587949" y="1533143"/>
                  </a:lnTo>
                  <a:lnTo>
                    <a:pt x="1582738" y="1514446"/>
                  </a:lnTo>
                  <a:lnTo>
                    <a:pt x="1544112" y="1508561"/>
                  </a:lnTo>
                  <a:lnTo>
                    <a:pt x="1514345" y="1502816"/>
                  </a:lnTo>
                  <a:lnTo>
                    <a:pt x="1489026" y="1495622"/>
                  </a:lnTo>
                  <a:lnTo>
                    <a:pt x="1468690" y="1493792"/>
                  </a:lnTo>
                  <a:lnTo>
                    <a:pt x="1432288" y="1475502"/>
                  </a:lnTo>
                  <a:lnTo>
                    <a:pt x="1415841" y="1456551"/>
                  </a:lnTo>
                  <a:lnTo>
                    <a:pt x="1399521" y="1447921"/>
                  </a:lnTo>
                  <a:lnTo>
                    <a:pt x="1385311" y="1447921"/>
                  </a:lnTo>
                  <a:lnTo>
                    <a:pt x="1372906" y="1456551"/>
                  </a:lnTo>
                  <a:lnTo>
                    <a:pt x="1354641" y="1456551"/>
                  </a:lnTo>
                  <a:lnTo>
                    <a:pt x="1338321" y="1444654"/>
                  </a:lnTo>
                  <a:lnTo>
                    <a:pt x="1316917" y="1426352"/>
                  </a:lnTo>
                  <a:lnTo>
                    <a:pt x="1290429" y="1412371"/>
                  </a:lnTo>
                  <a:lnTo>
                    <a:pt x="1262632" y="1403219"/>
                  </a:lnTo>
                  <a:lnTo>
                    <a:pt x="1244494" y="1401262"/>
                  </a:lnTo>
                  <a:lnTo>
                    <a:pt x="1237834" y="1397728"/>
                  </a:lnTo>
                  <a:lnTo>
                    <a:pt x="1192688" y="1399431"/>
                  </a:lnTo>
                  <a:lnTo>
                    <a:pt x="1173241" y="1393941"/>
                  </a:lnTo>
                  <a:lnTo>
                    <a:pt x="1148189" y="1386734"/>
                  </a:lnTo>
                  <a:lnTo>
                    <a:pt x="1110211" y="1373808"/>
                  </a:lnTo>
                  <a:lnTo>
                    <a:pt x="1090764" y="1358251"/>
                  </a:lnTo>
                  <a:lnTo>
                    <a:pt x="1079401" y="1358644"/>
                  </a:lnTo>
                  <a:lnTo>
                    <a:pt x="1064925" y="1359915"/>
                  </a:lnTo>
                  <a:lnTo>
                    <a:pt x="1052786" y="1371354"/>
                  </a:lnTo>
                  <a:lnTo>
                    <a:pt x="1022117" y="1388742"/>
                  </a:lnTo>
                  <a:lnTo>
                    <a:pt x="978139" y="1387967"/>
                  </a:lnTo>
                  <a:lnTo>
                    <a:pt x="949401" y="1366665"/>
                  </a:lnTo>
                  <a:lnTo>
                    <a:pt x="924350" y="1361695"/>
                  </a:lnTo>
                  <a:lnTo>
                    <a:pt x="911639" y="1369143"/>
                  </a:lnTo>
                  <a:lnTo>
                    <a:pt x="893235" y="1397906"/>
                  </a:lnTo>
                  <a:lnTo>
                    <a:pt x="874055" y="1404033"/>
                  </a:lnTo>
                  <a:lnTo>
                    <a:pt x="864268" y="1429135"/>
                  </a:lnTo>
                  <a:lnTo>
                    <a:pt x="858002" y="1436202"/>
                  </a:lnTo>
                  <a:lnTo>
                    <a:pt x="841949" y="1435668"/>
                  </a:lnTo>
                  <a:lnTo>
                    <a:pt x="823037" y="1452268"/>
                  </a:lnTo>
                  <a:lnTo>
                    <a:pt x="822236" y="1471333"/>
                  </a:lnTo>
                  <a:lnTo>
                    <a:pt x="818601" y="1474358"/>
                  </a:lnTo>
                  <a:lnTo>
                    <a:pt x="808140" y="1471600"/>
                  </a:lnTo>
                  <a:lnTo>
                    <a:pt x="794426" y="1486140"/>
                  </a:lnTo>
                  <a:lnTo>
                    <a:pt x="767938" y="1495292"/>
                  </a:lnTo>
                  <a:lnTo>
                    <a:pt x="737522" y="1500376"/>
                  </a:lnTo>
                  <a:lnTo>
                    <a:pt x="713792" y="1517624"/>
                  </a:lnTo>
                  <a:lnTo>
                    <a:pt x="709611" y="1525072"/>
                  </a:lnTo>
                  <a:lnTo>
                    <a:pt x="692516" y="1529253"/>
                  </a:lnTo>
                  <a:lnTo>
                    <a:pt x="676335" y="1523762"/>
                  </a:lnTo>
                  <a:lnTo>
                    <a:pt x="662761" y="1512133"/>
                  </a:lnTo>
                  <a:lnTo>
                    <a:pt x="649580" y="1511230"/>
                  </a:lnTo>
                  <a:lnTo>
                    <a:pt x="594520" y="1521030"/>
                  </a:lnTo>
                  <a:lnTo>
                    <a:pt x="584593" y="1521157"/>
                  </a:lnTo>
                  <a:lnTo>
                    <a:pt x="569710" y="1533562"/>
                  </a:lnTo>
                  <a:lnTo>
                    <a:pt x="557317" y="1552119"/>
                  </a:lnTo>
                  <a:lnTo>
                    <a:pt x="528605" y="1573561"/>
                  </a:lnTo>
                  <a:lnTo>
                    <a:pt x="520648" y="1588190"/>
                  </a:lnTo>
                  <a:lnTo>
                    <a:pt x="506286" y="1605985"/>
                  </a:lnTo>
                  <a:lnTo>
                    <a:pt x="501850" y="1613700"/>
                  </a:lnTo>
                  <a:lnTo>
                    <a:pt x="481234" y="1625978"/>
                  </a:lnTo>
                  <a:lnTo>
                    <a:pt x="468524" y="1633604"/>
                  </a:lnTo>
                  <a:lnTo>
                    <a:pt x="465982" y="1660296"/>
                  </a:lnTo>
                  <a:lnTo>
                    <a:pt x="448886" y="1685119"/>
                  </a:lnTo>
                  <a:lnTo>
                    <a:pt x="449801" y="1708912"/>
                  </a:lnTo>
                  <a:lnTo>
                    <a:pt x="439633" y="1714937"/>
                  </a:lnTo>
                  <a:lnTo>
                    <a:pt x="431791" y="1730087"/>
                  </a:lnTo>
                  <a:lnTo>
                    <a:pt x="410006" y="1722118"/>
                  </a:lnTo>
                  <a:lnTo>
                    <a:pt x="400486" y="1722652"/>
                  </a:lnTo>
                  <a:lnTo>
                    <a:pt x="378167" y="1741463"/>
                  </a:lnTo>
                  <a:lnTo>
                    <a:pt x="347243" y="1785644"/>
                  </a:lnTo>
                  <a:lnTo>
                    <a:pt x="333541" y="1799625"/>
                  </a:lnTo>
                  <a:lnTo>
                    <a:pt x="303558" y="1838213"/>
                  </a:lnTo>
                  <a:lnTo>
                    <a:pt x="237528" y="1803196"/>
                  </a:lnTo>
                  <a:lnTo>
                    <a:pt x="225123" y="1809552"/>
                  </a:lnTo>
                  <a:lnTo>
                    <a:pt x="222251" y="1826545"/>
                  </a:lnTo>
                  <a:lnTo>
                    <a:pt x="268846" y="1848229"/>
                  </a:lnTo>
                  <a:lnTo>
                    <a:pt x="264410" y="1869683"/>
                  </a:lnTo>
                  <a:lnTo>
                    <a:pt x="292716" y="1881034"/>
                  </a:lnTo>
                  <a:lnTo>
                    <a:pt x="278493" y="1921554"/>
                  </a:lnTo>
                  <a:lnTo>
                    <a:pt x="267156" y="1948106"/>
                  </a:lnTo>
                  <a:lnTo>
                    <a:pt x="250048" y="1966586"/>
                  </a:lnTo>
                  <a:lnTo>
                    <a:pt x="238837" y="1984228"/>
                  </a:lnTo>
                  <a:lnTo>
                    <a:pt x="226686" y="2000751"/>
                  </a:lnTo>
                  <a:lnTo>
                    <a:pt x="215603" y="2007945"/>
                  </a:lnTo>
                  <a:lnTo>
                    <a:pt x="152561" y="1979843"/>
                  </a:lnTo>
                  <a:lnTo>
                    <a:pt x="119934" y="1937493"/>
                  </a:lnTo>
                  <a:lnTo>
                    <a:pt x="135071" y="1919851"/>
                  </a:lnTo>
                  <a:lnTo>
                    <a:pt x="151251" y="1890439"/>
                  </a:lnTo>
                  <a:lnTo>
                    <a:pt x="151912" y="1875937"/>
                  </a:lnTo>
                  <a:lnTo>
                    <a:pt x="191568" y="1842077"/>
                  </a:lnTo>
                  <a:lnTo>
                    <a:pt x="194975" y="1817381"/>
                  </a:lnTo>
                  <a:lnTo>
                    <a:pt x="216239" y="1798417"/>
                  </a:lnTo>
                  <a:lnTo>
                    <a:pt x="198622" y="1771726"/>
                  </a:lnTo>
                  <a:lnTo>
                    <a:pt x="193144" y="1757605"/>
                  </a:lnTo>
                  <a:lnTo>
                    <a:pt x="175007" y="1763757"/>
                  </a:lnTo>
                  <a:lnTo>
                    <a:pt x="110401" y="1705201"/>
                  </a:lnTo>
                  <a:lnTo>
                    <a:pt x="91615" y="1703231"/>
                  </a:lnTo>
                  <a:lnTo>
                    <a:pt x="63945" y="1670693"/>
                  </a:lnTo>
                  <a:lnTo>
                    <a:pt x="10702" y="1654093"/>
                  </a:lnTo>
                  <a:lnTo>
                    <a:pt x="0" y="1644942"/>
                  </a:lnTo>
                  <a:lnTo>
                    <a:pt x="22967" y="1598156"/>
                  </a:lnTo>
                  <a:lnTo>
                    <a:pt x="42287" y="1576447"/>
                  </a:lnTo>
                  <a:lnTo>
                    <a:pt x="17222" y="1533448"/>
                  </a:lnTo>
                  <a:lnTo>
                    <a:pt x="21658" y="1498952"/>
                  </a:lnTo>
                  <a:lnTo>
                    <a:pt x="71393" y="1452420"/>
                  </a:lnTo>
                  <a:lnTo>
                    <a:pt x="105190" y="1367720"/>
                  </a:lnTo>
                  <a:lnTo>
                    <a:pt x="197440" y="1263687"/>
                  </a:lnTo>
                  <a:lnTo>
                    <a:pt x="186751" y="1252565"/>
                  </a:lnTo>
                  <a:lnTo>
                    <a:pt x="104135" y="1169186"/>
                  </a:lnTo>
                  <a:lnTo>
                    <a:pt x="191428" y="1084091"/>
                  </a:lnTo>
                  <a:lnTo>
                    <a:pt x="232101" y="1062128"/>
                  </a:lnTo>
                  <a:lnTo>
                    <a:pt x="328940" y="968682"/>
                  </a:lnTo>
                  <a:lnTo>
                    <a:pt x="362609" y="928569"/>
                  </a:lnTo>
                  <a:lnTo>
                    <a:pt x="429974" y="868170"/>
                  </a:lnTo>
                  <a:lnTo>
                    <a:pt x="433507" y="852918"/>
                  </a:lnTo>
                  <a:lnTo>
                    <a:pt x="513505" y="810568"/>
                  </a:lnTo>
                  <a:lnTo>
                    <a:pt x="622457" y="743394"/>
                  </a:lnTo>
                  <a:lnTo>
                    <a:pt x="634862" y="718559"/>
                  </a:lnTo>
                  <a:lnTo>
                    <a:pt x="666638" y="710932"/>
                  </a:lnTo>
                  <a:lnTo>
                    <a:pt x="684432" y="693685"/>
                  </a:lnTo>
                  <a:lnTo>
                    <a:pt x="678560" y="680085"/>
                  </a:lnTo>
                  <a:lnTo>
                    <a:pt x="703878" y="656431"/>
                  </a:lnTo>
                  <a:lnTo>
                    <a:pt x="740420" y="653165"/>
                  </a:lnTo>
                  <a:lnTo>
                    <a:pt x="775399" y="626905"/>
                  </a:lnTo>
                  <a:lnTo>
                    <a:pt x="785847" y="610941"/>
                  </a:lnTo>
                  <a:lnTo>
                    <a:pt x="799675" y="600099"/>
                  </a:lnTo>
                  <a:lnTo>
                    <a:pt x="819376" y="550708"/>
                  </a:lnTo>
                  <a:lnTo>
                    <a:pt x="778398" y="507823"/>
                  </a:lnTo>
                  <a:lnTo>
                    <a:pt x="771090" y="475540"/>
                  </a:lnTo>
                  <a:lnTo>
                    <a:pt x="784792" y="461304"/>
                  </a:lnTo>
                  <a:lnTo>
                    <a:pt x="794312" y="409281"/>
                  </a:lnTo>
                  <a:lnTo>
                    <a:pt x="831896" y="360258"/>
                  </a:lnTo>
                  <a:lnTo>
                    <a:pt x="876801" y="375167"/>
                  </a:lnTo>
                  <a:lnTo>
                    <a:pt x="940085" y="350585"/>
                  </a:lnTo>
                  <a:lnTo>
                    <a:pt x="969318" y="339858"/>
                  </a:lnTo>
                  <a:lnTo>
                    <a:pt x="1042656" y="290288"/>
                  </a:lnTo>
                  <a:lnTo>
                    <a:pt x="1058188" y="280743"/>
                  </a:lnTo>
                  <a:lnTo>
                    <a:pt x="1091730" y="265491"/>
                  </a:lnTo>
                  <a:lnTo>
                    <a:pt x="1124879" y="258958"/>
                  </a:lnTo>
                  <a:lnTo>
                    <a:pt x="1162590" y="252679"/>
                  </a:lnTo>
                  <a:lnTo>
                    <a:pt x="1180600" y="244048"/>
                  </a:lnTo>
                  <a:lnTo>
                    <a:pt x="1212312" y="200923"/>
                  </a:lnTo>
                  <a:lnTo>
                    <a:pt x="1247024" y="167330"/>
                  </a:lnTo>
                  <a:lnTo>
                    <a:pt x="1366830" y="113210"/>
                  </a:lnTo>
                  <a:lnTo>
                    <a:pt x="1372181" y="128462"/>
                  </a:lnTo>
                  <a:lnTo>
                    <a:pt x="1357552" y="202448"/>
                  </a:lnTo>
                  <a:lnTo>
                    <a:pt x="1403880" y="243743"/>
                  </a:lnTo>
                  <a:lnTo>
                    <a:pt x="1400372" y="267410"/>
                  </a:lnTo>
                  <a:lnTo>
                    <a:pt x="1404681" y="268846"/>
                  </a:lnTo>
                  <a:lnTo>
                    <a:pt x="1403232" y="283221"/>
                  </a:lnTo>
                  <a:lnTo>
                    <a:pt x="1396877" y="306354"/>
                  </a:lnTo>
                  <a:lnTo>
                    <a:pt x="1438503" y="309354"/>
                  </a:lnTo>
                  <a:lnTo>
                    <a:pt x="1432249" y="326741"/>
                  </a:lnTo>
                  <a:lnTo>
                    <a:pt x="1416057" y="340074"/>
                  </a:lnTo>
                  <a:lnTo>
                    <a:pt x="1403664" y="344256"/>
                  </a:lnTo>
                  <a:lnTo>
                    <a:pt x="1386061" y="364783"/>
                  </a:lnTo>
                  <a:lnTo>
                    <a:pt x="1375892" y="366613"/>
                  </a:lnTo>
                  <a:lnTo>
                    <a:pt x="1355264" y="378637"/>
                  </a:lnTo>
                  <a:lnTo>
                    <a:pt x="1327301" y="413145"/>
                  </a:lnTo>
                  <a:lnTo>
                    <a:pt x="1313320" y="417594"/>
                  </a:lnTo>
                  <a:lnTo>
                    <a:pt x="1304969" y="426351"/>
                  </a:lnTo>
                  <a:lnTo>
                    <a:pt x="1296072" y="429351"/>
                  </a:lnTo>
                  <a:lnTo>
                    <a:pt x="1287175" y="446217"/>
                  </a:lnTo>
                  <a:lnTo>
                    <a:pt x="1277770" y="451174"/>
                  </a:lnTo>
                  <a:lnTo>
                    <a:pt x="1273080" y="457707"/>
                  </a:lnTo>
                  <a:lnTo>
                    <a:pt x="1260674" y="460719"/>
                  </a:lnTo>
                  <a:lnTo>
                    <a:pt x="1239792" y="472222"/>
                  </a:lnTo>
                  <a:lnTo>
                    <a:pt x="1189675" y="512742"/>
                  </a:lnTo>
                  <a:lnTo>
                    <a:pt x="1190603" y="529202"/>
                  </a:lnTo>
                  <a:lnTo>
                    <a:pt x="1192039" y="538099"/>
                  </a:lnTo>
                  <a:lnTo>
                    <a:pt x="1203771" y="550670"/>
                  </a:lnTo>
                  <a:lnTo>
                    <a:pt x="1214079" y="561638"/>
                  </a:lnTo>
                  <a:lnTo>
                    <a:pt x="1238012" y="559567"/>
                  </a:lnTo>
                  <a:lnTo>
                    <a:pt x="1244812" y="554737"/>
                  </a:lnTo>
                  <a:lnTo>
                    <a:pt x="1258374" y="554203"/>
                  </a:lnTo>
                  <a:lnTo>
                    <a:pt x="1268949" y="544035"/>
                  </a:lnTo>
                  <a:lnTo>
                    <a:pt x="1356916" y="499981"/>
                  </a:lnTo>
                  <a:lnTo>
                    <a:pt x="1384701" y="498024"/>
                  </a:lnTo>
                  <a:lnTo>
                    <a:pt x="1395390" y="502193"/>
                  </a:lnTo>
                  <a:lnTo>
                    <a:pt x="1405062" y="498799"/>
                  </a:lnTo>
                  <a:lnTo>
                    <a:pt x="1422539" y="511992"/>
                  </a:lnTo>
                  <a:lnTo>
                    <a:pt x="1440435" y="510823"/>
                  </a:lnTo>
                  <a:lnTo>
                    <a:pt x="1458051" y="493308"/>
                  </a:lnTo>
                  <a:lnTo>
                    <a:pt x="1477625" y="512539"/>
                  </a:lnTo>
                  <a:lnTo>
                    <a:pt x="1492496" y="518411"/>
                  </a:lnTo>
                  <a:lnTo>
                    <a:pt x="1471359" y="545344"/>
                  </a:lnTo>
                  <a:lnTo>
                    <a:pt x="1480091" y="555143"/>
                  </a:lnTo>
                  <a:lnTo>
                    <a:pt x="1490932" y="544823"/>
                  </a:lnTo>
                  <a:lnTo>
                    <a:pt x="1520547" y="571730"/>
                  </a:lnTo>
                  <a:lnTo>
                    <a:pt x="1553835" y="583627"/>
                  </a:lnTo>
                  <a:lnTo>
                    <a:pt x="1560101" y="589118"/>
                  </a:lnTo>
                  <a:lnTo>
                    <a:pt x="1576142" y="601015"/>
                  </a:lnTo>
                  <a:lnTo>
                    <a:pt x="1612556" y="584809"/>
                  </a:lnTo>
                  <a:lnTo>
                    <a:pt x="1633299" y="564282"/>
                  </a:lnTo>
                  <a:lnTo>
                    <a:pt x="1655352" y="568095"/>
                  </a:lnTo>
                  <a:lnTo>
                    <a:pt x="1681865" y="593185"/>
                  </a:lnTo>
                  <a:lnTo>
                    <a:pt x="1740180" y="571235"/>
                  </a:lnTo>
                  <a:lnTo>
                    <a:pt x="1751415" y="582674"/>
                  </a:lnTo>
                  <a:lnTo>
                    <a:pt x="1763681" y="563608"/>
                  </a:lnTo>
                  <a:lnTo>
                    <a:pt x="1772730" y="534146"/>
                  </a:lnTo>
                  <a:lnTo>
                    <a:pt x="1782390" y="527486"/>
                  </a:lnTo>
                  <a:lnTo>
                    <a:pt x="1793829" y="505129"/>
                  </a:lnTo>
                  <a:lnTo>
                    <a:pt x="1744895" y="492063"/>
                  </a:lnTo>
                  <a:lnTo>
                    <a:pt x="1740840" y="450882"/>
                  </a:lnTo>
                  <a:lnTo>
                    <a:pt x="1745658" y="418877"/>
                  </a:lnTo>
                  <a:lnTo>
                    <a:pt x="1769807" y="381764"/>
                  </a:lnTo>
                  <a:lnTo>
                    <a:pt x="1791872" y="361745"/>
                  </a:lnTo>
                  <a:lnTo>
                    <a:pt x="1765765" y="337036"/>
                  </a:lnTo>
                  <a:lnTo>
                    <a:pt x="1773595" y="309722"/>
                  </a:lnTo>
                  <a:lnTo>
                    <a:pt x="1752979" y="282268"/>
                  </a:lnTo>
                  <a:lnTo>
                    <a:pt x="1712903" y="261614"/>
                  </a:lnTo>
                  <a:lnTo>
                    <a:pt x="1734841" y="242015"/>
                  </a:lnTo>
                  <a:lnTo>
                    <a:pt x="1734841" y="233118"/>
                  </a:lnTo>
                  <a:lnTo>
                    <a:pt x="1778158" y="206846"/>
                  </a:lnTo>
                  <a:lnTo>
                    <a:pt x="1784170" y="246311"/>
                  </a:lnTo>
                  <a:lnTo>
                    <a:pt x="1810009" y="255488"/>
                  </a:lnTo>
                  <a:lnTo>
                    <a:pt x="1851368" y="325788"/>
                  </a:lnTo>
                  <a:lnTo>
                    <a:pt x="1871082" y="320170"/>
                  </a:lnTo>
                  <a:lnTo>
                    <a:pt x="1857901" y="271947"/>
                  </a:lnTo>
                  <a:lnTo>
                    <a:pt x="1881657" y="262923"/>
                  </a:lnTo>
                  <a:lnTo>
                    <a:pt x="1908920" y="299516"/>
                  </a:lnTo>
                  <a:lnTo>
                    <a:pt x="1912454" y="304231"/>
                  </a:lnTo>
                  <a:lnTo>
                    <a:pt x="1897201" y="322661"/>
                  </a:lnTo>
                  <a:lnTo>
                    <a:pt x="1878797" y="368011"/>
                  </a:lnTo>
                  <a:lnTo>
                    <a:pt x="1904027" y="401960"/>
                  </a:lnTo>
                  <a:lnTo>
                    <a:pt x="1918631" y="432287"/>
                  </a:lnTo>
                  <a:lnTo>
                    <a:pt x="1891367" y="454631"/>
                  </a:lnTo>
                  <a:lnTo>
                    <a:pt x="1863049" y="438693"/>
                  </a:lnTo>
                  <a:lnTo>
                    <a:pt x="1848699" y="465219"/>
                  </a:lnTo>
                  <a:lnTo>
                    <a:pt x="1861753" y="506654"/>
                  </a:lnTo>
                  <a:lnTo>
                    <a:pt x="1848572" y="552017"/>
                  </a:lnTo>
                  <a:lnTo>
                    <a:pt x="1808497" y="577628"/>
                  </a:lnTo>
                  <a:lnTo>
                    <a:pt x="1787881" y="619457"/>
                  </a:lnTo>
                  <a:lnTo>
                    <a:pt x="1758012" y="633184"/>
                  </a:lnTo>
                  <a:lnTo>
                    <a:pt x="1749903" y="661541"/>
                  </a:lnTo>
                  <a:lnTo>
                    <a:pt x="1772781" y="666510"/>
                  </a:lnTo>
                  <a:lnTo>
                    <a:pt x="1791186" y="659965"/>
                  </a:lnTo>
                  <a:lnTo>
                    <a:pt x="1812793" y="685855"/>
                  </a:lnTo>
                  <a:lnTo>
                    <a:pt x="1802358" y="717872"/>
                  </a:lnTo>
                  <a:lnTo>
                    <a:pt x="1800413" y="728473"/>
                  </a:lnTo>
                  <a:lnTo>
                    <a:pt x="1775997" y="755393"/>
                  </a:lnTo>
                  <a:lnTo>
                    <a:pt x="1767519" y="749368"/>
                  </a:lnTo>
                  <a:lnTo>
                    <a:pt x="1723402" y="795519"/>
                  </a:lnTo>
                  <a:lnTo>
                    <a:pt x="1711658" y="812627"/>
                  </a:lnTo>
                  <a:lnTo>
                    <a:pt x="1713996" y="820482"/>
                  </a:lnTo>
                  <a:lnTo>
                    <a:pt x="1695745" y="846487"/>
                  </a:lnTo>
                  <a:lnTo>
                    <a:pt x="1680327" y="858790"/>
                  </a:lnTo>
                  <a:lnTo>
                    <a:pt x="1654360" y="889498"/>
                  </a:lnTo>
                  <a:lnTo>
                    <a:pt x="1669117" y="899170"/>
                  </a:lnTo>
                  <a:lnTo>
                    <a:pt x="1661148" y="936666"/>
                  </a:lnTo>
                  <a:lnTo>
                    <a:pt x="1631266" y="952312"/>
                  </a:lnTo>
                  <a:lnTo>
                    <a:pt x="1623830" y="948270"/>
                  </a:lnTo>
                  <a:lnTo>
                    <a:pt x="1611819" y="936246"/>
                  </a:lnTo>
                  <a:lnTo>
                    <a:pt x="1578773" y="937682"/>
                  </a:lnTo>
                  <a:lnTo>
                    <a:pt x="1558945" y="972966"/>
                  </a:lnTo>
                  <a:lnTo>
                    <a:pt x="1530881" y="973869"/>
                  </a:lnTo>
                  <a:lnTo>
                    <a:pt x="1528262" y="983948"/>
                  </a:lnTo>
                  <a:lnTo>
                    <a:pt x="1515489" y="1002771"/>
                  </a:lnTo>
                  <a:lnTo>
                    <a:pt x="1527080" y="1094005"/>
                  </a:lnTo>
                  <a:lnTo>
                    <a:pt x="1516658" y="1117646"/>
                  </a:lnTo>
                  <a:lnTo>
                    <a:pt x="1522009" y="1138694"/>
                  </a:lnTo>
                  <a:lnTo>
                    <a:pt x="1517954" y="1166276"/>
                  </a:lnTo>
                  <a:lnTo>
                    <a:pt x="1508816" y="1190577"/>
                  </a:lnTo>
                  <a:lnTo>
                    <a:pt x="1518082" y="1194251"/>
                  </a:lnTo>
                  <a:lnTo>
                    <a:pt x="1546527" y="1181947"/>
                  </a:lnTo>
                  <a:lnTo>
                    <a:pt x="1544849" y="1173469"/>
                  </a:lnTo>
                  <a:lnTo>
                    <a:pt x="1548662" y="1159997"/>
                  </a:lnTo>
                  <a:lnTo>
                    <a:pt x="1562504" y="1165360"/>
                  </a:lnTo>
                  <a:lnTo>
                    <a:pt x="1571896" y="1185226"/>
                  </a:lnTo>
                  <a:lnTo>
                    <a:pt x="1581683" y="1188239"/>
                  </a:lnTo>
                  <a:lnTo>
                    <a:pt x="1590822" y="1190984"/>
                  </a:lnTo>
                  <a:lnTo>
                    <a:pt x="1603075" y="1176863"/>
                  </a:lnTo>
                  <a:lnTo>
                    <a:pt x="1606468" y="1170978"/>
                  </a:lnTo>
                  <a:lnTo>
                    <a:pt x="1627745" y="1171372"/>
                  </a:lnTo>
                  <a:lnTo>
                    <a:pt x="1650623" y="1182875"/>
                  </a:lnTo>
                  <a:lnTo>
                    <a:pt x="1653165" y="1188760"/>
                  </a:lnTo>
                  <a:lnTo>
                    <a:pt x="1666753" y="1208626"/>
                  </a:lnTo>
                  <a:lnTo>
                    <a:pt x="1696494" y="1228962"/>
                  </a:lnTo>
                  <a:lnTo>
                    <a:pt x="1720644" y="1205957"/>
                  </a:lnTo>
                  <a:lnTo>
                    <a:pt x="1729376" y="1233665"/>
                  </a:lnTo>
                  <a:lnTo>
                    <a:pt x="1712560" y="1241507"/>
                  </a:lnTo>
                  <a:lnTo>
                    <a:pt x="1707858" y="1244647"/>
                  </a:lnTo>
                  <a:lnTo>
                    <a:pt x="1698465" y="1246744"/>
                  </a:lnTo>
                  <a:lnTo>
                    <a:pt x="1659190" y="1291954"/>
                  </a:lnTo>
                  <a:lnTo>
                    <a:pt x="1656305" y="1295093"/>
                  </a:lnTo>
                  <a:lnTo>
                    <a:pt x="1651869" y="1307651"/>
                  </a:lnTo>
                  <a:lnTo>
                    <a:pt x="1654220" y="1313523"/>
                  </a:lnTo>
                  <a:lnTo>
                    <a:pt x="1648221" y="1327771"/>
                  </a:lnTo>
                  <a:lnTo>
                    <a:pt x="1643518" y="1325420"/>
                  </a:lnTo>
                  <a:lnTo>
                    <a:pt x="1638155" y="1321899"/>
                  </a:lnTo>
                  <a:lnTo>
                    <a:pt x="1641167" y="1309481"/>
                  </a:lnTo>
                  <a:lnTo>
                    <a:pt x="1634647" y="1307651"/>
                  </a:lnTo>
                  <a:lnTo>
                    <a:pt x="1632943" y="1294051"/>
                  </a:lnTo>
                  <a:lnTo>
                    <a:pt x="1623297" y="1292996"/>
                  </a:lnTo>
                  <a:lnTo>
                    <a:pt x="1584784" y="1303164"/>
                  </a:lnTo>
                  <a:lnTo>
                    <a:pt x="1567842" y="1292691"/>
                  </a:lnTo>
                  <a:lnTo>
                    <a:pt x="1543959" y="1337787"/>
                  </a:lnTo>
                  <a:lnTo>
                    <a:pt x="1568350" y="1379222"/>
                  </a:lnTo>
                  <a:lnTo>
                    <a:pt x="1580095" y="1378320"/>
                  </a:lnTo>
                  <a:lnTo>
                    <a:pt x="1585179" y="1400397"/>
                  </a:lnTo>
                  <a:lnTo>
                    <a:pt x="1599783" y="1398046"/>
                  </a:lnTo>
                  <a:lnTo>
                    <a:pt x="1616624" y="1434626"/>
                  </a:lnTo>
                  <a:lnTo>
                    <a:pt x="1637240" y="1436088"/>
                  </a:lnTo>
                  <a:lnTo>
                    <a:pt x="1685907" y="1378701"/>
                  </a:lnTo>
                  <a:lnTo>
                    <a:pt x="1700130" y="1348908"/>
                  </a:lnTo>
                  <a:lnTo>
                    <a:pt x="1719195" y="1357259"/>
                  </a:lnTo>
                  <a:lnTo>
                    <a:pt x="1714619" y="1393470"/>
                  </a:lnTo>
                  <a:lnTo>
                    <a:pt x="1731575" y="1398046"/>
                  </a:lnTo>
                  <a:lnTo>
                    <a:pt x="1747386" y="1377392"/>
                  </a:lnTo>
                  <a:lnTo>
                    <a:pt x="1793829" y="1389797"/>
                  </a:lnTo>
                  <a:lnTo>
                    <a:pt x="1831960" y="1408367"/>
                  </a:lnTo>
                  <a:lnTo>
                    <a:pt x="1845153" y="1413070"/>
                  </a:lnTo>
                  <a:lnTo>
                    <a:pt x="1856363" y="1417264"/>
                  </a:lnTo>
                  <a:lnTo>
                    <a:pt x="1850224" y="1429415"/>
                  </a:lnTo>
                  <a:lnTo>
                    <a:pt x="1858334" y="1440396"/>
                  </a:lnTo>
                  <a:lnTo>
                    <a:pt x="1863278" y="1450844"/>
                  </a:lnTo>
                  <a:lnTo>
                    <a:pt x="1897481" y="1493449"/>
                  </a:lnTo>
                  <a:lnTo>
                    <a:pt x="1886906" y="1524691"/>
                  </a:lnTo>
                  <a:lnTo>
                    <a:pt x="1894863" y="1602464"/>
                  </a:lnTo>
                  <a:lnTo>
                    <a:pt x="1964413" y="1575010"/>
                  </a:lnTo>
                  <a:lnTo>
                    <a:pt x="1974988" y="1555805"/>
                  </a:lnTo>
                  <a:lnTo>
                    <a:pt x="1991969" y="1525084"/>
                  </a:lnTo>
                  <a:lnTo>
                    <a:pt x="2009572" y="1493309"/>
                  </a:lnTo>
                  <a:lnTo>
                    <a:pt x="2057604" y="1459334"/>
                  </a:lnTo>
                  <a:lnTo>
                    <a:pt x="2142674" y="1459334"/>
                  </a:lnTo>
                  <a:lnTo>
                    <a:pt x="2155727" y="1434359"/>
                  </a:lnTo>
                  <a:lnTo>
                    <a:pt x="2212109" y="1402583"/>
                  </a:lnTo>
                  <a:lnTo>
                    <a:pt x="2226459" y="1357628"/>
                  </a:lnTo>
                  <a:lnTo>
                    <a:pt x="2281011" y="1321683"/>
                  </a:lnTo>
                  <a:lnTo>
                    <a:pt x="2318850" y="1295538"/>
                  </a:lnTo>
                  <a:lnTo>
                    <a:pt x="2331128" y="1328725"/>
                  </a:lnTo>
                  <a:lnTo>
                    <a:pt x="2364797" y="1315925"/>
                  </a:lnTo>
                  <a:lnTo>
                    <a:pt x="2382935" y="1285205"/>
                  </a:lnTo>
                  <a:lnTo>
                    <a:pt x="2416223" y="1263369"/>
                  </a:lnTo>
                  <a:lnTo>
                    <a:pt x="2435123" y="1333961"/>
                  </a:lnTo>
                  <a:lnTo>
                    <a:pt x="2441402" y="1357361"/>
                  </a:lnTo>
                  <a:lnTo>
                    <a:pt x="2422603" y="1393903"/>
                  </a:lnTo>
                  <a:lnTo>
                    <a:pt x="2389442" y="1458725"/>
                  </a:lnTo>
                  <a:lnTo>
                    <a:pt x="2392582" y="1477281"/>
                  </a:lnTo>
                  <a:lnTo>
                    <a:pt x="2406296" y="1557152"/>
                  </a:lnTo>
                  <a:lnTo>
                    <a:pt x="2385794" y="1592563"/>
                  </a:lnTo>
                  <a:lnTo>
                    <a:pt x="2329552" y="1599884"/>
                  </a:lnTo>
                  <a:lnTo>
                    <a:pt x="2362166" y="1676603"/>
                  </a:lnTo>
                  <a:lnTo>
                    <a:pt x="2325904" y="1780522"/>
                  </a:lnTo>
                  <a:lnTo>
                    <a:pt x="2355519" y="1815017"/>
                  </a:lnTo>
                  <a:lnTo>
                    <a:pt x="2360221" y="1839166"/>
                  </a:lnTo>
                  <a:lnTo>
                    <a:pt x="2366221" y="1869874"/>
                  </a:lnTo>
                  <a:lnTo>
                    <a:pt x="2379020" y="1935230"/>
                  </a:lnTo>
                  <a:lnTo>
                    <a:pt x="2339339" y="1977695"/>
                  </a:lnTo>
                  <a:lnTo>
                    <a:pt x="2325777" y="2006191"/>
                  </a:lnTo>
                  <a:lnTo>
                    <a:pt x="2353828" y="2068802"/>
                  </a:lnTo>
                  <a:lnTo>
                    <a:pt x="2269941" y="2133497"/>
                  </a:lnTo>
                  <a:lnTo>
                    <a:pt x="2227921" y="2194277"/>
                  </a:lnTo>
                  <a:lnTo>
                    <a:pt x="2186422" y="2202767"/>
                  </a:lnTo>
                  <a:lnTo>
                    <a:pt x="2164103" y="2264462"/>
                  </a:lnTo>
                  <a:lnTo>
                    <a:pt x="2106818" y="2308516"/>
                  </a:lnTo>
                  <a:lnTo>
                    <a:pt x="2080127" y="2314871"/>
                  </a:lnTo>
                  <a:lnTo>
                    <a:pt x="2071382" y="2309914"/>
                  </a:lnTo>
                  <a:lnTo>
                    <a:pt x="1992172" y="2351349"/>
                  </a:lnTo>
                  <a:lnTo>
                    <a:pt x="1982385" y="2331216"/>
                  </a:lnTo>
                  <a:lnTo>
                    <a:pt x="1968811" y="2311744"/>
                  </a:lnTo>
                  <a:lnTo>
                    <a:pt x="1953406" y="2299848"/>
                  </a:lnTo>
                  <a:lnTo>
                    <a:pt x="1949885" y="2291599"/>
                  </a:lnTo>
                  <a:lnTo>
                    <a:pt x="1947013" y="2256709"/>
                  </a:lnTo>
                  <a:lnTo>
                    <a:pt x="1941929" y="2247037"/>
                  </a:lnTo>
                  <a:lnTo>
                    <a:pt x="1933438" y="2240771"/>
                  </a:lnTo>
                  <a:lnTo>
                    <a:pt x="1929790" y="2231352"/>
                  </a:lnTo>
                  <a:lnTo>
                    <a:pt x="1931061" y="2224832"/>
                  </a:lnTo>
                  <a:lnTo>
                    <a:pt x="1928049" y="2219468"/>
                  </a:lnTo>
                  <a:lnTo>
                    <a:pt x="1920423" y="2211753"/>
                  </a:lnTo>
                  <a:lnTo>
                    <a:pt x="1914805" y="2203250"/>
                  </a:lnTo>
                  <a:lnTo>
                    <a:pt x="1903366" y="2177512"/>
                  </a:lnTo>
                  <a:lnTo>
                    <a:pt x="1903900" y="2165615"/>
                  </a:lnTo>
                  <a:lnTo>
                    <a:pt x="1899591" y="2155536"/>
                  </a:lnTo>
                  <a:lnTo>
                    <a:pt x="1882496" y="2141555"/>
                  </a:lnTo>
                  <a:lnTo>
                    <a:pt x="1863964" y="2121295"/>
                  </a:lnTo>
                  <a:lnTo>
                    <a:pt x="1854965" y="2111877"/>
                  </a:lnTo>
                  <a:lnTo>
                    <a:pt x="1850784" y="2099471"/>
                  </a:lnTo>
                  <a:lnTo>
                    <a:pt x="1846221" y="2073326"/>
                  </a:lnTo>
                  <a:lnTo>
                    <a:pt x="1841912" y="2060387"/>
                  </a:lnTo>
                  <a:close/>
                </a:path>
              </a:pathLst>
            </a:custGeom>
            <a:noFill/>
            <a:ln w="3810" cap="flat">
              <a:solidFill>
                <a:srgbClr val="E6E4E2"/>
              </a:solidFill>
              <a:prstDash val="solid"/>
              <a:miter/>
            </a:ln>
          </p:spPr>
          <p:txBody>
            <a:bodyPr rtlCol="0" anchor="ctr"/>
            <a:lstStyle/>
            <a:p>
              <a:endParaRPr lang="de-CH"/>
            </a:p>
          </p:txBody>
        </p:sp>
        <p:sp>
          <p:nvSpPr>
            <p:cNvPr id="126" name="Freihandform: Form 125">
              <a:extLst>
                <a:ext uri="{FF2B5EF4-FFF2-40B4-BE49-F238E27FC236}">
                  <a16:creationId xmlns:a16="http://schemas.microsoft.com/office/drawing/2014/main" id="{C874A66E-8AF1-C043-EE61-68475CF4138B}"/>
                </a:ext>
              </a:extLst>
            </p:cNvPr>
            <p:cNvSpPr/>
            <p:nvPr/>
          </p:nvSpPr>
          <p:spPr>
            <a:xfrm>
              <a:off x="3148410" y="3927456"/>
              <a:ext cx="3514905" cy="2393433"/>
            </a:xfrm>
            <a:custGeom>
              <a:avLst/>
              <a:gdLst>
                <a:gd name="connsiteX0" fmla="*/ 2829380 w 3514905"/>
                <a:gd name="connsiteY0" fmla="*/ 1058951 h 2393433"/>
                <a:gd name="connsiteX1" fmla="*/ 2794021 w 3514905"/>
                <a:gd name="connsiteY1" fmla="*/ 1090587 h 2393433"/>
                <a:gd name="connsiteX2" fmla="*/ 2778616 w 3514905"/>
                <a:gd name="connsiteY2" fmla="*/ 1123658 h 2393433"/>
                <a:gd name="connsiteX3" fmla="*/ 2758509 w 3514905"/>
                <a:gd name="connsiteY3" fmla="*/ 1133725 h 2393433"/>
                <a:gd name="connsiteX4" fmla="*/ 2743243 w 3514905"/>
                <a:gd name="connsiteY4" fmla="*/ 1159196 h 2393433"/>
                <a:gd name="connsiteX5" fmla="*/ 2723670 w 3514905"/>
                <a:gd name="connsiteY5" fmla="*/ 1168080 h 2393433"/>
                <a:gd name="connsiteX6" fmla="*/ 2725500 w 3514905"/>
                <a:gd name="connsiteY6" fmla="*/ 1181032 h 2393433"/>
                <a:gd name="connsiteX7" fmla="*/ 2714290 w 3514905"/>
                <a:gd name="connsiteY7" fmla="*/ 1186904 h 2393433"/>
                <a:gd name="connsiteX8" fmla="*/ 2728512 w 3514905"/>
                <a:gd name="connsiteY8" fmla="*/ 1198153 h 2393433"/>
                <a:gd name="connsiteX9" fmla="*/ 2760351 w 3514905"/>
                <a:gd name="connsiteY9" fmla="*/ 1208220 h 2393433"/>
                <a:gd name="connsiteX10" fmla="*/ 2776913 w 3514905"/>
                <a:gd name="connsiteY10" fmla="*/ 1247824 h 2393433"/>
                <a:gd name="connsiteX11" fmla="*/ 2791669 w 3514905"/>
                <a:gd name="connsiteY11" fmla="*/ 1250824 h 2393433"/>
                <a:gd name="connsiteX12" fmla="*/ 2804595 w 3514905"/>
                <a:gd name="connsiteY12" fmla="*/ 1275139 h 2393433"/>
                <a:gd name="connsiteX13" fmla="*/ 2831859 w 3514905"/>
                <a:gd name="connsiteY13" fmla="*/ 1280350 h 2393433"/>
                <a:gd name="connsiteX14" fmla="*/ 2850136 w 3514905"/>
                <a:gd name="connsiteY14" fmla="*/ 1332385 h 2393433"/>
                <a:gd name="connsiteX15" fmla="*/ 2859008 w 3514905"/>
                <a:gd name="connsiteY15" fmla="*/ 1376820 h 2393433"/>
                <a:gd name="connsiteX16" fmla="*/ 2883145 w 3514905"/>
                <a:gd name="connsiteY16" fmla="*/ 1399826 h 2393433"/>
                <a:gd name="connsiteX17" fmla="*/ 2892677 w 3514905"/>
                <a:gd name="connsiteY17" fmla="*/ 1430661 h 2393433"/>
                <a:gd name="connsiteX18" fmla="*/ 2857178 w 3514905"/>
                <a:gd name="connsiteY18" fmla="*/ 1474981 h 2393433"/>
                <a:gd name="connsiteX19" fmla="*/ 2869570 w 3514905"/>
                <a:gd name="connsiteY19" fmla="*/ 1517586 h 2393433"/>
                <a:gd name="connsiteX20" fmla="*/ 2849475 w 3514905"/>
                <a:gd name="connsiteY20" fmla="*/ 1553022 h 2393433"/>
                <a:gd name="connsiteX21" fmla="*/ 2828860 w 3514905"/>
                <a:gd name="connsiteY21" fmla="*/ 1562415 h 2393433"/>
                <a:gd name="connsiteX22" fmla="*/ 2811116 w 3514905"/>
                <a:gd name="connsiteY22" fmla="*/ 1557712 h 2393433"/>
                <a:gd name="connsiteX23" fmla="*/ 2787488 w 3514905"/>
                <a:gd name="connsiteY23" fmla="*/ 1576142 h 2393433"/>
                <a:gd name="connsiteX24" fmla="*/ 2779264 w 3514905"/>
                <a:gd name="connsiteY24" fmla="*/ 1613917 h 2393433"/>
                <a:gd name="connsiteX25" fmla="*/ 2747959 w 3514905"/>
                <a:gd name="connsiteY25" fmla="*/ 1640582 h 2393433"/>
                <a:gd name="connsiteX26" fmla="*/ 2687649 w 3514905"/>
                <a:gd name="connsiteY26" fmla="*/ 1650636 h 2393433"/>
                <a:gd name="connsiteX27" fmla="*/ 2649289 w 3514905"/>
                <a:gd name="connsiteY27" fmla="*/ 1664249 h 2393433"/>
                <a:gd name="connsiteX28" fmla="*/ 2614324 w 3514905"/>
                <a:gd name="connsiteY28" fmla="*/ 1667897 h 2393433"/>
                <a:gd name="connsiteX29" fmla="*/ 2607397 w 3514905"/>
                <a:gd name="connsiteY29" fmla="*/ 1715090 h 2393433"/>
                <a:gd name="connsiteX30" fmla="*/ 2593174 w 3514905"/>
                <a:gd name="connsiteY30" fmla="*/ 1734549 h 2393433"/>
                <a:gd name="connsiteX31" fmla="*/ 2594089 w 3514905"/>
                <a:gd name="connsiteY31" fmla="*/ 1776124 h 2393433"/>
                <a:gd name="connsiteX32" fmla="*/ 2615366 w 3514905"/>
                <a:gd name="connsiteY32" fmla="*/ 1829583 h 2393433"/>
                <a:gd name="connsiteX33" fmla="*/ 2578303 w 3514905"/>
                <a:gd name="connsiteY33" fmla="*/ 1864078 h 2393433"/>
                <a:gd name="connsiteX34" fmla="*/ 2586133 w 3514905"/>
                <a:gd name="connsiteY34" fmla="*/ 1885902 h 2393433"/>
                <a:gd name="connsiteX35" fmla="*/ 2572545 w 3514905"/>
                <a:gd name="connsiteY35" fmla="*/ 1904332 h 2393433"/>
                <a:gd name="connsiteX36" fmla="*/ 2573206 w 3514905"/>
                <a:gd name="connsiteY36" fmla="*/ 1930350 h 2393433"/>
                <a:gd name="connsiteX37" fmla="*/ 2549578 w 3514905"/>
                <a:gd name="connsiteY37" fmla="*/ 1928125 h 2393433"/>
                <a:gd name="connsiteX38" fmla="*/ 2523611 w 3514905"/>
                <a:gd name="connsiteY38" fmla="*/ 1978191 h 2393433"/>
                <a:gd name="connsiteX39" fmla="*/ 2493488 w 3514905"/>
                <a:gd name="connsiteY39" fmla="*/ 1971124 h 2393433"/>
                <a:gd name="connsiteX40" fmla="*/ 2462157 w 3514905"/>
                <a:gd name="connsiteY40" fmla="*/ 1977670 h 2393433"/>
                <a:gd name="connsiteX41" fmla="*/ 2435008 w 3514905"/>
                <a:gd name="connsiteY41" fmla="*/ 1971658 h 2393433"/>
                <a:gd name="connsiteX42" fmla="*/ 2356319 w 3514905"/>
                <a:gd name="connsiteY42" fmla="*/ 1975966 h 2393433"/>
                <a:gd name="connsiteX43" fmla="*/ 2325002 w 3514905"/>
                <a:gd name="connsiteY43" fmla="*/ 2027201 h 2393433"/>
                <a:gd name="connsiteX44" fmla="*/ 2297852 w 3514905"/>
                <a:gd name="connsiteY44" fmla="*/ 2045758 h 2393433"/>
                <a:gd name="connsiteX45" fmla="*/ 2299810 w 3514905"/>
                <a:gd name="connsiteY45" fmla="*/ 2108890 h 2393433"/>
                <a:gd name="connsiteX46" fmla="*/ 2283897 w 3514905"/>
                <a:gd name="connsiteY46" fmla="*/ 2126023 h 2393433"/>
                <a:gd name="connsiteX47" fmla="*/ 2280884 w 3514905"/>
                <a:gd name="connsiteY47" fmla="*/ 2154507 h 2393433"/>
                <a:gd name="connsiteX48" fmla="*/ 2296810 w 3514905"/>
                <a:gd name="connsiteY48" fmla="*/ 2184045 h 2393433"/>
                <a:gd name="connsiteX49" fmla="*/ 2287405 w 3514905"/>
                <a:gd name="connsiteY49" fmla="*/ 2203530 h 2393433"/>
                <a:gd name="connsiteX50" fmla="*/ 2257917 w 3514905"/>
                <a:gd name="connsiteY50" fmla="*/ 2218935 h 2393433"/>
                <a:gd name="connsiteX51" fmla="*/ 2246033 w 3514905"/>
                <a:gd name="connsiteY51" fmla="*/ 2206542 h 2393433"/>
                <a:gd name="connsiteX52" fmla="*/ 2199984 w 3514905"/>
                <a:gd name="connsiteY52" fmla="*/ 2200645 h 2393433"/>
                <a:gd name="connsiteX53" fmla="*/ 2168526 w 3514905"/>
                <a:gd name="connsiteY53" fmla="*/ 2187706 h 2393433"/>
                <a:gd name="connsiteX54" fmla="*/ 2136687 w 3514905"/>
                <a:gd name="connsiteY54" fmla="*/ 2221426 h 2393433"/>
                <a:gd name="connsiteX55" fmla="*/ 2059422 w 3514905"/>
                <a:gd name="connsiteY55" fmla="*/ 2155040 h 2393433"/>
                <a:gd name="connsiteX56" fmla="*/ 2027074 w 3514905"/>
                <a:gd name="connsiteY56" fmla="*/ 2148495 h 2393433"/>
                <a:gd name="connsiteX57" fmla="*/ 1994574 w 3514905"/>
                <a:gd name="connsiteY57" fmla="*/ 2194379 h 2393433"/>
                <a:gd name="connsiteX58" fmla="*/ 1964413 w 3514905"/>
                <a:gd name="connsiteY58" fmla="*/ 2195688 h 2393433"/>
                <a:gd name="connsiteX59" fmla="*/ 1937810 w 3514905"/>
                <a:gd name="connsiteY59" fmla="*/ 2162743 h 2393433"/>
                <a:gd name="connsiteX60" fmla="*/ 1940149 w 3514905"/>
                <a:gd name="connsiteY60" fmla="*/ 2121956 h 2393433"/>
                <a:gd name="connsiteX61" fmla="*/ 1915352 w 3514905"/>
                <a:gd name="connsiteY61" fmla="*/ 2103018 h 2393433"/>
                <a:gd name="connsiteX62" fmla="*/ 1884301 w 3514905"/>
                <a:gd name="connsiteY62" fmla="*/ 2100400 h 2393433"/>
                <a:gd name="connsiteX63" fmla="*/ 1855715 w 3514905"/>
                <a:gd name="connsiteY63" fmla="*/ 2049165 h 2393433"/>
                <a:gd name="connsiteX64" fmla="*/ 1835087 w 3514905"/>
                <a:gd name="connsiteY64" fmla="*/ 2043280 h 2393433"/>
                <a:gd name="connsiteX65" fmla="*/ 1800375 w 3514905"/>
                <a:gd name="connsiteY65" fmla="*/ 2060006 h 2393433"/>
                <a:gd name="connsiteX66" fmla="*/ 1761888 w 3514905"/>
                <a:gd name="connsiteY66" fmla="*/ 2054515 h 2393433"/>
                <a:gd name="connsiteX67" fmla="*/ 1737612 w 3514905"/>
                <a:gd name="connsiteY67" fmla="*/ 2062765 h 2393433"/>
                <a:gd name="connsiteX68" fmla="*/ 1679806 w 3514905"/>
                <a:gd name="connsiteY68" fmla="*/ 2053867 h 2393433"/>
                <a:gd name="connsiteX69" fmla="*/ 1663880 w 3514905"/>
                <a:gd name="connsiteY69" fmla="*/ 2003408 h 2393433"/>
                <a:gd name="connsiteX70" fmla="*/ 1639083 w 3514905"/>
                <a:gd name="connsiteY70" fmla="*/ 2014262 h 2393433"/>
                <a:gd name="connsiteX71" fmla="*/ 1608934 w 3514905"/>
                <a:gd name="connsiteY71" fmla="*/ 2014262 h 2393433"/>
                <a:gd name="connsiteX72" fmla="*/ 1597050 w 3514905"/>
                <a:gd name="connsiteY72" fmla="*/ 2044462 h 2393433"/>
                <a:gd name="connsiteX73" fmla="*/ 1605934 w 3514905"/>
                <a:gd name="connsiteY73" fmla="*/ 2088630 h 2393433"/>
                <a:gd name="connsiteX74" fmla="*/ 1588318 w 3514905"/>
                <a:gd name="connsiteY74" fmla="*/ 2104835 h 2393433"/>
                <a:gd name="connsiteX75" fmla="*/ 1558690 w 3514905"/>
                <a:gd name="connsiteY75" fmla="*/ 2098302 h 2393433"/>
                <a:gd name="connsiteX76" fmla="*/ 1544608 w 3514905"/>
                <a:gd name="connsiteY76" fmla="*/ 2087066 h 2393433"/>
                <a:gd name="connsiteX77" fmla="*/ 1525021 w 3514905"/>
                <a:gd name="connsiteY77" fmla="*/ 2090460 h 2393433"/>
                <a:gd name="connsiteX78" fmla="*/ 1503897 w 3514905"/>
                <a:gd name="connsiteY78" fmla="*/ 2086418 h 2393433"/>
                <a:gd name="connsiteX79" fmla="*/ 1486662 w 3514905"/>
                <a:gd name="connsiteY79" fmla="*/ 2104835 h 2393433"/>
                <a:gd name="connsiteX80" fmla="*/ 1463033 w 3514905"/>
                <a:gd name="connsiteY80" fmla="*/ 2111902 h 2393433"/>
                <a:gd name="connsiteX81" fmla="*/ 1454289 w 3514905"/>
                <a:gd name="connsiteY81" fmla="*/ 2124841 h 2393433"/>
                <a:gd name="connsiteX82" fmla="*/ 1460174 w 3514905"/>
                <a:gd name="connsiteY82" fmla="*/ 2162743 h 2393433"/>
                <a:gd name="connsiteX83" fmla="*/ 1430025 w 3514905"/>
                <a:gd name="connsiteY83" fmla="*/ 2163925 h 2393433"/>
                <a:gd name="connsiteX84" fmla="*/ 1415014 w 3514905"/>
                <a:gd name="connsiteY84" fmla="*/ 2175542 h 2393433"/>
                <a:gd name="connsiteX85" fmla="*/ 1396356 w 3514905"/>
                <a:gd name="connsiteY85" fmla="*/ 2178173 h 2393433"/>
                <a:gd name="connsiteX86" fmla="*/ 1375740 w 3514905"/>
                <a:gd name="connsiteY86" fmla="*/ 2211233 h 2393433"/>
                <a:gd name="connsiteX87" fmla="*/ 1326145 w 3514905"/>
                <a:gd name="connsiteY87" fmla="*/ 2246656 h 2393433"/>
                <a:gd name="connsiteX88" fmla="*/ 1305389 w 3514905"/>
                <a:gd name="connsiteY88" fmla="*/ 2240263 h 2393433"/>
                <a:gd name="connsiteX89" fmla="*/ 1290645 w 3514905"/>
                <a:gd name="connsiteY89" fmla="*/ 2266255 h 2393433"/>
                <a:gd name="connsiteX90" fmla="*/ 1265860 w 3514905"/>
                <a:gd name="connsiteY90" fmla="*/ 2281545 h 2393433"/>
                <a:gd name="connsiteX91" fmla="*/ 1232839 w 3514905"/>
                <a:gd name="connsiteY91" fmla="*/ 2259201 h 2393433"/>
                <a:gd name="connsiteX92" fmla="*/ 1212744 w 3514905"/>
                <a:gd name="connsiteY92" fmla="*/ 2257371 h 2393433"/>
                <a:gd name="connsiteX93" fmla="*/ 1200987 w 3514905"/>
                <a:gd name="connsiteY93" fmla="*/ 2235534 h 2393433"/>
                <a:gd name="connsiteX94" fmla="*/ 1179723 w 3514905"/>
                <a:gd name="connsiteY94" fmla="*/ 2227832 h 2393433"/>
                <a:gd name="connsiteX95" fmla="*/ 1144236 w 3514905"/>
                <a:gd name="connsiteY95" fmla="*/ 2243783 h 2393433"/>
                <a:gd name="connsiteX96" fmla="*/ 1128298 w 3514905"/>
                <a:gd name="connsiteY96" fmla="*/ 2234238 h 2393433"/>
                <a:gd name="connsiteX97" fmla="*/ 1120087 w 3514905"/>
                <a:gd name="connsiteY97" fmla="*/ 2218935 h 2393433"/>
                <a:gd name="connsiteX98" fmla="*/ 1079363 w 3514905"/>
                <a:gd name="connsiteY98" fmla="*/ 2210584 h 2393433"/>
                <a:gd name="connsiteX99" fmla="*/ 1068661 w 3514905"/>
                <a:gd name="connsiteY99" fmla="*/ 2218935 h 2393433"/>
                <a:gd name="connsiteX100" fmla="*/ 1049215 w 3514905"/>
                <a:gd name="connsiteY100" fmla="*/ 2262086 h 2393433"/>
                <a:gd name="connsiteX101" fmla="*/ 1010067 w 3514905"/>
                <a:gd name="connsiteY101" fmla="*/ 2303776 h 2393433"/>
                <a:gd name="connsiteX102" fmla="*/ 993633 w 3514905"/>
                <a:gd name="connsiteY102" fmla="*/ 2307690 h 2393433"/>
                <a:gd name="connsiteX103" fmla="*/ 985409 w 3514905"/>
                <a:gd name="connsiteY103" fmla="*/ 2290455 h 2393433"/>
                <a:gd name="connsiteX104" fmla="*/ 962442 w 3514905"/>
                <a:gd name="connsiteY104" fmla="*/ 2301157 h 2393433"/>
                <a:gd name="connsiteX105" fmla="*/ 943517 w 3514905"/>
                <a:gd name="connsiteY105" fmla="*/ 2294624 h 2393433"/>
                <a:gd name="connsiteX106" fmla="*/ 925239 w 3514905"/>
                <a:gd name="connsiteY106" fmla="*/ 2301678 h 2393433"/>
                <a:gd name="connsiteX107" fmla="*/ 919240 w 3514905"/>
                <a:gd name="connsiteY107" fmla="*/ 2317642 h 2393433"/>
                <a:gd name="connsiteX108" fmla="*/ 889358 w 3514905"/>
                <a:gd name="connsiteY108" fmla="*/ 2337623 h 2393433"/>
                <a:gd name="connsiteX109" fmla="*/ 889625 w 3514905"/>
                <a:gd name="connsiteY109" fmla="*/ 2375130 h 2393433"/>
                <a:gd name="connsiteX110" fmla="*/ 867166 w 3514905"/>
                <a:gd name="connsiteY110" fmla="*/ 2387815 h 2393433"/>
                <a:gd name="connsiteX111" fmla="*/ 832328 w 3514905"/>
                <a:gd name="connsiteY111" fmla="*/ 2373821 h 2393433"/>
                <a:gd name="connsiteX112" fmla="*/ 802967 w 3514905"/>
                <a:gd name="connsiteY112" fmla="*/ 2354362 h 2393433"/>
                <a:gd name="connsiteX113" fmla="*/ 801137 w 3514905"/>
                <a:gd name="connsiteY113" fmla="*/ 2334877 h 2393433"/>
                <a:gd name="connsiteX114" fmla="*/ 788744 w 3514905"/>
                <a:gd name="connsiteY114" fmla="*/ 2331878 h 2393433"/>
                <a:gd name="connsiteX115" fmla="*/ 755736 w 3514905"/>
                <a:gd name="connsiteY115" fmla="*/ 2348998 h 2393433"/>
                <a:gd name="connsiteX116" fmla="*/ 748669 w 3514905"/>
                <a:gd name="connsiteY116" fmla="*/ 2367428 h 2393433"/>
                <a:gd name="connsiteX117" fmla="*/ 712280 w 3514905"/>
                <a:gd name="connsiteY117" fmla="*/ 2389645 h 2393433"/>
                <a:gd name="connsiteX118" fmla="*/ 681864 w 3514905"/>
                <a:gd name="connsiteY118" fmla="*/ 2393433 h 2393433"/>
                <a:gd name="connsiteX119" fmla="*/ 664248 w 3514905"/>
                <a:gd name="connsiteY119" fmla="*/ 2369780 h 2393433"/>
                <a:gd name="connsiteX120" fmla="*/ 653012 w 3514905"/>
                <a:gd name="connsiteY120" fmla="*/ 2346126 h 2393433"/>
                <a:gd name="connsiteX121" fmla="*/ 660079 w 3514905"/>
                <a:gd name="connsiteY121" fmla="*/ 2332513 h 2393433"/>
                <a:gd name="connsiteX122" fmla="*/ 631100 w 3514905"/>
                <a:gd name="connsiteY122" fmla="*/ 2305872 h 2393433"/>
                <a:gd name="connsiteX123" fmla="*/ 624058 w 3514905"/>
                <a:gd name="connsiteY123" fmla="*/ 2285218 h 2393433"/>
                <a:gd name="connsiteX124" fmla="*/ 599261 w 3514905"/>
                <a:gd name="connsiteY124" fmla="*/ 2266255 h 2393433"/>
                <a:gd name="connsiteX125" fmla="*/ 595079 w 3514905"/>
                <a:gd name="connsiteY125" fmla="*/ 2232535 h 2393433"/>
                <a:gd name="connsiteX126" fmla="*/ 555550 w 3514905"/>
                <a:gd name="connsiteY126" fmla="*/ 2198166 h 2393433"/>
                <a:gd name="connsiteX127" fmla="*/ 537782 w 3514905"/>
                <a:gd name="connsiteY127" fmla="*/ 2150325 h 2393433"/>
                <a:gd name="connsiteX128" fmla="*/ 540794 w 3514905"/>
                <a:gd name="connsiteY128" fmla="*/ 2101836 h 2393433"/>
                <a:gd name="connsiteX129" fmla="*/ 504773 w 3514905"/>
                <a:gd name="connsiteY129" fmla="*/ 2087066 h 2393433"/>
                <a:gd name="connsiteX130" fmla="*/ 487297 w 3514905"/>
                <a:gd name="connsiteY130" fmla="*/ 2056091 h 2393433"/>
                <a:gd name="connsiteX131" fmla="*/ 494732 w 3514905"/>
                <a:gd name="connsiteY131" fmla="*/ 2035577 h 2393433"/>
                <a:gd name="connsiteX132" fmla="*/ 515856 w 3514905"/>
                <a:gd name="connsiteY132" fmla="*/ 2021838 h 2393433"/>
                <a:gd name="connsiteX133" fmla="*/ 490029 w 3514905"/>
                <a:gd name="connsiteY133" fmla="*/ 2003026 h 2393433"/>
                <a:gd name="connsiteX134" fmla="*/ 484157 w 3514905"/>
                <a:gd name="connsiteY134" fmla="*/ 1968124 h 2393433"/>
                <a:gd name="connsiteX135" fmla="*/ 463401 w 3514905"/>
                <a:gd name="connsiteY135" fmla="*/ 1971658 h 2393433"/>
                <a:gd name="connsiteX136" fmla="*/ 435083 w 3514905"/>
                <a:gd name="connsiteY136" fmla="*/ 1951665 h 2393433"/>
                <a:gd name="connsiteX137" fmla="*/ 426860 w 3514905"/>
                <a:gd name="connsiteY137" fmla="*/ 1911920 h 2393433"/>
                <a:gd name="connsiteX138" fmla="*/ 400893 w 3514905"/>
                <a:gd name="connsiteY138" fmla="*/ 1878327 h 2393433"/>
                <a:gd name="connsiteX139" fmla="*/ 386149 w 3514905"/>
                <a:gd name="connsiteY139" fmla="*/ 1877678 h 2393433"/>
                <a:gd name="connsiteX140" fmla="*/ 373108 w 3514905"/>
                <a:gd name="connsiteY140" fmla="*/ 1842255 h 2393433"/>
                <a:gd name="connsiteX141" fmla="*/ 357169 w 3514905"/>
                <a:gd name="connsiteY141" fmla="*/ 1814433 h 2393433"/>
                <a:gd name="connsiteX142" fmla="*/ 335384 w 3514905"/>
                <a:gd name="connsiteY142" fmla="*/ 1796117 h 2393433"/>
                <a:gd name="connsiteX143" fmla="*/ 341777 w 3514905"/>
                <a:gd name="connsiteY143" fmla="*/ 1777433 h 2393433"/>
                <a:gd name="connsiteX144" fmla="*/ 333554 w 3514905"/>
                <a:gd name="connsiteY144" fmla="*/ 1770112 h 2393433"/>
                <a:gd name="connsiteX145" fmla="*/ 319331 w 3514905"/>
                <a:gd name="connsiteY145" fmla="*/ 1778348 h 2393433"/>
                <a:gd name="connsiteX146" fmla="*/ 285662 w 3514905"/>
                <a:gd name="connsiteY146" fmla="*/ 1819123 h 2393433"/>
                <a:gd name="connsiteX147" fmla="*/ 258119 w 3514905"/>
                <a:gd name="connsiteY147" fmla="*/ 1823965 h 2393433"/>
                <a:gd name="connsiteX148" fmla="*/ 248459 w 3514905"/>
                <a:gd name="connsiteY148" fmla="*/ 1843958 h 2393433"/>
                <a:gd name="connsiteX149" fmla="*/ 212451 w 3514905"/>
                <a:gd name="connsiteY149" fmla="*/ 1826838 h 2393433"/>
                <a:gd name="connsiteX150" fmla="*/ 204100 w 3514905"/>
                <a:gd name="connsiteY150" fmla="*/ 1807620 h 2393433"/>
                <a:gd name="connsiteX151" fmla="*/ 221323 w 3514905"/>
                <a:gd name="connsiteY151" fmla="*/ 1754695 h 2393433"/>
                <a:gd name="connsiteX152" fmla="*/ 245739 w 3514905"/>
                <a:gd name="connsiteY152" fmla="*/ 1741222 h 2393433"/>
                <a:gd name="connsiteX153" fmla="*/ 244951 w 3514905"/>
                <a:gd name="connsiteY153" fmla="*/ 1709726 h 2393433"/>
                <a:gd name="connsiteX154" fmla="*/ 224844 w 3514905"/>
                <a:gd name="connsiteY154" fmla="*/ 1684903 h 2393433"/>
                <a:gd name="connsiteX155" fmla="*/ 250302 w 3514905"/>
                <a:gd name="connsiteY155" fmla="*/ 1641103 h 2393433"/>
                <a:gd name="connsiteX156" fmla="*/ 245612 w 3514905"/>
                <a:gd name="connsiteY156" fmla="*/ 1619280 h 2393433"/>
                <a:gd name="connsiteX157" fmla="*/ 265948 w 3514905"/>
                <a:gd name="connsiteY157" fmla="*/ 1592741 h 2393433"/>
                <a:gd name="connsiteX158" fmla="*/ 249641 w 3514905"/>
                <a:gd name="connsiteY158" fmla="*/ 1592614 h 2393433"/>
                <a:gd name="connsiteX159" fmla="*/ 226674 w 3514905"/>
                <a:gd name="connsiteY159" fmla="*/ 1603329 h 2393433"/>
                <a:gd name="connsiteX160" fmla="*/ 209579 w 3514905"/>
                <a:gd name="connsiteY160" fmla="*/ 1592093 h 2393433"/>
                <a:gd name="connsiteX161" fmla="*/ 155814 w 3514905"/>
                <a:gd name="connsiteY161" fmla="*/ 1587911 h 2393433"/>
                <a:gd name="connsiteX162" fmla="*/ 134537 w 3514905"/>
                <a:gd name="connsiteY162" fmla="*/ 1572481 h 2393433"/>
                <a:gd name="connsiteX163" fmla="*/ 89137 w 3514905"/>
                <a:gd name="connsiteY163" fmla="*/ 1575481 h 2393433"/>
                <a:gd name="connsiteX164" fmla="*/ 53891 w 3514905"/>
                <a:gd name="connsiteY164" fmla="*/ 1553530 h 2393433"/>
                <a:gd name="connsiteX165" fmla="*/ 38359 w 3514905"/>
                <a:gd name="connsiteY165" fmla="*/ 1511586 h 2393433"/>
                <a:gd name="connsiteX166" fmla="*/ 43075 w 3514905"/>
                <a:gd name="connsiteY166" fmla="*/ 1476557 h 2393433"/>
                <a:gd name="connsiteX167" fmla="*/ 85476 w 3514905"/>
                <a:gd name="connsiteY167" fmla="*/ 1419692 h 2393433"/>
                <a:gd name="connsiteX168" fmla="*/ 65763 w 3514905"/>
                <a:gd name="connsiteY168" fmla="*/ 1354603 h 2393433"/>
                <a:gd name="connsiteX169" fmla="*/ 98529 w 3514905"/>
                <a:gd name="connsiteY169" fmla="*/ 1295793 h 2393433"/>
                <a:gd name="connsiteX170" fmla="*/ 98529 w 3514905"/>
                <a:gd name="connsiteY170" fmla="*/ 1266775 h 2393433"/>
                <a:gd name="connsiteX171" fmla="*/ 126327 w 3514905"/>
                <a:gd name="connsiteY171" fmla="*/ 1249642 h 2393433"/>
                <a:gd name="connsiteX172" fmla="*/ 138071 w 3514905"/>
                <a:gd name="connsiteY172" fmla="*/ 1221807 h 2393433"/>
                <a:gd name="connsiteX173" fmla="*/ 164432 w 3514905"/>
                <a:gd name="connsiteY173" fmla="*/ 1202601 h 2393433"/>
                <a:gd name="connsiteX174" fmla="*/ 173965 w 3514905"/>
                <a:gd name="connsiteY174" fmla="*/ 1188608 h 2393433"/>
                <a:gd name="connsiteX175" fmla="*/ 178909 w 3514905"/>
                <a:gd name="connsiteY175" fmla="*/ 1147973 h 2393433"/>
                <a:gd name="connsiteX176" fmla="*/ 191314 w 3514905"/>
                <a:gd name="connsiteY176" fmla="*/ 1125476 h 2393433"/>
                <a:gd name="connsiteX177" fmla="*/ 184527 w 3514905"/>
                <a:gd name="connsiteY177" fmla="*/ 1096065 h 2393433"/>
                <a:gd name="connsiteX178" fmla="*/ 156475 w 3514905"/>
                <a:gd name="connsiteY178" fmla="*/ 1097641 h 2393433"/>
                <a:gd name="connsiteX179" fmla="*/ 118624 w 3514905"/>
                <a:gd name="connsiteY179" fmla="*/ 1065738 h 2393433"/>
                <a:gd name="connsiteX180" fmla="*/ 119794 w 3514905"/>
                <a:gd name="connsiteY180" fmla="*/ 1047448 h 2393433"/>
                <a:gd name="connsiteX181" fmla="*/ 103741 w 3514905"/>
                <a:gd name="connsiteY181" fmla="*/ 1019994 h 2393433"/>
                <a:gd name="connsiteX182" fmla="*/ 81434 w 3514905"/>
                <a:gd name="connsiteY182" fmla="*/ 1010067 h 2393433"/>
                <a:gd name="connsiteX183" fmla="*/ 59649 w 3514905"/>
                <a:gd name="connsiteY183" fmla="*/ 1011237 h 2393433"/>
                <a:gd name="connsiteX184" fmla="*/ 55467 w 3514905"/>
                <a:gd name="connsiteY184" fmla="*/ 978178 h 2393433"/>
                <a:gd name="connsiteX185" fmla="*/ 28827 w 3514905"/>
                <a:gd name="connsiteY185" fmla="*/ 975165 h 2393433"/>
                <a:gd name="connsiteX186" fmla="*/ 15926 w 3514905"/>
                <a:gd name="connsiteY186" fmla="*/ 931518 h 2393433"/>
                <a:gd name="connsiteX187" fmla="*/ 0 w 3514905"/>
                <a:gd name="connsiteY187" fmla="*/ 910737 h 2393433"/>
                <a:gd name="connsiteX188" fmla="*/ 2872 w 3514905"/>
                <a:gd name="connsiteY188" fmla="*/ 875314 h 2393433"/>
                <a:gd name="connsiteX189" fmla="*/ 46596 w 3514905"/>
                <a:gd name="connsiteY189" fmla="*/ 859884 h 2393433"/>
                <a:gd name="connsiteX190" fmla="*/ 72156 w 3514905"/>
                <a:gd name="connsiteY190" fmla="*/ 837552 h 2393433"/>
                <a:gd name="connsiteX191" fmla="*/ 67593 w 3514905"/>
                <a:gd name="connsiteY191" fmla="*/ 797807 h 2393433"/>
                <a:gd name="connsiteX192" fmla="*/ 75816 w 3514905"/>
                <a:gd name="connsiteY192" fmla="*/ 785262 h 2393433"/>
                <a:gd name="connsiteX193" fmla="*/ 114316 w 3514905"/>
                <a:gd name="connsiteY193" fmla="*/ 806043 h 2393433"/>
                <a:gd name="connsiteX194" fmla="*/ 128919 w 3514905"/>
                <a:gd name="connsiteY194" fmla="*/ 809564 h 2393433"/>
                <a:gd name="connsiteX195" fmla="*/ 161547 w 3514905"/>
                <a:gd name="connsiteY195" fmla="*/ 802904 h 2393433"/>
                <a:gd name="connsiteX196" fmla="*/ 172516 w 3514905"/>
                <a:gd name="connsiteY196" fmla="*/ 806551 h 2393433"/>
                <a:gd name="connsiteX197" fmla="*/ 181654 w 3514905"/>
                <a:gd name="connsiteY197" fmla="*/ 812843 h 2393433"/>
                <a:gd name="connsiteX198" fmla="*/ 187641 w 3514905"/>
                <a:gd name="connsiteY198" fmla="*/ 803832 h 2393433"/>
                <a:gd name="connsiteX199" fmla="*/ 183218 w 3514905"/>
                <a:gd name="connsiteY199" fmla="*/ 787486 h 2393433"/>
                <a:gd name="connsiteX200" fmla="*/ 186217 w 3514905"/>
                <a:gd name="connsiteY200" fmla="*/ 784728 h 2393433"/>
                <a:gd name="connsiteX201" fmla="*/ 209579 w 3514905"/>
                <a:gd name="connsiteY201" fmla="*/ 813237 h 2393433"/>
                <a:gd name="connsiteX202" fmla="*/ 238418 w 3514905"/>
                <a:gd name="connsiteY202" fmla="*/ 840018 h 2393433"/>
                <a:gd name="connsiteX203" fmla="*/ 243248 w 3514905"/>
                <a:gd name="connsiteY203" fmla="*/ 853350 h 2393433"/>
                <a:gd name="connsiteX204" fmla="*/ 242854 w 3514905"/>
                <a:gd name="connsiteY204" fmla="*/ 872695 h 2393433"/>
                <a:gd name="connsiteX205" fmla="*/ 232419 w 3514905"/>
                <a:gd name="connsiteY205" fmla="*/ 900556 h 2393433"/>
                <a:gd name="connsiteX206" fmla="*/ 237249 w 3514905"/>
                <a:gd name="connsiteY206" fmla="*/ 911385 h 2393433"/>
                <a:gd name="connsiteX207" fmla="*/ 249120 w 3514905"/>
                <a:gd name="connsiteY207" fmla="*/ 922634 h 2393433"/>
                <a:gd name="connsiteX208" fmla="*/ 261258 w 3514905"/>
                <a:gd name="connsiteY208" fmla="*/ 946809 h 2393433"/>
                <a:gd name="connsiteX209" fmla="*/ 272087 w 3514905"/>
                <a:gd name="connsiteY209" fmla="*/ 953342 h 2393433"/>
                <a:gd name="connsiteX210" fmla="*/ 296351 w 3514905"/>
                <a:gd name="connsiteY210" fmla="*/ 949821 h 2393433"/>
                <a:gd name="connsiteX211" fmla="*/ 308629 w 3514905"/>
                <a:gd name="connsiteY211" fmla="*/ 950990 h 2393433"/>
                <a:gd name="connsiteX212" fmla="*/ 330033 w 3514905"/>
                <a:gd name="connsiteY212" fmla="*/ 977008 h 2393433"/>
                <a:gd name="connsiteX213" fmla="*/ 334075 w 3514905"/>
                <a:gd name="connsiteY213" fmla="*/ 984710 h 2393433"/>
                <a:gd name="connsiteX214" fmla="*/ 336045 w 3514905"/>
                <a:gd name="connsiteY214" fmla="*/ 995171 h 2393433"/>
                <a:gd name="connsiteX215" fmla="*/ 335384 w 3514905"/>
                <a:gd name="connsiteY215" fmla="*/ 1023133 h 2393433"/>
                <a:gd name="connsiteX216" fmla="*/ 342947 w 3514905"/>
                <a:gd name="connsiteY216" fmla="*/ 1052672 h 2393433"/>
                <a:gd name="connsiteX217" fmla="*/ 344002 w 3514905"/>
                <a:gd name="connsiteY217" fmla="*/ 1072818 h 2393433"/>
                <a:gd name="connsiteX218" fmla="*/ 353661 w 3514905"/>
                <a:gd name="connsiteY218" fmla="*/ 1084714 h 2393433"/>
                <a:gd name="connsiteX219" fmla="*/ 371011 w 3514905"/>
                <a:gd name="connsiteY219" fmla="*/ 1094514 h 2393433"/>
                <a:gd name="connsiteX220" fmla="*/ 391373 w 3514905"/>
                <a:gd name="connsiteY220" fmla="*/ 1115422 h 2393433"/>
                <a:gd name="connsiteX221" fmla="*/ 395694 w 3514905"/>
                <a:gd name="connsiteY221" fmla="*/ 1128361 h 2393433"/>
                <a:gd name="connsiteX222" fmla="*/ 400244 w 3514905"/>
                <a:gd name="connsiteY222" fmla="*/ 1154506 h 2393433"/>
                <a:gd name="connsiteX223" fmla="*/ 404426 w 3514905"/>
                <a:gd name="connsiteY223" fmla="*/ 1166911 h 2393433"/>
                <a:gd name="connsiteX224" fmla="*/ 413425 w 3514905"/>
                <a:gd name="connsiteY224" fmla="*/ 1176330 h 2393433"/>
                <a:gd name="connsiteX225" fmla="*/ 431956 w 3514905"/>
                <a:gd name="connsiteY225" fmla="*/ 1196590 h 2393433"/>
                <a:gd name="connsiteX226" fmla="*/ 449052 w 3514905"/>
                <a:gd name="connsiteY226" fmla="*/ 1210558 h 2393433"/>
                <a:gd name="connsiteX227" fmla="*/ 453360 w 3514905"/>
                <a:gd name="connsiteY227" fmla="*/ 1220637 h 2393433"/>
                <a:gd name="connsiteX228" fmla="*/ 452826 w 3514905"/>
                <a:gd name="connsiteY228" fmla="*/ 1232534 h 2393433"/>
                <a:gd name="connsiteX229" fmla="*/ 464329 w 3514905"/>
                <a:gd name="connsiteY229" fmla="*/ 1258272 h 2393433"/>
                <a:gd name="connsiteX230" fmla="*/ 469934 w 3514905"/>
                <a:gd name="connsiteY230" fmla="*/ 1266775 h 2393433"/>
                <a:gd name="connsiteX231" fmla="*/ 477624 w 3514905"/>
                <a:gd name="connsiteY231" fmla="*/ 1274490 h 2393433"/>
                <a:gd name="connsiteX232" fmla="*/ 480636 w 3514905"/>
                <a:gd name="connsiteY232" fmla="*/ 1279841 h 2393433"/>
                <a:gd name="connsiteX233" fmla="*/ 479327 w 3514905"/>
                <a:gd name="connsiteY233" fmla="*/ 1286374 h 2393433"/>
                <a:gd name="connsiteX234" fmla="*/ 482988 w 3514905"/>
                <a:gd name="connsiteY234" fmla="*/ 1295793 h 2393433"/>
                <a:gd name="connsiteX235" fmla="*/ 491465 w 3514905"/>
                <a:gd name="connsiteY235" fmla="*/ 1302059 h 2393433"/>
                <a:gd name="connsiteX236" fmla="*/ 496562 w 3514905"/>
                <a:gd name="connsiteY236" fmla="*/ 1311731 h 2393433"/>
                <a:gd name="connsiteX237" fmla="*/ 499422 w 3514905"/>
                <a:gd name="connsiteY237" fmla="*/ 1346621 h 2393433"/>
                <a:gd name="connsiteX238" fmla="*/ 502943 w 3514905"/>
                <a:gd name="connsiteY238" fmla="*/ 1354870 h 2393433"/>
                <a:gd name="connsiteX239" fmla="*/ 518348 w 3514905"/>
                <a:gd name="connsiteY239" fmla="*/ 1366767 h 2393433"/>
                <a:gd name="connsiteX240" fmla="*/ 531922 w 3514905"/>
                <a:gd name="connsiteY240" fmla="*/ 1386238 h 2393433"/>
                <a:gd name="connsiteX241" fmla="*/ 541709 w 3514905"/>
                <a:gd name="connsiteY241" fmla="*/ 1406359 h 2393433"/>
                <a:gd name="connsiteX242" fmla="*/ 620919 w 3514905"/>
                <a:gd name="connsiteY242" fmla="*/ 1364936 h 2393433"/>
                <a:gd name="connsiteX243" fmla="*/ 629663 w 3514905"/>
                <a:gd name="connsiteY243" fmla="*/ 1369893 h 2393433"/>
                <a:gd name="connsiteX244" fmla="*/ 656419 w 3514905"/>
                <a:gd name="connsiteY244" fmla="*/ 1363500 h 2393433"/>
                <a:gd name="connsiteX245" fmla="*/ 713703 w 3514905"/>
                <a:gd name="connsiteY245" fmla="*/ 1319447 h 2393433"/>
                <a:gd name="connsiteX246" fmla="*/ 736023 w 3514905"/>
                <a:gd name="connsiteY246" fmla="*/ 1257751 h 2393433"/>
                <a:gd name="connsiteX247" fmla="*/ 777521 w 3514905"/>
                <a:gd name="connsiteY247" fmla="*/ 1249261 h 2393433"/>
                <a:gd name="connsiteX248" fmla="*/ 819541 w 3514905"/>
                <a:gd name="connsiteY248" fmla="*/ 1188480 h 2393433"/>
                <a:gd name="connsiteX249" fmla="*/ 903454 w 3514905"/>
                <a:gd name="connsiteY249" fmla="*/ 1123786 h 2393433"/>
                <a:gd name="connsiteX250" fmla="*/ 875403 w 3514905"/>
                <a:gd name="connsiteY250" fmla="*/ 1061175 h 2393433"/>
                <a:gd name="connsiteX251" fmla="*/ 888964 w 3514905"/>
                <a:gd name="connsiteY251" fmla="*/ 1032679 h 2393433"/>
                <a:gd name="connsiteX252" fmla="*/ 928646 w 3514905"/>
                <a:gd name="connsiteY252" fmla="*/ 990201 h 2393433"/>
                <a:gd name="connsiteX253" fmla="*/ 997942 w 3514905"/>
                <a:gd name="connsiteY253" fmla="*/ 980148 h 2393433"/>
                <a:gd name="connsiteX254" fmla="*/ 1017515 w 3514905"/>
                <a:gd name="connsiteY254" fmla="*/ 956227 h 2393433"/>
                <a:gd name="connsiteX255" fmla="*/ 1016727 w 3514905"/>
                <a:gd name="connsiteY255" fmla="*/ 897544 h 2393433"/>
                <a:gd name="connsiteX256" fmla="*/ 1121917 w 3514905"/>
                <a:gd name="connsiteY256" fmla="*/ 846817 h 2393433"/>
                <a:gd name="connsiteX257" fmla="*/ 1113948 w 3514905"/>
                <a:gd name="connsiteY257" fmla="*/ 930997 h 2393433"/>
                <a:gd name="connsiteX258" fmla="*/ 1133013 w 3514905"/>
                <a:gd name="connsiteY258" fmla="*/ 942894 h 2393433"/>
                <a:gd name="connsiteX259" fmla="*/ 1217307 w 3514905"/>
                <a:gd name="connsiteY259" fmla="*/ 913876 h 2393433"/>
                <a:gd name="connsiteX260" fmla="*/ 1264144 w 3514905"/>
                <a:gd name="connsiteY260" fmla="*/ 877017 h 2393433"/>
                <a:gd name="connsiteX261" fmla="*/ 1300305 w 3514905"/>
                <a:gd name="connsiteY261" fmla="*/ 850872 h 2393433"/>
                <a:gd name="connsiteX262" fmla="*/ 1380176 w 3514905"/>
                <a:gd name="connsiteY262" fmla="*/ 814801 h 2393433"/>
                <a:gd name="connsiteX263" fmla="*/ 1420238 w 3514905"/>
                <a:gd name="connsiteY263" fmla="*/ 842903 h 2393433"/>
                <a:gd name="connsiteX264" fmla="*/ 1464076 w 3514905"/>
                <a:gd name="connsiteY264" fmla="*/ 817279 h 2393433"/>
                <a:gd name="connsiteX265" fmla="*/ 1479608 w 3514905"/>
                <a:gd name="connsiteY265" fmla="*/ 860672 h 2393433"/>
                <a:gd name="connsiteX266" fmla="*/ 1505193 w 3514905"/>
                <a:gd name="connsiteY266" fmla="*/ 863150 h 2393433"/>
                <a:gd name="connsiteX267" fmla="*/ 1522009 w 3514905"/>
                <a:gd name="connsiteY267" fmla="*/ 845000 h 2393433"/>
                <a:gd name="connsiteX268" fmla="*/ 1585712 w 3514905"/>
                <a:gd name="connsiteY268" fmla="*/ 840691 h 2393433"/>
                <a:gd name="connsiteX269" fmla="*/ 1620678 w 3514905"/>
                <a:gd name="connsiteY269" fmla="*/ 806170 h 2393433"/>
                <a:gd name="connsiteX270" fmla="*/ 1560406 w 3514905"/>
                <a:gd name="connsiteY270" fmla="*/ 782923 h 2393433"/>
                <a:gd name="connsiteX271" fmla="*/ 1576714 w 3514905"/>
                <a:gd name="connsiteY271" fmla="*/ 744348 h 2393433"/>
                <a:gd name="connsiteX272" fmla="*/ 1630338 w 3514905"/>
                <a:gd name="connsiteY272" fmla="*/ 726579 h 2393433"/>
                <a:gd name="connsiteX273" fmla="*/ 1678484 w 3514905"/>
                <a:gd name="connsiteY273" fmla="*/ 731536 h 2393433"/>
                <a:gd name="connsiteX274" fmla="*/ 1711505 w 3514905"/>
                <a:gd name="connsiteY274" fmla="*/ 726579 h 2393433"/>
                <a:gd name="connsiteX275" fmla="*/ 1734079 w 3514905"/>
                <a:gd name="connsiteY275" fmla="*/ 665786 h 2393433"/>
                <a:gd name="connsiteX276" fmla="*/ 1765943 w 3514905"/>
                <a:gd name="connsiteY276" fmla="*/ 638739 h 2393433"/>
                <a:gd name="connsiteX277" fmla="*/ 1902184 w 3514905"/>
                <a:gd name="connsiteY277" fmla="*/ 692592 h 2393433"/>
                <a:gd name="connsiteX278" fmla="*/ 1928799 w 3514905"/>
                <a:gd name="connsiteY278" fmla="*/ 724863 h 2393433"/>
                <a:gd name="connsiteX279" fmla="*/ 1994447 w 3514905"/>
                <a:gd name="connsiteY279" fmla="*/ 703040 h 2393433"/>
                <a:gd name="connsiteX280" fmla="*/ 2012839 w 3514905"/>
                <a:gd name="connsiteY280" fmla="*/ 690380 h 2393433"/>
                <a:gd name="connsiteX281" fmla="*/ 2059028 w 3514905"/>
                <a:gd name="connsiteY281" fmla="*/ 654690 h 2393433"/>
                <a:gd name="connsiteX282" fmla="*/ 2212643 w 3514905"/>
                <a:gd name="connsiteY282" fmla="*/ 539154 h 2393433"/>
                <a:gd name="connsiteX283" fmla="*/ 2285714 w 3514905"/>
                <a:gd name="connsiteY283" fmla="*/ 538099 h 2393433"/>
                <a:gd name="connsiteX284" fmla="*/ 2389849 w 3514905"/>
                <a:gd name="connsiteY284" fmla="*/ 487373 h 2393433"/>
                <a:gd name="connsiteX285" fmla="*/ 2414265 w 3514905"/>
                <a:gd name="connsiteY285" fmla="*/ 451848 h 2393433"/>
                <a:gd name="connsiteX286" fmla="*/ 2467508 w 3514905"/>
                <a:gd name="connsiteY286" fmla="*/ 433278 h 2393433"/>
                <a:gd name="connsiteX287" fmla="*/ 2482239 w 3514905"/>
                <a:gd name="connsiteY287" fmla="*/ 401783 h 2393433"/>
                <a:gd name="connsiteX288" fmla="*/ 2456933 w 3514905"/>
                <a:gd name="connsiteY288" fmla="*/ 354729 h 2393433"/>
                <a:gd name="connsiteX289" fmla="*/ 2474817 w 3514905"/>
                <a:gd name="connsiteY289" fmla="*/ 335893 h 2393433"/>
                <a:gd name="connsiteX290" fmla="*/ 2507838 w 3514905"/>
                <a:gd name="connsiteY290" fmla="*/ 324136 h 2393433"/>
                <a:gd name="connsiteX291" fmla="*/ 2527666 w 3514905"/>
                <a:gd name="connsiteY291" fmla="*/ 296961 h 2393433"/>
                <a:gd name="connsiteX292" fmla="*/ 2576854 w 3514905"/>
                <a:gd name="connsiteY292" fmla="*/ 275252 h 2393433"/>
                <a:gd name="connsiteX293" fmla="*/ 2658416 w 3514905"/>
                <a:gd name="connsiteY293" fmla="*/ 314730 h 2393433"/>
                <a:gd name="connsiteX294" fmla="*/ 2682832 w 3514905"/>
                <a:gd name="connsiteY294" fmla="*/ 306240 h 2393433"/>
                <a:gd name="connsiteX295" fmla="*/ 2773519 w 3514905"/>
                <a:gd name="connsiteY295" fmla="*/ 330529 h 2393433"/>
                <a:gd name="connsiteX296" fmla="*/ 2796105 w 3514905"/>
                <a:gd name="connsiteY296" fmla="*/ 360741 h 2393433"/>
                <a:gd name="connsiteX297" fmla="*/ 2891762 w 3514905"/>
                <a:gd name="connsiteY297" fmla="*/ 374595 h 2393433"/>
                <a:gd name="connsiteX298" fmla="*/ 2912759 w 3514905"/>
                <a:gd name="connsiteY298" fmla="*/ 401783 h 2393433"/>
                <a:gd name="connsiteX299" fmla="*/ 3021216 w 3514905"/>
                <a:gd name="connsiteY299" fmla="*/ 384789 h 2393433"/>
                <a:gd name="connsiteX300" fmla="*/ 3062587 w 3514905"/>
                <a:gd name="connsiteY300" fmla="*/ 375231 h 2393433"/>
                <a:gd name="connsiteX301" fmla="*/ 3113098 w 3514905"/>
                <a:gd name="connsiteY301" fmla="*/ 348183 h 2393433"/>
                <a:gd name="connsiteX302" fmla="*/ 3175339 w 3514905"/>
                <a:gd name="connsiteY302" fmla="*/ 308845 h 2393433"/>
                <a:gd name="connsiteX303" fmla="*/ 3239018 w 3514905"/>
                <a:gd name="connsiteY303" fmla="*/ 273168 h 2393433"/>
                <a:gd name="connsiteX304" fmla="*/ 3281177 w 3514905"/>
                <a:gd name="connsiteY304" fmla="*/ 218133 h 2393433"/>
                <a:gd name="connsiteX305" fmla="*/ 3293430 w 3514905"/>
                <a:gd name="connsiteY305" fmla="*/ 64682 h 2393433"/>
                <a:gd name="connsiteX306" fmla="*/ 3333124 w 3514905"/>
                <a:gd name="connsiteY306" fmla="*/ 23654 h 2393433"/>
                <a:gd name="connsiteX307" fmla="*/ 3380355 w 3514905"/>
                <a:gd name="connsiteY307" fmla="*/ 0 h 2393433"/>
                <a:gd name="connsiteX308" fmla="*/ 3401632 w 3514905"/>
                <a:gd name="connsiteY308" fmla="*/ 16587 h 2393433"/>
                <a:gd name="connsiteX309" fmla="*/ 3397578 w 3514905"/>
                <a:gd name="connsiteY309" fmla="*/ 83252 h 2393433"/>
                <a:gd name="connsiteX310" fmla="*/ 3366005 w 3514905"/>
                <a:gd name="connsiteY310" fmla="*/ 206363 h 2393433"/>
                <a:gd name="connsiteX311" fmla="*/ 3406716 w 3514905"/>
                <a:gd name="connsiteY311" fmla="*/ 320996 h 2393433"/>
                <a:gd name="connsiteX312" fmla="*/ 3514905 w 3514905"/>
                <a:gd name="connsiteY312" fmla="*/ 378764 h 2393433"/>
                <a:gd name="connsiteX313" fmla="*/ 3444948 w 3514905"/>
                <a:gd name="connsiteY313" fmla="*/ 475616 h 2393433"/>
                <a:gd name="connsiteX314" fmla="*/ 3340814 w 3514905"/>
                <a:gd name="connsiteY314" fmla="*/ 479162 h 2393433"/>
                <a:gd name="connsiteX315" fmla="*/ 3340687 w 3514905"/>
                <a:gd name="connsiteY315" fmla="*/ 602286 h 2393433"/>
                <a:gd name="connsiteX316" fmla="*/ 3317707 w 3514905"/>
                <a:gd name="connsiteY316" fmla="*/ 613903 h 2393433"/>
                <a:gd name="connsiteX317" fmla="*/ 3282868 w 3514905"/>
                <a:gd name="connsiteY317" fmla="*/ 610369 h 2393433"/>
                <a:gd name="connsiteX318" fmla="*/ 3241636 w 3514905"/>
                <a:gd name="connsiteY318" fmla="*/ 663053 h 2393433"/>
                <a:gd name="connsiteX319" fmla="*/ 3201306 w 3514905"/>
                <a:gd name="connsiteY319" fmla="*/ 689325 h 2393433"/>
                <a:gd name="connsiteX320" fmla="*/ 3165680 w 3514905"/>
                <a:gd name="connsiteY320" fmla="*/ 686580 h 2393433"/>
                <a:gd name="connsiteX321" fmla="*/ 3135531 w 3514905"/>
                <a:gd name="connsiteY321" fmla="*/ 737561 h 2393433"/>
                <a:gd name="connsiteX322" fmla="*/ 3160062 w 3514905"/>
                <a:gd name="connsiteY322" fmla="*/ 751148 h 2393433"/>
                <a:gd name="connsiteX323" fmla="*/ 3178466 w 3514905"/>
                <a:gd name="connsiteY323" fmla="*/ 745784 h 2393433"/>
                <a:gd name="connsiteX324" fmla="*/ 3193731 w 3514905"/>
                <a:gd name="connsiteY324" fmla="*/ 768268 h 2393433"/>
                <a:gd name="connsiteX325" fmla="*/ 3191914 w 3514905"/>
                <a:gd name="connsiteY325" fmla="*/ 798468 h 2393433"/>
                <a:gd name="connsiteX326" fmla="*/ 3186690 w 3514905"/>
                <a:gd name="connsiteY326" fmla="*/ 832061 h 2393433"/>
                <a:gd name="connsiteX327" fmla="*/ 3124702 w 3514905"/>
                <a:gd name="connsiteY327" fmla="*/ 875835 h 2393433"/>
                <a:gd name="connsiteX328" fmla="*/ 3098074 w 3514905"/>
                <a:gd name="connsiteY328" fmla="*/ 866963 h 2393433"/>
                <a:gd name="connsiteX329" fmla="*/ 3083991 w 3514905"/>
                <a:gd name="connsiteY329" fmla="*/ 885889 h 2393433"/>
                <a:gd name="connsiteX330" fmla="*/ 3091033 w 3514905"/>
                <a:gd name="connsiteY330" fmla="*/ 903022 h 2393433"/>
                <a:gd name="connsiteX331" fmla="*/ 3092736 w 3514905"/>
                <a:gd name="connsiteY331" fmla="*/ 935039 h 2393433"/>
                <a:gd name="connsiteX332" fmla="*/ 3058533 w 3514905"/>
                <a:gd name="connsiteY332" fmla="*/ 930870 h 2393433"/>
                <a:gd name="connsiteX333" fmla="*/ 3049661 w 3514905"/>
                <a:gd name="connsiteY333" fmla="*/ 951511 h 2393433"/>
                <a:gd name="connsiteX334" fmla="*/ 3001896 w 3514905"/>
                <a:gd name="connsiteY334" fmla="*/ 964069 h 2393433"/>
                <a:gd name="connsiteX335" fmla="*/ 3005430 w 3514905"/>
                <a:gd name="connsiteY335" fmla="*/ 993595 h 2393433"/>
                <a:gd name="connsiteX336" fmla="*/ 2986504 w 3514905"/>
                <a:gd name="connsiteY336" fmla="*/ 1010728 h 2393433"/>
                <a:gd name="connsiteX337" fmla="*/ 2984674 w 3514905"/>
                <a:gd name="connsiteY337" fmla="*/ 1039746 h 2393433"/>
                <a:gd name="connsiteX338" fmla="*/ 2965876 w 3514905"/>
                <a:gd name="connsiteY338" fmla="*/ 1056205 h 2393433"/>
                <a:gd name="connsiteX339" fmla="*/ 2875201 w 3514905"/>
                <a:gd name="connsiteY339" fmla="*/ 1078169 h 2393433"/>
                <a:gd name="connsiteX340" fmla="*/ 2829380 w 3514905"/>
                <a:gd name="connsiteY340" fmla="*/ 1058951 h 2393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Lst>
              <a:rect l="l" t="t" r="r" b="b"/>
              <a:pathLst>
                <a:path w="3514905" h="2393433">
                  <a:moveTo>
                    <a:pt x="2829380" y="1058951"/>
                  </a:moveTo>
                  <a:lnTo>
                    <a:pt x="2794021" y="1090587"/>
                  </a:lnTo>
                  <a:lnTo>
                    <a:pt x="2778616" y="1123658"/>
                  </a:lnTo>
                  <a:lnTo>
                    <a:pt x="2758509" y="1133725"/>
                  </a:lnTo>
                  <a:lnTo>
                    <a:pt x="2743243" y="1159196"/>
                  </a:lnTo>
                  <a:lnTo>
                    <a:pt x="2723670" y="1168080"/>
                  </a:lnTo>
                  <a:lnTo>
                    <a:pt x="2725500" y="1181032"/>
                  </a:lnTo>
                  <a:lnTo>
                    <a:pt x="2714290" y="1186904"/>
                  </a:lnTo>
                  <a:lnTo>
                    <a:pt x="2728512" y="1198153"/>
                  </a:lnTo>
                  <a:lnTo>
                    <a:pt x="2760351" y="1208220"/>
                  </a:lnTo>
                  <a:lnTo>
                    <a:pt x="2776913" y="1247824"/>
                  </a:lnTo>
                  <a:lnTo>
                    <a:pt x="2791669" y="1250824"/>
                  </a:lnTo>
                  <a:lnTo>
                    <a:pt x="2804595" y="1275139"/>
                  </a:lnTo>
                  <a:lnTo>
                    <a:pt x="2831859" y="1280350"/>
                  </a:lnTo>
                  <a:lnTo>
                    <a:pt x="2850136" y="1332385"/>
                  </a:lnTo>
                  <a:lnTo>
                    <a:pt x="2859008" y="1376820"/>
                  </a:lnTo>
                  <a:lnTo>
                    <a:pt x="2883145" y="1399826"/>
                  </a:lnTo>
                  <a:lnTo>
                    <a:pt x="2892677" y="1430661"/>
                  </a:lnTo>
                  <a:lnTo>
                    <a:pt x="2857178" y="1474981"/>
                  </a:lnTo>
                  <a:lnTo>
                    <a:pt x="2869570" y="1517586"/>
                  </a:lnTo>
                  <a:lnTo>
                    <a:pt x="2849475" y="1553022"/>
                  </a:lnTo>
                  <a:lnTo>
                    <a:pt x="2828860" y="1562415"/>
                  </a:lnTo>
                  <a:lnTo>
                    <a:pt x="2811116" y="1557712"/>
                  </a:lnTo>
                  <a:lnTo>
                    <a:pt x="2787488" y="1576142"/>
                  </a:lnTo>
                  <a:lnTo>
                    <a:pt x="2779264" y="1613917"/>
                  </a:lnTo>
                  <a:lnTo>
                    <a:pt x="2747959" y="1640582"/>
                  </a:lnTo>
                  <a:lnTo>
                    <a:pt x="2687649" y="1650636"/>
                  </a:lnTo>
                  <a:lnTo>
                    <a:pt x="2649289" y="1664249"/>
                  </a:lnTo>
                  <a:lnTo>
                    <a:pt x="2614324" y="1667897"/>
                  </a:lnTo>
                  <a:lnTo>
                    <a:pt x="2607397" y="1715090"/>
                  </a:lnTo>
                  <a:lnTo>
                    <a:pt x="2593174" y="1734549"/>
                  </a:lnTo>
                  <a:lnTo>
                    <a:pt x="2594089" y="1776124"/>
                  </a:lnTo>
                  <a:lnTo>
                    <a:pt x="2615366" y="1829583"/>
                  </a:lnTo>
                  <a:lnTo>
                    <a:pt x="2578303" y="1864078"/>
                  </a:lnTo>
                  <a:lnTo>
                    <a:pt x="2586133" y="1885902"/>
                  </a:lnTo>
                  <a:lnTo>
                    <a:pt x="2572545" y="1904332"/>
                  </a:lnTo>
                  <a:lnTo>
                    <a:pt x="2573206" y="1930350"/>
                  </a:lnTo>
                  <a:lnTo>
                    <a:pt x="2549578" y="1928125"/>
                  </a:lnTo>
                  <a:lnTo>
                    <a:pt x="2523611" y="1978191"/>
                  </a:lnTo>
                  <a:lnTo>
                    <a:pt x="2493488" y="1971124"/>
                  </a:lnTo>
                  <a:lnTo>
                    <a:pt x="2462157" y="1977670"/>
                  </a:lnTo>
                  <a:lnTo>
                    <a:pt x="2435008" y="1971658"/>
                  </a:lnTo>
                  <a:lnTo>
                    <a:pt x="2356319" y="1975966"/>
                  </a:lnTo>
                  <a:lnTo>
                    <a:pt x="2325002" y="2027201"/>
                  </a:lnTo>
                  <a:lnTo>
                    <a:pt x="2297852" y="2045758"/>
                  </a:lnTo>
                  <a:lnTo>
                    <a:pt x="2299810" y="2108890"/>
                  </a:lnTo>
                  <a:lnTo>
                    <a:pt x="2283897" y="2126023"/>
                  </a:lnTo>
                  <a:lnTo>
                    <a:pt x="2280884" y="2154507"/>
                  </a:lnTo>
                  <a:lnTo>
                    <a:pt x="2296810" y="2184045"/>
                  </a:lnTo>
                  <a:lnTo>
                    <a:pt x="2287405" y="2203530"/>
                  </a:lnTo>
                  <a:lnTo>
                    <a:pt x="2257917" y="2218935"/>
                  </a:lnTo>
                  <a:lnTo>
                    <a:pt x="2246033" y="2206542"/>
                  </a:lnTo>
                  <a:lnTo>
                    <a:pt x="2199984" y="2200645"/>
                  </a:lnTo>
                  <a:lnTo>
                    <a:pt x="2168526" y="2187706"/>
                  </a:lnTo>
                  <a:lnTo>
                    <a:pt x="2136687" y="2221426"/>
                  </a:lnTo>
                  <a:lnTo>
                    <a:pt x="2059422" y="2155040"/>
                  </a:lnTo>
                  <a:lnTo>
                    <a:pt x="2027074" y="2148495"/>
                  </a:lnTo>
                  <a:lnTo>
                    <a:pt x="1994574" y="2194379"/>
                  </a:lnTo>
                  <a:lnTo>
                    <a:pt x="1964413" y="2195688"/>
                  </a:lnTo>
                  <a:lnTo>
                    <a:pt x="1937810" y="2162743"/>
                  </a:lnTo>
                  <a:lnTo>
                    <a:pt x="1940149" y="2121956"/>
                  </a:lnTo>
                  <a:lnTo>
                    <a:pt x="1915352" y="2103018"/>
                  </a:lnTo>
                  <a:lnTo>
                    <a:pt x="1884301" y="2100400"/>
                  </a:lnTo>
                  <a:lnTo>
                    <a:pt x="1855715" y="2049165"/>
                  </a:lnTo>
                  <a:lnTo>
                    <a:pt x="1835087" y="2043280"/>
                  </a:lnTo>
                  <a:lnTo>
                    <a:pt x="1800375" y="2060006"/>
                  </a:lnTo>
                  <a:lnTo>
                    <a:pt x="1761888" y="2054515"/>
                  </a:lnTo>
                  <a:lnTo>
                    <a:pt x="1737612" y="2062765"/>
                  </a:lnTo>
                  <a:lnTo>
                    <a:pt x="1679806" y="2053867"/>
                  </a:lnTo>
                  <a:lnTo>
                    <a:pt x="1663880" y="2003408"/>
                  </a:lnTo>
                  <a:lnTo>
                    <a:pt x="1639083" y="2014262"/>
                  </a:lnTo>
                  <a:lnTo>
                    <a:pt x="1608934" y="2014262"/>
                  </a:lnTo>
                  <a:lnTo>
                    <a:pt x="1597050" y="2044462"/>
                  </a:lnTo>
                  <a:lnTo>
                    <a:pt x="1605934" y="2088630"/>
                  </a:lnTo>
                  <a:lnTo>
                    <a:pt x="1588318" y="2104835"/>
                  </a:lnTo>
                  <a:lnTo>
                    <a:pt x="1558690" y="2098302"/>
                  </a:lnTo>
                  <a:lnTo>
                    <a:pt x="1544608" y="2087066"/>
                  </a:lnTo>
                  <a:lnTo>
                    <a:pt x="1525021" y="2090460"/>
                  </a:lnTo>
                  <a:lnTo>
                    <a:pt x="1503897" y="2086418"/>
                  </a:lnTo>
                  <a:lnTo>
                    <a:pt x="1486662" y="2104835"/>
                  </a:lnTo>
                  <a:lnTo>
                    <a:pt x="1463033" y="2111902"/>
                  </a:lnTo>
                  <a:lnTo>
                    <a:pt x="1454289" y="2124841"/>
                  </a:lnTo>
                  <a:lnTo>
                    <a:pt x="1460174" y="2162743"/>
                  </a:lnTo>
                  <a:lnTo>
                    <a:pt x="1430025" y="2163925"/>
                  </a:lnTo>
                  <a:lnTo>
                    <a:pt x="1415014" y="2175542"/>
                  </a:lnTo>
                  <a:lnTo>
                    <a:pt x="1396356" y="2178173"/>
                  </a:lnTo>
                  <a:lnTo>
                    <a:pt x="1375740" y="2211233"/>
                  </a:lnTo>
                  <a:lnTo>
                    <a:pt x="1326145" y="2246656"/>
                  </a:lnTo>
                  <a:lnTo>
                    <a:pt x="1305389" y="2240263"/>
                  </a:lnTo>
                  <a:lnTo>
                    <a:pt x="1290645" y="2266255"/>
                  </a:lnTo>
                  <a:lnTo>
                    <a:pt x="1265860" y="2281545"/>
                  </a:lnTo>
                  <a:lnTo>
                    <a:pt x="1232839" y="2259201"/>
                  </a:lnTo>
                  <a:lnTo>
                    <a:pt x="1212744" y="2257371"/>
                  </a:lnTo>
                  <a:lnTo>
                    <a:pt x="1200987" y="2235534"/>
                  </a:lnTo>
                  <a:lnTo>
                    <a:pt x="1179723" y="2227832"/>
                  </a:lnTo>
                  <a:lnTo>
                    <a:pt x="1144236" y="2243783"/>
                  </a:lnTo>
                  <a:lnTo>
                    <a:pt x="1128298" y="2234238"/>
                  </a:lnTo>
                  <a:lnTo>
                    <a:pt x="1120087" y="2218935"/>
                  </a:lnTo>
                  <a:lnTo>
                    <a:pt x="1079363" y="2210584"/>
                  </a:lnTo>
                  <a:lnTo>
                    <a:pt x="1068661" y="2218935"/>
                  </a:lnTo>
                  <a:lnTo>
                    <a:pt x="1049215" y="2262086"/>
                  </a:lnTo>
                  <a:lnTo>
                    <a:pt x="1010067" y="2303776"/>
                  </a:lnTo>
                  <a:lnTo>
                    <a:pt x="993633" y="2307690"/>
                  </a:lnTo>
                  <a:lnTo>
                    <a:pt x="985409" y="2290455"/>
                  </a:lnTo>
                  <a:lnTo>
                    <a:pt x="962442" y="2301157"/>
                  </a:lnTo>
                  <a:lnTo>
                    <a:pt x="943517" y="2294624"/>
                  </a:lnTo>
                  <a:lnTo>
                    <a:pt x="925239" y="2301678"/>
                  </a:lnTo>
                  <a:lnTo>
                    <a:pt x="919240" y="2317642"/>
                  </a:lnTo>
                  <a:lnTo>
                    <a:pt x="889358" y="2337623"/>
                  </a:lnTo>
                  <a:lnTo>
                    <a:pt x="889625" y="2375130"/>
                  </a:lnTo>
                  <a:lnTo>
                    <a:pt x="867166" y="2387815"/>
                  </a:lnTo>
                  <a:lnTo>
                    <a:pt x="832328" y="2373821"/>
                  </a:lnTo>
                  <a:lnTo>
                    <a:pt x="802967" y="2354362"/>
                  </a:lnTo>
                  <a:lnTo>
                    <a:pt x="801137" y="2334877"/>
                  </a:lnTo>
                  <a:lnTo>
                    <a:pt x="788744" y="2331878"/>
                  </a:lnTo>
                  <a:lnTo>
                    <a:pt x="755736" y="2348998"/>
                  </a:lnTo>
                  <a:lnTo>
                    <a:pt x="748669" y="2367428"/>
                  </a:lnTo>
                  <a:lnTo>
                    <a:pt x="712280" y="2389645"/>
                  </a:lnTo>
                  <a:lnTo>
                    <a:pt x="681864" y="2393433"/>
                  </a:lnTo>
                  <a:lnTo>
                    <a:pt x="664248" y="2369780"/>
                  </a:lnTo>
                  <a:lnTo>
                    <a:pt x="653012" y="2346126"/>
                  </a:lnTo>
                  <a:lnTo>
                    <a:pt x="660079" y="2332513"/>
                  </a:lnTo>
                  <a:lnTo>
                    <a:pt x="631100" y="2305872"/>
                  </a:lnTo>
                  <a:lnTo>
                    <a:pt x="624058" y="2285218"/>
                  </a:lnTo>
                  <a:lnTo>
                    <a:pt x="599261" y="2266255"/>
                  </a:lnTo>
                  <a:lnTo>
                    <a:pt x="595079" y="2232535"/>
                  </a:lnTo>
                  <a:lnTo>
                    <a:pt x="555550" y="2198166"/>
                  </a:lnTo>
                  <a:lnTo>
                    <a:pt x="537782" y="2150325"/>
                  </a:lnTo>
                  <a:lnTo>
                    <a:pt x="540794" y="2101836"/>
                  </a:lnTo>
                  <a:lnTo>
                    <a:pt x="504773" y="2087066"/>
                  </a:lnTo>
                  <a:lnTo>
                    <a:pt x="487297" y="2056091"/>
                  </a:lnTo>
                  <a:lnTo>
                    <a:pt x="494732" y="2035577"/>
                  </a:lnTo>
                  <a:lnTo>
                    <a:pt x="515856" y="2021838"/>
                  </a:lnTo>
                  <a:lnTo>
                    <a:pt x="490029" y="2003026"/>
                  </a:lnTo>
                  <a:lnTo>
                    <a:pt x="484157" y="1968124"/>
                  </a:lnTo>
                  <a:lnTo>
                    <a:pt x="463401" y="1971658"/>
                  </a:lnTo>
                  <a:lnTo>
                    <a:pt x="435083" y="1951665"/>
                  </a:lnTo>
                  <a:lnTo>
                    <a:pt x="426860" y="1911920"/>
                  </a:lnTo>
                  <a:lnTo>
                    <a:pt x="400893" y="1878327"/>
                  </a:lnTo>
                  <a:lnTo>
                    <a:pt x="386149" y="1877678"/>
                  </a:lnTo>
                  <a:lnTo>
                    <a:pt x="373108" y="1842255"/>
                  </a:lnTo>
                  <a:lnTo>
                    <a:pt x="357169" y="1814433"/>
                  </a:lnTo>
                  <a:lnTo>
                    <a:pt x="335384" y="1796117"/>
                  </a:lnTo>
                  <a:lnTo>
                    <a:pt x="341777" y="1777433"/>
                  </a:lnTo>
                  <a:lnTo>
                    <a:pt x="333554" y="1770112"/>
                  </a:lnTo>
                  <a:lnTo>
                    <a:pt x="319331" y="1778348"/>
                  </a:lnTo>
                  <a:lnTo>
                    <a:pt x="285662" y="1819123"/>
                  </a:lnTo>
                  <a:lnTo>
                    <a:pt x="258119" y="1823965"/>
                  </a:lnTo>
                  <a:lnTo>
                    <a:pt x="248459" y="1843958"/>
                  </a:lnTo>
                  <a:lnTo>
                    <a:pt x="212451" y="1826838"/>
                  </a:lnTo>
                  <a:lnTo>
                    <a:pt x="204100" y="1807620"/>
                  </a:lnTo>
                  <a:lnTo>
                    <a:pt x="221323" y="1754695"/>
                  </a:lnTo>
                  <a:lnTo>
                    <a:pt x="245739" y="1741222"/>
                  </a:lnTo>
                  <a:lnTo>
                    <a:pt x="244951" y="1709726"/>
                  </a:lnTo>
                  <a:lnTo>
                    <a:pt x="224844" y="1684903"/>
                  </a:lnTo>
                  <a:lnTo>
                    <a:pt x="250302" y="1641103"/>
                  </a:lnTo>
                  <a:lnTo>
                    <a:pt x="245612" y="1619280"/>
                  </a:lnTo>
                  <a:lnTo>
                    <a:pt x="265948" y="1592741"/>
                  </a:lnTo>
                  <a:lnTo>
                    <a:pt x="249641" y="1592614"/>
                  </a:lnTo>
                  <a:lnTo>
                    <a:pt x="226674" y="1603329"/>
                  </a:lnTo>
                  <a:lnTo>
                    <a:pt x="209579" y="1592093"/>
                  </a:lnTo>
                  <a:lnTo>
                    <a:pt x="155814" y="1587911"/>
                  </a:lnTo>
                  <a:lnTo>
                    <a:pt x="134537" y="1572481"/>
                  </a:lnTo>
                  <a:lnTo>
                    <a:pt x="89137" y="1575481"/>
                  </a:lnTo>
                  <a:lnTo>
                    <a:pt x="53891" y="1553530"/>
                  </a:lnTo>
                  <a:lnTo>
                    <a:pt x="38359" y="1511586"/>
                  </a:lnTo>
                  <a:lnTo>
                    <a:pt x="43075" y="1476557"/>
                  </a:lnTo>
                  <a:lnTo>
                    <a:pt x="85476" y="1419692"/>
                  </a:lnTo>
                  <a:lnTo>
                    <a:pt x="65763" y="1354603"/>
                  </a:lnTo>
                  <a:lnTo>
                    <a:pt x="98529" y="1295793"/>
                  </a:lnTo>
                  <a:lnTo>
                    <a:pt x="98529" y="1266775"/>
                  </a:lnTo>
                  <a:lnTo>
                    <a:pt x="126327" y="1249642"/>
                  </a:lnTo>
                  <a:lnTo>
                    <a:pt x="138071" y="1221807"/>
                  </a:lnTo>
                  <a:lnTo>
                    <a:pt x="164432" y="1202601"/>
                  </a:lnTo>
                  <a:lnTo>
                    <a:pt x="173965" y="1188608"/>
                  </a:lnTo>
                  <a:lnTo>
                    <a:pt x="178909" y="1147973"/>
                  </a:lnTo>
                  <a:lnTo>
                    <a:pt x="191314" y="1125476"/>
                  </a:lnTo>
                  <a:lnTo>
                    <a:pt x="184527" y="1096065"/>
                  </a:lnTo>
                  <a:lnTo>
                    <a:pt x="156475" y="1097641"/>
                  </a:lnTo>
                  <a:lnTo>
                    <a:pt x="118624" y="1065738"/>
                  </a:lnTo>
                  <a:lnTo>
                    <a:pt x="119794" y="1047448"/>
                  </a:lnTo>
                  <a:lnTo>
                    <a:pt x="103741" y="1019994"/>
                  </a:lnTo>
                  <a:lnTo>
                    <a:pt x="81434" y="1010067"/>
                  </a:lnTo>
                  <a:lnTo>
                    <a:pt x="59649" y="1011237"/>
                  </a:lnTo>
                  <a:lnTo>
                    <a:pt x="55467" y="978178"/>
                  </a:lnTo>
                  <a:lnTo>
                    <a:pt x="28827" y="975165"/>
                  </a:lnTo>
                  <a:lnTo>
                    <a:pt x="15926" y="931518"/>
                  </a:lnTo>
                  <a:lnTo>
                    <a:pt x="0" y="910737"/>
                  </a:lnTo>
                  <a:lnTo>
                    <a:pt x="2872" y="875314"/>
                  </a:lnTo>
                  <a:lnTo>
                    <a:pt x="46596" y="859884"/>
                  </a:lnTo>
                  <a:lnTo>
                    <a:pt x="72156" y="837552"/>
                  </a:lnTo>
                  <a:lnTo>
                    <a:pt x="67593" y="797807"/>
                  </a:lnTo>
                  <a:lnTo>
                    <a:pt x="75816" y="785262"/>
                  </a:lnTo>
                  <a:lnTo>
                    <a:pt x="114316" y="806043"/>
                  </a:lnTo>
                  <a:lnTo>
                    <a:pt x="128919" y="809564"/>
                  </a:lnTo>
                  <a:lnTo>
                    <a:pt x="161547" y="802904"/>
                  </a:lnTo>
                  <a:lnTo>
                    <a:pt x="172516" y="806551"/>
                  </a:lnTo>
                  <a:lnTo>
                    <a:pt x="181654" y="812843"/>
                  </a:lnTo>
                  <a:lnTo>
                    <a:pt x="187641" y="803832"/>
                  </a:lnTo>
                  <a:lnTo>
                    <a:pt x="183218" y="787486"/>
                  </a:lnTo>
                  <a:lnTo>
                    <a:pt x="186217" y="784728"/>
                  </a:lnTo>
                  <a:lnTo>
                    <a:pt x="209579" y="813237"/>
                  </a:lnTo>
                  <a:lnTo>
                    <a:pt x="238418" y="840018"/>
                  </a:lnTo>
                  <a:lnTo>
                    <a:pt x="243248" y="853350"/>
                  </a:lnTo>
                  <a:lnTo>
                    <a:pt x="242854" y="872695"/>
                  </a:lnTo>
                  <a:lnTo>
                    <a:pt x="232419" y="900556"/>
                  </a:lnTo>
                  <a:lnTo>
                    <a:pt x="237249" y="911385"/>
                  </a:lnTo>
                  <a:lnTo>
                    <a:pt x="249120" y="922634"/>
                  </a:lnTo>
                  <a:lnTo>
                    <a:pt x="261258" y="946809"/>
                  </a:lnTo>
                  <a:lnTo>
                    <a:pt x="272087" y="953342"/>
                  </a:lnTo>
                  <a:lnTo>
                    <a:pt x="296351" y="949821"/>
                  </a:lnTo>
                  <a:lnTo>
                    <a:pt x="308629" y="950990"/>
                  </a:lnTo>
                  <a:lnTo>
                    <a:pt x="330033" y="977008"/>
                  </a:lnTo>
                  <a:lnTo>
                    <a:pt x="334075" y="984710"/>
                  </a:lnTo>
                  <a:lnTo>
                    <a:pt x="336045" y="995171"/>
                  </a:lnTo>
                  <a:lnTo>
                    <a:pt x="335384" y="1023133"/>
                  </a:lnTo>
                  <a:lnTo>
                    <a:pt x="342947" y="1052672"/>
                  </a:lnTo>
                  <a:lnTo>
                    <a:pt x="344002" y="1072818"/>
                  </a:lnTo>
                  <a:lnTo>
                    <a:pt x="353661" y="1084714"/>
                  </a:lnTo>
                  <a:lnTo>
                    <a:pt x="371011" y="1094514"/>
                  </a:lnTo>
                  <a:lnTo>
                    <a:pt x="391373" y="1115422"/>
                  </a:lnTo>
                  <a:lnTo>
                    <a:pt x="395694" y="1128361"/>
                  </a:lnTo>
                  <a:lnTo>
                    <a:pt x="400244" y="1154506"/>
                  </a:lnTo>
                  <a:lnTo>
                    <a:pt x="404426" y="1166911"/>
                  </a:lnTo>
                  <a:lnTo>
                    <a:pt x="413425" y="1176330"/>
                  </a:lnTo>
                  <a:lnTo>
                    <a:pt x="431956" y="1196590"/>
                  </a:lnTo>
                  <a:lnTo>
                    <a:pt x="449052" y="1210558"/>
                  </a:lnTo>
                  <a:lnTo>
                    <a:pt x="453360" y="1220637"/>
                  </a:lnTo>
                  <a:lnTo>
                    <a:pt x="452826" y="1232534"/>
                  </a:lnTo>
                  <a:lnTo>
                    <a:pt x="464329" y="1258272"/>
                  </a:lnTo>
                  <a:lnTo>
                    <a:pt x="469934" y="1266775"/>
                  </a:lnTo>
                  <a:lnTo>
                    <a:pt x="477624" y="1274490"/>
                  </a:lnTo>
                  <a:lnTo>
                    <a:pt x="480636" y="1279841"/>
                  </a:lnTo>
                  <a:lnTo>
                    <a:pt x="479327" y="1286374"/>
                  </a:lnTo>
                  <a:lnTo>
                    <a:pt x="482988" y="1295793"/>
                  </a:lnTo>
                  <a:lnTo>
                    <a:pt x="491465" y="1302059"/>
                  </a:lnTo>
                  <a:lnTo>
                    <a:pt x="496562" y="1311731"/>
                  </a:lnTo>
                  <a:lnTo>
                    <a:pt x="499422" y="1346621"/>
                  </a:lnTo>
                  <a:lnTo>
                    <a:pt x="502943" y="1354870"/>
                  </a:lnTo>
                  <a:lnTo>
                    <a:pt x="518348" y="1366767"/>
                  </a:lnTo>
                  <a:lnTo>
                    <a:pt x="531922" y="1386238"/>
                  </a:lnTo>
                  <a:lnTo>
                    <a:pt x="541709" y="1406359"/>
                  </a:lnTo>
                  <a:lnTo>
                    <a:pt x="620919" y="1364936"/>
                  </a:lnTo>
                  <a:lnTo>
                    <a:pt x="629663" y="1369893"/>
                  </a:lnTo>
                  <a:lnTo>
                    <a:pt x="656419" y="1363500"/>
                  </a:lnTo>
                  <a:lnTo>
                    <a:pt x="713703" y="1319447"/>
                  </a:lnTo>
                  <a:lnTo>
                    <a:pt x="736023" y="1257751"/>
                  </a:lnTo>
                  <a:lnTo>
                    <a:pt x="777521" y="1249261"/>
                  </a:lnTo>
                  <a:lnTo>
                    <a:pt x="819541" y="1188480"/>
                  </a:lnTo>
                  <a:lnTo>
                    <a:pt x="903454" y="1123786"/>
                  </a:lnTo>
                  <a:lnTo>
                    <a:pt x="875403" y="1061175"/>
                  </a:lnTo>
                  <a:lnTo>
                    <a:pt x="888964" y="1032679"/>
                  </a:lnTo>
                  <a:lnTo>
                    <a:pt x="928646" y="990201"/>
                  </a:lnTo>
                  <a:lnTo>
                    <a:pt x="997942" y="980148"/>
                  </a:lnTo>
                  <a:lnTo>
                    <a:pt x="1017515" y="956227"/>
                  </a:lnTo>
                  <a:lnTo>
                    <a:pt x="1016727" y="897544"/>
                  </a:lnTo>
                  <a:lnTo>
                    <a:pt x="1121917" y="846817"/>
                  </a:lnTo>
                  <a:lnTo>
                    <a:pt x="1113948" y="930997"/>
                  </a:lnTo>
                  <a:lnTo>
                    <a:pt x="1133013" y="942894"/>
                  </a:lnTo>
                  <a:lnTo>
                    <a:pt x="1217307" y="913876"/>
                  </a:lnTo>
                  <a:lnTo>
                    <a:pt x="1264144" y="877017"/>
                  </a:lnTo>
                  <a:lnTo>
                    <a:pt x="1300305" y="850872"/>
                  </a:lnTo>
                  <a:lnTo>
                    <a:pt x="1380176" y="814801"/>
                  </a:lnTo>
                  <a:lnTo>
                    <a:pt x="1420238" y="842903"/>
                  </a:lnTo>
                  <a:lnTo>
                    <a:pt x="1464076" y="817279"/>
                  </a:lnTo>
                  <a:lnTo>
                    <a:pt x="1479608" y="860672"/>
                  </a:lnTo>
                  <a:lnTo>
                    <a:pt x="1505193" y="863150"/>
                  </a:lnTo>
                  <a:lnTo>
                    <a:pt x="1522009" y="845000"/>
                  </a:lnTo>
                  <a:lnTo>
                    <a:pt x="1585712" y="840691"/>
                  </a:lnTo>
                  <a:lnTo>
                    <a:pt x="1620678" y="806170"/>
                  </a:lnTo>
                  <a:lnTo>
                    <a:pt x="1560406" y="782923"/>
                  </a:lnTo>
                  <a:lnTo>
                    <a:pt x="1576714" y="744348"/>
                  </a:lnTo>
                  <a:lnTo>
                    <a:pt x="1630338" y="726579"/>
                  </a:lnTo>
                  <a:lnTo>
                    <a:pt x="1678484" y="731536"/>
                  </a:lnTo>
                  <a:lnTo>
                    <a:pt x="1711505" y="726579"/>
                  </a:lnTo>
                  <a:lnTo>
                    <a:pt x="1734079" y="665786"/>
                  </a:lnTo>
                  <a:lnTo>
                    <a:pt x="1765943" y="638739"/>
                  </a:lnTo>
                  <a:lnTo>
                    <a:pt x="1902184" y="692592"/>
                  </a:lnTo>
                  <a:lnTo>
                    <a:pt x="1928799" y="724863"/>
                  </a:lnTo>
                  <a:lnTo>
                    <a:pt x="1994447" y="703040"/>
                  </a:lnTo>
                  <a:lnTo>
                    <a:pt x="2012839" y="690380"/>
                  </a:lnTo>
                  <a:lnTo>
                    <a:pt x="2059028" y="654690"/>
                  </a:lnTo>
                  <a:lnTo>
                    <a:pt x="2212643" y="539154"/>
                  </a:lnTo>
                  <a:lnTo>
                    <a:pt x="2285714" y="538099"/>
                  </a:lnTo>
                  <a:lnTo>
                    <a:pt x="2389849" y="487373"/>
                  </a:lnTo>
                  <a:lnTo>
                    <a:pt x="2414265" y="451848"/>
                  </a:lnTo>
                  <a:lnTo>
                    <a:pt x="2467508" y="433278"/>
                  </a:lnTo>
                  <a:lnTo>
                    <a:pt x="2482239" y="401783"/>
                  </a:lnTo>
                  <a:lnTo>
                    <a:pt x="2456933" y="354729"/>
                  </a:lnTo>
                  <a:lnTo>
                    <a:pt x="2474817" y="335893"/>
                  </a:lnTo>
                  <a:lnTo>
                    <a:pt x="2507838" y="324136"/>
                  </a:lnTo>
                  <a:lnTo>
                    <a:pt x="2527666" y="296961"/>
                  </a:lnTo>
                  <a:lnTo>
                    <a:pt x="2576854" y="275252"/>
                  </a:lnTo>
                  <a:lnTo>
                    <a:pt x="2658416" y="314730"/>
                  </a:lnTo>
                  <a:lnTo>
                    <a:pt x="2682832" y="306240"/>
                  </a:lnTo>
                  <a:lnTo>
                    <a:pt x="2773519" y="330529"/>
                  </a:lnTo>
                  <a:lnTo>
                    <a:pt x="2796105" y="360741"/>
                  </a:lnTo>
                  <a:lnTo>
                    <a:pt x="2891762" y="374595"/>
                  </a:lnTo>
                  <a:lnTo>
                    <a:pt x="2912759" y="401783"/>
                  </a:lnTo>
                  <a:lnTo>
                    <a:pt x="3021216" y="384789"/>
                  </a:lnTo>
                  <a:lnTo>
                    <a:pt x="3062587" y="375231"/>
                  </a:lnTo>
                  <a:lnTo>
                    <a:pt x="3113098" y="348183"/>
                  </a:lnTo>
                  <a:lnTo>
                    <a:pt x="3175339" y="308845"/>
                  </a:lnTo>
                  <a:lnTo>
                    <a:pt x="3239018" y="273168"/>
                  </a:lnTo>
                  <a:lnTo>
                    <a:pt x="3281177" y="218133"/>
                  </a:lnTo>
                  <a:lnTo>
                    <a:pt x="3293430" y="64682"/>
                  </a:lnTo>
                  <a:lnTo>
                    <a:pt x="3333124" y="23654"/>
                  </a:lnTo>
                  <a:lnTo>
                    <a:pt x="3380355" y="0"/>
                  </a:lnTo>
                  <a:lnTo>
                    <a:pt x="3401632" y="16587"/>
                  </a:lnTo>
                  <a:lnTo>
                    <a:pt x="3397578" y="83252"/>
                  </a:lnTo>
                  <a:lnTo>
                    <a:pt x="3366005" y="206363"/>
                  </a:lnTo>
                  <a:lnTo>
                    <a:pt x="3406716" y="320996"/>
                  </a:lnTo>
                  <a:lnTo>
                    <a:pt x="3514905" y="378764"/>
                  </a:lnTo>
                  <a:lnTo>
                    <a:pt x="3444948" y="475616"/>
                  </a:lnTo>
                  <a:lnTo>
                    <a:pt x="3340814" y="479162"/>
                  </a:lnTo>
                  <a:lnTo>
                    <a:pt x="3340687" y="602286"/>
                  </a:lnTo>
                  <a:lnTo>
                    <a:pt x="3317707" y="613903"/>
                  </a:lnTo>
                  <a:lnTo>
                    <a:pt x="3282868" y="610369"/>
                  </a:lnTo>
                  <a:lnTo>
                    <a:pt x="3241636" y="663053"/>
                  </a:lnTo>
                  <a:lnTo>
                    <a:pt x="3201306" y="689325"/>
                  </a:lnTo>
                  <a:lnTo>
                    <a:pt x="3165680" y="686580"/>
                  </a:lnTo>
                  <a:lnTo>
                    <a:pt x="3135531" y="737561"/>
                  </a:lnTo>
                  <a:lnTo>
                    <a:pt x="3160062" y="751148"/>
                  </a:lnTo>
                  <a:lnTo>
                    <a:pt x="3178466" y="745784"/>
                  </a:lnTo>
                  <a:lnTo>
                    <a:pt x="3193731" y="768268"/>
                  </a:lnTo>
                  <a:lnTo>
                    <a:pt x="3191914" y="798468"/>
                  </a:lnTo>
                  <a:lnTo>
                    <a:pt x="3186690" y="832061"/>
                  </a:lnTo>
                  <a:lnTo>
                    <a:pt x="3124702" y="875835"/>
                  </a:lnTo>
                  <a:lnTo>
                    <a:pt x="3098074" y="866963"/>
                  </a:lnTo>
                  <a:lnTo>
                    <a:pt x="3083991" y="885889"/>
                  </a:lnTo>
                  <a:lnTo>
                    <a:pt x="3091033" y="903022"/>
                  </a:lnTo>
                  <a:lnTo>
                    <a:pt x="3092736" y="935039"/>
                  </a:lnTo>
                  <a:lnTo>
                    <a:pt x="3058533" y="930870"/>
                  </a:lnTo>
                  <a:lnTo>
                    <a:pt x="3049661" y="951511"/>
                  </a:lnTo>
                  <a:lnTo>
                    <a:pt x="3001896" y="964069"/>
                  </a:lnTo>
                  <a:lnTo>
                    <a:pt x="3005430" y="993595"/>
                  </a:lnTo>
                  <a:lnTo>
                    <a:pt x="2986504" y="1010728"/>
                  </a:lnTo>
                  <a:lnTo>
                    <a:pt x="2984674" y="1039746"/>
                  </a:lnTo>
                  <a:lnTo>
                    <a:pt x="2965876" y="1056205"/>
                  </a:lnTo>
                  <a:lnTo>
                    <a:pt x="2875201" y="1078169"/>
                  </a:lnTo>
                  <a:lnTo>
                    <a:pt x="2829380" y="1058951"/>
                  </a:lnTo>
                  <a:close/>
                </a:path>
              </a:pathLst>
            </a:custGeom>
            <a:solidFill>
              <a:srgbClr val="FFFFFF"/>
            </a:solidFill>
            <a:ln w="12700" cap="flat">
              <a:noFill/>
              <a:prstDash val="solid"/>
              <a:miter/>
            </a:ln>
          </p:spPr>
          <p:txBody>
            <a:bodyPr rtlCol="0" anchor="ctr"/>
            <a:lstStyle/>
            <a:p>
              <a:endParaRPr lang="de-CH"/>
            </a:p>
          </p:txBody>
        </p:sp>
        <p:sp>
          <p:nvSpPr>
            <p:cNvPr id="127" name="Freihandform: Form 126">
              <a:extLst>
                <a:ext uri="{FF2B5EF4-FFF2-40B4-BE49-F238E27FC236}">
                  <a16:creationId xmlns:a16="http://schemas.microsoft.com/office/drawing/2014/main" id="{D988FF94-C805-02CA-ED35-13174D909B6F}"/>
                </a:ext>
              </a:extLst>
            </p:cNvPr>
            <p:cNvSpPr/>
            <p:nvPr/>
          </p:nvSpPr>
          <p:spPr>
            <a:xfrm>
              <a:off x="3148410" y="3927456"/>
              <a:ext cx="3514905" cy="2393433"/>
            </a:xfrm>
            <a:custGeom>
              <a:avLst/>
              <a:gdLst>
                <a:gd name="connsiteX0" fmla="*/ 2829380 w 3514905"/>
                <a:gd name="connsiteY0" fmla="*/ 1058951 h 2393433"/>
                <a:gd name="connsiteX1" fmla="*/ 2794021 w 3514905"/>
                <a:gd name="connsiteY1" fmla="*/ 1090587 h 2393433"/>
                <a:gd name="connsiteX2" fmla="*/ 2778616 w 3514905"/>
                <a:gd name="connsiteY2" fmla="*/ 1123658 h 2393433"/>
                <a:gd name="connsiteX3" fmla="*/ 2758509 w 3514905"/>
                <a:gd name="connsiteY3" fmla="*/ 1133725 h 2393433"/>
                <a:gd name="connsiteX4" fmla="*/ 2743243 w 3514905"/>
                <a:gd name="connsiteY4" fmla="*/ 1159196 h 2393433"/>
                <a:gd name="connsiteX5" fmla="*/ 2723670 w 3514905"/>
                <a:gd name="connsiteY5" fmla="*/ 1168080 h 2393433"/>
                <a:gd name="connsiteX6" fmla="*/ 2725500 w 3514905"/>
                <a:gd name="connsiteY6" fmla="*/ 1181032 h 2393433"/>
                <a:gd name="connsiteX7" fmla="*/ 2714290 w 3514905"/>
                <a:gd name="connsiteY7" fmla="*/ 1186904 h 2393433"/>
                <a:gd name="connsiteX8" fmla="*/ 2728512 w 3514905"/>
                <a:gd name="connsiteY8" fmla="*/ 1198153 h 2393433"/>
                <a:gd name="connsiteX9" fmla="*/ 2760351 w 3514905"/>
                <a:gd name="connsiteY9" fmla="*/ 1208220 h 2393433"/>
                <a:gd name="connsiteX10" fmla="*/ 2776913 w 3514905"/>
                <a:gd name="connsiteY10" fmla="*/ 1247824 h 2393433"/>
                <a:gd name="connsiteX11" fmla="*/ 2791669 w 3514905"/>
                <a:gd name="connsiteY11" fmla="*/ 1250824 h 2393433"/>
                <a:gd name="connsiteX12" fmla="*/ 2804595 w 3514905"/>
                <a:gd name="connsiteY12" fmla="*/ 1275139 h 2393433"/>
                <a:gd name="connsiteX13" fmla="*/ 2831859 w 3514905"/>
                <a:gd name="connsiteY13" fmla="*/ 1280350 h 2393433"/>
                <a:gd name="connsiteX14" fmla="*/ 2850136 w 3514905"/>
                <a:gd name="connsiteY14" fmla="*/ 1332385 h 2393433"/>
                <a:gd name="connsiteX15" fmla="*/ 2859008 w 3514905"/>
                <a:gd name="connsiteY15" fmla="*/ 1376820 h 2393433"/>
                <a:gd name="connsiteX16" fmla="*/ 2883145 w 3514905"/>
                <a:gd name="connsiteY16" fmla="*/ 1399826 h 2393433"/>
                <a:gd name="connsiteX17" fmla="*/ 2892677 w 3514905"/>
                <a:gd name="connsiteY17" fmla="*/ 1430661 h 2393433"/>
                <a:gd name="connsiteX18" fmla="*/ 2857178 w 3514905"/>
                <a:gd name="connsiteY18" fmla="*/ 1474981 h 2393433"/>
                <a:gd name="connsiteX19" fmla="*/ 2869570 w 3514905"/>
                <a:gd name="connsiteY19" fmla="*/ 1517586 h 2393433"/>
                <a:gd name="connsiteX20" fmla="*/ 2849475 w 3514905"/>
                <a:gd name="connsiteY20" fmla="*/ 1553022 h 2393433"/>
                <a:gd name="connsiteX21" fmla="*/ 2828860 w 3514905"/>
                <a:gd name="connsiteY21" fmla="*/ 1562415 h 2393433"/>
                <a:gd name="connsiteX22" fmla="*/ 2811116 w 3514905"/>
                <a:gd name="connsiteY22" fmla="*/ 1557712 h 2393433"/>
                <a:gd name="connsiteX23" fmla="*/ 2787488 w 3514905"/>
                <a:gd name="connsiteY23" fmla="*/ 1576142 h 2393433"/>
                <a:gd name="connsiteX24" fmla="*/ 2779264 w 3514905"/>
                <a:gd name="connsiteY24" fmla="*/ 1613917 h 2393433"/>
                <a:gd name="connsiteX25" fmla="*/ 2747959 w 3514905"/>
                <a:gd name="connsiteY25" fmla="*/ 1640582 h 2393433"/>
                <a:gd name="connsiteX26" fmla="*/ 2687649 w 3514905"/>
                <a:gd name="connsiteY26" fmla="*/ 1650636 h 2393433"/>
                <a:gd name="connsiteX27" fmla="*/ 2649289 w 3514905"/>
                <a:gd name="connsiteY27" fmla="*/ 1664249 h 2393433"/>
                <a:gd name="connsiteX28" fmla="*/ 2614324 w 3514905"/>
                <a:gd name="connsiteY28" fmla="*/ 1667897 h 2393433"/>
                <a:gd name="connsiteX29" fmla="*/ 2607397 w 3514905"/>
                <a:gd name="connsiteY29" fmla="*/ 1715090 h 2393433"/>
                <a:gd name="connsiteX30" fmla="*/ 2593174 w 3514905"/>
                <a:gd name="connsiteY30" fmla="*/ 1734549 h 2393433"/>
                <a:gd name="connsiteX31" fmla="*/ 2594089 w 3514905"/>
                <a:gd name="connsiteY31" fmla="*/ 1776124 h 2393433"/>
                <a:gd name="connsiteX32" fmla="*/ 2615366 w 3514905"/>
                <a:gd name="connsiteY32" fmla="*/ 1829583 h 2393433"/>
                <a:gd name="connsiteX33" fmla="*/ 2578303 w 3514905"/>
                <a:gd name="connsiteY33" fmla="*/ 1864078 h 2393433"/>
                <a:gd name="connsiteX34" fmla="*/ 2586133 w 3514905"/>
                <a:gd name="connsiteY34" fmla="*/ 1885902 h 2393433"/>
                <a:gd name="connsiteX35" fmla="*/ 2572545 w 3514905"/>
                <a:gd name="connsiteY35" fmla="*/ 1904332 h 2393433"/>
                <a:gd name="connsiteX36" fmla="*/ 2573206 w 3514905"/>
                <a:gd name="connsiteY36" fmla="*/ 1930350 h 2393433"/>
                <a:gd name="connsiteX37" fmla="*/ 2549578 w 3514905"/>
                <a:gd name="connsiteY37" fmla="*/ 1928125 h 2393433"/>
                <a:gd name="connsiteX38" fmla="*/ 2523611 w 3514905"/>
                <a:gd name="connsiteY38" fmla="*/ 1978191 h 2393433"/>
                <a:gd name="connsiteX39" fmla="*/ 2493488 w 3514905"/>
                <a:gd name="connsiteY39" fmla="*/ 1971124 h 2393433"/>
                <a:gd name="connsiteX40" fmla="*/ 2462157 w 3514905"/>
                <a:gd name="connsiteY40" fmla="*/ 1977670 h 2393433"/>
                <a:gd name="connsiteX41" fmla="*/ 2435008 w 3514905"/>
                <a:gd name="connsiteY41" fmla="*/ 1971658 h 2393433"/>
                <a:gd name="connsiteX42" fmla="*/ 2356319 w 3514905"/>
                <a:gd name="connsiteY42" fmla="*/ 1975966 h 2393433"/>
                <a:gd name="connsiteX43" fmla="*/ 2325002 w 3514905"/>
                <a:gd name="connsiteY43" fmla="*/ 2027201 h 2393433"/>
                <a:gd name="connsiteX44" fmla="*/ 2297852 w 3514905"/>
                <a:gd name="connsiteY44" fmla="*/ 2045758 h 2393433"/>
                <a:gd name="connsiteX45" fmla="*/ 2299810 w 3514905"/>
                <a:gd name="connsiteY45" fmla="*/ 2108890 h 2393433"/>
                <a:gd name="connsiteX46" fmla="*/ 2283897 w 3514905"/>
                <a:gd name="connsiteY46" fmla="*/ 2126023 h 2393433"/>
                <a:gd name="connsiteX47" fmla="*/ 2280884 w 3514905"/>
                <a:gd name="connsiteY47" fmla="*/ 2154507 h 2393433"/>
                <a:gd name="connsiteX48" fmla="*/ 2296810 w 3514905"/>
                <a:gd name="connsiteY48" fmla="*/ 2184045 h 2393433"/>
                <a:gd name="connsiteX49" fmla="*/ 2287405 w 3514905"/>
                <a:gd name="connsiteY49" fmla="*/ 2203530 h 2393433"/>
                <a:gd name="connsiteX50" fmla="*/ 2257917 w 3514905"/>
                <a:gd name="connsiteY50" fmla="*/ 2218935 h 2393433"/>
                <a:gd name="connsiteX51" fmla="*/ 2246033 w 3514905"/>
                <a:gd name="connsiteY51" fmla="*/ 2206542 h 2393433"/>
                <a:gd name="connsiteX52" fmla="*/ 2199984 w 3514905"/>
                <a:gd name="connsiteY52" fmla="*/ 2200645 h 2393433"/>
                <a:gd name="connsiteX53" fmla="*/ 2168526 w 3514905"/>
                <a:gd name="connsiteY53" fmla="*/ 2187706 h 2393433"/>
                <a:gd name="connsiteX54" fmla="*/ 2136687 w 3514905"/>
                <a:gd name="connsiteY54" fmla="*/ 2221426 h 2393433"/>
                <a:gd name="connsiteX55" fmla="*/ 2059422 w 3514905"/>
                <a:gd name="connsiteY55" fmla="*/ 2155040 h 2393433"/>
                <a:gd name="connsiteX56" fmla="*/ 2027074 w 3514905"/>
                <a:gd name="connsiteY56" fmla="*/ 2148495 h 2393433"/>
                <a:gd name="connsiteX57" fmla="*/ 1994574 w 3514905"/>
                <a:gd name="connsiteY57" fmla="*/ 2194379 h 2393433"/>
                <a:gd name="connsiteX58" fmla="*/ 1964413 w 3514905"/>
                <a:gd name="connsiteY58" fmla="*/ 2195688 h 2393433"/>
                <a:gd name="connsiteX59" fmla="*/ 1937810 w 3514905"/>
                <a:gd name="connsiteY59" fmla="*/ 2162743 h 2393433"/>
                <a:gd name="connsiteX60" fmla="*/ 1940149 w 3514905"/>
                <a:gd name="connsiteY60" fmla="*/ 2121956 h 2393433"/>
                <a:gd name="connsiteX61" fmla="*/ 1915352 w 3514905"/>
                <a:gd name="connsiteY61" fmla="*/ 2103018 h 2393433"/>
                <a:gd name="connsiteX62" fmla="*/ 1884301 w 3514905"/>
                <a:gd name="connsiteY62" fmla="*/ 2100400 h 2393433"/>
                <a:gd name="connsiteX63" fmla="*/ 1855715 w 3514905"/>
                <a:gd name="connsiteY63" fmla="*/ 2049165 h 2393433"/>
                <a:gd name="connsiteX64" fmla="*/ 1835087 w 3514905"/>
                <a:gd name="connsiteY64" fmla="*/ 2043280 h 2393433"/>
                <a:gd name="connsiteX65" fmla="*/ 1800375 w 3514905"/>
                <a:gd name="connsiteY65" fmla="*/ 2060006 h 2393433"/>
                <a:gd name="connsiteX66" fmla="*/ 1761888 w 3514905"/>
                <a:gd name="connsiteY66" fmla="*/ 2054515 h 2393433"/>
                <a:gd name="connsiteX67" fmla="*/ 1737612 w 3514905"/>
                <a:gd name="connsiteY67" fmla="*/ 2062765 h 2393433"/>
                <a:gd name="connsiteX68" fmla="*/ 1679806 w 3514905"/>
                <a:gd name="connsiteY68" fmla="*/ 2053867 h 2393433"/>
                <a:gd name="connsiteX69" fmla="*/ 1663880 w 3514905"/>
                <a:gd name="connsiteY69" fmla="*/ 2003408 h 2393433"/>
                <a:gd name="connsiteX70" fmla="*/ 1639083 w 3514905"/>
                <a:gd name="connsiteY70" fmla="*/ 2014262 h 2393433"/>
                <a:gd name="connsiteX71" fmla="*/ 1608934 w 3514905"/>
                <a:gd name="connsiteY71" fmla="*/ 2014262 h 2393433"/>
                <a:gd name="connsiteX72" fmla="*/ 1597050 w 3514905"/>
                <a:gd name="connsiteY72" fmla="*/ 2044462 h 2393433"/>
                <a:gd name="connsiteX73" fmla="*/ 1605934 w 3514905"/>
                <a:gd name="connsiteY73" fmla="*/ 2088630 h 2393433"/>
                <a:gd name="connsiteX74" fmla="*/ 1588318 w 3514905"/>
                <a:gd name="connsiteY74" fmla="*/ 2104835 h 2393433"/>
                <a:gd name="connsiteX75" fmla="*/ 1558690 w 3514905"/>
                <a:gd name="connsiteY75" fmla="*/ 2098302 h 2393433"/>
                <a:gd name="connsiteX76" fmla="*/ 1544608 w 3514905"/>
                <a:gd name="connsiteY76" fmla="*/ 2087066 h 2393433"/>
                <a:gd name="connsiteX77" fmla="*/ 1525021 w 3514905"/>
                <a:gd name="connsiteY77" fmla="*/ 2090460 h 2393433"/>
                <a:gd name="connsiteX78" fmla="*/ 1503897 w 3514905"/>
                <a:gd name="connsiteY78" fmla="*/ 2086418 h 2393433"/>
                <a:gd name="connsiteX79" fmla="*/ 1486662 w 3514905"/>
                <a:gd name="connsiteY79" fmla="*/ 2104835 h 2393433"/>
                <a:gd name="connsiteX80" fmla="*/ 1463033 w 3514905"/>
                <a:gd name="connsiteY80" fmla="*/ 2111902 h 2393433"/>
                <a:gd name="connsiteX81" fmla="*/ 1454289 w 3514905"/>
                <a:gd name="connsiteY81" fmla="*/ 2124841 h 2393433"/>
                <a:gd name="connsiteX82" fmla="*/ 1460174 w 3514905"/>
                <a:gd name="connsiteY82" fmla="*/ 2162743 h 2393433"/>
                <a:gd name="connsiteX83" fmla="*/ 1430025 w 3514905"/>
                <a:gd name="connsiteY83" fmla="*/ 2163925 h 2393433"/>
                <a:gd name="connsiteX84" fmla="*/ 1415014 w 3514905"/>
                <a:gd name="connsiteY84" fmla="*/ 2175542 h 2393433"/>
                <a:gd name="connsiteX85" fmla="*/ 1396356 w 3514905"/>
                <a:gd name="connsiteY85" fmla="*/ 2178173 h 2393433"/>
                <a:gd name="connsiteX86" fmla="*/ 1375740 w 3514905"/>
                <a:gd name="connsiteY86" fmla="*/ 2211233 h 2393433"/>
                <a:gd name="connsiteX87" fmla="*/ 1326145 w 3514905"/>
                <a:gd name="connsiteY87" fmla="*/ 2246656 h 2393433"/>
                <a:gd name="connsiteX88" fmla="*/ 1305389 w 3514905"/>
                <a:gd name="connsiteY88" fmla="*/ 2240263 h 2393433"/>
                <a:gd name="connsiteX89" fmla="*/ 1290645 w 3514905"/>
                <a:gd name="connsiteY89" fmla="*/ 2266255 h 2393433"/>
                <a:gd name="connsiteX90" fmla="*/ 1265860 w 3514905"/>
                <a:gd name="connsiteY90" fmla="*/ 2281545 h 2393433"/>
                <a:gd name="connsiteX91" fmla="*/ 1232839 w 3514905"/>
                <a:gd name="connsiteY91" fmla="*/ 2259201 h 2393433"/>
                <a:gd name="connsiteX92" fmla="*/ 1212744 w 3514905"/>
                <a:gd name="connsiteY92" fmla="*/ 2257371 h 2393433"/>
                <a:gd name="connsiteX93" fmla="*/ 1200987 w 3514905"/>
                <a:gd name="connsiteY93" fmla="*/ 2235534 h 2393433"/>
                <a:gd name="connsiteX94" fmla="*/ 1179723 w 3514905"/>
                <a:gd name="connsiteY94" fmla="*/ 2227832 h 2393433"/>
                <a:gd name="connsiteX95" fmla="*/ 1144236 w 3514905"/>
                <a:gd name="connsiteY95" fmla="*/ 2243783 h 2393433"/>
                <a:gd name="connsiteX96" fmla="*/ 1128298 w 3514905"/>
                <a:gd name="connsiteY96" fmla="*/ 2234238 h 2393433"/>
                <a:gd name="connsiteX97" fmla="*/ 1120087 w 3514905"/>
                <a:gd name="connsiteY97" fmla="*/ 2218935 h 2393433"/>
                <a:gd name="connsiteX98" fmla="*/ 1079363 w 3514905"/>
                <a:gd name="connsiteY98" fmla="*/ 2210584 h 2393433"/>
                <a:gd name="connsiteX99" fmla="*/ 1068661 w 3514905"/>
                <a:gd name="connsiteY99" fmla="*/ 2218935 h 2393433"/>
                <a:gd name="connsiteX100" fmla="*/ 1049215 w 3514905"/>
                <a:gd name="connsiteY100" fmla="*/ 2262086 h 2393433"/>
                <a:gd name="connsiteX101" fmla="*/ 1010067 w 3514905"/>
                <a:gd name="connsiteY101" fmla="*/ 2303776 h 2393433"/>
                <a:gd name="connsiteX102" fmla="*/ 993633 w 3514905"/>
                <a:gd name="connsiteY102" fmla="*/ 2307690 h 2393433"/>
                <a:gd name="connsiteX103" fmla="*/ 985409 w 3514905"/>
                <a:gd name="connsiteY103" fmla="*/ 2290455 h 2393433"/>
                <a:gd name="connsiteX104" fmla="*/ 962442 w 3514905"/>
                <a:gd name="connsiteY104" fmla="*/ 2301157 h 2393433"/>
                <a:gd name="connsiteX105" fmla="*/ 943517 w 3514905"/>
                <a:gd name="connsiteY105" fmla="*/ 2294624 h 2393433"/>
                <a:gd name="connsiteX106" fmla="*/ 925239 w 3514905"/>
                <a:gd name="connsiteY106" fmla="*/ 2301678 h 2393433"/>
                <a:gd name="connsiteX107" fmla="*/ 919240 w 3514905"/>
                <a:gd name="connsiteY107" fmla="*/ 2317642 h 2393433"/>
                <a:gd name="connsiteX108" fmla="*/ 889358 w 3514905"/>
                <a:gd name="connsiteY108" fmla="*/ 2337623 h 2393433"/>
                <a:gd name="connsiteX109" fmla="*/ 889625 w 3514905"/>
                <a:gd name="connsiteY109" fmla="*/ 2375130 h 2393433"/>
                <a:gd name="connsiteX110" fmla="*/ 867166 w 3514905"/>
                <a:gd name="connsiteY110" fmla="*/ 2387815 h 2393433"/>
                <a:gd name="connsiteX111" fmla="*/ 832328 w 3514905"/>
                <a:gd name="connsiteY111" fmla="*/ 2373821 h 2393433"/>
                <a:gd name="connsiteX112" fmla="*/ 802967 w 3514905"/>
                <a:gd name="connsiteY112" fmla="*/ 2354362 h 2393433"/>
                <a:gd name="connsiteX113" fmla="*/ 801137 w 3514905"/>
                <a:gd name="connsiteY113" fmla="*/ 2334877 h 2393433"/>
                <a:gd name="connsiteX114" fmla="*/ 788744 w 3514905"/>
                <a:gd name="connsiteY114" fmla="*/ 2331878 h 2393433"/>
                <a:gd name="connsiteX115" fmla="*/ 755736 w 3514905"/>
                <a:gd name="connsiteY115" fmla="*/ 2348998 h 2393433"/>
                <a:gd name="connsiteX116" fmla="*/ 748669 w 3514905"/>
                <a:gd name="connsiteY116" fmla="*/ 2367428 h 2393433"/>
                <a:gd name="connsiteX117" fmla="*/ 712280 w 3514905"/>
                <a:gd name="connsiteY117" fmla="*/ 2389645 h 2393433"/>
                <a:gd name="connsiteX118" fmla="*/ 681864 w 3514905"/>
                <a:gd name="connsiteY118" fmla="*/ 2393433 h 2393433"/>
                <a:gd name="connsiteX119" fmla="*/ 664248 w 3514905"/>
                <a:gd name="connsiteY119" fmla="*/ 2369780 h 2393433"/>
                <a:gd name="connsiteX120" fmla="*/ 653012 w 3514905"/>
                <a:gd name="connsiteY120" fmla="*/ 2346126 h 2393433"/>
                <a:gd name="connsiteX121" fmla="*/ 660079 w 3514905"/>
                <a:gd name="connsiteY121" fmla="*/ 2332513 h 2393433"/>
                <a:gd name="connsiteX122" fmla="*/ 631100 w 3514905"/>
                <a:gd name="connsiteY122" fmla="*/ 2305872 h 2393433"/>
                <a:gd name="connsiteX123" fmla="*/ 624058 w 3514905"/>
                <a:gd name="connsiteY123" fmla="*/ 2285218 h 2393433"/>
                <a:gd name="connsiteX124" fmla="*/ 599261 w 3514905"/>
                <a:gd name="connsiteY124" fmla="*/ 2266255 h 2393433"/>
                <a:gd name="connsiteX125" fmla="*/ 595079 w 3514905"/>
                <a:gd name="connsiteY125" fmla="*/ 2232535 h 2393433"/>
                <a:gd name="connsiteX126" fmla="*/ 555550 w 3514905"/>
                <a:gd name="connsiteY126" fmla="*/ 2198166 h 2393433"/>
                <a:gd name="connsiteX127" fmla="*/ 537782 w 3514905"/>
                <a:gd name="connsiteY127" fmla="*/ 2150325 h 2393433"/>
                <a:gd name="connsiteX128" fmla="*/ 540794 w 3514905"/>
                <a:gd name="connsiteY128" fmla="*/ 2101836 h 2393433"/>
                <a:gd name="connsiteX129" fmla="*/ 504773 w 3514905"/>
                <a:gd name="connsiteY129" fmla="*/ 2087066 h 2393433"/>
                <a:gd name="connsiteX130" fmla="*/ 487297 w 3514905"/>
                <a:gd name="connsiteY130" fmla="*/ 2056091 h 2393433"/>
                <a:gd name="connsiteX131" fmla="*/ 494732 w 3514905"/>
                <a:gd name="connsiteY131" fmla="*/ 2035577 h 2393433"/>
                <a:gd name="connsiteX132" fmla="*/ 515856 w 3514905"/>
                <a:gd name="connsiteY132" fmla="*/ 2021838 h 2393433"/>
                <a:gd name="connsiteX133" fmla="*/ 490029 w 3514905"/>
                <a:gd name="connsiteY133" fmla="*/ 2003026 h 2393433"/>
                <a:gd name="connsiteX134" fmla="*/ 484157 w 3514905"/>
                <a:gd name="connsiteY134" fmla="*/ 1968124 h 2393433"/>
                <a:gd name="connsiteX135" fmla="*/ 463401 w 3514905"/>
                <a:gd name="connsiteY135" fmla="*/ 1971658 h 2393433"/>
                <a:gd name="connsiteX136" fmla="*/ 435083 w 3514905"/>
                <a:gd name="connsiteY136" fmla="*/ 1951665 h 2393433"/>
                <a:gd name="connsiteX137" fmla="*/ 426860 w 3514905"/>
                <a:gd name="connsiteY137" fmla="*/ 1911920 h 2393433"/>
                <a:gd name="connsiteX138" fmla="*/ 400893 w 3514905"/>
                <a:gd name="connsiteY138" fmla="*/ 1878327 h 2393433"/>
                <a:gd name="connsiteX139" fmla="*/ 386149 w 3514905"/>
                <a:gd name="connsiteY139" fmla="*/ 1877678 h 2393433"/>
                <a:gd name="connsiteX140" fmla="*/ 373108 w 3514905"/>
                <a:gd name="connsiteY140" fmla="*/ 1842255 h 2393433"/>
                <a:gd name="connsiteX141" fmla="*/ 357169 w 3514905"/>
                <a:gd name="connsiteY141" fmla="*/ 1814433 h 2393433"/>
                <a:gd name="connsiteX142" fmla="*/ 335384 w 3514905"/>
                <a:gd name="connsiteY142" fmla="*/ 1796117 h 2393433"/>
                <a:gd name="connsiteX143" fmla="*/ 341777 w 3514905"/>
                <a:gd name="connsiteY143" fmla="*/ 1777433 h 2393433"/>
                <a:gd name="connsiteX144" fmla="*/ 333554 w 3514905"/>
                <a:gd name="connsiteY144" fmla="*/ 1770112 h 2393433"/>
                <a:gd name="connsiteX145" fmla="*/ 319331 w 3514905"/>
                <a:gd name="connsiteY145" fmla="*/ 1778348 h 2393433"/>
                <a:gd name="connsiteX146" fmla="*/ 285662 w 3514905"/>
                <a:gd name="connsiteY146" fmla="*/ 1819123 h 2393433"/>
                <a:gd name="connsiteX147" fmla="*/ 258119 w 3514905"/>
                <a:gd name="connsiteY147" fmla="*/ 1823965 h 2393433"/>
                <a:gd name="connsiteX148" fmla="*/ 248459 w 3514905"/>
                <a:gd name="connsiteY148" fmla="*/ 1843958 h 2393433"/>
                <a:gd name="connsiteX149" fmla="*/ 212451 w 3514905"/>
                <a:gd name="connsiteY149" fmla="*/ 1826838 h 2393433"/>
                <a:gd name="connsiteX150" fmla="*/ 204100 w 3514905"/>
                <a:gd name="connsiteY150" fmla="*/ 1807620 h 2393433"/>
                <a:gd name="connsiteX151" fmla="*/ 221323 w 3514905"/>
                <a:gd name="connsiteY151" fmla="*/ 1754695 h 2393433"/>
                <a:gd name="connsiteX152" fmla="*/ 245739 w 3514905"/>
                <a:gd name="connsiteY152" fmla="*/ 1741222 h 2393433"/>
                <a:gd name="connsiteX153" fmla="*/ 244951 w 3514905"/>
                <a:gd name="connsiteY153" fmla="*/ 1709726 h 2393433"/>
                <a:gd name="connsiteX154" fmla="*/ 224844 w 3514905"/>
                <a:gd name="connsiteY154" fmla="*/ 1684903 h 2393433"/>
                <a:gd name="connsiteX155" fmla="*/ 250302 w 3514905"/>
                <a:gd name="connsiteY155" fmla="*/ 1641103 h 2393433"/>
                <a:gd name="connsiteX156" fmla="*/ 245612 w 3514905"/>
                <a:gd name="connsiteY156" fmla="*/ 1619280 h 2393433"/>
                <a:gd name="connsiteX157" fmla="*/ 265948 w 3514905"/>
                <a:gd name="connsiteY157" fmla="*/ 1592741 h 2393433"/>
                <a:gd name="connsiteX158" fmla="*/ 249641 w 3514905"/>
                <a:gd name="connsiteY158" fmla="*/ 1592614 h 2393433"/>
                <a:gd name="connsiteX159" fmla="*/ 226674 w 3514905"/>
                <a:gd name="connsiteY159" fmla="*/ 1603329 h 2393433"/>
                <a:gd name="connsiteX160" fmla="*/ 209579 w 3514905"/>
                <a:gd name="connsiteY160" fmla="*/ 1592093 h 2393433"/>
                <a:gd name="connsiteX161" fmla="*/ 155814 w 3514905"/>
                <a:gd name="connsiteY161" fmla="*/ 1587911 h 2393433"/>
                <a:gd name="connsiteX162" fmla="*/ 134537 w 3514905"/>
                <a:gd name="connsiteY162" fmla="*/ 1572481 h 2393433"/>
                <a:gd name="connsiteX163" fmla="*/ 89137 w 3514905"/>
                <a:gd name="connsiteY163" fmla="*/ 1575481 h 2393433"/>
                <a:gd name="connsiteX164" fmla="*/ 53891 w 3514905"/>
                <a:gd name="connsiteY164" fmla="*/ 1553530 h 2393433"/>
                <a:gd name="connsiteX165" fmla="*/ 38359 w 3514905"/>
                <a:gd name="connsiteY165" fmla="*/ 1511586 h 2393433"/>
                <a:gd name="connsiteX166" fmla="*/ 43075 w 3514905"/>
                <a:gd name="connsiteY166" fmla="*/ 1476557 h 2393433"/>
                <a:gd name="connsiteX167" fmla="*/ 85476 w 3514905"/>
                <a:gd name="connsiteY167" fmla="*/ 1419692 h 2393433"/>
                <a:gd name="connsiteX168" fmla="*/ 65763 w 3514905"/>
                <a:gd name="connsiteY168" fmla="*/ 1354603 h 2393433"/>
                <a:gd name="connsiteX169" fmla="*/ 98529 w 3514905"/>
                <a:gd name="connsiteY169" fmla="*/ 1295793 h 2393433"/>
                <a:gd name="connsiteX170" fmla="*/ 98529 w 3514905"/>
                <a:gd name="connsiteY170" fmla="*/ 1266775 h 2393433"/>
                <a:gd name="connsiteX171" fmla="*/ 126327 w 3514905"/>
                <a:gd name="connsiteY171" fmla="*/ 1249642 h 2393433"/>
                <a:gd name="connsiteX172" fmla="*/ 138071 w 3514905"/>
                <a:gd name="connsiteY172" fmla="*/ 1221807 h 2393433"/>
                <a:gd name="connsiteX173" fmla="*/ 164432 w 3514905"/>
                <a:gd name="connsiteY173" fmla="*/ 1202601 h 2393433"/>
                <a:gd name="connsiteX174" fmla="*/ 173965 w 3514905"/>
                <a:gd name="connsiteY174" fmla="*/ 1188608 h 2393433"/>
                <a:gd name="connsiteX175" fmla="*/ 178909 w 3514905"/>
                <a:gd name="connsiteY175" fmla="*/ 1147973 h 2393433"/>
                <a:gd name="connsiteX176" fmla="*/ 191314 w 3514905"/>
                <a:gd name="connsiteY176" fmla="*/ 1125476 h 2393433"/>
                <a:gd name="connsiteX177" fmla="*/ 184527 w 3514905"/>
                <a:gd name="connsiteY177" fmla="*/ 1096065 h 2393433"/>
                <a:gd name="connsiteX178" fmla="*/ 156475 w 3514905"/>
                <a:gd name="connsiteY178" fmla="*/ 1097641 h 2393433"/>
                <a:gd name="connsiteX179" fmla="*/ 118624 w 3514905"/>
                <a:gd name="connsiteY179" fmla="*/ 1065738 h 2393433"/>
                <a:gd name="connsiteX180" fmla="*/ 119794 w 3514905"/>
                <a:gd name="connsiteY180" fmla="*/ 1047448 h 2393433"/>
                <a:gd name="connsiteX181" fmla="*/ 103741 w 3514905"/>
                <a:gd name="connsiteY181" fmla="*/ 1019994 h 2393433"/>
                <a:gd name="connsiteX182" fmla="*/ 81434 w 3514905"/>
                <a:gd name="connsiteY182" fmla="*/ 1010067 h 2393433"/>
                <a:gd name="connsiteX183" fmla="*/ 59649 w 3514905"/>
                <a:gd name="connsiteY183" fmla="*/ 1011237 h 2393433"/>
                <a:gd name="connsiteX184" fmla="*/ 55467 w 3514905"/>
                <a:gd name="connsiteY184" fmla="*/ 978178 h 2393433"/>
                <a:gd name="connsiteX185" fmla="*/ 28827 w 3514905"/>
                <a:gd name="connsiteY185" fmla="*/ 975165 h 2393433"/>
                <a:gd name="connsiteX186" fmla="*/ 15926 w 3514905"/>
                <a:gd name="connsiteY186" fmla="*/ 931518 h 2393433"/>
                <a:gd name="connsiteX187" fmla="*/ 0 w 3514905"/>
                <a:gd name="connsiteY187" fmla="*/ 910737 h 2393433"/>
                <a:gd name="connsiteX188" fmla="*/ 2872 w 3514905"/>
                <a:gd name="connsiteY188" fmla="*/ 875314 h 2393433"/>
                <a:gd name="connsiteX189" fmla="*/ 46596 w 3514905"/>
                <a:gd name="connsiteY189" fmla="*/ 859884 h 2393433"/>
                <a:gd name="connsiteX190" fmla="*/ 72156 w 3514905"/>
                <a:gd name="connsiteY190" fmla="*/ 837552 h 2393433"/>
                <a:gd name="connsiteX191" fmla="*/ 67593 w 3514905"/>
                <a:gd name="connsiteY191" fmla="*/ 797807 h 2393433"/>
                <a:gd name="connsiteX192" fmla="*/ 75816 w 3514905"/>
                <a:gd name="connsiteY192" fmla="*/ 785262 h 2393433"/>
                <a:gd name="connsiteX193" fmla="*/ 114316 w 3514905"/>
                <a:gd name="connsiteY193" fmla="*/ 806043 h 2393433"/>
                <a:gd name="connsiteX194" fmla="*/ 128919 w 3514905"/>
                <a:gd name="connsiteY194" fmla="*/ 809564 h 2393433"/>
                <a:gd name="connsiteX195" fmla="*/ 161547 w 3514905"/>
                <a:gd name="connsiteY195" fmla="*/ 802904 h 2393433"/>
                <a:gd name="connsiteX196" fmla="*/ 172516 w 3514905"/>
                <a:gd name="connsiteY196" fmla="*/ 806551 h 2393433"/>
                <a:gd name="connsiteX197" fmla="*/ 181654 w 3514905"/>
                <a:gd name="connsiteY197" fmla="*/ 812843 h 2393433"/>
                <a:gd name="connsiteX198" fmla="*/ 187641 w 3514905"/>
                <a:gd name="connsiteY198" fmla="*/ 803832 h 2393433"/>
                <a:gd name="connsiteX199" fmla="*/ 183218 w 3514905"/>
                <a:gd name="connsiteY199" fmla="*/ 787486 h 2393433"/>
                <a:gd name="connsiteX200" fmla="*/ 186217 w 3514905"/>
                <a:gd name="connsiteY200" fmla="*/ 784728 h 2393433"/>
                <a:gd name="connsiteX201" fmla="*/ 209579 w 3514905"/>
                <a:gd name="connsiteY201" fmla="*/ 813237 h 2393433"/>
                <a:gd name="connsiteX202" fmla="*/ 238418 w 3514905"/>
                <a:gd name="connsiteY202" fmla="*/ 840018 h 2393433"/>
                <a:gd name="connsiteX203" fmla="*/ 243248 w 3514905"/>
                <a:gd name="connsiteY203" fmla="*/ 853350 h 2393433"/>
                <a:gd name="connsiteX204" fmla="*/ 242854 w 3514905"/>
                <a:gd name="connsiteY204" fmla="*/ 872695 h 2393433"/>
                <a:gd name="connsiteX205" fmla="*/ 232419 w 3514905"/>
                <a:gd name="connsiteY205" fmla="*/ 900556 h 2393433"/>
                <a:gd name="connsiteX206" fmla="*/ 237249 w 3514905"/>
                <a:gd name="connsiteY206" fmla="*/ 911385 h 2393433"/>
                <a:gd name="connsiteX207" fmla="*/ 249120 w 3514905"/>
                <a:gd name="connsiteY207" fmla="*/ 922634 h 2393433"/>
                <a:gd name="connsiteX208" fmla="*/ 261258 w 3514905"/>
                <a:gd name="connsiteY208" fmla="*/ 946809 h 2393433"/>
                <a:gd name="connsiteX209" fmla="*/ 272087 w 3514905"/>
                <a:gd name="connsiteY209" fmla="*/ 953342 h 2393433"/>
                <a:gd name="connsiteX210" fmla="*/ 296351 w 3514905"/>
                <a:gd name="connsiteY210" fmla="*/ 949821 h 2393433"/>
                <a:gd name="connsiteX211" fmla="*/ 308629 w 3514905"/>
                <a:gd name="connsiteY211" fmla="*/ 950990 h 2393433"/>
                <a:gd name="connsiteX212" fmla="*/ 330033 w 3514905"/>
                <a:gd name="connsiteY212" fmla="*/ 977008 h 2393433"/>
                <a:gd name="connsiteX213" fmla="*/ 334075 w 3514905"/>
                <a:gd name="connsiteY213" fmla="*/ 984710 h 2393433"/>
                <a:gd name="connsiteX214" fmla="*/ 336045 w 3514905"/>
                <a:gd name="connsiteY214" fmla="*/ 995171 h 2393433"/>
                <a:gd name="connsiteX215" fmla="*/ 335384 w 3514905"/>
                <a:gd name="connsiteY215" fmla="*/ 1023133 h 2393433"/>
                <a:gd name="connsiteX216" fmla="*/ 342947 w 3514905"/>
                <a:gd name="connsiteY216" fmla="*/ 1052672 h 2393433"/>
                <a:gd name="connsiteX217" fmla="*/ 344002 w 3514905"/>
                <a:gd name="connsiteY217" fmla="*/ 1072818 h 2393433"/>
                <a:gd name="connsiteX218" fmla="*/ 353661 w 3514905"/>
                <a:gd name="connsiteY218" fmla="*/ 1084714 h 2393433"/>
                <a:gd name="connsiteX219" fmla="*/ 371011 w 3514905"/>
                <a:gd name="connsiteY219" fmla="*/ 1094514 h 2393433"/>
                <a:gd name="connsiteX220" fmla="*/ 391373 w 3514905"/>
                <a:gd name="connsiteY220" fmla="*/ 1115422 h 2393433"/>
                <a:gd name="connsiteX221" fmla="*/ 395694 w 3514905"/>
                <a:gd name="connsiteY221" fmla="*/ 1128361 h 2393433"/>
                <a:gd name="connsiteX222" fmla="*/ 400244 w 3514905"/>
                <a:gd name="connsiteY222" fmla="*/ 1154506 h 2393433"/>
                <a:gd name="connsiteX223" fmla="*/ 404426 w 3514905"/>
                <a:gd name="connsiteY223" fmla="*/ 1166911 h 2393433"/>
                <a:gd name="connsiteX224" fmla="*/ 413425 w 3514905"/>
                <a:gd name="connsiteY224" fmla="*/ 1176330 h 2393433"/>
                <a:gd name="connsiteX225" fmla="*/ 431956 w 3514905"/>
                <a:gd name="connsiteY225" fmla="*/ 1196590 h 2393433"/>
                <a:gd name="connsiteX226" fmla="*/ 449052 w 3514905"/>
                <a:gd name="connsiteY226" fmla="*/ 1210558 h 2393433"/>
                <a:gd name="connsiteX227" fmla="*/ 453360 w 3514905"/>
                <a:gd name="connsiteY227" fmla="*/ 1220637 h 2393433"/>
                <a:gd name="connsiteX228" fmla="*/ 452826 w 3514905"/>
                <a:gd name="connsiteY228" fmla="*/ 1232534 h 2393433"/>
                <a:gd name="connsiteX229" fmla="*/ 464329 w 3514905"/>
                <a:gd name="connsiteY229" fmla="*/ 1258272 h 2393433"/>
                <a:gd name="connsiteX230" fmla="*/ 469934 w 3514905"/>
                <a:gd name="connsiteY230" fmla="*/ 1266775 h 2393433"/>
                <a:gd name="connsiteX231" fmla="*/ 477624 w 3514905"/>
                <a:gd name="connsiteY231" fmla="*/ 1274490 h 2393433"/>
                <a:gd name="connsiteX232" fmla="*/ 480636 w 3514905"/>
                <a:gd name="connsiteY232" fmla="*/ 1279841 h 2393433"/>
                <a:gd name="connsiteX233" fmla="*/ 479327 w 3514905"/>
                <a:gd name="connsiteY233" fmla="*/ 1286374 h 2393433"/>
                <a:gd name="connsiteX234" fmla="*/ 482988 w 3514905"/>
                <a:gd name="connsiteY234" fmla="*/ 1295793 h 2393433"/>
                <a:gd name="connsiteX235" fmla="*/ 491465 w 3514905"/>
                <a:gd name="connsiteY235" fmla="*/ 1302059 h 2393433"/>
                <a:gd name="connsiteX236" fmla="*/ 496562 w 3514905"/>
                <a:gd name="connsiteY236" fmla="*/ 1311731 h 2393433"/>
                <a:gd name="connsiteX237" fmla="*/ 499422 w 3514905"/>
                <a:gd name="connsiteY237" fmla="*/ 1346621 h 2393433"/>
                <a:gd name="connsiteX238" fmla="*/ 502943 w 3514905"/>
                <a:gd name="connsiteY238" fmla="*/ 1354870 h 2393433"/>
                <a:gd name="connsiteX239" fmla="*/ 518348 w 3514905"/>
                <a:gd name="connsiteY239" fmla="*/ 1366767 h 2393433"/>
                <a:gd name="connsiteX240" fmla="*/ 531922 w 3514905"/>
                <a:gd name="connsiteY240" fmla="*/ 1386238 h 2393433"/>
                <a:gd name="connsiteX241" fmla="*/ 541709 w 3514905"/>
                <a:gd name="connsiteY241" fmla="*/ 1406359 h 2393433"/>
                <a:gd name="connsiteX242" fmla="*/ 620919 w 3514905"/>
                <a:gd name="connsiteY242" fmla="*/ 1364936 h 2393433"/>
                <a:gd name="connsiteX243" fmla="*/ 629663 w 3514905"/>
                <a:gd name="connsiteY243" fmla="*/ 1369893 h 2393433"/>
                <a:gd name="connsiteX244" fmla="*/ 656419 w 3514905"/>
                <a:gd name="connsiteY244" fmla="*/ 1363500 h 2393433"/>
                <a:gd name="connsiteX245" fmla="*/ 713703 w 3514905"/>
                <a:gd name="connsiteY245" fmla="*/ 1319447 h 2393433"/>
                <a:gd name="connsiteX246" fmla="*/ 736023 w 3514905"/>
                <a:gd name="connsiteY246" fmla="*/ 1257751 h 2393433"/>
                <a:gd name="connsiteX247" fmla="*/ 777521 w 3514905"/>
                <a:gd name="connsiteY247" fmla="*/ 1249261 h 2393433"/>
                <a:gd name="connsiteX248" fmla="*/ 819541 w 3514905"/>
                <a:gd name="connsiteY248" fmla="*/ 1188480 h 2393433"/>
                <a:gd name="connsiteX249" fmla="*/ 903454 w 3514905"/>
                <a:gd name="connsiteY249" fmla="*/ 1123786 h 2393433"/>
                <a:gd name="connsiteX250" fmla="*/ 875403 w 3514905"/>
                <a:gd name="connsiteY250" fmla="*/ 1061175 h 2393433"/>
                <a:gd name="connsiteX251" fmla="*/ 888964 w 3514905"/>
                <a:gd name="connsiteY251" fmla="*/ 1032679 h 2393433"/>
                <a:gd name="connsiteX252" fmla="*/ 928646 w 3514905"/>
                <a:gd name="connsiteY252" fmla="*/ 990201 h 2393433"/>
                <a:gd name="connsiteX253" fmla="*/ 997942 w 3514905"/>
                <a:gd name="connsiteY253" fmla="*/ 980148 h 2393433"/>
                <a:gd name="connsiteX254" fmla="*/ 1017515 w 3514905"/>
                <a:gd name="connsiteY254" fmla="*/ 956227 h 2393433"/>
                <a:gd name="connsiteX255" fmla="*/ 1016727 w 3514905"/>
                <a:gd name="connsiteY255" fmla="*/ 897544 h 2393433"/>
                <a:gd name="connsiteX256" fmla="*/ 1121917 w 3514905"/>
                <a:gd name="connsiteY256" fmla="*/ 846817 h 2393433"/>
                <a:gd name="connsiteX257" fmla="*/ 1113948 w 3514905"/>
                <a:gd name="connsiteY257" fmla="*/ 930997 h 2393433"/>
                <a:gd name="connsiteX258" fmla="*/ 1133013 w 3514905"/>
                <a:gd name="connsiteY258" fmla="*/ 942894 h 2393433"/>
                <a:gd name="connsiteX259" fmla="*/ 1217307 w 3514905"/>
                <a:gd name="connsiteY259" fmla="*/ 913876 h 2393433"/>
                <a:gd name="connsiteX260" fmla="*/ 1264144 w 3514905"/>
                <a:gd name="connsiteY260" fmla="*/ 877017 h 2393433"/>
                <a:gd name="connsiteX261" fmla="*/ 1300305 w 3514905"/>
                <a:gd name="connsiteY261" fmla="*/ 850872 h 2393433"/>
                <a:gd name="connsiteX262" fmla="*/ 1380176 w 3514905"/>
                <a:gd name="connsiteY262" fmla="*/ 814801 h 2393433"/>
                <a:gd name="connsiteX263" fmla="*/ 1420238 w 3514905"/>
                <a:gd name="connsiteY263" fmla="*/ 842903 h 2393433"/>
                <a:gd name="connsiteX264" fmla="*/ 1464076 w 3514905"/>
                <a:gd name="connsiteY264" fmla="*/ 817279 h 2393433"/>
                <a:gd name="connsiteX265" fmla="*/ 1479608 w 3514905"/>
                <a:gd name="connsiteY265" fmla="*/ 860672 h 2393433"/>
                <a:gd name="connsiteX266" fmla="*/ 1505193 w 3514905"/>
                <a:gd name="connsiteY266" fmla="*/ 863150 h 2393433"/>
                <a:gd name="connsiteX267" fmla="*/ 1522009 w 3514905"/>
                <a:gd name="connsiteY267" fmla="*/ 845000 h 2393433"/>
                <a:gd name="connsiteX268" fmla="*/ 1585712 w 3514905"/>
                <a:gd name="connsiteY268" fmla="*/ 840691 h 2393433"/>
                <a:gd name="connsiteX269" fmla="*/ 1620678 w 3514905"/>
                <a:gd name="connsiteY269" fmla="*/ 806170 h 2393433"/>
                <a:gd name="connsiteX270" fmla="*/ 1560406 w 3514905"/>
                <a:gd name="connsiteY270" fmla="*/ 782923 h 2393433"/>
                <a:gd name="connsiteX271" fmla="*/ 1576714 w 3514905"/>
                <a:gd name="connsiteY271" fmla="*/ 744348 h 2393433"/>
                <a:gd name="connsiteX272" fmla="*/ 1630338 w 3514905"/>
                <a:gd name="connsiteY272" fmla="*/ 726579 h 2393433"/>
                <a:gd name="connsiteX273" fmla="*/ 1678484 w 3514905"/>
                <a:gd name="connsiteY273" fmla="*/ 731536 h 2393433"/>
                <a:gd name="connsiteX274" fmla="*/ 1711505 w 3514905"/>
                <a:gd name="connsiteY274" fmla="*/ 726579 h 2393433"/>
                <a:gd name="connsiteX275" fmla="*/ 1734079 w 3514905"/>
                <a:gd name="connsiteY275" fmla="*/ 665786 h 2393433"/>
                <a:gd name="connsiteX276" fmla="*/ 1765943 w 3514905"/>
                <a:gd name="connsiteY276" fmla="*/ 638739 h 2393433"/>
                <a:gd name="connsiteX277" fmla="*/ 1902184 w 3514905"/>
                <a:gd name="connsiteY277" fmla="*/ 692592 h 2393433"/>
                <a:gd name="connsiteX278" fmla="*/ 1928799 w 3514905"/>
                <a:gd name="connsiteY278" fmla="*/ 724863 h 2393433"/>
                <a:gd name="connsiteX279" fmla="*/ 1994447 w 3514905"/>
                <a:gd name="connsiteY279" fmla="*/ 703040 h 2393433"/>
                <a:gd name="connsiteX280" fmla="*/ 2012839 w 3514905"/>
                <a:gd name="connsiteY280" fmla="*/ 690380 h 2393433"/>
                <a:gd name="connsiteX281" fmla="*/ 2059028 w 3514905"/>
                <a:gd name="connsiteY281" fmla="*/ 654690 h 2393433"/>
                <a:gd name="connsiteX282" fmla="*/ 2212643 w 3514905"/>
                <a:gd name="connsiteY282" fmla="*/ 539154 h 2393433"/>
                <a:gd name="connsiteX283" fmla="*/ 2285714 w 3514905"/>
                <a:gd name="connsiteY283" fmla="*/ 538099 h 2393433"/>
                <a:gd name="connsiteX284" fmla="*/ 2389849 w 3514905"/>
                <a:gd name="connsiteY284" fmla="*/ 487373 h 2393433"/>
                <a:gd name="connsiteX285" fmla="*/ 2414265 w 3514905"/>
                <a:gd name="connsiteY285" fmla="*/ 451848 h 2393433"/>
                <a:gd name="connsiteX286" fmla="*/ 2467508 w 3514905"/>
                <a:gd name="connsiteY286" fmla="*/ 433278 h 2393433"/>
                <a:gd name="connsiteX287" fmla="*/ 2482239 w 3514905"/>
                <a:gd name="connsiteY287" fmla="*/ 401783 h 2393433"/>
                <a:gd name="connsiteX288" fmla="*/ 2456933 w 3514905"/>
                <a:gd name="connsiteY288" fmla="*/ 354729 h 2393433"/>
                <a:gd name="connsiteX289" fmla="*/ 2474817 w 3514905"/>
                <a:gd name="connsiteY289" fmla="*/ 335893 h 2393433"/>
                <a:gd name="connsiteX290" fmla="*/ 2507838 w 3514905"/>
                <a:gd name="connsiteY290" fmla="*/ 324136 h 2393433"/>
                <a:gd name="connsiteX291" fmla="*/ 2527666 w 3514905"/>
                <a:gd name="connsiteY291" fmla="*/ 296961 h 2393433"/>
                <a:gd name="connsiteX292" fmla="*/ 2576854 w 3514905"/>
                <a:gd name="connsiteY292" fmla="*/ 275252 h 2393433"/>
                <a:gd name="connsiteX293" fmla="*/ 2658416 w 3514905"/>
                <a:gd name="connsiteY293" fmla="*/ 314730 h 2393433"/>
                <a:gd name="connsiteX294" fmla="*/ 2682832 w 3514905"/>
                <a:gd name="connsiteY294" fmla="*/ 306240 h 2393433"/>
                <a:gd name="connsiteX295" fmla="*/ 2773519 w 3514905"/>
                <a:gd name="connsiteY295" fmla="*/ 330529 h 2393433"/>
                <a:gd name="connsiteX296" fmla="*/ 2796105 w 3514905"/>
                <a:gd name="connsiteY296" fmla="*/ 360741 h 2393433"/>
                <a:gd name="connsiteX297" fmla="*/ 2891762 w 3514905"/>
                <a:gd name="connsiteY297" fmla="*/ 374595 h 2393433"/>
                <a:gd name="connsiteX298" fmla="*/ 2912759 w 3514905"/>
                <a:gd name="connsiteY298" fmla="*/ 401783 h 2393433"/>
                <a:gd name="connsiteX299" fmla="*/ 3021216 w 3514905"/>
                <a:gd name="connsiteY299" fmla="*/ 384789 h 2393433"/>
                <a:gd name="connsiteX300" fmla="*/ 3062587 w 3514905"/>
                <a:gd name="connsiteY300" fmla="*/ 375231 h 2393433"/>
                <a:gd name="connsiteX301" fmla="*/ 3113098 w 3514905"/>
                <a:gd name="connsiteY301" fmla="*/ 348183 h 2393433"/>
                <a:gd name="connsiteX302" fmla="*/ 3175339 w 3514905"/>
                <a:gd name="connsiteY302" fmla="*/ 308845 h 2393433"/>
                <a:gd name="connsiteX303" fmla="*/ 3239018 w 3514905"/>
                <a:gd name="connsiteY303" fmla="*/ 273168 h 2393433"/>
                <a:gd name="connsiteX304" fmla="*/ 3281177 w 3514905"/>
                <a:gd name="connsiteY304" fmla="*/ 218133 h 2393433"/>
                <a:gd name="connsiteX305" fmla="*/ 3293430 w 3514905"/>
                <a:gd name="connsiteY305" fmla="*/ 64682 h 2393433"/>
                <a:gd name="connsiteX306" fmla="*/ 3333124 w 3514905"/>
                <a:gd name="connsiteY306" fmla="*/ 23654 h 2393433"/>
                <a:gd name="connsiteX307" fmla="*/ 3380355 w 3514905"/>
                <a:gd name="connsiteY307" fmla="*/ 0 h 2393433"/>
                <a:gd name="connsiteX308" fmla="*/ 3401632 w 3514905"/>
                <a:gd name="connsiteY308" fmla="*/ 16587 h 2393433"/>
                <a:gd name="connsiteX309" fmla="*/ 3397578 w 3514905"/>
                <a:gd name="connsiteY309" fmla="*/ 83252 h 2393433"/>
                <a:gd name="connsiteX310" fmla="*/ 3366005 w 3514905"/>
                <a:gd name="connsiteY310" fmla="*/ 206363 h 2393433"/>
                <a:gd name="connsiteX311" fmla="*/ 3406716 w 3514905"/>
                <a:gd name="connsiteY311" fmla="*/ 320996 h 2393433"/>
                <a:gd name="connsiteX312" fmla="*/ 3514905 w 3514905"/>
                <a:gd name="connsiteY312" fmla="*/ 378764 h 2393433"/>
                <a:gd name="connsiteX313" fmla="*/ 3444948 w 3514905"/>
                <a:gd name="connsiteY313" fmla="*/ 475616 h 2393433"/>
                <a:gd name="connsiteX314" fmla="*/ 3340814 w 3514905"/>
                <a:gd name="connsiteY314" fmla="*/ 479162 h 2393433"/>
                <a:gd name="connsiteX315" fmla="*/ 3340687 w 3514905"/>
                <a:gd name="connsiteY315" fmla="*/ 602286 h 2393433"/>
                <a:gd name="connsiteX316" fmla="*/ 3317707 w 3514905"/>
                <a:gd name="connsiteY316" fmla="*/ 613903 h 2393433"/>
                <a:gd name="connsiteX317" fmla="*/ 3282868 w 3514905"/>
                <a:gd name="connsiteY317" fmla="*/ 610369 h 2393433"/>
                <a:gd name="connsiteX318" fmla="*/ 3241636 w 3514905"/>
                <a:gd name="connsiteY318" fmla="*/ 663053 h 2393433"/>
                <a:gd name="connsiteX319" fmla="*/ 3201306 w 3514905"/>
                <a:gd name="connsiteY319" fmla="*/ 689325 h 2393433"/>
                <a:gd name="connsiteX320" fmla="*/ 3165680 w 3514905"/>
                <a:gd name="connsiteY320" fmla="*/ 686580 h 2393433"/>
                <a:gd name="connsiteX321" fmla="*/ 3135531 w 3514905"/>
                <a:gd name="connsiteY321" fmla="*/ 737561 h 2393433"/>
                <a:gd name="connsiteX322" fmla="*/ 3160062 w 3514905"/>
                <a:gd name="connsiteY322" fmla="*/ 751148 h 2393433"/>
                <a:gd name="connsiteX323" fmla="*/ 3178466 w 3514905"/>
                <a:gd name="connsiteY323" fmla="*/ 745784 h 2393433"/>
                <a:gd name="connsiteX324" fmla="*/ 3193731 w 3514905"/>
                <a:gd name="connsiteY324" fmla="*/ 768268 h 2393433"/>
                <a:gd name="connsiteX325" fmla="*/ 3191914 w 3514905"/>
                <a:gd name="connsiteY325" fmla="*/ 798468 h 2393433"/>
                <a:gd name="connsiteX326" fmla="*/ 3186690 w 3514905"/>
                <a:gd name="connsiteY326" fmla="*/ 832061 h 2393433"/>
                <a:gd name="connsiteX327" fmla="*/ 3124702 w 3514905"/>
                <a:gd name="connsiteY327" fmla="*/ 875835 h 2393433"/>
                <a:gd name="connsiteX328" fmla="*/ 3098074 w 3514905"/>
                <a:gd name="connsiteY328" fmla="*/ 866963 h 2393433"/>
                <a:gd name="connsiteX329" fmla="*/ 3083991 w 3514905"/>
                <a:gd name="connsiteY329" fmla="*/ 885889 h 2393433"/>
                <a:gd name="connsiteX330" fmla="*/ 3091033 w 3514905"/>
                <a:gd name="connsiteY330" fmla="*/ 903022 h 2393433"/>
                <a:gd name="connsiteX331" fmla="*/ 3092736 w 3514905"/>
                <a:gd name="connsiteY331" fmla="*/ 935039 h 2393433"/>
                <a:gd name="connsiteX332" fmla="*/ 3058533 w 3514905"/>
                <a:gd name="connsiteY332" fmla="*/ 930870 h 2393433"/>
                <a:gd name="connsiteX333" fmla="*/ 3049661 w 3514905"/>
                <a:gd name="connsiteY333" fmla="*/ 951511 h 2393433"/>
                <a:gd name="connsiteX334" fmla="*/ 3001896 w 3514905"/>
                <a:gd name="connsiteY334" fmla="*/ 964069 h 2393433"/>
                <a:gd name="connsiteX335" fmla="*/ 3005430 w 3514905"/>
                <a:gd name="connsiteY335" fmla="*/ 993595 h 2393433"/>
                <a:gd name="connsiteX336" fmla="*/ 2986504 w 3514905"/>
                <a:gd name="connsiteY336" fmla="*/ 1010728 h 2393433"/>
                <a:gd name="connsiteX337" fmla="*/ 2984674 w 3514905"/>
                <a:gd name="connsiteY337" fmla="*/ 1039746 h 2393433"/>
                <a:gd name="connsiteX338" fmla="*/ 2965876 w 3514905"/>
                <a:gd name="connsiteY338" fmla="*/ 1056205 h 2393433"/>
                <a:gd name="connsiteX339" fmla="*/ 2875201 w 3514905"/>
                <a:gd name="connsiteY339" fmla="*/ 1078169 h 2393433"/>
                <a:gd name="connsiteX340" fmla="*/ 2829380 w 3514905"/>
                <a:gd name="connsiteY340" fmla="*/ 1058951 h 2393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Lst>
              <a:rect l="l" t="t" r="r" b="b"/>
              <a:pathLst>
                <a:path w="3514905" h="2393433">
                  <a:moveTo>
                    <a:pt x="2829380" y="1058951"/>
                  </a:moveTo>
                  <a:lnTo>
                    <a:pt x="2794021" y="1090587"/>
                  </a:lnTo>
                  <a:lnTo>
                    <a:pt x="2778616" y="1123658"/>
                  </a:lnTo>
                  <a:lnTo>
                    <a:pt x="2758509" y="1133725"/>
                  </a:lnTo>
                  <a:lnTo>
                    <a:pt x="2743243" y="1159196"/>
                  </a:lnTo>
                  <a:lnTo>
                    <a:pt x="2723670" y="1168080"/>
                  </a:lnTo>
                  <a:lnTo>
                    <a:pt x="2725500" y="1181032"/>
                  </a:lnTo>
                  <a:lnTo>
                    <a:pt x="2714290" y="1186904"/>
                  </a:lnTo>
                  <a:lnTo>
                    <a:pt x="2728512" y="1198153"/>
                  </a:lnTo>
                  <a:lnTo>
                    <a:pt x="2760351" y="1208220"/>
                  </a:lnTo>
                  <a:lnTo>
                    <a:pt x="2776913" y="1247824"/>
                  </a:lnTo>
                  <a:lnTo>
                    <a:pt x="2791669" y="1250824"/>
                  </a:lnTo>
                  <a:lnTo>
                    <a:pt x="2804595" y="1275139"/>
                  </a:lnTo>
                  <a:lnTo>
                    <a:pt x="2831859" y="1280350"/>
                  </a:lnTo>
                  <a:lnTo>
                    <a:pt x="2850136" y="1332385"/>
                  </a:lnTo>
                  <a:lnTo>
                    <a:pt x="2859008" y="1376820"/>
                  </a:lnTo>
                  <a:lnTo>
                    <a:pt x="2883145" y="1399826"/>
                  </a:lnTo>
                  <a:lnTo>
                    <a:pt x="2892677" y="1430661"/>
                  </a:lnTo>
                  <a:lnTo>
                    <a:pt x="2857178" y="1474981"/>
                  </a:lnTo>
                  <a:lnTo>
                    <a:pt x="2869570" y="1517586"/>
                  </a:lnTo>
                  <a:lnTo>
                    <a:pt x="2849475" y="1553022"/>
                  </a:lnTo>
                  <a:lnTo>
                    <a:pt x="2828860" y="1562415"/>
                  </a:lnTo>
                  <a:lnTo>
                    <a:pt x="2811116" y="1557712"/>
                  </a:lnTo>
                  <a:lnTo>
                    <a:pt x="2787488" y="1576142"/>
                  </a:lnTo>
                  <a:lnTo>
                    <a:pt x="2779264" y="1613917"/>
                  </a:lnTo>
                  <a:lnTo>
                    <a:pt x="2747959" y="1640582"/>
                  </a:lnTo>
                  <a:lnTo>
                    <a:pt x="2687649" y="1650636"/>
                  </a:lnTo>
                  <a:lnTo>
                    <a:pt x="2649289" y="1664249"/>
                  </a:lnTo>
                  <a:lnTo>
                    <a:pt x="2614324" y="1667897"/>
                  </a:lnTo>
                  <a:lnTo>
                    <a:pt x="2607397" y="1715090"/>
                  </a:lnTo>
                  <a:lnTo>
                    <a:pt x="2593174" y="1734549"/>
                  </a:lnTo>
                  <a:lnTo>
                    <a:pt x="2594089" y="1776124"/>
                  </a:lnTo>
                  <a:lnTo>
                    <a:pt x="2615366" y="1829583"/>
                  </a:lnTo>
                  <a:lnTo>
                    <a:pt x="2578303" y="1864078"/>
                  </a:lnTo>
                  <a:lnTo>
                    <a:pt x="2586133" y="1885902"/>
                  </a:lnTo>
                  <a:lnTo>
                    <a:pt x="2572545" y="1904332"/>
                  </a:lnTo>
                  <a:lnTo>
                    <a:pt x="2573206" y="1930350"/>
                  </a:lnTo>
                  <a:lnTo>
                    <a:pt x="2549578" y="1928125"/>
                  </a:lnTo>
                  <a:lnTo>
                    <a:pt x="2523611" y="1978191"/>
                  </a:lnTo>
                  <a:lnTo>
                    <a:pt x="2493488" y="1971124"/>
                  </a:lnTo>
                  <a:lnTo>
                    <a:pt x="2462157" y="1977670"/>
                  </a:lnTo>
                  <a:lnTo>
                    <a:pt x="2435008" y="1971658"/>
                  </a:lnTo>
                  <a:lnTo>
                    <a:pt x="2356319" y="1975966"/>
                  </a:lnTo>
                  <a:lnTo>
                    <a:pt x="2325002" y="2027201"/>
                  </a:lnTo>
                  <a:lnTo>
                    <a:pt x="2297852" y="2045758"/>
                  </a:lnTo>
                  <a:lnTo>
                    <a:pt x="2299810" y="2108890"/>
                  </a:lnTo>
                  <a:lnTo>
                    <a:pt x="2283897" y="2126023"/>
                  </a:lnTo>
                  <a:lnTo>
                    <a:pt x="2280884" y="2154507"/>
                  </a:lnTo>
                  <a:lnTo>
                    <a:pt x="2296810" y="2184045"/>
                  </a:lnTo>
                  <a:lnTo>
                    <a:pt x="2287405" y="2203530"/>
                  </a:lnTo>
                  <a:lnTo>
                    <a:pt x="2257917" y="2218935"/>
                  </a:lnTo>
                  <a:lnTo>
                    <a:pt x="2246033" y="2206542"/>
                  </a:lnTo>
                  <a:lnTo>
                    <a:pt x="2199984" y="2200645"/>
                  </a:lnTo>
                  <a:lnTo>
                    <a:pt x="2168526" y="2187706"/>
                  </a:lnTo>
                  <a:lnTo>
                    <a:pt x="2136687" y="2221426"/>
                  </a:lnTo>
                  <a:lnTo>
                    <a:pt x="2059422" y="2155040"/>
                  </a:lnTo>
                  <a:lnTo>
                    <a:pt x="2027074" y="2148495"/>
                  </a:lnTo>
                  <a:lnTo>
                    <a:pt x="1994574" y="2194379"/>
                  </a:lnTo>
                  <a:lnTo>
                    <a:pt x="1964413" y="2195688"/>
                  </a:lnTo>
                  <a:lnTo>
                    <a:pt x="1937810" y="2162743"/>
                  </a:lnTo>
                  <a:lnTo>
                    <a:pt x="1940149" y="2121956"/>
                  </a:lnTo>
                  <a:lnTo>
                    <a:pt x="1915352" y="2103018"/>
                  </a:lnTo>
                  <a:lnTo>
                    <a:pt x="1884301" y="2100400"/>
                  </a:lnTo>
                  <a:lnTo>
                    <a:pt x="1855715" y="2049165"/>
                  </a:lnTo>
                  <a:lnTo>
                    <a:pt x="1835087" y="2043280"/>
                  </a:lnTo>
                  <a:lnTo>
                    <a:pt x="1800375" y="2060006"/>
                  </a:lnTo>
                  <a:lnTo>
                    <a:pt x="1761888" y="2054515"/>
                  </a:lnTo>
                  <a:lnTo>
                    <a:pt x="1737612" y="2062765"/>
                  </a:lnTo>
                  <a:lnTo>
                    <a:pt x="1679806" y="2053867"/>
                  </a:lnTo>
                  <a:lnTo>
                    <a:pt x="1663880" y="2003408"/>
                  </a:lnTo>
                  <a:lnTo>
                    <a:pt x="1639083" y="2014262"/>
                  </a:lnTo>
                  <a:lnTo>
                    <a:pt x="1608934" y="2014262"/>
                  </a:lnTo>
                  <a:lnTo>
                    <a:pt x="1597050" y="2044462"/>
                  </a:lnTo>
                  <a:lnTo>
                    <a:pt x="1605934" y="2088630"/>
                  </a:lnTo>
                  <a:lnTo>
                    <a:pt x="1588318" y="2104835"/>
                  </a:lnTo>
                  <a:lnTo>
                    <a:pt x="1558690" y="2098302"/>
                  </a:lnTo>
                  <a:lnTo>
                    <a:pt x="1544608" y="2087066"/>
                  </a:lnTo>
                  <a:lnTo>
                    <a:pt x="1525021" y="2090460"/>
                  </a:lnTo>
                  <a:lnTo>
                    <a:pt x="1503897" y="2086418"/>
                  </a:lnTo>
                  <a:lnTo>
                    <a:pt x="1486662" y="2104835"/>
                  </a:lnTo>
                  <a:lnTo>
                    <a:pt x="1463033" y="2111902"/>
                  </a:lnTo>
                  <a:lnTo>
                    <a:pt x="1454289" y="2124841"/>
                  </a:lnTo>
                  <a:lnTo>
                    <a:pt x="1460174" y="2162743"/>
                  </a:lnTo>
                  <a:lnTo>
                    <a:pt x="1430025" y="2163925"/>
                  </a:lnTo>
                  <a:lnTo>
                    <a:pt x="1415014" y="2175542"/>
                  </a:lnTo>
                  <a:lnTo>
                    <a:pt x="1396356" y="2178173"/>
                  </a:lnTo>
                  <a:lnTo>
                    <a:pt x="1375740" y="2211233"/>
                  </a:lnTo>
                  <a:lnTo>
                    <a:pt x="1326145" y="2246656"/>
                  </a:lnTo>
                  <a:lnTo>
                    <a:pt x="1305389" y="2240263"/>
                  </a:lnTo>
                  <a:lnTo>
                    <a:pt x="1290645" y="2266255"/>
                  </a:lnTo>
                  <a:lnTo>
                    <a:pt x="1265860" y="2281545"/>
                  </a:lnTo>
                  <a:lnTo>
                    <a:pt x="1232839" y="2259201"/>
                  </a:lnTo>
                  <a:lnTo>
                    <a:pt x="1212744" y="2257371"/>
                  </a:lnTo>
                  <a:lnTo>
                    <a:pt x="1200987" y="2235534"/>
                  </a:lnTo>
                  <a:lnTo>
                    <a:pt x="1179723" y="2227832"/>
                  </a:lnTo>
                  <a:lnTo>
                    <a:pt x="1144236" y="2243783"/>
                  </a:lnTo>
                  <a:lnTo>
                    <a:pt x="1128298" y="2234238"/>
                  </a:lnTo>
                  <a:lnTo>
                    <a:pt x="1120087" y="2218935"/>
                  </a:lnTo>
                  <a:lnTo>
                    <a:pt x="1079363" y="2210584"/>
                  </a:lnTo>
                  <a:lnTo>
                    <a:pt x="1068661" y="2218935"/>
                  </a:lnTo>
                  <a:lnTo>
                    <a:pt x="1049215" y="2262086"/>
                  </a:lnTo>
                  <a:lnTo>
                    <a:pt x="1010067" y="2303776"/>
                  </a:lnTo>
                  <a:lnTo>
                    <a:pt x="993633" y="2307690"/>
                  </a:lnTo>
                  <a:lnTo>
                    <a:pt x="985409" y="2290455"/>
                  </a:lnTo>
                  <a:lnTo>
                    <a:pt x="962442" y="2301157"/>
                  </a:lnTo>
                  <a:lnTo>
                    <a:pt x="943517" y="2294624"/>
                  </a:lnTo>
                  <a:lnTo>
                    <a:pt x="925239" y="2301678"/>
                  </a:lnTo>
                  <a:lnTo>
                    <a:pt x="919240" y="2317642"/>
                  </a:lnTo>
                  <a:lnTo>
                    <a:pt x="889358" y="2337623"/>
                  </a:lnTo>
                  <a:lnTo>
                    <a:pt x="889625" y="2375130"/>
                  </a:lnTo>
                  <a:lnTo>
                    <a:pt x="867166" y="2387815"/>
                  </a:lnTo>
                  <a:lnTo>
                    <a:pt x="832328" y="2373821"/>
                  </a:lnTo>
                  <a:lnTo>
                    <a:pt x="802967" y="2354362"/>
                  </a:lnTo>
                  <a:lnTo>
                    <a:pt x="801137" y="2334877"/>
                  </a:lnTo>
                  <a:lnTo>
                    <a:pt x="788744" y="2331878"/>
                  </a:lnTo>
                  <a:lnTo>
                    <a:pt x="755736" y="2348998"/>
                  </a:lnTo>
                  <a:lnTo>
                    <a:pt x="748669" y="2367428"/>
                  </a:lnTo>
                  <a:lnTo>
                    <a:pt x="712280" y="2389645"/>
                  </a:lnTo>
                  <a:lnTo>
                    <a:pt x="681864" y="2393433"/>
                  </a:lnTo>
                  <a:lnTo>
                    <a:pt x="664248" y="2369780"/>
                  </a:lnTo>
                  <a:lnTo>
                    <a:pt x="653012" y="2346126"/>
                  </a:lnTo>
                  <a:lnTo>
                    <a:pt x="660079" y="2332513"/>
                  </a:lnTo>
                  <a:lnTo>
                    <a:pt x="631100" y="2305872"/>
                  </a:lnTo>
                  <a:lnTo>
                    <a:pt x="624058" y="2285218"/>
                  </a:lnTo>
                  <a:lnTo>
                    <a:pt x="599261" y="2266255"/>
                  </a:lnTo>
                  <a:lnTo>
                    <a:pt x="595079" y="2232535"/>
                  </a:lnTo>
                  <a:lnTo>
                    <a:pt x="555550" y="2198166"/>
                  </a:lnTo>
                  <a:lnTo>
                    <a:pt x="537782" y="2150325"/>
                  </a:lnTo>
                  <a:lnTo>
                    <a:pt x="540794" y="2101836"/>
                  </a:lnTo>
                  <a:lnTo>
                    <a:pt x="504773" y="2087066"/>
                  </a:lnTo>
                  <a:lnTo>
                    <a:pt x="487297" y="2056091"/>
                  </a:lnTo>
                  <a:lnTo>
                    <a:pt x="494732" y="2035577"/>
                  </a:lnTo>
                  <a:lnTo>
                    <a:pt x="515856" y="2021838"/>
                  </a:lnTo>
                  <a:lnTo>
                    <a:pt x="490029" y="2003026"/>
                  </a:lnTo>
                  <a:lnTo>
                    <a:pt x="484157" y="1968124"/>
                  </a:lnTo>
                  <a:lnTo>
                    <a:pt x="463401" y="1971658"/>
                  </a:lnTo>
                  <a:lnTo>
                    <a:pt x="435083" y="1951665"/>
                  </a:lnTo>
                  <a:lnTo>
                    <a:pt x="426860" y="1911920"/>
                  </a:lnTo>
                  <a:lnTo>
                    <a:pt x="400893" y="1878327"/>
                  </a:lnTo>
                  <a:lnTo>
                    <a:pt x="386149" y="1877678"/>
                  </a:lnTo>
                  <a:lnTo>
                    <a:pt x="373108" y="1842255"/>
                  </a:lnTo>
                  <a:lnTo>
                    <a:pt x="357169" y="1814433"/>
                  </a:lnTo>
                  <a:lnTo>
                    <a:pt x="335384" y="1796117"/>
                  </a:lnTo>
                  <a:lnTo>
                    <a:pt x="341777" y="1777433"/>
                  </a:lnTo>
                  <a:lnTo>
                    <a:pt x="333554" y="1770112"/>
                  </a:lnTo>
                  <a:lnTo>
                    <a:pt x="319331" y="1778348"/>
                  </a:lnTo>
                  <a:lnTo>
                    <a:pt x="285662" y="1819123"/>
                  </a:lnTo>
                  <a:lnTo>
                    <a:pt x="258119" y="1823965"/>
                  </a:lnTo>
                  <a:lnTo>
                    <a:pt x="248459" y="1843958"/>
                  </a:lnTo>
                  <a:lnTo>
                    <a:pt x="212451" y="1826838"/>
                  </a:lnTo>
                  <a:lnTo>
                    <a:pt x="204100" y="1807620"/>
                  </a:lnTo>
                  <a:lnTo>
                    <a:pt x="221323" y="1754695"/>
                  </a:lnTo>
                  <a:lnTo>
                    <a:pt x="245739" y="1741222"/>
                  </a:lnTo>
                  <a:lnTo>
                    <a:pt x="244951" y="1709726"/>
                  </a:lnTo>
                  <a:lnTo>
                    <a:pt x="224844" y="1684903"/>
                  </a:lnTo>
                  <a:lnTo>
                    <a:pt x="250302" y="1641103"/>
                  </a:lnTo>
                  <a:lnTo>
                    <a:pt x="245612" y="1619280"/>
                  </a:lnTo>
                  <a:lnTo>
                    <a:pt x="265948" y="1592741"/>
                  </a:lnTo>
                  <a:lnTo>
                    <a:pt x="249641" y="1592614"/>
                  </a:lnTo>
                  <a:lnTo>
                    <a:pt x="226674" y="1603329"/>
                  </a:lnTo>
                  <a:lnTo>
                    <a:pt x="209579" y="1592093"/>
                  </a:lnTo>
                  <a:lnTo>
                    <a:pt x="155814" y="1587911"/>
                  </a:lnTo>
                  <a:lnTo>
                    <a:pt x="134537" y="1572481"/>
                  </a:lnTo>
                  <a:lnTo>
                    <a:pt x="89137" y="1575481"/>
                  </a:lnTo>
                  <a:lnTo>
                    <a:pt x="53891" y="1553530"/>
                  </a:lnTo>
                  <a:lnTo>
                    <a:pt x="38359" y="1511586"/>
                  </a:lnTo>
                  <a:lnTo>
                    <a:pt x="43075" y="1476557"/>
                  </a:lnTo>
                  <a:lnTo>
                    <a:pt x="85476" y="1419692"/>
                  </a:lnTo>
                  <a:lnTo>
                    <a:pt x="65763" y="1354603"/>
                  </a:lnTo>
                  <a:lnTo>
                    <a:pt x="98529" y="1295793"/>
                  </a:lnTo>
                  <a:lnTo>
                    <a:pt x="98529" y="1266775"/>
                  </a:lnTo>
                  <a:lnTo>
                    <a:pt x="126327" y="1249642"/>
                  </a:lnTo>
                  <a:lnTo>
                    <a:pt x="138071" y="1221807"/>
                  </a:lnTo>
                  <a:lnTo>
                    <a:pt x="164432" y="1202601"/>
                  </a:lnTo>
                  <a:lnTo>
                    <a:pt x="173965" y="1188608"/>
                  </a:lnTo>
                  <a:lnTo>
                    <a:pt x="178909" y="1147973"/>
                  </a:lnTo>
                  <a:lnTo>
                    <a:pt x="191314" y="1125476"/>
                  </a:lnTo>
                  <a:lnTo>
                    <a:pt x="184527" y="1096065"/>
                  </a:lnTo>
                  <a:lnTo>
                    <a:pt x="156475" y="1097641"/>
                  </a:lnTo>
                  <a:lnTo>
                    <a:pt x="118624" y="1065738"/>
                  </a:lnTo>
                  <a:lnTo>
                    <a:pt x="119794" y="1047448"/>
                  </a:lnTo>
                  <a:lnTo>
                    <a:pt x="103741" y="1019994"/>
                  </a:lnTo>
                  <a:lnTo>
                    <a:pt x="81434" y="1010067"/>
                  </a:lnTo>
                  <a:lnTo>
                    <a:pt x="59649" y="1011237"/>
                  </a:lnTo>
                  <a:lnTo>
                    <a:pt x="55467" y="978178"/>
                  </a:lnTo>
                  <a:lnTo>
                    <a:pt x="28827" y="975165"/>
                  </a:lnTo>
                  <a:lnTo>
                    <a:pt x="15926" y="931518"/>
                  </a:lnTo>
                  <a:lnTo>
                    <a:pt x="0" y="910737"/>
                  </a:lnTo>
                  <a:lnTo>
                    <a:pt x="2872" y="875314"/>
                  </a:lnTo>
                  <a:lnTo>
                    <a:pt x="46596" y="859884"/>
                  </a:lnTo>
                  <a:lnTo>
                    <a:pt x="72156" y="837552"/>
                  </a:lnTo>
                  <a:lnTo>
                    <a:pt x="67593" y="797807"/>
                  </a:lnTo>
                  <a:lnTo>
                    <a:pt x="75816" y="785262"/>
                  </a:lnTo>
                  <a:lnTo>
                    <a:pt x="114316" y="806043"/>
                  </a:lnTo>
                  <a:lnTo>
                    <a:pt x="128919" y="809564"/>
                  </a:lnTo>
                  <a:lnTo>
                    <a:pt x="161547" y="802904"/>
                  </a:lnTo>
                  <a:lnTo>
                    <a:pt x="172516" y="806551"/>
                  </a:lnTo>
                  <a:lnTo>
                    <a:pt x="181654" y="812843"/>
                  </a:lnTo>
                  <a:lnTo>
                    <a:pt x="187641" y="803832"/>
                  </a:lnTo>
                  <a:lnTo>
                    <a:pt x="183218" y="787486"/>
                  </a:lnTo>
                  <a:lnTo>
                    <a:pt x="186217" y="784728"/>
                  </a:lnTo>
                  <a:lnTo>
                    <a:pt x="209579" y="813237"/>
                  </a:lnTo>
                  <a:lnTo>
                    <a:pt x="238418" y="840018"/>
                  </a:lnTo>
                  <a:lnTo>
                    <a:pt x="243248" y="853350"/>
                  </a:lnTo>
                  <a:lnTo>
                    <a:pt x="242854" y="872695"/>
                  </a:lnTo>
                  <a:lnTo>
                    <a:pt x="232419" y="900556"/>
                  </a:lnTo>
                  <a:lnTo>
                    <a:pt x="237249" y="911385"/>
                  </a:lnTo>
                  <a:lnTo>
                    <a:pt x="249120" y="922634"/>
                  </a:lnTo>
                  <a:lnTo>
                    <a:pt x="261258" y="946809"/>
                  </a:lnTo>
                  <a:lnTo>
                    <a:pt x="272087" y="953342"/>
                  </a:lnTo>
                  <a:lnTo>
                    <a:pt x="296351" y="949821"/>
                  </a:lnTo>
                  <a:lnTo>
                    <a:pt x="308629" y="950990"/>
                  </a:lnTo>
                  <a:lnTo>
                    <a:pt x="330033" y="977008"/>
                  </a:lnTo>
                  <a:lnTo>
                    <a:pt x="334075" y="984710"/>
                  </a:lnTo>
                  <a:lnTo>
                    <a:pt x="336045" y="995171"/>
                  </a:lnTo>
                  <a:lnTo>
                    <a:pt x="335384" y="1023133"/>
                  </a:lnTo>
                  <a:lnTo>
                    <a:pt x="342947" y="1052672"/>
                  </a:lnTo>
                  <a:lnTo>
                    <a:pt x="344002" y="1072818"/>
                  </a:lnTo>
                  <a:lnTo>
                    <a:pt x="353661" y="1084714"/>
                  </a:lnTo>
                  <a:lnTo>
                    <a:pt x="371011" y="1094514"/>
                  </a:lnTo>
                  <a:lnTo>
                    <a:pt x="391373" y="1115422"/>
                  </a:lnTo>
                  <a:lnTo>
                    <a:pt x="395694" y="1128361"/>
                  </a:lnTo>
                  <a:lnTo>
                    <a:pt x="400244" y="1154506"/>
                  </a:lnTo>
                  <a:lnTo>
                    <a:pt x="404426" y="1166911"/>
                  </a:lnTo>
                  <a:lnTo>
                    <a:pt x="413425" y="1176330"/>
                  </a:lnTo>
                  <a:lnTo>
                    <a:pt x="431956" y="1196590"/>
                  </a:lnTo>
                  <a:lnTo>
                    <a:pt x="449052" y="1210558"/>
                  </a:lnTo>
                  <a:lnTo>
                    <a:pt x="453360" y="1220637"/>
                  </a:lnTo>
                  <a:lnTo>
                    <a:pt x="452826" y="1232534"/>
                  </a:lnTo>
                  <a:lnTo>
                    <a:pt x="464329" y="1258272"/>
                  </a:lnTo>
                  <a:lnTo>
                    <a:pt x="469934" y="1266775"/>
                  </a:lnTo>
                  <a:lnTo>
                    <a:pt x="477624" y="1274490"/>
                  </a:lnTo>
                  <a:lnTo>
                    <a:pt x="480636" y="1279841"/>
                  </a:lnTo>
                  <a:lnTo>
                    <a:pt x="479327" y="1286374"/>
                  </a:lnTo>
                  <a:lnTo>
                    <a:pt x="482988" y="1295793"/>
                  </a:lnTo>
                  <a:lnTo>
                    <a:pt x="491465" y="1302059"/>
                  </a:lnTo>
                  <a:lnTo>
                    <a:pt x="496562" y="1311731"/>
                  </a:lnTo>
                  <a:lnTo>
                    <a:pt x="499422" y="1346621"/>
                  </a:lnTo>
                  <a:lnTo>
                    <a:pt x="502943" y="1354870"/>
                  </a:lnTo>
                  <a:lnTo>
                    <a:pt x="518348" y="1366767"/>
                  </a:lnTo>
                  <a:lnTo>
                    <a:pt x="531922" y="1386238"/>
                  </a:lnTo>
                  <a:lnTo>
                    <a:pt x="541709" y="1406359"/>
                  </a:lnTo>
                  <a:lnTo>
                    <a:pt x="620919" y="1364936"/>
                  </a:lnTo>
                  <a:lnTo>
                    <a:pt x="629663" y="1369893"/>
                  </a:lnTo>
                  <a:lnTo>
                    <a:pt x="656419" y="1363500"/>
                  </a:lnTo>
                  <a:lnTo>
                    <a:pt x="713703" y="1319447"/>
                  </a:lnTo>
                  <a:lnTo>
                    <a:pt x="736023" y="1257751"/>
                  </a:lnTo>
                  <a:lnTo>
                    <a:pt x="777521" y="1249261"/>
                  </a:lnTo>
                  <a:lnTo>
                    <a:pt x="819541" y="1188480"/>
                  </a:lnTo>
                  <a:lnTo>
                    <a:pt x="903454" y="1123786"/>
                  </a:lnTo>
                  <a:lnTo>
                    <a:pt x="875403" y="1061175"/>
                  </a:lnTo>
                  <a:lnTo>
                    <a:pt x="888964" y="1032679"/>
                  </a:lnTo>
                  <a:lnTo>
                    <a:pt x="928646" y="990201"/>
                  </a:lnTo>
                  <a:lnTo>
                    <a:pt x="997942" y="980148"/>
                  </a:lnTo>
                  <a:lnTo>
                    <a:pt x="1017515" y="956227"/>
                  </a:lnTo>
                  <a:lnTo>
                    <a:pt x="1016727" y="897544"/>
                  </a:lnTo>
                  <a:lnTo>
                    <a:pt x="1121917" y="846817"/>
                  </a:lnTo>
                  <a:lnTo>
                    <a:pt x="1113948" y="930997"/>
                  </a:lnTo>
                  <a:lnTo>
                    <a:pt x="1133013" y="942894"/>
                  </a:lnTo>
                  <a:lnTo>
                    <a:pt x="1217307" y="913876"/>
                  </a:lnTo>
                  <a:lnTo>
                    <a:pt x="1264144" y="877017"/>
                  </a:lnTo>
                  <a:lnTo>
                    <a:pt x="1300305" y="850872"/>
                  </a:lnTo>
                  <a:lnTo>
                    <a:pt x="1380176" y="814801"/>
                  </a:lnTo>
                  <a:lnTo>
                    <a:pt x="1420238" y="842903"/>
                  </a:lnTo>
                  <a:lnTo>
                    <a:pt x="1464076" y="817279"/>
                  </a:lnTo>
                  <a:lnTo>
                    <a:pt x="1479608" y="860672"/>
                  </a:lnTo>
                  <a:lnTo>
                    <a:pt x="1505193" y="863150"/>
                  </a:lnTo>
                  <a:lnTo>
                    <a:pt x="1522009" y="845000"/>
                  </a:lnTo>
                  <a:lnTo>
                    <a:pt x="1585712" y="840691"/>
                  </a:lnTo>
                  <a:lnTo>
                    <a:pt x="1620678" y="806170"/>
                  </a:lnTo>
                  <a:lnTo>
                    <a:pt x="1560406" y="782923"/>
                  </a:lnTo>
                  <a:lnTo>
                    <a:pt x="1576714" y="744348"/>
                  </a:lnTo>
                  <a:lnTo>
                    <a:pt x="1630338" y="726579"/>
                  </a:lnTo>
                  <a:lnTo>
                    <a:pt x="1678484" y="731536"/>
                  </a:lnTo>
                  <a:lnTo>
                    <a:pt x="1711505" y="726579"/>
                  </a:lnTo>
                  <a:lnTo>
                    <a:pt x="1734079" y="665786"/>
                  </a:lnTo>
                  <a:lnTo>
                    <a:pt x="1765943" y="638739"/>
                  </a:lnTo>
                  <a:lnTo>
                    <a:pt x="1902184" y="692592"/>
                  </a:lnTo>
                  <a:lnTo>
                    <a:pt x="1928799" y="724863"/>
                  </a:lnTo>
                  <a:lnTo>
                    <a:pt x="1994447" y="703040"/>
                  </a:lnTo>
                  <a:lnTo>
                    <a:pt x="2012839" y="690380"/>
                  </a:lnTo>
                  <a:lnTo>
                    <a:pt x="2059028" y="654690"/>
                  </a:lnTo>
                  <a:lnTo>
                    <a:pt x="2212643" y="539154"/>
                  </a:lnTo>
                  <a:lnTo>
                    <a:pt x="2285714" y="538099"/>
                  </a:lnTo>
                  <a:lnTo>
                    <a:pt x="2389849" y="487373"/>
                  </a:lnTo>
                  <a:lnTo>
                    <a:pt x="2414265" y="451848"/>
                  </a:lnTo>
                  <a:lnTo>
                    <a:pt x="2467508" y="433278"/>
                  </a:lnTo>
                  <a:lnTo>
                    <a:pt x="2482239" y="401783"/>
                  </a:lnTo>
                  <a:lnTo>
                    <a:pt x="2456933" y="354729"/>
                  </a:lnTo>
                  <a:lnTo>
                    <a:pt x="2474817" y="335893"/>
                  </a:lnTo>
                  <a:lnTo>
                    <a:pt x="2507838" y="324136"/>
                  </a:lnTo>
                  <a:lnTo>
                    <a:pt x="2527666" y="296961"/>
                  </a:lnTo>
                  <a:lnTo>
                    <a:pt x="2576854" y="275252"/>
                  </a:lnTo>
                  <a:lnTo>
                    <a:pt x="2658416" y="314730"/>
                  </a:lnTo>
                  <a:lnTo>
                    <a:pt x="2682832" y="306240"/>
                  </a:lnTo>
                  <a:lnTo>
                    <a:pt x="2773519" y="330529"/>
                  </a:lnTo>
                  <a:lnTo>
                    <a:pt x="2796105" y="360741"/>
                  </a:lnTo>
                  <a:lnTo>
                    <a:pt x="2891762" y="374595"/>
                  </a:lnTo>
                  <a:lnTo>
                    <a:pt x="2912759" y="401783"/>
                  </a:lnTo>
                  <a:lnTo>
                    <a:pt x="3021216" y="384789"/>
                  </a:lnTo>
                  <a:lnTo>
                    <a:pt x="3062587" y="375231"/>
                  </a:lnTo>
                  <a:lnTo>
                    <a:pt x="3113098" y="348183"/>
                  </a:lnTo>
                  <a:lnTo>
                    <a:pt x="3175339" y="308845"/>
                  </a:lnTo>
                  <a:lnTo>
                    <a:pt x="3239018" y="273168"/>
                  </a:lnTo>
                  <a:lnTo>
                    <a:pt x="3281177" y="218133"/>
                  </a:lnTo>
                  <a:lnTo>
                    <a:pt x="3293430" y="64682"/>
                  </a:lnTo>
                  <a:lnTo>
                    <a:pt x="3333124" y="23654"/>
                  </a:lnTo>
                  <a:lnTo>
                    <a:pt x="3380355" y="0"/>
                  </a:lnTo>
                  <a:lnTo>
                    <a:pt x="3401632" y="16587"/>
                  </a:lnTo>
                  <a:lnTo>
                    <a:pt x="3397578" y="83252"/>
                  </a:lnTo>
                  <a:lnTo>
                    <a:pt x="3366005" y="206363"/>
                  </a:lnTo>
                  <a:lnTo>
                    <a:pt x="3406716" y="320996"/>
                  </a:lnTo>
                  <a:lnTo>
                    <a:pt x="3514905" y="378764"/>
                  </a:lnTo>
                  <a:lnTo>
                    <a:pt x="3444948" y="475616"/>
                  </a:lnTo>
                  <a:lnTo>
                    <a:pt x="3340814" y="479162"/>
                  </a:lnTo>
                  <a:lnTo>
                    <a:pt x="3340687" y="602286"/>
                  </a:lnTo>
                  <a:lnTo>
                    <a:pt x="3317707" y="613903"/>
                  </a:lnTo>
                  <a:lnTo>
                    <a:pt x="3282868" y="610369"/>
                  </a:lnTo>
                  <a:lnTo>
                    <a:pt x="3241636" y="663053"/>
                  </a:lnTo>
                  <a:lnTo>
                    <a:pt x="3201306" y="689325"/>
                  </a:lnTo>
                  <a:lnTo>
                    <a:pt x="3165680" y="686580"/>
                  </a:lnTo>
                  <a:lnTo>
                    <a:pt x="3135531" y="737561"/>
                  </a:lnTo>
                  <a:lnTo>
                    <a:pt x="3160062" y="751148"/>
                  </a:lnTo>
                  <a:lnTo>
                    <a:pt x="3178466" y="745784"/>
                  </a:lnTo>
                  <a:lnTo>
                    <a:pt x="3193731" y="768268"/>
                  </a:lnTo>
                  <a:lnTo>
                    <a:pt x="3191914" y="798468"/>
                  </a:lnTo>
                  <a:lnTo>
                    <a:pt x="3186690" y="832061"/>
                  </a:lnTo>
                  <a:lnTo>
                    <a:pt x="3124702" y="875835"/>
                  </a:lnTo>
                  <a:lnTo>
                    <a:pt x="3098074" y="866963"/>
                  </a:lnTo>
                  <a:lnTo>
                    <a:pt x="3083991" y="885889"/>
                  </a:lnTo>
                  <a:lnTo>
                    <a:pt x="3091033" y="903022"/>
                  </a:lnTo>
                  <a:lnTo>
                    <a:pt x="3092736" y="935039"/>
                  </a:lnTo>
                  <a:lnTo>
                    <a:pt x="3058533" y="930870"/>
                  </a:lnTo>
                  <a:lnTo>
                    <a:pt x="3049661" y="951511"/>
                  </a:lnTo>
                  <a:lnTo>
                    <a:pt x="3001896" y="964069"/>
                  </a:lnTo>
                  <a:lnTo>
                    <a:pt x="3005430" y="993595"/>
                  </a:lnTo>
                  <a:lnTo>
                    <a:pt x="2986504" y="1010728"/>
                  </a:lnTo>
                  <a:lnTo>
                    <a:pt x="2984674" y="1039746"/>
                  </a:lnTo>
                  <a:lnTo>
                    <a:pt x="2965876" y="1056205"/>
                  </a:lnTo>
                  <a:lnTo>
                    <a:pt x="2875201" y="1078169"/>
                  </a:lnTo>
                  <a:lnTo>
                    <a:pt x="2829380" y="1058951"/>
                  </a:lnTo>
                  <a:close/>
                </a:path>
              </a:pathLst>
            </a:custGeom>
            <a:noFill/>
            <a:ln w="3810" cap="flat">
              <a:solidFill>
                <a:srgbClr val="E6E4E2"/>
              </a:solidFill>
              <a:prstDash val="solid"/>
              <a:miter/>
            </a:ln>
          </p:spPr>
          <p:txBody>
            <a:bodyPr rtlCol="0" anchor="ctr"/>
            <a:lstStyle/>
            <a:p>
              <a:endParaRPr lang="de-CH"/>
            </a:p>
          </p:txBody>
        </p:sp>
        <p:sp>
          <p:nvSpPr>
            <p:cNvPr id="128" name="Freihandform: Form 127">
              <a:extLst>
                <a:ext uri="{FF2B5EF4-FFF2-40B4-BE49-F238E27FC236}">
                  <a16:creationId xmlns:a16="http://schemas.microsoft.com/office/drawing/2014/main" id="{E01E8538-9F51-4BBE-EB28-95C1AABFB75B}"/>
                </a:ext>
              </a:extLst>
            </p:cNvPr>
            <p:cNvSpPr/>
            <p:nvPr/>
          </p:nvSpPr>
          <p:spPr>
            <a:xfrm>
              <a:off x="2476727" y="2413773"/>
              <a:ext cx="1337901" cy="943808"/>
            </a:xfrm>
            <a:custGeom>
              <a:avLst/>
              <a:gdLst>
                <a:gd name="connsiteX0" fmla="*/ 943529 w 1337901"/>
                <a:gd name="connsiteY0" fmla="*/ 556008 h 943808"/>
                <a:gd name="connsiteX1" fmla="*/ 923168 w 1337901"/>
                <a:gd name="connsiteY1" fmla="*/ 565159 h 943808"/>
                <a:gd name="connsiteX2" fmla="*/ 900848 w 1337901"/>
                <a:gd name="connsiteY2" fmla="*/ 583462 h 943808"/>
                <a:gd name="connsiteX3" fmla="*/ 903200 w 1337901"/>
                <a:gd name="connsiteY3" fmla="*/ 623969 h 943808"/>
                <a:gd name="connsiteX4" fmla="*/ 895370 w 1337901"/>
                <a:gd name="connsiteY4" fmla="*/ 639132 h 943808"/>
                <a:gd name="connsiteX5" fmla="*/ 894722 w 1337901"/>
                <a:gd name="connsiteY5" fmla="*/ 656266 h 943808"/>
                <a:gd name="connsiteX6" fmla="*/ 873178 w 1337901"/>
                <a:gd name="connsiteY6" fmla="*/ 669599 h 943808"/>
                <a:gd name="connsiteX7" fmla="*/ 844860 w 1337901"/>
                <a:gd name="connsiteY7" fmla="*/ 676907 h 943808"/>
                <a:gd name="connsiteX8" fmla="*/ 829722 w 1337901"/>
                <a:gd name="connsiteY8" fmla="*/ 694689 h 943808"/>
                <a:gd name="connsiteX9" fmla="*/ 830116 w 1337901"/>
                <a:gd name="connsiteY9" fmla="*/ 710500 h 943808"/>
                <a:gd name="connsiteX10" fmla="*/ 825032 w 1337901"/>
                <a:gd name="connsiteY10" fmla="*/ 715216 h 943808"/>
                <a:gd name="connsiteX11" fmla="*/ 813034 w 1337901"/>
                <a:gd name="connsiteY11" fmla="*/ 711949 h 943808"/>
                <a:gd name="connsiteX12" fmla="*/ 760426 w 1337901"/>
                <a:gd name="connsiteY12" fmla="*/ 745924 h 943808"/>
                <a:gd name="connsiteX13" fmla="*/ 715025 w 1337901"/>
                <a:gd name="connsiteY13" fmla="*/ 801607 h 943808"/>
                <a:gd name="connsiteX14" fmla="*/ 705874 w 1337901"/>
                <a:gd name="connsiteY14" fmla="*/ 811801 h 943808"/>
                <a:gd name="connsiteX15" fmla="*/ 689300 w 1337901"/>
                <a:gd name="connsiteY15" fmla="*/ 820685 h 943808"/>
                <a:gd name="connsiteX16" fmla="*/ 678089 w 1337901"/>
                <a:gd name="connsiteY16" fmla="*/ 835442 h 943808"/>
                <a:gd name="connsiteX17" fmla="*/ 668811 w 1337901"/>
                <a:gd name="connsiteY17" fmla="*/ 854799 h 943808"/>
                <a:gd name="connsiteX18" fmla="*/ 662163 w 1337901"/>
                <a:gd name="connsiteY18" fmla="*/ 865654 h 943808"/>
                <a:gd name="connsiteX19" fmla="*/ 659812 w 1337901"/>
                <a:gd name="connsiteY19" fmla="*/ 878059 h 943808"/>
                <a:gd name="connsiteX20" fmla="*/ 618186 w 1337901"/>
                <a:gd name="connsiteY20" fmla="*/ 875059 h 943808"/>
                <a:gd name="connsiteX21" fmla="*/ 624579 w 1337901"/>
                <a:gd name="connsiteY21" fmla="*/ 851914 h 943808"/>
                <a:gd name="connsiteX22" fmla="*/ 626016 w 1337901"/>
                <a:gd name="connsiteY22" fmla="*/ 837552 h 943808"/>
                <a:gd name="connsiteX23" fmla="*/ 621707 w 1337901"/>
                <a:gd name="connsiteY23" fmla="*/ 836115 h 943808"/>
                <a:gd name="connsiteX24" fmla="*/ 625228 w 1337901"/>
                <a:gd name="connsiteY24" fmla="*/ 812449 h 943808"/>
                <a:gd name="connsiteX25" fmla="*/ 578899 w 1337901"/>
                <a:gd name="connsiteY25" fmla="*/ 771141 h 943808"/>
                <a:gd name="connsiteX26" fmla="*/ 593528 w 1337901"/>
                <a:gd name="connsiteY26" fmla="*/ 697167 h 943808"/>
                <a:gd name="connsiteX27" fmla="*/ 588165 w 1337901"/>
                <a:gd name="connsiteY27" fmla="*/ 681877 h 943808"/>
                <a:gd name="connsiteX28" fmla="*/ 468371 w 1337901"/>
                <a:gd name="connsiteY28" fmla="*/ 735997 h 943808"/>
                <a:gd name="connsiteX29" fmla="*/ 433659 w 1337901"/>
                <a:gd name="connsiteY29" fmla="*/ 769590 h 943808"/>
                <a:gd name="connsiteX30" fmla="*/ 401948 w 1337901"/>
                <a:gd name="connsiteY30" fmla="*/ 812703 h 943808"/>
                <a:gd name="connsiteX31" fmla="*/ 383937 w 1337901"/>
                <a:gd name="connsiteY31" fmla="*/ 821333 h 943808"/>
                <a:gd name="connsiteX32" fmla="*/ 346226 w 1337901"/>
                <a:gd name="connsiteY32" fmla="*/ 827612 h 943808"/>
                <a:gd name="connsiteX33" fmla="*/ 313065 w 1337901"/>
                <a:gd name="connsiteY33" fmla="*/ 834145 h 943808"/>
                <a:gd name="connsiteX34" fmla="*/ 279523 w 1337901"/>
                <a:gd name="connsiteY34" fmla="*/ 849436 h 943808"/>
                <a:gd name="connsiteX35" fmla="*/ 264004 w 1337901"/>
                <a:gd name="connsiteY35" fmla="*/ 858994 h 943808"/>
                <a:gd name="connsiteX36" fmla="*/ 190666 w 1337901"/>
                <a:gd name="connsiteY36" fmla="*/ 908512 h 943808"/>
                <a:gd name="connsiteX37" fmla="*/ 161420 w 1337901"/>
                <a:gd name="connsiteY37" fmla="*/ 919227 h 943808"/>
                <a:gd name="connsiteX38" fmla="*/ 98135 w 1337901"/>
                <a:gd name="connsiteY38" fmla="*/ 943809 h 943808"/>
                <a:gd name="connsiteX39" fmla="*/ 53243 w 1337901"/>
                <a:gd name="connsiteY39" fmla="*/ 928912 h 943808"/>
                <a:gd name="connsiteX40" fmla="*/ 60030 w 1337901"/>
                <a:gd name="connsiteY40" fmla="*/ 856896 h 943808"/>
                <a:gd name="connsiteX41" fmla="*/ 60818 w 1337901"/>
                <a:gd name="connsiteY41" fmla="*/ 804988 h 943808"/>
                <a:gd name="connsiteX42" fmla="*/ 0 w 1337901"/>
                <a:gd name="connsiteY42" fmla="*/ 697561 h 943808"/>
                <a:gd name="connsiteX43" fmla="*/ 40978 w 1337901"/>
                <a:gd name="connsiteY43" fmla="*/ 666332 h 943808"/>
                <a:gd name="connsiteX44" fmla="*/ 77647 w 1337901"/>
                <a:gd name="connsiteY44" fmla="*/ 614297 h 943808"/>
                <a:gd name="connsiteX45" fmla="*/ 109880 w 1337901"/>
                <a:gd name="connsiteY45" fmla="*/ 583462 h 943808"/>
                <a:gd name="connsiteX46" fmla="*/ 131805 w 1337901"/>
                <a:gd name="connsiteY46" fmla="*/ 563990 h 943808"/>
                <a:gd name="connsiteX47" fmla="*/ 148646 w 1337901"/>
                <a:gd name="connsiteY47" fmla="*/ 589207 h 943808"/>
                <a:gd name="connsiteX48" fmla="*/ 283056 w 1337901"/>
                <a:gd name="connsiteY48" fmla="*/ 540069 h 943808"/>
                <a:gd name="connsiteX49" fmla="*/ 325991 w 1337901"/>
                <a:gd name="connsiteY49" fmla="*/ 516009 h 943808"/>
                <a:gd name="connsiteX50" fmla="*/ 350395 w 1337901"/>
                <a:gd name="connsiteY50" fmla="*/ 502422 h 943808"/>
                <a:gd name="connsiteX51" fmla="*/ 379361 w 1337901"/>
                <a:gd name="connsiteY51" fmla="*/ 505955 h 943808"/>
                <a:gd name="connsiteX52" fmla="*/ 418916 w 1337901"/>
                <a:gd name="connsiteY52" fmla="*/ 478768 h 943808"/>
                <a:gd name="connsiteX53" fmla="*/ 453754 w 1337901"/>
                <a:gd name="connsiteY53" fmla="*/ 411328 h 943808"/>
                <a:gd name="connsiteX54" fmla="*/ 501519 w 1337901"/>
                <a:gd name="connsiteY54" fmla="*/ 378904 h 943808"/>
                <a:gd name="connsiteX55" fmla="*/ 546399 w 1337901"/>
                <a:gd name="connsiteY55" fmla="*/ 375256 h 943808"/>
                <a:gd name="connsiteX56" fmla="*/ 588546 w 1337901"/>
                <a:gd name="connsiteY56" fmla="*/ 336172 h 943808"/>
                <a:gd name="connsiteX57" fmla="*/ 551750 w 1337901"/>
                <a:gd name="connsiteY57" fmla="*/ 318518 h 943808"/>
                <a:gd name="connsiteX58" fmla="*/ 532710 w 1337901"/>
                <a:gd name="connsiteY58" fmla="*/ 288852 h 943808"/>
                <a:gd name="connsiteX59" fmla="*/ 553580 w 1337901"/>
                <a:gd name="connsiteY59" fmla="*/ 280095 h 943808"/>
                <a:gd name="connsiteX60" fmla="*/ 560622 w 1337901"/>
                <a:gd name="connsiteY60" fmla="*/ 267156 h 943808"/>
                <a:gd name="connsiteX61" fmla="*/ 561156 w 1337901"/>
                <a:gd name="connsiteY61" fmla="*/ 258259 h 943808"/>
                <a:gd name="connsiteX62" fmla="*/ 556186 w 1337901"/>
                <a:gd name="connsiteY62" fmla="*/ 250302 h 943808"/>
                <a:gd name="connsiteX63" fmla="*/ 555411 w 1337901"/>
                <a:gd name="connsiteY63" fmla="*/ 242320 h 943808"/>
                <a:gd name="connsiteX64" fmla="*/ 561816 w 1337901"/>
                <a:gd name="connsiteY64" fmla="*/ 236308 h 943808"/>
                <a:gd name="connsiteX65" fmla="*/ 580348 w 1337901"/>
                <a:gd name="connsiteY65" fmla="*/ 228072 h 943808"/>
                <a:gd name="connsiteX66" fmla="*/ 622228 w 1337901"/>
                <a:gd name="connsiteY66" fmla="*/ 224157 h 943808"/>
                <a:gd name="connsiteX67" fmla="*/ 642717 w 1337901"/>
                <a:gd name="connsiteY67" fmla="*/ 210290 h 943808"/>
                <a:gd name="connsiteX68" fmla="*/ 643886 w 1337901"/>
                <a:gd name="connsiteY68" fmla="*/ 192000 h 943808"/>
                <a:gd name="connsiteX69" fmla="*/ 632663 w 1337901"/>
                <a:gd name="connsiteY69" fmla="*/ 180116 h 943808"/>
                <a:gd name="connsiteX70" fmla="*/ 632663 w 1337901"/>
                <a:gd name="connsiteY70" fmla="*/ 167165 h 943808"/>
                <a:gd name="connsiteX71" fmla="*/ 644420 w 1337901"/>
                <a:gd name="connsiteY71" fmla="*/ 164165 h 943808"/>
                <a:gd name="connsiteX72" fmla="*/ 656813 w 1337901"/>
                <a:gd name="connsiteY72" fmla="*/ 151226 h 943808"/>
                <a:gd name="connsiteX73" fmla="*/ 678089 w 1337901"/>
                <a:gd name="connsiteY73" fmla="*/ 134092 h 943808"/>
                <a:gd name="connsiteX74" fmla="*/ 707704 w 1337901"/>
                <a:gd name="connsiteY74" fmla="*/ 128093 h 943808"/>
                <a:gd name="connsiteX75" fmla="*/ 738628 w 1337901"/>
                <a:gd name="connsiteY75" fmla="*/ 113972 h 943808"/>
                <a:gd name="connsiteX76" fmla="*/ 748949 w 1337901"/>
                <a:gd name="connsiteY76" fmla="*/ 105075 h 943808"/>
                <a:gd name="connsiteX77" fmla="*/ 765523 w 1337901"/>
                <a:gd name="connsiteY77" fmla="*/ 101542 h 943808"/>
                <a:gd name="connsiteX78" fmla="*/ 770874 w 1337901"/>
                <a:gd name="connsiteY78" fmla="*/ 89137 h 943808"/>
                <a:gd name="connsiteX79" fmla="*/ 779733 w 1337901"/>
                <a:gd name="connsiteY79" fmla="*/ 87967 h 943808"/>
                <a:gd name="connsiteX80" fmla="*/ 810403 w 1337901"/>
                <a:gd name="connsiteY80" fmla="*/ 56586 h 943808"/>
                <a:gd name="connsiteX81" fmla="*/ 827511 w 1337901"/>
                <a:gd name="connsiteY81" fmla="*/ 48362 h 943808"/>
                <a:gd name="connsiteX82" fmla="*/ 831019 w 1337901"/>
                <a:gd name="connsiteY82" fmla="*/ 38817 h 943808"/>
                <a:gd name="connsiteX83" fmla="*/ 842267 w 1337901"/>
                <a:gd name="connsiteY83" fmla="*/ 29920 h 943808"/>
                <a:gd name="connsiteX84" fmla="*/ 852308 w 1337901"/>
                <a:gd name="connsiteY84" fmla="*/ 28750 h 943808"/>
                <a:gd name="connsiteX85" fmla="*/ 873305 w 1337901"/>
                <a:gd name="connsiteY85" fmla="*/ 127 h 943808"/>
                <a:gd name="connsiteX86" fmla="*/ 879826 w 1337901"/>
                <a:gd name="connsiteY86" fmla="*/ 0 h 943808"/>
                <a:gd name="connsiteX87" fmla="*/ 913368 w 1337901"/>
                <a:gd name="connsiteY87" fmla="*/ 84447 h 943808"/>
                <a:gd name="connsiteX88" fmla="*/ 929307 w 1337901"/>
                <a:gd name="connsiteY88" fmla="*/ 124827 h 943808"/>
                <a:gd name="connsiteX89" fmla="*/ 882584 w 1337901"/>
                <a:gd name="connsiteY89" fmla="*/ 214357 h 943808"/>
                <a:gd name="connsiteX90" fmla="*/ 877106 w 1337901"/>
                <a:gd name="connsiteY90" fmla="*/ 224678 h 943808"/>
                <a:gd name="connsiteX91" fmla="*/ 888964 w 1337901"/>
                <a:gd name="connsiteY91" fmla="*/ 240363 h 943808"/>
                <a:gd name="connsiteX92" fmla="*/ 928391 w 1337901"/>
                <a:gd name="connsiteY92" fmla="*/ 219836 h 943808"/>
                <a:gd name="connsiteX93" fmla="*/ 993887 w 1337901"/>
                <a:gd name="connsiteY93" fmla="*/ 181158 h 943808"/>
                <a:gd name="connsiteX94" fmla="*/ 1036962 w 1337901"/>
                <a:gd name="connsiteY94" fmla="*/ 167686 h 943808"/>
                <a:gd name="connsiteX95" fmla="*/ 1062662 w 1337901"/>
                <a:gd name="connsiteY95" fmla="*/ 158801 h 943808"/>
                <a:gd name="connsiteX96" fmla="*/ 1103259 w 1337901"/>
                <a:gd name="connsiteY96" fmla="*/ 152395 h 943808"/>
                <a:gd name="connsiteX97" fmla="*/ 1128958 w 1337901"/>
                <a:gd name="connsiteY97" fmla="*/ 147438 h 943808"/>
                <a:gd name="connsiteX98" fmla="*/ 1176851 w 1337901"/>
                <a:gd name="connsiteY98" fmla="*/ 124687 h 943808"/>
                <a:gd name="connsiteX99" fmla="*/ 1201521 w 1337901"/>
                <a:gd name="connsiteY99" fmla="*/ 126517 h 943808"/>
                <a:gd name="connsiteX100" fmla="*/ 1227882 w 1337901"/>
                <a:gd name="connsiteY100" fmla="*/ 109130 h 943808"/>
                <a:gd name="connsiteX101" fmla="*/ 1241850 w 1337901"/>
                <a:gd name="connsiteY101" fmla="*/ 124166 h 943808"/>
                <a:gd name="connsiteX102" fmla="*/ 1207914 w 1337901"/>
                <a:gd name="connsiteY102" fmla="*/ 161153 h 943808"/>
                <a:gd name="connsiteX103" fmla="*/ 1242766 w 1337901"/>
                <a:gd name="connsiteY103" fmla="*/ 171079 h 943808"/>
                <a:gd name="connsiteX104" fmla="*/ 1330847 w 1337901"/>
                <a:gd name="connsiteY104" fmla="*/ 233041 h 943808"/>
                <a:gd name="connsiteX105" fmla="*/ 1336859 w 1337901"/>
                <a:gd name="connsiteY105" fmla="*/ 253174 h 943808"/>
                <a:gd name="connsiteX106" fmla="*/ 1316358 w 1337901"/>
                <a:gd name="connsiteY106" fmla="*/ 269901 h 943808"/>
                <a:gd name="connsiteX107" fmla="*/ 1337902 w 1337901"/>
                <a:gd name="connsiteY107" fmla="*/ 323360 h 943808"/>
                <a:gd name="connsiteX108" fmla="*/ 1328229 w 1337901"/>
                <a:gd name="connsiteY108" fmla="*/ 322712 h 943808"/>
                <a:gd name="connsiteX109" fmla="*/ 1311147 w 1337901"/>
                <a:gd name="connsiteY109" fmla="*/ 332117 h 943808"/>
                <a:gd name="connsiteX110" fmla="*/ 1308655 w 1337901"/>
                <a:gd name="connsiteY110" fmla="*/ 337354 h 943808"/>
                <a:gd name="connsiteX111" fmla="*/ 1312697 w 1337901"/>
                <a:gd name="connsiteY111" fmla="*/ 343620 h 943808"/>
                <a:gd name="connsiteX112" fmla="*/ 1299275 w 1337901"/>
                <a:gd name="connsiteY112" fmla="*/ 358784 h 943808"/>
                <a:gd name="connsiteX113" fmla="*/ 1287518 w 1337901"/>
                <a:gd name="connsiteY113" fmla="*/ 363486 h 943808"/>
                <a:gd name="connsiteX114" fmla="*/ 1268199 w 1337901"/>
                <a:gd name="connsiteY114" fmla="*/ 366753 h 943808"/>
                <a:gd name="connsiteX115" fmla="*/ 1247329 w 1337901"/>
                <a:gd name="connsiteY115" fmla="*/ 379425 h 943808"/>
                <a:gd name="connsiteX116" fmla="*/ 1234530 w 1337901"/>
                <a:gd name="connsiteY116" fmla="*/ 392898 h 943808"/>
                <a:gd name="connsiteX117" fmla="*/ 1226700 w 1337901"/>
                <a:gd name="connsiteY117" fmla="*/ 406612 h 943808"/>
                <a:gd name="connsiteX118" fmla="*/ 1226573 w 1337901"/>
                <a:gd name="connsiteY118" fmla="*/ 424775 h 943808"/>
                <a:gd name="connsiteX119" fmla="*/ 1227628 w 1337901"/>
                <a:gd name="connsiteY119" fmla="*/ 435248 h 943808"/>
                <a:gd name="connsiteX120" fmla="*/ 1223980 w 1337901"/>
                <a:gd name="connsiteY120" fmla="*/ 457199 h 943808"/>
                <a:gd name="connsiteX121" fmla="*/ 1219531 w 1337901"/>
                <a:gd name="connsiteY121" fmla="*/ 476556 h 943808"/>
                <a:gd name="connsiteX122" fmla="*/ 1210139 w 1337901"/>
                <a:gd name="connsiteY122" fmla="*/ 479403 h 943808"/>
                <a:gd name="connsiteX123" fmla="*/ 1201902 w 1337901"/>
                <a:gd name="connsiteY123" fmla="*/ 488834 h 943808"/>
                <a:gd name="connsiteX124" fmla="*/ 1196564 w 1337901"/>
                <a:gd name="connsiteY124" fmla="*/ 482289 h 943808"/>
                <a:gd name="connsiteX125" fmla="*/ 1187044 w 1337901"/>
                <a:gd name="connsiteY125" fmla="*/ 482289 h 943808"/>
                <a:gd name="connsiteX126" fmla="*/ 1180765 w 1337901"/>
                <a:gd name="connsiteY126" fmla="*/ 488034 h 943808"/>
                <a:gd name="connsiteX127" fmla="*/ 1152205 w 1337901"/>
                <a:gd name="connsiteY127" fmla="*/ 481628 h 943808"/>
                <a:gd name="connsiteX128" fmla="*/ 1145011 w 1337901"/>
                <a:gd name="connsiteY128" fmla="*/ 470392 h 943808"/>
                <a:gd name="connsiteX129" fmla="*/ 1132759 w 1337901"/>
                <a:gd name="connsiteY129" fmla="*/ 463478 h 943808"/>
                <a:gd name="connsiteX130" fmla="*/ 1118396 w 1337901"/>
                <a:gd name="connsiteY130" fmla="*/ 459677 h 943808"/>
                <a:gd name="connsiteX131" fmla="*/ 1095289 w 1337901"/>
                <a:gd name="connsiteY131" fmla="*/ 475234 h 943808"/>
                <a:gd name="connsiteX132" fmla="*/ 1077800 w 1337901"/>
                <a:gd name="connsiteY132" fmla="*/ 490004 h 943808"/>
                <a:gd name="connsiteX133" fmla="*/ 1076631 w 1337901"/>
                <a:gd name="connsiteY133" fmla="*/ 498380 h 943808"/>
                <a:gd name="connsiteX134" fmla="*/ 1068140 w 1337901"/>
                <a:gd name="connsiteY134" fmla="*/ 506463 h 943808"/>
                <a:gd name="connsiteX135" fmla="*/ 1054833 w 1337901"/>
                <a:gd name="connsiteY135" fmla="*/ 506603 h 943808"/>
                <a:gd name="connsiteX136" fmla="*/ 1051312 w 1337901"/>
                <a:gd name="connsiteY136" fmla="*/ 514306 h 943808"/>
                <a:gd name="connsiteX137" fmla="*/ 1027035 w 1337901"/>
                <a:gd name="connsiteY137" fmla="*/ 522809 h 943808"/>
                <a:gd name="connsiteX138" fmla="*/ 1015304 w 1337901"/>
                <a:gd name="connsiteY138" fmla="*/ 529596 h 943808"/>
                <a:gd name="connsiteX139" fmla="*/ 1006419 w 1337901"/>
                <a:gd name="connsiteY139" fmla="*/ 527245 h 943808"/>
                <a:gd name="connsiteX140" fmla="*/ 985143 w 1337901"/>
                <a:gd name="connsiteY140" fmla="*/ 539141 h 943808"/>
                <a:gd name="connsiteX141" fmla="*/ 981635 w 1337901"/>
                <a:gd name="connsiteY141" fmla="*/ 545026 h 943808"/>
                <a:gd name="connsiteX142" fmla="*/ 969763 w 1337901"/>
                <a:gd name="connsiteY142" fmla="*/ 553262 h 943808"/>
                <a:gd name="connsiteX143" fmla="*/ 943529 w 1337901"/>
                <a:gd name="connsiteY143" fmla="*/ 556008 h 943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1337901" h="943808">
                  <a:moveTo>
                    <a:pt x="943529" y="556008"/>
                  </a:moveTo>
                  <a:lnTo>
                    <a:pt x="923168" y="565159"/>
                  </a:lnTo>
                  <a:lnTo>
                    <a:pt x="900848" y="583462"/>
                  </a:lnTo>
                  <a:lnTo>
                    <a:pt x="903200" y="623969"/>
                  </a:lnTo>
                  <a:lnTo>
                    <a:pt x="895370" y="639132"/>
                  </a:lnTo>
                  <a:lnTo>
                    <a:pt x="894722" y="656266"/>
                  </a:lnTo>
                  <a:lnTo>
                    <a:pt x="873178" y="669599"/>
                  </a:lnTo>
                  <a:lnTo>
                    <a:pt x="844860" y="676907"/>
                  </a:lnTo>
                  <a:lnTo>
                    <a:pt x="829722" y="694689"/>
                  </a:lnTo>
                  <a:lnTo>
                    <a:pt x="830116" y="710500"/>
                  </a:lnTo>
                  <a:lnTo>
                    <a:pt x="825032" y="715216"/>
                  </a:lnTo>
                  <a:lnTo>
                    <a:pt x="813034" y="711949"/>
                  </a:lnTo>
                  <a:lnTo>
                    <a:pt x="760426" y="745924"/>
                  </a:lnTo>
                  <a:lnTo>
                    <a:pt x="715025" y="801607"/>
                  </a:lnTo>
                  <a:lnTo>
                    <a:pt x="705874" y="811801"/>
                  </a:lnTo>
                  <a:lnTo>
                    <a:pt x="689300" y="820685"/>
                  </a:lnTo>
                  <a:lnTo>
                    <a:pt x="678089" y="835442"/>
                  </a:lnTo>
                  <a:lnTo>
                    <a:pt x="668811" y="854799"/>
                  </a:lnTo>
                  <a:lnTo>
                    <a:pt x="662163" y="865654"/>
                  </a:lnTo>
                  <a:lnTo>
                    <a:pt x="659812" y="878059"/>
                  </a:lnTo>
                  <a:lnTo>
                    <a:pt x="618186" y="875059"/>
                  </a:lnTo>
                  <a:lnTo>
                    <a:pt x="624579" y="851914"/>
                  </a:lnTo>
                  <a:lnTo>
                    <a:pt x="626016" y="837552"/>
                  </a:lnTo>
                  <a:lnTo>
                    <a:pt x="621707" y="836115"/>
                  </a:lnTo>
                  <a:lnTo>
                    <a:pt x="625228" y="812449"/>
                  </a:lnTo>
                  <a:lnTo>
                    <a:pt x="578899" y="771141"/>
                  </a:lnTo>
                  <a:lnTo>
                    <a:pt x="593528" y="697167"/>
                  </a:lnTo>
                  <a:lnTo>
                    <a:pt x="588165" y="681877"/>
                  </a:lnTo>
                  <a:lnTo>
                    <a:pt x="468371" y="735997"/>
                  </a:lnTo>
                  <a:lnTo>
                    <a:pt x="433659" y="769590"/>
                  </a:lnTo>
                  <a:lnTo>
                    <a:pt x="401948" y="812703"/>
                  </a:lnTo>
                  <a:lnTo>
                    <a:pt x="383937" y="821333"/>
                  </a:lnTo>
                  <a:lnTo>
                    <a:pt x="346226" y="827612"/>
                  </a:lnTo>
                  <a:lnTo>
                    <a:pt x="313065" y="834145"/>
                  </a:lnTo>
                  <a:lnTo>
                    <a:pt x="279523" y="849436"/>
                  </a:lnTo>
                  <a:lnTo>
                    <a:pt x="264004" y="858994"/>
                  </a:lnTo>
                  <a:lnTo>
                    <a:pt x="190666" y="908512"/>
                  </a:lnTo>
                  <a:lnTo>
                    <a:pt x="161420" y="919227"/>
                  </a:lnTo>
                  <a:lnTo>
                    <a:pt x="98135" y="943809"/>
                  </a:lnTo>
                  <a:lnTo>
                    <a:pt x="53243" y="928912"/>
                  </a:lnTo>
                  <a:lnTo>
                    <a:pt x="60030" y="856896"/>
                  </a:lnTo>
                  <a:lnTo>
                    <a:pt x="60818" y="804988"/>
                  </a:lnTo>
                  <a:lnTo>
                    <a:pt x="0" y="697561"/>
                  </a:lnTo>
                  <a:lnTo>
                    <a:pt x="40978" y="666332"/>
                  </a:lnTo>
                  <a:lnTo>
                    <a:pt x="77647" y="614297"/>
                  </a:lnTo>
                  <a:lnTo>
                    <a:pt x="109880" y="583462"/>
                  </a:lnTo>
                  <a:lnTo>
                    <a:pt x="131805" y="563990"/>
                  </a:lnTo>
                  <a:lnTo>
                    <a:pt x="148646" y="589207"/>
                  </a:lnTo>
                  <a:lnTo>
                    <a:pt x="283056" y="540069"/>
                  </a:lnTo>
                  <a:lnTo>
                    <a:pt x="325991" y="516009"/>
                  </a:lnTo>
                  <a:lnTo>
                    <a:pt x="350395" y="502422"/>
                  </a:lnTo>
                  <a:lnTo>
                    <a:pt x="379361" y="505955"/>
                  </a:lnTo>
                  <a:lnTo>
                    <a:pt x="418916" y="478768"/>
                  </a:lnTo>
                  <a:lnTo>
                    <a:pt x="453754" y="411328"/>
                  </a:lnTo>
                  <a:lnTo>
                    <a:pt x="501519" y="378904"/>
                  </a:lnTo>
                  <a:lnTo>
                    <a:pt x="546399" y="375256"/>
                  </a:lnTo>
                  <a:lnTo>
                    <a:pt x="588546" y="336172"/>
                  </a:lnTo>
                  <a:lnTo>
                    <a:pt x="551750" y="318518"/>
                  </a:lnTo>
                  <a:lnTo>
                    <a:pt x="532710" y="288852"/>
                  </a:lnTo>
                  <a:lnTo>
                    <a:pt x="553580" y="280095"/>
                  </a:lnTo>
                  <a:lnTo>
                    <a:pt x="560622" y="267156"/>
                  </a:lnTo>
                  <a:lnTo>
                    <a:pt x="561156" y="258259"/>
                  </a:lnTo>
                  <a:lnTo>
                    <a:pt x="556186" y="250302"/>
                  </a:lnTo>
                  <a:lnTo>
                    <a:pt x="555411" y="242320"/>
                  </a:lnTo>
                  <a:lnTo>
                    <a:pt x="561816" y="236308"/>
                  </a:lnTo>
                  <a:lnTo>
                    <a:pt x="580348" y="228072"/>
                  </a:lnTo>
                  <a:lnTo>
                    <a:pt x="622228" y="224157"/>
                  </a:lnTo>
                  <a:lnTo>
                    <a:pt x="642717" y="210290"/>
                  </a:lnTo>
                  <a:lnTo>
                    <a:pt x="643886" y="192000"/>
                  </a:lnTo>
                  <a:lnTo>
                    <a:pt x="632663" y="180116"/>
                  </a:lnTo>
                  <a:lnTo>
                    <a:pt x="632663" y="167165"/>
                  </a:lnTo>
                  <a:lnTo>
                    <a:pt x="644420" y="164165"/>
                  </a:lnTo>
                  <a:lnTo>
                    <a:pt x="656813" y="151226"/>
                  </a:lnTo>
                  <a:lnTo>
                    <a:pt x="678089" y="134092"/>
                  </a:lnTo>
                  <a:lnTo>
                    <a:pt x="707704" y="128093"/>
                  </a:lnTo>
                  <a:lnTo>
                    <a:pt x="738628" y="113972"/>
                  </a:lnTo>
                  <a:lnTo>
                    <a:pt x="748949" y="105075"/>
                  </a:lnTo>
                  <a:lnTo>
                    <a:pt x="765523" y="101542"/>
                  </a:lnTo>
                  <a:lnTo>
                    <a:pt x="770874" y="89137"/>
                  </a:lnTo>
                  <a:lnTo>
                    <a:pt x="779733" y="87967"/>
                  </a:lnTo>
                  <a:lnTo>
                    <a:pt x="810403" y="56586"/>
                  </a:lnTo>
                  <a:lnTo>
                    <a:pt x="827511" y="48362"/>
                  </a:lnTo>
                  <a:lnTo>
                    <a:pt x="831019" y="38817"/>
                  </a:lnTo>
                  <a:lnTo>
                    <a:pt x="842267" y="29920"/>
                  </a:lnTo>
                  <a:lnTo>
                    <a:pt x="852308" y="28750"/>
                  </a:lnTo>
                  <a:lnTo>
                    <a:pt x="873305" y="127"/>
                  </a:lnTo>
                  <a:lnTo>
                    <a:pt x="879826" y="0"/>
                  </a:lnTo>
                  <a:lnTo>
                    <a:pt x="913368" y="84447"/>
                  </a:lnTo>
                  <a:lnTo>
                    <a:pt x="929307" y="124827"/>
                  </a:lnTo>
                  <a:lnTo>
                    <a:pt x="882584" y="214357"/>
                  </a:lnTo>
                  <a:lnTo>
                    <a:pt x="877106" y="224678"/>
                  </a:lnTo>
                  <a:lnTo>
                    <a:pt x="888964" y="240363"/>
                  </a:lnTo>
                  <a:lnTo>
                    <a:pt x="928391" y="219836"/>
                  </a:lnTo>
                  <a:lnTo>
                    <a:pt x="993887" y="181158"/>
                  </a:lnTo>
                  <a:lnTo>
                    <a:pt x="1036962" y="167686"/>
                  </a:lnTo>
                  <a:lnTo>
                    <a:pt x="1062662" y="158801"/>
                  </a:lnTo>
                  <a:lnTo>
                    <a:pt x="1103259" y="152395"/>
                  </a:lnTo>
                  <a:lnTo>
                    <a:pt x="1128958" y="147438"/>
                  </a:lnTo>
                  <a:lnTo>
                    <a:pt x="1176851" y="124687"/>
                  </a:lnTo>
                  <a:lnTo>
                    <a:pt x="1201521" y="126517"/>
                  </a:lnTo>
                  <a:lnTo>
                    <a:pt x="1227882" y="109130"/>
                  </a:lnTo>
                  <a:lnTo>
                    <a:pt x="1241850" y="124166"/>
                  </a:lnTo>
                  <a:lnTo>
                    <a:pt x="1207914" y="161153"/>
                  </a:lnTo>
                  <a:lnTo>
                    <a:pt x="1242766" y="171079"/>
                  </a:lnTo>
                  <a:lnTo>
                    <a:pt x="1330847" y="233041"/>
                  </a:lnTo>
                  <a:lnTo>
                    <a:pt x="1336859" y="253174"/>
                  </a:lnTo>
                  <a:lnTo>
                    <a:pt x="1316358" y="269901"/>
                  </a:lnTo>
                  <a:lnTo>
                    <a:pt x="1337902" y="323360"/>
                  </a:lnTo>
                  <a:lnTo>
                    <a:pt x="1328229" y="322712"/>
                  </a:lnTo>
                  <a:lnTo>
                    <a:pt x="1311147" y="332117"/>
                  </a:lnTo>
                  <a:lnTo>
                    <a:pt x="1308655" y="337354"/>
                  </a:lnTo>
                  <a:lnTo>
                    <a:pt x="1312697" y="343620"/>
                  </a:lnTo>
                  <a:lnTo>
                    <a:pt x="1299275" y="358784"/>
                  </a:lnTo>
                  <a:lnTo>
                    <a:pt x="1287518" y="363486"/>
                  </a:lnTo>
                  <a:lnTo>
                    <a:pt x="1268199" y="366753"/>
                  </a:lnTo>
                  <a:lnTo>
                    <a:pt x="1247329" y="379425"/>
                  </a:lnTo>
                  <a:lnTo>
                    <a:pt x="1234530" y="392898"/>
                  </a:lnTo>
                  <a:lnTo>
                    <a:pt x="1226700" y="406612"/>
                  </a:lnTo>
                  <a:lnTo>
                    <a:pt x="1226573" y="424775"/>
                  </a:lnTo>
                  <a:lnTo>
                    <a:pt x="1227628" y="435248"/>
                  </a:lnTo>
                  <a:lnTo>
                    <a:pt x="1223980" y="457199"/>
                  </a:lnTo>
                  <a:lnTo>
                    <a:pt x="1219531" y="476556"/>
                  </a:lnTo>
                  <a:lnTo>
                    <a:pt x="1210139" y="479403"/>
                  </a:lnTo>
                  <a:lnTo>
                    <a:pt x="1201902" y="488834"/>
                  </a:lnTo>
                  <a:lnTo>
                    <a:pt x="1196564" y="482289"/>
                  </a:lnTo>
                  <a:lnTo>
                    <a:pt x="1187044" y="482289"/>
                  </a:lnTo>
                  <a:lnTo>
                    <a:pt x="1180765" y="488034"/>
                  </a:lnTo>
                  <a:lnTo>
                    <a:pt x="1152205" y="481628"/>
                  </a:lnTo>
                  <a:lnTo>
                    <a:pt x="1145011" y="470392"/>
                  </a:lnTo>
                  <a:lnTo>
                    <a:pt x="1132759" y="463478"/>
                  </a:lnTo>
                  <a:lnTo>
                    <a:pt x="1118396" y="459677"/>
                  </a:lnTo>
                  <a:lnTo>
                    <a:pt x="1095289" y="475234"/>
                  </a:lnTo>
                  <a:lnTo>
                    <a:pt x="1077800" y="490004"/>
                  </a:lnTo>
                  <a:lnTo>
                    <a:pt x="1076631" y="498380"/>
                  </a:lnTo>
                  <a:lnTo>
                    <a:pt x="1068140" y="506463"/>
                  </a:lnTo>
                  <a:lnTo>
                    <a:pt x="1054833" y="506603"/>
                  </a:lnTo>
                  <a:lnTo>
                    <a:pt x="1051312" y="514306"/>
                  </a:lnTo>
                  <a:lnTo>
                    <a:pt x="1027035" y="522809"/>
                  </a:lnTo>
                  <a:lnTo>
                    <a:pt x="1015304" y="529596"/>
                  </a:lnTo>
                  <a:lnTo>
                    <a:pt x="1006419" y="527245"/>
                  </a:lnTo>
                  <a:lnTo>
                    <a:pt x="985143" y="539141"/>
                  </a:lnTo>
                  <a:lnTo>
                    <a:pt x="981635" y="545026"/>
                  </a:lnTo>
                  <a:lnTo>
                    <a:pt x="969763" y="553262"/>
                  </a:lnTo>
                  <a:lnTo>
                    <a:pt x="943529" y="556008"/>
                  </a:lnTo>
                  <a:close/>
                </a:path>
              </a:pathLst>
            </a:custGeom>
            <a:solidFill>
              <a:srgbClr val="FFFFFF"/>
            </a:solidFill>
            <a:ln w="12700" cap="flat">
              <a:noFill/>
              <a:prstDash val="solid"/>
              <a:miter/>
            </a:ln>
          </p:spPr>
          <p:txBody>
            <a:bodyPr rtlCol="0" anchor="ctr"/>
            <a:lstStyle/>
            <a:p>
              <a:endParaRPr lang="de-CH"/>
            </a:p>
          </p:txBody>
        </p:sp>
        <p:sp>
          <p:nvSpPr>
            <p:cNvPr id="129" name="Freihandform: Form 128">
              <a:extLst>
                <a:ext uri="{FF2B5EF4-FFF2-40B4-BE49-F238E27FC236}">
                  <a16:creationId xmlns:a16="http://schemas.microsoft.com/office/drawing/2014/main" id="{06BB7941-B3CD-1388-C4EC-CA90A1496F94}"/>
                </a:ext>
              </a:extLst>
            </p:cNvPr>
            <p:cNvSpPr/>
            <p:nvPr/>
          </p:nvSpPr>
          <p:spPr>
            <a:xfrm>
              <a:off x="2476727" y="2413773"/>
              <a:ext cx="1337901" cy="943808"/>
            </a:xfrm>
            <a:custGeom>
              <a:avLst/>
              <a:gdLst>
                <a:gd name="connsiteX0" fmla="*/ 943529 w 1337901"/>
                <a:gd name="connsiteY0" fmla="*/ 556008 h 943808"/>
                <a:gd name="connsiteX1" fmla="*/ 923168 w 1337901"/>
                <a:gd name="connsiteY1" fmla="*/ 565159 h 943808"/>
                <a:gd name="connsiteX2" fmla="*/ 900848 w 1337901"/>
                <a:gd name="connsiteY2" fmla="*/ 583462 h 943808"/>
                <a:gd name="connsiteX3" fmla="*/ 903200 w 1337901"/>
                <a:gd name="connsiteY3" fmla="*/ 623969 h 943808"/>
                <a:gd name="connsiteX4" fmla="*/ 895370 w 1337901"/>
                <a:gd name="connsiteY4" fmla="*/ 639132 h 943808"/>
                <a:gd name="connsiteX5" fmla="*/ 894722 w 1337901"/>
                <a:gd name="connsiteY5" fmla="*/ 656266 h 943808"/>
                <a:gd name="connsiteX6" fmla="*/ 873178 w 1337901"/>
                <a:gd name="connsiteY6" fmla="*/ 669599 h 943808"/>
                <a:gd name="connsiteX7" fmla="*/ 844860 w 1337901"/>
                <a:gd name="connsiteY7" fmla="*/ 676907 h 943808"/>
                <a:gd name="connsiteX8" fmla="*/ 829722 w 1337901"/>
                <a:gd name="connsiteY8" fmla="*/ 694689 h 943808"/>
                <a:gd name="connsiteX9" fmla="*/ 830116 w 1337901"/>
                <a:gd name="connsiteY9" fmla="*/ 710500 h 943808"/>
                <a:gd name="connsiteX10" fmla="*/ 825032 w 1337901"/>
                <a:gd name="connsiteY10" fmla="*/ 715216 h 943808"/>
                <a:gd name="connsiteX11" fmla="*/ 813034 w 1337901"/>
                <a:gd name="connsiteY11" fmla="*/ 711949 h 943808"/>
                <a:gd name="connsiteX12" fmla="*/ 760426 w 1337901"/>
                <a:gd name="connsiteY12" fmla="*/ 745924 h 943808"/>
                <a:gd name="connsiteX13" fmla="*/ 715025 w 1337901"/>
                <a:gd name="connsiteY13" fmla="*/ 801607 h 943808"/>
                <a:gd name="connsiteX14" fmla="*/ 705874 w 1337901"/>
                <a:gd name="connsiteY14" fmla="*/ 811801 h 943808"/>
                <a:gd name="connsiteX15" fmla="*/ 689300 w 1337901"/>
                <a:gd name="connsiteY15" fmla="*/ 820685 h 943808"/>
                <a:gd name="connsiteX16" fmla="*/ 678089 w 1337901"/>
                <a:gd name="connsiteY16" fmla="*/ 835442 h 943808"/>
                <a:gd name="connsiteX17" fmla="*/ 668811 w 1337901"/>
                <a:gd name="connsiteY17" fmla="*/ 854799 h 943808"/>
                <a:gd name="connsiteX18" fmla="*/ 662163 w 1337901"/>
                <a:gd name="connsiteY18" fmla="*/ 865654 h 943808"/>
                <a:gd name="connsiteX19" fmla="*/ 659812 w 1337901"/>
                <a:gd name="connsiteY19" fmla="*/ 878059 h 943808"/>
                <a:gd name="connsiteX20" fmla="*/ 618186 w 1337901"/>
                <a:gd name="connsiteY20" fmla="*/ 875059 h 943808"/>
                <a:gd name="connsiteX21" fmla="*/ 624579 w 1337901"/>
                <a:gd name="connsiteY21" fmla="*/ 851914 h 943808"/>
                <a:gd name="connsiteX22" fmla="*/ 626016 w 1337901"/>
                <a:gd name="connsiteY22" fmla="*/ 837552 h 943808"/>
                <a:gd name="connsiteX23" fmla="*/ 621707 w 1337901"/>
                <a:gd name="connsiteY23" fmla="*/ 836115 h 943808"/>
                <a:gd name="connsiteX24" fmla="*/ 625228 w 1337901"/>
                <a:gd name="connsiteY24" fmla="*/ 812449 h 943808"/>
                <a:gd name="connsiteX25" fmla="*/ 578899 w 1337901"/>
                <a:gd name="connsiteY25" fmla="*/ 771141 h 943808"/>
                <a:gd name="connsiteX26" fmla="*/ 593528 w 1337901"/>
                <a:gd name="connsiteY26" fmla="*/ 697167 h 943808"/>
                <a:gd name="connsiteX27" fmla="*/ 588165 w 1337901"/>
                <a:gd name="connsiteY27" fmla="*/ 681877 h 943808"/>
                <a:gd name="connsiteX28" fmla="*/ 468371 w 1337901"/>
                <a:gd name="connsiteY28" fmla="*/ 735997 h 943808"/>
                <a:gd name="connsiteX29" fmla="*/ 433659 w 1337901"/>
                <a:gd name="connsiteY29" fmla="*/ 769590 h 943808"/>
                <a:gd name="connsiteX30" fmla="*/ 401948 w 1337901"/>
                <a:gd name="connsiteY30" fmla="*/ 812703 h 943808"/>
                <a:gd name="connsiteX31" fmla="*/ 383937 w 1337901"/>
                <a:gd name="connsiteY31" fmla="*/ 821333 h 943808"/>
                <a:gd name="connsiteX32" fmla="*/ 346226 w 1337901"/>
                <a:gd name="connsiteY32" fmla="*/ 827612 h 943808"/>
                <a:gd name="connsiteX33" fmla="*/ 313065 w 1337901"/>
                <a:gd name="connsiteY33" fmla="*/ 834145 h 943808"/>
                <a:gd name="connsiteX34" fmla="*/ 279523 w 1337901"/>
                <a:gd name="connsiteY34" fmla="*/ 849436 h 943808"/>
                <a:gd name="connsiteX35" fmla="*/ 264004 w 1337901"/>
                <a:gd name="connsiteY35" fmla="*/ 858994 h 943808"/>
                <a:gd name="connsiteX36" fmla="*/ 190666 w 1337901"/>
                <a:gd name="connsiteY36" fmla="*/ 908512 h 943808"/>
                <a:gd name="connsiteX37" fmla="*/ 161420 w 1337901"/>
                <a:gd name="connsiteY37" fmla="*/ 919227 h 943808"/>
                <a:gd name="connsiteX38" fmla="*/ 98135 w 1337901"/>
                <a:gd name="connsiteY38" fmla="*/ 943809 h 943808"/>
                <a:gd name="connsiteX39" fmla="*/ 53243 w 1337901"/>
                <a:gd name="connsiteY39" fmla="*/ 928912 h 943808"/>
                <a:gd name="connsiteX40" fmla="*/ 60030 w 1337901"/>
                <a:gd name="connsiteY40" fmla="*/ 856896 h 943808"/>
                <a:gd name="connsiteX41" fmla="*/ 60818 w 1337901"/>
                <a:gd name="connsiteY41" fmla="*/ 804988 h 943808"/>
                <a:gd name="connsiteX42" fmla="*/ 0 w 1337901"/>
                <a:gd name="connsiteY42" fmla="*/ 697561 h 943808"/>
                <a:gd name="connsiteX43" fmla="*/ 40978 w 1337901"/>
                <a:gd name="connsiteY43" fmla="*/ 666332 h 943808"/>
                <a:gd name="connsiteX44" fmla="*/ 77647 w 1337901"/>
                <a:gd name="connsiteY44" fmla="*/ 614297 h 943808"/>
                <a:gd name="connsiteX45" fmla="*/ 109880 w 1337901"/>
                <a:gd name="connsiteY45" fmla="*/ 583462 h 943808"/>
                <a:gd name="connsiteX46" fmla="*/ 131805 w 1337901"/>
                <a:gd name="connsiteY46" fmla="*/ 563990 h 943808"/>
                <a:gd name="connsiteX47" fmla="*/ 148646 w 1337901"/>
                <a:gd name="connsiteY47" fmla="*/ 589207 h 943808"/>
                <a:gd name="connsiteX48" fmla="*/ 283056 w 1337901"/>
                <a:gd name="connsiteY48" fmla="*/ 540069 h 943808"/>
                <a:gd name="connsiteX49" fmla="*/ 325991 w 1337901"/>
                <a:gd name="connsiteY49" fmla="*/ 516009 h 943808"/>
                <a:gd name="connsiteX50" fmla="*/ 350395 w 1337901"/>
                <a:gd name="connsiteY50" fmla="*/ 502422 h 943808"/>
                <a:gd name="connsiteX51" fmla="*/ 379361 w 1337901"/>
                <a:gd name="connsiteY51" fmla="*/ 505955 h 943808"/>
                <a:gd name="connsiteX52" fmla="*/ 418916 w 1337901"/>
                <a:gd name="connsiteY52" fmla="*/ 478768 h 943808"/>
                <a:gd name="connsiteX53" fmla="*/ 453754 w 1337901"/>
                <a:gd name="connsiteY53" fmla="*/ 411328 h 943808"/>
                <a:gd name="connsiteX54" fmla="*/ 501519 w 1337901"/>
                <a:gd name="connsiteY54" fmla="*/ 378904 h 943808"/>
                <a:gd name="connsiteX55" fmla="*/ 546399 w 1337901"/>
                <a:gd name="connsiteY55" fmla="*/ 375256 h 943808"/>
                <a:gd name="connsiteX56" fmla="*/ 588546 w 1337901"/>
                <a:gd name="connsiteY56" fmla="*/ 336172 h 943808"/>
                <a:gd name="connsiteX57" fmla="*/ 551750 w 1337901"/>
                <a:gd name="connsiteY57" fmla="*/ 318518 h 943808"/>
                <a:gd name="connsiteX58" fmla="*/ 532710 w 1337901"/>
                <a:gd name="connsiteY58" fmla="*/ 288852 h 943808"/>
                <a:gd name="connsiteX59" fmla="*/ 553580 w 1337901"/>
                <a:gd name="connsiteY59" fmla="*/ 280095 h 943808"/>
                <a:gd name="connsiteX60" fmla="*/ 560622 w 1337901"/>
                <a:gd name="connsiteY60" fmla="*/ 267156 h 943808"/>
                <a:gd name="connsiteX61" fmla="*/ 561156 w 1337901"/>
                <a:gd name="connsiteY61" fmla="*/ 258259 h 943808"/>
                <a:gd name="connsiteX62" fmla="*/ 556186 w 1337901"/>
                <a:gd name="connsiteY62" fmla="*/ 250302 h 943808"/>
                <a:gd name="connsiteX63" fmla="*/ 555411 w 1337901"/>
                <a:gd name="connsiteY63" fmla="*/ 242320 h 943808"/>
                <a:gd name="connsiteX64" fmla="*/ 561816 w 1337901"/>
                <a:gd name="connsiteY64" fmla="*/ 236308 h 943808"/>
                <a:gd name="connsiteX65" fmla="*/ 580348 w 1337901"/>
                <a:gd name="connsiteY65" fmla="*/ 228072 h 943808"/>
                <a:gd name="connsiteX66" fmla="*/ 622228 w 1337901"/>
                <a:gd name="connsiteY66" fmla="*/ 224157 h 943808"/>
                <a:gd name="connsiteX67" fmla="*/ 642717 w 1337901"/>
                <a:gd name="connsiteY67" fmla="*/ 210290 h 943808"/>
                <a:gd name="connsiteX68" fmla="*/ 643886 w 1337901"/>
                <a:gd name="connsiteY68" fmla="*/ 192000 h 943808"/>
                <a:gd name="connsiteX69" fmla="*/ 632663 w 1337901"/>
                <a:gd name="connsiteY69" fmla="*/ 180116 h 943808"/>
                <a:gd name="connsiteX70" fmla="*/ 632663 w 1337901"/>
                <a:gd name="connsiteY70" fmla="*/ 167165 h 943808"/>
                <a:gd name="connsiteX71" fmla="*/ 644420 w 1337901"/>
                <a:gd name="connsiteY71" fmla="*/ 164165 h 943808"/>
                <a:gd name="connsiteX72" fmla="*/ 656813 w 1337901"/>
                <a:gd name="connsiteY72" fmla="*/ 151226 h 943808"/>
                <a:gd name="connsiteX73" fmla="*/ 678089 w 1337901"/>
                <a:gd name="connsiteY73" fmla="*/ 134092 h 943808"/>
                <a:gd name="connsiteX74" fmla="*/ 707704 w 1337901"/>
                <a:gd name="connsiteY74" fmla="*/ 128093 h 943808"/>
                <a:gd name="connsiteX75" fmla="*/ 738628 w 1337901"/>
                <a:gd name="connsiteY75" fmla="*/ 113972 h 943808"/>
                <a:gd name="connsiteX76" fmla="*/ 748949 w 1337901"/>
                <a:gd name="connsiteY76" fmla="*/ 105075 h 943808"/>
                <a:gd name="connsiteX77" fmla="*/ 765523 w 1337901"/>
                <a:gd name="connsiteY77" fmla="*/ 101542 h 943808"/>
                <a:gd name="connsiteX78" fmla="*/ 770874 w 1337901"/>
                <a:gd name="connsiteY78" fmla="*/ 89137 h 943808"/>
                <a:gd name="connsiteX79" fmla="*/ 779733 w 1337901"/>
                <a:gd name="connsiteY79" fmla="*/ 87967 h 943808"/>
                <a:gd name="connsiteX80" fmla="*/ 810403 w 1337901"/>
                <a:gd name="connsiteY80" fmla="*/ 56586 h 943808"/>
                <a:gd name="connsiteX81" fmla="*/ 827511 w 1337901"/>
                <a:gd name="connsiteY81" fmla="*/ 48362 h 943808"/>
                <a:gd name="connsiteX82" fmla="*/ 831019 w 1337901"/>
                <a:gd name="connsiteY82" fmla="*/ 38817 h 943808"/>
                <a:gd name="connsiteX83" fmla="*/ 842267 w 1337901"/>
                <a:gd name="connsiteY83" fmla="*/ 29920 h 943808"/>
                <a:gd name="connsiteX84" fmla="*/ 852308 w 1337901"/>
                <a:gd name="connsiteY84" fmla="*/ 28750 h 943808"/>
                <a:gd name="connsiteX85" fmla="*/ 873305 w 1337901"/>
                <a:gd name="connsiteY85" fmla="*/ 127 h 943808"/>
                <a:gd name="connsiteX86" fmla="*/ 879826 w 1337901"/>
                <a:gd name="connsiteY86" fmla="*/ 0 h 943808"/>
                <a:gd name="connsiteX87" fmla="*/ 913368 w 1337901"/>
                <a:gd name="connsiteY87" fmla="*/ 84447 h 943808"/>
                <a:gd name="connsiteX88" fmla="*/ 929307 w 1337901"/>
                <a:gd name="connsiteY88" fmla="*/ 124827 h 943808"/>
                <a:gd name="connsiteX89" fmla="*/ 882584 w 1337901"/>
                <a:gd name="connsiteY89" fmla="*/ 214357 h 943808"/>
                <a:gd name="connsiteX90" fmla="*/ 877106 w 1337901"/>
                <a:gd name="connsiteY90" fmla="*/ 224678 h 943808"/>
                <a:gd name="connsiteX91" fmla="*/ 888964 w 1337901"/>
                <a:gd name="connsiteY91" fmla="*/ 240363 h 943808"/>
                <a:gd name="connsiteX92" fmla="*/ 928391 w 1337901"/>
                <a:gd name="connsiteY92" fmla="*/ 219836 h 943808"/>
                <a:gd name="connsiteX93" fmla="*/ 993887 w 1337901"/>
                <a:gd name="connsiteY93" fmla="*/ 181158 h 943808"/>
                <a:gd name="connsiteX94" fmla="*/ 1036962 w 1337901"/>
                <a:gd name="connsiteY94" fmla="*/ 167686 h 943808"/>
                <a:gd name="connsiteX95" fmla="*/ 1062662 w 1337901"/>
                <a:gd name="connsiteY95" fmla="*/ 158801 h 943808"/>
                <a:gd name="connsiteX96" fmla="*/ 1103259 w 1337901"/>
                <a:gd name="connsiteY96" fmla="*/ 152395 h 943808"/>
                <a:gd name="connsiteX97" fmla="*/ 1128958 w 1337901"/>
                <a:gd name="connsiteY97" fmla="*/ 147438 h 943808"/>
                <a:gd name="connsiteX98" fmla="*/ 1176851 w 1337901"/>
                <a:gd name="connsiteY98" fmla="*/ 124687 h 943808"/>
                <a:gd name="connsiteX99" fmla="*/ 1201521 w 1337901"/>
                <a:gd name="connsiteY99" fmla="*/ 126517 h 943808"/>
                <a:gd name="connsiteX100" fmla="*/ 1227882 w 1337901"/>
                <a:gd name="connsiteY100" fmla="*/ 109130 h 943808"/>
                <a:gd name="connsiteX101" fmla="*/ 1241850 w 1337901"/>
                <a:gd name="connsiteY101" fmla="*/ 124166 h 943808"/>
                <a:gd name="connsiteX102" fmla="*/ 1207914 w 1337901"/>
                <a:gd name="connsiteY102" fmla="*/ 161153 h 943808"/>
                <a:gd name="connsiteX103" fmla="*/ 1242766 w 1337901"/>
                <a:gd name="connsiteY103" fmla="*/ 171079 h 943808"/>
                <a:gd name="connsiteX104" fmla="*/ 1330847 w 1337901"/>
                <a:gd name="connsiteY104" fmla="*/ 233041 h 943808"/>
                <a:gd name="connsiteX105" fmla="*/ 1336859 w 1337901"/>
                <a:gd name="connsiteY105" fmla="*/ 253174 h 943808"/>
                <a:gd name="connsiteX106" fmla="*/ 1316358 w 1337901"/>
                <a:gd name="connsiteY106" fmla="*/ 269901 h 943808"/>
                <a:gd name="connsiteX107" fmla="*/ 1337902 w 1337901"/>
                <a:gd name="connsiteY107" fmla="*/ 323360 h 943808"/>
                <a:gd name="connsiteX108" fmla="*/ 1328229 w 1337901"/>
                <a:gd name="connsiteY108" fmla="*/ 322712 h 943808"/>
                <a:gd name="connsiteX109" fmla="*/ 1311147 w 1337901"/>
                <a:gd name="connsiteY109" fmla="*/ 332117 h 943808"/>
                <a:gd name="connsiteX110" fmla="*/ 1308655 w 1337901"/>
                <a:gd name="connsiteY110" fmla="*/ 337354 h 943808"/>
                <a:gd name="connsiteX111" fmla="*/ 1312697 w 1337901"/>
                <a:gd name="connsiteY111" fmla="*/ 343620 h 943808"/>
                <a:gd name="connsiteX112" fmla="*/ 1299275 w 1337901"/>
                <a:gd name="connsiteY112" fmla="*/ 358784 h 943808"/>
                <a:gd name="connsiteX113" fmla="*/ 1287518 w 1337901"/>
                <a:gd name="connsiteY113" fmla="*/ 363486 h 943808"/>
                <a:gd name="connsiteX114" fmla="*/ 1268199 w 1337901"/>
                <a:gd name="connsiteY114" fmla="*/ 366753 h 943808"/>
                <a:gd name="connsiteX115" fmla="*/ 1247329 w 1337901"/>
                <a:gd name="connsiteY115" fmla="*/ 379425 h 943808"/>
                <a:gd name="connsiteX116" fmla="*/ 1234530 w 1337901"/>
                <a:gd name="connsiteY116" fmla="*/ 392898 h 943808"/>
                <a:gd name="connsiteX117" fmla="*/ 1226700 w 1337901"/>
                <a:gd name="connsiteY117" fmla="*/ 406612 h 943808"/>
                <a:gd name="connsiteX118" fmla="*/ 1226573 w 1337901"/>
                <a:gd name="connsiteY118" fmla="*/ 424775 h 943808"/>
                <a:gd name="connsiteX119" fmla="*/ 1227628 w 1337901"/>
                <a:gd name="connsiteY119" fmla="*/ 435248 h 943808"/>
                <a:gd name="connsiteX120" fmla="*/ 1223980 w 1337901"/>
                <a:gd name="connsiteY120" fmla="*/ 457199 h 943808"/>
                <a:gd name="connsiteX121" fmla="*/ 1219531 w 1337901"/>
                <a:gd name="connsiteY121" fmla="*/ 476556 h 943808"/>
                <a:gd name="connsiteX122" fmla="*/ 1210139 w 1337901"/>
                <a:gd name="connsiteY122" fmla="*/ 479403 h 943808"/>
                <a:gd name="connsiteX123" fmla="*/ 1201902 w 1337901"/>
                <a:gd name="connsiteY123" fmla="*/ 488834 h 943808"/>
                <a:gd name="connsiteX124" fmla="*/ 1196564 w 1337901"/>
                <a:gd name="connsiteY124" fmla="*/ 482289 h 943808"/>
                <a:gd name="connsiteX125" fmla="*/ 1187044 w 1337901"/>
                <a:gd name="connsiteY125" fmla="*/ 482289 h 943808"/>
                <a:gd name="connsiteX126" fmla="*/ 1180765 w 1337901"/>
                <a:gd name="connsiteY126" fmla="*/ 488034 h 943808"/>
                <a:gd name="connsiteX127" fmla="*/ 1152205 w 1337901"/>
                <a:gd name="connsiteY127" fmla="*/ 481628 h 943808"/>
                <a:gd name="connsiteX128" fmla="*/ 1145011 w 1337901"/>
                <a:gd name="connsiteY128" fmla="*/ 470392 h 943808"/>
                <a:gd name="connsiteX129" fmla="*/ 1132759 w 1337901"/>
                <a:gd name="connsiteY129" fmla="*/ 463478 h 943808"/>
                <a:gd name="connsiteX130" fmla="*/ 1118396 w 1337901"/>
                <a:gd name="connsiteY130" fmla="*/ 459677 h 943808"/>
                <a:gd name="connsiteX131" fmla="*/ 1095289 w 1337901"/>
                <a:gd name="connsiteY131" fmla="*/ 475234 h 943808"/>
                <a:gd name="connsiteX132" fmla="*/ 1077800 w 1337901"/>
                <a:gd name="connsiteY132" fmla="*/ 490004 h 943808"/>
                <a:gd name="connsiteX133" fmla="*/ 1076631 w 1337901"/>
                <a:gd name="connsiteY133" fmla="*/ 498380 h 943808"/>
                <a:gd name="connsiteX134" fmla="*/ 1068140 w 1337901"/>
                <a:gd name="connsiteY134" fmla="*/ 506463 h 943808"/>
                <a:gd name="connsiteX135" fmla="*/ 1054833 w 1337901"/>
                <a:gd name="connsiteY135" fmla="*/ 506603 h 943808"/>
                <a:gd name="connsiteX136" fmla="*/ 1051312 w 1337901"/>
                <a:gd name="connsiteY136" fmla="*/ 514306 h 943808"/>
                <a:gd name="connsiteX137" fmla="*/ 1027035 w 1337901"/>
                <a:gd name="connsiteY137" fmla="*/ 522809 h 943808"/>
                <a:gd name="connsiteX138" fmla="*/ 1015304 w 1337901"/>
                <a:gd name="connsiteY138" fmla="*/ 529596 h 943808"/>
                <a:gd name="connsiteX139" fmla="*/ 1006419 w 1337901"/>
                <a:gd name="connsiteY139" fmla="*/ 527245 h 943808"/>
                <a:gd name="connsiteX140" fmla="*/ 985143 w 1337901"/>
                <a:gd name="connsiteY140" fmla="*/ 539141 h 943808"/>
                <a:gd name="connsiteX141" fmla="*/ 981635 w 1337901"/>
                <a:gd name="connsiteY141" fmla="*/ 545026 h 943808"/>
                <a:gd name="connsiteX142" fmla="*/ 969763 w 1337901"/>
                <a:gd name="connsiteY142" fmla="*/ 553262 h 943808"/>
                <a:gd name="connsiteX143" fmla="*/ 943529 w 1337901"/>
                <a:gd name="connsiteY143" fmla="*/ 556008 h 943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1337901" h="943808">
                  <a:moveTo>
                    <a:pt x="943529" y="556008"/>
                  </a:moveTo>
                  <a:lnTo>
                    <a:pt x="923168" y="565159"/>
                  </a:lnTo>
                  <a:lnTo>
                    <a:pt x="900848" y="583462"/>
                  </a:lnTo>
                  <a:lnTo>
                    <a:pt x="903200" y="623969"/>
                  </a:lnTo>
                  <a:lnTo>
                    <a:pt x="895370" y="639132"/>
                  </a:lnTo>
                  <a:lnTo>
                    <a:pt x="894722" y="656266"/>
                  </a:lnTo>
                  <a:lnTo>
                    <a:pt x="873178" y="669599"/>
                  </a:lnTo>
                  <a:lnTo>
                    <a:pt x="844860" y="676907"/>
                  </a:lnTo>
                  <a:lnTo>
                    <a:pt x="829722" y="694689"/>
                  </a:lnTo>
                  <a:lnTo>
                    <a:pt x="830116" y="710500"/>
                  </a:lnTo>
                  <a:lnTo>
                    <a:pt x="825032" y="715216"/>
                  </a:lnTo>
                  <a:lnTo>
                    <a:pt x="813034" y="711949"/>
                  </a:lnTo>
                  <a:lnTo>
                    <a:pt x="760426" y="745924"/>
                  </a:lnTo>
                  <a:lnTo>
                    <a:pt x="715025" y="801607"/>
                  </a:lnTo>
                  <a:lnTo>
                    <a:pt x="705874" y="811801"/>
                  </a:lnTo>
                  <a:lnTo>
                    <a:pt x="689300" y="820685"/>
                  </a:lnTo>
                  <a:lnTo>
                    <a:pt x="678089" y="835442"/>
                  </a:lnTo>
                  <a:lnTo>
                    <a:pt x="668811" y="854799"/>
                  </a:lnTo>
                  <a:lnTo>
                    <a:pt x="662163" y="865654"/>
                  </a:lnTo>
                  <a:lnTo>
                    <a:pt x="659812" y="878059"/>
                  </a:lnTo>
                  <a:lnTo>
                    <a:pt x="618186" y="875059"/>
                  </a:lnTo>
                  <a:lnTo>
                    <a:pt x="624579" y="851914"/>
                  </a:lnTo>
                  <a:lnTo>
                    <a:pt x="626016" y="837552"/>
                  </a:lnTo>
                  <a:lnTo>
                    <a:pt x="621707" y="836115"/>
                  </a:lnTo>
                  <a:lnTo>
                    <a:pt x="625228" y="812449"/>
                  </a:lnTo>
                  <a:lnTo>
                    <a:pt x="578899" y="771141"/>
                  </a:lnTo>
                  <a:lnTo>
                    <a:pt x="593528" y="697167"/>
                  </a:lnTo>
                  <a:lnTo>
                    <a:pt x="588165" y="681877"/>
                  </a:lnTo>
                  <a:lnTo>
                    <a:pt x="468371" y="735997"/>
                  </a:lnTo>
                  <a:lnTo>
                    <a:pt x="433659" y="769590"/>
                  </a:lnTo>
                  <a:lnTo>
                    <a:pt x="401948" y="812703"/>
                  </a:lnTo>
                  <a:lnTo>
                    <a:pt x="383937" y="821333"/>
                  </a:lnTo>
                  <a:lnTo>
                    <a:pt x="346226" y="827612"/>
                  </a:lnTo>
                  <a:lnTo>
                    <a:pt x="313065" y="834145"/>
                  </a:lnTo>
                  <a:lnTo>
                    <a:pt x="279523" y="849436"/>
                  </a:lnTo>
                  <a:lnTo>
                    <a:pt x="264004" y="858994"/>
                  </a:lnTo>
                  <a:lnTo>
                    <a:pt x="190666" y="908512"/>
                  </a:lnTo>
                  <a:lnTo>
                    <a:pt x="161420" y="919227"/>
                  </a:lnTo>
                  <a:lnTo>
                    <a:pt x="98135" y="943809"/>
                  </a:lnTo>
                  <a:lnTo>
                    <a:pt x="53243" y="928912"/>
                  </a:lnTo>
                  <a:lnTo>
                    <a:pt x="60030" y="856896"/>
                  </a:lnTo>
                  <a:lnTo>
                    <a:pt x="60818" y="804988"/>
                  </a:lnTo>
                  <a:lnTo>
                    <a:pt x="0" y="697561"/>
                  </a:lnTo>
                  <a:lnTo>
                    <a:pt x="40978" y="666332"/>
                  </a:lnTo>
                  <a:lnTo>
                    <a:pt x="77647" y="614297"/>
                  </a:lnTo>
                  <a:lnTo>
                    <a:pt x="109880" y="583462"/>
                  </a:lnTo>
                  <a:lnTo>
                    <a:pt x="131805" y="563990"/>
                  </a:lnTo>
                  <a:lnTo>
                    <a:pt x="148646" y="589207"/>
                  </a:lnTo>
                  <a:lnTo>
                    <a:pt x="283056" y="540069"/>
                  </a:lnTo>
                  <a:lnTo>
                    <a:pt x="325991" y="516009"/>
                  </a:lnTo>
                  <a:lnTo>
                    <a:pt x="350395" y="502422"/>
                  </a:lnTo>
                  <a:lnTo>
                    <a:pt x="379361" y="505955"/>
                  </a:lnTo>
                  <a:lnTo>
                    <a:pt x="418916" y="478768"/>
                  </a:lnTo>
                  <a:lnTo>
                    <a:pt x="453754" y="411328"/>
                  </a:lnTo>
                  <a:lnTo>
                    <a:pt x="501519" y="378904"/>
                  </a:lnTo>
                  <a:lnTo>
                    <a:pt x="546399" y="375256"/>
                  </a:lnTo>
                  <a:lnTo>
                    <a:pt x="588546" y="336172"/>
                  </a:lnTo>
                  <a:lnTo>
                    <a:pt x="551750" y="318518"/>
                  </a:lnTo>
                  <a:lnTo>
                    <a:pt x="532710" y="288852"/>
                  </a:lnTo>
                  <a:lnTo>
                    <a:pt x="553580" y="280095"/>
                  </a:lnTo>
                  <a:lnTo>
                    <a:pt x="560622" y="267156"/>
                  </a:lnTo>
                  <a:lnTo>
                    <a:pt x="561156" y="258259"/>
                  </a:lnTo>
                  <a:lnTo>
                    <a:pt x="556186" y="250302"/>
                  </a:lnTo>
                  <a:lnTo>
                    <a:pt x="555411" y="242320"/>
                  </a:lnTo>
                  <a:lnTo>
                    <a:pt x="561816" y="236308"/>
                  </a:lnTo>
                  <a:lnTo>
                    <a:pt x="580348" y="228072"/>
                  </a:lnTo>
                  <a:lnTo>
                    <a:pt x="622228" y="224157"/>
                  </a:lnTo>
                  <a:lnTo>
                    <a:pt x="642717" y="210290"/>
                  </a:lnTo>
                  <a:lnTo>
                    <a:pt x="643886" y="192000"/>
                  </a:lnTo>
                  <a:lnTo>
                    <a:pt x="632663" y="180116"/>
                  </a:lnTo>
                  <a:lnTo>
                    <a:pt x="632663" y="167165"/>
                  </a:lnTo>
                  <a:lnTo>
                    <a:pt x="644420" y="164165"/>
                  </a:lnTo>
                  <a:lnTo>
                    <a:pt x="656813" y="151226"/>
                  </a:lnTo>
                  <a:lnTo>
                    <a:pt x="678089" y="134092"/>
                  </a:lnTo>
                  <a:lnTo>
                    <a:pt x="707704" y="128093"/>
                  </a:lnTo>
                  <a:lnTo>
                    <a:pt x="738628" y="113972"/>
                  </a:lnTo>
                  <a:lnTo>
                    <a:pt x="748949" y="105075"/>
                  </a:lnTo>
                  <a:lnTo>
                    <a:pt x="765523" y="101542"/>
                  </a:lnTo>
                  <a:lnTo>
                    <a:pt x="770874" y="89137"/>
                  </a:lnTo>
                  <a:lnTo>
                    <a:pt x="779733" y="87967"/>
                  </a:lnTo>
                  <a:lnTo>
                    <a:pt x="810403" y="56586"/>
                  </a:lnTo>
                  <a:lnTo>
                    <a:pt x="827511" y="48362"/>
                  </a:lnTo>
                  <a:lnTo>
                    <a:pt x="831019" y="38817"/>
                  </a:lnTo>
                  <a:lnTo>
                    <a:pt x="842267" y="29920"/>
                  </a:lnTo>
                  <a:lnTo>
                    <a:pt x="852308" y="28750"/>
                  </a:lnTo>
                  <a:lnTo>
                    <a:pt x="873305" y="127"/>
                  </a:lnTo>
                  <a:lnTo>
                    <a:pt x="879826" y="0"/>
                  </a:lnTo>
                  <a:lnTo>
                    <a:pt x="913368" y="84447"/>
                  </a:lnTo>
                  <a:lnTo>
                    <a:pt x="929307" y="124827"/>
                  </a:lnTo>
                  <a:lnTo>
                    <a:pt x="882584" y="214357"/>
                  </a:lnTo>
                  <a:lnTo>
                    <a:pt x="877106" y="224678"/>
                  </a:lnTo>
                  <a:lnTo>
                    <a:pt x="888964" y="240363"/>
                  </a:lnTo>
                  <a:lnTo>
                    <a:pt x="928391" y="219836"/>
                  </a:lnTo>
                  <a:lnTo>
                    <a:pt x="993887" y="181158"/>
                  </a:lnTo>
                  <a:lnTo>
                    <a:pt x="1036962" y="167686"/>
                  </a:lnTo>
                  <a:lnTo>
                    <a:pt x="1062662" y="158801"/>
                  </a:lnTo>
                  <a:lnTo>
                    <a:pt x="1103259" y="152395"/>
                  </a:lnTo>
                  <a:lnTo>
                    <a:pt x="1128958" y="147438"/>
                  </a:lnTo>
                  <a:lnTo>
                    <a:pt x="1176851" y="124687"/>
                  </a:lnTo>
                  <a:lnTo>
                    <a:pt x="1201521" y="126517"/>
                  </a:lnTo>
                  <a:lnTo>
                    <a:pt x="1227882" y="109130"/>
                  </a:lnTo>
                  <a:lnTo>
                    <a:pt x="1241850" y="124166"/>
                  </a:lnTo>
                  <a:lnTo>
                    <a:pt x="1207914" y="161153"/>
                  </a:lnTo>
                  <a:lnTo>
                    <a:pt x="1242766" y="171079"/>
                  </a:lnTo>
                  <a:lnTo>
                    <a:pt x="1330847" y="233041"/>
                  </a:lnTo>
                  <a:lnTo>
                    <a:pt x="1336859" y="253174"/>
                  </a:lnTo>
                  <a:lnTo>
                    <a:pt x="1316358" y="269901"/>
                  </a:lnTo>
                  <a:lnTo>
                    <a:pt x="1337902" y="323360"/>
                  </a:lnTo>
                  <a:lnTo>
                    <a:pt x="1328229" y="322712"/>
                  </a:lnTo>
                  <a:lnTo>
                    <a:pt x="1311147" y="332117"/>
                  </a:lnTo>
                  <a:lnTo>
                    <a:pt x="1308655" y="337354"/>
                  </a:lnTo>
                  <a:lnTo>
                    <a:pt x="1312697" y="343620"/>
                  </a:lnTo>
                  <a:lnTo>
                    <a:pt x="1299275" y="358784"/>
                  </a:lnTo>
                  <a:lnTo>
                    <a:pt x="1287518" y="363486"/>
                  </a:lnTo>
                  <a:lnTo>
                    <a:pt x="1268199" y="366753"/>
                  </a:lnTo>
                  <a:lnTo>
                    <a:pt x="1247329" y="379425"/>
                  </a:lnTo>
                  <a:lnTo>
                    <a:pt x="1234530" y="392898"/>
                  </a:lnTo>
                  <a:lnTo>
                    <a:pt x="1226700" y="406612"/>
                  </a:lnTo>
                  <a:lnTo>
                    <a:pt x="1226573" y="424775"/>
                  </a:lnTo>
                  <a:lnTo>
                    <a:pt x="1227628" y="435248"/>
                  </a:lnTo>
                  <a:lnTo>
                    <a:pt x="1223980" y="457199"/>
                  </a:lnTo>
                  <a:lnTo>
                    <a:pt x="1219531" y="476556"/>
                  </a:lnTo>
                  <a:lnTo>
                    <a:pt x="1210139" y="479403"/>
                  </a:lnTo>
                  <a:lnTo>
                    <a:pt x="1201902" y="488834"/>
                  </a:lnTo>
                  <a:lnTo>
                    <a:pt x="1196564" y="482289"/>
                  </a:lnTo>
                  <a:lnTo>
                    <a:pt x="1187044" y="482289"/>
                  </a:lnTo>
                  <a:lnTo>
                    <a:pt x="1180765" y="488034"/>
                  </a:lnTo>
                  <a:lnTo>
                    <a:pt x="1152205" y="481628"/>
                  </a:lnTo>
                  <a:lnTo>
                    <a:pt x="1145011" y="470392"/>
                  </a:lnTo>
                  <a:lnTo>
                    <a:pt x="1132759" y="463478"/>
                  </a:lnTo>
                  <a:lnTo>
                    <a:pt x="1118396" y="459677"/>
                  </a:lnTo>
                  <a:lnTo>
                    <a:pt x="1095289" y="475234"/>
                  </a:lnTo>
                  <a:lnTo>
                    <a:pt x="1077800" y="490004"/>
                  </a:lnTo>
                  <a:lnTo>
                    <a:pt x="1076631" y="498380"/>
                  </a:lnTo>
                  <a:lnTo>
                    <a:pt x="1068140" y="506463"/>
                  </a:lnTo>
                  <a:lnTo>
                    <a:pt x="1054833" y="506603"/>
                  </a:lnTo>
                  <a:lnTo>
                    <a:pt x="1051312" y="514306"/>
                  </a:lnTo>
                  <a:lnTo>
                    <a:pt x="1027035" y="522809"/>
                  </a:lnTo>
                  <a:lnTo>
                    <a:pt x="1015304" y="529596"/>
                  </a:lnTo>
                  <a:lnTo>
                    <a:pt x="1006419" y="527245"/>
                  </a:lnTo>
                  <a:lnTo>
                    <a:pt x="985143" y="539141"/>
                  </a:lnTo>
                  <a:lnTo>
                    <a:pt x="981635" y="545026"/>
                  </a:lnTo>
                  <a:lnTo>
                    <a:pt x="969763" y="553262"/>
                  </a:lnTo>
                  <a:lnTo>
                    <a:pt x="943529" y="556008"/>
                  </a:lnTo>
                  <a:close/>
                </a:path>
              </a:pathLst>
            </a:custGeom>
            <a:noFill/>
            <a:ln w="3810" cap="flat">
              <a:solidFill>
                <a:srgbClr val="E6E4E2"/>
              </a:solidFill>
              <a:prstDash val="solid"/>
              <a:miter/>
            </a:ln>
          </p:spPr>
          <p:txBody>
            <a:bodyPr rtlCol="0" anchor="ctr"/>
            <a:lstStyle/>
            <a:p>
              <a:endParaRPr lang="de-CH"/>
            </a:p>
          </p:txBody>
        </p:sp>
        <p:sp>
          <p:nvSpPr>
            <p:cNvPr id="130" name="Freihandform: Form 129">
              <a:extLst>
                <a:ext uri="{FF2B5EF4-FFF2-40B4-BE49-F238E27FC236}">
                  <a16:creationId xmlns:a16="http://schemas.microsoft.com/office/drawing/2014/main" id="{72BBA81F-B127-67F3-7F9E-7013F0691287}"/>
                </a:ext>
              </a:extLst>
            </p:cNvPr>
            <p:cNvSpPr/>
            <p:nvPr/>
          </p:nvSpPr>
          <p:spPr>
            <a:xfrm>
              <a:off x="1454305" y="4785471"/>
              <a:ext cx="749380" cy="698527"/>
            </a:xfrm>
            <a:custGeom>
              <a:avLst/>
              <a:gdLst>
                <a:gd name="connsiteX0" fmla="*/ 353064 w 749380"/>
                <a:gd name="connsiteY0" fmla="*/ 149713 h 698527"/>
                <a:gd name="connsiteX1" fmla="*/ 349543 w 749380"/>
                <a:gd name="connsiteY1" fmla="*/ 176888 h 698527"/>
                <a:gd name="connsiteX2" fmla="*/ 354500 w 749380"/>
                <a:gd name="connsiteY2" fmla="*/ 198495 h 698527"/>
                <a:gd name="connsiteX3" fmla="*/ 335321 w 749380"/>
                <a:gd name="connsiteY3" fmla="*/ 201228 h 698527"/>
                <a:gd name="connsiteX4" fmla="*/ 311692 w 749380"/>
                <a:gd name="connsiteY4" fmla="*/ 226725 h 698527"/>
                <a:gd name="connsiteX5" fmla="*/ 312874 w 749380"/>
                <a:gd name="connsiteY5" fmla="*/ 255590 h 698527"/>
                <a:gd name="connsiteX6" fmla="*/ 350840 w 749380"/>
                <a:gd name="connsiteY6" fmla="*/ 307371 h 698527"/>
                <a:gd name="connsiteX7" fmla="*/ 358809 w 749380"/>
                <a:gd name="connsiteY7" fmla="*/ 337418 h 698527"/>
                <a:gd name="connsiteX8" fmla="*/ 337164 w 749380"/>
                <a:gd name="connsiteY8" fmla="*/ 357970 h 698527"/>
                <a:gd name="connsiteX9" fmla="*/ 311743 w 749380"/>
                <a:gd name="connsiteY9" fmla="*/ 368037 h 698527"/>
                <a:gd name="connsiteX10" fmla="*/ 287594 w 749380"/>
                <a:gd name="connsiteY10" fmla="*/ 342540 h 698527"/>
                <a:gd name="connsiteX11" fmla="*/ 246870 w 749380"/>
                <a:gd name="connsiteY11" fmla="*/ 357970 h 698527"/>
                <a:gd name="connsiteX12" fmla="*/ 233283 w 749380"/>
                <a:gd name="connsiteY12" fmla="*/ 345018 h 698527"/>
                <a:gd name="connsiteX13" fmla="*/ 215489 w 749380"/>
                <a:gd name="connsiteY13" fmla="*/ 356788 h 698527"/>
                <a:gd name="connsiteX14" fmla="*/ 195407 w 749380"/>
                <a:gd name="connsiteY14" fmla="*/ 383975 h 698527"/>
                <a:gd name="connsiteX15" fmla="*/ 171791 w 749380"/>
                <a:gd name="connsiteY15" fmla="*/ 363321 h 698527"/>
                <a:gd name="connsiteX16" fmla="*/ 152345 w 749380"/>
                <a:gd name="connsiteY16" fmla="*/ 376273 h 698527"/>
                <a:gd name="connsiteX17" fmla="*/ 132771 w 749380"/>
                <a:gd name="connsiteY17" fmla="*/ 384636 h 698527"/>
                <a:gd name="connsiteX18" fmla="*/ 105622 w 749380"/>
                <a:gd name="connsiteY18" fmla="*/ 418369 h 698527"/>
                <a:gd name="connsiteX19" fmla="*/ 76134 w 749380"/>
                <a:gd name="connsiteY19" fmla="*/ 417695 h 698527"/>
                <a:gd name="connsiteX20" fmla="*/ 71940 w 749380"/>
                <a:gd name="connsiteY20" fmla="*/ 429592 h 698527"/>
                <a:gd name="connsiteX21" fmla="*/ 51997 w 749380"/>
                <a:gd name="connsiteY21" fmla="*/ 428931 h 698527"/>
                <a:gd name="connsiteX22" fmla="*/ 34750 w 749380"/>
                <a:gd name="connsiteY22" fmla="*/ 453767 h 698527"/>
                <a:gd name="connsiteX23" fmla="*/ 34241 w 749380"/>
                <a:gd name="connsiteY23" fmla="*/ 472718 h 698527"/>
                <a:gd name="connsiteX24" fmla="*/ 18354 w 749380"/>
                <a:gd name="connsiteY24" fmla="*/ 493970 h 698527"/>
                <a:gd name="connsiteX25" fmla="*/ 58429 w 749380"/>
                <a:gd name="connsiteY25" fmla="*/ 511764 h 698527"/>
                <a:gd name="connsiteX26" fmla="*/ 85031 w 749380"/>
                <a:gd name="connsiteY26" fmla="*/ 535913 h 698527"/>
                <a:gd name="connsiteX27" fmla="*/ 82032 w 749380"/>
                <a:gd name="connsiteY27" fmla="*/ 552894 h 698527"/>
                <a:gd name="connsiteX28" fmla="*/ 79680 w 749380"/>
                <a:gd name="connsiteY28" fmla="*/ 569633 h 698527"/>
                <a:gd name="connsiteX29" fmla="*/ 75638 w 749380"/>
                <a:gd name="connsiteY29" fmla="*/ 571997 h 698527"/>
                <a:gd name="connsiteX30" fmla="*/ 63246 w 749380"/>
                <a:gd name="connsiteY30" fmla="*/ 564918 h 698527"/>
                <a:gd name="connsiteX31" fmla="*/ 62064 w 749380"/>
                <a:gd name="connsiteY31" fmla="*/ 578530 h 698527"/>
                <a:gd name="connsiteX32" fmla="*/ 48019 w 749380"/>
                <a:gd name="connsiteY32" fmla="*/ 600888 h 698527"/>
                <a:gd name="connsiteX33" fmla="*/ 23094 w 749380"/>
                <a:gd name="connsiteY33" fmla="*/ 650038 h 698527"/>
                <a:gd name="connsiteX34" fmla="*/ 29627 w 749380"/>
                <a:gd name="connsiteY34" fmla="*/ 663625 h 698527"/>
                <a:gd name="connsiteX35" fmla="*/ 23094 w 749380"/>
                <a:gd name="connsiteY35" fmla="*/ 674861 h 698527"/>
                <a:gd name="connsiteX36" fmla="*/ 0 w 749380"/>
                <a:gd name="connsiteY36" fmla="*/ 687279 h 698527"/>
                <a:gd name="connsiteX37" fmla="*/ 7715 w 749380"/>
                <a:gd name="connsiteY37" fmla="*/ 698527 h 698527"/>
                <a:gd name="connsiteX38" fmla="*/ 48553 w 749380"/>
                <a:gd name="connsiteY38" fmla="*/ 683123 h 698527"/>
                <a:gd name="connsiteX39" fmla="*/ 61073 w 749380"/>
                <a:gd name="connsiteY39" fmla="*/ 656431 h 698527"/>
                <a:gd name="connsiteX40" fmla="*/ 85743 w 749380"/>
                <a:gd name="connsiteY40" fmla="*/ 655923 h 698527"/>
                <a:gd name="connsiteX41" fmla="*/ 114074 w 749380"/>
                <a:gd name="connsiteY41" fmla="*/ 665455 h 698527"/>
                <a:gd name="connsiteX42" fmla="*/ 146828 w 749380"/>
                <a:gd name="connsiteY42" fmla="*/ 661922 h 698527"/>
                <a:gd name="connsiteX43" fmla="*/ 170304 w 749380"/>
                <a:gd name="connsiteY43" fmla="*/ 681661 h 698527"/>
                <a:gd name="connsiteX44" fmla="*/ 199016 w 749380"/>
                <a:gd name="connsiteY44" fmla="*/ 663117 h 698527"/>
                <a:gd name="connsiteX45" fmla="*/ 209057 w 749380"/>
                <a:gd name="connsiteY45" fmla="*/ 638789 h 698527"/>
                <a:gd name="connsiteX46" fmla="*/ 249260 w 749380"/>
                <a:gd name="connsiteY46" fmla="*/ 645335 h 698527"/>
                <a:gd name="connsiteX47" fmla="*/ 274591 w 749380"/>
                <a:gd name="connsiteY47" fmla="*/ 638268 h 698527"/>
                <a:gd name="connsiteX48" fmla="*/ 286463 w 749380"/>
                <a:gd name="connsiteY48" fmla="*/ 636451 h 698527"/>
                <a:gd name="connsiteX49" fmla="*/ 295360 w 749380"/>
                <a:gd name="connsiteY49" fmla="*/ 660244 h 698527"/>
                <a:gd name="connsiteX50" fmla="*/ 367414 w 749380"/>
                <a:gd name="connsiteY50" fmla="*/ 666600 h 698527"/>
                <a:gd name="connsiteX51" fmla="*/ 400282 w 749380"/>
                <a:gd name="connsiteY51" fmla="*/ 647242 h 698527"/>
                <a:gd name="connsiteX52" fmla="*/ 461291 w 749380"/>
                <a:gd name="connsiteY52" fmla="*/ 614322 h 698527"/>
                <a:gd name="connsiteX53" fmla="*/ 489356 w 749380"/>
                <a:gd name="connsiteY53" fmla="*/ 590897 h 698527"/>
                <a:gd name="connsiteX54" fmla="*/ 484005 w 749380"/>
                <a:gd name="connsiteY54" fmla="*/ 555627 h 698527"/>
                <a:gd name="connsiteX55" fmla="*/ 512069 w 749380"/>
                <a:gd name="connsiteY55" fmla="*/ 543603 h 698527"/>
                <a:gd name="connsiteX56" fmla="*/ 528592 w 749380"/>
                <a:gd name="connsiteY56" fmla="*/ 521106 h 698527"/>
                <a:gd name="connsiteX57" fmla="*/ 552195 w 749380"/>
                <a:gd name="connsiteY57" fmla="*/ 508713 h 698527"/>
                <a:gd name="connsiteX58" fmla="*/ 564219 w 749380"/>
                <a:gd name="connsiteY58" fmla="*/ 488173 h 698527"/>
                <a:gd name="connsiteX59" fmla="*/ 598790 w 749380"/>
                <a:gd name="connsiteY59" fmla="*/ 474993 h 698527"/>
                <a:gd name="connsiteX60" fmla="*/ 616153 w 749380"/>
                <a:gd name="connsiteY60" fmla="*/ 477065 h 698527"/>
                <a:gd name="connsiteX61" fmla="*/ 639641 w 749380"/>
                <a:gd name="connsiteY61" fmla="*/ 461914 h 698527"/>
                <a:gd name="connsiteX62" fmla="*/ 673183 w 749380"/>
                <a:gd name="connsiteY62" fmla="*/ 453665 h 698527"/>
                <a:gd name="connsiteX63" fmla="*/ 714542 w 749380"/>
                <a:gd name="connsiteY63" fmla="*/ 423478 h 698527"/>
                <a:gd name="connsiteX64" fmla="*/ 742861 w 749380"/>
                <a:gd name="connsiteY64" fmla="*/ 363880 h 698527"/>
                <a:gd name="connsiteX65" fmla="*/ 749381 w 749380"/>
                <a:gd name="connsiteY65" fmla="*/ 331215 h 698527"/>
                <a:gd name="connsiteX66" fmla="*/ 741691 w 749380"/>
                <a:gd name="connsiteY66" fmla="*/ 321263 h 698527"/>
                <a:gd name="connsiteX67" fmla="*/ 713729 w 749380"/>
                <a:gd name="connsiteY67" fmla="*/ 327936 h 698527"/>
                <a:gd name="connsiteX68" fmla="*/ 720402 w 749380"/>
                <a:gd name="connsiteY68" fmla="*/ 313548 h 698527"/>
                <a:gd name="connsiteX69" fmla="*/ 721050 w 749380"/>
                <a:gd name="connsiteY69" fmla="*/ 300482 h 698527"/>
                <a:gd name="connsiteX70" fmla="*/ 705658 w 749380"/>
                <a:gd name="connsiteY70" fmla="*/ 298779 h 698527"/>
                <a:gd name="connsiteX71" fmla="*/ 684381 w 749380"/>
                <a:gd name="connsiteY71" fmla="*/ 328839 h 698527"/>
                <a:gd name="connsiteX72" fmla="*/ 659062 w 749380"/>
                <a:gd name="connsiteY72" fmla="*/ 345451 h 698527"/>
                <a:gd name="connsiteX73" fmla="*/ 646009 w 749380"/>
                <a:gd name="connsiteY73" fmla="*/ 341917 h 698527"/>
                <a:gd name="connsiteX74" fmla="*/ 648348 w 749380"/>
                <a:gd name="connsiteY74" fmla="*/ 328839 h 698527"/>
                <a:gd name="connsiteX75" fmla="*/ 619978 w 749380"/>
                <a:gd name="connsiteY75" fmla="*/ 307714 h 698527"/>
                <a:gd name="connsiteX76" fmla="*/ 611755 w 749380"/>
                <a:gd name="connsiteY76" fmla="*/ 278709 h 698527"/>
                <a:gd name="connsiteX77" fmla="*/ 595232 w 749380"/>
                <a:gd name="connsiteY77" fmla="*/ 261322 h 698527"/>
                <a:gd name="connsiteX78" fmla="*/ 609988 w 749380"/>
                <a:gd name="connsiteY78" fmla="*/ 242625 h 698527"/>
                <a:gd name="connsiteX79" fmla="*/ 624198 w 749380"/>
                <a:gd name="connsiteY79" fmla="*/ 236092 h 698527"/>
                <a:gd name="connsiteX80" fmla="*/ 633591 w 749380"/>
                <a:gd name="connsiteY80" fmla="*/ 222505 h 698527"/>
                <a:gd name="connsiteX81" fmla="*/ 625380 w 749380"/>
                <a:gd name="connsiteY81" fmla="*/ 188187 h 698527"/>
                <a:gd name="connsiteX82" fmla="*/ 605273 w 749380"/>
                <a:gd name="connsiteY82" fmla="*/ 184133 h 698527"/>
                <a:gd name="connsiteX83" fmla="*/ 606722 w 749380"/>
                <a:gd name="connsiteY83" fmla="*/ 199957 h 698527"/>
                <a:gd name="connsiteX84" fmla="*/ 591063 w 749380"/>
                <a:gd name="connsiteY84" fmla="*/ 227017 h 698527"/>
                <a:gd name="connsiteX85" fmla="*/ 576840 w 749380"/>
                <a:gd name="connsiteY85" fmla="*/ 237185 h 698527"/>
                <a:gd name="connsiteX86" fmla="*/ 551508 w 749380"/>
                <a:gd name="connsiteY86" fmla="*/ 278366 h 698527"/>
                <a:gd name="connsiteX87" fmla="*/ 537032 w 749380"/>
                <a:gd name="connsiteY87" fmla="*/ 296669 h 698527"/>
                <a:gd name="connsiteX88" fmla="*/ 515094 w 749380"/>
                <a:gd name="connsiteY88" fmla="*/ 300863 h 698527"/>
                <a:gd name="connsiteX89" fmla="*/ 504544 w 749380"/>
                <a:gd name="connsiteY89" fmla="*/ 319789 h 698527"/>
                <a:gd name="connsiteX90" fmla="*/ 499969 w 749380"/>
                <a:gd name="connsiteY90" fmla="*/ 356013 h 698527"/>
                <a:gd name="connsiteX91" fmla="*/ 502968 w 749380"/>
                <a:gd name="connsiteY91" fmla="*/ 376794 h 698527"/>
                <a:gd name="connsiteX92" fmla="*/ 457021 w 749380"/>
                <a:gd name="connsiteY92" fmla="*/ 455203 h 698527"/>
                <a:gd name="connsiteX93" fmla="*/ 419322 w 749380"/>
                <a:gd name="connsiteY93" fmla="*/ 477306 h 698527"/>
                <a:gd name="connsiteX94" fmla="*/ 406396 w 749380"/>
                <a:gd name="connsiteY94" fmla="*/ 469680 h 698527"/>
                <a:gd name="connsiteX95" fmla="*/ 409396 w 749380"/>
                <a:gd name="connsiteY95" fmla="*/ 466655 h 698527"/>
                <a:gd name="connsiteX96" fmla="*/ 420352 w 749380"/>
                <a:gd name="connsiteY96" fmla="*/ 455280 h 698527"/>
                <a:gd name="connsiteX97" fmla="*/ 420098 w 749380"/>
                <a:gd name="connsiteY97" fmla="*/ 442735 h 698527"/>
                <a:gd name="connsiteX98" fmla="*/ 419704 w 749380"/>
                <a:gd name="connsiteY98" fmla="*/ 427482 h 698527"/>
                <a:gd name="connsiteX99" fmla="*/ 412078 w 749380"/>
                <a:gd name="connsiteY99" fmla="*/ 411137 h 698527"/>
                <a:gd name="connsiteX100" fmla="*/ 415725 w 749380"/>
                <a:gd name="connsiteY100" fmla="*/ 391398 h 698527"/>
                <a:gd name="connsiteX101" fmla="*/ 420301 w 749380"/>
                <a:gd name="connsiteY101" fmla="*/ 354157 h 698527"/>
                <a:gd name="connsiteX102" fmla="*/ 420034 w 749380"/>
                <a:gd name="connsiteY102" fmla="*/ 339248 h 698527"/>
                <a:gd name="connsiteX103" fmla="*/ 430342 w 749380"/>
                <a:gd name="connsiteY103" fmla="*/ 326182 h 698527"/>
                <a:gd name="connsiteX104" fmla="*/ 438299 w 749380"/>
                <a:gd name="connsiteY104" fmla="*/ 308006 h 698527"/>
                <a:gd name="connsiteX105" fmla="*/ 448213 w 749380"/>
                <a:gd name="connsiteY105" fmla="*/ 302782 h 698527"/>
                <a:gd name="connsiteX106" fmla="*/ 455140 w 749380"/>
                <a:gd name="connsiteY106" fmla="*/ 281607 h 698527"/>
                <a:gd name="connsiteX107" fmla="*/ 459843 w 749380"/>
                <a:gd name="connsiteY107" fmla="*/ 263571 h 698527"/>
                <a:gd name="connsiteX108" fmla="*/ 452661 w 749380"/>
                <a:gd name="connsiteY108" fmla="*/ 244887 h 698527"/>
                <a:gd name="connsiteX109" fmla="*/ 459448 w 749380"/>
                <a:gd name="connsiteY109" fmla="*/ 204901 h 698527"/>
                <a:gd name="connsiteX110" fmla="*/ 396406 w 749380"/>
                <a:gd name="connsiteY110" fmla="*/ 176786 h 698527"/>
                <a:gd name="connsiteX111" fmla="*/ 363791 w 749380"/>
                <a:gd name="connsiteY111" fmla="*/ 134436 h 698527"/>
                <a:gd name="connsiteX112" fmla="*/ 451975 w 749380"/>
                <a:gd name="connsiteY112" fmla="*/ 54692 h 698527"/>
                <a:gd name="connsiteX113" fmla="*/ 450704 w 749380"/>
                <a:gd name="connsiteY113" fmla="*/ 75346 h 698527"/>
                <a:gd name="connsiteX114" fmla="*/ 485822 w 749380"/>
                <a:gd name="connsiteY114" fmla="*/ 65915 h 698527"/>
                <a:gd name="connsiteX115" fmla="*/ 461266 w 749380"/>
                <a:gd name="connsiteY115" fmla="*/ 46062 h 698527"/>
                <a:gd name="connsiteX116" fmla="*/ 468816 w 749380"/>
                <a:gd name="connsiteY116" fmla="*/ 6393 h 698527"/>
                <a:gd name="connsiteX117" fmla="*/ 465943 w 749380"/>
                <a:gd name="connsiteY117" fmla="*/ 23387 h 698527"/>
                <a:gd name="connsiteX118" fmla="*/ 512539 w 749380"/>
                <a:gd name="connsiteY118" fmla="*/ 45083 h 698527"/>
                <a:gd name="connsiteX119" fmla="*/ 508103 w 749380"/>
                <a:gd name="connsiteY119" fmla="*/ 66513 h 698527"/>
                <a:gd name="connsiteX120" fmla="*/ 536409 w 749380"/>
                <a:gd name="connsiteY120" fmla="*/ 77876 h 698527"/>
                <a:gd name="connsiteX121" fmla="*/ 538951 w 749380"/>
                <a:gd name="connsiteY121" fmla="*/ 53319 h 698527"/>
                <a:gd name="connsiteX122" fmla="*/ 547301 w 749380"/>
                <a:gd name="connsiteY122" fmla="*/ 35029 h 698527"/>
                <a:gd name="connsiteX123" fmla="*/ 481285 w 749380"/>
                <a:gd name="connsiteY123" fmla="*/ 0 h 698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749380" h="698527">
                  <a:moveTo>
                    <a:pt x="353064" y="149713"/>
                  </a:moveTo>
                  <a:lnTo>
                    <a:pt x="349543" y="176888"/>
                  </a:lnTo>
                  <a:lnTo>
                    <a:pt x="354500" y="198495"/>
                  </a:lnTo>
                  <a:lnTo>
                    <a:pt x="335321" y="201228"/>
                  </a:lnTo>
                  <a:lnTo>
                    <a:pt x="311692" y="226725"/>
                  </a:lnTo>
                  <a:lnTo>
                    <a:pt x="312874" y="255590"/>
                  </a:lnTo>
                  <a:lnTo>
                    <a:pt x="350840" y="307371"/>
                  </a:lnTo>
                  <a:lnTo>
                    <a:pt x="358809" y="337418"/>
                  </a:lnTo>
                  <a:lnTo>
                    <a:pt x="337164" y="357970"/>
                  </a:lnTo>
                  <a:lnTo>
                    <a:pt x="311743" y="368037"/>
                  </a:lnTo>
                  <a:lnTo>
                    <a:pt x="287594" y="342540"/>
                  </a:lnTo>
                  <a:lnTo>
                    <a:pt x="246870" y="357970"/>
                  </a:lnTo>
                  <a:lnTo>
                    <a:pt x="233283" y="345018"/>
                  </a:lnTo>
                  <a:lnTo>
                    <a:pt x="215489" y="356788"/>
                  </a:lnTo>
                  <a:lnTo>
                    <a:pt x="195407" y="383975"/>
                  </a:lnTo>
                  <a:lnTo>
                    <a:pt x="171791" y="363321"/>
                  </a:lnTo>
                  <a:lnTo>
                    <a:pt x="152345" y="376273"/>
                  </a:lnTo>
                  <a:lnTo>
                    <a:pt x="132771" y="384636"/>
                  </a:lnTo>
                  <a:lnTo>
                    <a:pt x="105622" y="418369"/>
                  </a:lnTo>
                  <a:lnTo>
                    <a:pt x="76134" y="417695"/>
                  </a:lnTo>
                  <a:lnTo>
                    <a:pt x="71940" y="429592"/>
                  </a:lnTo>
                  <a:lnTo>
                    <a:pt x="51997" y="428931"/>
                  </a:lnTo>
                  <a:lnTo>
                    <a:pt x="34750" y="453767"/>
                  </a:lnTo>
                  <a:lnTo>
                    <a:pt x="34241" y="472718"/>
                  </a:lnTo>
                  <a:lnTo>
                    <a:pt x="18354" y="493970"/>
                  </a:lnTo>
                  <a:lnTo>
                    <a:pt x="58429" y="511764"/>
                  </a:lnTo>
                  <a:lnTo>
                    <a:pt x="85031" y="535913"/>
                  </a:lnTo>
                  <a:lnTo>
                    <a:pt x="82032" y="552894"/>
                  </a:lnTo>
                  <a:lnTo>
                    <a:pt x="79680" y="569633"/>
                  </a:lnTo>
                  <a:lnTo>
                    <a:pt x="75638" y="571997"/>
                  </a:lnTo>
                  <a:lnTo>
                    <a:pt x="63246" y="564918"/>
                  </a:lnTo>
                  <a:lnTo>
                    <a:pt x="62064" y="578530"/>
                  </a:lnTo>
                  <a:lnTo>
                    <a:pt x="48019" y="600888"/>
                  </a:lnTo>
                  <a:lnTo>
                    <a:pt x="23094" y="650038"/>
                  </a:lnTo>
                  <a:lnTo>
                    <a:pt x="29627" y="663625"/>
                  </a:lnTo>
                  <a:lnTo>
                    <a:pt x="23094" y="674861"/>
                  </a:lnTo>
                  <a:lnTo>
                    <a:pt x="0" y="687279"/>
                  </a:lnTo>
                  <a:lnTo>
                    <a:pt x="7715" y="698527"/>
                  </a:lnTo>
                  <a:lnTo>
                    <a:pt x="48553" y="683123"/>
                  </a:lnTo>
                  <a:lnTo>
                    <a:pt x="61073" y="656431"/>
                  </a:lnTo>
                  <a:lnTo>
                    <a:pt x="85743" y="655923"/>
                  </a:lnTo>
                  <a:lnTo>
                    <a:pt x="114074" y="665455"/>
                  </a:lnTo>
                  <a:lnTo>
                    <a:pt x="146828" y="661922"/>
                  </a:lnTo>
                  <a:lnTo>
                    <a:pt x="170304" y="681661"/>
                  </a:lnTo>
                  <a:lnTo>
                    <a:pt x="199016" y="663117"/>
                  </a:lnTo>
                  <a:lnTo>
                    <a:pt x="209057" y="638789"/>
                  </a:lnTo>
                  <a:lnTo>
                    <a:pt x="249260" y="645335"/>
                  </a:lnTo>
                  <a:lnTo>
                    <a:pt x="274591" y="638268"/>
                  </a:lnTo>
                  <a:lnTo>
                    <a:pt x="286463" y="636451"/>
                  </a:lnTo>
                  <a:lnTo>
                    <a:pt x="295360" y="660244"/>
                  </a:lnTo>
                  <a:lnTo>
                    <a:pt x="367414" y="666600"/>
                  </a:lnTo>
                  <a:lnTo>
                    <a:pt x="400282" y="647242"/>
                  </a:lnTo>
                  <a:lnTo>
                    <a:pt x="461291" y="614322"/>
                  </a:lnTo>
                  <a:lnTo>
                    <a:pt x="489356" y="590897"/>
                  </a:lnTo>
                  <a:lnTo>
                    <a:pt x="484005" y="555627"/>
                  </a:lnTo>
                  <a:lnTo>
                    <a:pt x="512069" y="543603"/>
                  </a:lnTo>
                  <a:lnTo>
                    <a:pt x="528592" y="521106"/>
                  </a:lnTo>
                  <a:lnTo>
                    <a:pt x="552195" y="508713"/>
                  </a:lnTo>
                  <a:lnTo>
                    <a:pt x="564219" y="488173"/>
                  </a:lnTo>
                  <a:lnTo>
                    <a:pt x="598790" y="474993"/>
                  </a:lnTo>
                  <a:lnTo>
                    <a:pt x="616153" y="477065"/>
                  </a:lnTo>
                  <a:lnTo>
                    <a:pt x="639641" y="461914"/>
                  </a:lnTo>
                  <a:lnTo>
                    <a:pt x="673183" y="453665"/>
                  </a:lnTo>
                  <a:lnTo>
                    <a:pt x="714542" y="423478"/>
                  </a:lnTo>
                  <a:lnTo>
                    <a:pt x="742861" y="363880"/>
                  </a:lnTo>
                  <a:lnTo>
                    <a:pt x="749381" y="331215"/>
                  </a:lnTo>
                  <a:lnTo>
                    <a:pt x="741691" y="321263"/>
                  </a:lnTo>
                  <a:lnTo>
                    <a:pt x="713729" y="327936"/>
                  </a:lnTo>
                  <a:lnTo>
                    <a:pt x="720402" y="313548"/>
                  </a:lnTo>
                  <a:lnTo>
                    <a:pt x="721050" y="300482"/>
                  </a:lnTo>
                  <a:lnTo>
                    <a:pt x="705658" y="298779"/>
                  </a:lnTo>
                  <a:lnTo>
                    <a:pt x="684381" y="328839"/>
                  </a:lnTo>
                  <a:lnTo>
                    <a:pt x="659062" y="345451"/>
                  </a:lnTo>
                  <a:lnTo>
                    <a:pt x="646009" y="341917"/>
                  </a:lnTo>
                  <a:lnTo>
                    <a:pt x="648348" y="328839"/>
                  </a:lnTo>
                  <a:lnTo>
                    <a:pt x="619978" y="307714"/>
                  </a:lnTo>
                  <a:lnTo>
                    <a:pt x="611755" y="278709"/>
                  </a:lnTo>
                  <a:lnTo>
                    <a:pt x="595232" y="261322"/>
                  </a:lnTo>
                  <a:lnTo>
                    <a:pt x="609988" y="242625"/>
                  </a:lnTo>
                  <a:lnTo>
                    <a:pt x="624198" y="236092"/>
                  </a:lnTo>
                  <a:lnTo>
                    <a:pt x="633591" y="222505"/>
                  </a:lnTo>
                  <a:lnTo>
                    <a:pt x="625380" y="188187"/>
                  </a:lnTo>
                  <a:lnTo>
                    <a:pt x="605273" y="184133"/>
                  </a:lnTo>
                  <a:lnTo>
                    <a:pt x="606722" y="199957"/>
                  </a:lnTo>
                  <a:lnTo>
                    <a:pt x="591063" y="227017"/>
                  </a:lnTo>
                  <a:lnTo>
                    <a:pt x="576840" y="237185"/>
                  </a:lnTo>
                  <a:lnTo>
                    <a:pt x="551508" y="278366"/>
                  </a:lnTo>
                  <a:lnTo>
                    <a:pt x="537032" y="296669"/>
                  </a:lnTo>
                  <a:lnTo>
                    <a:pt x="515094" y="300863"/>
                  </a:lnTo>
                  <a:lnTo>
                    <a:pt x="504544" y="319789"/>
                  </a:lnTo>
                  <a:lnTo>
                    <a:pt x="499969" y="356013"/>
                  </a:lnTo>
                  <a:lnTo>
                    <a:pt x="502968" y="376794"/>
                  </a:lnTo>
                  <a:lnTo>
                    <a:pt x="457021" y="455203"/>
                  </a:lnTo>
                  <a:lnTo>
                    <a:pt x="419322" y="477306"/>
                  </a:lnTo>
                  <a:lnTo>
                    <a:pt x="406396" y="469680"/>
                  </a:lnTo>
                  <a:lnTo>
                    <a:pt x="409396" y="466655"/>
                  </a:lnTo>
                  <a:lnTo>
                    <a:pt x="420352" y="455280"/>
                  </a:lnTo>
                  <a:lnTo>
                    <a:pt x="420098" y="442735"/>
                  </a:lnTo>
                  <a:lnTo>
                    <a:pt x="419704" y="427482"/>
                  </a:lnTo>
                  <a:lnTo>
                    <a:pt x="412078" y="411137"/>
                  </a:lnTo>
                  <a:lnTo>
                    <a:pt x="415725" y="391398"/>
                  </a:lnTo>
                  <a:lnTo>
                    <a:pt x="420301" y="354157"/>
                  </a:lnTo>
                  <a:lnTo>
                    <a:pt x="420034" y="339248"/>
                  </a:lnTo>
                  <a:lnTo>
                    <a:pt x="430342" y="326182"/>
                  </a:lnTo>
                  <a:lnTo>
                    <a:pt x="438299" y="308006"/>
                  </a:lnTo>
                  <a:lnTo>
                    <a:pt x="448213" y="302782"/>
                  </a:lnTo>
                  <a:lnTo>
                    <a:pt x="455140" y="281607"/>
                  </a:lnTo>
                  <a:lnTo>
                    <a:pt x="459843" y="263571"/>
                  </a:lnTo>
                  <a:lnTo>
                    <a:pt x="452661" y="244887"/>
                  </a:lnTo>
                  <a:lnTo>
                    <a:pt x="459448" y="204901"/>
                  </a:lnTo>
                  <a:lnTo>
                    <a:pt x="396406" y="176786"/>
                  </a:lnTo>
                  <a:lnTo>
                    <a:pt x="363791" y="134436"/>
                  </a:lnTo>
                  <a:close/>
                  <a:moveTo>
                    <a:pt x="451975" y="54692"/>
                  </a:moveTo>
                  <a:lnTo>
                    <a:pt x="450704" y="75346"/>
                  </a:lnTo>
                  <a:lnTo>
                    <a:pt x="485822" y="65915"/>
                  </a:lnTo>
                  <a:lnTo>
                    <a:pt x="461266" y="46062"/>
                  </a:lnTo>
                  <a:close/>
                  <a:moveTo>
                    <a:pt x="468816" y="6393"/>
                  </a:moveTo>
                  <a:lnTo>
                    <a:pt x="465943" y="23387"/>
                  </a:lnTo>
                  <a:lnTo>
                    <a:pt x="512539" y="45083"/>
                  </a:lnTo>
                  <a:lnTo>
                    <a:pt x="508103" y="66513"/>
                  </a:lnTo>
                  <a:lnTo>
                    <a:pt x="536409" y="77876"/>
                  </a:lnTo>
                  <a:lnTo>
                    <a:pt x="538951" y="53319"/>
                  </a:lnTo>
                  <a:lnTo>
                    <a:pt x="547301" y="35029"/>
                  </a:lnTo>
                  <a:lnTo>
                    <a:pt x="481285" y="0"/>
                  </a:lnTo>
                  <a:close/>
                </a:path>
              </a:pathLst>
            </a:custGeom>
            <a:solidFill>
              <a:srgbClr val="FFFFFF"/>
            </a:solidFill>
            <a:ln w="12700" cap="flat">
              <a:noFill/>
              <a:prstDash val="solid"/>
              <a:miter/>
            </a:ln>
          </p:spPr>
          <p:txBody>
            <a:bodyPr rtlCol="0" anchor="ctr"/>
            <a:lstStyle/>
            <a:p>
              <a:endParaRPr lang="de-CH"/>
            </a:p>
          </p:txBody>
        </p:sp>
        <p:sp>
          <p:nvSpPr>
            <p:cNvPr id="131" name="Freihandform: Form 130">
              <a:extLst>
                <a:ext uri="{FF2B5EF4-FFF2-40B4-BE49-F238E27FC236}">
                  <a16:creationId xmlns:a16="http://schemas.microsoft.com/office/drawing/2014/main" id="{6E47B8D8-8816-48B9-2A81-B27035146CE5}"/>
                </a:ext>
              </a:extLst>
            </p:cNvPr>
            <p:cNvSpPr/>
            <p:nvPr/>
          </p:nvSpPr>
          <p:spPr>
            <a:xfrm>
              <a:off x="1454254" y="4785573"/>
              <a:ext cx="749393" cy="698425"/>
            </a:xfrm>
            <a:custGeom>
              <a:avLst/>
              <a:gdLst>
                <a:gd name="connsiteX0" fmla="*/ 468879 w 749393"/>
                <a:gd name="connsiteY0" fmla="*/ 6355 h 698425"/>
                <a:gd name="connsiteX1" fmla="*/ 481285 w 749393"/>
                <a:gd name="connsiteY1" fmla="*/ 0 h 698425"/>
                <a:gd name="connsiteX2" fmla="*/ 547378 w 749393"/>
                <a:gd name="connsiteY2" fmla="*/ 35017 h 698425"/>
                <a:gd name="connsiteX3" fmla="*/ 539027 w 749393"/>
                <a:gd name="connsiteY3" fmla="*/ 53307 h 698425"/>
                <a:gd name="connsiteX4" fmla="*/ 536485 w 749393"/>
                <a:gd name="connsiteY4" fmla="*/ 77876 h 698425"/>
                <a:gd name="connsiteX5" fmla="*/ 508167 w 749393"/>
                <a:gd name="connsiteY5" fmla="*/ 66525 h 698425"/>
                <a:gd name="connsiteX6" fmla="*/ 512615 w 749393"/>
                <a:gd name="connsiteY6" fmla="*/ 45071 h 698425"/>
                <a:gd name="connsiteX7" fmla="*/ 466020 w 749393"/>
                <a:gd name="connsiteY7" fmla="*/ 23374 h 698425"/>
                <a:gd name="connsiteX8" fmla="*/ 452051 w 749393"/>
                <a:gd name="connsiteY8" fmla="*/ 54654 h 698425"/>
                <a:gd name="connsiteX9" fmla="*/ 461317 w 749393"/>
                <a:gd name="connsiteY9" fmla="*/ 46011 h 698425"/>
                <a:gd name="connsiteX10" fmla="*/ 485860 w 749393"/>
                <a:gd name="connsiteY10" fmla="*/ 65877 h 698425"/>
                <a:gd name="connsiteX11" fmla="*/ 450742 w 749393"/>
                <a:gd name="connsiteY11" fmla="*/ 75308 h 698425"/>
                <a:gd name="connsiteX12" fmla="*/ 609963 w 749393"/>
                <a:gd name="connsiteY12" fmla="*/ 242587 h 698425"/>
                <a:gd name="connsiteX13" fmla="*/ 595206 w 749393"/>
                <a:gd name="connsiteY13" fmla="*/ 261271 h 698425"/>
                <a:gd name="connsiteX14" fmla="*/ 611729 w 749393"/>
                <a:gd name="connsiteY14" fmla="*/ 278659 h 698425"/>
                <a:gd name="connsiteX15" fmla="*/ 620029 w 749393"/>
                <a:gd name="connsiteY15" fmla="*/ 307612 h 698425"/>
                <a:gd name="connsiteX16" fmla="*/ 648348 w 749393"/>
                <a:gd name="connsiteY16" fmla="*/ 328788 h 698425"/>
                <a:gd name="connsiteX17" fmla="*/ 645996 w 749393"/>
                <a:gd name="connsiteY17" fmla="*/ 341866 h 698425"/>
                <a:gd name="connsiteX18" fmla="*/ 659050 w 749393"/>
                <a:gd name="connsiteY18" fmla="*/ 345400 h 698425"/>
                <a:gd name="connsiteX19" fmla="*/ 684356 w 749393"/>
                <a:gd name="connsiteY19" fmla="*/ 328788 h 698425"/>
                <a:gd name="connsiteX20" fmla="*/ 705645 w 749393"/>
                <a:gd name="connsiteY20" fmla="*/ 298728 h 698425"/>
                <a:gd name="connsiteX21" fmla="*/ 721037 w 749393"/>
                <a:gd name="connsiteY21" fmla="*/ 300431 h 698425"/>
                <a:gd name="connsiteX22" fmla="*/ 720389 w 749393"/>
                <a:gd name="connsiteY22" fmla="*/ 313497 h 698425"/>
                <a:gd name="connsiteX23" fmla="*/ 713729 w 749393"/>
                <a:gd name="connsiteY23" fmla="*/ 327885 h 698425"/>
                <a:gd name="connsiteX24" fmla="*/ 741691 w 749393"/>
                <a:gd name="connsiteY24" fmla="*/ 321212 h 698425"/>
                <a:gd name="connsiteX25" fmla="*/ 749394 w 749393"/>
                <a:gd name="connsiteY25" fmla="*/ 331152 h 698425"/>
                <a:gd name="connsiteX26" fmla="*/ 742873 w 749393"/>
                <a:gd name="connsiteY26" fmla="*/ 363830 h 698425"/>
                <a:gd name="connsiteX27" fmla="*/ 714555 w 749393"/>
                <a:gd name="connsiteY27" fmla="*/ 423428 h 698425"/>
                <a:gd name="connsiteX28" fmla="*/ 673183 w 749393"/>
                <a:gd name="connsiteY28" fmla="*/ 453614 h 698425"/>
                <a:gd name="connsiteX29" fmla="*/ 639641 w 749393"/>
                <a:gd name="connsiteY29" fmla="*/ 461864 h 698425"/>
                <a:gd name="connsiteX30" fmla="*/ 616153 w 749393"/>
                <a:gd name="connsiteY30" fmla="*/ 477027 h 698425"/>
                <a:gd name="connsiteX31" fmla="*/ 598803 w 749393"/>
                <a:gd name="connsiteY31" fmla="*/ 474929 h 698425"/>
                <a:gd name="connsiteX32" fmla="*/ 564104 w 749393"/>
                <a:gd name="connsiteY32" fmla="*/ 488123 h 698425"/>
                <a:gd name="connsiteX33" fmla="*/ 552093 w 749393"/>
                <a:gd name="connsiteY33" fmla="*/ 508650 h 698425"/>
                <a:gd name="connsiteX34" fmla="*/ 528478 w 749393"/>
                <a:gd name="connsiteY34" fmla="*/ 521055 h 698425"/>
                <a:gd name="connsiteX35" fmla="*/ 511954 w 749393"/>
                <a:gd name="connsiteY35" fmla="*/ 543552 h 698425"/>
                <a:gd name="connsiteX36" fmla="*/ 483890 w 749393"/>
                <a:gd name="connsiteY36" fmla="*/ 555576 h 698425"/>
                <a:gd name="connsiteX37" fmla="*/ 489254 w 749393"/>
                <a:gd name="connsiteY37" fmla="*/ 590859 h 698425"/>
                <a:gd name="connsiteX38" fmla="*/ 461152 w 749393"/>
                <a:gd name="connsiteY38" fmla="*/ 614259 h 698425"/>
                <a:gd name="connsiteX39" fmla="*/ 400143 w 749393"/>
                <a:gd name="connsiteY39" fmla="*/ 647191 h 698425"/>
                <a:gd name="connsiteX40" fmla="*/ 367261 w 749393"/>
                <a:gd name="connsiteY40" fmla="*/ 666536 h 698425"/>
                <a:gd name="connsiteX41" fmla="*/ 295220 w 749393"/>
                <a:gd name="connsiteY41" fmla="*/ 660181 h 698425"/>
                <a:gd name="connsiteX42" fmla="*/ 286323 w 749393"/>
                <a:gd name="connsiteY42" fmla="*/ 636400 h 698425"/>
                <a:gd name="connsiteX43" fmla="*/ 274451 w 749393"/>
                <a:gd name="connsiteY43" fmla="*/ 638218 h 698425"/>
                <a:gd name="connsiteX44" fmla="*/ 249120 w 749393"/>
                <a:gd name="connsiteY44" fmla="*/ 645284 h 698425"/>
                <a:gd name="connsiteX45" fmla="*/ 208930 w 749393"/>
                <a:gd name="connsiteY45" fmla="*/ 638739 h 698425"/>
                <a:gd name="connsiteX46" fmla="*/ 198889 w 749393"/>
                <a:gd name="connsiteY46" fmla="*/ 663066 h 698425"/>
                <a:gd name="connsiteX47" fmla="*/ 170177 w 749393"/>
                <a:gd name="connsiteY47" fmla="*/ 681623 h 698425"/>
                <a:gd name="connsiteX48" fmla="*/ 146688 w 749393"/>
                <a:gd name="connsiteY48" fmla="*/ 661871 h 698425"/>
                <a:gd name="connsiteX49" fmla="*/ 113934 w 749393"/>
                <a:gd name="connsiteY49" fmla="*/ 665405 h 698425"/>
                <a:gd name="connsiteX50" fmla="*/ 85616 w 749393"/>
                <a:gd name="connsiteY50" fmla="*/ 655872 h 698425"/>
                <a:gd name="connsiteX51" fmla="*/ 60945 w 749393"/>
                <a:gd name="connsiteY51" fmla="*/ 656380 h 698425"/>
                <a:gd name="connsiteX52" fmla="*/ 48413 w 749393"/>
                <a:gd name="connsiteY52" fmla="*/ 683072 h 698425"/>
                <a:gd name="connsiteX53" fmla="*/ 7702 w 749393"/>
                <a:gd name="connsiteY53" fmla="*/ 698426 h 698425"/>
                <a:gd name="connsiteX54" fmla="*/ 0 w 749393"/>
                <a:gd name="connsiteY54" fmla="*/ 687177 h 698425"/>
                <a:gd name="connsiteX55" fmla="*/ 23094 w 749393"/>
                <a:gd name="connsiteY55" fmla="*/ 674759 h 698425"/>
                <a:gd name="connsiteX56" fmla="*/ 29615 w 749393"/>
                <a:gd name="connsiteY56" fmla="*/ 663524 h 698425"/>
                <a:gd name="connsiteX57" fmla="*/ 23094 w 749393"/>
                <a:gd name="connsiteY57" fmla="*/ 649936 h 698425"/>
                <a:gd name="connsiteX58" fmla="*/ 48070 w 749393"/>
                <a:gd name="connsiteY58" fmla="*/ 600786 h 698425"/>
                <a:gd name="connsiteX59" fmla="*/ 62166 w 749393"/>
                <a:gd name="connsiteY59" fmla="*/ 578454 h 698425"/>
                <a:gd name="connsiteX60" fmla="*/ 63335 w 749393"/>
                <a:gd name="connsiteY60" fmla="*/ 564841 h 698425"/>
                <a:gd name="connsiteX61" fmla="*/ 75740 w 749393"/>
                <a:gd name="connsiteY61" fmla="*/ 571908 h 698425"/>
                <a:gd name="connsiteX62" fmla="*/ 79782 w 749393"/>
                <a:gd name="connsiteY62" fmla="*/ 569544 h 698425"/>
                <a:gd name="connsiteX63" fmla="*/ 82133 w 749393"/>
                <a:gd name="connsiteY63" fmla="*/ 552818 h 698425"/>
                <a:gd name="connsiteX64" fmla="*/ 85082 w 749393"/>
                <a:gd name="connsiteY64" fmla="*/ 535811 h 698425"/>
                <a:gd name="connsiteX65" fmla="*/ 58467 w 749393"/>
                <a:gd name="connsiteY65" fmla="*/ 511662 h 698425"/>
                <a:gd name="connsiteX66" fmla="*/ 18404 w 749393"/>
                <a:gd name="connsiteY66" fmla="*/ 493868 h 698425"/>
                <a:gd name="connsiteX67" fmla="*/ 34318 w 749393"/>
                <a:gd name="connsiteY67" fmla="*/ 472565 h 698425"/>
                <a:gd name="connsiteX68" fmla="*/ 34839 w 749393"/>
                <a:gd name="connsiteY68" fmla="*/ 453614 h 698425"/>
                <a:gd name="connsiteX69" fmla="*/ 52074 w 749393"/>
                <a:gd name="connsiteY69" fmla="*/ 428779 h 698425"/>
                <a:gd name="connsiteX70" fmla="*/ 72029 w 749393"/>
                <a:gd name="connsiteY70" fmla="*/ 429440 h 698425"/>
                <a:gd name="connsiteX71" fmla="*/ 76210 w 749393"/>
                <a:gd name="connsiteY71" fmla="*/ 417543 h 698425"/>
                <a:gd name="connsiteX72" fmla="*/ 105698 w 749393"/>
                <a:gd name="connsiteY72" fmla="*/ 418204 h 698425"/>
                <a:gd name="connsiteX73" fmla="*/ 132847 w 749393"/>
                <a:gd name="connsiteY73" fmla="*/ 384484 h 698425"/>
                <a:gd name="connsiteX74" fmla="*/ 152421 w 749393"/>
                <a:gd name="connsiteY74" fmla="*/ 376108 h 698425"/>
                <a:gd name="connsiteX75" fmla="*/ 171867 w 749393"/>
                <a:gd name="connsiteY75" fmla="*/ 363169 h 698425"/>
                <a:gd name="connsiteX76" fmla="*/ 195496 w 749393"/>
                <a:gd name="connsiteY76" fmla="*/ 383823 h 698425"/>
                <a:gd name="connsiteX77" fmla="*/ 215578 w 749393"/>
                <a:gd name="connsiteY77" fmla="*/ 356636 h 698425"/>
                <a:gd name="connsiteX78" fmla="*/ 233372 w 749393"/>
                <a:gd name="connsiteY78" fmla="*/ 344866 h 698425"/>
                <a:gd name="connsiteX79" fmla="*/ 246908 w 749393"/>
                <a:gd name="connsiteY79" fmla="*/ 357869 h 698425"/>
                <a:gd name="connsiteX80" fmla="*/ 287581 w 749393"/>
                <a:gd name="connsiteY80" fmla="*/ 342451 h 698425"/>
                <a:gd name="connsiteX81" fmla="*/ 311730 w 749393"/>
                <a:gd name="connsiteY81" fmla="*/ 367948 h 698425"/>
                <a:gd name="connsiteX82" fmla="*/ 337151 w 749393"/>
                <a:gd name="connsiteY82" fmla="*/ 357869 h 698425"/>
                <a:gd name="connsiteX83" fmla="*/ 358758 w 749393"/>
                <a:gd name="connsiteY83" fmla="*/ 337354 h 698425"/>
                <a:gd name="connsiteX84" fmla="*/ 350789 w 749393"/>
                <a:gd name="connsiteY84" fmla="*/ 307307 h 698425"/>
                <a:gd name="connsiteX85" fmla="*/ 312824 w 749393"/>
                <a:gd name="connsiteY85" fmla="*/ 255526 h 698425"/>
                <a:gd name="connsiteX86" fmla="*/ 311642 w 749393"/>
                <a:gd name="connsiteY86" fmla="*/ 226661 h 698425"/>
                <a:gd name="connsiteX87" fmla="*/ 335270 w 749393"/>
                <a:gd name="connsiteY87" fmla="*/ 201152 h 698425"/>
                <a:gd name="connsiteX88" fmla="*/ 354449 w 749393"/>
                <a:gd name="connsiteY88" fmla="*/ 198419 h 698425"/>
                <a:gd name="connsiteX89" fmla="*/ 349492 w 749393"/>
                <a:gd name="connsiteY89" fmla="*/ 176812 h 698425"/>
                <a:gd name="connsiteX90" fmla="*/ 353115 w 749393"/>
                <a:gd name="connsiteY90" fmla="*/ 149599 h 698425"/>
                <a:gd name="connsiteX91" fmla="*/ 363690 w 749393"/>
                <a:gd name="connsiteY91" fmla="*/ 134347 h 698425"/>
                <a:gd name="connsiteX92" fmla="*/ 396317 w 749393"/>
                <a:gd name="connsiteY92" fmla="*/ 176697 h 698425"/>
                <a:gd name="connsiteX93" fmla="*/ 459347 w 749393"/>
                <a:gd name="connsiteY93" fmla="*/ 204800 h 698425"/>
                <a:gd name="connsiteX94" fmla="*/ 452560 w 749393"/>
                <a:gd name="connsiteY94" fmla="*/ 244799 h 698425"/>
                <a:gd name="connsiteX95" fmla="*/ 459741 w 749393"/>
                <a:gd name="connsiteY95" fmla="*/ 263483 h 698425"/>
                <a:gd name="connsiteX96" fmla="*/ 455038 w 749393"/>
                <a:gd name="connsiteY96" fmla="*/ 281519 h 698425"/>
                <a:gd name="connsiteX97" fmla="*/ 448124 w 749393"/>
                <a:gd name="connsiteY97" fmla="*/ 302694 h 698425"/>
                <a:gd name="connsiteX98" fmla="*/ 438210 w 749393"/>
                <a:gd name="connsiteY98" fmla="*/ 307918 h 698425"/>
                <a:gd name="connsiteX99" fmla="*/ 430240 w 749393"/>
                <a:gd name="connsiteY99" fmla="*/ 326093 h 698425"/>
                <a:gd name="connsiteX100" fmla="*/ 419932 w 749393"/>
                <a:gd name="connsiteY100" fmla="*/ 339159 h 698425"/>
                <a:gd name="connsiteX101" fmla="*/ 420199 w 749393"/>
                <a:gd name="connsiteY101" fmla="*/ 354068 h 698425"/>
                <a:gd name="connsiteX102" fmla="*/ 415624 w 749393"/>
                <a:gd name="connsiteY102" fmla="*/ 391309 h 698425"/>
                <a:gd name="connsiteX103" fmla="*/ 411976 w 749393"/>
                <a:gd name="connsiteY103" fmla="*/ 411048 h 698425"/>
                <a:gd name="connsiteX104" fmla="*/ 419678 w 749393"/>
                <a:gd name="connsiteY104" fmla="*/ 427381 h 698425"/>
                <a:gd name="connsiteX105" fmla="*/ 420060 w 749393"/>
                <a:gd name="connsiteY105" fmla="*/ 442633 h 698425"/>
                <a:gd name="connsiteX106" fmla="*/ 420326 w 749393"/>
                <a:gd name="connsiteY106" fmla="*/ 455178 h 698425"/>
                <a:gd name="connsiteX107" fmla="*/ 409370 w 749393"/>
                <a:gd name="connsiteY107" fmla="*/ 466553 h 698425"/>
                <a:gd name="connsiteX108" fmla="*/ 406358 w 749393"/>
                <a:gd name="connsiteY108" fmla="*/ 469566 h 698425"/>
                <a:gd name="connsiteX109" fmla="*/ 419284 w 749393"/>
                <a:gd name="connsiteY109" fmla="*/ 477192 h 698425"/>
                <a:gd name="connsiteX110" fmla="*/ 456995 w 749393"/>
                <a:gd name="connsiteY110" fmla="*/ 455089 h 698425"/>
                <a:gd name="connsiteX111" fmla="*/ 502930 w 749393"/>
                <a:gd name="connsiteY111" fmla="*/ 376667 h 698425"/>
                <a:gd name="connsiteX112" fmla="*/ 499930 w 749393"/>
                <a:gd name="connsiteY112" fmla="*/ 355898 h 698425"/>
                <a:gd name="connsiteX113" fmla="*/ 504506 w 749393"/>
                <a:gd name="connsiteY113" fmla="*/ 319687 h 698425"/>
                <a:gd name="connsiteX114" fmla="*/ 515068 w 749393"/>
                <a:gd name="connsiteY114" fmla="*/ 300736 h 698425"/>
                <a:gd name="connsiteX115" fmla="*/ 537006 w 749393"/>
                <a:gd name="connsiteY115" fmla="*/ 296554 h 698425"/>
                <a:gd name="connsiteX116" fmla="*/ 551483 w 749393"/>
                <a:gd name="connsiteY116" fmla="*/ 278252 h 698425"/>
                <a:gd name="connsiteX117" fmla="*/ 576802 w 749393"/>
                <a:gd name="connsiteY117" fmla="*/ 237071 h 698425"/>
                <a:gd name="connsiteX118" fmla="*/ 591025 w 749393"/>
                <a:gd name="connsiteY118" fmla="*/ 226903 h 698425"/>
                <a:gd name="connsiteX119" fmla="*/ 606684 w 749393"/>
                <a:gd name="connsiteY119" fmla="*/ 199842 h 698425"/>
                <a:gd name="connsiteX120" fmla="*/ 605247 w 749393"/>
                <a:gd name="connsiteY120" fmla="*/ 184018 h 698425"/>
                <a:gd name="connsiteX121" fmla="*/ 625342 w 749393"/>
                <a:gd name="connsiteY121" fmla="*/ 188073 h 698425"/>
                <a:gd name="connsiteX122" fmla="*/ 633566 w 749393"/>
                <a:gd name="connsiteY122" fmla="*/ 222391 h 698425"/>
                <a:gd name="connsiteX123" fmla="*/ 624173 w 749393"/>
                <a:gd name="connsiteY123" fmla="*/ 235978 h 6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749393" h="698425">
                  <a:moveTo>
                    <a:pt x="468879" y="6355"/>
                  </a:moveTo>
                  <a:lnTo>
                    <a:pt x="481285" y="0"/>
                  </a:lnTo>
                  <a:lnTo>
                    <a:pt x="547378" y="35017"/>
                  </a:lnTo>
                  <a:lnTo>
                    <a:pt x="539027" y="53307"/>
                  </a:lnTo>
                  <a:lnTo>
                    <a:pt x="536485" y="77876"/>
                  </a:lnTo>
                  <a:lnTo>
                    <a:pt x="508167" y="66525"/>
                  </a:lnTo>
                  <a:lnTo>
                    <a:pt x="512615" y="45071"/>
                  </a:lnTo>
                  <a:lnTo>
                    <a:pt x="466020" y="23374"/>
                  </a:lnTo>
                  <a:close/>
                  <a:moveTo>
                    <a:pt x="452051" y="54654"/>
                  </a:moveTo>
                  <a:lnTo>
                    <a:pt x="461317" y="46011"/>
                  </a:lnTo>
                  <a:lnTo>
                    <a:pt x="485860" y="65877"/>
                  </a:lnTo>
                  <a:lnTo>
                    <a:pt x="450742" y="75308"/>
                  </a:lnTo>
                  <a:close/>
                  <a:moveTo>
                    <a:pt x="609963" y="242587"/>
                  </a:moveTo>
                  <a:lnTo>
                    <a:pt x="595206" y="261271"/>
                  </a:lnTo>
                  <a:lnTo>
                    <a:pt x="611729" y="278659"/>
                  </a:lnTo>
                  <a:lnTo>
                    <a:pt x="620029" y="307612"/>
                  </a:lnTo>
                  <a:lnTo>
                    <a:pt x="648348" y="328788"/>
                  </a:lnTo>
                  <a:lnTo>
                    <a:pt x="645996" y="341866"/>
                  </a:lnTo>
                  <a:lnTo>
                    <a:pt x="659050" y="345400"/>
                  </a:lnTo>
                  <a:lnTo>
                    <a:pt x="684356" y="328788"/>
                  </a:lnTo>
                  <a:lnTo>
                    <a:pt x="705645" y="298728"/>
                  </a:lnTo>
                  <a:lnTo>
                    <a:pt x="721037" y="300431"/>
                  </a:lnTo>
                  <a:lnTo>
                    <a:pt x="720389" y="313497"/>
                  </a:lnTo>
                  <a:lnTo>
                    <a:pt x="713729" y="327885"/>
                  </a:lnTo>
                  <a:lnTo>
                    <a:pt x="741691" y="321212"/>
                  </a:lnTo>
                  <a:lnTo>
                    <a:pt x="749394" y="331152"/>
                  </a:lnTo>
                  <a:lnTo>
                    <a:pt x="742873" y="363830"/>
                  </a:lnTo>
                  <a:lnTo>
                    <a:pt x="714555" y="423428"/>
                  </a:lnTo>
                  <a:lnTo>
                    <a:pt x="673183" y="453614"/>
                  </a:lnTo>
                  <a:lnTo>
                    <a:pt x="639641" y="461864"/>
                  </a:lnTo>
                  <a:lnTo>
                    <a:pt x="616153" y="477027"/>
                  </a:lnTo>
                  <a:lnTo>
                    <a:pt x="598803" y="474929"/>
                  </a:lnTo>
                  <a:lnTo>
                    <a:pt x="564104" y="488123"/>
                  </a:lnTo>
                  <a:lnTo>
                    <a:pt x="552093" y="508650"/>
                  </a:lnTo>
                  <a:lnTo>
                    <a:pt x="528478" y="521055"/>
                  </a:lnTo>
                  <a:lnTo>
                    <a:pt x="511954" y="543552"/>
                  </a:lnTo>
                  <a:lnTo>
                    <a:pt x="483890" y="555576"/>
                  </a:lnTo>
                  <a:lnTo>
                    <a:pt x="489254" y="590859"/>
                  </a:lnTo>
                  <a:lnTo>
                    <a:pt x="461152" y="614259"/>
                  </a:lnTo>
                  <a:lnTo>
                    <a:pt x="400143" y="647191"/>
                  </a:lnTo>
                  <a:lnTo>
                    <a:pt x="367261" y="666536"/>
                  </a:lnTo>
                  <a:lnTo>
                    <a:pt x="295220" y="660181"/>
                  </a:lnTo>
                  <a:lnTo>
                    <a:pt x="286323" y="636400"/>
                  </a:lnTo>
                  <a:lnTo>
                    <a:pt x="274451" y="638218"/>
                  </a:lnTo>
                  <a:lnTo>
                    <a:pt x="249120" y="645284"/>
                  </a:lnTo>
                  <a:lnTo>
                    <a:pt x="208930" y="638739"/>
                  </a:lnTo>
                  <a:lnTo>
                    <a:pt x="198889" y="663066"/>
                  </a:lnTo>
                  <a:lnTo>
                    <a:pt x="170177" y="681623"/>
                  </a:lnTo>
                  <a:lnTo>
                    <a:pt x="146688" y="661871"/>
                  </a:lnTo>
                  <a:lnTo>
                    <a:pt x="113934" y="665405"/>
                  </a:lnTo>
                  <a:lnTo>
                    <a:pt x="85616" y="655872"/>
                  </a:lnTo>
                  <a:lnTo>
                    <a:pt x="60945" y="656380"/>
                  </a:lnTo>
                  <a:lnTo>
                    <a:pt x="48413" y="683072"/>
                  </a:lnTo>
                  <a:lnTo>
                    <a:pt x="7702" y="698426"/>
                  </a:lnTo>
                  <a:lnTo>
                    <a:pt x="0" y="687177"/>
                  </a:lnTo>
                  <a:lnTo>
                    <a:pt x="23094" y="674759"/>
                  </a:lnTo>
                  <a:lnTo>
                    <a:pt x="29615" y="663524"/>
                  </a:lnTo>
                  <a:lnTo>
                    <a:pt x="23094" y="649936"/>
                  </a:lnTo>
                  <a:lnTo>
                    <a:pt x="48070" y="600786"/>
                  </a:lnTo>
                  <a:lnTo>
                    <a:pt x="62166" y="578454"/>
                  </a:lnTo>
                  <a:lnTo>
                    <a:pt x="63335" y="564841"/>
                  </a:lnTo>
                  <a:lnTo>
                    <a:pt x="75740" y="571908"/>
                  </a:lnTo>
                  <a:lnTo>
                    <a:pt x="79782" y="569544"/>
                  </a:lnTo>
                  <a:lnTo>
                    <a:pt x="82133" y="552818"/>
                  </a:lnTo>
                  <a:lnTo>
                    <a:pt x="85082" y="535811"/>
                  </a:lnTo>
                  <a:lnTo>
                    <a:pt x="58467" y="511662"/>
                  </a:lnTo>
                  <a:lnTo>
                    <a:pt x="18404" y="493868"/>
                  </a:lnTo>
                  <a:lnTo>
                    <a:pt x="34318" y="472565"/>
                  </a:lnTo>
                  <a:lnTo>
                    <a:pt x="34839" y="453614"/>
                  </a:lnTo>
                  <a:lnTo>
                    <a:pt x="52074" y="428779"/>
                  </a:lnTo>
                  <a:lnTo>
                    <a:pt x="72029" y="429440"/>
                  </a:lnTo>
                  <a:lnTo>
                    <a:pt x="76210" y="417543"/>
                  </a:lnTo>
                  <a:lnTo>
                    <a:pt x="105698" y="418204"/>
                  </a:lnTo>
                  <a:lnTo>
                    <a:pt x="132847" y="384484"/>
                  </a:lnTo>
                  <a:lnTo>
                    <a:pt x="152421" y="376108"/>
                  </a:lnTo>
                  <a:lnTo>
                    <a:pt x="171867" y="363169"/>
                  </a:lnTo>
                  <a:lnTo>
                    <a:pt x="195496" y="383823"/>
                  </a:lnTo>
                  <a:lnTo>
                    <a:pt x="215578" y="356636"/>
                  </a:lnTo>
                  <a:lnTo>
                    <a:pt x="233372" y="344866"/>
                  </a:lnTo>
                  <a:lnTo>
                    <a:pt x="246908" y="357869"/>
                  </a:lnTo>
                  <a:lnTo>
                    <a:pt x="287581" y="342451"/>
                  </a:lnTo>
                  <a:lnTo>
                    <a:pt x="311730" y="367948"/>
                  </a:lnTo>
                  <a:lnTo>
                    <a:pt x="337151" y="357869"/>
                  </a:lnTo>
                  <a:lnTo>
                    <a:pt x="358758" y="337354"/>
                  </a:lnTo>
                  <a:lnTo>
                    <a:pt x="350789" y="307307"/>
                  </a:lnTo>
                  <a:lnTo>
                    <a:pt x="312824" y="255526"/>
                  </a:lnTo>
                  <a:lnTo>
                    <a:pt x="311642" y="226661"/>
                  </a:lnTo>
                  <a:lnTo>
                    <a:pt x="335270" y="201152"/>
                  </a:lnTo>
                  <a:lnTo>
                    <a:pt x="354449" y="198419"/>
                  </a:lnTo>
                  <a:lnTo>
                    <a:pt x="349492" y="176812"/>
                  </a:lnTo>
                  <a:lnTo>
                    <a:pt x="353115" y="149599"/>
                  </a:lnTo>
                  <a:lnTo>
                    <a:pt x="363690" y="134347"/>
                  </a:lnTo>
                  <a:lnTo>
                    <a:pt x="396317" y="176697"/>
                  </a:lnTo>
                  <a:lnTo>
                    <a:pt x="459347" y="204800"/>
                  </a:lnTo>
                  <a:lnTo>
                    <a:pt x="452560" y="244799"/>
                  </a:lnTo>
                  <a:lnTo>
                    <a:pt x="459741" y="263483"/>
                  </a:lnTo>
                  <a:lnTo>
                    <a:pt x="455038" y="281519"/>
                  </a:lnTo>
                  <a:lnTo>
                    <a:pt x="448124" y="302694"/>
                  </a:lnTo>
                  <a:lnTo>
                    <a:pt x="438210" y="307918"/>
                  </a:lnTo>
                  <a:lnTo>
                    <a:pt x="430240" y="326093"/>
                  </a:lnTo>
                  <a:lnTo>
                    <a:pt x="419932" y="339159"/>
                  </a:lnTo>
                  <a:lnTo>
                    <a:pt x="420199" y="354068"/>
                  </a:lnTo>
                  <a:lnTo>
                    <a:pt x="415624" y="391309"/>
                  </a:lnTo>
                  <a:lnTo>
                    <a:pt x="411976" y="411048"/>
                  </a:lnTo>
                  <a:lnTo>
                    <a:pt x="419678" y="427381"/>
                  </a:lnTo>
                  <a:lnTo>
                    <a:pt x="420060" y="442633"/>
                  </a:lnTo>
                  <a:lnTo>
                    <a:pt x="420326" y="455178"/>
                  </a:lnTo>
                  <a:lnTo>
                    <a:pt x="409370" y="466553"/>
                  </a:lnTo>
                  <a:lnTo>
                    <a:pt x="406358" y="469566"/>
                  </a:lnTo>
                  <a:lnTo>
                    <a:pt x="419284" y="477192"/>
                  </a:lnTo>
                  <a:lnTo>
                    <a:pt x="456995" y="455089"/>
                  </a:lnTo>
                  <a:lnTo>
                    <a:pt x="502930" y="376667"/>
                  </a:lnTo>
                  <a:lnTo>
                    <a:pt x="499930" y="355898"/>
                  </a:lnTo>
                  <a:lnTo>
                    <a:pt x="504506" y="319687"/>
                  </a:lnTo>
                  <a:lnTo>
                    <a:pt x="515068" y="300736"/>
                  </a:lnTo>
                  <a:lnTo>
                    <a:pt x="537006" y="296554"/>
                  </a:lnTo>
                  <a:lnTo>
                    <a:pt x="551483" y="278252"/>
                  </a:lnTo>
                  <a:lnTo>
                    <a:pt x="576802" y="237071"/>
                  </a:lnTo>
                  <a:lnTo>
                    <a:pt x="591025" y="226903"/>
                  </a:lnTo>
                  <a:lnTo>
                    <a:pt x="606684" y="199842"/>
                  </a:lnTo>
                  <a:lnTo>
                    <a:pt x="605247" y="184018"/>
                  </a:lnTo>
                  <a:lnTo>
                    <a:pt x="625342" y="188073"/>
                  </a:lnTo>
                  <a:lnTo>
                    <a:pt x="633566" y="222391"/>
                  </a:lnTo>
                  <a:lnTo>
                    <a:pt x="624173" y="235978"/>
                  </a:lnTo>
                  <a:close/>
                </a:path>
              </a:pathLst>
            </a:custGeom>
            <a:noFill/>
            <a:ln w="3810" cap="flat">
              <a:solidFill>
                <a:srgbClr val="E6E4E2"/>
              </a:solidFill>
              <a:prstDash val="solid"/>
              <a:miter/>
            </a:ln>
          </p:spPr>
          <p:txBody>
            <a:bodyPr rtlCol="0" anchor="ctr"/>
            <a:lstStyle/>
            <a:p>
              <a:endParaRPr lang="de-CH"/>
            </a:p>
          </p:txBody>
        </p:sp>
        <p:sp>
          <p:nvSpPr>
            <p:cNvPr id="132" name="Freihandform: Form 131">
              <a:extLst>
                <a:ext uri="{FF2B5EF4-FFF2-40B4-BE49-F238E27FC236}">
                  <a16:creationId xmlns:a16="http://schemas.microsoft.com/office/drawing/2014/main" id="{EF58B9A0-E4BC-ABF9-8B34-2028A6142D03}"/>
                </a:ext>
              </a:extLst>
            </p:cNvPr>
            <p:cNvSpPr/>
            <p:nvPr/>
          </p:nvSpPr>
          <p:spPr>
            <a:xfrm>
              <a:off x="3311927" y="1405396"/>
              <a:ext cx="1451810" cy="1053866"/>
            </a:xfrm>
            <a:custGeom>
              <a:avLst/>
              <a:gdLst>
                <a:gd name="connsiteX0" fmla="*/ 1035780 w 1451810"/>
                <a:gd name="connsiteY0" fmla="*/ 594316 h 1053866"/>
                <a:gd name="connsiteX1" fmla="*/ 1033569 w 1451810"/>
                <a:gd name="connsiteY1" fmla="*/ 594965 h 1053866"/>
                <a:gd name="connsiteX2" fmla="*/ 1011771 w 1451810"/>
                <a:gd name="connsiteY2" fmla="*/ 594316 h 1053866"/>
                <a:gd name="connsiteX3" fmla="*/ 950825 w 1451810"/>
                <a:gd name="connsiteY3" fmla="*/ 647394 h 1053866"/>
                <a:gd name="connsiteX4" fmla="*/ 895370 w 1451810"/>
                <a:gd name="connsiteY4" fmla="*/ 657829 h 1053866"/>
                <a:gd name="connsiteX5" fmla="*/ 870967 w 1451810"/>
                <a:gd name="connsiteY5" fmla="*/ 655605 h 1053866"/>
                <a:gd name="connsiteX6" fmla="*/ 843945 w 1451810"/>
                <a:gd name="connsiteY6" fmla="*/ 654830 h 1053866"/>
                <a:gd name="connsiteX7" fmla="*/ 798671 w 1451810"/>
                <a:gd name="connsiteY7" fmla="*/ 646593 h 1053866"/>
                <a:gd name="connsiteX8" fmla="*/ 758736 w 1451810"/>
                <a:gd name="connsiteY8" fmla="*/ 644242 h 1053866"/>
                <a:gd name="connsiteX9" fmla="*/ 753906 w 1451810"/>
                <a:gd name="connsiteY9" fmla="*/ 644763 h 1053866"/>
                <a:gd name="connsiteX10" fmla="*/ 745022 w 1451810"/>
                <a:gd name="connsiteY10" fmla="*/ 624516 h 1053866"/>
                <a:gd name="connsiteX11" fmla="*/ 681610 w 1451810"/>
                <a:gd name="connsiteY11" fmla="*/ 628418 h 1053866"/>
                <a:gd name="connsiteX12" fmla="*/ 659024 w 1451810"/>
                <a:gd name="connsiteY12" fmla="*/ 631557 h 1053866"/>
                <a:gd name="connsiteX13" fmla="*/ 672738 w 1451810"/>
                <a:gd name="connsiteY13" fmla="*/ 661236 h 1053866"/>
                <a:gd name="connsiteX14" fmla="*/ 669726 w 1451810"/>
                <a:gd name="connsiteY14" fmla="*/ 686453 h 1053866"/>
                <a:gd name="connsiteX15" fmla="*/ 629155 w 1451810"/>
                <a:gd name="connsiteY15" fmla="*/ 702938 h 1053866"/>
                <a:gd name="connsiteX16" fmla="*/ 632549 w 1451810"/>
                <a:gd name="connsiteY16" fmla="*/ 770772 h 1053866"/>
                <a:gd name="connsiteX17" fmla="*/ 506603 w 1451810"/>
                <a:gd name="connsiteY17" fmla="*/ 798341 h 1053866"/>
                <a:gd name="connsiteX18" fmla="*/ 488326 w 1451810"/>
                <a:gd name="connsiteY18" fmla="*/ 765802 h 1053866"/>
                <a:gd name="connsiteX19" fmla="*/ 444870 w 1451810"/>
                <a:gd name="connsiteY19" fmla="*/ 783584 h 1053866"/>
                <a:gd name="connsiteX20" fmla="*/ 442646 w 1451810"/>
                <a:gd name="connsiteY20" fmla="*/ 787626 h 1053866"/>
                <a:gd name="connsiteX21" fmla="*/ 446179 w 1451810"/>
                <a:gd name="connsiteY21" fmla="*/ 815207 h 1053866"/>
                <a:gd name="connsiteX22" fmla="*/ 422157 w 1451810"/>
                <a:gd name="connsiteY22" fmla="*/ 828273 h 1053866"/>
                <a:gd name="connsiteX23" fmla="*/ 415903 w 1451810"/>
                <a:gd name="connsiteY23" fmla="*/ 844351 h 1053866"/>
                <a:gd name="connsiteX24" fmla="*/ 397766 w 1451810"/>
                <a:gd name="connsiteY24" fmla="*/ 878974 h 1053866"/>
                <a:gd name="connsiteX25" fmla="*/ 394766 w 1451810"/>
                <a:gd name="connsiteY25" fmla="*/ 884999 h 1053866"/>
                <a:gd name="connsiteX26" fmla="*/ 378573 w 1451810"/>
                <a:gd name="connsiteY26" fmla="*/ 914537 h 1053866"/>
                <a:gd name="connsiteX27" fmla="*/ 359140 w 1451810"/>
                <a:gd name="connsiteY27" fmla="*/ 923422 h 1053866"/>
                <a:gd name="connsiteX28" fmla="*/ 316332 w 1451810"/>
                <a:gd name="connsiteY28" fmla="*/ 939767 h 1053866"/>
                <a:gd name="connsiteX29" fmla="*/ 294915 w 1451810"/>
                <a:gd name="connsiteY29" fmla="*/ 978584 h 1053866"/>
                <a:gd name="connsiteX30" fmla="*/ 237122 w 1451810"/>
                <a:gd name="connsiteY30" fmla="*/ 964603 h 1053866"/>
                <a:gd name="connsiteX31" fmla="*/ 229165 w 1451810"/>
                <a:gd name="connsiteY31" fmla="*/ 944737 h 1053866"/>
                <a:gd name="connsiteX32" fmla="*/ 215451 w 1451810"/>
                <a:gd name="connsiteY32" fmla="*/ 950482 h 1053866"/>
                <a:gd name="connsiteX33" fmla="*/ 205155 w 1451810"/>
                <a:gd name="connsiteY33" fmla="*/ 965391 h 1053866"/>
                <a:gd name="connsiteX34" fmla="*/ 155293 w 1451810"/>
                <a:gd name="connsiteY34" fmla="*/ 1015698 h 1053866"/>
                <a:gd name="connsiteX35" fmla="*/ 89645 w 1451810"/>
                <a:gd name="connsiteY35" fmla="*/ 1053867 h 1053866"/>
                <a:gd name="connsiteX36" fmla="*/ 66424 w 1451810"/>
                <a:gd name="connsiteY36" fmla="*/ 983414 h 1053866"/>
                <a:gd name="connsiteX37" fmla="*/ 44626 w 1451810"/>
                <a:gd name="connsiteY37" fmla="*/ 1008377 h 1053866"/>
                <a:gd name="connsiteX38" fmla="*/ 38105 w 1451810"/>
                <a:gd name="connsiteY38" fmla="*/ 1008504 h 1053866"/>
                <a:gd name="connsiteX39" fmla="*/ 11223 w 1451810"/>
                <a:gd name="connsiteY39" fmla="*/ 1005237 h 1053866"/>
                <a:gd name="connsiteX40" fmla="*/ 0 w 1451810"/>
                <a:gd name="connsiteY40" fmla="*/ 986299 h 1053866"/>
                <a:gd name="connsiteX41" fmla="*/ 48934 w 1451810"/>
                <a:gd name="connsiteY41" fmla="*/ 962124 h 1053866"/>
                <a:gd name="connsiteX42" fmla="*/ 58467 w 1451810"/>
                <a:gd name="connsiteY42" fmla="*/ 949694 h 1053866"/>
                <a:gd name="connsiteX43" fmla="*/ 69042 w 1451810"/>
                <a:gd name="connsiteY43" fmla="*/ 950227 h 1053866"/>
                <a:gd name="connsiteX44" fmla="*/ 71393 w 1451810"/>
                <a:gd name="connsiteY44" fmla="*/ 929573 h 1053866"/>
                <a:gd name="connsiteX45" fmla="*/ 84955 w 1451810"/>
                <a:gd name="connsiteY45" fmla="*/ 905259 h 1053866"/>
                <a:gd name="connsiteX46" fmla="*/ 102432 w 1451810"/>
                <a:gd name="connsiteY46" fmla="*/ 890998 h 1053866"/>
                <a:gd name="connsiteX47" fmla="*/ 183612 w 1451810"/>
                <a:gd name="connsiteY47" fmla="*/ 818982 h 1053866"/>
                <a:gd name="connsiteX48" fmla="*/ 211282 w 1451810"/>
                <a:gd name="connsiteY48" fmla="*/ 803564 h 1053866"/>
                <a:gd name="connsiteX49" fmla="*/ 230983 w 1451810"/>
                <a:gd name="connsiteY49" fmla="*/ 773632 h 1053866"/>
                <a:gd name="connsiteX50" fmla="*/ 220293 w 1451810"/>
                <a:gd name="connsiteY50" fmla="*/ 751542 h 1053866"/>
                <a:gd name="connsiteX51" fmla="*/ 230856 w 1451810"/>
                <a:gd name="connsiteY51" fmla="*/ 701883 h 1053866"/>
                <a:gd name="connsiteX52" fmla="*/ 207748 w 1451810"/>
                <a:gd name="connsiteY52" fmla="*/ 650114 h 1053866"/>
                <a:gd name="connsiteX53" fmla="*/ 221603 w 1451810"/>
                <a:gd name="connsiteY53" fmla="*/ 635879 h 1053866"/>
                <a:gd name="connsiteX54" fmla="*/ 250950 w 1451810"/>
                <a:gd name="connsiteY54" fmla="*/ 629079 h 1053866"/>
                <a:gd name="connsiteX55" fmla="*/ 272227 w 1451810"/>
                <a:gd name="connsiteY55" fmla="*/ 632104 h 1053866"/>
                <a:gd name="connsiteX56" fmla="*/ 283959 w 1451810"/>
                <a:gd name="connsiteY56" fmla="*/ 621376 h 1053866"/>
                <a:gd name="connsiteX57" fmla="*/ 318302 w 1451810"/>
                <a:gd name="connsiteY57" fmla="*/ 619025 h 1053866"/>
                <a:gd name="connsiteX58" fmla="*/ 342311 w 1451810"/>
                <a:gd name="connsiteY58" fmla="*/ 600328 h 1053866"/>
                <a:gd name="connsiteX59" fmla="*/ 361224 w 1451810"/>
                <a:gd name="connsiteY59" fmla="*/ 566481 h 1053866"/>
                <a:gd name="connsiteX60" fmla="*/ 347116 w 1451810"/>
                <a:gd name="connsiteY60" fmla="*/ 544505 h 1053866"/>
                <a:gd name="connsiteX61" fmla="*/ 356649 w 1451810"/>
                <a:gd name="connsiteY61" fmla="*/ 530397 h 1053866"/>
                <a:gd name="connsiteX62" fmla="*/ 398554 w 1451810"/>
                <a:gd name="connsiteY62" fmla="*/ 525300 h 1053866"/>
                <a:gd name="connsiteX63" fmla="*/ 422703 w 1451810"/>
                <a:gd name="connsiteY63" fmla="*/ 522033 h 1053866"/>
                <a:gd name="connsiteX64" fmla="*/ 444234 w 1451810"/>
                <a:gd name="connsiteY64" fmla="*/ 507518 h 1053866"/>
                <a:gd name="connsiteX65" fmla="*/ 455191 w 1451810"/>
                <a:gd name="connsiteY65" fmla="*/ 478768 h 1053866"/>
                <a:gd name="connsiteX66" fmla="*/ 413285 w 1451810"/>
                <a:gd name="connsiteY66" fmla="*/ 462181 h 1053866"/>
                <a:gd name="connsiteX67" fmla="*/ 423873 w 1451810"/>
                <a:gd name="connsiteY67" fmla="*/ 427419 h 1053866"/>
                <a:gd name="connsiteX68" fmla="*/ 402723 w 1451810"/>
                <a:gd name="connsiteY68" fmla="*/ 423873 h 1053866"/>
                <a:gd name="connsiteX69" fmla="*/ 398287 w 1451810"/>
                <a:gd name="connsiteY69" fmla="*/ 407146 h 1053866"/>
                <a:gd name="connsiteX70" fmla="*/ 354055 w 1451810"/>
                <a:gd name="connsiteY70" fmla="*/ 392250 h 1053866"/>
                <a:gd name="connsiteX71" fmla="*/ 330046 w 1451810"/>
                <a:gd name="connsiteY71" fmla="*/ 420339 h 1053866"/>
                <a:gd name="connsiteX72" fmla="*/ 273791 w 1451810"/>
                <a:gd name="connsiteY72" fmla="*/ 428461 h 1053866"/>
                <a:gd name="connsiteX73" fmla="*/ 195369 w 1451810"/>
                <a:gd name="connsiteY73" fmla="*/ 434994 h 1053866"/>
                <a:gd name="connsiteX74" fmla="*/ 167686 w 1451810"/>
                <a:gd name="connsiteY74" fmla="*/ 443345 h 1053866"/>
                <a:gd name="connsiteX75" fmla="*/ 138986 w 1451810"/>
                <a:gd name="connsiteY75" fmla="*/ 431855 h 1053866"/>
                <a:gd name="connsiteX76" fmla="*/ 84320 w 1451810"/>
                <a:gd name="connsiteY76" fmla="*/ 447793 h 1053866"/>
                <a:gd name="connsiteX77" fmla="*/ 93827 w 1451810"/>
                <a:gd name="connsiteY77" fmla="*/ 390292 h 1053866"/>
                <a:gd name="connsiteX78" fmla="*/ 116934 w 1451810"/>
                <a:gd name="connsiteY78" fmla="*/ 367160 h 1053866"/>
                <a:gd name="connsiteX79" fmla="*/ 137690 w 1451810"/>
                <a:gd name="connsiteY79" fmla="*/ 362317 h 1053866"/>
                <a:gd name="connsiteX80" fmla="*/ 142240 w 1451810"/>
                <a:gd name="connsiteY80" fmla="*/ 322191 h 1053866"/>
                <a:gd name="connsiteX81" fmla="*/ 154632 w 1451810"/>
                <a:gd name="connsiteY81" fmla="*/ 315137 h 1053866"/>
                <a:gd name="connsiteX82" fmla="*/ 153463 w 1451810"/>
                <a:gd name="connsiteY82" fmla="*/ 291470 h 1053866"/>
                <a:gd name="connsiteX83" fmla="*/ 205664 w 1451810"/>
                <a:gd name="connsiteY83" fmla="*/ 292398 h 1053866"/>
                <a:gd name="connsiteX84" fmla="*/ 209718 w 1451810"/>
                <a:gd name="connsiteY84" fmla="*/ 211218 h 1053866"/>
                <a:gd name="connsiteX85" fmla="*/ 257356 w 1451810"/>
                <a:gd name="connsiteY85" fmla="*/ 204037 h 1053866"/>
                <a:gd name="connsiteX86" fmla="*/ 270791 w 1451810"/>
                <a:gd name="connsiteY86" fmla="*/ 170571 h 1053866"/>
                <a:gd name="connsiteX87" fmla="*/ 322331 w 1451810"/>
                <a:gd name="connsiteY87" fmla="*/ 163123 h 1053866"/>
                <a:gd name="connsiteX88" fmla="*/ 332906 w 1451810"/>
                <a:gd name="connsiteY88" fmla="*/ 124827 h 1053866"/>
                <a:gd name="connsiteX89" fmla="*/ 331991 w 1451810"/>
                <a:gd name="connsiteY89" fmla="*/ 110833 h 1053866"/>
                <a:gd name="connsiteX90" fmla="*/ 313065 w 1451810"/>
                <a:gd name="connsiteY90" fmla="*/ 111507 h 1053866"/>
                <a:gd name="connsiteX91" fmla="*/ 299885 w 1451810"/>
                <a:gd name="connsiteY91" fmla="*/ 78562 h 1053866"/>
                <a:gd name="connsiteX92" fmla="*/ 304079 w 1451810"/>
                <a:gd name="connsiteY92" fmla="*/ 57259 h 1053866"/>
                <a:gd name="connsiteX93" fmla="*/ 296758 w 1451810"/>
                <a:gd name="connsiteY93" fmla="*/ 29030 h 1053866"/>
                <a:gd name="connsiteX94" fmla="*/ 341917 w 1451810"/>
                <a:gd name="connsiteY94" fmla="*/ 4576 h 1053866"/>
                <a:gd name="connsiteX95" fmla="*/ 374926 w 1451810"/>
                <a:gd name="connsiteY95" fmla="*/ 0 h 1053866"/>
                <a:gd name="connsiteX96" fmla="*/ 406510 w 1451810"/>
                <a:gd name="connsiteY96" fmla="*/ 20794 h 1053866"/>
                <a:gd name="connsiteX97" fmla="*/ 413552 w 1451810"/>
                <a:gd name="connsiteY97" fmla="*/ 19739 h 1053866"/>
                <a:gd name="connsiteX98" fmla="*/ 463541 w 1451810"/>
                <a:gd name="connsiteY98" fmla="*/ 28890 h 1053866"/>
                <a:gd name="connsiteX99" fmla="*/ 482467 w 1451810"/>
                <a:gd name="connsiteY99" fmla="*/ 49011 h 1053866"/>
                <a:gd name="connsiteX100" fmla="*/ 504265 w 1451810"/>
                <a:gd name="connsiteY100" fmla="*/ 32424 h 1053866"/>
                <a:gd name="connsiteX101" fmla="*/ 524881 w 1451810"/>
                <a:gd name="connsiteY101" fmla="*/ 24188 h 1053866"/>
                <a:gd name="connsiteX102" fmla="*/ 557635 w 1451810"/>
                <a:gd name="connsiteY102" fmla="*/ 28890 h 1053866"/>
                <a:gd name="connsiteX103" fmla="*/ 589080 w 1451810"/>
                <a:gd name="connsiteY103" fmla="*/ 1970 h 1053866"/>
                <a:gd name="connsiteX104" fmla="*/ 614653 w 1451810"/>
                <a:gd name="connsiteY104" fmla="*/ 7575 h 1053866"/>
                <a:gd name="connsiteX105" fmla="*/ 641281 w 1451810"/>
                <a:gd name="connsiteY105" fmla="*/ 24709 h 1053866"/>
                <a:gd name="connsiteX106" fmla="*/ 653292 w 1451810"/>
                <a:gd name="connsiteY106" fmla="*/ 42350 h 1053866"/>
                <a:gd name="connsiteX107" fmla="*/ 694409 w 1451810"/>
                <a:gd name="connsiteY107" fmla="*/ 38957 h 1053866"/>
                <a:gd name="connsiteX108" fmla="*/ 735108 w 1451810"/>
                <a:gd name="connsiteY108" fmla="*/ 29411 h 1053866"/>
                <a:gd name="connsiteX109" fmla="*/ 740458 w 1451810"/>
                <a:gd name="connsiteY109" fmla="*/ 46011 h 1053866"/>
                <a:gd name="connsiteX110" fmla="*/ 723897 w 1451810"/>
                <a:gd name="connsiteY110" fmla="*/ 57768 h 1053866"/>
                <a:gd name="connsiteX111" fmla="*/ 691397 w 1451810"/>
                <a:gd name="connsiteY111" fmla="*/ 121433 h 1053866"/>
                <a:gd name="connsiteX112" fmla="*/ 691397 w 1451810"/>
                <a:gd name="connsiteY112" fmla="*/ 145354 h 1053866"/>
                <a:gd name="connsiteX113" fmla="*/ 674416 w 1451810"/>
                <a:gd name="connsiteY113" fmla="*/ 184692 h 1053866"/>
                <a:gd name="connsiteX114" fmla="*/ 719461 w 1451810"/>
                <a:gd name="connsiteY114" fmla="*/ 196589 h 1053866"/>
                <a:gd name="connsiteX115" fmla="*/ 739810 w 1451810"/>
                <a:gd name="connsiteY115" fmla="*/ 203249 h 1053866"/>
                <a:gd name="connsiteX116" fmla="*/ 777649 w 1451810"/>
                <a:gd name="connsiteY116" fmla="*/ 190310 h 1053866"/>
                <a:gd name="connsiteX117" fmla="*/ 807136 w 1451810"/>
                <a:gd name="connsiteY117" fmla="*/ 197364 h 1053866"/>
                <a:gd name="connsiteX118" fmla="*/ 826074 w 1451810"/>
                <a:gd name="connsiteY118" fmla="*/ 244684 h 1053866"/>
                <a:gd name="connsiteX119" fmla="*/ 872657 w 1451810"/>
                <a:gd name="connsiteY119" fmla="*/ 227551 h 1053866"/>
                <a:gd name="connsiteX120" fmla="*/ 898624 w 1451810"/>
                <a:gd name="connsiteY120" fmla="*/ 204558 h 1053866"/>
                <a:gd name="connsiteX121" fmla="*/ 922901 w 1451810"/>
                <a:gd name="connsiteY121" fmla="*/ 212133 h 1053866"/>
                <a:gd name="connsiteX122" fmla="*/ 941165 w 1451810"/>
                <a:gd name="connsiteY122" fmla="*/ 196195 h 1053866"/>
                <a:gd name="connsiteX123" fmla="*/ 992845 w 1451810"/>
                <a:gd name="connsiteY123" fmla="*/ 190971 h 1053866"/>
                <a:gd name="connsiteX124" fmla="*/ 989579 w 1451810"/>
                <a:gd name="connsiteY124" fmla="*/ 217878 h 1053866"/>
                <a:gd name="connsiteX125" fmla="*/ 1056790 w 1451810"/>
                <a:gd name="connsiteY125" fmla="*/ 252526 h 1053866"/>
                <a:gd name="connsiteX126" fmla="*/ 1052100 w 1451810"/>
                <a:gd name="connsiteY126" fmla="*/ 268986 h 1053866"/>
                <a:gd name="connsiteX127" fmla="*/ 1064111 w 1451810"/>
                <a:gd name="connsiteY127" fmla="*/ 269774 h 1053866"/>
                <a:gd name="connsiteX128" fmla="*/ 1089938 w 1451810"/>
                <a:gd name="connsiteY128" fmla="*/ 271477 h 1053866"/>
                <a:gd name="connsiteX129" fmla="*/ 1093332 w 1451810"/>
                <a:gd name="connsiteY129" fmla="*/ 285738 h 1053866"/>
                <a:gd name="connsiteX130" fmla="*/ 1165501 w 1451810"/>
                <a:gd name="connsiteY130" fmla="*/ 329766 h 1053866"/>
                <a:gd name="connsiteX131" fmla="*/ 1166161 w 1451810"/>
                <a:gd name="connsiteY131" fmla="*/ 345057 h 1053866"/>
                <a:gd name="connsiteX132" fmla="*/ 1162247 w 1451810"/>
                <a:gd name="connsiteY132" fmla="*/ 371596 h 1053866"/>
                <a:gd name="connsiteX133" fmla="*/ 1214053 w 1451810"/>
                <a:gd name="connsiteY133" fmla="*/ 370693 h 1053866"/>
                <a:gd name="connsiteX134" fmla="*/ 1211562 w 1451810"/>
                <a:gd name="connsiteY134" fmla="*/ 378904 h 1053866"/>
                <a:gd name="connsiteX135" fmla="*/ 1246935 w 1451810"/>
                <a:gd name="connsiteY135" fmla="*/ 393025 h 1053866"/>
                <a:gd name="connsiteX136" fmla="*/ 1256849 w 1451810"/>
                <a:gd name="connsiteY136" fmla="*/ 399685 h 1053866"/>
                <a:gd name="connsiteX137" fmla="*/ 1315710 w 1451810"/>
                <a:gd name="connsiteY137" fmla="*/ 404134 h 1053866"/>
                <a:gd name="connsiteX138" fmla="*/ 1329284 w 1451810"/>
                <a:gd name="connsiteY138" fmla="*/ 401134 h 1053866"/>
                <a:gd name="connsiteX139" fmla="*/ 1378867 w 1451810"/>
                <a:gd name="connsiteY139" fmla="*/ 396825 h 1053866"/>
                <a:gd name="connsiteX140" fmla="*/ 1420899 w 1451810"/>
                <a:gd name="connsiteY140" fmla="*/ 432503 h 1053866"/>
                <a:gd name="connsiteX141" fmla="*/ 1415421 w 1451810"/>
                <a:gd name="connsiteY141" fmla="*/ 462181 h 1053866"/>
                <a:gd name="connsiteX142" fmla="*/ 1446460 w 1451810"/>
                <a:gd name="connsiteY142" fmla="*/ 476683 h 1053866"/>
                <a:gd name="connsiteX143" fmla="*/ 1382794 w 1451810"/>
                <a:gd name="connsiteY143" fmla="*/ 537070 h 1053866"/>
                <a:gd name="connsiteX144" fmla="*/ 1402101 w 1451810"/>
                <a:gd name="connsiteY144" fmla="*/ 545052 h 1053866"/>
                <a:gd name="connsiteX145" fmla="*/ 1444642 w 1451810"/>
                <a:gd name="connsiteY145" fmla="*/ 527397 h 1053866"/>
                <a:gd name="connsiteX146" fmla="*/ 1451810 w 1451810"/>
                <a:gd name="connsiteY146" fmla="*/ 547899 h 1053866"/>
                <a:gd name="connsiteX147" fmla="*/ 1322357 w 1451810"/>
                <a:gd name="connsiteY147" fmla="*/ 605552 h 1053866"/>
                <a:gd name="connsiteX148" fmla="*/ 1288815 w 1451810"/>
                <a:gd name="connsiteY148" fmla="*/ 591177 h 1053866"/>
                <a:gd name="connsiteX149" fmla="*/ 1224107 w 1451810"/>
                <a:gd name="connsiteY149" fmla="*/ 586080 h 1053866"/>
                <a:gd name="connsiteX150" fmla="*/ 1220447 w 1451810"/>
                <a:gd name="connsiteY150" fmla="*/ 586728 h 1053866"/>
                <a:gd name="connsiteX151" fmla="*/ 1181693 w 1451810"/>
                <a:gd name="connsiteY151" fmla="*/ 591698 h 1053866"/>
                <a:gd name="connsiteX152" fmla="*/ 1119833 w 1451810"/>
                <a:gd name="connsiteY152" fmla="*/ 572874 h 1053866"/>
                <a:gd name="connsiteX153" fmla="*/ 1115905 w 1451810"/>
                <a:gd name="connsiteY153" fmla="*/ 565820 h 1053866"/>
                <a:gd name="connsiteX154" fmla="*/ 1108330 w 1451810"/>
                <a:gd name="connsiteY154" fmla="*/ 563481 h 1053866"/>
                <a:gd name="connsiteX155" fmla="*/ 1100640 w 1451810"/>
                <a:gd name="connsiteY155" fmla="*/ 561638 h 1053866"/>
                <a:gd name="connsiteX156" fmla="*/ 1035780 w 1451810"/>
                <a:gd name="connsiteY156" fmla="*/ 594316 h 105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451810" h="1053866">
                  <a:moveTo>
                    <a:pt x="1035780" y="594316"/>
                  </a:moveTo>
                  <a:lnTo>
                    <a:pt x="1033569" y="594965"/>
                  </a:lnTo>
                  <a:lnTo>
                    <a:pt x="1011771" y="594316"/>
                  </a:lnTo>
                  <a:lnTo>
                    <a:pt x="950825" y="647394"/>
                  </a:lnTo>
                  <a:lnTo>
                    <a:pt x="895370" y="657829"/>
                  </a:lnTo>
                  <a:lnTo>
                    <a:pt x="870967" y="655605"/>
                  </a:lnTo>
                  <a:lnTo>
                    <a:pt x="843945" y="654830"/>
                  </a:lnTo>
                  <a:lnTo>
                    <a:pt x="798671" y="646593"/>
                  </a:lnTo>
                  <a:lnTo>
                    <a:pt x="758736" y="644242"/>
                  </a:lnTo>
                  <a:lnTo>
                    <a:pt x="753906" y="644763"/>
                  </a:lnTo>
                  <a:lnTo>
                    <a:pt x="745022" y="624516"/>
                  </a:lnTo>
                  <a:lnTo>
                    <a:pt x="681610" y="628418"/>
                  </a:lnTo>
                  <a:lnTo>
                    <a:pt x="659024" y="631557"/>
                  </a:lnTo>
                  <a:lnTo>
                    <a:pt x="672738" y="661236"/>
                  </a:lnTo>
                  <a:lnTo>
                    <a:pt x="669726" y="686453"/>
                  </a:lnTo>
                  <a:lnTo>
                    <a:pt x="629155" y="702938"/>
                  </a:lnTo>
                  <a:lnTo>
                    <a:pt x="632549" y="770772"/>
                  </a:lnTo>
                  <a:lnTo>
                    <a:pt x="506603" y="798341"/>
                  </a:lnTo>
                  <a:lnTo>
                    <a:pt x="488326" y="765802"/>
                  </a:lnTo>
                  <a:lnTo>
                    <a:pt x="444870" y="783584"/>
                  </a:lnTo>
                  <a:lnTo>
                    <a:pt x="442646" y="787626"/>
                  </a:lnTo>
                  <a:lnTo>
                    <a:pt x="446179" y="815207"/>
                  </a:lnTo>
                  <a:lnTo>
                    <a:pt x="422157" y="828273"/>
                  </a:lnTo>
                  <a:lnTo>
                    <a:pt x="415903" y="844351"/>
                  </a:lnTo>
                  <a:lnTo>
                    <a:pt x="397766" y="878974"/>
                  </a:lnTo>
                  <a:lnTo>
                    <a:pt x="394766" y="884999"/>
                  </a:lnTo>
                  <a:lnTo>
                    <a:pt x="378573" y="914537"/>
                  </a:lnTo>
                  <a:lnTo>
                    <a:pt x="359140" y="923422"/>
                  </a:lnTo>
                  <a:lnTo>
                    <a:pt x="316332" y="939767"/>
                  </a:lnTo>
                  <a:lnTo>
                    <a:pt x="294915" y="978584"/>
                  </a:lnTo>
                  <a:lnTo>
                    <a:pt x="237122" y="964603"/>
                  </a:lnTo>
                  <a:lnTo>
                    <a:pt x="229165" y="944737"/>
                  </a:lnTo>
                  <a:lnTo>
                    <a:pt x="215451" y="950482"/>
                  </a:lnTo>
                  <a:lnTo>
                    <a:pt x="205155" y="965391"/>
                  </a:lnTo>
                  <a:lnTo>
                    <a:pt x="155293" y="1015698"/>
                  </a:lnTo>
                  <a:lnTo>
                    <a:pt x="89645" y="1053867"/>
                  </a:lnTo>
                  <a:lnTo>
                    <a:pt x="66424" y="983414"/>
                  </a:lnTo>
                  <a:lnTo>
                    <a:pt x="44626" y="1008377"/>
                  </a:lnTo>
                  <a:lnTo>
                    <a:pt x="38105" y="1008504"/>
                  </a:lnTo>
                  <a:lnTo>
                    <a:pt x="11223" y="1005237"/>
                  </a:lnTo>
                  <a:lnTo>
                    <a:pt x="0" y="986299"/>
                  </a:lnTo>
                  <a:lnTo>
                    <a:pt x="48934" y="962124"/>
                  </a:lnTo>
                  <a:lnTo>
                    <a:pt x="58467" y="949694"/>
                  </a:lnTo>
                  <a:lnTo>
                    <a:pt x="69042" y="950227"/>
                  </a:lnTo>
                  <a:lnTo>
                    <a:pt x="71393" y="929573"/>
                  </a:lnTo>
                  <a:lnTo>
                    <a:pt x="84955" y="905259"/>
                  </a:lnTo>
                  <a:lnTo>
                    <a:pt x="102432" y="890998"/>
                  </a:lnTo>
                  <a:lnTo>
                    <a:pt x="183612" y="818982"/>
                  </a:lnTo>
                  <a:lnTo>
                    <a:pt x="211282" y="803564"/>
                  </a:lnTo>
                  <a:lnTo>
                    <a:pt x="230983" y="773632"/>
                  </a:lnTo>
                  <a:lnTo>
                    <a:pt x="220293" y="751542"/>
                  </a:lnTo>
                  <a:lnTo>
                    <a:pt x="230856" y="701883"/>
                  </a:lnTo>
                  <a:lnTo>
                    <a:pt x="207748" y="650114"/>
                  </a:lnTo>
                  <a:lnTo>
                    <a:pt x="221603" y="635879"/>
                  </a:lnTo>
                  <a:lnTo>
                    <a:pt x="250950" y="629079"/>
                  </a:lnTo>
                  <a:lnTo>
                    <a:pt x="272227" y="632104"/>
                  </a:lnTo>
                  <a:lnTo>
                    <a:pt x="283959" y="621376"/>
                  </a:lnTo>
                  <a:lnTo>
                    <a:pt x="318302" y="619025"/>
                  </a:lnTo>
                  <a:lnTo>
                    <a:pt x="342311" y="600328"/>
                  </a:lnTo>
                  <a:lnTo>
                    <a:pt x="361224" y="566481"/>
                  </a:lnTo>
                  <a:lnTo>
                    <a:pt x="347116" y="544505"/>
                  </a:lnTo>
                  <a:lnTo>
                    <a:pt x="356649" y="530397"/>
                  </a:lnTo>
                  <a:lnTo>
                    <a:pt x="398554" y="525300"/>
                  </a:lnTo>
                  <a:lnTo>
                    <a:pt x="422703" y="522033"/>
                  </a:lnTo>
                  <a:lnTo>
                    <a:pt x="444234" y="507518"/>
                  </a:lnTo>
                  <a:lnTo>
                    <a:pt x="455191" y="478768"/>
                  </a:lnTo>
                  <a:lnTo>
                    <a:pt x="413285" y="462181"/>
                  </a:lnTo>
                  <a:lnTo>
                    <a:pt x="423873" y="427419"/>
                  </a:lnTo>
                  <a:lnTo>
                    <a:pt x="402723" y="423873"/>
                  </a:lnTo>
                  <a:lnTo>
                    <a:pt x="398287" y="407146"/>
                  </a:lnTo>
                  <a:lnTo>
                    <a:pt x="354055" y="392250"/>
                  </a:lnTo>
                  <a:lnTo>
                    <a:pt x="330046" y="420339"/>
                  </a:lnTo>
                  <a:lnTo>
                    <a:pt x="273791" y="428461"/>
                  </a:lnTo>
                  <a:lnTo>
                    <a:pt x="195369" y="434994"/>
                  </a:lnTo>
                  <a:lnTo>
                    <a:pt x="167686" y="443345"/>
                  </a:lnTo>
                  <a:lnTo>
                    <a:pt x="138986" y="431855"/>
                  </a:lnTo>
                  <a:lnTo>
                    <a:pt x="84320" y="447793"/>
                  </a:lnTo>
                  <a:lnTo>
                    <a:pt x="93827" y="390292"/>
                  </a:lnTo>
                  <a:lnTo>
                    <a:pt x="116934" y="367160"/>
                  </a:lnTo>
                  <a:lnTo>
                    <a:pt x="137690" y="362317"/>
                  </a:lnTo>
                  <a:lnTo>
                    <a:pt x="142240" y="322191"/>
                  </a:lnTo>
                  <a:lnTo>
                    <a:pt x="154632" y="315137"/>
                  </a:lnTo>
                  <a:lnTo>
                    <a:pt x="153463" y="291470"/>
                  </a:lnTo>
                  <a:lnTo>
                    <a:pt x="205664" y="292398"/>
                  </a:lnTo>
                  <a:lnTo>
                    <a:pt x="209718" y="211218"/>
                  </a:lnTo>
                  <a:lnTo>
                    <a:pt x="257356" y="204037"/>
                  </a:lnTo>
                  <a:lnTo>
                    <a:pt x="270791" y="170571"/>
                  </a:lnTo>
                  <a:lnTo>
                    <a:pt x="322331" y="163123"/>
                  </a:lnTo>
                  <a:lnTo>
                    <a:pt x="332906" y="124827"/>
                  </a:lnTo>
                  <a:lnTo>
                    <a:pt x="331991" y="110833"/>
                  </a:lnTo>
                  <a:lnTo>
                    <a:pt x="313065" y="111507"/>
                  </a:lnTo>
                  <a:lnTo>
                    <a:pt x="299885" y="78562"/>
                  </a:lnTo>
                  <a:lnTo>
                    <a:pt x="304079" y="57259"/>
                  </a:lnTo>
                  <a:lnTo>
                    <a:pt x="296758" y="29030"/>
                  </a:lnTo>
                  <a:lnTo>
                    <a:pt x="341917" y="4576"/>
                  </a:lnTo>
                  <a:lnTo>
                    <a:pt x="374926" y="0"/>
                  </a:lnTo>
                  <a:lnTo>
                    <a:pt x="406510" y="20794"/>
                  </a:lnTo>
                  <a:lnTo>
                    <a:pt x="413552" y="19739"/>
                  </a:lnTo>
                  <a:lnTo>
                    <a:pt x="463541" y="28890"/>
                  </a:lnTo>
                  <a:lnTo>
                    <a:pt x="482467" y="49011"/>
                  </a:lnTo>
                  <a:lnTo>
                    <a:pt x="504265" y="32424"/>
                  </a:lnTo>
                  <a:lnTo>
                    <a:pt x="524881" y="24188"/>
                  </a:lnTo>
                  <a:lnTo>
                    <a:pt x="557635" y="28890"/>
                  </a:lnTo>
                  <a:lnTo>
                    <a:pt x="589080" y="1970"/>
                  </a:lnTo>
                  <a:lnTo>
                    <a:pt x="614653" y="7575"/>
                  </a:lnTo>
                  <a:lnTo>
                    <a:pt x="641281" y="24709"/>
                  </a:lnTo>
                  <a:lnTo>
                    <a:pt x="653292" y="42350"/>
                  </a:lnTo>
                  <a:lnTo>
                    <a:pt x="694409" y="38957"/>
                  </a:lnTo>
                  <a:lnTo>
                    <a:pt x="735108" y="29411"/>
                  </a:lnTo>
                  <a:lnTo>
                    <a:pt x="740458" y="46011"/>
                  </a:lnTo>
                  <a:lnTo>
                    <a:pt x="723897" y="57768"/>
                  </a:lnTo>
                  <a:lnTo>
                    <a:pt x="691397" y="121433"/>
                  </a:lnTo>
                  <a:lnTo>
                    <a:pt x="691397" y="145354"/>
                  </a:lnTo>
                  <a:lnTo>
                    <a:pt x="674416" y="184692"/>
                  </a:lnTo>
                  <a:lnTo>
                    <a:pt x="719461" y="196589"/>
                  </a:lnTo>
                  <a:lnTo>
                    <a:pt x="739810" y="203249"/>
                  </a:lnTo>
                  <a:lnTo>
                    <a:pt x="777649" y="190310"/>
                  </a:lnTo>
                  <a:lnTo>
                    <a:pt x="807136" y="197364"/>
                  </a:lnTo>
                  <a:lnTo>
                    <a:pt x="826074" y="244684"/>
                  </a:lnTo>
                  <a:lnTo>
                    <a:pt x="872657" y="227551"/>
                  </a:lnTo>
                  <a:lnTo>
                    <a:pt x="898624" y="204558"/>
                  </a:lnTo>
                  <a:lnTo>
                    <a:pt x="922901" y="212133"/>
                  </a:lnTo>
                  <a:lnTo>
                    <a:pt x="941165" y="196195"/>
                  </a:lnTo>
                  <a:lnTo>
                    <a:pt x="992845" y="190971"/>
                  </a:lnTo>
                  <a:lnTo>
                    <a:pt x="989579" y="217878"/>
                  </a:lnTo>
                  <a:lnTo>
                    <a:pt x="1056790" y="252526"/>
                  </a:lnTo>
                  <a:lnTo>
                    <a:pt x="1052100" y="268986"/>
                  </a:lnTo>
                  <a:lnTo>
                    <a:pt x="1064111" y="269774"/>
                  </a:lnTo>
                  <a:lnTo>
                    <a:pt x="1089938" y="271477"/>
                  </a:lnTo>
                  <a:lnTo>
                    <a:pt x="1093332" y="285738"/>
                  </a:lnTo>
                  <a:lnTo>
                    <a:pt x="1165501" y="329766"/>
                  </a:lnTo>
                  <a:lnTo>
                    <a:pt x="1166161" y="345057"/>
                  </a:lnTo>
                  <a:lnTo>
                    <a:pt x="1162247" y="371596"/>
                  </a:lnTo>
                  <a:lnTo>
                    <a:pt x="1214053" y="370693"/>
                  </a:lnTo>
                  <a:lnTo>
                    <a:pt x="1211562" y="378904"/>
                  </a:lnTo>
                  <a:lnTo>
                    <a:pt x="1246935" y="393025"/>
                  </a:lnTo>
                  <a:lnTo>
                    <a:pt x="1256849" y="399685"/>
                  </a:lnTo>
                  <a:lnTo>
                    <a:pt x="1315710" y="404134"/>
                  </a:lnTo>
                  <a:lnTo>
                    <a:pt x="1329284" y="401134"/>
                  </a:lnTo>
                  <a:lnTo>
                    <a:pt x="1378867" y="396825"/>
                  </a:lnTo>
                  <a:lnTo>
                    <a:pt x="1420899" y="432503"/>
                  </a:lnTo>
                  <a:lnTo>
                    <a:pt x="1415421" y="462181"/>
                  </a:lnTo>
                  <a:lnTo>
                    <a:pt x="1446460" y="476683"/>
                  </a:lnTo>
                  <a:lnTo>
                    <a:pt x="1382794" y="537070"/>
                  </a:lnTo>
                  <a:lnTo>
                    <a:pt x="1402101" y="545052"/>
                  </a:lnTo>
                  <a:lnTo>
                    <a:pt x="1444642" y="527397"/>
                  </a:lnTo>
                  <a:lnTo>
                    <a:pt x="1451810" y="547899"/>
                  </a:lnTo>
                  <a:lnTo>
                    <a:pt x="1322357" y="605552"/>
                  </a:lnTo>
                  <a:lnTo>
                    <a:pt x="1288815" y="591177"/>
                  </a:lnTo>
                  <a:lnTo>
                    <a:pt x="1224107" y="586080"/>
                  </a:lnTo>
                  <a:lnTo>
                    <a:pt x="1220447" y="586728"/>
                  </a:lnTo>
                  <a:lnTo>
                    <a:pt x="1181693" y="591698"/>
                  </a:lnTo>
                  <a:lnTo>
                    <a:pt x="1119833" y="572874"/>
                  </a:lnTo>
                  <a:lnTo>
                    <a:pt x="1115905" y="565820"/>
                  </a:lnTo>
                  <a:lnTo>
                    <a:pt x="1108330" y="563481"/>
                  </a:lnTo>
                  <a:lnTo>
                    <a:pt x="1100640" y="561638"/>
                  </a:lnTo>
                  <a:lnTo>
                    <a:pt x="1035780" y="594316"/>
                  </a:lnTo>
                  <a:close/>
                </a:path>
              </a:pathLst>
            </a:custGeom>
            <a:solidFill>
              <a:srgbClr val="FFFFFF"/>
            </a:solidFill>
            <a:ln w="12700" cap="flat">
              <a:noFill/>
              <a:prstDash val="solid"/>
              <a:miter/>
            </a:ln>
          </p:spPr>
          <p:txBody>
            <a:bodyPr rtlCol="0" anchor="ctr"/>
            <a:lstStyle/>
            <a:p>
              <a:endParaRPr lang="de-CH"/>
            </a:p>
          </p:txBody>
        </p:sp>
        <p:sp>
          <p:nvSpPr>
            <p:cNvPr id="133" name="Freihandform: Form 132">
              <a:extLst>
                <a:ext uri="{FF2B5EF4-FFF2-40B4-BE49-F238E27FC236}">
                  <a16:creationId xmlns:a16="http://schemas.microsoft.com/office/drawing/2014/main" id="{568DA933-B965-07E1-907D-315276E84ED1}"/>
                </a:ext>
              </a:extLst>
            </p:cNvPr>
            <p:cNvSpPr/>
            <p:nvPr/>
          </p:nvSpPr>
          <p:spPr>
            <a:xfrm>
              <a:off x="3311927" y="1405396"/>
              <a:ext cx="1451810" cy="1053866"/>
            </a:xfrm>
            <a:custGeom>
              <a:avLst/>
              <a:gdLst>
                <a:gd name="connsiteX0" fmla="*/ 1035780 w 1451810"/>
                <a:gd name="connsiteY0" fmla="*/ 594316 h 1053866"/>
                <a:gd name="connsiteX1" fmla="*/ 1033569 w 1451810"/>
                <a:gd name="connsiteY1" fmla="*/ 594965 h 1053866"/>
                <a:gd name="connsiteX2" fmla="*/ 1011771 w 1451810"/>
                <a:gd name="connsiteY2" fmla="*/ 594316 h 1053866"/>
                <a:gd name="connsiteX3" fmla="*/ 950825 w 1451810"/>
                <a:gd name="connsiteY3" fmla="*/ 647394 h 1053866"/>
                <a:gd name="connsiteX4" fmla="*/ 895370 w 1451810"/>
                <a:gd name="connsiteY4" fmla="*/ 657829 h 1053866"/>
                <a:gd name="connsiteX5" fmla="*/ 870967 w 1451810"/>
                <a:gd name="connsiteY5" fmla="*/ 655605 h 1053866"/>
                <a:gd name="connsiteX6" fmla="*/ 843945 w 1451810"/>
                <a:gd name="connsiteY6" fmla="*/ 654830 h 1053866"/>
                <a:gd name="connsiteX7" fmla="*/ 798671 w 1451810"/>
                <a:gd name="connsiteY7" fmla="*/ 646593 h 1053866"/>
                <a:gd name="connsiteX8" fmla="*/ 758736 w 1451810"/>
                <a:gd name="connsiteY8" fmla="*/ 644242 h 1053866"/>
                <a:gd name="connsiteX9" fmla="*/ 753906 w 1451810"/>
                <a:gd name="connsiteY9" fmla="*/ 644763 h 1053866"/>
                <a:gd name="connsiteX10" fmla="*/ 745022 w 1451810"/>
                <a:gd name="connsiteY10" fmla="*/ 624516 h 1053866"/>
                <a:gd name="connsiteX11" fmla="*/ 681610 w 1451810"/>
                <a:gd name="connsiteY11" fmla="*/ 628418 h 1053866"/>
                <a:gd name="connsiteX12" fmla="*/ 659024 w 1451810"/>
                <a:gd name="connsiteY12" fmla="*/ 631557 h 1053866"/>
                <a:gd name="connsiteX13" fmla="*/ 672738 w 1451810"/>
                <a:gd name="connsiteY13" fmla="*/ 661236 h 1053866"/>
                <a:gd name="connsiteX14" fmla="*/ 669726 w 1451810"/>
                <a:gd name="connsiteY14" fmla="*/ 686453 h 1053866"/>
                <a:gd name="connsiteX15" fmla="*/ 629155 w 1451810"/>
                <a:gd name="connsiteY15" fmla="*/ 702938 h 1053866"/>
                <a:gd name="connsiteX16" fmla="*/ 632549 w 1451810"/>
                <a:gd name="connsiteY16" fmla="*/ 770772 h 1053866"/>
                <a:gd name="connsiteX17" fmla="*/ 506603 w 1451810"/>
                <a:gd name="connsiteY17" fmla="*/ 798341 h 1053866"/>
                <a:gd name="connsiteX18" fmla="*/ 488326 w 1451810"/>
                <a:gd name="connsiteY18" fmla="*/ 765802 h 1053866"/>
                <a:gd name="connsiteX19" fmla="*/ 444870 w 1451810"/>
                <a:gd name="connsiteY19" fmla="*/ 783584 h 1053866"/>
                <a:gd name="connsiteX20" fmla="*/ 442646 w 1451810"/>
                <a:gd name="connsiteY20" fmla="*/ 787626 h 1053866"/>
                <a:gd name="connsiteX21" fmla="*/ 446179 w 1451810"/>
                <a:gd name="connsiteY21" fmla="*/ 815207 h 1053866"/>
                <a:gd name="connsiteX22" fmla="*/ 422157 w 1451810"/>
                <a:gd name="connsiteY22" fmla="*/ 828273 h 1053866"/>
                <a:gd name="connsiteX23" fmla="*/ 415903 w 1451810"/>
                <a:gd name="connsiteY23" fmla="*/ 844351 h 1053866"/>
                <a:gd name="connsiteX24" fmla="*/ 397766 w 1451810"/>
                <a:gd name="connsiteY24" fmla="*/ 878974 h 1053866"/>
                <a:gd name="connsiteX25" fmla="*/ 394766 w 1451810"/>
                <a:gd name="connsiteY25" fmla="*/ 884999 h 1053866"/>
                <a:gd name="connsiteX26" fmla="*/ 378573 w 1451810"/>
                <a:gd name="connsiteY26" fmla="*/ 914537 h 1053866"/>
                <a:gd name="connsiteX27" fmla="*/ 359140 w 1451810"/>
                <a:gd name="connsiteY27" fmla="*/ 923422 h 1053866"/>
                <a:gd name="connsiteX28" fmla="*/ 316332 w 1451810"/>
                <a:gd name="connsiteY28" fmla="*/ 939767 h 1053866"/>
                <a:gd name="connsiteX29" fmla="*/ 294915 w 1451810"/>
                <a:gd name="connsiteY29" fmla="*/ 978584 h 1053866"/>
                <a:gd name="connsiteX30" fmla="*/ 237122 w 1451810"/>
                <a:gd name="connsiteY30" fmla="*/ 964603 h 1053866"/>
                <a:gd name="connsiteX31" fmla="*/ 229165 w 1451810"/>
                <a:gd name="connsiteY31" fmla="*/ 944737 h 1053866"/>
                <a:gd name="connsiteX32" fmla="*/ 215451 w 1451810"/>
                <a:gd name="connsiteY32" fmla="*/ 950482 h 1053866"/>
                <a:gd name="connsiteX33" fmla="*/ 205155 w 1451810"/>
                <a:gd name="connsiteY33" fmla="*/ 965391 h 1053866"/>
                <a:gd name="connsiteX34" fmla="*/ 155293 w 1451810"/>
                <a:gd name="connsiteY34" fmla="*/ 1015698 h 1053866"/>
                <a:gd name="connsiteX35" fmla="*/ 89645 w 1451810"/>
                <a:gd name="connsiteY35" fmla="*/ 1053867 h 1053866"/>
                <a:gd name="connsiteX36" fmla="*/ 66424 w 1451810"/>
                <a:gd name="connsiteY36" fmla="*/ 983414 h 1053866"/>
                <a:gd name="connsiteX37" fmla="*/ 44626 w 1451810"/>
                <a:gd name="connsiteY37" fmla="*/ 1008377 h 1053866"/>
                <a:gd name="connsiteX38" fmla="*/ 38105 w 1451810"/>
                <a:gd name="connsiteY38" fmla="*/ 1008504 h 1053866"/>
                <a:gd name="connsiteX39" fmla="*/ 11223 w 1451810"/>
                <a:gd name="connsiteY39" fmla="*/ 1005237 h 1053866"/>
                <a:gd name="connsiteX40" fmla="*/ 0 w 1451810"/>
                <a:gd name="connsiteY40" fmla="*/ 986299 h 1053866"/>
                <a:gd name="connsiteX41" fmla="*/ 48934 w 1451810"/>
                <a:gd name="connsiteY41" fmla="*/ 962124 h 1053866"/>
                <a:gd name="connsiteX42" fmla="*/ 58467 w 1451810"/>
                <a:gd name="connsiteY42" fmla="*/ 949694 h 1053866"/>
                <a:gd name="connsiteX43" fmla="*/ 69042 w 1451810"/>
                <a:gd name="connsiteY43" fmla="*/ 950227 h 1053866"/>
                <a:gd name="connsiteX44" fmla="*/ 71393 w 1451810"/>
                <a:gd name="connsiteY44" fmla="*/ 929573 h 1053866"/>
                <a:gd name="connsiteX45" fmla="*/ 84955 w 1451810"/>
                <a:gd name="connsiteY45" fmla="*/ 905259 h 1053866"/>
                <a:gd name="connsiteX46" fmla="*/ 102432 w 1451810"/>
                <a:gd name="connsiteY46" fmla="*/ 890998 h 1053866"/>
                <a:gd name="connsiteX47" fmla="*/ 183612 w 1451810"/>
                <a:gd name="connsiteY47" fmla="*/ 818982 h 1053866"/>
                <a:gd name="connsiteX48" fmla="*/ 211282 w 1451810"/>
                <a:gd name="connsiteY48" fmla="*/ 803564 h 1053866"/>
                <a:gd name="connsiteX49" fmla="*/ 230983 w 1451810"/>
                <a:gd name="connsiteY49" fmla="*/ 773632 h 1053866"/>
                <a:gd name="connsiteX50" fmla="*/ 220293 w 1451810"/>
                <a:gd name="connsiteY50" fmla="*/ 751542 h 1053866"/>
                <a:gd name="connsiteX51" fmla="*/ 230856 w 1451810"/>
                <a:gd name="connsiteY51" fmla="*/ 701883 h 1053866"/>
                <a:gd name="connsiteX52" fmla="*/ 207748 w 1451810"/>
                <a:gd name="connsiteY52" fmla="*/ 650114 h 1053866"/>
                <a:gd name="connsiteX53" fmla="*/ 221603 w 1451810"/>
                <a:gd name="connsiteY53" fmla="*/ 635879 h 1053866"/>
                <a:gd name="connsiteX54" fmla="*/ 250950 w 1451810"/>
                <a:gd name="connsiteY54" fmla="*/ 629079 h 1053866"/>
                <a:gd name="connsiteX55" fmla="*/ 272227 w 1451810"/>
                <a:gd name="connsiteY55" fmla="*/ 632104 h 1053866"/>
                <a:gd name="connsiteX56" fmla="*/ 283959 w 1451810"/>
                <a:gd name="connsiteY56" fmla="*/ 621376 h 1053866"/>
                <a:gd name="connsiteX57" fmla="*/ 318302 w 1451810"/>
                <a:gd name="connsiteY57" fmla="*/ 619025 h 1053866"/>
                <a:gd name="connsiteX58" fmla="*/ 342311 w 1451810"/>
                <a:gd name="connsiteY58" fmla="*/ 600328 h 1053866"/>
                <a:gd name="connsiteX59" fmla="*/ 361224 w 1451810"/>
                <a:gd name="connsiteY59" fmla="*/ 566481 h 1053866"/>
                <a:gd name="connsiteX60" fmla="*/ 347116 w 1451810"/>
                <a:gd name="connsiteY60" fmla="*/ 544505 h 1053866"/>
                <a:gd name="connsiteX61" fmla="*/ 356649 w 1451810"/>
                <a:gd name="connsiteY61" fmla="*/ 530397 h 1053866"/>
                <a:gd name="connsiteX62" fmla="*/ 398554 w 1451810"/>
                <a:gd name="connsiteY62" fmla="*/ 525300 h 1053866"/>
                <a:gd name="connsiteX63" fmla="*/ 422703 w 1451810"/>
                <a:gd name="connsiteY63" fmla="*/ 522033 h 1053866"/>
                <a:gd name="connsiteX64" fmla="*/ 444234 w 1451810"/>
                <a:gd name="connsiteY64" fmla="*/ 507518 h 1053866"/>
                <a:gd name="connsiteX65" fmla="*/ 455191 w 1451810"/>
                <a:gd name="connsiteY65" fmla="*/ 478768 h 1053866"/>
                <a:gd name="connsiteX66" fmla="*/ 413285 w 1451810"/>
                <a:gd name="connsiteY66" fmla="*/ 462181 h 1053866"/>
                <a:gd name="connsiteX67" fmla="*/ 423873 w 1451810"/>
                <a:gd name="connsiteY67" fmla="*/ 427419 h 1053866"/>
                <a:gd name="connsiteX68" fmla="*/ 402723 w 1451810"/>
                <a:gd name="connsiteY68" fmla="*/ 423873 h 1053866"/>
                <a:gd name="connsiteX69" fmla="*/ 398287 w 1451810"/>
                <a:gd name="connsiteY69" fmla="*/ 407146 h 1053866"/>
                <a:gd name="connsiteX70" fmla="*/ 354055 w 1451810"/>
                <a:gd name="connsiteY70" fmla="*/ 392250 h 1053866"/>
                <a:gd name="connsiteX71" fmla="*/ 330046 w 1451810"/>
                <a:gd name="connsiteY71" fmla="*/ 420339 h 1053866"/>
                <a:gd name="connsiteX72" fmla="*/ 273791 w 1451810"/>
                <a:gd name="connsiteY72" fmla="*/ 428461 h 1053866"/>
                <a:gd name="connsiteX73" fmla="*/ 195369 w 1451810"/>
                <a:gd name="connsiteY73" fmla="*/ 434994 h 1053866"/>
                <a:gd name="connsiteX74" fmla="*/ 167686 w 1451810"/>
                <a:gd name="connsiteY74" fmla="*/ 443345 h 1053866"/>
                <a:gd name="connsiteX75" fmla="*/ 138986 w 1451810"/>
                <a:gd name="connsiteY75" fmla="*/ 431855 h 1053866"/>
                <a:gd name="connsiteX76" fmla="*/ 84320 w 1451810"/>
                <a:gd name="connsiteY76" fmla="*/ 447793 h 1053866"/>
                <a:gd name="connsiteX77" fmla="*/ 93827 w 1451810"/>
                <a:gd name="connsiteY77" fmla="*/ 390292 h 1053866"/>
                <a:gd name="connsiteX78" fmla="*/ 116934 w 1451810"/>
                <a:gd name="connsiteY78" fmla="*/ 367160 h 1053866"/>
                <a:gd name="connsiteX79" fmla="*/ 137690 w 1451810"/>
                <a:gd name="connsiteY79" fmla="*/ 362317 h 1053866"/>
                <a:gd name="connsiteX80" fmla="*/ 142240 w 1451810"/>
                <a:gd name="connsiteY80" fmla="*/ 322191 h 1053866"/>
                <a:gd name="connsiteX81" fmla="*/ 154632 w 1451810"/>
                <a:gd name="connsiteY81" fmla="*/ 315137 h 1053866"/>
                <a:gd name="connsiteX82" fmla="*/ 153463 w 1451810"/>
                <a:gd name="connsiteY82" fmla="*/ 291470 h 1053866"/>
                <a:gd name="connsiteX83" fmla="*/ 205664 w 1451810"/>
                <a:gd name="connsiteY83" fmla="*/ 292398 h 1053866"/>
                <a:gd name="connsiteX84" fmla="*/ 209718 w 1451810"/>
                <a:gd name="connsiteY84" fmla="*/ 211218 h 1053866"/>
                <a:gd name="connsiteX85" fmla="*/ 257356 w 1451810"/>
                <a:gd name="connsiteY85" fmla="*/ 204037 h 1053866"/>
                <a:gd name="connsiteX86" fmla="*/ 270791 w 1451810"/>
                <a:gd name="connsiteY86" fmla="*/ 170571 h 1053866"/>
                <a:gd name="connsiteX87" fmla="*/ 322331 w 1451810"/>
                <a:gd name="connsiteY87" fmla="*/ 163123 h 1053866"/>
                <a:gd name="connsiteX88" fmla="*/ 332906 w 1451810"/>
                <a:gd name="connsiteY88" fmla="*/ 124827 h 1053866"/>
                <a:gd name="connsiteX89" fmla="*/ 331991 w 1451810"/>
                <a:gd name="connsiteY89" fmla="*/ 110833 h 1053866"/>
                <a:gd name="connsiteX90" fmla="*/ 313065 w 1451810"/>
                <a:gd name="connsiteY90" fmla="*/ 111507 h 1053866"/>
                <a:gd name="connsiteX91" fmla="*/ 299885 w 1451810"/>
                <a:gd name="connsiteY91" fmla="*/ 78562 h 1053866"/>
                <a:gd name="connsiteX92" fmla="*/ 304079 w 1451810"/>
                <a:gd name="connsiteY92" fmla="*/ 57259 h 1053866"/>
                <a:gd name="connsiteX93" fmla="*/ 296758 w 1451810"/>
                <a:gd name="connsiteY93" fmla="*/ 29030 h 1053866"/>
                <a:gd name="connsiteX94" fmla="*/ 341917 w 1451810"/>
                <a:gd name="connsiteY94" fmla="*/ 4576 h 1053866"/>
                <a:gd name="connsiteX95" fmla="*/ 374926 w 1451810"/>
                <a:gd name="connsiteY95" fmla="*/ 0 h 1053866"/>
                <a:gd name="connsiteX96" fmla="*/ 406510 w 1451810"/>
                <a:gd name="connsiteY96" fmla="*/ 20794 h 1053866"/>
                <a:gd name="connsiteX97" fmla="*/ 413552 w 1451810"/>
                <a:gd name="connsiteY97" fmla="*/ 19739 h 1053866"/>
                <a:gd name="connsiteX98" fmla="*/ 463541 w 1451810"/>
                <a:gd name="connsiteY98" fmla="*/ 28890 h 1053866"/>
                <a:gd name="connsiteX99" fmla="*/ 482467 w 1451810"/>
                <a:gd name="connsiteY99" fmla="*/ 49011 h 1053866"/>
                <a:gd name="connsiteX100" fmla="*/ 504265 w 1451810"/>
                <a:gd name="connsiteY100" fmla="*/ 32424 h 1053866"/>
                <a:gd name="connsiteX101" fmla="*/ 524881 w 1451810"/>
                <a:gd name="connsiteY101" fmla="*/ 24188 h 1053866"/>
                <a:gd name="connsiteX102" fmla="*/ 557635 w 1451810"/>
                <a:gd name="connsiteY102" fmla="*/ 28890 h 1053866"/>
                <a:gd name="connsiteX103" fmla="*/ 589080 w 1451810"/>
                <a:gd name="connsiteY103" fmla="*/ 1970 h 1053866"/>
                <a:gd name="connsiteX104" fmla="*/ 614653 w 1451810"/>
                <a:gd name="connsiteY104" fmla="*/ 7575 h 1053866"/>
                <a:gd name="connsiteX105" fmla="*/ 641281 w 1451810"/>
                <a:gd name="connsiteY105" fmla="*/ 24709 h 1053866"/>
                <a:gd name="connsiteX106" fmla="*/ 653292 w 1451810"/>
                <a:gd name="connsiteY106" fmla="*/ 42350 h 1053866"/>
                <a:gd name="connsiteX107" fmla="*/ 694409 w 1451810"/>
                <a:gd name="connsiteY107" fmla="*/ 38957 h 1053866"/>
                <a:gd name="connsiteX108" fmla="*/ 735108 w 1451810"/>
                <a:gd name="connsiteY108" fmla="*/ 29411 h 1053866"/>
                <a:gd name="connsiteX109" fmla="*/ 740458 w 1451810"/>
                <a:gd name="connsiteY109" fmla="*/ 46011 h 1053866"/>
                <a:gd name="connsiteX110" fmla="*/ 723897 w 1451810"/>
                <a:gd name="connsiteY110" fmla="*/ 57768 h 1053866"/>
                <a:gd name="connsiteX111" fmla="*/ 691397 w 1451810"/>
                <a:gd name="connsiteY111" fmla="*/ 121433 h 1053866"/>
                <a:gd name="connsiteX112" fmla="*/ 691397 w 1451810"/>
                <a:gd name="connsiteY112" fmla="*/ 145354 h 1053866"/>
                <a:gd name="connsiteX113" fmla="*/ 674416 w 1451810"/>
                <a:gd name="connsiteY113" fmla="*/ 184692 h 1053866"/>
                <a:gd name="connsiteX114" fmla="*/ 719461 w 1451810"/>
                <a:gd name="connsiteY114" fmla="*/ 196589 h 1053866"/>
                <a:gd name="connsiteX115" fmla="*/ 739810 w 1451810"/>
                <a:gd name="connsiteY115" fmla="*/ 203249 h 1053866"/>
                <a:gd name="connsiteX116" fmla="*/ 777649 w 1451810"/>
                <a:gd name="connsiteY116" fmla="*/ 190310 h 1053866"/>
                <a:gd name="connsiteX117" fmla="*/ 807136 w 1451810"/>
                <a:gd name="connsiteY117" fmla="*/ 197364 h 1053866"/>
                <a:gd name="connsiteX118" fmla="*/ 826074 w 1451810"/>
                <a:gd name="connsiteY118" fmla="*/ 244684 h 1053866"/>
                <a:gd name="connsiteX119" fmla="*/ 872657 w 1451810"/>
                <a:gd name="connsiteY119" fmla="*/ 227551 h 1053866"/>
                <a:gd name="connsiteX120" fmla="*/ 898624 w 1451810"/>
                <a:gd name="connsiteY120" fmla="*/ 204558 h 1053866"/>
                <a:gd name="connsiteX121" fmla="*/ 922901 w 1451810"/>
                <a:gd name="connsiteY121" fmla="*/ 212133 h 1053866"/>
                <a:gd name="connsiteX122" fmla="*/ 941165 w 1451810"/>
                <a:gd name="connsiteY122" fmla="*/ 196195 h 1053866"/>
                <a:gd name="connsiteX123" fmla="*/ 992845 w 1451810"/>
                <a:gd name="connsiteY123" fmla="*/ 190971 h 1053866"/>
                <a:gd name="connsiteX124" fmla="*/ 989579 w 1451810"/>
                <a:gd name="connsiteY124" fmla="*/ 217878 h 1053866"/>
                <a:gd name="connsiteX125" fmla="*/ 1056790 w 1451810"/>
                <a:gd name="connsiteY125" fmla="*/ 252526 h 1053866"/>
                <a:gd name="connsiteX126" fmla="*/ 1052100 w 1451810"/>
                <a:gd name="connsiteY126" fmla="*/ 268986 h 1053866"/>
                <a:gd name="connsiteX127" fmla="*/ 1064111 w 1451810"/>
                <a:gd name="connsiteY127" fmla="*/ 269774 h 1053866"/>
                <a:gd name="connsiteX128" fmla="*/ 1089938 w 1451810"/>
                <a:gd name="connsiteY128" fmla="*/ 271477 h 1053866"/>
                <a:gd name="connsiteX129" fmla="*/ 1093332 w 1451810"/>
                <a:gd name="connsiteY129" fmla="*/ 285738 h 1053866"/>
                <a:gd name="connsiteX130" fmla="*/ 1165501 w 1451810"/>
                <a:gd name="connsiteY130" fmla="*/ 329766 h 1053866"/>
                <a:gd name="connsiteX131" fmla="*/ 1166161 w 1451810"/>
                <a:gd name="connsiteY131" fmla="*/ 345057 h 1053866"/>
                <a:gd name="connsiteX132" fmla="*/ 1162247 w 1451810"/>
                <a:gd name="connsiteY132" fmla="*/ 371596 h 1053866"/>
                <a:gd name="connsiteX133" fmla="*/ 1214053 w 1451810"/>
                <a:gd name="connsiteY133" fmla="*/ 370693 h 1053866"/>
                <a:gd name="connsiteX134" fmla="*/ 1211562 w 1451810"/>
                <a:gd name="connsiteY134" fmla="*/ 378904 h 1053866"/>
                <a:gd name="connsiteX135" fmla="*/ 1246935 w 1451810"/>
                <a:gd name="connsiteY135" fmla="*/ 393025 h 1053866"/>
                <a:gd name="connsiteX136" fmla="*/ 1256849 w 1451810"/>
                <a:gd name="connsiteY136" fmla="*/ 399685 h 1053866"/>
                <a:gd name="connsiteX137" fmla="*/ 1315710 w 1451810"/>
                <a:gd name="connsiteY137" fmla="*/ 404134 h 1053866"/>
                <a:gd name="connsiteX138" fmla="*/ 1329284 w 1451810"/>
                <a:gd name="connsiteY138" fmla="*/ 401134 h 1053866"/>
                <a:gd name="connsiteX139" fmla="*/ 1378867 w 1451810"/>
                <a:gd name="connsiteY139" fmla="*/ 396825 h 1053866"/>
                <a:gd name="connsiteX140" fmla="*/ 1420899 w 1451810"/>
                <a:gd name="connsiteY140" fmla="*/ 432503 h 1053866"/>
                <a:gd name="connsiteX141" fmla="*/ 1415421 w 1451810"/>
                <a:gd name="connsiteY141" fmla="*/ 462181 h 1053866"/>
                <a:gd name="connsiteX142" fmla="*/ 1446460 w 1451810"/>
                <a:gd name="connsiteY142" fmla="*/ 476683 h 1053866"/>
                <a:gd name="connsiteX143" fmla="*/ 1382794 w 1451810"/>
                <a:gd name="connsiteY143" fmla="*/ 537070 h 1053866"/>
                <a:gd name="connsiteX144" fmla="*/ 1402101 w 1451810"/>
                <a:gd name="connsiteY144" fmla="*/ 545052 h 1053866"/>
                <a:gd name="connsiteX145" fmla="*/ 1444642 w 1451810"/>
                <a:gd name="connsiteY145" fmla="*/ 527397 h 1053866"/>
                <a:gd name="connsiteX146" fmla="*/ 1451810 w 1451810"/>
                <a:gd name="connsiteY146" fmla="*/ 547899 h 1053866"/>
                <a:gd name="connsiteX147" fmla="*/ 1322357 w 1451810"/>
                <a:gd name="connsiteY147" fmla="*/ 605552 h 1053866"/>
                <a:gd name="connsiteX148" fmla="*/ 1288815 w 1451810"/>
                <a:gd name="connsiteY148" fmla="*/ 591177 h 1053866"/>
                <a:gd name="connsiteX149" fmla="*/ 1224107 w 1451810"/>
                <a:gd name="connsiteY149" fmla="*/ 586080 h 1053866"/>
                <a:gd name="connsiteX150" fmla="*/ 1220447 w 1451810"/>
                <a:gd name="connsiteY150" fmla="*/ 586728 h 1053866"/>
                <a:gd name="connsiteX151" fmla="*/ 1181693 w 1451810"/>
                <a:gd name="connsiteY151" fmla="*/ 591698 h 1053866"/>
                <a:gd name="connsiteX152" fmla="*/ 1119833 w 1451810"/>
                <a:gd name="connsiteY152" fmla="*/ 572874 h 1053866"/>
                <a:gd name="connsiteX153" fmla="*/ 1115905 w 1451810"/>
                <a:gd name="connsiteY153" fmla="*/ 565820 h 1053866"/>
                <a:gd name="connsiteX154" fmla="*/ 1108330 w 1451810"/>
                <a:gd name="connsiteY154" fmla="*/ 563481 h 1053866"/>
                <a:gd name="connsiteX155" fmla="*/ 1100640 w 1451810"/>
                <a:gd name="connsiteY155" fmla="*/ 561638 h 1053866"/>
                <a:gd name="connsiteX156" fmla="*/ 1035780 w 1451810"/>
                <a:gd name="connsiteY156" fmla="*/ 594316 h 105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451810" h="1053866">
                  <a:moveTo>
                    <a:pt x="1035780" y="594316"/>
                  </a:moveTo>
                  <a:lnTo>
                    <a:pt x="1033569" y="594965"/>
                  </a:lnTo>
                  <a:lnTo>
                    <a:pt x="1011771" y="594316"/>
                  </a:lnTo>
                  <a:lnTo>
                    <a:pt x="950825" y="647394"/>
                  </a:lnTo>
                  <a:lnTo>
                    <a:pt x="895370" y="657829"/>
                  </a:lnTo>
                  <a:lnTo>
                    <a:pt x="870967" y="655605"/>
                  </a:lnTo>
                  <a:lnTo>
                    <a:pt x="843945" y="654830"/>
                  </a:lnTo>
                  <a:lnTo>
                    <a:pt x="798671" y="646593"/>
                  </a:lnTo>
                  <a:lnTo>
                    <a:pt x="758736" y="644242"/>
                  </a:lnTo>
                  <a:lnTo>
                    <a:pt x="753906" y="644763"/>
                  </a:lnTo>
                  <a:lnTo>
                    <a:pt x="745022" y="624516"/>
                  </a:lnTo>
                  <a:lnTo>
                    <a:pt x="681610" y="628418"/>
                  </a:lnTo>
                  <a:lnTo>
                    <a:pt x="659024" y="631557"/>
                  </a:lnTo>
                  <a:lnTo>
                    <a:pt x="672738" y="661236"/>
                  </a:lnTo>
                  <a:lnTo>
                    <a:pt x="669726" y="686453"/>
                  </a:lnTo>
                  <a:lnTo>
                    <a:pt x="629155" y="702938"/>
                  </a:lnTo>
                  <a:lnTo>
                    <a:pt x="632549" y="770772"/>
                  </a:lnTo>
                  <a:lnTo>
                    <a:pt x="506603" y="798341"/>
                  </a:lnTo>
                  <a:lnTo>
                    <a:pt x="488326" y="765802"/>
                  </a:lnTo>
                  <a:lnTo>
                    <a:pt x="444870" y="783584"/>
                  </a:lnTo>
                  <a:lnTo>
                    <a:pt x="442646" y="787626"/>
                  </a:lnTo>
                  <a:lnTo>
                    <a:pt x="446179" y="815207"/>
                  </a:lnTo>
                  <a:lnTo>
                    <a:pt x="422157" y="828273"/>
                  </a:lnTo>
                  <a:lnTo>
                    <a:pt x="415903" y="844351"/>
                  </a:lnTo>
                  <a:lnTo>
                    <a:pt x="397766" y="878974"/>
                  </a:lnTo>
                  <a:lnTo>
                    <a:pt x="394766" y="884999"/>
                  </a:lnTo>
                  <a:lnTo>
                    <a:pt x="378573" y="914537"/>
                  </a:lnTo>
                  <a:lnTo>
                    <a:pt x="359140" y="923422"/>
                  </a:lnTo>
                  <a:lnTo>
                    <a:pt x="316332" y="939767"/>
                  </a:lnTo>
                  <a:lnTo>
                    <a:pt x="294915" y="978584"/>
                  </a:lnTo>
                  <a:lnTo>
                    <a:pt x="237122" y="964603"/>
                  </a:lnTo>
                  <a:lnTo>
                    <a:pt x="229165" y="944737"/>
                  </a:lnTo>
                  <a:lnTo>
                    <a:pt x="215451" y="950482"/>
                  </a:lnTo>
                  <a:lnTo>
                    <a:pt x="205155" y="965391"/>
                  </a:lnTo>
                  <a:lnTo>
                    <a:pt x="155293" y="1015698"/>
                  </a:lnTo>
                  <a:lnTo>
                    <a:pt x="89645" y="1053867"/>
                  </a:lnTo>
                  <a:lnTo>
                    <a:pt x="66424" y="983414"/>
                  </a:lnTo>
                  <a:lnTo>
                    <a:pt x="44626" y="1008377"/>
                  </a:lnTo>
                  <a:lnTo>
                    <a:pt x="38105" y="1008504"/>
                  </a:lnTo>
                  <a:lnTo>
                    <a:pt x="11223" y="1005237"/>
                  </a:lnTo>
                  <a:lnTo>
                    <a:pt x="0" y="986299"/>
                  </a:lnTo>
                  <a:lnTo>
                    <a:pt x="48934" y="962124"/>
                  </a:lnTo>
                  <a:lnTo>
                    <a:pt x="58467" y="949694"/>
                  </a:lnTo>
                  <a:lnTo>
                    <a:pt x="69042" y="950227"/>
                  </a:lnTo>
                  <a:lnTo>
                    <a:pt x="71393" y="929573"/>
                  </a:lnTo>
                  <a:lnTo>
                    <a:pt x="84955" y="905259"/>
                  </a:lnTo>
                  <a:lnTo>
                    <a:pt x="102432" y="890998"/>
                  </a:lnTo>
                  <a:lnTo>
                    <a:pt x="183612" y="818982"/>
                  </a:lnTo>
                  <a:lnTo>
                    <a:pt x="211282" y="803564"/>
                  </a:lnTo>
                  <a:lnTo>
                    <a:pt x="230983" y="773632"/>
                  </a:lnTo>
                  <a:lnTo>
                    <a:pt x="220293" y="751542"/>
                  </a:lnTo>
                  <a:lnTo>
                    <a:pt x="230856" y="701883"/>
                  </a:lnTo>
                  <a:lnTo>
                    <a:pt x="207748" y="650114"/>
                  </a:lnTo>
                  <a:lnTo>
                    <a:pt x="221603" y="635879"/>
                  </a:lnTo>
                  <a:lnTo>
                    <a:pt x="250950" y="629079"/>
                  </a:lnTo>
                  <a:lnTo>
                    <a:pt x="272227" y="632104"/>
                  </a:lnTo>
                  <a:lnTo>
                    <a:pt x="283959" y="621376"/>
                  </a:lnTo>
                  <a:lnTo>
                    <a:pt x="318302" y="619025"/>
                  </a:lnTo>
                  <a:lnTo>
                    <a:pt x="342311" y="600328"/>
                  </a:lnTo>
                  <a:lnTo>
                    <a:pt x="361224" y="566481"/>
                  </a:lnTo>
                  <a:lnTo>
                    <a:pt x="347116" y="544505"/>
                  </a:lnTo>
                  <a:lnTo>
                    <a:pt x="356649" y="530397"/>
                  </a:lnTo>
                  <a:lnTo>
                    <a:pt x="398554" y="525300"/>
                  </a:lnTo>
                  <a:lnTo>
                    <a:pt x="422703" y="522033"/>
                  </a:lnTo>
                  <a:lnTo>
                    <a:pt x="444234" y="507518"/>
                  </a:lnTo>
                  <a:lnTo>
                    <a:pt x="455191" y="478768"/>
                  </a:lnTo>
                  <a:lnTo>
                    <a:pt x="413285" y="462181"/>
                  </a:lnTo>
                  <a:lnTo>
                    <a:pt x="423873" y="427419"/>
                  </a:lnTo>
                  <a:lnTo>
                    <a:pt x="402723" y="423873"/>
                  </a:lnTo>
                  <a:lnTo>
                    <a:pt x="398287" y="407146"/>
                  </a:lnTo>
                  <a:lnTo>
                    <a:pt x="354055" y="392250"/>
                  </a:lnTo>
                  <a:lnTo>
                    <a:pt x="330046" y="420339"/>
                  </a:lnTo>
                  <a:lnTo>
                    <a:pt x="273791" y="428461"/>
                  </a:lnTo>
                  <a:lnTo>
                    <a:pt x="195369" y="434994"/>
                  </a:lnTo>
                  <a:lnTo>
                    <a:pt x="167686" y="443345"/>
                  </a:lnTo>
                  <a:lnTo>
                    <a:pt x="138986" y="431855"/>
                  </a:lnTo>
                  <a:lnTo>
                    <a:pt x="84320" y="447793"/>
                  </a:lnTo>
                  <a:lnTo>
                    <a:pt x="93827" y="390292"/>
                  </a:lnTo>
                  <a:lnTo>
                    <a:pt x="116934" y="367160"/>
                  </a:lnTo>
                  <a:lnTo>
                    <a:pt x="137690" y="362317"/>
                  </a:lnTo>
                  <a:lnTo>
                    <a:pt x="142240" y="322191"/>
                  </a:lnTo>
                  <a:lnTo>
                    <a:pt x="154632" y="315137"/>
                  </a:lnTo>
                  <a:lnTo>
                    <a:pt x="153463" y="291470"/>
                  </a:lnTo>
                  <a:lnTo>
                    <a:pt x="205664" y="292398"/>
                  </a:lnTo>
                  <a:lnTo>
                    <a:pt x="209718" y="211218"/>
                  </a:lnTo>
                  <a:lnTo>
                    <a:pt x="257356" y="204037"/>
                  </a:lnTo>
                  <a:lnTo>
                    <a:pt x="270791" y="170571"/>
                  </a:lnTo>
                  <a:lnTo>
                    <a:pt x="322331" y="163123"/>
                  </a:lnTo>
                  <a:lnTo>
                    <a:pt x="332906" y="124827"/>
                  </a:lnTo>
                  <a:lnTo>
                    <a:pt x="331991" y="110833"/>
                  </a:lnTo>
                  <a:lnTo>
                    <a:pt x="313065" y="111507"/>
                  </a:lnTo>
                  <a:lnTo>
                    <a:pt x="299885" y="78562"/>
                  </a:lnTo>
                  <a:lnTo>
                    <a:pt x="304079" y="57259"/>
                  </a:lnTo>
                  <a:lnTo>
                    <a:pt x="296758" y="29030"/>
                  </a:lnTo>
                  <a:lnTo>
                    <a:pt x="341917" y="4576"/>
                  </a:lnTo>
                  <a:lnTo>
                    <a:pt x="374926" y="0"/>
                  </a:lnTo>
                  <a:lnTo>
                    <a:pt x="406510" y="20794"/>
                  </a:lnTo>
                  <a:lnTo>
                    <a:pt x="413552" y="19739"/>
                  </a:lnTo>
                  <a:lnTo>
                    <a:pt x="463541" y="28890"/>
                  </a:lnTo>
                  <a:lnTo>
                    <a:pt x="482467" y="49011"/>
                  </a:lnTo>
                  <a:lnTo>
                    <a:pt x="504265" y="32424"/>
                  </a:lnTo>
                  <a:lnTo>
                    <a:pt x="524881" y="24188"/>
                  </a:lnTo>
                  <a:lnTo>
                    <a:pt x="557635" y="28890"/>
                  </a:lnTo>
                  <a:lnTo>
                    <a:pt x="589080" y="1970"/>
                  </a:lnTo>
                  <a:lnTo>
                    <a:pt x="614653" y="7575"/>
                  </a:lnTo>
                  <a:lnTo>
                    <a:pt x="641281" y="24709"/>
                  </a:lnTo>
                  <a:lnTo>
                    <a:pt x="653292" y="42350"/>
                  </a:lnTo>
                  <a:lnTo>
                    <a:pt x="694409" y="38957"/>
                  </a:lnTo>
                  <a:lnTo>
                    <a:pt x="735108" y="29411"/>
                  </a:lnTo>
                  <a:lnTo>
                    <a:pt x="740458" y="46011"/>
                  </a:lnTo>
                  <a:lnTo>
                    <a:pt x="723897" y="57768"/>
                  </a:lnTo>
                  <a:lnTo>
                    <a:pt x="691397" y="121433"/>
                  </a:lnTo>
                  <a:lnTo>
                    <a:pt x="691397" y="145354"/>
                  </a:lnTo>
                  <a:lnTo>
                    <a:pt x="674416" y="184692"/>
                  </a:lnTo>
                  <a:lnTo>
                    <a:pt x="719461" y="196589"/>
                  </a:lnTo>
                  <a:lnTo>
                    <a:pt x="739810" y="203249"/>
                  </a:lnTo>
                  <a:lnTo>
                    <a:pt x="777649" y="190310"/>
                  </a:lnTo>
                  <a:lnTo>
                    <a:pt x="807136" y="197364"/>
                  </a:lnTo>
                  <a:lnTo>
                    <a:pt x="826074" y="244684"/>
                  </a:lnTo>
                  <a:lnTo>
                    <a:pt x="872657" y="227551"/>
                  </a:lnTo>
                  <a:lnTo>
                    <a:pt x="898624" y="204558"/>
                  </a:lnTo>
                  <a:lnTo>
                    <a:pt x="922901" y="212133"/>
                  </a:lnTo>
                  <a:lnTo>
                    <a:pt x="941165" y="196195"/>
                  </a:lnTo>
                  <a:lnTo>
                    <a:pt x="992845" y="190971"/>
                  </a:lnTo>
                  <a:lnTo>
                    <a:pt x="989579" y="217878"/>
                  </a:lnTo>
                  <a:lnTo>
                    <a:pt x="1056790" y="252526"/>
                  </a:lnTo>
                  <a:lnTo>
                    <a:pt x="1052100" y="268986"/>
                  </a:lnTo>
                  <a:lnTo>
                    <a:pt x="1064111" y="269774"/>
                  </a:lnTo>
                  <a:lnTo>
                    <a:pt x="1089938" y="271477"/>
                  </a:lnTo>
                  <a:lnTo>
                    <a:pt x="1093332" y="285738"/>
                  </a:lnTo>
                  <a:lnTo>
                    <a:pt x="1165501" y="329766"/>
                  </a:lnTo>
                  <a:lnTo>
                    <a:pt x="1166161" y="345057"/>
                  </a:lnTo>
                  <a:lnTo>
                    <a:pt x="1162247" y="371596"/>
                  </a:lnTo>
                  <a:lnTo>
                    <a:pt x="1214053" y="370693"/>
                  </a:lnTo>
                  <a:lnTo>
                    <a:pt x="1211562" y="378904"/>
                  </a:lnTo>
                  <a:lnTo>
                    <a:pt x="1246935" y="393025"/>
                  </a:lnTo>
                  <a:lnTo>
                    <a:pt x="1256849" y="399685"/>
                  </a:lnTo>
                  <a:lnTo>
                    <a:pt x="1315710" y="404134"/>
                  </a:lnTo>
                  <a:lnTo>
                    <a:pt x="1329284" y="401134"/>
                  </a:lnTo>
                  <a:lnTo>
                    <a:pt x="1378867" y="396825"/>
                  </a:lnTo>
                  <a:lnTo>
                    <a:pt x="1420899" y="432503"/>
                  </a:lnTo>
                  <a:lnTo>
                    <a:pt x="1415421" y="462181"/>
                  </a:lnTo>
                  <a:lnTo>
                    <a:pt x="1446460" y="476683"/>
                  </a:lnTo>
                  <a:lnTo>
                    <a:pt x="1382794" y="537070"/>
                  </a:lnTo>
                  <a:lnTo>
                    <a:pt x="1402101" y="545052"/>
                  </a:lnTo>
                  <a:lnTo>
                    <a:pt x="1444642" y="527397"/>
                  </a:lnTo>
                  <a:lnTo>
                    <a:pt x="1451810" y="547899"/>
                  </a:lnTo>
                  <a:lnTo>
                    <a:pt x="1322357" y="605552"/>
                  </a:lnTo>
                  <a:lnTo>
                    <a:pt x="1288815" y="591177"/>
                  </a:lnTo>
                  <a:lnTo>
                    <a:pt x="1224107" y="586080"/>
                  </a:lnTo>
                  <a:lnTo>
                    <a:pt x="1220447" y="586728"/>
                  </a:lnTo>
                  <a:lnTo>
                    <a:pt x="1181693" y="591698"/>
                  </a:lnTo>
                  <a:lnTo>
                    <a:pt x="1119833" y="572874"/>
                  </a:lnTo>
                  <a:lnTo>
                    <a:pt x="1115905" y="565820"/>
                  </a:lnTo>
                  <a:lnTo>
                    <a:pt x="1108330" y="563481"/>
                  </a:lnTo>
                  <a:lnTo>
                    <a:pt x="1100640" y="561638"/>
                  </a:lnTo>
                  <a:lnTo>
                    <a:pt x="1035780" y="594316"/>
                  </a:lnTo>
                  <a:close/>
                </a:path>
              </a:pathLst>
            </a:custGeom>
            <a:noFill/>
            <a:ln w="3810" cap="flat">
              <a:solidFill>
                <a:srgbClr val="E6E4E2"/>
              </a:solidFill>
              <a:prstDash val="solid"/>
              <a:miter/>
            </a:ln>
          </p:spPr>
          <p:txBody>
            <a:bodyPr rtlCol="0" anchor="ctr"/>
            <a:lstStyle/>
            <a:p>
              <a:endParaRPr lang="de-CH"/>
            </a:p>
          </p:txBody>
        </p:sp>
        <p:sp>
          <p:nvSpPr>
            <p:cNvPr id="134" name="Freihandform: Form 133">
              <a:extLst>
                <a:ext uri="{FF2B5EF4-FFF2-40B4-BE49-F238E27FC236}">
                  <a16:creationId xmlns:a16="http://schemas.microsoft.com/office/drawing/2014/main" id="{F5D5ABB8-25CE-1DB4-84A7-24A66EBEF5F2}"/>
                </a:ext>
              </a:extLst>
            </p:cNvPr>
            <p:cNvSpPr/>
            <p:nvPr/>
          </p:nvSpPr>
          <p:spPr>
            <a:xfrm>
              <a:off x="6984350" y="1778936"/>
              <a:ext cx="113807" cy="155026"/>
            </a:xfrm>
            <a:custGeom>
              <a:avLst/>
              <a:gdLst>
                <a:gd name="connsiteX0" fmla="*/ 8490 w 113807"/>
                <a:gd name="connsiteY0" fmla="*/ 3012 h 155026"/>
                <a:gd name="connsiteX1" fmla="*/ 23628 w 113807"/>
                <a:gd name="connsiteY1" fmla="*/ 0 h 155026"/>
                <a:gd name="connsiteX2" fmla="*/ 44499 w 113807"/>
                <a:gd name="connsiteY2" fmla="*/ 26679 h 155026"/>
                <a:gd name="connsiteX3" fmla="*/ 57425 w 113807"/>
                <a:gd name="connsiteY3" fmla="*/ 33212 h 155026"/>
                <a:gd name="connsiteX4" fmla="*/ 73999 w 113807"/>
                <a:gd name="connsiteY4" fmla="*/ 60399 h 155026"/>
                <a:gd name="connsiteX5" fmla="*/ 76999 w 113807"/>
                <a:gd name="connsiteY5" fmla="*/ 69283 h 155026"/>
                <a:gd name="connsiteX6" fmla="*/ 75829 w 113807"/>
                <a:gd name="connsiteY6" fmla="*/ 87586 h 155026"/>
                <a:gd name="connsiteX7" fmla="*/ 79871 w 113807"/>
                <a:gd name="connsiteY7" fmla="*/ 96598 h 155026"/>
                <a:gd name="connsiteX8" fmla="*/ 92912 w 113807"/>
                <a:gd name="connsiteY8" fmla="*/ 107706 h 155026"/>
                <a:gd name="connsiteX9" fmla="*/ 113807 w 113807"/>
                <a:gd name="connsiteY9" fmla="*/ 119082 h 155026"/>
                <a:gd name="connsiteX10" fmla="*/ 113668 w 113807"/>
                <a:gd name="connsiteY10" fmla="*/ 131881 h 155026"/>
                <a:gd name="connsiteX11" fmla="*/ 110007 w 113807"/>
                <a:gd name="connsiteY11" fmla="*/ 140257 h 155026"/>
                <a:gd name="connsiteX12" fmla="*/ 98275 w 113807"/>
                <a:gd name="connsiteY12" fmla="*/ 140499 h 155026"/>
                <a:gd name="connsiteX13" fmla="*/ 94094 w 113807"/>
                <a:gd name="connsiteY13" fmla="*/ 147311 h 155026"/>
                <a:gd name="connsiteX14" fmla="*/ 94742 w 113807"/>
                <a:gd name="connsiteY14" fmla="*/ 155026 h 155026"/>
                <a:gd name="connsiteX15" fmla="*/ 81434 w 113807"/>
                <a:gd name="connsiteY15" fmla="*/ 154365 h 155026"/>
                <a:gd name="connsiteX16" fmla="*/ 77647 w 113807"/>
                <a:gd name="connsiteY16" fmla="*/ 145608 h 155026"/>
                <a:gd name="connsiteX17" fmla="*/ 78180 w 113807"/>
                <a:gd name="connsiteY17" fmla="*/ 136063 h 155026"/>
                <a:gd name="connsiteX18" fmla="*/ 72817 w 113807"/>
                <a:gd name="connsiteY18" fmla="*/ 127051 h 155026"/>
                <a:gd name="connsiteX19" fmla="*/ 63424 w 113807"/>
                <a:gd name="connsiteY19" fmla="*/ 105876 h 155026"/>
                <a:gd name="connsiteX20" fmla="*/ 46850 w 113807"/>
                <a:gd name="connsiteY20" fmla="*/ 81689 h 155026"/>
                <a:gd name="connsiteX21" fmla="*/ 36809 w 113807"/>
                <a:gd name="connsiteY21" fmla="*/ 79858 h 155026"/>
                <a:gd name="connsiteX22" fmla="*/ 29755 w 113807"/>
                <a:gd name="connsiteY22" fmla="*/ 73465 h 155026"/>
                <a:gd name="connsiteX23" fmla="*/ 24404 w 113807"/>
                <a:gd name="connsiteY23" fmla="*/ 60399 h 155026"/>
                <a:gd name="connsiteX24" fmla="*/ 17235 w 113807"/>
                <a:gd name="connsiteY24" fmla="*/ 56993 h 155026"/>
                <a:gd name="connsiteX25" fmla="*/ 9139 w 113807"/>
                <a:gd name="connsiteY25" fmla="*/ 46672 h 155026"/>
                <a:gd name="connsiteX26" fmla="*/ 1169 w 113807"/>
                <a:gd name="connsiteY26" fmla="*/ 33212 h 155026"/>
                <a:gd name="connsiteX27" fmla="*/ 0 w 113807"/>
                <a:gd name="connsiteY27" fmla="*/ 18176 h 155026"/>
                <a:gd name="connsiteX28" fmla="*/ 1970 w 113807"/>
                <a:gd name="connsiteY28" fmla="*/ 7715 h 155026"/>
                <a:gd name="connsiteX29" fmla="*/ 8490 w 113807"/>
                <a:gd name="connsiteY29" fmla="*/ 3012 h 1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3807" h="155026">
                  <a:moveTo>
                    <a:pt x="8490" y="3012"/>
                  </a:moveTo>
                  <a:lnTo>
                    <a:pt x="23628" y="0"/>
                  </a:lnTo>
                  <a:lnTo>
                    <a:pt x="44499" y="26679"/>
                  </a:lnTo>
                  <a:lnTo>
                    <a:pt x="57425" y="33212"/>
                  </a:lnTo>
                  <a:lnTo>
                    <a:pt x="73999" y="60399"/>
                  </a:lnTo>
                  <a:lnTo>
                    <a:pt x="76999" y="69283"/>
                  </a:lnTo>
                  <a:lnTo>
                    <a:pt x="75829" y="87586"/>
                  </a:lnTo>
                  <a:lnTo>
                    <a:pt x="79871" y="96598"/>
                  </a:lnTo>
                  <a:lnTo>
                    <a:pt x="92912" y="107706"/>
                  </a:lnTo>
                  <a:lnTo>
                    <a:pt x="113807" y="119082"/>
                  </a:lnTo>
                  <a:lnTo>
                    <a:pt x="113668" y="131881"/>
                  </a:lnTo>
                  <a:lnTo>
                    <a:pt x="110007" y="140257"/>
                  </a:lnTo>
                  <a:lnTo>
                    <a:pt x="98275" y="140499"/>
                  </a:lnTo>
                  <a:lnTo>
                    <a:pt x="94094" y="147311"/>
                  </a:lnTo>
                  <a:lnTo>
                    <a:pt x="94742" y="155026"/>
                  </a:lnTo>
                  <a:lnTo>
                    <a:pt x="81434" y="154365"/>
                  </a:lnTo>
                  <a:lnTo>
                    <a:pt x="77647" y="145608"/>
                  </a:lnTo>
                  <a:lnTo>
                    <a:pt x="78180" y="136063"/>
                  </a:lnTo>
                  <a:lnTo>
                    <a:pt x="72817" y="127051"/>
                  </a:lnTo>
                  <a:lnTo>
                    <a:pt x="63424" y="105876"/>
                  </a:lnTo>
                  <a:lnTo>
                    <a:pt x="46850" y="81689"/>
                  </a:lnTo>
                  <a:lnTo>
                    <a:pt x="36809" y="79858"/>
                  </a:lnTo>
                  <a:lnTo>
                    <a:pt x="29755" y="73465"/>
                  </a:lnTo>
                  <a:lnTo>
                    <a:pt x="24404" y="60399"/>
                  </a:lnTo>
                  <a:lnTo>
                    <a:pt x="17235" y="56993"/>
                  </a:lnTo>
                  <a:lnTo>
                    <a:pt x="9139" y="46672"/>
                  </a:lnTo>
                  <a:lnTo>
                    <a:pt x="1169" y="33212"/>
                  </a:lnTo>
                  <a:lnTo>
                    <a:pt x="0" y="18176"/>
                  </a:lnTo>
                  <a:lnTo>
                    <a:pt x="1970" y="7715"/>
                  </a:lnTo>
                  <a:lnTo>
                    <a:pt x="8490" y="3012"/>
                  </a:lnTo>
                  <a:close/>
                </a:path>
              </a:pathLst>
            </a:custGeom>
            <a:solidFill>
              <a:srgbClr val="BAE0DF"/>
            </a:solidFill>
            <a:ln w="12700" cap="flat">
              <a:noFill/>
              <a:prstDash val="solid"/>
              <a:miter/>
            </a:ln>
          </p:spPr>
          <p:txBody>
            <a:bodyPr rtlCol="0" anchor="ctr"/>
            <a:lstStyle/>
            <a:p>
              <a:endParaRPr lang="de-CH"/>
            </a:p>
          </p:txBody>
        </p:sp>
        <p:sp>
          <p:nvSpPr>
            <p:cNvPr id="135" name="Freihandform: Form 134">
              <a:extLst>
                <a:ext uri="{FF2B5EF4-FFF2-40B4-BE49-F238E27FC236}">
                  <a16:creationId xmlns:a16="http://schemas.microsoft.com/office/drawing/2014/main" id="{973A6E65-128B-DDE9-BCFF-05E711C59E70}"/>
                </a:ext>
              </a:extLst>
            </p:cNvPr>
            <p:cNvSpPr/>
            <p:nvPr/>
          </p:nvSpPr>
          <p:spPr>
            <a:xfrm>
              <a:off x="6749440" y="1803912"/>
              <a:ext cx="837551" cy="510276"/>
            </a:xfrm>
            <a:custGeom>
              <a:avLst/>
              <a:gdLst>
                <a:gd name="connsiteX0" fmla="*/ 14350 w 837551"/>
                <a:gd name="connsiteY0" fmla="*/ 91755 h 510276"/>
                <a:gd name="connsiteX1" fmla="*/ 0 w 837551"/>
                <a:gd name="connsiteY1" fmla="*/ 52671 h 510276"/>
                <a:gd name="connsiteX2" fmla="*/ 0 w 837551"/>
                <a:gd name="connsiteY2" fmla="*/ 42478 h 510276"/>
                <a:gd name="connsiteX3" fmla="*/ 1436 w 837551"/>
                <a:gd name="connsiteY3" fmla="*/ 14375 h 510276"/>
                <a:gd name="connsiteX4" fmla="*/ 2885 w 837551"/>
                <a:gd name="connsiteY4" fmla="*/ 5745 h 510276"/>
                <a:gd name="connsiteX5" fmla="*/ 6266 w 837551"/>
                <a:gd name="connsiteY5" fmla="*/ 4182 h 510276"/>
                <a:gd name="connsiteX6" fmla="*/ 10575 w 837551"/>
                <a:gd name="connsiteY6" fmla="*/ 2224 h 510276"/>
                <a:gd name="connsiteX7" fmla="*/ 15265 w 837551"/>
                <a:gd name="connsiteY7" fmla="*/ 0 h 510276"/>
                <a:gd name="connsiteX8" fmla="*/ 18278 w 837551"/>
                <a:gd name="connsiteY8" fmla="*/ 6800 h 510276"/>
                <a:gd name="connsiteX9" fmla="*/ 21912 w 837551"/>
                <a:gd name="connsiteY9" fmla="*/ 15545 h 510276"/>
                <a:gd name="connsiteX10" fmla="*/ 29361 w 837551"/>
                <a:gd name="connsiteY10" fmla="*/ 38944 h 510276"/>
                <a:gd name="connsiteX11" fmla="*/ 41499 w 837551"/>
                <a:gd name="connsiteY11" fmla="*/ 41829 h 510276"/>
                <a:gd name="connsiteX12" fmla="*/ 54285 w 837551"/>
                <a:gd name="connsiteY12" fmla="*/ 60780 h 510276"/>
                <a:gd name="connsiteX13" fmla="*/ 60946 w 837551"/>
                <a:gd name="connsiteY13" fmla="*/ 70326 h 510276"/>
                <a:gd name="connsiteX14" fmla="*/ 62776 w 837551"/>
                <a:gd name="connsiteY14" fmla="*/ 85082 h 510276"/>
                <a:gd name="connsiteX15" fmla="*/ 70211 w 837551"/>
                <a:gd name="connsiteY15" fmla="*/ 101415 h 510276"/>
                <a:gd name="connsiteX16" fmla="*/ 82858 w 837551"/>
                <a:gd name="connsiteY16" fmla="*/ 130826 h 510276"/>
                <a:gd name="connsiteX17" fmla="*/ 84040 w 837551"/>
                <a:gd name="connsiteY17" fmla="*/ 144172 h 510276"/>
                <a:gd name="connsiteX18" fmla="*/ 91221 w 837551"/>
                <a:gd name="connsiteY18" fmla="*/ 161153 h 510276"/>
                <a:gd name="connsiteX19" fmla="*/ 103614 w 837551"/>
                <a:gd name="connsiteY19" fmla="*/ 175401 h 510276"/>
                <a:gd name="connsiteX20" fmla="*/ 128157 w 837551"/>
                <a:gd name="connsiteY20" fmla="*/ 214103 h 510276"/>
                <a:gd name="connsiteX21" fmla="*/ 150590 w 837551"/>
                <a:gd name="connsiteY21" fmla="*/ 247557 h 510276"/>
                <a:gd name="connsiteX22" fmla="*/ 161699 w 837551"/>
                <a:gd name="connsiteY22" fmla="*/ 261792 h 510276"/>
                <a:gd name="connsiteX23" fmla="*/ 190793 w 837551"/>
                <a:gd name="connsiteY23" fmla="*/ 282586 h 510276"/>
                <a:gd name="connsiteX24" fmla="*/ 267919 w 837551"/>
                <a:gd name="connsiteY24" fmla="*/ 310548 h 510276"/>
                <a:gd name="connsiteX25" fmla="*/ 291026 w 837551"/>
                <a:gd name="connsiteY25" fmla="*/ 320882 h 510276"/>
                <a:gd name="connsiteX26" fmla="*/ 303939 w 837551"/>
                <a:gd name="connsiteY26" fmla="*/ 325191 h 510276"/>
                <a:gd name="connsiteX27" fmla="*/ 314641 w 837551"/>
                <a:gd name="connsiteY27" fmla="*/ 337863 h 510276"/>
                <a:gd name="connsiteX28" fmla="*/ 354056 w 837551"/>
                <a:gd name="connsiteY28" fmla="*/ 355504 h 510276"/>
                <a:gd name="connsiteX29" fmla="*/ 364618 w 837551"/>
                <a:gd name="connsiteY29" fmla="*/ 372244 h 510276"/>
                <a:gd name="connsiteX30" fmla="*/ 409116 w 837551"/>
                <a:gd name="connsiteY30" fmla="*/ 390013 h 510276"/>
                <a:gd name="connsiteX31" fmla="*/ 457669 w 837551"/>
                <a:gd name="connsiteY31" fmla="*/ 389237 h 510276"/>
                <a:gd name="connsiteX32" fmla="*/ 487551 w 837551"/>
                <a:gd name="connsiteY32" fmla="*/ 385310 h 510276"/>
                <a:gd name="connsiteX33" fmla="*/ 514306 w 837551"/>
                <a:gd name="connsiteY33" fmla="*/ 384916 h 510276"/>
                <a:gd name="connsiteX34" fmla="*/ 525656 w 837551"/>
                <a:gd name="connsiteY34" fmla="*/ 375383 h 510276"/>
                <a:gd name="connsiteX35" fmla="*/ 532049 w 837551"/>
                <a:gd name="connsiteY35" fmla="*/ 374087 h 510276"/>
                <a:gd name="connsiteX36" fmla="*/ 539879 w 837551"/>
                <a:gd name="connsiteY36" fmla="*/ 372498 h 510276"/>
                <a:gd name="connsiteX37" fmla="*/ 549399 w 837551"/>
                <a:gd name="connsiteY37" fmla="*/ 375637 h 510276"/>
                <a:gd name="connsiteX38" fmla="*/ 571069 w 837551"/>
                <a:gd name="connsiteY38" fmla="*/ 378523 h 510276"/>
                <a:gd name="connsiteX39" fmla="*/ 576421 w 837551"/>
                <a:gd name="connsiteY39" fmla="*/ 398516 h 510276"/>
                <a:gd name="connsiteX40" fmla="*/ 564422 w 837551"/>
                <a:gd name="connsiteY40" fmla="*/ 406091 h 510276"/>
                <a:gd name="connsiteX41" fmla="*/ 573942 w 837551"/>
                <a:gd name="connsiteY41" fmla="*/ 419424 h 510276"/>
                <a:gd name="connsiteX42" fmla="*/ 593516 w 837551"/>
                <a:gd name="connsiteY42" fmla="*/ 421381 h 510276"/>
                <a:gd name="connsiteX43" fmla="*/ 607344 w 837551"/>
                <a:gd name="connsiteY43" fmla="*/ 435630 h 510276"/>
                <a:gd name="connsiteX44" fmla="*/ 629536 w 837551"/>
                <a:gd name="connsiteY44" fmla="*/ 439570 h 510276"/>
                <a:gd name="connsiteX45" fmla="*/ 639578 w 837551"/>
                <a:gd name="connsiteY45" fmla="*/ 436163 h 510276"/>
                <a:gd name="connsiteX46" fmla="*/ 638027 w 837551"/>
                <a:gd name="connsiteY46" fmla="*/ 428054 h 510276"/>
                <a:gd name="connsiteX47" fmla="*/ 641408 w 837551"/>
                <a:gd name="connsiteY47" fmla="*/ 420860 h 510276"/>
                <a:gd name="connsiteX48" fmla="*/ 659939 w 837551"/>
                <a:gd name="connsiteY48" fmla="*/ 419170 h 510276"/>
                <a:gd name="connsiteX49" fmla="*/ 673247 w 837551"/>
                <a:gd name="connsiteY49" fmla="*/ 429490 h 510276"/>
                <a:gd name="connsiteX50" fmla="*/ 692693 w 837551"/>
                <a:gd name="connsiteY50" fmla="*/ 431588 h 510276"/>
                <a:gd name="connsiteX51" fmla="*/ 698311 w 837551"/>
                <a:gd name="connsiteY51" fmla="*/ 438121 h 510276"/>
                <a:gd name="connsiteX52" fmla="*/ 709268 w 837551"/>
                <a:gd name="connsiteY52" fmla="*/ 438121 h 510276"/>
                <a:gd name="connsiteX53" fmla="*/ 733684 w 837551"/>
                <a:gd name="connsiteY53" fmla="*/ 429490 h 510276"/>
                <a:gd name="connsiteX54" fmla="*/ 759511 w 837551"/>
                <a:gd name="connsiteY54" fmla="*/ 418115 h 510276"/>
                <a:gd name="connsiteX55" fmla="*/ 776606 w 837551"/>
                <a:gd name="connsiteY55" fmla="*/ 415649 h 510276"/>
                <a:gd name="connsiteX56" fmla="*/ 780661 w 837551"/>
                <a:gd name="connsiteY56" fmla="*/ 407400 h 510276"/>
                <a:gd name="connsiteX57" fmla="*/ 837552 w 837551"/>
                <a:gd name="connsiteY57" fmla="*/ 409370 h 510276"/>
                <a:gd name="connsiteX58" fmla="*/ 836764 w 837551"/>
                <a:gd name="connsiteY58" fmla="*/ 415649 h 510276"/>
                <a:gd name="connsiteX59" fmla="*/ 827371 w 837551"/>
                <a:gd name="connsiteY59" fmla="*/ 428321 h 510276"/>
                <a:gd name="connsiteX60" fmla="*/ 826862 w 837551"/>
                <a:gd name="connsiteY60" fmla="*/ 435248 h 510276"/>
                <a:gd name="connsiteX61" fmla="*/ 806755 w 837551"/>
                <a:gd name="connsiteY61" fmla="*/ 446484 h 510276"/>
                <a:gd name="connsiteX62" fmla="*/ 784842 w 837551"/>
                <a:gd name="connsiteY62" fmla="*/ 456538 h 510276"/>
                <a:gd name="connsiteX63" fmla="*/ 763299 w 837551"/>
                <a:gd name="connsiteY63" fmla="*/ 460592 h 510276"/>
                <a:gd name="connsiteX64" fmla="*/ 738501 w 837551"/>
                <a:gd name="connsiteY64" fmla="*/ 468968 h 510276"/>
                <a:gd name="connsiteX65" fmla="*/ 727024 w 837551"/>
                <a:gd name="connsiteY65" fmla="*/ 459804 h 510276"/>
                <a:gd name="connsiteX66" fmla="*/ 718152 w 837551"/>
                <a:gd name="connsiteY66" fmla="*/ 457453 h 510276"/>
                <a:gd name="connsiteX67" fmla="*/ 702226 w 837551"/>
                <a:gd name="connsiteY67" fmla="*/ 465956 h 510276"/>
                <a:gd name="connsiteX68" fmla="*/ 689961 w 837551"/>
                <a:gd name="connsiteY68" fmla="*/ 464113 h 510276"/>
                <a:gd name="connsiteX69" fmla="*/ 666078 w 837551"/>
                <a:gd name="connsiteY69" fmla="*/ 470799 h 510276"/>
                <a:gd name="connsiteX70" fmla="*/ 649364 w 837551"/>
                <a:gd name="connsiteY70" fmla="*/ 476137 h 510276"/>
                <a:gd name="connsiteX71" fmla="*/ 646492 w 837551"/>
                <a:gd name="connsiteY71" fmla="*/ 497579 h 510276"/>
                <a:gd name="connsiteX72" fmla="*/ 638408 w 837551"/>
                <a:gd name="connsiteY72" fmla="*/ 507137 h 510276"/>
                <a:gd name="connsiteX73" fmla="*/ 624313 w 837551"/>
                <a:gd name="connsiteY73" fmla="*/ 510277 h 510276"/>
                <a:gd name="connsiteX74" fmla="*/ 606950 w 837551"/>
                <a:gd name="connsiteY74" fmla="*/ 500197 h 510276"/>
                <a:gd name="connsiteX75" fmla="*/ 577336 w 837551"/>
                <a:gd name="connsiteY75" fmla="*/ 499549 h 510276"/>
                <a:gd name="connsiteX76" fmla="*/ 573027 w 837551"/>
                <a:gd name="connsiteY76" fmla="*/ 486089 h 510276"/>
                <a:gd name="connsiteX77" fmla="*/ 551496 w 837551"/>
                <a:gd name="connsiteY77" fmla="*/ 479950 h 510276"/>
                <a:gd name="connsiteX78" fmla="*/ 531655 w 837551"/>
                <a:gd name="connsiteY78" fmla="*/ 475107 h 510276"/>
                <a:gd name="connsiteX79" fmla="*/ 538061 w 837551"/>
                <a:gd name="connsiteY79" fmla="*/ 460071 h 510276"/>
                <a:gd name="connsiteX80" fmla="*/ 554368 w 837551"/>
                <a:gd name="connsiteY80" fmla="*/ 446230 h 510276"/>
                <a:gd name="connsiteX81" fmla="*/ 558410 w 837551"/>
                <a:gd name="connsiteY81" fmla="*/ 432630 h 510276"/>
                <a:gd name="connsiteX82" fmla="*/ 551763 w 837551"/>
                <a:gd name="connsiteY82" fmla="*/ 429490 h 510276"/>
                <a:gd name="connsiteX83" fmla="*/ 542243 w 837551"/>
                <a:gd name="connsiteY83" fmla="*/ 441120 h 510276"/>
                <a:gd name="connsiteX84" fmla="*/ 526978 w 837551"/>
                <a:gd name="connsiteY84" fmla="*/ 447920 h 510276"/>
                <a:gd name="connsiteX85" fmla="*/ 522669 w 837551"/>
                <a:gd name="connsiteY85" fmla="*/ 469095 h 510276"/>
                <a:gd name="connsiteX86" fmla="*/ 494986 w 837551"/>
                <a:gd name="connsiteY86" fmla="*/ 465435 h 510276"/>
                <a:gd name="connsiteX87" fmla="*/ 486115 w 837551"/>
                <a:gd name="connsiteY87" fmla="*/ 473010 h 510276"/>
                <a:gd name="connsiteX88" fmla="*/ 463668 w 837551"/>
                <a:gd name="connsiteY88" fmla="*/ 469477 h 510276"/>
                <a:gd name="connsiteX89" fmla="*/ 453360 w 837551"/>
                <a:gd name="connsiteY89" fmla="*/ 463605 h 510276"/>
                <a:gd name="connsiteX90" fmla="*/ 405722 w 837551"/>
                <a:gd name="connsiteY90" fmla="*/ 472489 h 510276"/>
                <a:gd name="connsiteX91" fmla="*/ 381967 w 837551"/>
                <a:gd name="connsiteY91" fmla="*/ 485822 h 510276"/>
                <a:gd name="connsiteX92" fmla="*/ 367745 w 837551"/>
                <a:gd name="connsiteY92" fmla="*/ 481907 h 510276"/>
                <a:gd name="connsiteX93" fmla="*/ 340214 w 837551"/>
                <a:gd name="connsiteY93" fmla="*/ 439570 h 510276"/>
                <a:gd name="connsiteX94" fmla="*/ 319980 w 837551"/>
                <a:gd name="connsiteY94" fmla="*/ 427266 h 510276"/>
                <a:gd name="connsiteX95" fmla="*/ 292703 w 837551"/>
                <a:gd name="connsiteY95" fmla="*/ 406218 h 510276"/>
                <a:gd name="connsiteX96" fmla="*/ 258399 w 837551"/>
                <a:gd name="connsiteY96" fmla="*/ 375116 h 510276"/>
                <a:gd name="connsiteX97" fmla="*/ 247430 w 837551"/>
                <a:gd name="connsiteY97" fmla="*/ 356826 h 510276"/>
                <a:gd name="connsiteX98" fmla="*/ 240248 w 837551"/>
                <a:gd name="connsiteY98" fmla="*/ 346480 h 510276"/>
                <a:gd name="connsiteX99" fmla="*/ 223941 w 837551"/>
                <a:gd name="connsiteY99" fmla="*/ 337596 h 510276"/>
                <a:gd name="connsiteX100" fmla="*/ 215324 w 837551"/>
                <a:gd name="connsiteY100" fmla="*/ 337863 h 510276"/>
                <a:gd name="connsiteX101" fmla="*/ 206706 w 837551"/>
                <a:gd name="connsiteY101" fmla="*/ 344269 h 510276"/>
                <a:gd name="connsiteX102" fmla="*/ 189624 w 837551"/>
                <a:gd name="connsiteY102" fmla="*/ 337596 h 510276"/>
                <a:gd name="connsiteX103" fmla="*/ 117976 w 837551"/>
                <a:gd name="connsiteY103" fmla="*/ 302452 h 510276"/>
                <a:gd name="connsiteX104" fmla="*/ 109371 w 837551"/>
                <a:gd name="connsiteY104" fmla="*/ 282179 h 510276"/>
                <a:gd name="connsiteX105" fmla="*/ 100754 w 837551"/>
                <a:gd name="connsiteY105" fmla="*/ 271871 h 510276"/>
                <a:gd name="connsiteX106" fmla="*/ 93433 w 837551"/>
                <a:gd name="connsiteY106" fmla="*/ 247684 h 510276"/>
                <a:gd name="connsiteX107" fmla="*/ 75041 w 837551"/>
                <a:gd name="connsiteY107" fmla="*/ 212133 h 510276"/>
                <a:gd name="connsiteX108" fmla="*/ 52722 w 837551"/>
                <a:gd name="connsiteY108" fmla="*/ 184819 h 510276"/>
                <a:gd name="connsiteX109" fmla="*/ 41372 w 837551"/>
                <a:gd name="connsiteY109" fmla="*/ 143765 h 510276"/>
                <a:gd name="connsiteX110" fmla="*/ 24404 w 837551"/>
                <a:gd name="connsiteY110" fmla="*/ 102876 h 510276"/>
                <a:gd name="connsiteX111" fmla="*/ 14350 w 837551"/>
                <a:gd name="connsiteY111" fmla="*/ 91755 h 510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837551" h="510276">
                  <a:moveTo>
                    <a:pt x="14350" y="91755"/>
                  </a:moveTo>
                  <a:lnTo>
                    <a:pt x="0" y="52671"/>
                  </a:lnTo>
                  <a:lnTo>
                    <a:pt x="0" y="42478"/>
                  </a:lnTo>
                  <a:lnTo>
                    <a:pt x="1436" y="14375"/>
                  </a:lnTo>
                  <a:lnTo>
                    <a:pt x="2885" y="5745"/>
                  </a:lnTo>
                  <a:lnTo>
                    <a:pt x="6266" y="4182"/>
                  </a:lnTo>
                  <a:lnTo>
                    <a:pt x="10575" y="2224"/>
                  </a:lnTo>
                  <a:lnTo>
                    <a:pt x="15265" y="0"/>
                  </a:lnTo>
                  <a:lnTo>
                    <a:pt x="18278" y="6800"/>
                  </a:lnTo>
                  <a:lnTo>
                    <a:pt x="21912" y="15545"/>
                  </a:lnTo>
                  <a:lnTo>
                    <a:pt x="29361" y="38944"/>
                  </a:lnTo>
                  <a:lnTo>
                    <a:pt x="41499" y="41829"/>
                  </a:lnTo>
                  <a:lnTo>
                    <a:pt x="54285" y="60780"/>
                  </a:lnTo>
                  <a:lnTo>
                    <a:pt x="60946" y="70326"/>
                  </a:lnTo>
                  <a:lnTo>
                    <a:pt x="62776" y="85082"/>
                  </a:lnTo>
                  <a:lnTo>
                    <a:pt x="70211" y="101415"/>
                  </a:lnTo>
                  <a:lnTo>
                    <a:pt x="82858" y="130826"/>
                  </a:lnTo>
                  <a:lnTo>
                    <a:pt x="84040" y="144172"/>
                  </a:lnTo>
                  <a:lnTo>
                    <a:pt x="91221" y="161153"/>
                  </a:lnTo>
                  <a:lnTo>
                    <a:pt x="103614" y="175401"/>
                  </a:lnTo>
                  <a:lnTo>
                    <a:pt x="128157" y="214103"/>
                  </a:lnTo>
                  <a:lnTo>
                    <a:pt x="150590" y="247557"/>
                  </a:lnTo>
                  <a:lnTo>
                    <a:pt x="161699" y="261792"/>
                  </a:lnTo>
                  <a:lnTo>
                    <a:pt x="190793" y="282586"/>
                  </a:lnTo>
                  <a:lnTo>
                    <a:pt x="267919" y="310548"/>
                  </a:lnTo>
                  <a:lnTo>
                    <a:pt x="291026" y="320882"/>
                  </a:lnTo>
                  <a:lnTo>
                    <a:pt x="303939" y="325191"/>
                  </a:lnTo>
                  <a:lnTo>
                    <a:pt x="314641" y="337863"/>
                  </a:lnTo>
                  <a:lnTo>
                    <a:pt x="354056" y="355504"/>
                  </a:lnTo>
                  <a:lnTo>
                    <a:pt x="364618" y="372244"/>
                  </a:lnTo>
                  <a:lnTo>
                    <a:pt x="409116" y="390013"/>
                  </a:lnTo>
                  <a:lnTo>
                    <a:pt x="457669" y="389237"/>
                  </a:lnTo>
                  <a:lnTo>
                    <a:pt x="487551" y="385310"/>
                  </a:lnTo>
                  <a:lnTo>
                    <a:pt x="514306" y="384916"/>
                  </a:lnTo>
                  <a:lnTo>
                    <a:pt x="525656" y="375383"/>
                  </a:lnTo>
                  <a:lnTo>
                    <a:pt x="532049" y="374087"/>
                  </a:lnTo>
                  <a:lnTo>
                    <a:pt x="539879" y="372498"/>
                  </a:lnTo>
                  <a:lnTo>
                    <a:pt x="549399" y="375637"/>
                  </a:lnTo>
                  <a:lnTo>
                    <a:pt x="571069" y="378523"/>
                  </a:lnTo>
                  <a:lnTo>
                    <a:pt x="576421" y="398516"/>
                  </a:lnTo>
                  <a:lnTo>
                    <a:pt x="564422" y="406091"/>
                  </a:lnTo>
                  <a:lnTo>
                    <a:pt x="573942" y="419424"/>
                  </a:lnTo>
                  <a:lnTo>
                    <a:pt x="593516" y="421381"/>
                  </a:lnTo>
                  <a:lnTo>
                    <a:pt x="607344" y="435630"/>
                  </a:lnTo>
                  <a:lnTo>
                    <a:pt x="629536" y="439570"/>
                  </a:lnTo>
                  <a:lnTo>
                    <a:pt x="639578" y="436163"/>
                  </a:lnTo>
                  <a:lnTo>
                    <a:pt x="638027" y="428054"/>
                  </a:lnTo>
                  <a:lnTo>
                    <a:pt x="641408" y="420860"/>
                  </a:lnTo>
                  <a:lnTo>
                    <a:pt x="659939" y="419170"/>
                  </a:lnTo>
                  <a:lnTo>
                    <a:pt x="673247" y="429490"/>
                  </a:lnTo>
                  <a:lnTo>
                    <a:pt x="692693" y="431588"/>
                  </a:lnTo>
                  <a:lnTo>
                    <a:pt x="698311" y="438121"/>
                  </a:lnTo>
                  <a:lnTo>
                    <a:pt x="709268" y="438121"/>
                  </a:lnTo>
                  <a:lnTo>
                    <a:pt x="733684" y="429490"/>
                  </a:lnTo>
                  <a:lnTo>
                    <a:pt x="759511" y="418115"/>
                  </a:lnTo>
                  <a:lnTo>
                    <a:pt x="776606" y="415649"/>
                  </a:lnTo>
                  <a:lnTo>
                    <a:pt x="780661" y="407400"/>
                  </a:lnTo>
                  <a:lnTo>
                    <a:pt x="837552" y="409370"/>
                  </a:lnTo>
                  <a:lnTo>
                    <a:pt x="836764" y="415649"/>
                  </a:lnTo>
                  <a:lnTo>
                    <a:pt x="827371" y="428321"/>
                  </a:lnTo>
                  <a:lnTo>
                    <a:pt x="826862" y="435248"/>
                  </a:lnTo>
                  <a:lnTo>
                    <a:pt x="806755" y="446484"/>
                  </a:lnTo>
                  <a:lnTo>
                    <a:pt x="784842" y="456538"/>
                  </a:lnTo>
                  <a:lnTo>
                    <a:pt x="763299" y="460592"/>
                  </a:lnTo>
                  <a:lnTo>
                    <a:pt x="738501" y="468968"/>
                  </a:lnTo>
                  <a:lnTo>
                    <a:pt x="727024" y="459804"/>
                  </a:lnTo>
                  <a:lnTo>
                    <a:pt x="718152" y="457453"/>
                  </a:lnTo>
                  <a:lnTo>
                    <a:pt x="702226" y="465956"/>
                  </a:lnTo>
                  <a:lnTo>
                    <a:pt x="689961" y="464113"/>
                  </a:lnTo>
                  <a:lnTo>
                    <a:pt x="666078" y="470799"/>
                  </a:lnTo>
                  <a:lnTo>
                    <a:pt x="649364" y="476137"/>
                  </a:lnTo>
                  <a:lnTo>
                    <a:pt x="646492" y="497579"/>
                  </a:lnTo>
                  <a:lnTo>
                    <a:pt x="638408" y="507137"/>
                  </a:lnTo>
                  <a:lnTo>
                    <a:pt x="624313" y="510277"/>
                  </a:lnTo>
                  <a:lnTo>
                    <a:pt x="606950" y="500197"/>
                  </a:lnTo>
                  <a:lnTo>
                    <a:pt x="577336" y="499549"/>
                  </a:lnTo>
                  <a:lnTo>
                    <a:pt x="573027" y="486089"/>
                  </a:lnTo>
                  <a:lnTo>
                    <a:pt x="551496" y="479950"/>
                  </a:lnTo>
                  <a:lnTo>
                    <a:pt x="531655" y="475107"/>
                  </a:lnTo>
                  <a:lnTo>
                    <a:pt x="538061" y="460071"/>
                  </a:lnTo>
                  <a:lnTo>
                    <a:pt x="554368" y="446230"/>
                  </a:lnTo>
                  <a:lnTo>
                    <a:pt x="558410" y="432630"/>
                  </a:lnTo>
                  <a:lnTo>
                    <a:pt x="551763" y="429490"/>
                  </a:lnTo>
                  <a:lnTo>
                    <a:pt x="542243" y="441120"/>
                  </a:lnTo>
                  <a:lnTo>
                    <a:pt x="526978" y="447920"/>
                  </a:lnTo>
                  <a:lnTo>
                    <a:pt x="522669" y="469095"/>
                  </a:lnTo>
                  <a:lnTo>
                    <a:pt x="494986" y="465435"/>
                  </a:lnTo>
                  <a:lnTo>
                    <a:pt x="486115" y="473010"/>
                  </a:lnTo>
                  <a:lnTo>
                    <a:pt x="463668" y="469477"/>
                  </a:lnTo>
                  <a:lnTo>
                    <a:pt x="453360" y="463605"/>
                  </a:lnTo>
                  <a:lnTo>
                    <a:pt x="405722" y="472489"/>
                  </a:lnTo>
                  <a:lnTo>
                    <a:pt x="381967" y="485822"/>
                  </a:lnTo>
                  <a:lnTo>
                    <a:pt x="367745" y="481907"/>
                  </a:lnTo>
                  <a:lnTo>
                    <a:pt x="340214" y="439570"/>
                  </a:lnTo>
                  <a:lnTo>
                    <a:pt x="319980" y="427266"/>
                  </a:lnTo>
                  <a:lnTo>
                    <a:pt x="292703" y="406218"/>
                  </a:lnTo>
                  <a:lnTo>
                    <a:pt x="258399" y="375116"/>
                  </a:lnTo>
                  <a:lnTo>
                    <a:pt x="247430" y="356826"/>
                  </a:lnTo>
                  <a:lnTo>
                    <a:pt x="240248" y="346480"/>
                  </a:lnTo>
                  <a:lnTo>
                    <a:pt x="223941" y="337596"/>
                  </a:lnTo>
                  <a:lnTo>
                    <a:pt x="215324" y="337863"/>
                  </a:lnTo>
                  <a:lnTo>
                    <a:pt x="206706" y="344269"/>
                  </a:lnTo>
                  <a:lnTo>
                    <a:pt x="189624" y="337596"/>
                  </a:lnTo>
                  <a:lnTo>
                    <a:pt x="117976" y="302452"/>
                  </a:lnTo>
                  <a:lnTo>
                    <a:pt x="109371" y="282179"/>
                  </a:lnTo>
                  <a:lnTo>
                    <a:pt x="100754" y="271871"/>
                  </a:lnTo>
                  <a:lnTo>
                    <a:pt x="93433" y="247684"/>
                  </a:lnTo>
                  <a:lnTo>
                    <a:pt x="75041" y="212133"/>
                  </a:lnTo>
                  <a:lnTo>
                    <a:pt x="52722" y="184819"/>
                  </a:lnTo>
                  <a:lnTo>
                    <a:pt x="41372" y="143765"/>
                  </a:lnTo>
                  <a:lnTo>
                    <a:pt x="24404" y="102876"/>
                  </a:lnTo>
                  <a:lnTo>
                    <a:pt x="14350" y="91755"/>
                  </a:lnTo>
                  <a:close/>
                </a:path>
              </a:pathLst>
            </a:custGeom>
            <a:solidFill>
              <a:srgbClr val="BAE0DF"/>
            </a:solidFill>
            <a:ln w="12700" cap="flat">
              <a:noFill/>
              <a:prstDash val="solid"/>
              <a:miter/>
            </a:ln>
          </p:spPr>
          <p:txBody>
            <a:bodyPr rtlCol="0" anchor="ctr"/>
            <a:lstStyle/>
            <a:p>
              <a:endParaRPr lang="de-CH"/>
            </a:p>
          </p:txBody>
        </p:sp>
        <p:sp>
          <p:nvSpPr>
            <p:cNvPr id="136" name="Freihandform: Form 135">
              <a:extLst>
                <a:ext uri="{FF2B5EF4-FFF2-40B4-BE49-F238E27FC236}">
                  <a16:creationId xmlns:a16="http://schemas.microsoft.com/office/drawing/2014/main" id="{7FAB91D4-EB7F-3C9C-06DA-3D6E588014BE}"/>
                </a:ext>
              </a:extLst>
            </p:cNvPr>
            <p:cNvSpPr/>
            <p:nvPr/>
          </p:nvSpPr>
          <p:spPr>
            <a:xfrm>
              <a:off x="4916959" y="3667736"/>
              <a:ext cx="410819" cy="269634"/>
            </a:xfrm>
            <a:custGeom>
              <a:avLst/>
              <a:gdLst>
                <a:gd name="connsiteX0" fmla="*/ 21404 w 410819"/>
                <a:gd name="connsiteY0" fmla="*/ 0 h 269634"/>
                <a:gd name="connsiteX1" fmla="*/ 40571 w 410819"/>
                <a:gd name="connsiteY1" fmla="*/ 13473 h 269634"/>
                <a:gd name="connsiteX2" fmla="*/ 62509 w 410819"/>
                <a:gd name="connsiteY2" fmla="*/ 38296 h 269634"/>
                <a:gd name="connsiteX3" fmla="*/ 85603 w 410819"/>
                <a:gd name="connsiteY3" fmla="*/ 56332 h 269634"/>
                <a:gd name="connsiteX4" fmla="*/ 101656 w 410819"/>
                <a:gd name="connsiteY4" fmla="*/ 60259 h 269634"/>
                <a:gd name="connsiteX5" fmla="*/ 120188 w 410819"/>
                <a:gd name="connsiteY5" fmla="*/ 89531 h 269634"/>
                <a:gd name="connsiteX6" fmla="*/ 161025 w 410819"/>
                <a:gd name="connsiteY6" fmla="*/ 105342 h 269634"/>
                <a:gd name="connsiteX7" fmla="*/ 197046 w 410819"/>
                <a:gd name="connsiteY7" fmla="*/ 117239 h 269634"/>
                <a:gd name="connsiteX8" fmla="*/ 231504 w 410819"/>
                <a:gd name="connsiteY8" fmla="*/ 155662 h 269634"/>
                <a:gd name="connsiteX9" fmla="*/ 244036 w 410819"/>
                <a:gd name="connsiteY9" fmla="*/ 191873 h 269634"/>
                <a:gd name="connsiteX10" fmla="*/ 263343 w 410819"/>
                <a:gd name="connsiteY10" fmla="*/ 196182 h 269634"/>
                <a:gd name="connsiteX11" fmla="*/ 276790 w 410819"/>
                <a:gd name="connsiteY11" fmla="*/ 190297 h 269634"/>
                <a:gd name="connsiteX12" fmla="*/ 306417 w 410819"/>
                <a:gd name="connsiteY12" fmla="*/ 190551 h 269634"/>
                <a:gd name="connsiteX13" fmla="*/ 334609 w 410819"/>
                <a:gd name="connsiteY13" fmla="*/ 180892 h 269634"/>
                <a:gd name="connsiteX14" fmla="*/ 351170 w 410819"/>
                <a:gd name="connsiteY14" fmla="*/ 183637 h 269634"/>
                <a:gd name="connsiteX15" fmla="*/ 373489 w 410819"/>
                <a:gd name="connsiteY15" fmla="*/ 190297 h 269634"/>
                <a:gd name="connsiteX16" fmla="*/ 397638 w 410819"/>
                <a:gd name="connsiteY16" fmla="*/ 216315 h 269634"/>
                <a:gd name="connsiteX17" fmla="*/ 408328 w 410819"/>
                <a:gd name="connsiteY17" fmla="*/ 220103 h 269634"/>
                <a:gd name="connsiteX18" fmla="*/ 410819 w 410819"/>
                <a:gd name="connsiteY18" fmla="*/ 229254 h 269634"/>
                <a:gd name="connsiteX19" fmla="*/ 405595 w 410819"/>
                <a:gd name="connsiteY19" fmla="*/ 239181 h 269634"/>
                <a:gd name="connsiteX20" fmla="*/ 395681 w 410819"/>
                <a:gd name="connsiteY20" fmla="*/ 249514 h 269634"/>
                <a:gd name="connsiteX21" fmla="*/ 382374 w 410819"/>
                <a:gd name="connsiteY21" fmla="*/ 253556 h 269634"/>
                <a:gd name="connsiteX22" fmla="*/ 366321 w 410819"/>
                <a:gd name="connsiteY22" fmla="*/ 240884 h 269634"/>
                <a:gd name="connsiteX23" fmla="*/ 356648 w 410819"/>
                <a:gd name="connsiteY23" fmla="*/ 240108 h 269634"/>
                <a:gd name="connsiteX24" fmla="*/ 335651 w 410819"/>
                <a:gd name="connsiteY24" fmla="*/ 253950 h 269634"/>
                <a:gd name="connsiteX25" fmla="*/ 298054 w 410819"/>
                <a:gd name="connsiteY25" fmla="*/ 266114 h 269634"/>
                <a:gd name="connsiteX26" fmla="*/ 269609 w 410819"/>
                <a:gd name="connsiteY26" fmla="*/ 269634 h 269634"/>
                <a:gd name="connsiteX27" fmla="*/ 254217 w 410819"/>
                <a:gd name="connsiteY27" fmla="*/ 265453 h 269634"/>
                <a:gd name="connsiteX28" fmla="*/ 233461 w 410819"/>
                <a:gd name="connsiteY28" fmla="*/ 248345 h 269634"/>
                <a:gd name="connsiteX29" fmla="*/ 198355 w 410819"/>
                <a:gd name="connsiteY29" fmla="*/ 237617 h 269634"/>
                <a:gd name="connsiteX30" fmla="*/ 153336 w 410819"/>
                <a:gd name="connsiteY30" fmla="*/ 216569 h 269634"/>
                <a:gd name="connsiteX31" fmla="*/ 156335 w 410819"/>
                <a:gd name="connsiteY31" fmla="*/ 195788 h 269634"/>
                <a:gd name="connsiteX32" fmla="*/ 148379 w 410819"/>
                <a:gd name="connsiteY32" fmla="*/ 185340 h 269634"/>
                <a:gd name="connsiteX33" fmla="*/ 133241 w 410819"/>
                <a:gd name="connsiteY33" fmla="*/ 178401 h 269634"/>
                <a:gd name="connsiteX34" fmla="*/ 123187 w 410819"/>
                <a:gd name="connsiteY34" fmla="*/ 161407 h 269634"/>
                <a:gd name="connsiteX35" fmla="*/ 106613 w 410819"/>
                <a:gd name="connsiteY35" fmla="*/ 153705 h 269634"/>
                <a:gd name="connsiteX36" fmla="*/ 85069 w 410819"/>
                <a:gd name="connsiteY36" fmla="*/ 152662 h 269634"/>
                <a:gd name="connsiteX37" fmla="*/ 70986 w 410819"/>
                <a:gd name="connsiteY37" fmla="*/ 145214 h 269634"/>
                <a:gd name="connsiteX38" fmla="*/ 63284 w 410819"/>
                <a:gd name="connsiteY38" fmla="*/ 128615 h 269634"/>
                <a:gd name="connsiteX39" fmla="*/ 31445 w 410819"/>
                <a:gd name="connsiteY39" fmla="*/ 102864 h 269634"/>
                <a:gd name="connsiteX40" fmla="*/ 30657 w 410819"/>
                <a:gd name="connsiteY40" fmla="*/ 88222 h 269634"/>
                <a:gd name="connsiteX41" fmla="*/ 24925 w 410819"/>
                <a:gd name="connsiteY41" fmla="*/ 82337 h 269634"/>
                <a:gd name="connsiteX42" fmla="*/ 20743 w 410819"/>
                <a:gd name="connsiteY42" fmla="*/ 77901 h 269634"/>
                <a:gd name="connsiteX43" fmla="*/ 11871 w 410819"/>
                <a:gd name="connsiteY43" fmla="*/ 79591 h 269634"/>
                <a:gd name="connsiteX44" fmla="*/ 0 w 410819"/>
                <a:gd name="connsiteY44" fmla="*/ 72156 h 269634"/>
                <a:gd name="connsiteX45" fmla="*/ 1042 w 410819"/>
                <a:gd name="connsiteY45" fmla="*/ 44435 h 269634"/>
                <a:gd name="connsiteX46" fmla="*/ 9659 w 410819"/>
                <a:gd name="connsiteY46" fmla="*/ 18417 h 269634"/>
                <a:gd name="connsiteX47" fmla="*/ 5872 w 410819"/>
                <a:gd name="connsiteY47" fmla="*/ 11503 h 269634"/>
                <a:gd name="connsiteX48" fmla="*/ 21404 w 410819"/>
                <a:gd name="connsiteY48" fmla="*/ 0 h 269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10819" h="269634">
                  <a:moveTo>
                    <a:pt x="21404" y="0"/>
                  </a:moveTo>
                  <a:lnTo>
                    <a:pt x="40571" y="13473"/>
                  </a:lnTo>
                  <a:lnTo>
                    <a:pt x="62509" y="38296"/>
                  </a:lnTo>
                  <a:lnTo>
                    <a:pt x="85603" y="56332"/>
                  </a:lnTo>
                  <a:lnTo>
                    <a:pt x="101656" y="60259"/>
                  </a:lnTo>
                  <a:lnTo>
                    <a:pt x="120188" y="89531"/>
                  </a:lnTo>
                  <a:lnTo>
                    <a:pt x="161025" y="105342"/>
                  </a:lnTo>
                  <a:lnTo>
                    <a:pt x="197046" y="117239"/>
                  </a:lnTo>
                  <a:lnTo>
                    <a:pt x="231504" y="155662"/>
                  </a:lnTo>
                  <a:lnTo>
                    <a:pt x="244036" y="191873"/>
                  </a:lnTo>
                  <a:lnTo>
                    <a:pt x="263343" y="196182"/>
                  </a:lnTo>
                  <a:lnTo>
                    <a:pt x="276790" y="190297"/>
                  </a:lnTo>
                  <a:lnTo>
                    <a:pt x="306417" y="190551"/>
                  </a:lnTo>
                  <a:lnTo>
                    <a:pt x="334609" y="180892"/>
                  </a:lnTo>
                  <a:lnTo>
                    <a:pt x="351170" y="183637"/>
                  </a:lnTo>
                  <a:lnTo>
                    <a:pt x="373489" y="190297"/>
                  </a:lnTo>
                  <a:lnTo>
                    <a:pt x="397638" y="216315"/>
                  </a:lnTo>
                  <a:lnTo>
                    <a:pt x="408328" y="220103"/>
                  </a:lnTo>
                  <a:lnTo>
                    <a:pt x="410819" y="229254"/>
                  </a:lnTo>
                  <a:lnTo>
                    <a:pt x="405595" y="239181"/>
                  </a:lnTo>
                  <a:lnTo>
                    <a:pt x="395681" y="249514"/>
                  </a:lnTo>
                  <a:lnTo>
                    <a:pt x="382374" y="253556"/>
                  </a:lnTo>
                  <a:lnTo>
                    <a:pt x="366321" y="240884"/>
                  </a:lnTo>
                  <a:lnTo>
                    <a:pt x="356648" y="240108"/>
                  </a:lnTo>
                  <a:lnTo>
                    <a:pt x="335651" y="253950"/>
                  </a:lnTo>
                  <a:lnTo>
                    <a:pt x="298054" y="266114"/>
                  </a:lnTo>
                  <a:lnTo>
                    <a:pt x="269609" y="269634"/>
                  </a:lnTo>
                  <a:lnTo>
                    <a:pt x="254217" y="265453"/>
                  </a:lnTo>
                  <a:lnTo>
                    <a:pt x="233461" y="248345"/>
                  </a:lnTo>
                  <a:lnTo>
                    <a:pt x="198355" y="237617"/>
                  </a:lnTo>
                  <a:lnTo>
                    <a:pt x="153336" y="216569"/>
                  </a:lnTo>
                  <a:lnTo>
                    <a:pt x="156335" y="195788"/>
                  </a:lnTo>
                  <a:lnTo>
                    <a:pt x="148379" y="185340"/>
                  </a:lnTo>
                  <a:lnTo>
                    <a:pt x="133241" y="178401"/>
                  </a:lnTo>
                  <a:lnTo>
                    <a:pt x="123187" y="161407"/>
                  </a:lnTo>
                  <a:lnTo>
                    <a:pt x="106613" y="153705"/>
                  </a:lnTo>
                  <a:lnTo>
                    <a:pt x="85069" y="152662"/>
                  </a:lnTo>
                  <a:lnTo>
                    <a:pt x="70986" y="145214"/>
                  </a:lnTo>
                  <a:lnTo>
                    <a:pt x="63284" y="128615"/>
                  </a:lnTo>
                  <a:lnTo>
                    <a:pt x="31445" y="102864"/>
                  </a:lnTo>
                  <a:lnTo>
                    <a:pt x="30657" y="88222"/>
                  </a:lnTo>
                  <a:lnTo>
                    <a:pt x="24925" y="82337"/>
                  </a:lnTo>
                  <a:lnTo>
                    <a:pt x="20743" y="77901"/>
                  </a:lnTo>
                  <a:lnTo>
                    <a:pt x="11871" y="79591"/>
                  </a:lnTo>
                  <a:lnTo>
                    <a:pt x="0" y="72156"/>
                  </a:lnTo>
                  <a:lnTo>
                    <a:pt x="1042" y="44435"/>
                  </a:lnTo>
                  <a:lnTo>
                    <a:pt x="9659" y="18417"/>
                  </a:lnTo>
                  <a:lnTo>
                    <a:pt x="5872" y="11503"/>
                  </a:lnTo>
                  <a:lnTo>
                    <a:pt x="21404" y="0"/>
                  </a:lnTo>
                  <a:close/>
                </a:path>
              </a:pathLst>
            </a:custGeom>
            <a:solidFill>
              <a:srgbClr val="BAE0DF"/>
            </a:solidFill>
            <a:ln w="12700" cap="flat">
              <a:noFill/>
              <a:prstDash val="solid"/>
              <a:miter/>
            </a:ln>
          </p:spPr>
          <p:txBody>
            <a:bodyPr rtlCol="0" anchor="ctr"/>
            <a:lstStyle/>
            <a:p>
              <a:endParaRPr lang="de-CH"/>
            </a:p>
          </p:txBody>
        </p:sp>
        <p:sp>
          <p:nvSpPr>
            <p:cNvPr id="137" name="Freihandform: Form 136">
              <a:extLst>
                <a:ext uri="{FF2B5EF4-FFF2-40B4-BE49-F238E27FC236}">
                  <a16:creationId xmlns:a16="http://schemas.microsoft.com/office/drawing/2014/main" id="{2EC5920F-9B98-E1C3-FAF1-D9DC1994463F}"/>
                </a:ext>
              </a:extLst>
            </p:cNvPr>
            <p:cNvSpPr/>
            <p:nvPr/>
          </p:nvSpPr>
          <p:spPr>
            <a:xfrm>
              <a:off x="5440518" y="3631016"/>
              <a:ext cx="336947" cy="208078"/>
            </a:xfrm>
            <a:custGeom>
              <a:avLst/>
              <a:gdLst>
                <a:gd name="connsiteX0" fmla="*/ 230601 w 336947"/>
                <a:gd name="connsiteY0" fmla="*/ 9139 h 208078"/>
                <a:gd name="connsiteX1" fmla="*/ 248739 w 336947"/>
                <a:gd name="connsiteY1" fmla="*/ 9139 h 208078"/>
                <a:gd name="connsiteX2" fmla="*/ 268579 w 336947"/>
                <a:gd name="connsiteY2" fmla="*/ 0 h 208078"/>
                <a:gd name="connsiteX3" fmla="*/ 303545 w 336947"/>
                <a:gd name="connsiteY3" fmla="*/ 13587 h 208078"/>
                <a:gd name="connsiteX4" fmla="*/ 320640 w 336947"/>
                <a:gd name="connsiteY4" fmla="*/ 9393 h 208078"/>
                <a:gd name="connsiteX5" fmla="*/ 334355 w 336947"/>
                <a:gd name="connsiteY5" fmla="*/ 21290 h 208078"/>
                <a:gd name="connsiteX6" fmla="*/ 336948 w 336947"/>
                <a:gd name="connsiteY6" fmla="*/ 38677 h 208078"/>
                <a:gd name="connsiteX7" fmla="*/ 333554 w 336947"/>
                <a:gd name="connsiteY7" fmla="*/ 45083 h 208078"/>
                <a:gd name="connsiteX8" fmla="*/ 335905 w 336947"/>
                <a:gd name="connsiteY8" fmla="*/ 51616 h 208078"/>
                <a:gd name="connsiteX9" fmla="*/ 331215 w 336947"/>
                <a:gd name="connsiteY9" fmla="*/ 53968 h 208078"/>
                <a:gd name="connsiteX10" fmla="*/ 313205 w 336947"/>
                <a:gd name="connsiteY10" fmla="*/ 50574 h 208078"/>
                <a:gd name="connsiteX11" fmla="*/ 284887 w 336947"/>
                <a:gd name="connsiteY11" fmla="*/ 59598 h 208078"/>
                <a:gd name="connsiteX12" fmla="*/ 262580 w 336947"/>
                <a:gd name="connsiteY12" fmla="*/ 75537 h 208078"/>
                <a:gd name="connsiteX13" fmla="*/ 215730 w 336947"/>
                <a:gd name="connsiteY13" fmla="*/ 101809 h 208078"/>
                <a:gd name="connsiteX14" fmla="*/ 207113 w 336947"/>
                <a:gd name="connsiteY14" fmla="*/ 111735 h 208078"/>
                <a:gd name="connsiteX15" fmla="*/ 168613 w 336947"/>
                <a:gd name="connsiteY15" fmla="*/ 136838 h 208078"/>
                <a:gd name="connsiteX16" fmla="*/ 137156 w 336947"/>
                <a:gd name="connsiteY16" fmla="*/ 150171 h 208078"/>
                <a:gd name="connsiteX17" fmla="*/ 122285 w 336947"/>
                <a:gd name="connsiteY17" fmla="*/ 162462 h 208078"/>
                <a:gd name="connsiteX18" fmla="*/ 113286 w 336947"/>
                <a:gd name="connsiteY18" fmla="*/ 177625 h 208078"/>
                <a:gd name="connsiteX19" fmla="*/ 70999 w 336947"/>
                <a:gd name="connsiteY19" fmla="*/ 208079 h 208078"/>
                <a:gd name="connsiteX20" fmla="*/ 29500 w 336947"/>
                <a:gd name="connsiteY20" fmla="*/ 206121 h 208078"/>
                <a:gd name="connsiteX21" fmla="*/ 27149 w 336947"/>
                <a:gd name="connsiteY21" fmla="*/ 199957 h 208078"/>
                <a:gd name="connsiteX22" fmla="*/ 19053 w 336947"/>
                <a:gd name="connsiteY22" fmla="*/ 196182 h 208078"/>
                <a:gd name="connsiteX23" fmla="*/ 3660 w 336947"/>
                <a:gd name="connsiteY23" fmla="*/ 197224 h 208078"/>
                <a:gd name="connsiteX24" fmla="*/ 0 w 336947"/>
                <a:gd name="connsiteY24" fmla="*/ 194746 h 208078"/>
                <a:gd name="connsiteX25" fmla="*/ 915 w 336947"/>
                <a:gd name="connsiteY25" fmla="*/ 190157 h 208078"/>
                <a:gd name="connsiteX26" fmla="*/ 24543 w 336947"/>
                <a:gd name="connsiteY26" fmla="*/ 174994 h 208078"/>
                <a:gd name="connsiteX27" fmla="*/ 34203 w 336947"/>
                <a:gd name="connsiteY27" fmla="*/ 162589 h 208078"/>
                <a:gd name="connsiteX28" fmla="*/ 53777 w 336947"/>
                <a:gd name="connsiteY28" fmla="*/ 155128 h 208078"/>
                <a:gd name="connsiteX29" fmla="*/ 74647 w 336947"/>
                <a:gd name="connsiteY29" fmla="*/ 138795 h 208078"/>
                <a:gd name="connsiteX30" fmla="*/ 102190 w 336947"/>
                <a:gd name="connsiteY30" fmla="*/ 116972 h 208078"/>
                <a:gd name="connsiteX31" fmla="*/ 111062 w 336947"/>
                <a:gd name="connsiteY31" fmla="*/ 104300 h 208078"/>
                <a:gd name="connsiteX32" fmla="*/ 123454 w 336947"/>
                <a:gd name="connsiteY32" fmla="*/ 95936 h 208078"/>
                <a:gd name="connsiteX33" fmla="*/ 156463 w 336947"/>
                <a:gd name="connsiteY33" fmla="*/ 65216 h 208078"/>
                <a:gd name="connsiteX34" fmla="*/ 168880 w 336947"/>
                <a:gd name="connsiteY34" fmla="*/ 61683 h 208078"/>
                <a:gd name="connsiteX35" fmla="*/ 178921 w 336947"/>
                <a:gd name="connsiteY35" fmla="*/ 52798 h 208078"/>
                <a:gd name="connsiteX36" fmla="*/ 181260 w 336947"/>
                <a:gd name="connsiteY36" fmla="*/ 42211 h 208078"/>
                <a:gd name="connsiteX37" fmla="*/ 195102 w 336947"/>
                <a:gd name="connsiteY37" fmla="*/ 29538 h 208078"/>
                <a:gd name="connsiteX38" fmla="*/ 230601 w 336947"/>
                <a:gd name="connsiteY38" fmla="*/ 9139 h 20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36947" h="208078">
                  <a:moveTo>
                    <a:pt x="230601" y="9139"/>
                  </a:moveTo>
                  <a:lnTo>
                    <a:pt x="248739" y="9139"/>
                  </a:lnTo>
                  <a:lnTo>
                    <a:pt x="268579" y="0"/>
                  </a:lnTo>
                  <a:lnTo>
                    <a:pt x="303545" y="13587"/>
                  </a:lnTo>
                  <a:lnTo>
                    <a:pt x="320640" y="9393"/>
                  </a:lnTo>
                  <a:lnTo>
                    <a:pt x="334355" y="21290"/>
                  </a:lnTo>
                  <a:lnTo>
                    <a:pt x="336948" y="38677"/>
                  </a:lnTo>
                  <a:lnTo>
                    <a:pt x="333554" y="45083"/>
                  </a:lnTo>
                  <a:lnTo>
                    <a:pt x="335905" y="51616"/>
                  </a:lnTo>
                  <a:lnTo>
                    <a:pt x="331215" y="53968"/>
                  </a:lnTo>
                  <a:lnTo>
                    <a:pt x="313205" y="50574"/>
                  </a:lnTo>
                  <a:lnTo>
                    <a:pt x="284887" y="59598"/>
                  </a:lnTo>
                  <a:lnTo>
                    <a:pt x="262580" y="75537"/>
                  </a:lnTo>
                  <a:lnTo>
                    <a:pt x="215730" y="101809"/>
                  </a:lnTo>
                  <a:lnTo>
                    <a:pt x="207113" y="111735"/>
                  </a:lnTo>
                  <a:lnTo>
                    <a:pt x="168613" y="136838"/>
                  </a:lnTo>
                  <a:lnTo>
                    <a:pt x="137156" y="150171"/>
                  </a:lnTo>
                  <a:lnTo>
                    <a:pt x="122285" y="162462"/>
                  </a:lnTo>
                  <a:lnTo>
                    <a:pt x="113286" y="177625"/>
                  </a:lnTo>
                  <a:lnTo>
                    <a:pt x="70999" y="208079"/>
                  </a:lnTo>
                  <a:lnTo>
                    <a:pt x="29500" y="206121"/>
                  </a:lnTo>
                  <a:lnTo>
                    <a:pt x="27149" y="199957"/>
                  </a:lnTo>
                  <a:lnTo>
                    <a:pt x="19053" y="196182"/>
                  </a:lnTo>
                  <a:lnTo>
                    <a:pt x="3660" y="197224"/>
                  </a:lnTo>
                  <a:lnTo>
                    <a:pt x="0" y="194746"/>
                  </a:lnTo>
                  <a:lnTo>
                    <a:pt x="915" y="190157"/>
                  </a:lnTo>
                  <a:lnTo>
                    <a:pt x="24543" y="174994"/>
                  </a:lnTo>
                  <a:lnTo>
                    <a:pt x="34203" y="162589"/>
                  </a:lnTo>
                  <a:lnTo>
                    <a:pt x="53777" y="155128"/>
                  </a:lnTo>
                  <a:lnTo>
                    <a:pt x="74647" y="138795"/>
                  </a:lnTo>
                  <a:lnTo>
                    <a:pt x="102190" y="116972"/>
                  </a:lnTo>
                  <a:lnTo>
                    <a:pt x="111062" y="104300"/>
                  </a:lnTo>
                  <a:lnTo>
                    <a:pt x="123454" y="95936"/>
                  </a:lnTo>
                  <a:lnTo>
                    <a:pt x="156463" y="65216"/>
                  </a:lnTo>
                  <a:lnTo>
                    <a:pt x="168880" y="61683"/>
                  </a:lnTo>
                  <a:lnTo>
                    <a:pt x="178921" y="52798"/>
                  </a:lnTo>
                  <a:lnTo>
                    <a:pt x="181260" y="42211"/>
                  </a:lnTo>
                  <a:lnTo>
                    <a:pt x="195102" y="29538"/>
                  </a:lnTo>
                  <a:lnTo>
                    <a:pt x="230601" y="9139"/>
                  </a:lnTo>
                  <a:close/>
                </a:path>
              </a:pathLst>
            </a:custGeom>
            <a:solidFill>
              <a:srgbClr val="BAE0DF"/>
            </a:solidFill>
            <a:ln w="12700" cap="flat">
              <a:noFill/>
              <a:prstDash val="solid"/>
              <a:miter/>
            </a:ln>
          </p:spPr>
          <p:txBody>
            <a:bodyPr rtlCol="0" anchor="ctr"/>
            <a:lstStyle/>
            <a:p>
              <a:endParaRPr lang="de-CH"/>
            </a:p>
          </p:txBody>
        </p:sp>
        <p:sp>
          <p:nvSpPr>
            <p:cNvPr id="138" name="Freihandform: Form 137">
              <a:extLst>
                <a:ext uri="{FF2B5EF4-FFF2-40B4-BE49-F238E27FC236}">
                  <a16:creationId xmlns:a16="http://schemas.microsoft.com/office/drawing/2014/main" id="{39FF9B61-AB7F-0965-C93F-7D26120B05CD}"/>
                </a:ext>
              </a:extLst>
            </p:cNvPr>
            <p:cNvSpPr/>
            <p:nvPr/>
          </p:nvSpPr>
          <p:spPr>
            <a:xfrm>
              <a:off x="3785382" y="2512315"/>
              <a:ext cx="330833" cy="284924"/>
            </a:xfrm>
            <a:custGeom>
              <a:avLst/>
              <a:gdLst>
                <a:gd name="connsiteX0" fmla="*/ 289971 w 330833"/>
                <a:gd name="connsiteY0" fmla="*/ 21302 h 284924"/>
                <a:gd name="connsiteX1" fmla="*/ 304981 w 330833"/>
                <a:gd name="connsiteY1" fmla="*/ 8770 h 284924"/>
                <a:gd name="connsiteX2" fmla="*/ 324555 w 330833"/>
                <a:gd name="connsiteY2" fmla="*/ 0 h 284924"/>
                <a:gd name="connsiteX3" fmla="*/ 329512 w 330833"/>
                <a:gd name="connsiteY3" fmla="*/ 3788 h 284924"/>
                <a:gd name="connsiteX4" fmla="*/ 330834 w 330833"/>
                <a:gd name="connsiteY4" fmla="*/ 9800 h 284924"/>
                <a:gd name="connsiteX5" fmla="*/ 315556 w 330833"/>
                <a:gd name="connsiteY5" fmla="*/ 29551 h 284924"/>
                <a:gd name="connsiteX6" fmla="*/ 299503 w 330833"/>
                <a:gd name="connsiteY6" fmla="*/ 53586 h 284924"/>
                <a:gd name="connsiteX7" fmla="*/ 292576 w 330833"/>
                <a:gd name="connsiteY7" fmla="*/ 78816 h 284924"/>
                <a:gd name="connsiteX8" fmla="*/ 283056 w 330833"/>
                <a:gd name="connsiteY8" fmla="*/ 88489 h 284924"/>
                <a:gd name="connsiteX9" fmla="*/ 277578 w 330833"/>
                <a:gd name="connsiteY9" fmla="*/ 103525 h 284924"/>
                <a:gd name="connsiteX10" fmla="*/ 265046 w 330833"/>
                <a:gd name="connsiteY10" fmla="*/ 118815 h 284924"/>
                <a:gd name="connsiteX11" fmla="*/ 263864 w 330833"/>
                <a:gd name="connsiteY11" fmla="*/ 130051 h 284924"/>
                <a:gd name="connsiteX12" fmla="*/ 266482 w 330833"/>
                <a:gd name="connsiteY12" fmla="*/ 137753 h 284924"/>
                <a:gd name="connsiteX13" fmla="*/ 263864 w 330833"/>
                <a:gd name="connsiteY13" fmla="*/ 144820 h 284924"/>
                <a:gd name="connsiteX14" fmla="*/ 256962 w 330833"/>
                <a:gd name="connsiteY14" fmla="*/ 152268 h 284924"/>
                <a:gd name="connsiteX15" fmla="*/ 237122 w 330833"/>
                <a:gd name="connsiteY15" fmla="*/ 189128 h 284924"/>
                <a:gd name="connsiteX16" fmla="*/ 229813 w 330833"/>
                <a:gd name="connsiteY16" fmla="*/ 204037 h 284924"/>
                <a:gd name="connsiteX17" fmla="*/ 219760 w 330833"/>
                <a:gd name="connsiteY17" fmla="*/ 209388 h 284924"/>
                <a:gd name="connsiteX18" fmla="*/ 211282 w 330833"/>
                <a:gd name="connsiteY18" fmla="*/ 203109 h 284924"/>
                <a:gd name="connsiteX19" fmla="*/ 208028 w 330833"/>
                <a:gd name="connsiteY19" fmla="*/ 207176 h 284924"/>
                <a:gd name="connsiteX20" fmla="*/ 207367 w 330833"/>
                <a:gd name="connsiteY20" fmla="*/ 216849 h 284924"/>
                <a:gd name="connsiteX21" fmla="*/ 206058 w 330833"/>
                <a:gd name="connsiteY21" fmla="*/ 224017 h 284924"/>
                <a:gd name="connsiteX22" fmla="*/ 198495 w 330833"/>
                <a:gd name="connsiteY22" fmla="*/ 232393 h 284924"/>
                <a:gd name="connsiteX23" fmla="*/ 183230 w 330833"/>
                <a:gd name="connsiteY23" fmla="*/ 248472 h 284924"/>
                <a:gd name="connsiteX24" fmla="*/ 168080 w 330833"/>
                <a:gd name="connsiteY24" fmla="*/ 255793 h 284924"/>
                <a:gd name="connsiteX25" fmla="*/ 154785 w 330833"/>
                <a:gd name="connsiteY25" fmla="*/ 255272 h 284924"/>
                <a:gd name="connsiteX26" fmla="*/ 147858 w 330833"/>
                <a:gd name="connsiteY26" fmla="*/ 258271 h 284924"/>
                <a:gd name="connsiteX27" fmla="*/ 133368 w 330833"/>
                <a:gd name="connsiteY27" fmla="*/ 268084 h 284924"/>
                <a:gd name="connsiteX28" fmla="*/ 94488 w 330833"/>
                <a:gd name="connsiteY28" fmla="*/ 284149 h 284924"/>
                <a:gd name="connsiteX29" fmla="*/ 73465 w 330833"/>
                <a:gd name="connsiteY29" fmla="*/ 284925 h 284924"/>
                <a:gd name="connsiteX30" fmla="*/ 66563 w 330833"/>
                <a:gd name="connsiteY30" fmla="*/ 281010 h 284924"/>
                <a:gd name="connsiteX31" fmla="*/ 57831 w 330833"/>
                <a:gd name="connsiteY31" fmla="*/ 267029 h 284924"/>
                <a:gd name="connsiteX32" fmla="*/ 58594 w 330833"/>
                <a:gd name="connsiteY32" fmla="*/ 262593 h 284924"/>
                <a:gd name="connsiteX33" fmla="*/ 99318 w 330833"/>
                <a:gd name="connsiteY33" fmla="*/ 235266 h 284924"/>
                <a:gd name="connsiteX34" fmla="*/ 122806 w 330833"/>
                <a:gd name="connsiteY34" fmla="*/ 219454 h 284924"/>
                <a:gd name="connsiteX35" fmla="*/ 133495 w 330833"/>
                <a:gd name="connsiteY35" fmla="*/ 204685 h 284924"/>
                <a:gd name="connsiteX36" fmla="*/ 146549 w 330833"/>
                <a:gd name="connsiteY36" fmla="*/ 191886 h 284924"/>
                <a:gd name="connsiteX37" fmla="*/ 152942 w 330833"/>
                <a:gd name="connsiteY37" fmla="*/ 181680 h 284924"/>
                <a:gd name="connsiteX38" fmla="*/ 151518 w 330833"/>
                <a:gd name="connsiteY38" fmla="*/ 174880 h 284924"/>
                <a:gd name="connsiteX39" fmla="*/ 138338 w 330833"/>
                <a:gd name="connsiteY39" fmla="*/ 168881 h 284924"/>
                <a:gd name="connsiteX40" fmla="*/ 134042 w 330833"/>
                <a:gd name="connsiteY40" fmla="*/ 174880 h 284924"/>
                <a:gd name="connsiteX41" fmla="*/ 134944 w 330833"/>
                <a:gd name="connsiteY41" fmla="*/ 180637 h 284924"/>
                <a:gd name="connsiteX42" fmla="*/ 121497 w 330833"/>
                <a:gd name="connsiteY42" fmla="*/ 206515 h 284924"/>
                <a:gd name="connsiteX43" fmla="*/ 93445 w 330833"/>
                <a:gd name="connsiteY43" fmla="*/ 226775 h 284924"/>
                <a:gd name="connsiteX44" fmla="*/ 71126 w 330833"/>
                <a:gd name="connsiteY44" fmla="*/ 244290 h 284924"/>
                <a:gd name="connsiteX45" fmla="*/ 48540 w 330833"/>
                <a:gd name="connsiteY45" fmla="*/ 258144 h 284924"/>
                <a:gd name="connsiteX46" fmla="*/ 31458 w 330833"/>
                <a:gd name="connsiteY46" fmla="*/ 258793 h 284924"/>
                <a:gd name="connsiteX47" fmla="*/ 23234 w 330833"/>
                <a:gd name="connsiteY47" fmla="*/ 259581 h 284924"/>
                <a:gd name="connsiteX48" fmla="*/ 12405 w 330833"/>
                <a:gd name="connsiteY48" fmla="*/ 258665 h 284924"/>
                <a:gd name="connsiteX49" fmla="*/ 4042 w 330833"/>
                <a:gd name="connsiteY49" fmla="*/ 245066 h 284924"/>
                <a:gd name="connsiteX50" fmla="*/ 0 w 330833"/>
                <a:gd name="connsiteY50" fmla="*/ 238799 h 284924"/>
                <a:gd name="connsiteX51" fmla="*/ 2491 w 330833"/>
                <a:gd name="connsiteY51" fmla="*/ 233563 h 284924"/>
                <a:gd name="connsiteX52" fmla="*/ 19574 w 330833"/>
                <a:gd name="connsiteY52" fmla="*/ 224157 h 284924"/>
                <a:gd name="connsiteX53" fmla="*/ 29246 w 330833"/>
                <a:gd name="connsiteY53" fmla="*/ 224805 h 284924"/>
                <a:gd name="connsiteX54" fmla="*/ 69169 w 330833"/>
                <a:gd name="connsiteY54" fmla="*/ 204685 h 284924"/>
                <a:gd name="connsiteX55" fmla="*/ 79871 w 330833"/>
                <a:gd name="connsiteY55" fmla="*/ 192267 h 284924"/>
                <a:gd name="connsiteX56" fmla="*/ 84434 w 330833"/>
                <a:gd name="connsiteY56" fmla="*/ 176583 h 284924"/>
                <a:gd name="connsiteX57" fmla="*/ 125018 w 330833"/>
                <a:gd name="connsiteY57" fmla="*/ 152129 h 284924"/>
                <a:gd name="connsiteX58" fmla="*/ 165487 w 330833"/>
                <a:gd name="connsiteY58" fmla="*/ 126911 h 284924"/>
                <a:gd name="connsiteX59" fmla="*/ 210634 w 330833"/>
                <a:gd name="connsiteY59" fmla="*/ 98161 h 284924"/>
                <a:gd name="connsiteX60" fmla="*/ 230474 w 330833"/>
                <a:gd name="connsiteY60" fmla="*/ 73325 h 284924"/>
                <a:gd name="connsiteX61" fmla="*/ 254865 w 330833"/>
                <a:gd name="connsiteY61" fmla="*/ 56472 h 284924"/>
                <a:gd name="connsiteX62" fmla="*/ 280311 w 330833"/>
                <a:gd name="connsiteY62" fmla="*/ 30454 h 284924"/>
                <a:gd name="connsiteX63" fmla="*/ 289971 w 330833"/>
                <a:gd name="connsiteY63" fmla="*/ 21302 h 284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330833" h="284924">
                  <a:moveTo>
                    <a:pt x="289971" y="21302"/>
                  </a:moveTo>
                  <a:lnTo>
                    <a:pt x="304981" y="8770"/>
                  </a:lnTo>
                  <a:lnTo>
                    <a:pt x="324555" y="0"/>
                  </a:lnTo>
                  <a:lnTo>
                    <a:pt x="329512" y="3788"/>
                  </a:lnTo>
                  <a:lnTo>
                    <a:pt x="330834" y="9800"/>
                  </a:lnTo>
                  <a:lnTo>
                    <a:pt x="315556" y="29551"/>
                  </a:lnTo>
                  <a:lnTo>
                    <a:pt x="299503" y="53586"/>
                  </a:lnTo>
                  <a:lnTo>
                    <a:pt x="292576" y="78816"/>
                  </a:lnTo>
                  <a:lnTo>
                    <a:pt x="283056" y="88489"/>
                  </a:lnTo>
                  <a:lnTo>
                    <a:pt x="277578" y="103525"/>
                  </a:lnTo>
                  <a:lnTo>
                    <a:pt x="265046" y="118815"/>
                  </a:lnTo>
                  <a:lnTo>
                    <a:pt x="263864" y="130051"/>
                  </a:lnTo>
                  <a:lnTo>
                    <a:pt x="266482" y="137753"/>
                  </a:lnTo>
                  <a:lnTo>
                    <a:pt x="263864" y="144820"/>
                  </a:lnTo>
                  <a:lnTo>
                    <a:pt x="256962" y="152268"/>
                  </a:lnTo>
                  <a:lnTo>
                    <a:pt x="237122" y="189128"/>
                  </a:lnTo>
                  <a:lnTo>
                    <a:pt x="229813" y="204037"/>
                  </a:lnTo>
                  <a:lnTo>
                    <a:pt x="219760" y="209388"/>
                  </a:lnTo>
                  <a:lnTo>
                    <a:pt x="211282" y="203109"/>
                  </a:lnTo>
                  <a:lnTo>
                    <a:pt x="208028" y="207176"/>
                  </a:lnTo>
                  <a:lnTo>
                    <a:pt x="207367" y="216849"/>
                  </a:lnTo>
                  <a:lnTo>
                    <a:pt x="206058" y="224017"/>
                  </a:lnTo>
                  <a:lnTo>
                    <a:pt x="198495" y="232393"/>
                  </a:lnTo>
                  <a:lnTo>
                    <a:pt x="183230" y="248472"/>
                  </a:lnTo>
                  <a:lnTo>
                    <a:pt x="168080" y="255793"/>
                  </a:lnTo>
                  <a:lnTo>
                    <a:pt x="154785" y="255272"/>
                  </a:lnTo>
                  <a:lnTo>
                    <a:pt x="147858" y="258271"/>
                  </a:lnTo>
                  <a:lnTo>
                    <a:pt x="133368" y="268084"/>
                  </a:lnTo>
                  <a:lnTo>
                    <a:pt x="94488" y="284149"/>
                  </a:lnTo>
                  <a:lnTo>
                    <a:pt x="73465" y="284925"/>
                  </a:lnTo>
                  <a:lnTo>
                    <a:pt x="66563" y="281010"/>
                  </a:lnTo>
                  <a:lnTo>
                    <a:pt x="57831" y="267029"/>
                  </a:lnTo>
                  <a:lnTo>
                    <a:pt x="58594" y="262593"/>
                  </a:lnTo>
                  <a:lnTo>
                    <a:pt x="99318" y="235266"/>
                  </a:lnTo>
                  <a:lnTo>
                    <a:pt x="122806" y="219454"/>
                  </a:lnTo>
                  <a:lnTo>
                    <a:pt x="133495" y="204685"/>
                  </a:lnTo>
                  <a:lnTo>
                    <a:pt x="146549" y="191886"/>
                  </a:lnTo>
                  <a:lnTo>
                    <a:pt x="152942" y="181680"/>
                  </a:lnTo>
                  <a:lnTo>
                    <a:pt x="151518" y="174880"/>
                  </a:lnTo>
                  <a:lnTo>
                    <a:pt x="138338" y="168881"/>
                  </a:lnTo>
                  <a:lnTo>
                    <a:pt x="134042" y="174880"/>
                  </a:lnTo>
                  <a:lnTo>
                    <a:pt x="134944" y="180637"/>
                  </a:lnTo>
                  <a:lnTo>
                    <a:pt x="121497" y="206515"/>
                  </a:lnTo>
                  <a:lnTo>
                    <a:pt x="93445" y="226775"/>
                  </a:lnTo>
                  <a:lnTo>
                    <a:pt x="71126" y="244290"/>
                  </a:lnTo>
                  <a:lnTo>
                    <a:pt x="48540" y="258144"/>
                  </a:lnTo>
                  <a:lnTo>
                    <a:pt x="31458" y="258793"/>
                  </a:lnTo>
                  <a:lnTo>
                    <a:pt x="23234" y="259581"/>
                  </a:lnTo>
                  <a:lnTo>
                    <a:pt x="12405" y="258665"/>
                  </a:lnTo>
                  <a:lnTo>
                    <a:pt x="4042" y="245066"/>
                  </a:lnTo>
                  <a:lnTo>
                    <a:pt x="0" y="238799"/>
                  </a:lnTo>
                  <a:lnTo>
                    <a:pt x="2491" y="233563"/>
                  </a:lnTo>
                  <a:lnTo>
                    <a:pt x="19574" y="224157"/>
                  </a:lnTo>
                  <a:lnTo>
                    <a:pt x="29246" y="224805"/>
                  </a:lnTo>
                  <a:lnTo>
                    <a:pt x="69169" y="204685"/>
                  </a:lnTo>
                  <a:lnTo>
                    <a:pt x="79871" y="192267"/>
                  </a:lnTo>
                  <a:lnTo>
                    <a:pt x="84434" y="176583"/>
                  </a:lnTo>
                  <a:lnTo>
                    <a:pt x="125018" y="152129"/>
                  </a:lnTo>
                  <a:lnTo>
                    <a:pt x="165487" y="126911"/>
                  </a:lnTo>
                  <a:lnTo>
                    <a:pt x="210634" y="98161"/>
                  </a:lnTo>
                  <a:lnTo>
                    <a:pt x="230474" y="73325"/>
                  </a:lnTo>
                  <a:lnTo>
                    <a:pt x="254865" y="56472"/>
                  </a:lnTo>
                  <a:lnTo>
                    <a:pt x="280311" y="30454"/>
                  </a:lnTo>
                  <a:lnTo>
                    <a:pt x="289971" y="21302"/>
                  </a:lnTo>
                  <a:close/>
                </a:path>
              </a:pathLst>
            </a:custGeom>
            <a:solidFill>
              <a:srgbClr val="BAE0DF"/>
            </a:solidFill>
            <a:ln w="12700" cap="flat">
              <a:noFill/>
              <a:prstDash val="solid"/>
              <a:miter/>
            </a:ln>
          </p:spPr>
          <p:txBody>
            <a:bodyPr rtlCol="0" anchor="ctr"/>
            <a:lstStyle/>
            <a:p>
              <a:endParaRPr lang="de-CH"/>
            </a:p>
          </p:txBody>
        </p:sp>
        <p:sp>
          <p:nvSpPr>
            <p:cNvPr id="139" name="Freihandform: Form 138">
              <a:extLst>
                <a:ext uri="{FF2B5EF4-FFF2-40B4-BE49-F238E27FC236}">
                  <a16:creationId xmlns:a16="http://schemas.microsoft.com/office/drawing/2014/main" id="{31515969-EB0B-A26B-A279-DE40CCB85953}"/>
                </a:ext>
              </a:extLst>
            </p:cNvPr>
            <p:cNvSpPr/>
            <p:nvPr/>
          </p:nvSpPr>
          <p:spPr>
            <a:xfrm>
              <a:off x="2887800" y="2873450"/>
              <a:ext cx="848520" cy="670653"/>
            </a:xfrm>
            <a:custGeom>
              <a:avLst/>
              <a:gdLst>
                <a:gd name="connsiteX0" fmla="*/ 707310 w 848520"/>
                <a:gd name="connsiteY0" fmla="*/ 0 h 670653"/>
                <a:gd name="connsiteX1" fmla="*/ 721673 w 848520"/>
                <a:gd name="connsiteY1" fmla="*/ 3800 h 670653"/>
                <a:gd name="connsiteX2" fmla="*/ 733938 w 848520"/>
                <a:gd name="connsiteY2" fmla="*/ 10727 h 670653"/>
                <a:gd name="connsiteX3" fmla="*/ 741119 w 848520"/>
                <a:gd name="connsiteY3" fmla="*/ 21950 h 670653"/>
                <a:gd name="connsiteX4" fmla="*/ 769692 w 848520"/>
                <a:gd name="connsiteY4" fmla="*/ 28369 h 670653"/>
                <a:gd name="connsiteX5" fmla="*/ 775958 w 848520"/>
                <a:gd name="connsiteY5" fmla="*/ 22624 h 670653"/>
                <a:gd name="connsiteX6" fmla="*/ 785491 w 848520"/>
                <a:gd name="connsiteY6" fmla="*/ 22624 h 670653"/>
                <a:gd name="connsiteX7" fmla="*/ 790829 w 848520"/>
                <a:gd name="connsiteY7" fmla="*/ 29157 h 670653"/>
                <a:gd name="connsiteX8" fmla="*/ 799052 w 848520"/>
                <a:gd name="connsiteY8" fmla="*/ 19726 h 670653"/>
                <a:gd name="connsiteX9" fmla="*/ 808445 w 848520"/>
                <a:gd name="connsiteY9" fmla="*/ 16879 h 670653"/>
                <a:gd name="connsiteX10" fmla="*/ 829849 w 848520"/>
                <a:gd name="connsiteY10" fmla="*/ 39338 h 670653"/>
                <a:gd name="connsiteX11" fmla="*/ 848521 w 848520"/>
                <a:gd name="connsiteY11" fmla="*/ 73986 h 670653"/>
                <a:gd name="connsiteX12" fmla="*/ 837806 w 848520"/>
                <a:gd name="connsiteY12" fmla="*/ 82222 h 670653"/>
                <a:gd name="connsiteX13" fmla="*/ 830383 w 848520"/>
                <a:gd name="connsiteY13" fmla="*/ 90064 h 670653"/>
                <a:gd name="connsiteX14" fmla="*/ 820851 w 848520"/>
                <a:gd name="connsiteY14" fmla="*/ 93064 h 670653"/>
                <a:gd name="connsiteX15" fmla="*/ 826201 w 848520"/>
                <a:gd name="connsiteY15" fmla="*/ 98428 h 670653"/>
                <a:gd name="connsiteX16" fmla="*/ 826329 w 848520"/>
                <a:gd name="connsiteY16" fmla="*/ 109003 h 670653"/>
                <a:gd name="connsiteX17" fmla="*/ 819147 w 848520"/>
                <a:gd name="connsiteY17" fmla="*/ 122069 h 670653"/>
                <a:gd name="connsiteX18" fmla="*/ 804403 w 848520"/>
                <a:gd name="connsiteY18" fmla="*/ 135681 h 670653"/>
                <a:gd name="connsiteX19" fmla="*/ 798925 w 848520"/>
                <a:gd name="connsiteY19" fmla="*/ 148608 h 670653"/>
                <a:gd name="connsiteX20" fmla="*/ 740979 w 848520"/>
                <a:gd name="connsiteY20" fmla="*/ 184158 h 670653"/>
                <a:gd name="connsiteX21" fmla="*/ 708619 w 848520"/>
                <a:gd name="connsiteY21" fmla="*/ 204037 h 670653"/>
                <a:gd name="connsiteX22" fmla="*/ 702226 w 848520"/>
                <a:gd name="connsiteY22" fmla="*/ 212527 h 670653"/>
                <a:gd name="connsiteX23" fmla="*/ 703395 w 848520"/>
                <a:gd name="connsiteY23" fmla="*/ 221412 h 670653"/>
                <a:gd name="connsiteX24" fmla="*/ 668036 w 848520"/>
                <a:gd name="connsiteY24" fmla="*/ 251725 h 670653"/>
                <a:gd name="connsiteX25" fmla="*/ 653165 w 848520"/>
                <a:gd name="connsiteY25" fmla="*/ 261029 h 670653"/>
                <a:gd name="connsiteX26" fmla="*/ 644547 w 848520"/>
                <a:gd name="connsiteY26" fmla="*/ 272507 h 670653"/>
                <a:gd name="connsiteX27" fmla="*/ 613738 w 848520"/>
                <a:gd name="connsiteY27" fmla="*/ 296173 h 670653"/>
                <a:gd name="connsiteX28" fmla="*/ 600049 w 848520"/>
                <a:gd name="connsiteY28" fmla="*/ 301791 h 670653"/>
                <a:gd name="connsiteX29" fmla="*/ 598867 w 848520"/>
                <a:gd name="connsiteY29" fmla="*/ 309506 h 670653"/>
                <a:gd name="connsiteX30" fmla="*/ 594685 w 848520"/>
                <a:gd name="connsiteY30" fmla="*/ 316573 h 670653"/>
                <a:gd name="connsiteX31" fmla="*/ 588419 w 848520"/>
                <a:gd name="connsiteY31" fmla="*/ 315785 h 670653"/>
                <a:gd name="connsiteX32" fmla="*/ 545103 w 848520"/>
                <a:gd name="connsiteY32" fmla="*/ 342057 h 670653"/>
                <a:gd name="connsiteX33" fmla="*/ 545103 w 848520"/>
                <a:gd name="connsiteY33" fmla="*/ 350929 h 670653"/>
                <a:gd name="connsiteX34" fmla="*/ 523165 w 848520"/>
                <a:gd name="connsiteY34" fmla="*/ 370541 h 670653"/>
                <a:gd name="connsiteX35" fmla="*/ 485721 w 848520"/>
                <a:gd name="connsiteY35" fmla="*/ 415776 h 670653"/>
                <a:gd name="connsiteX36" fmla="*/ 477243 w 848520"/>
                <a:gd name="connsiteY36" fmla="*/ 429630 h 670653"/>
                <a:gd name="connsiteX37" fmla="*/ 467710 w 848520"/>
                <a:gd name="connsiteY37" fmla="*/ 435642 h 670653"/>
                <a:gd name="connsiteX38" fmla="*/ 458317 w 848520"/>
                <a:gd name="connsiteY38" fmla="*/ 441400 h 670653"/>
                <a:gd name="connsiteX39" fmla="*/ 455445 w 848520"/>
                <a:gd name="connsiteY39" fmla="*/ 448454 h 670653"/>
                <a:gd name="connsiteX40" fmla="*/ 444743 w 848520"/>
                <a:gd name="connsiteY40" fmla="*/ 451466 h 670653"/>
                <a:gd name="connsiteX41" fmla="*/ 430266 w 848520"/>
                <a:gd name="connsiteY41" fmla="*/ 463744 h 670653"/>
                <a:gd name="connsiteX42" fmla="*/ 400117 w 848520"/>
                <a:gd name="connsiteY42" fmla="*/ 496549 h 670653"/>
                <a:gd name="connsiteX43" fmla="*/ 373223 w 848520"/>
                <a:gd name="connsiteY43" fmla="*/ 508700 h 670653"/>
                <a:gd name="connsiteX44" fmla="*/ 361478 w 848520"/>
                <a:gd name="connsiteY44" fmla="*/ 510531 h 670653"/>
                <a:gd name="connsiteX45" fmla="*/ 351691 w 848520"/>
                <a:gd name="connsiteY45" fmla="*/ 518627 h 670653"/>
                <a:gd name="connsiteX46" fmla="*/ 321022 w 848520"/>
                <a:gd name="connsiteY46" fmla="*/ 548305 h 670653"/>
                <a:gd name="connsiteX47" fmla="*/ 268313 w 848520"/>
                <a:gd name="connsiteY47" fmla="*/ 602286 h 670653"/>
                <a:gd name="connsiteX48" fmla="*/ 250696 w 848520"/>
                <a:gd name="connsiteY48" fmla="*/ 619788 h 670653"/>
                <a:gd name="connsiteX49" fmla="*/ 232800 w 848520"/>
                <a:gd name="connsiteY49" fmla="*/ 620970 h 670653"/>
                <a:gd name="connsiteX50" fmla="*/ 215324 w 848520"/>
                <a:gd name="connsiteY50" fmla="*/ 607776 h 670653"/>
                <a:gd name="connsiteX51" fmla="*/ 205664 w 848520"/>
                <a:gd name="connsiteY51" fmla="*/ 611170 h 670653"/>
                <a:gd name="connsiteX52" fmla="*/ 194962 w 848520"/>
                <a:gd name="connsiteY52" fmla="*/ 606988 h 670653"/>
                <a:gd name="connsiteX53" fmla="*/ 167177 w 848520"/>
                <a:gd name="connsiteY53" fmla="*/ 608946 h 670653"/>
                <a:gd name="connsiteX54" fmla="*/ 79210 w 848520"/>
                <a:gd name="connsiteY54" fmla="*/ 653012 h 670653"/>
                <a:gd name="connsiteX55" fmla="*/ 68635 w 848520"/>
                <a:gd name="connsiteY55" fmla="*/ 663193 h 670653"/>
                <a:gd name="connsiteX56" fmla="*/ 55073 w 848520"/>
                <a:gd name="connsiteY56" fmla="*/ 663714 h 670653"/>
                <a:gd name="connsiteX57" fmla="*/ 48286 w 848520"/>
                <a:gd name="connsiteY57" fmla="*/ 668557 h 670653"/>
                <a:gd name="connsiteX58" fmla="*/ 24404 w 848520"/>
                <a:gd name="connsiteY58" fmla="*/ 670654 h 670653"/>
                <a:gd name="connsiteX59" fmla="*/ 14083 w 848520"/>
                <a:gd name="connsiteY59" fmla="*/ 659672 h 670653"/>
                <a:gd name="connsiteX60" fmla="*/ 2351 w 848520"/>
                <a:gd name="connsiteY60" fmla="*/ 647115 h 670653"/>
                <a:gd name="connsiteX61" fmla="*/ 915 w 848520"/>
                <a:gd name="connsiteY61" fmla="*/ 638230 h 670653"/>
                <a:gd name="connsiteX62" fmla="*/ 0 w 848520"/>
                <a:gd name="connsiteY62" fmla="*/ 621758 h 670653"/>
                <a:gd name="connsiteX63" fmla="*/ 50104 w 848520"/>
                <a:gd name="connsiteY63" fmla="*/ 581250 h 670653"/>
                <a:gd name="connsiteX64" fmla="*/ 70986 w 848520"/>
                <a:gd name="connsiteY64" fmla="*/ 569735 h 670653"/>
                <a:gd name="connsiteX65" fmla="*/ 83392 w 848520"/>
                <a:gd name="connsiteY65" fmla="*/ 566735 h 670653"/>
                <a:gd name="connsiteX66" fmla="*/ 88082 w 848520"/>
                <a:gd name="connsiteY66" fmla="*/ 560202 h 670653"/>
                <a:gd name="connsiteX67" fmla="*/ 97487 w 848520"/>
                <a:gd name="connsiteY67" fmla="*/ 555232 h 670653"/>
                <a:gd name="connsiteX68" fmla="*/ 106359 w 848520"/>
                <a:gd name="connsiteY68" fmla="*/ 538379 h 670653"/>
                <a:gd name="connsiteX69" fmla="*/ 115231 w 848520"/>
                <a:gd name="connsiteY69" fmla="*/ 535379 h 670653"/>
                <a:gd name="connsiteX70" fmla="*/ 123581 w 848520"/>
                <a:gd name="connsiteY70" fmla="*/ 526622 h 670653"/>
                <a:gd name="connsiteX71" fmla="*/ 137537 w 848520"/>
                <a:gd name="connsiteY71" fmla="*/ 522160 h 670653"/>
                <a:gd name="connsiteX72" fmla="*/ 165462 w 848520"/>
                <a:gd name="connsiteY72" fmla="*/ 487665 h 670653"/>
                <a:gd name="connsiteX73" fmla="*/ 186090 w 848520"/>
                <a:gd name="connsiteY73" fmla="*/ 475641 h 670653"/>
                <a:gd name="connsiteX74" fmla="*/ 196284 w 848520"/>
                <a:gd name="connsiteY74" fmla="*/ 473798 h 670653"/>
                <a:gd name="connsiteX75" fmla="*/ 213887 w 848520"/>
                <a:gd name="connsiteY75" fmla="*/ 453284 h 670653"/>
                <a:gd name="connsiteX76" fmla="*/ 226280 w 848520"/>
                <a:gd name="connsiteY76" fmla="*/ 449102 h 670653"/>
                <a:gd name="connsiteX77" fmla="*/ 242473 w 848520"/>
                <a:gd name="connsiteY77" fmla="*/ 435769 h 670653"/>
                <a:gd name="connsiteX78" fmla="*/ 248739 w 848520"/>
                <a:gd name="connsiteY78" fmla="*/ 418382 h 670653"/>
                <a:gd name="connsiteX79" fmla="*/ 251077 w 848520"/>
                <a:gd name="connsiteY79" fmla="*/ 405977 h 670653"/>
                <a:gd name="connsiteX80" fmla="*/ 257738 w 848520"/>
                <a:gd name="connsiteY80" fmla="*/ 395122 h 670653"/>
                <a:gd name="connsiteX81" fmla="*/ 267016 w 848520"/>
                <a:gd name="connsiteY81" fmla="*/ 375777 h 670653"/>
                <a:gd name="connsiteX82" fmla="*/ 278226 w 848520"/>
                <a:gd name="connsiteY82" fmla="*/ 361008 h 670653"/>
                <a:gd name="connsiteX83" fmla="*/ 294801 w 848520"/>
                <a:gd name="connsiteY83" fmla="*/ 352123 h 670653"/>
                <a:gd name="connsiteX84" fmla="*/ 303939 w 848520"/>
                <a:gd name="connsiteY84" fmla="*/ 341930 h 670653"/>
                <a:gd name="connsiteX85" fmla="*/ 349353 w 848520"/>
                <a:gd name="connsiteY85" fmla="*/ 286246 h 670653"/>
                <a:gd name="connsiteX86" fmla="*/ 401948 w 848520"/>
                <a:gd name="connsiteY86" fmla="*/ 252272 h 670653"/>
                <a:gd name="connsiteX87" fmla="*/ 413946 w 848520"/>
                <a:gd name="connsiteY87" fmla="*/ 255539 h 670653"/>
                <a:gd name="connsiteX88" fmla="*/ 419043 w 848520"/>
                <a:gd name="connsiteY88" fmla="*/ 250823 h 670653"/>
                <a:gd name="connsiteX89" fmla="*/ 418649 w 848520"/>
                <a:gd name="connsiteY89" fmla="*/ 235012 h 670653"/>
                <a:gd name="connsiteX90" fmla="*/ 433774 w 848520"/>
                <a:gd name="connsiteY90" fmla="*/ 217230 h 670653"/>
                <a:gd name="connsiteX91" fmla="*/ 462105 w 848520"/>
                <a:gd name="connsiteY91" fmla="*/ 209922 h 670653"/>
                <a:gd name="connsiteX92" fmla="*/ 483636 w 848520"/>
                <a:gd name="connsiteY92" fmla="*/ 196589 h 670653"/>
                <a:gd name="connsiteX93" fmla="*/ 484284 w 848520"/>
                <a:gd name="connsiteY93" fmla="*/ 179468 h 670653"/>
                <a:gd name="connsiteX94" fmla="*/ 492126 w 848520"/>
                <a:gd name="connsiteY94" fmla="*/ 164305 h 670653"/>
                <a:gd name="connsiteX95" fmla="*/ 489762 w 848520"/>
                <a:gd name="connsiteY95" fmla="*/ 123785 h 670653"/>
                <a:gd name="connsiteX96" fmla="*/ 512082 w 848520"/>
                <a:gd name="connsiteY96" fmla="*/ 105482 h 670653"/>
                <a:gd name="connsiteX97" fmla="*/ 532443 w 848520"/>
                <a:gd name="connsiteY97" fmla="*/ 96331 h 670653"/>
                <a:gd name="connsiteX98" fmla="*/ 558677 w 848520"/>
                <a:gd name="connsiteY98" fmla="*/ 93585 h 670653"/>
                <a:gd name="connsiteX99" fmla="*/ 570548 w 848520"/>
                <a:gd name="connsiteY99" fmla="*/ 85362 h 670653"/>
                <a:gd name="connsiteX100" fmla="*/ 574069 w 848520"/>
                <a:gd name="connsiteY100" fmla="*/ 79477 h 670653"/>
                <a:gd name="connsiteX101" fmla="*/ 595333 w 848520"/>
                <a:gd name="connsiteY101" fmla="*/ 67567 h 670653"/>
                <a:gd name="connsiteX102" fmla="*/ 604218 w 848520"/>
                <a:gd name="connsiteY102" fmla="*/ 69919 h 670653"/>
                <a:gd name="connsiteX103" fmla="*/ 615962 w 848520"/>
                <a:gd name="connsiteY103" fmla="*/ 63132 h 670653"/>
                <a:gd name="connsiteX104" fmla="*/ 640238 w 848520"/>
                <a:gd name="connsiteY104" fmla="*/ 54628 h 670653"/>
                <a:gd name="connsiteX105" fmla="*/ 643759 w 848520"/>
                <a:gd name="connsiteY105" fmla="*/ 46926 h 670653"/>
                <a:gd name="connsiteX106" fmla="*/ 657054 w 848520"/>
                <a:gd name="connsiteY106" fmla="*/ 46799 h 670653"/>
                <a:gd name="connsiteX107" fmla="*/ 665544 w 848520"/>
                <a:gd name="connsiteY107" fmla="*/ 38703 h 670653"/>
                <a:gd name="connsiteX108" fmla="*/ 666714 w 848520"/>
                <a:gd name="connsiteY108" fmla="*/ 30326 h 670653"/>
                <a:gd name="connsiteX109" fmla="*/ 684203 w 848520"/>
                <a:gd name="connsiteY109" fmla="*/ 15557 h 670653"/>
                <a:gd name="connsiteX110" fmla="*/ 707310 w 848520"/>
                <a:gd name="connsiteY110" fmla="*/ 0 h 670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848520" h="670653">
                  <a:moveTo>
                    <a:pt x="707310" y="0"/>
                  </a:moveTo>
                  <a:lnTo>
                    <a:pt x="721673" y="3800"/>
                  </a:lnTo>
                  <a:lnTo>
                    <a:pt x="733938" y="10727"/>
                  </a:lnTo>
                  <a:lnTo>
                    <a:pt x="741119" y="21950"/>
                  </a:lnTo>
                  <a:lnTo>
                    <a:pt x="769692" y="28369"/>
                  </a:lnTo>
                  <a:lnTo>
                    <a:pt x="775958" y="22624"/>
                  </a:lnTo>
                  <a:lnTo>
                    <a:pt x="785491" y="22624"/>
                  </a:lnTo>
                  <a:lnTo>
                    <a:pt x="790829" y="29157"/>
                  </a:lnTo>
                  <a:lnTo>
                    <a:pt x="799052" y="19726"/>
                  </a:lnTo>
                  <a:lnTo>
                    <a:pt x="808445" y="16879"/>
                  </a:lnTo>
                  <a:lnTo>
                    <a:pt x="829849" y="39338"/>
                  </a:lnTo>
                  <a:lnTo>
                    <a:pt x="848521" y="73986"/>
                  </a:lnTo>
                  <a:lnTo>
                    <a:pt x="837806" y="82222"/>
                  </a:lnTo>
                  <a:lnTo>
                    <a:pt x="830383" y="90064"/>
                  </a:lnTo>
                  <a:lnTo>
                    <a:pt x="820851" y="93064"/>
                  </a:lnTo>
                  <a:lnTo>
                    <a:pt x="826201" y="98428"/>
                  </a:lnTo>
                  <a:lnTo>
                    <a:pt x="826329" y="109003"/>
                  </a:lnTo>
                  <a:lnTo>
                    <a:pt x="819147" y="122069"/>
                  </a:lnTo>
                  <a:lnTo>
                    <a:pt x="804403" y="135681"/>
                  </a:lnTo>
                  <a:lnTo>
                    <a:pt x="798925" y="148608"/>
                  </a:lnTo>
                  <a:lnTo>
                    <a:pt x="740979" y="184158"/>
                  </a:lnTo>
                  <a:lnTo>
                    <a:pt x="708619" y="204037"/>
                  </a:lnTo>
                  <a:lnTo>
                    <a:pt x="702226" y="212527"/>
                  </a:lnTo>
                  <a:lnTo>
                    <a:pt x="703395" y="221412"/>
                  </a:lnTo>
                  <a:lnTo>
                    <a:pt x="668036" y="251725"/>
                  </a:lnTo>
                  <a:lnTo>
                    <a:pt x="653165" y="261029"/>
                  </a:lnTo>
                  <a:lnTo>
                    <a:pt x="644547" y="272507"/>
                  </a:lnTo>
                  <a:lnTo>
                    <a:pt x="613738" y="296173"/>
                  </a:lnTo>
                  <a:lnTo>
                    <a:pt x="600049" y="301791"/>
                  </a:lnTo>
                  <a:lnTo>
                    <a:pt x="598867" y="309506"/>
                  </a:lnTo>
                  <a:lnTo>
                    <a:pt x="594685" y="316573"/>
                  </a:lnTo>
                  <a:lnTo>
                    <a:pt x="588419" y="315785"/>
                  </a:lnTo>
                  <a:lnTo>
                    <a:pt x="545103" y="342057"/>
                  </a:lnTo>
                  <a:lnTo>
                    <a:pt x="545103" y="350929"/>
                  </a:lnTo>
                  <a:lnTo>
                    <a:pt x="523165" y="370541"/>
                  </a:lnTo>
                  <a:lnTo>
                    <a:pt x="485721" y="415776"/>
                  </a:lnTo>
                  <a:lnTo>
                    <a:pt x="477243" y="429630"/>
                  </a:lnTo>
                  <a:lnTo>
                    <a:pt x="467710" y="435642"/>
                  </a:lnTo>
                  <a:lnTo>
                    <a:pt x="458317" y="441400"/>
                  </a:lnTo>
                  <a:lnTo>
                    <a:pt x="455445" y="448454"/>
                  </a:lnTo>
                  <a:lnTo>
                    <a:pt x="444743" y="451466"/>
                  </a:lnTo>
                  <a:lnTo>
                    <a:pt x="430266" y="463744"/>
                  </a:lnTo>
                  <a:lnTo>
                    <a:pt x="400117" y="496549"/>
                  </a:lnTo>
                  <a:lnTo>
                    <a:pt x="373223" y="508700"/>
                  </a:lnTo>
                  <a:lnTo>
                    <a:pt x="361478" y="510531"/>
                  </a:lnTo>
                  <a:lnTo>
                    <a:pt x="351691" y="518627"/>
                  </a:lnTo>
                  <a:lnTo>
                    <a:pt x="321022" y="548305"/>
                  </a:lnTo>
                  <a:lnTo>
                    <a:pt x="268313" y="602286"/>
                  </a:lnTo>
                  <a:lnTo>
                    <a:pt x="250696" y="619788"/>
                  </a:lnTo>
                  <a:lnTo>
                    <a:pt x="232800" y="620970"/>
                  </a:lnTo>
                  <a:lnTo>
                    <a:pt x="215324" y="607776"/>
                  </a:lnTo>
                  <a:lnTo>
                    <a:pt x="205664" y="611170"/>
                  </a:lnTo>
                  <a:lnTo>
                    <a:pt x="194962" y="606988"/>
                  </a:lnTo>
                  <a:lnTo>
                    <a:pt x="167177" y="608946"/>
                  </a:lnTo>
                  <a:lnTo>
                    <a:pt x="79210" y="653012"/>
                  </a:lnTo>
                  <a:lnTo>
                    <a:pt x="68635" y="663193"/>
                  </a:lnTo>
                  <a:lnTo>
                    <a:pt x="55073" y="663714"/>
                  </a:lnTo>
                  <a:lnTo>
                    <a:pt x="48286" y="668557"/>
                  </a:lnTo>
                  <a:lnTo>
                    <a:pt x="24404" y="670654"/>
                  </a:lnTo>
                  <a:lnTo>
                    <a:pt x="14083" y="659672"/>
                  </a:lnTo>
                  <a:lnTo>
                    <a:pt x="2351" y="647115"/>
                  </a:lnTo>
                  <a:lnTo>
                    <a:pt x="915" y="638230"/>
                  </a:lnTo>
                  <a:lnTo>
                    <a:pt x="0" y="621758"/>
                  </a:lnTo>
                  <a:lnTo>
                    <a:pt x="50104" y="581250"/>
                  </a:lnTo>
                  <a:lnTo>
                    <a:pt x="70986" y="569735"/>
                  </a:lnTo>
                  <a:lnTo>
                    <a:pt x="83392" y="566735"/>
                  </a:lnTo>
                  <a:lnTo>
                    <a:pt x="88082" y="560202"/>
                  </a:lnTo>
                  <a:lnTo>
                    <a:pt x="97487" y="555232"/>
                  </a:lnTo>
                  <a:lnTo>
                    <a:pt x="106359" y="538379"/>
                  </a:lnTo>
                  <a:lnTo>
                    <a:pt x="115231" y="535379"/>
                  </a:lnTo>
                  <a:lnTo>
                    <a:pt x="123581" y="526622"/>
                  </a:lnTo>
                  <a:lnTo>
                    <a:pt x="137537" y="522160"/>
                  </a:lnTo>
                  <a:lnTo>
                    <a:pt x="165462" y="487665"/>
                  </a:lnTo>
                  <a:lnTo>
                    <a:pt x="186090" y="475641"/>
                  </a:lnTo>
                  <a:lnTo>
                    <a:pt x="196284" y="473798"/>
                  </a:lnTo>
                  <a:lnTo>
                    <a:pt x="213887" y="453284"/>
                  </a:lnTo>
                  <a:lnTo>
                    <a:pt x="226280" y="449102"/>
                  </a:lnTo>
                  <a:lnTo>
                    <a:pt x="242473" y="435769"/>
                  </a:lnTo>
                  <a:lnTo>
                    <a:pt x="248739" y="418382"/>
                  </a:lnTo>
                  <a:lnTo>
                    <a:pt x="251077" y="405977"/>
                  </a:lnTo>
                  <a:lnTo>
                    <a:pt x="257738" y="395122"/>
                  </a:lnTo>
                  <a:lnTo>
                    <a:pt x="267016" y="375777"/>
                  </a:lnTo>
                  <a:lnTo>
                    <a:pt x="278226" y="361008"/>
                  </a:lnTo>
                  <a:lnTo>
                    <a:pt x="294801" y="352123"/>
                  </a:lnTo>
                  <a:lnTo>
                    <a:pt x="303939" y="341930"/>
                  </a:lnTo>
                  <a:lnTo>
                    <a:pt x="349353" y="286246"/>
                  </a:lnTo>
                  <a:lnTo>
                    <a:pt x="401948" y="252272"/>
                  </a:lnTo>
                  <a:lnTo>
                    <a:pt x="413946" y="255539"/>
                  </a:lnTo>
                  <a:lnTo>
                    <a:pt x="419043" y="250823"/>
                  </a:lnTo>
                  <a:lnTo>
                    <a:pt x="418649" y="235012"/>
                  </a:lnTo>
                  <a:lnTo>
                    <a:pt x="433774" y="217230"/>
                  </a:lnTo>
                  <a:lnTo>
                    <a:pt x="462105" y="209922"/>
                  </a:lnTo>
                  <a:lnTo>
                    <a:pt x="483636" y="196589"/>
                  </a:lnTo>
                  <a:lnTo>
                    <a:pt x="484284" y="179468"/>
                  </a:lnTo>
                  <a:lnTo>
                    <a:pt x="492126" y="164305"/>
                  </a:lnTo>
                  <a:lnTo>
                    <a:pt x="489762" y="123785"/>
                  </a:lnTo>
                  <a:lnTo>
                    <a:pt x="512082" y="105482"/>
                  </a:lnTo>
                  <a:lnTo>
                    <a:pt x="532443" y="96331"/>
                  </a:lnTo>
                  <a:lnTo>
                    <a:pt x="558677" y="93585"/>
                  </a:lnTo>
                  <a:lnTo>
                    <a:pt x="570548" y="85362"/>
                  </a:lnTo>
                  <a:lnTo>
                    <a:pt x="574069" y="79477"/>
                  </a:lnTo>
                  <a:lnTo>
                    <a:pt x="595333" y="67567"/>
                  </a:lnTo>
                  <a:lnTo>
                    <a:pt x="604218" y="69919"/>
                  </a:lnTo>
                  <a:lnTo>
                    <a:pt x="615962" y="63132"/>
                  </a:lnTo>
                  <a:lnTo>
                    <a:pt x="640238" y="54628"/>
                  </a:lnTo>
                  <a:lnTo>
                    <a:pt x="643759" y="46926"/>
                  </a:lnTo>
                  <a:lnTo>
                    <a:pt x="657054" y="46799"/>
                  </a:lnTo>
                  <a:lnTo>
                    <a:pt x="665544" y="38703"/>
                  </a:lnTo>
                  <a:lnTo>
                    <a:pt x="666714" y="30326"/>
                  </a:lnTo>
                  <a:lnTo>
                    <a:pt x="684203" y="15557"/>
                  </a:lnTo>
                  <a:lnTo>
                    <a:pt x="707310" y="0"/>
                  </a:lnTo>
                  <a:close/>
                </a:path>
              </a:pathLst>
            </a:custGeom>
            <a:solidFill>
              <a:srgbClr val="BAE0DF"/>
            </a:solidFill>
            <a:ln w="12700" cap="flat">
              <a:noFill/>
              <a:prstDash val="solid"/>
              <a:miter/>
            </a:ln>
          </p:spPr>
          <p:txBody>
            <a:bodyPr rtlCol="0" anchor="ctr"/>
            <a:lstStyle/>
            <a:p>
              <a:endParaRPr lang="de-CH"/>
            </a:p>
          </p:txBody>
        </p:sp>
        <p:sp>
          <p:nvSpPr>
            <p:cNvPr id="140" name="Freihandform: Form 139">
              <a:extLst>
                <a:ext uri="{FF2B5EF4-FFF2-40B4-BE49-F238E27FC236}">
                  <a16:creationId xmlns:a16="http://schemas.microsoft.com/office/drawing/2014/main" id="{B95289C0-7253-0EE0-132C-8CD05616BF23}"/>
                </a:ext>
              </a:extLst>
            </p:cNvPr>
            <p:cNvSpPr/>
            <p:nvPr/>
          </p:nvSpPr>
          <p:spPr>
            <a:xfrm>
              <a:off x="6162063" y="2254311"/>
              <a:ext cx="68520" cy="118535"/>
            </a:xfrm>
            <a:custGeom>
              <a:avLst/>
              <a:gdLst>
                <a:gd name="connsiteX0" fmla="*/ 2872 w 68520"/>
                <a:gd name="connsiteY0" fmla="*/ 11630 h 118535"/>
                <a:gd name="connsiteX1" fmla="*/ 2872 w 68520"/>
                <a:gd name="connsiteY1" fmla="*/ 2606 h 118535"/>
                <a:gd name="connsiteX2" fmla="*/ 7448 w 68520"/>
                <a:gd name="connsiteY2" fmla="*/ 0 h 118535"/>
                <a:gd name="connsiteX3" fmla="*/ 13053 w 68520"/>
                <a:gd name="connsiteY3" fmla="*/ 4321 h 118535"/>
                <a:gd name="connsiteX4" fmla="*/ 23628 w 68520"/>
                <a:gd name="connsiteY4" fmla="*/ 5491 h 118535"/>
                <a:gd name="connsiteX5" fmla="*/ 34839 w 68520"/>
                <a:gd name="connsiteY5" fmla="*/ 4957 h 118535"/>
                <a:gd name="connsiteX6" fmla="*/ 42147 w 68520"/>
                <a:gd name="connsiteY6" fmla="*/ 14756 h 118535"/>
                <a:gd name="connsiteX7" fmla="*/ 52989 w 68520"/>
                <a:gd name="connsiteY7" fmla="*/ 61949 h 118535"/>
                <a:gd name="connsiteX8" fmla="*/ 59509 w 68520"/>
                <a:gd name="connsiteY8" fmla="*/ 73058 h 118535"/>
                <a:gd name="connsiteX9" fmla="*/ 65636 w 68520"/>
                <a:gd name="connsiteY9" fmla="*/ 85870 h 118535"/>
                <a:gd name="connsiteX10" fmla="*/ 68521 w 68520"/>
                <a:gd name="connsiteY10" fmla="*/ 98542 h 118535"/>
                <a:gd name="connsiteX11" fmla="*/ 66169 w 68520"/>
                <a:gd name="connsiteY11" fmla="*/ 108876 h 118535"/>
                <a:gd name="connsiteX12" fmla="*/ 61467 w 68520"/>
                <a:gd name="connsiteY12" fmla="*/ 112002 h 118535"/>
                <a:gd name="connsiteX13" fmla="*/ 61975 w 68520"/>
                <a:gd name="connsiteY13" fmla="*/ 117900 h 118535"/>
                <a:gd name="connsiteX14" fmla="*/ 58581 w 68520"/>
                <a:gd name="connsiteY14" fmla="*/ 118535 h 118535"/>
                <a:gd name="connsiteX15" fmla="*/ 52722 w 68520"/>
                <a:gd name="connsiteY15" fmla="*/ 114493 h 118535"/>
                <a:gd name="connsiteX16" fmla="*/ 49595 w 68520"/>
                <a:gd name="connsiteY16" fmla="*/ 107172 h 118535"/>
                <a:gd name="connsiteX17" fmla="*/ 42528 w 68520"/>
                <a:gd name="connsiteY17" fmla="*/ 103652 h 118535"/>
                <a:gd name="connsiteX18" fmla="*/ 28700 w 68520"/>
                <a:gd name="connsiteY18" fmla="*/ 78930 h 118535"/>
                <a:gd name="connsiteX19" fmla="*/ 28318 w 68520"/>
                <a:gd name="connsiteY19" fmla="*/ 70580 h 118535"/>
                <a:gd name="connsiteX20" fmla="*/ 22446 w 68520"/>
                <a:gd name="connsiteY20" fmla="*/ 67034 h 118535"/>
                <a:gd name="connsiteX21" fmla="*/ 16968 w 68520"/>
                <a:gd name="connsiteY21" fmla="*/ 53065 h 118535"/>
                <a:gd name="connsiteX22" fmla="*/ 0 w 68520"/>
                <a:gd name="connsiteY22" fmla="*/ 26920 h 118535"/>
                <a:gd name="connsiteX23" fmla="*/ 661 w 68520"/>
                <a:gd name="connsiteY23" fmla="*/ 21429 h 118535"/>
                <a:gd name="connsiteX24" fmla="*/ 5859 w 68520"/>
                <a:gd name="connsiteY24" fmla="*/ 19065 h 118535"/>
                <a:gd name="connsiteX25" fmla="*/ 2872 w 68520"/>
                <a:gd name="connsiteY25" fmla="*/ 11630 h 118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8520" h="118535">
                  <a:moveTo>
                    <a:pt x="2872" y="11630"/>
                  </a:moveTo>
                  <a:lnTo>
                    <a:pt x="2872" y="2606"/>
                  </a:lnTo>
                  <a:lnTo>
                    <a:pt x="7448" y="0"/>
                  </a:lnTo>
                  <a:lnTo>
                    <a:pt x="13053" y="4321"/>
                  </a:lnTo>
                  <a:lnTo>
                    <a:pt x="23628" y="5491"/>
                  </a:lnTo>
                  <a:lnTo>
                    <a:pt x="34839" y="4957"/>
                  </a:lnTo>
                  <a:lnTo>
                    <a:pt x="42147" y="14756"/>
                  </a:lnTo>
                  <a:lnTo>
                    <a:pt x="52989" y="61949"/>
                  </a:lnTo>
                  <a:lnTo>
                    <a:pt x="59509" y="73058"/>
                  </a:lnTo>
                  <a:lnTo>
                    <a:pt x="65636" y="85870"/>
                  </a:lnTo>
                  <a:lnTo>
                    <a:pt x="68521" y="98542"/>
                  </a:lnTo>
                  <a:lnTo>
                    <a:pt x="66169" y="108876"/>
                  </a:lnTo>
                  <a:lnTo>
                    <a:pt x="61467" y="112002"/>
                  </a:lnTo>
                  <a:lnTo>
                    <a:pt x="61975" y="117900"/>
                  </a:lnTo>
                  <a:lnTo>
                    <a:pt x="58581" y="118535"/>
                  </a:lnTo>
                  <a:lnTo>
                    <a:pt x="52722" y="114493"/>
                  </a:lnTo>
                  <a:lnTo>
                    <a:pt x="49595" y="107172"/>
                  </a:lnTo>
                  <a:lnTo>
                    <a:pt x="42528" y="103652"/>
                  </a:lnTo>
                  <a:lnTo>
                    <a:pt x="28700" y="78930"/>
                  </a:lnTo>
                  <a:lnTo>
                    <a:pt x="28318" y="70580"/>
                  </a:lnTo>
                  <a:lnTo>
                    <a:pt x="22446" y="67034"/>
                  </a:lnTo>
                  <a:lnTo>
                    <a:pt x="16968" y="53065"/>
                  </a:lnTo>
                  <a:lnTo>
                    <a:pt x="0" y="26920"/>
                  </a:lnTo>
                  <a:lnTo>
                    <a:pt x="661" y="21429"/>
                  </a:lnTo>
                  <a:lnTo>
                    <a:pt x="5859" y="19065"/>
                  </a:lnTo>
                  <a:lnTo>
                    <a:pt x="2872" y="11630"/>
                  </a:lnTo>
                  <a:close/>
                </a:path>
              </a:pathLst>
            </a:custGeom>
            <a:solidFill>
              <a:srgbClr val="BAE0DF"/>
            </a:solidFill>
            <a:ln w="12700" cap="flat">
              <a:noFill/>
              <a:prstDash val="solid"/>
              <a:miter/>
            </a:ln>
          </p:spPr>
          <p:txBody>
            <a:bodyPr rtlCol="0" anchor="ctr"/>
            <a:lstStyle/>
            <a:p>
              <a:endParaRPr lang="de-CH"/>
            </a:p>
          </p:txBody>
        </p:sp>
        <p:sp>
          <p:nvSpPr>
            <p:cNvPr id="141" name="Freihandform: Form 140">
              <a:extLst>
                <a:ext uri="{FF2B5EF4-FFF2-40B4-BE49-F238E27FC236}">
                  <a16:creationId xmlns:a16="http://schemas.microsoft.com/office/drawing/2014/main" id="{A627470D-847A-DDF0-1E59-7755C986ECBF}"/>
                </a:ext>
              </a:extLst>
            </p:cNvPr>
            <p:cNvSpPr/>
            <p:nvPr/>
          </p:nvSpPr>
          <p:spPr>
            <a:xfrm>
              <a:off x="5915155" y="2386205"/>
              <a:ext cx="143803" cy="165474"/>
            </a:xfrm>
            <a:custGeom>
              <a:avLst/>
              <a:gdLst>
                <a:gd name="connsiteX0" fmla="*/ 915 w 143803"/>
                <a:gd name="connsiteY0" fmla="*/ 24696 h 165474"/>
                <a:gd name="connsiteX1" fmla="*/ 7169 w 143803"/>
                <a:gd name="connsiteY1" fmla="*/ 13714 h 165474"/>
                <a:gd name="connsiteX2" fmla="*/ 0 w 143803"/>
                <a:gd name="connsiteY2" fmla="*/ 4690 h 165474"/>
                <a:gd name="connsiteX3" fmla="*/ 6775 w 143803"/>
                <a:gd name="connsiteY3" fmla="*/ 0 h 165474"/>
                <a:gd name="connsiteX4" fmla="*/ 23222 w 143803"/>
                <a:gd name="connsiteY4" fmla="*/ 8084 h 165474"/>
                <a:gd name="connsiteX5" fmla="*/ 46329 w 143803"/>
                <a:gd name="connsiteY5" fmla="*/ 30327 h 165474"/>
                <a:gd name="connsiteX6" fmla="*/ 67593 w 143803"/>
                <a:gd name="connsiteY6" fmla="*/ 54501 h 165474"/>
                <a:gd name="connsiteX7" fmla="*/ 107414 w 143803"/>
                <a:gd name="connsiteY7" fmla="*/ 82464 h 165474"/>
                <a:gd name="connsiteX8" fmla="*/ 127763 w 143803"/>
                <a:gd name="connsiteY8" fmla="*/ 98542 h 165474"/>
                <a:gd name="connsiteX9" fmla="*/ 142253 w 143803"/>
                <a:gd name="connsiteY9" fmla="*/ 121815 h 165474"/>
                <a:gd name="connsiteX10" fmla="*/ 143804 w 143803"/>
                <a:gd name="connsiteY10" fmla="*/ 137232 h 165474"/>
                <a:gd name="connsiteX11" fmla="*/ 137944 w 143803"/>
                <a:gd name="connsiteY11" fmla="*/ 147553 h 165474"/>
                <a:gd name="connsiteX12" fmla="*/ 132847 w 143803"/>
                <a:gd name="connsiteY12" fmla="*/ 156310 h 165474"/>
                <a:gd name="connsiteX13" fmla="*/ 127242 w 143803"/>
                <a:gd name="connsiteY13" fmla="*/ 164292 h 165474"/>
                <a:gd name="connsiteX14" fmla="*/ 117061 w 143803"/>
                <a:gd name="connsiteY14" fmla="*/ 165474 h 165474"/>
                <a:gd name="connsiteX15" fmla="*/ 99178 w 143803"/>
                <a:gd name="connsiteY15" fmla="*/ 152904 h 165474"/>
                <a:gd name="connsiteX16" fmla="*/ 52074 w 143803"/>
                <a:gd name="connsiteY16" fmla="*/ 120633 h 165474"/>
                <a:gd name="connsiteX17" fmla="*/ 17235 w 143803"/>
                <a:gd name="connsiteY17" fmla="*/ 82337 h 165474"/>
                <a:gd name="connsiteX18" fmla="*/ 5859 w 143803"/>
                <a:gd name="connsiteY18" fmla="*/ 70173 h 165474"/>
                <a:gd name="connsiteX19" fmla="*/ 2351 w 143803"/>
                <a:gd name="connsiteY19" fmla="*/ 57374 h 165474"/>
                <a:gd name="connsiteX20" fmla="*/ 4817 w 143803"/>
                <a:gd name="connsiteY20" fmla="*/ 43914 h 165474"/>
                <a:gd name="connsiteX21" fmla="*/ 1297 w 143803"/>
                <a:gd name="connsiteY21" fmla="*/ 34623 h 165474"/>
                <a:gd name="connsiteX22" fmla="*/ 915 w 143803"/>
                <a:gd name="connsiteY22" fmla="*/ 24696 h 165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3803" h="165474">
                  <a:moveTo>
                    <a:pt x="915" y="24696"/>
                  </a:moveTo>
                  <a:lnTo>
                    <a:pt x="7169" y="13714"/>
                  </a:lnTo>
                  <a:lnTo>
                    <a:pt x="0" y="4690"/>
                  </a:lnTo>
                  <a:lnTo>
                    <a:pt x="6775" y="0"/>
                  </a:lnTo>
                  <a:lnTo>
                    <a:pt x="23222" y="8084"/>
                  </a:lnTo>
                  <a:lnTo>
                    <a:pt x="46329" y="30327"/>
                  </a:lnTo>
                  <a:lnTo>
                    <a:pt x="67593" y="54501"/>
                  </a:lnTo>
                  <a:lnTo>
                    <a:pt x="107414" y="82464"/>
                  </a:lnTo>
                  <a:lnTo>
                    <a:pt x="127763" y="98542"/>
                  </a:lnTo>
                  <a:lnTo>
                    <a:pt x="142253" y="121815"/>
                  </a:lnTo>
                  <a:lnTo>
                    <a:pt x="143804" y="137232"/>
                  </a:lnTo>
                  <a:lnTo>
                    <a:pt x="137944" y="147553"/>
                  </a:lnTo>
                  <a:lnTo>
                    <a:pt x="132847" y="156310"/>
                  </a:lnTo>
                  <a:lnTo>
                    <a:pt x="127242" y="164292"/>
                  </a:lnTo>
                  <a:lnTo>
                    <a:pt x="117061" y="165474"/>
                  </a:lnTo>
                  <a:lnTo>
                    <a:pt x="99178" y="152904"/>
                  </a:lnTo>
                  <a:lnTo>
                    <a:pt x="52074" y="120633"/>
                  </a:lnTo>
                  <a:lnTo>
                    <a:pt x="17235" y="82337"/>
                  </a:lnTo>
                  <a:lnTo>
                    <a:pt x="5859" y="70173"/>
                  </a:lnTo>
                  <a:lnTo>
                    <a:pt x="2351" y="57374"/>
                  </a:lnTo>
                  <a:lnTo>
                    <a:pt x="4817" y="43914"/>
                  </a:lnTo>
                  <a:lnTo>
                    <a:pt x="1297" y="34623"/>
                  </a:lnTo>
                  <a:lnTo>
                    <a:pt x="915" y="24696"/>
                  </a:lnTo>
                  <a:close/>
                </a:path>
              </a:pathLst>
            </a:custGeom>
            <a:solidFill>
              <a:srgbClr val="BAE0DF"/>
            </a:solidFill>
            <a:ln w="12700" cap="flat">
              <a:noFill/>
              <a:prstDash val="solid"/>
              <a:miter/>
            </a:ln>
          </p:spPr>
          <p:txBody>
            <a:bodyPr rtlCol="0" anchor="ctr"/>
            <a:lstStyle/>
            <a:p>
              <a:endParaRPr lang="de-CH"/>
            </a:p>
          </p:txBody>
        </p:sp>
        <p:sp>
          <p:nvSpPr>
            <p:cNvPr id="142" name="Freihandform: Form 141">
              <a:extLst>
                <a:ext uri="{FF2B5EF4-FFF2-40B4-BE49-F238E27FC236}">
                  <a16:creationId xmlns:a16="http://schemas.microsoft.com/office/drawing/2014/main" id="{BA5391C5-C55A-2BB4-0216-073D54EE4F16}"/>
                </a:ext>
              </a:extLst>
            </p:cNvPr>
            <p:cNvSpPr/>
            <p:nvPr/>
          </p:nvSpPr>
          <p:spPr>
            <a:xfrm>
              <a:off x="6067448" y="1952126"/>
              <a:ext cx="72155" cy="218539"/>
            </a:xfrm>
            <a:custGeom>
              <a:avLst/>
              <a:gdLst>
                <a:gd name="connsiteX0" fmla="*/ 3266 w 72155"/>
                <a:gd name="connsiteY0" fmla="*/ 10460 h 218539"/>
                <a:gd name="connsiteX1" fmla="*/ 8490 w 72155"/>
                <a:gd name="connsiteY1" fmla="*/ 7321 h 218539"/>
                <a:gd name="connsiteX2" fmla="*/ 6660 w 72155"/>
                <a:gd name="connsiteY2" fmla="*/ 1042 h 218539"/>
                <a:gd name="connsiteX3" fmla="*/ 12138 w 72155"/>
                <a:gd name="connsiteY3" fmla="*/ 0 h 218539"/>
                <a:gd name="connsiteX4" fmla="*/ 20234 w 72155"/>
                <a:gd name="connsiteY4" fmla="*/ 5097 h 218539"/>
                <a:gd name="connsiteX5" fmla="*/ 31585 w 72155"/>
                <a:gd name="connsiteY5" fmla="*/ 19739 h 218539"/>
                <a:gd name="connsiteX6" fmla="*/ 36415 w 72155"/>
                <a:gd name="connsiteY6" fmla="*/ 29272 h 218539"/>
                <a:gd name="connsiteX7" fmla="*/ 47104 w 72155"/>
                <a:gd name="connsiteY7" fmla="*/ 77507 h 218539"/>
                <a:gd name="connsiteX8" fmla="*/ 60818 w 72155"/>
                <a:gd name="connsiteY8" fmla="*/ 121815 h 218539"/>
                <a:gd name="connsiteX9" fmla="*/ 62776 w 72155"/>
                <a:gd name="connsiteY9" fmla="*/ 127966 h 218539"/>
                <a:gd name="connsiteX10" fmla="*/ 61327 w 72155"/>
                <a:gd name="connsiteY10" fmla="*/ 138033 h 218539"/>
                <a:gd name="connsiteX11" fmla="*/ 71114 w 72155"/>
                <a:gd name="connsiteY11" fmla="*/ 159983 h 218539"/>
                <a:gd name="connsiteX12" fmla="*/ 72155 w 72155"/>
                <a:gd name="connsiteY12" fmla="*/ 170825 h 218539"/>
                <a:gd name="connsiteX13" fmla="*/ 65127 w 72155"/>
                <a:gd name="connsiteY13" fmla="*/ 185200 h 218539"/>
                <a:gd name="connsiteX14" fmla="*/ 60030 w 72155"/>
                <a:gd name="connsiteY14" fmla="*/ 199728 h 218539"/>
                <a:gd name="connsiteX15" fmla="*/ 65902 w 72155"/>
                <a:gd name="connsiteY15" fmla="*/ 206897 h 218539"/>
                <a:gd name="connsiteX16" fmla="*/ 66296 w 72155"/>
                <a:gd name="connsiteY16" fmla="*/ 212527 h 218539"/>
                <a:gd name="connsiteX17" fmla="*/ 60691 w 72155"/>
                <a:gd name="connsiteY17" fmla="*/ 217878 h 218539"/>
                <a:gd name="connsiteX18" fmla="*/ 54298 w 72155"/>
                <a:gd name="connsiteY18" fmla="*/ 218539 h 218539"/>
                <a:gd name="connsiteX19" fmla="*/ 44765 w 72155"/>
                <a:gd name="connsiteY19" fmla="*/ 199728 h 218539"/>
                <a:gd name="connsiteX20" fmla="*/ 31457 w 72155"/>
                <a:gd name="connsiteY20" fmla="*/ 165207 h 218539"/>
                <a:gd name="connsiteX21" fmla="*/ 29615 w 72155"/>
                <a:gd name="connsiteY21" fmla="*/ 152141 h 218539"/>
                <a:gd name="connsiteX22" fmla="*/ 23755 w 72155"/>
                <a:gd name="connsiteY22" fmla="*/ 145087 h 218539"/>
                <a:gd name="connsiteX23" fmla="*/ 18786 w 72155"/>
                <a:gd name="connsiteY23" fmla="*/ 121942 h 218539"/>
                <a:gd name="connsiteX24" fmla="*/ 17235 w 72155"/>
                <a:gd name="connsiteY24" fmla="*/ 114900 h 218539"/>
                <a:gd name="connsiteX25" fmla="*/ 5605 w 72155"/>
                <a:gd name="connsiteY25" fmla="*/ 62610 h 218539"/>
                <a:gd name="connsiteX26" fmla="*/ 0 w 72155"/>
                <a:gd name="connsiteY26" fmla="*/ 30848 h 218539"/>
                <a:gd name="connsiteX27" fmla="*/ 3266 w 72155"/>
                <a:gd name="connsiteY27" fmla="*/ 10460 h 21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72155" h="218539">
                  <a:moveTo>
                    <a:pt x="3266" y="10460"/>
                  </a:moveTo>
                  <a:lnTo>
                    <a:pt x="8490" y="7321"/>
                  </a:lnTo>
                  <a:lnTo>
                    <a:pt x="6660" y="1042"/>
                  </a:lnTo>
                  <a:lnTo>
                    <a:pt x="12138" y="0"/>
                  </a:lnTo>
                  <a:lnTo>
                    <a:pt x="20234" y="5097"/>
                  </a:lnTo>
                  <a:lnTo>
                    <a:pt x="31585" y="19739"/>
                  </a:lnTo>
                  <a:lnTo>
                    <a:pt x="36415" y="29272"/>
                  </a:lnTo>
                  <a:lnTo>
                    <a:pt x="47104" y="77507"/>
                  </a:lnTo>
                  <a:lnTo>
                    <a:pt x="60818" y="121815"/>
                  </a:lnTo>
                  <a:lnTo>
                    <a:pt x="62776" y="127966"/>
                  </a:lnTo>
                  <a:lnTo>
                    <a:pt x="61327" y="138033"/>
                  </a:lnTo>
                  <a:lnTo>
                    <a:pt x="71114" y="159983"/>
                  </a:lnTo>
                  <a:lnTo>
                    <a:pt x="72155" y="170825"/>
                  </a:lnTo>
                  <a:lnTo>
                    <a:pt x="65127" y="185200"/>
                  </a:lnTo>
                  <a:lnTo>
                    <a:pt x="60030" y="199728"/>
                  </a:lnTo>
                  <a:lnTo>
                    <a:pt x="65902" y="206897"/>
                  </a:lnTo>
                  <a:lnTo>
                    <a:pt x="66296" y="212527"/>
                  </a:lnTo>
                  <a:lnTo>
                    <a:pt x="60691" y="217878"/>
                  </a:lnTo>
                  <a:lnTo>
                    <a:pt x="54298" y="218539"/>
                  </a:lnTo>
                  <a:lnTo>
                    <a:pt x="44765" y="199728"/>
                  </a:lnTo>
                  <a:lnTo>
                    <a:pt x="31457" y="165207"/>
                  </a:lnTo>
                  <a:lnTo>
                    <a:pt x="29615" y="152141"/>
                  </a:lnTo>
                  <a:lnTo>
                    <a:pt x="23755" y="145087"/>
                  </a:lnTo>
                  <a:lnTo>
                    <a:pt x="18786" y="121942"/>
                  </a:lnTo>
                  <a:lnTo>
                    <a:pt x="17235" y="114900"/>
                  </a:lnTo>
                  <a:lnTo>
                    <a:pt x="5605" y="62610"/>
                  </a:lnTo>
                  <a:lnTo>
                    <a:pt x="0" y="30848"/>
                  </a:lnTo>
                  <a:lnTo>
                    <a:pt x="3266" y="10460"/>
                  </a:lnTo>
                  <a:close/>
                </a:path>
              </a:pathLst>
            </a:custGeom>
            <a:solidFill>
              <a:srgbClr val="BAE0DF"/>
            </a:solidFill>
            <a:ln w="12700" cap="flat">
              <a:noFill/>
              <a:prstDash val="solid"/>
              <a:miter/>
            </a:ln>
          </p:spPr>
          <p:txBody>
            <a:bodyPr rtlCol="0" anchor="ctr"/>
            <a:lstStyle/>
            <a:p>
              <a:endParaRPr lang="de-CH"/>
            </a:p>
          </p:txBody>
        </p:sp>
        <p:sp>
          <p:nvSpPr>
            <p:cNvPr id="143" name="Freihandform: Form 142">
              <a:extLst>
                <a:ext uri="{FF2B5EF4-FFF2-40B4-BE49-F238E27FC236}">
                  <a16:creationId xmlns:a16="http://schemas.microsoft.com/office/drawing/2014/main" id="{0AC68B63-DDA7-2CCD-0D0E-DCEBD4E1C56F}"/>
                </a:ext>
              </a:extLst>
            </p:cNvPr>
            <p:cNvSpPr/>
            <p:nvPr/>
          </p:nvSpPr>
          <p:spPr>
            <a:xfrm>
              <a:off x="6588402" y="2356793"/>
              <a:ext cx="155178" cy="354080"/>
            </a:xfrm>
            <a:custGeom>
              <a:avLst/>
              <a:gdLst>
                <a:gd name="connsiteX0" fmla="*/ 1703 w 155178"/>
                <a:gd name="connsiteY0" fmla="*/ 23781 h 354080"/>
                <a:gd name="connsiteX1" fmla="*/ 19205 w 155178"/>
                <a:gd name="connsiteY1" fmla="*/ 7969 h 354080"/>
                <a:gd name="connsiteX2" fmla="*/ 45159 w 155178"/>
                <a:gd name="connsiteY2" fmla="*/ 0 h 354080"/>
                <a:gd name="connsiteX3" fmla="*/ 57437 w 155178"/>
                <a:gd name="connsiteY3" fmla="*/ 9012 h 354080"/>
                <a:gd name="connsiteX4" fmla="*/ 58988 w 155178"/>
                <a:gd name="connsiteY4" fmla="*/ 15939 h 354080"/>
                <a:gd name="connsiteX5" fmla="*/ 67872 w 155178"/>
                <a:gd name="connsiteY5" fmla="*/ 11236 h 354080"/>
                <a:gd name="connsiteX6" fmla="*/ 85222 w 155178"/>
                <a:gd name="connsiteY6" fmla="*/ 12392 h 354080"/>
                <a:gd name="connsiteX7" fmla="*/ 92657 w 155178"/>
                <a:gd name="connsiteY7" fmla="*/ 20120 h 354080"/>
                <a:gd name="connsiteX8" fmla="*/ 99724 w 155178"/>
                <a:gd name="connsiteY8" fmla="*/ 22472 h 354080"/>
                <a:gd name="connsiteX9" fmla="*/ 109765 w 155178"/>
                <a:gd name="connsiteY9" fmla="*/ 30708 h 354080"/>
                <a:gd name="connsiteX10" fmla="*/ 118879 w 155178"/>
                <a:gd name="connsiteY10" fmla="*/ 32004 h 354080"/>
                <a:gd name="connsiteX11" fmla="*/ 123200 w 155178"/>
                <a:gd name="connsiteY11" fmla="*/ 40647 h 354080"/>
                <a:gd name="connsiteX12" fmla="*/ 114074 w 155178"/>
                <a:gd name="connsiteY12" fmla="*/ 75155 h 354080"/>
                <a:gd name="connsiteX13" fmla="*/ 114582 w 155178"/>
                <a:gd name="connsiteY13" fmla="*/ 81689 h 354080"/>
                <a:gd name="connsiteX14" fmla="*/ 104147 w 155178"/>
                <a:gd name="connsiteY14" fmla="*/ 101415 h 354080"/>
                <a:gd name="connsiteX15" fmla="*/ 105838 w 155178"/>
                <a:gd name="connsiteY15" fmla="*/ 133432 h 354080"/>
                <a:gd name="connsiteX16" fmla="*/ 102190 w 155178"/>
                <a:gd name="connsiteY16" fmla="*/ 143104 h 354080"/>
                <a:gd name="connsiteX17" fmla="*/ 95008 w 155178"/>
                <a:gd name="connsiteY17" fmla="*/ 150171 h 354080"/>
                <a:gd name="connsiteX18" fmla="*/ 90980 w 155178"/>
                <a:gd name="connsiteY18" fmla="*/ 155535 h 354080"/>
                <a:gd name="connsiteX19" fmla="*/ 90980 w 155178"/>
                <a:gd name="connsiteY19" fmla="*/ 162589 h 354080"/>
                <a:gd name="connsiteX20" fmla="*/ 84968 w 155178"/>
                <a:gd name="connsiteY20" fmla="*/ 170278 h 354080"/>
                <a:gd name="connsiteX21" fmla="*/ 86264 w 155178"/>
                <a:gd name="connsiteY21" fmla="*/ 182188 h 354080"/>
                <a:gd name="connsiteX22" fmla="*/ 94360 w 155178"/>
                <a:gd name="connsiteY22" fmla="*/ 194224 h 354080"/>
                <a:gd name="connsiteX23" fmla="*/ 103105 w 155178"/>
                <a:gd name="connsiteY23" fmla="*/ 219975 h 354080"/>
                <a:gd name="connsiteX24" fmla="*/ 113273 w 155178"/>
                <a:gd name="connsiteY24" fmla="*/ 228847 h 354080"/>
                <a:gd name="connsiteX25" fmla="*/ 122018 w 155178"/>
                <a:gd name="connsiteY25" fmla="*/ 245574 h 354080"/>
                <a:gd name="connsiteX26" fmla="*/ 135198 w 155178"/>
                <a:gd name="connsiteY26" fmla="*/ 258398 h 354080"/>
                <a:gd name="connsiteX27" fmla="*/ 143307 w 155178"/>
                <a:gd name="connsiteY27" fmla="*/ 271465 h 354080"/>
                <a:gd name="connsiteX28" fmla="*/ 143180 w 155178"/>
                <a:gd name="connsiteY28" fmla="*/ 293822 h 354080"/>
                <a:gd name="connsiteX29" fmla="*/ 152039 w 155178"/>
                <a:gd name="connsiteY29" fmla="*/ 314069 h 354080"/>
                <a:gd name="connsiteX30" fmla="*/ 155179 w 155178"/>
                <a:gd name="connsiteY30" fmla="*/ 328584 h 354080"/>
                <a:gd name="connsiteX31" fmla="*/ 151251 w 155178"/>
                <a:gd name="connsiteY31" fmla="*/ 334850 h 354080"/>
                <a:gd name="connsiteX32" fmla="*/ 138338 w 155178"/>
                <a:gd name="connsiteY32" fmla="*/ 352365 h 354080"/>
                <a:gd name="connsiteX33" fmla="*/ 130635 w 155178"/>
                <a:gd name="connsiteY33" fmla="*/ 354081 h 354080"/>
                <a:gd name="connsiteX34" fmla="*/ 119158 w 155178"/>
                <a:gd name="connsiteY34" fmla="*/ 334469 h 354080"/>
                <a:gd name="connsiteX35" fmla="*/ 106880 w 155178"/>
                <a:gd name="connsiteY35" fmla="*/ 327682 h 354080"/>
                <a:gd name="connsiteX36" fmla="*/ 87967 w 155178"/>
                <a:gd name="connsiteY36" fmla="*/ 312887 h 354080"/>
                <a:gd name="connsiteX37" fmla="*/ 82095 w 155178"/>
                <a:gd name="connsiteY37" fmla="*/ 304536 h 354080"/>
                <a:gd name="connsiteX38" fmla="*/ 74799 w 155178"/>
                <a:gd name="connsiteY38" fmla="*/ 302045 h 354080"/>
                <a:gd name="connsiteX39" fmla="*/ 57310 w 155178"/>
                <a:gd name="connsiteY39" fmla="*/ 285585 h 354080"/>
                <a:gd name="connsiteX40" fmla="*/ 39541 w 155178"/>
                <a:gd name="connsiteY40" fmla="*/ 274210 h 354080"/>
                <a:gd name="connsiteX41" fmla="*/ 26373 w 155178"/>
                <a:gd name="connsiteY41" fmla="*/ 257089 h 354080"/>
                <a:gd name="connsiteX42" fmla="*/ 27276 w 155178"/>
                <a:gd name="connsiteY42" fmla="*/ 251471 h 354080"/>
                <a:gd name="connsiteX43" fmla="*/ 40075 w 155178"/>
                <a:gd name="connsiteY43" fmla="*/ 243629 h 354080"/>
                <a:gd name="connsiteX44" fmla="*/ 45680 w 155178"/>
                <a:gd name="connsiteY44" fmla="*/ 235253 h 354080"/>
                <a:gd name="connsiteX45" fmla="*/ 49595 w 155178"/>
                <a:gd name="connsiteY45" fmla="*/ 224678 h 354080"/>
                <a:gd name="connsiteX46" fmla="*/ 60157 w 155178"/>
                <a:gd name="connsiteY46" fmla="*/ 221806 h 354080"/>
                <a:gd name="connsiteX47" fmla="*/ 70084 w 155178"/>
                <a:gd name="connsiteY47" fmla="*/ 213824 h 354080"/>
                <a:gd name="connsiteX48" fmla="*/ 73745 w 155178"/>
                <a:gd name="connsiteY48" fmla="*/ 207532 h 354080"/>
                <a:gd name="connsiteX49" fmla="*/ 72702 w 155178"/>
                <a:gd name="connsiteY49" fmla="*/ 199830 h 354080"/>
                <a:gd name="connsiteX50" fmla="*/ 63297 w 155178"/>
                <a:gd name="connsiteY50" fmla="*/ 195788 h 354080"/>
                <a:gd name="connsiteX51" fmla="*/ 44117 w 155178"/>
                <a:gd name="connsiteY51" fmla="*/ 197745 h 354080"/>
                <a:gd name="connsiteX52" fmla="*/ 30670 w 155178"/>
                <a:gd name="connsiteY52" fmla="*/ 187031 h 354080"/>
                <a:gd name="connsiteX53" fmla="*/ 24810 w 155178"/>
                <a:gd name="connsiteY53" fmla="*/ 178807 h 354080"/>
                <a:gd name="connsiteX54" fmla="*/ 24810 w 155178"/>
                <a:gd name="connsiteY54" fmla="*/ 152255 h 354080"/>
                <a:gd name="connsiteX55" fmla="*/ 40723 w 155178"/>
                <a:gd name="connsiteY55" fmla="*/ 132529 h 354080"/>
                <a:gd name="connsiteX56" fmla="*/ 43075 w 155178"/>
                <a:gd name="connsiteY56" fmla="*/ 124827 h 354080"/>
                <a:gd name="connsiteX57" fmla="*/ 36542 w 155178"/>
                <a:gd name="connsiteY57" fmla="*/ 121281 h 354080"/>
                <a:gd name="connsiteX58" fmla="*/ 26755 w 155178"/>
                <a:gd name="connsiteY58" fmla="*/ 128487 h 354080"/>
                <a:gd name="connsiteX59" fmla="*/ 11223 w 155178"/>
                <a:gd name="connsiteY59" fmla="*/ 119857 h 354080"/>
                <a:gd name="connsiteX60" fmla="*/ 10181 w 155178"/>
                <a:gd name="connsiteY60" fmla="*/ 102457 h 354080"/>
                <a:gd name="connsiteX61" fmla="*/ 18417 w 155178"/>
                <a:gd name="connsiteY61" fmla="*/ 90179 h 354080"/>
                <a:gd name="connsiteX62" fmla="*/ 21798 w 155178"/>
                <a:gd name="connsiteY62" fmla="*/ 75664 h 354080"/>
                <a:gd name="connsiteX63" fmla="*/ 15278 w 155178"/>
                <a:gd name="connsiteY63" fmla="*/ 71609 h 354080"/>
                <a:gd name="connsiteX64" fmla="*/ 17629 w 155178"/>
                <a:gd name="connsiteY64" fmla="*/ 64682 h 354080"/>
                <a:gd name="connsiteX65" fmla="*/ 11757 w 155178"/>
                <a:gd name="connsiteY65" fmla="*/ 49138 h 354080"/>
                <a:gd name="connsiteX66" fmla="*/ 5745 w 155178"/>
                <a:gd name="connsiteY66" fmla="*/ 42604 h 354080"/>
                <a:gd name="connsiteX67" fmla="*/ 0 w 155178"/>
                <a:gd name="connsiteY67" fmla="*/ 33720 h 354080"/>
                <a:gd name="connsiteX68" fmla="*/ 1703 w 155178"/>
                <a:gd name="connsiteY68" fmla="*/ 23781 h 354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55178" h="354080">
                  <a:moveTo>
                    <a:pt x="1703" y="23781"/>
                  </a:moveTo>
                  <a:lnTo>
                    <a:pt x="19205" y="7969"/>
                  </a:lnTo>
                  <a:lnTo>
                    <a:pt x="45159" y="0"/>
                  </a:lnTo>
                  <a:lnTo>
                    <a:pt x="57437" y="9012"/>
                  </a:lnTo>
                  <a:lnTo>
                    <a:pt x="58988" y="15939"/>
                  </a:lnTo>
                  <a:lnTo>
                    <a:pt x="67872" y="11236"/>
                  </a:lnTo>
                  <a:lnTo>
                    <a:pt x="85222" y="12392"/>
                  </a:lnTo>
                  <a:lnTo>
                    <a:pt x="92657" y="20120"/>
                  </a:lnTo>
                  <a:lnTo>
                    <a:pt x="99724" y="22472"/>
                  </a:lnTo>
                  <a:lnTo>
                    <a:pt x="109765" y="30708"/>
                  </a:lnTo>
                  <a:lnTo>
                    <a:pt x="118879" y="32004"/>
                  </a:lnTo>
                  <a:lnTo>
                    <a:pt x="123200" y="40647"/>
                  </a:lnTo>
                  <a:lnTo>
                    <a:pt x="114074" y="75155"/>
                  </a:lnTo>
                  <a:lnTo>
                    <a:pt x="114582" y="81689"/>
                  </a:lnTo>
                  <a:lnTo>
                    <a:pt x="104147" y="101415"/>
                  </a:lnTo>
                  <a:lnTo>
                    <a:pt x="105838" y="133432"/>
                  </a:lnTo>
                  <a:lnTo>
                    <a:pt x="102190" y="143104"/>
                  </a:lnTo>
                  <a:lnTo>
                    <a:pt x="95008" y="150171"/>
                  </a:lnTo>
                  <a:lnTo>
                    <a:pt x="90980" y="155535"/>
                  </a:lnTo>
                  <a:lnTo>
                    <a:pt x="90980" y="162589"/>
                  </a:lnTo>
                  <a:lnTo>
                    <a:pt x="84968" y="170278"/>
                  </a:lnTo>
                  <a:lnTo>
                    <a:pt x="86264" y="182188"/>
                  </a:lnTo>
                  <a:lnTo>
                    <a:pt x="94360" y="194224"/>
                  </a:lnTo>
                  <a:lnTo>
                    <a:pt x="103105" y="219975"/>
                  </a:lnTo>
                  <a:lnTo>
                    <a:pt x="113273" y="228847"/>
                  </a:lnTo>
                  <a:lnTo>
                    <a:pt x="122018" y="245574"/>
                  </a:lnTo>
                  <a:lnTo>
                    <a:pt x="135198" y="258398"/>
                  </a:lnTo>
                  <a:lnTo>
                    <a:pt x="143307" y="271465"/>
                  </a:lnTo>
                  <a:lnTo>
                    <a:pt x="143180" y="293822"/>
                  </a:lnTo>
                  <a:lnTo>
                    <a:pt x="152039" y="314069"/>
                  </a:lnTo>
                  <a:lnTo>
                    <a:pt x="155179" y="328584"/>
                  </a:lnTo>
                  <a:lnTo>
                    <a:pt x="151251" y="334850"/>
                  </a:lnTo>
                  <a:lnTo>
                    <a:pt x="138338" y="352365"/>
                  </a:lnTo>
                  <a:lnTo>
                    <a:pt x="130635" y="354081"/>
                  </a:lnTo>
                  <a:lnTo>
                    <a:pt x="119158" y="334469"/>
                  </a:lnTo>
                  <a:lnTo>
                    <a:pt x="106880" y="327682"/>
                  </a:lnTo>
                  <a:lnTo>
                    <a:pt x="87967" y="312887"/>
                  </a:lnTo>
                  <a:lnTo>
                    <a:pt x="82095" y="304536"/>
                  </a:lnTo>
                  <a:lnTo>
                    <a:pt x="74799" y="302045"/>
                  </a:lnTo>
                  <a:lnTo>
                    <a:pt x="57310" y="285585"/>
                  </a:lnTo>
                  <a:lnTo>
                    <a:pt x="39541" y="274210"/>
                  </a:lnTo>
                  <a:lnTo>
                    <a:pt x="26373" y="257089"/>
                  </a:lnTo>
                  <a:lnTo>
                    <a:pt x="27276" y="251471"/>
                  </a:lnTo>
                  <a:lnTo>
                    <a:pt x="40075" y="243629"/>
                  </a:lnTo>
                  <a:lnTo>
                    <a:pt x="45680" y="235253"/>
                  </a:lnTo>
                  <a:lnTo>
                    <a:pt x="49595" y="224678"/>
                  </a:lnTo>
                  <a:lnTo>
                    <a:pt x="60157" y="221806"/>
                  </a:lnTo>
                  <a:lnTo>
                    <a:pt x="70084" y="213824"/>
                  </a:lnTo>
                  <a:lnTo>
                    <a:pt x="73745" y="207532"/>
                  </a:lnTo>
                  <a:lnTo>
                    <a:pt x="72702" y="199830"/>
                  </a:lnTo>
                  <a:lnTo>
                    <a:pt x="63297" y="195788"/>
                  </a:lnTo>
                  <a:lnTo>
                    <a:pt x="44117" y="197745"/>
                  </a:lnTo>
                  <a:lnTo>
                    <a:pt x="30670" y="187031"/>
                  </a:lnTo>
                  <a:lnTo>
                    <a:pt x="24810" y="178807"/>
                  </a:lnTo>
                  <a:lnTo>
                    <a:pt x="24810" y="152255"/>
                  </a:lnTo>
                  <a:lnTo>
                    <a:pt x="40723" y="132529"/>
                  </a:lnTo>
                  <a:lnTo>
                    <a:pt x="43075" y="124827"/>
                  </a:lnTo>
                  <a:lnTo>
                    <a:pt x="36542" y="121281"/>
                  </a:lnTo>
                  <a:lnTo>
                    <a:pt x="26755" y="128487"/>
                  </a:lnTo>
                  <a:lnTo>
                    <a:pt x="11223" y="119857"/>
                  </a:lnTo>
                  <a:lnTo>
                    <a:pt x="10181" y="102457"/>
                  </a:lnTo>
                  <a:lnTo>
                    <a:pt x="18417" y="90179"/>
                  </a:lnTo>
                  <a:lnTo>
                    <a:pt x="21798" y="75664"/>
                  </a:lnTo>
                  <a:lnTo>
                    <a:pt x="15278" y="71609"/>
                  </a:lnTo>
                  <a:lnTo>
                    <a:pt x="17629" y="64682"/>
                  </a:lnTo>
                  <a:lnTo>
                    <a:pt x="11757" y="49138"/>
                  </a:lnTo>
                  <a:lnTo>
                    <a:pt x="5745" y="42604"/>
                  </a:lnTo>
                  <a:lnTo>
                    <a:pt x="0" y="33720"/>
                  </a:lnTo>
                  <a:lnTo>
                    <a:pt x="1703" y="23781"/>
                  </a:lnTo>
                  <a:close/>
                </a:path>
              </a:pathLst>
            </a:custGeom>
            <a:solidFill>
              <a:srgbClr val="BAE0DF"/>
            </a:solidFill>
            <a:ln w="12700" cap="flat">
              <a:noFill/>
              <a:prstDash val="solid"/>
              <a:miter/>
            </a:ln>
          </p:spPr>
          <p:txBody>
            <a:bodyPr rtlCol="0" anchor="ctr"/>
            <a:lstStyle/>
            <a:p>
              <a:endParaRPr lang="de-CH"/>
            </a:p>
          </p:txBody>
        </p:sp>
        <p:sp>
          <p:nvSpPr>
            <p:cNvPr id="144" name="Freihandform: Form 143">
              <a:extLst>
                <a:ext uri="{FF2B5EF4-FFF2-40B4-BE49-F238E27FC236}">
                  <a16:creationId xmlns:a16="http://schemas.microsoft.com/office/drawing/2014/main" id="{5C1FA3D1-7C48-D577-BDE6-860697B64057}"/>
                </a:ext>
              </a:extLst>
            </p:cNvPr>
            <p:cNvSpPr/>
            <p:nvPr/>
          </p:nvSpPr>
          <p:spPr>
            <a:xfrm>
              <a:off x="6295812" y="2654136"/>
              <a:ext cx="651728" cy="570522"/>
            </a:xfrm>
            <a:custGeom>
              <a:avLst/>
              <a:gdLst>
                <a:gd name="connsiteX0" fmla="*/ 49735 w 651728"/>
                <a:gd name="connsiteY0" fmla="*/ 301003 h 570522"/>
                <a:gd name="connsiteX1" fmla="*/ 30543 w 651728"/>
                <a:gd name="connsiteY1" fmla="*/ 308197 h 570522"/>
                <a:gd name="connsiteX2" fmla="*/ 15405 w 651728"/>
                <a:gd name="connsiteY2" fmla="*/ 307409 h 570522"/>
                <a:gd name="connsiteX3" fmla="*/ 15926 w 651728"/>
                <a:gd name="connsiteY3" fmla="*/ 287416 h 570522"/>
                <a:gd name="connsiteX4" fmla="*/ 22853 w 651728"/>
                <a:gd name="connsiteY4" fmla="*/ 279040 h 570522"/>
                <a:gd name="connsiteX5" fmla="*/ 15405 w 651728"/>
                <a:gd name="connsiteY5" fmla="*/ 252120 h 570522"/>
                <a:gd name="connsiteX6" fmla="*/ 0 w 651728"/>
                <a:gd name="connsiteY6" fmla="*/ 225339 h 570522"/>
                <a:gd name="connsiteX7" fmla="*/ 8236 w 651728"/>
                <a:gd name="connsiteY7" fmla="*/ 218260 h 570522"/>
                <a:gd name="connsiteX8" fmla="*/ 23641 w 651728"/>
                <a:gd name="connsiteY8" fmla="*/ 214218 h 570522"/>
                <a:gd name="connsiteX9" fmla="*/ 31064 w 651728"/>
                <a:gd name="connsiteY9" fmla="*/ 236041 h 570522"/>
                <a:gd name="connsiteX10" fmla="*/ 48426 w 651728"/>
                <a:gd name="connsiteY10" fmla="*/ 245726 h 570522"/>
                <a:gd name="connsiteX11" fmla="*/ 72957 w 651728"/>
                <a:gd name="connsiteY11" fmla="*/ 230690 h 570522"/>
                <a:gd name="connsiteX12" fmla="*/ 69436 w 651728"/>
                <a:gd name="connsiteY12" fmla="*/ 210430 h 570522"/>
                <a:gd name="connsiteX13" fmla="*/ 60030 w 651728"/>
                <a:gd name="connsiteY13" fmla="*/ 176964 h 570522"/>
                <a:gd name="connsiteX14" fmla="*/ 67097 w 651728"/>
                <a:gd name="connsiteY14" fmla="*/ 159844 h 570522"/>
                <a:gd name="connsiteX15" fmla="*/ 65267 w 651728"/>
                <a:gd name="connsiteY15" fmla="*/ 152128 h 570522"/>
                <a:gd name="connsiteX16" fmla="*/ 55594 w 651728"/>
                <a:gd name="connsiteY16" fmla="*/ 141020 h 570522"/>
                <a:gd name="connsiteX17" fmla="*/ 46329 w 651728"/>
                <a:gd name="connsiteY17" fmla="*/ 127560 h 570522"/>
                <a:gd name="connsiteX18" fmla="*/ 24417 w 651728"/>
                <a:gd name="connsiteY18" fmla="*/ 107033 h 570522"/>
                <a:gd name="connsiteX19" fmla="*/ 15278 w 651728"/>
                <a:gd name="connsiteY19" fmla="*/ 99851 h 570522"/>
                <a:gd name="connsiteX20" fmla="*/ 5237 w 651728"/>
                <a:gd name="connsiteY20" fmla="*/ 92149 h 570522"/>
                <a:gd name="connsiteX21" fmla="*/ 9673 w 651728"/>
                <a:gd name="connsiteY21" fmla="*/ 87052 h 570522"/>
                <a:gd name="connsiteX22" fmla="*/ 34979 w 651728"/>
                <a:gd name="connsiteY22" fmla="*/ 86010 h 570522"/>
                <a:gd name="connsiteX23" fmla="*/ 49989 w 651728"/>
                <a:gd name="connsiteY23" fmla="*/ 85463 h 570522"/>
                <a:gd name="connsiteX24" fmla="*/ 73999 w 651728"/>
                <a:gd name="connsiteY24" fmla="*/ 110439 h 570522"/>
                <a:gd name="connsiteX25" fmla="*/ 94755 w 651728"/>
                <a:gd name="connsiteY25" fmla="*/ 132262 h 570522"/>
                <a:gd name="connsiteX26" fmla="*/ 97487 w 651728"/>
                <a:gd name="connsiteY26" fmla="*/ 147171 h 570522"/>
                <a:gd name="connsiteX27" fmla="*/ 113528 w 651728"/>
                <a:gd name="connsiteY27" fmla="*/ 147426 h 570522"/>
                <a:gd name="connsiteX28" fmla="*/ 126073 w 651728"/>
                <a:gd name="connsiteY28" fmla="*/ 137893 h 570522"/>
                <a:gd name="connsiteX29" fmla="*/ 168232 w 651728"/>
                <a:gd name="connsiteY29" fmla="*/ 93051 h 570522"/>
                <a:gd name="connsiteX30" fmla="*/ 182188 w 651728"/>
                <a:gd name="connsiteY30" fmla="*/ 82337 h 570522"/>
                <a:gd name="connsiteX31" fmla="*/ 190285 w 651728"/>
                <a:gd name="connsiteY31" fmla="*/ 68876 h 570522"/>
                <a:gd name="connsiteX32" fmla="*/ 208422 w 651728"/>
                <a:gd name="connsiteY32" fmla="*/ 53332 h 570522"/>
                <a:gd name="connsiteX33" fmla="*/ 216518 w 651728"/>
                <a:gd name="connsiteY33" fmla="*/ 55810 h 570522"/>
                <a:gd name="connsiteX34" fmla="*/ 222911 w 651728"/>
                <a:gd name="connsiteY34" fmla="*/ 53332 h 570522"/>
                <a:gd name="connsiteX35" fmla="*/ 230080 w 651728"/>
                <a:gd name="connsiteY35" fmla="*/ 44041 h 570522"/>
                <a:gd name="connsiteX36" fmla="*/ 258920 w 651728"/>
                <a:gd name="connsiteY36" fmla="*/ 0 h 570522"/>
                <a:gd name="connsiteX37" fmla="*/ 265974 w 651728"/>
                <a:gd name="connsiteY37" fmla="*/ 1055 h 570522"/>
                <a:gd name="connsiteX38" fmla="*/ 268185 w 651728"/>
                <a:gd name="connsiteY38" fmla="*/ 6914 h 570522"/>
                <a:gd name="connsiteX39" fmla="*/ 259047 w 651728"/>
                <a:gd name="connsiteY39" fmla="*/ 22751 h 570522"/>
                <a:gd name="connsiteX40" fmla="*/ 250048 w 651728"/>
                <a:gd name="connsiteY40" fmla="*/ 49938 h 570522"/>
                <a:gd name="connsiteX41" fmla="*/ 250048 w 651728"/>
                <a:gd name="connsiteY41" fmla="*/ 59865 h 570522"/>
                <a:gd name="connsiteX42" fmla="*/ 243655 w 651728"/>
                <a:gd name="connsiteY42" fmla="*/ 66398 h 570522"/>
                <a:gd name="connsiteX43" fmla="*/ 243133 w 651728"/>
                <a:gd name="connsiteY43" fmla="*/ 87306 h 570522"/>
                <a:gd name="connsiteX44" fmla="*/ 235825 w 651728"/>
                <a:gd name="connsiteY44" fmla="*/ 97106 h 570522"/>
                <a:gd name="connsiteX45" fmla="*/ 226305 w 651728"/>
                <a:gd name="connsiteY45" fmla="*/ 112142 h 570522"/>
                <a:gd name="connsiteX46" fmla="*/ 196678 w 651728"/>
                <a:gd name="connsiteY46" fmla="*/ 133177 h 570522"/>
                <a:gd name="connsiteX47" fmla="*/ 179977 w 651728"/>
                <a:gd name="connsiteY47" fmla="*/ 158941 h 570522"/>
                <a:gd name="connsiteX48" fmla="*/ 193017 w 651728"/>
                <a:gd name="connsiteY48" fmla="*/ 167953 h 570522"/>
                <a:gd name="connsiteX49" fmla="*/ 209604 w 651728"/>
                <a:gd name="connsiteY49" fmla="*/ 158267 h 570522"/>
                <a:gd name="connsiteX50" fmla="*/ 231783 w 651728"/>
                <a:gd name="connsiteY50" fmla="*/ 160365 h 570522"/>
                <a:gd name="connsiteX51" fmla="*/ 263355 w 651728"/>
                <a:gd name="connsiteY51" fmla="*/ 150692 h 570522"/>
                <a:gd name="connsiteX52" fmla="*/ 279548 w 651728"/>
                <a:gd name="connsiteY52" fmla="*/ 156183 h 570522"/>
                <a:gd name="connsiteX53" fmla="*/ 296771 w 651728"/>
                <a:gd name="connsiteY53" fmla="*/ 168080 h 570522"/>
                <a:gd name="connsiteX54" fmla="*/ 307333 w 651728"/>
                <a:gd name="connsiteY54" fmla="*/ 174613 h 570522"/>
                <a:gd name="connsiteX55" fmla="*/ 327173 w 651728"/>
                <a:gd name="connsiteY55" fmla="*/ 173965 h 570522"/>
                <a:gd name="connsiteX56" fmla="*/ 341002 w 651728"/>
                <a:gd name="connsiteY56" fmla="*/ 192915 h 570522"/>
                <a:gd name="connsiteX57" fmla="*/ 355504 w 651728"/>
                <a:gd name="connsiteY57" fmla="*/ 202715 h 570522"/>
                <a:gd name="connsiteX58" fmla="*/ 362940 w 651728"/>
                <a:gd name="connsiteY58" fmla="*/ 235520 h 570522"/>
                <a:gd name="connsiteX59" fmla="*/ 346099 w 651728"/>
                <a:gd name="connsiteY59" fmla="*/ 245993 h 570522"/>
                <a:gd name="connsiteX60" fmla="*/ 341536 w 651728"/>
                <a:gd name="connsiteY60" fmla="*/ 254331 h 570522"/>
                <a:gd name="connsiteX61" fmla="*/ 345832 w 651728"/>
                <a:gd name="connsiteY61" fmla="*/ 260610 h 570522"/>
                <a:gd name="connsiteX62" fmla="*/ 355504 w 651728"/>
                <a:gd name="connsiteY62" fmla="*/ 262059 h 570522"/>
                <a:gd name="connsiteX63" fmla="*/ 381065 w 651728"/>
                <a:gd name="connsiteY63" fmla="*/ 270168 h 570522"/>
                <a:gd name="connsiteX64" fmla="*/ 398961 w 651728"/>
                <a:gd name="connsiteY64" fmla="*/ 266774 h 570522"/>
                <a:gd name="connsiteX65" fmla="*/ 431969 w 651728"/>
                <a:gd name="connsiteY65" fmla="*/ 261792 h 570522"/>
                <a:gd name="connsiteX66" fmla="*/ 470989 w 651728"/>
                <a:gd name="connsiteY66" fmla="*/ 277210 h 570522"/>
                <a:gd name="connsiteX67" fmla="*/ 497999 w 651728"/>
                <a:gd name="connsiteY67" fmla="*/ 275125 h 570522"/>
                <a:gd name="connsiteX68" fmla="*/ 512476 w 651728"/>
                <a:gd name="connsiteY68" fmla="*/ 267550 h 570522"/>
                <a:gd name="connsiteX69" fmla="*/ 544060 w 651728"/>
                <a:gd name="connsiteY69" fmla="*/ 243235 h 570522"/>
                <a:gd name="connsiteX70" fmla="*/ 567168 w 651728"/>
                <a:gd name="connsiteY70" fmla="*/ 237871 h 570522"/>
                <a:gd name="connsiteX71" fmla="*/ 576560 w 651728"/>
                <a:gd name="connsiteY71" fmla="*/ 241926 h 570522"/>
                <a:gd name="connsiteX72" fmla="*/ 577730 w 651728"/>
                <a:gd name="connsiteY72" fmla="*/ 249641 h 570522"/>
                <a:gd name="connsiteX73" fmla="*/ 583742 w 651728"/>
                <a:gd name="connsiteY73" fmla="*/ 255259 h 570522"/>
                <a:gd name="connsiteX74" fmla="*/ 600837 w 651728"/>
                <a:gd name="connsiteY74" fmla="*/ 261538 h 570522"/>
                <a:gd name="connsiteX75" fmla="*/ 614793 w 651728"/>
                <a:gd name="connsiteY75" fmla="*/ 261017 h 570522"/>
                <a:gd name="connsiteX76" fmla="*/ 617284 w 651728"/>
                <a:gd name="connsiteY76" fmla="*/ 274477 h 570522"/>
                <a:gd name="connsiteX77" fmla="*/ 622114 w 651728"/>
                <a:gd name="connsiteY77" fmla="*/ 279841 h 570522"/>
                <a:gd name="connsiteX78" fmla="*/ 620932 w 651728"/>
                <a:gd name="connsiteY78" fmla="*/ 291076 h 570522"/>
                <a:gd name="connsiteX79" fmla="*/ 617424 w 651728"/>
                <a:gd name="connsiteY79" fmla="*/ 310930 h 570522"/>
                <a:gd name="connsiteX80" fmla="*/ 628380 w 651728"/>
                <a:gd name="connsiteY80" fmla="*/ 355771 h 570522"/>
                <a:gd name="connsiteX81" fmla="*/ 640378 w 651728"/>
                <a:gd name="connsiteY81" fmla="*/ 381916 h 570522"/>
                <a:gd name="connsiteX82" fmla="*/ 641154 w 651728"/>
                <a:gd name="connsiteY82" fmla="*/ 397728 h 570522"/>
                <a:gd name="connsiteX83" fmla="*/ 621453 w 651728"/>
                <a:gd name="connsiteY83" fmla="*/ 447272 h 570522"/>
                <a:gd name="connsiteX84" fmla="*/ 626791 w 651728"/>
                <a:gd name="connsiteY84" fmla="*/ 462677 h 570522"/>
                <a:gd name="connsiteX85" fmla="*/ 645068 w 651728"/>
                <a:gd name="connsiteY85" fmla="*/ 480852 h 570522"/>
                <a:gd name="connsiteX86" fmla="*/ 648589 w 651728"/>
                <a:gd name="connsiteY86" fmla="*/ 492088 h 570522"/>
                <a:gd name="connsiteX87" fmla="*/ 645068 w 651728"/>
                <a:gd name="connsiteY87" fmla="*/ 505815 h 570522"/>
                <a:gd name="connsiteX88" fmla="*/ 650953 w 651728"/>
                <a:gd name="connsiteY88" fmla="*/ 514064 h 570522"/>
                <a:gd name="connsiteX89" fmla="*/ 651728 w 651728"/>
                <a:gd name="connsiteY89" fmla="*/ 529482 h 570522"/>
                <a:gd name="connsiteX90" fmla="*/ 628507 w 651728"/>
                <a:gd name="connsiteY90" fmla="*/ 542154 h 570522"/>
                <a:gd name="connsiteX91" fmla="*/ 613750 w 651728"/>
                <a:gd name="connsiteY91" fmla="*/ 558880 h 570522"/>
                <a:gd name="connsiteX92" fmla="*/ 613242 w 651728"/>
                <a:gd name="connsiteY92" fmla="*/ 570523 h 570522"/>
                <a:gd name="connsiteX93" fmla="*/ 603328 w 651728"/>
                <a:gd name="connsiteY93" fmla="*/ 569862 h 570522"/>
                <a:gd name="connsiteX94" fmla="*/ 590529 w 651728"/>
                <a:gd name="connsiteY94" fmla="*/ 551686 h 570522"/>
                <a:gd name="connsiteX95" fmla="*/ 587135 w 651728"/>
                <a:gd name="connsiteY95" fmla="*/ 509616 h 570522"/>
                <a:gd name="connsiteX96" fmla="*/ 593261 w 651728"/>
                <a:gd name="connsiteY96" fmla="*/ 486610 h 570522"/>
                <a:gd name="connsiteX97" fmla="*/ 594711 w 651728"/>
                <a:gd name="connsiteY97" fmla="*/ 480331 h 570522"/>
                <a:gd name="connsiteX98" fmla="*/ 579052 w 651728"/>
                <a:gd name="connsiteY98" fmla="*/ 468816 h 570522"/>
                <a:gd name="connsiteX99" fmla="*/ 560113 w 651728"/>
                <a:gd name="connsiteY99" fmla="*/ 445696 h 570522"/>
                <a:gd name="connsiteX100" fmla="*/ 569532 w 651728"/>
                <a:gd name="connsiteY100" fmla="*/ 408836 h 570522"/>
                <a:gd name="connsiteX101" fmla="*/ 577348 w 651728"/>
                <a:gd name="connsiteY101" fmla="*/ 374188 h 570522"/>
                <a:gd name="connsiteX102" fmla="*/ 587262 w 651728"/>
                <a:gd name="connsiteY102" fmla="*/ 353814 h 570522"/>
                <a:gd name="connsiteX103" fmla="*/ 588838 w 651728"/>
                <a:gd name="connsiteY103" fmla="*/ 339172 h 570522"/>
                <a:gd name="connsiteX104" fmla="*/ 582699 w 651728"/>
                <a:gd name="connsiteY104" fmla="*/ 314349 h 570522"/>
                <a:gd name="connsiteX105" fmla="*/ 592359 w 651728"/>
                <a:gd name="connsiteY105" fmla="*/ 291076 h 570522"/>
                <a:gd name="connsiteX106" fmla="*/ 590529 w 651728"/>
                <a:gd name="connsiteY106" fmla="*/ 281518 h 570522"/>
                <a:gd name="connsiteX107" fmla="*/ 580742 w 651728"/>
                <a:gd name="connsiteY107" fmla="*/ 276307 h 570522"/>
                <a:gd name="connsiteX108" fmla="*/ 568337 w 651728"/>
                <a:gd name="connsiteY108" fmla="*/ 277476 h 570522"/>
                <a:gd name="connsiteX109" fmla="*/ 546424 w 651728"/>
                <a:gd name="connsiteY109" fmla="*/ 289233 h 570522"/>
                <a:gd name="connsiteX110" fmla="*/ 523978 w 651728"/>
                <a:gd name="connsiteY110" fmla="*/ 301664 h 570522"/>
                <a:gd name="connsiteX111" fmla="*/ 517585 w 651728"/>
                <a:gd name="connsiteY111" fmla="*/ 310027 h 570522"/>
                <a:gd name="connsiteX112" fmla="*/ 495253 w 651728"/>
                <a:gd name="connsiteY112" fmla="*/ 321009 h 570522"/>
                <a:gd name="connsiteX113" fmla="*/ 448276 w 651728"/>
                <a:gd name="connsiteY113" fmla="*/ 333554 h 570522"/>
                <a:gd name="connsiteX114" fmla="*/ 422970 w 651728"/>
                <a:gd name="connsiteY114" fmla="*/ 349886 h 570522"/>
                <a:gd name="connsiteX115" fmla="*/ 387204 w 651728"/>
                <a:gd name="connsiteY115" fmla="*/ 354729 h 570522"/>
                <a:gd name="connsiteX116" fmla="*/ 354449 w 651728"/>
                <a:gd name="connsiteY116" fmla="*/ 347548 h 570522"/>
                <a:gd name="connsiteX117" fmla="*/ 336312 w 651728"/>
                <a:gd name="connsiteY117" fmla="*/ 330681 h 570522"/>
                <a:gd name="connsiteX118" fmla="*/ 327962 w 651728"/>
                <a:gd name="connsiteY118" fmla="*/ 327148 h 570522"/>
                <a:gd name="connsiteX119" fmla="*/ 290759 w 651728"/>
                <a:gd name="connsiteY119" fmla="*/ 327021 h 570522"/>
                <a:gd name="connsiteX120" fmla="*/ 279027 w 651728"/>
                <a:gd name="connsiteY120" fmla="*/ 321276 h 570522"/>
                <a:gd name="connsiteX121" fmla="*/ 265974 w 651728"/>
                <a:gd name="connsiteY121" fmla="*/ 318912 h 570522"/>
                <a:gd name="connsiteX122" fmla="*/ 244443 w 651728"/>
                <a:gd name="connsiteY122" fmla="*/ 315645 h 570522"/>
                <a:gd name="connsiteX123" fmla="*/ 241824 w 651728"/>
                <a:gd name="connsiteY123" fmla="*/ 307663 h 570522"/>
                <a:gd name="connsiteX124" fmla="*/ 230347 w 651728"/>
                <a:gd name="connsiteY124" fmla="*/ 302299 h 570522"/>
                <a:gd name="connsiteX125" fmla="*/ 230080 w 651728"/>
                <a:gd name="connsiteY125" fmla="*/ 285585 h 570522"/>
                <a:gd name="connsiteX126" fmla="*/ 274058 w 651728"/>
                <a:gd name="connsiteY126" fmla="*/ 262580 h 570522"/>
                <a:gd name="connsiteX127" fmla="*/ 309824 w 651728"/>
                <a:gd name="connsiteY127" fmla="*/ 259059 h 570522"/>
                <a:gd name="connsiteX128" fmla="*/ 316726 w 651728"/>
                <a:gd name="connsiteY128" fmla="*/ 250289 h 570522"/>
                <a:gd name="connsiteX129" fmla="*/ 314133 w 651728"/>
                <a:gd name="connsiteY129" fmla="*/ 243629 h 570522"/>
                <a:gd name="connsiteX130" fmla="*/ 248217 w 651728"/>
                <a:gd name="connsiteY130" fmla="*/ 237744 h 570522"/>
                <a:gd name="connsiteX131" fmla="*/ 237783 w 651728"/>
                <a:gd name="connsiteY131" fmla="*/ 237490 h 570522"/>
                <a:gd name="connsiteX132" fmla="*/ 179188 w 651728"/>
                <a:gd name="connsiteY132" fmla="*/ 232381 h 570522"/>
                <a:gd name="connsiteX133" fmla="*/ 159360 w 651728"/>
                <a:gd name="connsiteY133" fmla="*/ 235774 h 570522"/>
                <a:gd name="connsiteX134" fmla="*/ 128170 w 651728"/>
                <a:gd name="connsiteY134" fmla="*/ 234732 h 570522"/>
                <a:gd name="connsiteX135" fmla="*/ 119298 w 651728"/>
                <a:gd name="connsiteY135" fmla="*/ 242320 h 570522"/>
                <a:gd name="connsiteX136" fmla="*/ 116667 w 651728"/>
                <a:gd name="connsiteY136" fmla="*/ 253162 h 570522"/>
                <a:gd name="connsiteX137" fmla="*/ 101796 w 651728"/>
                <a:gd name="connsiteY137" fmla="*/ 269253 h 570522"/>
                <a:gd name="connsiteX138" fmla="*/ 86798 w 651728"/>
                <a:gd name="connsiteY138" fmla="*/ 295906 h 570522"/>
                <a:gd name="connsiteX139" fmla="*/ 57171 w 651728"/>
                <a:gd name="connsiteY139" fmla="*/ 304536 h 570522"/>
                <a:gd name="connsiteX140" fmla="*/ 49735 w 651728"/>
                <a:gd name="connsiteY140" fmla="*/ 301003 h 57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651728" h="570522">
                  <a:moveTo>
                    <a:pt x="49735" y="301003"/>
                  </a:moveTo>
                  <a:lnTo>
                    <a:pt x="30543" y="308197"/>
                  </a:lnTo>
                  <a:lnTo>
                    <a:pt x="15405" y="307409"/>
                  </a:lnTo>
                  <a:lnTo>
                    <a:pt x="15926" y="287416"/>
                  </a:lnTo>
                  <a:lnTo>
                    <a:pt x="22853" y="279040"/>
                  </a:lnTo>
                  <a:lnTo>
                    <a:pt x="15405" y="252120"/>
                  </a:lnTo>
                  <a:lnTo>
                    <a:pt x="0" y="225339"/>
                  </a:lnTo>
                  <a:lnTo>
                    <a:pt x="8236" y="218260"/>
                  </a:lnTo>
                  <a:lnTo>
                    <a:pt x="23641" y="214218"/>
                  </a:lnTo>
                  <a:lnTo>
                    <a:pt x="31064" y="236041"/>
                  </a:lnTo>
                  <a:lnTo>
                    <a:pt x="48426" y="245726"/>
                  </a:lnTo>
                  <a:lnTo>
                    <a:pt x="72957" y="230690"/>
                  </a:lnTo>
                  <a:lnTo>
                    <a:pt x="69436" y="210430"/>
                  </a:lnTo>
                  <a:lnTo>
                    <a:pt x="60030" y="176964"/>
                  </a:lnTo>
                  <a:lnTo>
                    <a:pt x="67097" y="159844"/>
                  </a:lnTo>
                  <a:lnTo>
                    <a:pt x="65267" y="152128"/>
                  </a:lnTo>
                  <a:lnTo>
                    <a:pt x="55594" y="141020"/>
                  </a:lnTo>
                  <a:lnTo>
                    <a:pt x="46329" y="127560"/>
                  </a:lnTo>
                  <a:lnTo>
                    <a:pt x="24417" y="107033"/>
                  </a:lnTo>
                  <a:lnTo>
                    <a:pt x="15278" y="99851"/>
                  </a:lnTo>
                  <a:lnTo>
                    <a:pt x="5237" y="92149"/>
                  </a:lnTo>
                  <a:lnTo>
                    <a:pt x="9673" y="87052"/>
                  </a:lnTo>
                  <a:lnTo>
                    <a:pt x="34979" y="86010"/>
                  </a:lnTo>
                  <a:lnTo>
                    <a:pt x="49989" y="85463"/>
                  </a:lnTo>
                  <a:lnTo>
                    <a:pt x="73999" y="110439"/>
                  </a:lnTo>
                  <a:lnTo>
                    <a:pt x="94755" y="132262"/>
                  </a:lnTo>
                  <a:lnTo>
                    <a:pt x="97487" y="147171"/>
                  </a:lnTo>
                  <a:lnTo>
                    <a:pt x="113528" y="147426"/>
                  </a:lnTo>
                  <a:lnTo>
                    <a:pt x="126073" y="137893"/>
                  </a:lnTo>
                  <a:lnTo>
                    <a:pt x="168232" y="93051"/>
                  </a:lnTo>
                  <a:lnTo>
                    <a:pt x="182188" y="82337"/>
                  </a:lnTo>
                  <a:lnTo>
                    <a:pt x="190285" y="68876"/>
                  </a:lnTo>
                  <a:lnTo>
                    <a:pt x="208422" y="53332"/>
                  </a:lnTo>
                  <a:lnTo>
                    <a:pt x="216518" y="55810"/>
                  </a:lnTo>
                  <a:lnTo>
                    <a:pt x="222911" y="53332"/>
                  </a:lnTo>
                  <a:lnTo>
                    <a:pt x="230080" y="44041"/>
                  </a:lnTo>
                  <a:lnTo>
                    <a:pt x="258920" y="0"/>
                  </a:lnTo>
                  <a:lnTo>
                    <a:pt x="265974" y="1055"/>
                  </a:lnTo>
                  <a:lnTo>
                    <a:pt x="268185" y="6914"/>
                  </a:lnTo>
                  <a:lnTo>
                    <a:pt x="259047" y="22751"/>
                  </a:lnTo>
                  <a:lnTo>
                    <a:pt x="250048" y="49938"/>
                  </a:lnTo>
                  <a:lnTo>
                    <a:pt x="250048" y="59865"/>
                  </a:lnTo>
                  <a:lnTo>
                    <a:pt x="243655" y="66398"/>
                  </a:lnTo>
                  <a:lnTo>
                    <a:pt x="243133" y="87306"/>
                  </a:lnTo>
                  <a:lnTo>
                    <a:pt x="235825" y="97106"/>
                  </a:lnTo>
                  <a:lnTo>
                    <a:pt x="226305" y="112142"/>
                  </a:lnTo>
                  <a:lnTo>
                    <a:pt x="196678" y="133177"/>
                  </a:lnTo>
                  <a:lnTo>
                    <a:pt x="179977" y="158941"/>
                  </a:lnTo>
                  <a:lnTo>
                    <a:pt x="193017" y="167953"/>
                  </a:lnTo>
                  <a:lnTo>
                    <a:pt x="209604" y="158267"/>
                  </a:lnTo>
                  <a:lnTo>
                    <a:pt x="231783" y="160365"/>
                  </a:lnTo>
                  <a:lnTo>
                    <a:pt x="263355" y="150692"/>
                  </a:lnTo>
                  <a:lnTo>
                    <a:pt x="279548" y="156183"/>
                  </a:lnTo>
                  <a:lnTo>
                    <a:pt x="296771" y="168080"/>
                  </a:lnTo>
                  <a:lnTo>
                    <a:pt x="307333" y="174613"/>
                  </a:lnTo>
                  <a:lnTo>
                    <a:pt x="327173" y="173965"/>
                  </a:lnTo>
                  <a:lnTo>
                    <a:pt x="341002" y="192915"/>
                  </a:lnTo>
                  <a:lnTo>
                    <a:pt x="355504" y="202715"/>
                  </a:lnTo>
                  <a:lnTo>
                    <a:pt x="362940" y="235520"/>
                  </a:lnTo>
                  <a:lnTo>
                    <a:pt x="346099" y="245993"/>
                  </a:lnTo>
                  <a:lnTo>
                    <a:pt x="341536" y="254331"/>
                  </a:lnTo>
                  <a:lnTo>
                    <a:pt x="345832" y="260610"/>
                  </a:lnTo>
                  <a:lnTo>
                    <a:pt x="355504" y="262059"/>
                  </a:lnTo>
                  <a:lnTo>
                    <a:pt x="381065" y="270168"/>
                  </a:lnTo>
                  <a:lnTo>
                    <a:pt x="398961" y="266774"/>
                  </a:lnTo>
                  <a:lnTo>
                    <a:pt x="431969" y="261792"/>
                  </a:lnTo>
                  <a:lnTo>
                    <a:pt x="470989" y="277210"/>
                  </a:lnTo>
                  <a:lnTo>
                    <a:pt x="497999" y="275125"/>
                  </a:lnTo>
                  <a:lnTo>
                    <a:pt x="512476" y="267550"/>
                  </a:lnTo>
                  <a:lnTo>
                    <a:pt x="544060" y="243235"/>
                  </a:lnTo>
                  <a:lnTo>
                    <a:pt x="567168" y="237871"/>
                  </a:lnTo>
                  <a:lnTo>
                    <a:pt x="576560" y="241926"/>
                  </a:lnTo>
                  <a:lnTo>
                    <a:pt x="577730" y="249641"/>
                  </a:lnTo>
                  <a:lnTo>
                    <a:pt x="583742" y="255259"/>
                  </a:lnTo>
                  <a:lnTo>
                    <a:pt x="600837" y="261538"/>
                  </a:lnTo>
                  <a:lnTo>
                    <a:pt x="614793" y="261017"/>
                  </a:lnTo>
                  <a:lnTo>
                    <a:pt x="617284" y="274477"/>
                  </a:lnTo>
                  <a:lnTo>
                    <a:pt x="622114" y="279841"/>
                  </a:lnTo>
                  <a:lnTo>
                    <a:pt x="620932" y="291076"/>
                  </a:lnTo>
                  <a:lnTo>
                    <a:pt x="617424" y="310930"/>
                  </a:lnTo>
                  <a:lnTo>
                    <a:pt x="628380" y="355771"/>
                  </a:lnTo>
                  <a:lnTo>
                    <a:pt x="640378" y="381916"/>
                  </a:lnTo>
                  <a:lnTo>
                    <a:pt x="641154" y="397728"/>
                  </a:lnTo>
                  <a:lnTo>
                    <a:pt x="621453" y="447272"/>
                  </a:lnTo>
                  <a:lnTo>
                    <a:pt x="626791" y="462677"/>
                  </a:lnTo>
                  <a:lnTo>
                    <a:pt x="645068" y="480852"/>
                  </a:lnTo>
                  <a:lnTo>
                    <a:pt x="648589" y="492088"/>
                  </a:lnTo>
                  <a:lnTo>
                    <a:pt x="645068" y="505815"/>
                  </a:lnTo>
                  <a:lnTo>
                    <a:pt x="650953" y="514064"/>
                  </a:lnTo>
                  <a:lnTo>
                    <a:pt x="651728" y="529482"/>
                  </a:lnTo>
                  <a:lnTo>
                    <a:pt x="628507" y="542154"/>
                  </a:lnTo>
                  <a:lnTo>
                    <a:pt x="613750" y="558880"/>
                  </a:lnTo>
                  <a:lnTo>
                    <a:pt x="613242" y="570523"/>
                  </a:lnTo>
                  <a:lnTo>
                    <a:pt x="603328" y="569862"/>
                  </a:lnTo>
                  <a:lnTo>
                    <a:pt x="590529" y="551686"/>
                  </a:lnTo>
                  <a:lnTo>
                    <a:pt x="587135" y="509616"/>
                  </a:lnTo>
                  <a:lnTo>
                    <a:pt x="593261" y="486610"/>
                  </a:lnTo>
                  <a:lnTo>
                    <a:pt x="594711" y="480331"/>
                  </a:lnTo>
                  <a:lnTo>
                    <a:pt x="579052" y="468816"/>
                  </a:lnTo>
                  <a:lnTo>
                    <a:pt x="560113" y="445696"/>
                  </a:lnTo>
                  <a:lnTo>
                    <a:pt x="569532" y="408836"/>
                  </a:lnTo>
                  <a:lnTo>
                    <a:pt x="577348" y="374188"/>
                  </a:lnTo>
                  <a:lnTo>
                    <a:pt x="587262" y="353814"/>
                  </a:lnTo>
                  <a:lnTo>
                    <a:pt x="588838" y="339172"/>
                  </a:lnTo>
                  <a:lnTo>
                    <a:pt x="582699" y="314349"/>
                  </a:lnTo>
                  <a:lnTo>
                    <a:pt x="592359" y="291076"/>
                  </a:lnTo>
                  <a:lnTo>
                    <a:pt x="590529" y="281518"/>
                  </a:lnTo>
                  <a:lnTo>
                    <a:pt x="580742" y="276307"/>
                  </a:lnTo>
                  <a:lnTo>
                    <a:pt x="568337" y="277476"/>
                  </a:lnTo>
                  <a:lnTo>
                    <a:pt x="546424" y="289233"/>
                  </a:lnTo>
                  <a:lnTo>
                    <a:pt x="523978" y="301664"/>
                  </a:lnTo>
                  <a:lnTo>
                    <a:pt x="517585" y="310027"/>
                  </a:lnTo>
                  <a:lnTo>
                    <a:pt x="495253" y="321009"/>
                  </a:lnTo>
                  <a:lnTo>
                    <a:pt x="448276" y="333554"/>
                  </a:lnTo>
                  <a:lnTo>
                    <a:pt x="422970" y="349886"/>
                  </a:lnTo>
                  <a:lnTo>
                    <a:pt x="387204" y="354729"/>
                  </a:lnTo>
                  <a:lnTo>
                    <a:pt x="354449" y="347548"/>
                  </a:lnTo>
                  <a:lnTo>
                    <a:pt x="336312" y="330681"/>
                  </a:lnTo>
                  <a:lnTo>
                    <a:pt x="327962" y="327148"/>
                  </a:lnTo>
                  <a:lnTo>
                    <a:pt x="290759" y="327021"/>
                  </a:lnTo>
                  <a:lnTo>
                    <a:pt x="279027" y="321276"/>
                  </a:lnTo>
                  <a:lnTo>
                    <a:pt x="265974" y="318912"/>
                  </a:lnTo>
                  <a:lnTo>
                    <a:pt x="244443" y="315645"/>
                  </a:lnTo>
                  <a:lnTo>
                    <a:pt x="241824" y="307663"/>
                  </a:lnTo>
                  <a:lnTo>
                    <a:pt x="230347" y="302299"/>
                  </a:lnTo>
                  <a:lnTo>
                    <a:pt x="230080" y="285585"/>
                  </a:lnTo>
                  <a:lnTo>
                    <a:pt x="274058" y="262580"/>
                  </a:lnTo>
                  <a:lnTo>
                    <a:pt x="309824" y="259059"/>
                  </a:lnTo>
                  <a:lnTo>
                    <a:pt x="316726" y="250289"/>
                  </a:lnTo>
                  <a:lnTo>
                    <a:pt x="314133" y="243629"/>
                  </a:lnTo>
                  <a:lnTo>
                    <a:pt x="248217" y="237744"/>
                  </a:lnTo>
                  <a:lnTo>
                    <a:pt x="237783" y="237490"/>
                  </a:lnTo>
                  <a:lnTo>
                    <a:pt x="179188" y="232381"/>
                  </a:lnTo>
                  <a:lnTo>
                    <a:pt x="159360" y="235774"/>
                  </a:lnTo>
                  <a:lnTo>
                    <a:pt x="128170" y="234732"/>
                  </a:lnTo>
                  <a:lnTo>
                    <a:pt x="119298" y="242320"/>
                  </a:lnTo>
                  <a:lnTo>
                    <a:pt x="116667" y="253162"/>
                  </a:lnTo>
                  <a:lnTo>
                    <a:pt x="101796" y="269253"/>
                  </a:lnTo>
                  <a:lnTo>
                    <a:pt x="86798" y="295906"/>
                  </a:lnTo>
                  <a:lnTo>
                    <a:pt x="57171" y="304536"/>
                  </a:lnTo>
                  <a:lnTo>
                    <a:pt x="49735" y="301003"/>
                  </a:lnTo>
                  <a:close/>
                </a:path>
              </a:pathLst>
            </a:custGeom>
            <a:solidFill>
              <a:srgbClr val="BAE0DF"/>
            </a:solidFill>
            <a:ln w="12700" cap="flat">
              <a:noFill/>
              <a:prstDash val="solid"/>
              <a:miter/>
            </a:ln>
          </p:spPr>
          <p:txBody>
            <a:bodyPr rtlCol="0" anchor="ctr"/>
            <a:lstStyle/>
            <a:p>
              <a:endParaRPr lang="de-CH"/>
            </a:p>
          </p:txBody>
        </p:sp>
        <p:sp>
          <p:nvSpPr>
            <p:cNvPr id="145" name="Freihandform: Form 144">
              <a:extLst>
                <a:ext uri="{FF2B5EF4-FFF2-40B4-BE49-F238E27FC236}">
                  <a16:creationId xmlns:a16="http://schemas.microsoft.com/office/drawing/2014/main" id="{D9A5E33B-7493-E131-CDB1-A559C6D9F22F}"/>
                </a:ext>
              </a:extLst>
            </p:cNvPr>
            <p:cNvSpPr/>
            <p:nvPr/>
          </p:nvSpPr>
          <p:spPr>
            <a:xfrm>
              <a:off x="6245582" y="2960121"/>
              <a:ext cx="116667" cy="84954"/>
            </a:xfrm>
            <a:custGeom>
              <a:avLst/>
              <a:gdLst>
                <a:gd name="connsiteX0" fmla="*/ 107401 w 116667"/>
                <a:gd name="connsiteY0" fmla="*/ 3127 h 84954"/>
                <a:gd name="connsiteX1" fmla="*/ 115752 w 116667"/>
                <a:gd name="connsiteY1" fmla="*/ 19866 h 84954"/>
                <a:gd name="connsiteX2" fmla="*/ 116667 w 116667"/>
                <a:gd name="connsiteY2" fmla="*/ 26526 h 84954"/>
                <a:gd name="connsiteX3" fmla="*/ 112485 w 116667"/>
                <a:gd name="connsiteY3" fmla="*/ 33059 h 84954"/>
                <a:gd name="connsiteX4" fmla="*/ 98136 w 116667"/>
                <a:gd name="connsiteY4" fmla="*/ 43647 h 84954"/>
                <a:gd name="connsiteX5" fmla="*/ 90814 w 116667"/>
                <a:gd name="connsiteY5" fmla="*/ 50968 h 84954"/>
                <a:gd name="connsiteX6" fmla="*/ 51413 w 116667"/>
                <a:gd name="connsiteY6" fmla="*/ 73986 h 84954"/>
                <a:gd name="connsiteX7" fmla="*/ 37063 w 116667"/>
                <a:gd name="connsiteY7" fmla="*/ 84955 h 84954"/>
                <a:gd name="connsiteX8" fmla="*/ 31458 w 116667"/>
                <a:gd name="connsiteY8" fmla="*/ 84955 h 84954"/>
                <a:gd name="connsiteX9" fmla="*/ 31051 w 116667"/>
                <a:gd name="connsiteY9" fmla="*/ 79731 h 84954"/>
                <a:gd name="connsiteX10" fmla="*/ 26882 w 116667"/>
                <a:gd name="connsiteY10" fmla="*/ 77888 h 84954"/>
                <a:gd name="connsiteX11" fmla="*/ 23349 w 116667"/>
                <a:gd name="connsiteY11" fmla="*/ 79731 h 84954"/>
                <a:gd name="connsiteX12" fmla="*/ 21671 w 116667"/>
                <a:gd name="connsiteY12" fmla="*/ 73185 h 84954"/>
                <a:gd name="connsiteX13" fmla="*/ 15151 w 116667"/>
                <a:gd name="connsiteY13" fmla="*/ 73185 h 84954"/>
                <a:gd name="connsiteX14" fmla="*/ 11617 w 116667"/>
                <a:gd name="connsiteY14" fmla="*/ 79731 h 84954"/>
                <a:gd name="connsiteX15" fmla="*/ 7702 w 116667"/>
                <a:gd name="connsiteY15" fmla="*/ 79731 h 84954"/>
                <a:gd name="connsiteX16" fmla="*/ 0 w 116667"/>
                <a:gd name="connsiteY16" fmla="*/ 77100 h 84954"/>
                <a:gd name="connsiteX17" fmla="*/ 4690 w 116667"/>
                <a:gd name="connsiteY17" fmla="*/ 65089 h 84954"/>
                <a:gd name="connsiteX18" fmla="*/ 18671 w 116667"/>
                <a:gd name="connsiteY18" fmla="*/ 59077 h 84954"/>
                <a:gd name="connsiteX19" fmla="*/ 28700 w 116667"/>
                <a:gd name="connsiteY19" fmla="*/ 45998 h 84954"/>
                <a:gd name="connsiteX20" fmla="*/ 39415 w 116667"/>
                <a:gd name="connsiteY20" fmla="*/ 40253 h 84954"/>
                <a:gd name="connsiteX21" fmla="*/ 48807 w 116667"/>
                <a:gd name="connsiteY21" fmla="*/ 38944 h 84954"/>
                <a:gd name="connsiteX22" fmla="*/ 56510 w 116667"/>
                <a:gd name="connsiteY22" fmla="*/ 33720 h 84954"/>
                <a:gd name="connsiteX23" fmla="*/ 71241 w 116667"/>
                <a:gd name="connsiteY23" fmla="*/ 34228 h 84954"/>
                <a:gd name="connsiteX24" fmla="*/ 83659 w 116667"/>
                <a:gd name="connsiteY24" fmla="*/ 26526 h 84954"/>
                <a:gd name="connsiteX25" fmla="*/ 93700 w 116667"/>
                <a:gd name="connsiteY25" fmla="*/ 25344 h 84954"/>
                <a:gd name="connsiteX26" fmla="*/ 101275 w 116667"/>
                <a:gd name="connsiteY26" fmla="*/ 20654 h 84954"/>
                <a:gd name="connsiteX27" fmla="*/ 104008 w 116667"/>
                <a:gd name="connsiteY27" fmla="*/ 13193 h 84954"/>
                <a:gd name="connsiteX28" fmla="*/ 101008 w 116667"/>
                <a:gd name="connsiteY28" fmla="*/ 0 h 84954"/>
                <a:gd name="connsiteX29" fmla="*/ 107401 w 116667"/>
                <a:gd name="connsiteY29" fmla="*/ 3127 h 84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6667" h="84954">
                  <a:moveTo>
                    <a:pt x="107401" y="3127"/>
                  </a:moveTo>
                  <a:lnTo>
                    <a:pt x="115752" y="19866"/>
                  </a:lnTo>
                  <a:lnTo>
                    <a:pt x="116667" y="26526"/>
                  </a:lnTo>
                  <a:lnTo>
                    <a:pt x="112485" y="33059"/>
                  </a:lnTo>
                  <a:lnTo>
                    <a:pt x="98136" y="43647"/>
                  </a:lnTo>
                  <a:lnTo>
                    <a:pt x="90814" y="50968"/>
                  </a:lnTo>
                  <a:lnTo>
                    <a:pt x="51413" y="73986"/>
                  </a:lnTo>
                  <a:lnTo>
                    <a:pt x="37063" y="84955"/>
                  </a:lnTo>
                  <a:lnTo>
                    <a:pt x="31458" y="84955"/>
                  </a:lnTo>
                  <a:lnTo>
                    <a:pt x="31051" y="79731"/>
                  </a:lnTo>
                  <a:lnTo>
                    <a:pt x="26882" y="77888"/>
                  </a:lnTo>
                  <a:lnTo>
                    <a:pt x="23349" y="79731"/>
                  </a:lnTo>
                  <a:lnTo>
                    <a:pt x="21671" y="73185"/>
                  </a:lnTo>
                  <a:lnTo>
                    <a:pt x="15151" y="73185"/>
                  </a:lnTo>
                  <a:lnTo>
                    <a:pt x="11617" y="79731"/>
                  </a:lnTo>
                  <a:lnTo>
                    <a:pt x="7702" y="79731"/>
                  </a:lnTo>
                  <a:lnTo>
                    <a:pt x="0" y="77100"/>
                  </a:lnTo>
                  <a:lnTo>
                    <a:pt x="4690" y="65089"/>
                  </a:lnTo>
                  <a:lnTo>
                    <a:pt x="18671" y="59077"/>
                  </a:lnTo>
                  <a:lnTo>
                    <a:pt x="28700" y="45998"/>
                  </a:lnTo>
                  <a:lnTo>
                    <a:pt x="39415" y="40253"/>
                  </a:lnTo>
                  <a:lnTo>
                    <a:pt x="48807" y="38944"/>
                  </a:lnTo>
                  <a:lnTo>
                    <a:pt x="56510" y="33720"/>
                  </a:lnTo>
                  <a:lnTo>
                    <a:pt x="71241" y="34228"/>
                  </a:lnTo>
                  <a:lnTo>
                    <a:pt x="83659" y="26526"/>
                  </a:lnTo>
                  <a:lnTo>
                    <a:pt x="93700" y="25344"/>
                  </a:lnTo>
                  <a:lnTo>
                    <a:pt x="101275" y="20654"/>
                  </a:lnTo>
                  <a:lnTo>
                    <a:pt x="104008" y="13193"/>
                  </a:lnTo>
                  <a:lnTo>
                    <a:pt x="101008" y="0"/>
                  </a:lnTo>
                  <a:lnTo>
                    <a:pt x="107401" y="3127"/>
                  </a:lnTo>
                  <a:close/>
                </a:path>
              </a:pathLst>
            </a:custGeom>
            <a:solidFill>
              <a:srgbClr val="BAE0DF"/>
            </a:solidFill>
            <a:ln w="12700" cap="flat">
              <a:noFill/>
              <a:prstDash val="solid"/>
              <a:miter/>
            </a:ln>
          </p:spPr>
          <p:txBody>
            <a:bodyPr rtlCol="0" anchor="ctr"/>
            <a:lstStyle/>
            <a:p>
              <a:endParaRPr lang="de-CH"/>
            </a:p>
          </p:txBody>
        </p:sp>
        <p:sp>
          <p:nvSpPr>
            <p:cNvPr id="146" name="Freihandform: Form 145">
              <a:extLst>
                <a:ext uri="{FF2B5EF4-FFF2-40B4-BE49-F238E27FC236}">
                  <a16:creationId xmlns:a16="http://schemas.microsoft.com/office/drawing/2014/main" id="{7C0F6F59-8433-D04F-71E0-359B7DD79C27}"/>
                </a:ext>
              </a:extLst>
            </p:cNvPr>
            <p:cNvSpPr/>
            <p:nvPr/>
          </p:nvSpPr>
          <p:spPr>
            <a:xfrm>
              <a:off x="7209333" y="2428021"/>
              <a:ext cx="126059" cy="206896"/>
            </a:xfrm>
            <a:custGeom>
              <a:avLst/>
              <a:gdLst>
                <a:gd name="connsiteX0" fmla="*/ 106613 w 126059"/>
                <a:gd name="connsiteY0" fmla="*/ 206897 h 206896"/>
                <a:gd name="connsiteX1" fmla="*/ 105965 w 126059"/>
                <a:gd name="connsiteY1" fmla="*/ 198012 h 206896"/>
                <a:gd name="connsiteX2" fmla="*/ 100080 w 126059"/>
                <a:gd name="connsiteY2" fmla="*/ 192649 h 206896"/>
                <a:gd name="connsiteX3" fmla="*/ 85984 w 126059"/>
                <a:gd name="connsiteY3" fmla="*/ 184031 h 206896"/>
                <a:gd name="connsiteX4" fmla="*/ 73071 w 126059"/>
                <a:gd name="connsiteY4" fmla="*/ 162729 h 206896"/>
                <a:gd name="connsiteX5" fmla="*/ 63818 w 126059"/>
                <a:gd name="connsiteY5" fmla="*/ 160110 h 206896"/>
                <a:gd name="connsiteX6" fmla="*/ 59242 w 126059"/>
                <a:gd name="connsiteY6" fmla="*/ 152522 h 206896"/>
                <a:gd name="connsiteX7" fmla="*/ 50103 w 126059"/>
                <a:gd name="connsiteY7" fmla="*/ 150171 h 206896"/>
                <a:gd name="connsiteX8" fmla="*/ 46583 w 126059"/>
                <a:gd name="connsiteY8" fmla="*/ 137766 h 206896"/>
                <a:gd name="connsiteX9" fmla="*/ 54794 w 126059"/>
                <a:gd name="connsiteY9" fmla="*/ 124700 h 206896"/>
                <a:gd name="connsiteX10" fmla="*/ 43456 w 126059"/>
                <a:gd name="connsiteY10" fmla="*/ 115155 h 206896"/>
                <a:gd name="connsiteX11" fmla="*/ 36923 w 126059"/>
                <a:gd name="connsiteY11" fmla="*/ 108367 h 206896"/>
                <a:gd name="connsiteX12" fmla="*/ 35754 w 126059"/>
                <a:gd name="connsiteY12" fmla="*/ 89264 h 206896"/>
                <a:gd name="connsiteX13" fmla="*/ 16307 w 126059"/>
                <a:gd name="connsiteY13" fmla="*/ 59725 h 206896"/>
                <a:gd name="connsiteX14" fmla="*/ 10041 w 126059"/>
                <a:gd name="connsiteY14" fmla="*/ 43914 h 206896"/>
                <a:gd name="connsiteX15" fmla="*/ 2593 w 126059"/>
                <a:gd name="connsiteY15" fmla="*/ 46138 h 206896"/>
                <a:gd name="connsiteX16" fmla="*/ 0 w 126059"/>
                <a:gd name="connsiteY16" fmla="*/ 41296 h 206896"/>
                <a:gd name="connsiteX17" fmla="*/ 7041 w 126059"/>
                <a:gd name="connsiteY17" fmla="*/ 33987 h 206896"/>
                <a:gd name="connsiteX18" fmla="*/ 9533 w 126059"/>
                <a:gd name="connsiteY18" fmla="*/ 19993 h 206896"/>
                <a:gd name="connsiteX19" fmla="*/ 15265 w 126059"/>
                <a:gd name="connsiteY19" fmla="*/ 13854 h 206896"/>
                <a:gd name="connsiteX20" fmla="*/ 23081 w 126059"/>
                <a:gd name="connsiteY20" fmla="*/ 17375 h 206896"/>
                <a:gd name="connsiteX21" fmla="*/ 31445 w 126059"/>
                <a:gd name="connsiteY21" fmla="*/ 15036 h 206896"/>
                <a:gd name="connsiteX22" fmla="*/ 39529 w 126059"/>
                <a:gd name="connsiteY22" fmla="*/ 11503 h 206896"/>
                <a:gd name="connsiteX23" fmla="*/ 42795 w 126059"/>
                <a:gd name="connsiteY23" fmla="*/ 0 h 206896"/>
                <a:gd name="connsiteX24" fmla="*/ 51273 w 126059"/>
                <a:gd name="connsiteY24" fmla="*/ 1830 h 206896"/>
                <a:gd name="connsiteX25" fmla="*/ 52722 w 126059"/>
                <a:gd name="connsiteY25" fmla="*/ 10194 h 206896"/>
                <a:gd name="connsiteX26" fmla="*/ 59509 w 126059"/>
                <a:gd name="connsiteY26" fmla="*/ 13981 h 206896"/>
                <a:gd name="connsiteX27" fmla="*/ 66284 w 126059"/>
                <a:gd name="connsiteY27" fmla="*/ 10588 h 206896"/>
                <a:gd name="connsiteX28" fmla="*/ 66284 w 126059"/>
                <a:gd name="connsiteY28" fmla="*/ 17502 h 206896"/>
                <a:gd name="connsiteX29" fmla="*/ 63411 w 126059"/>
                <a:gd name="connsiteY29" fmla="*/ 25878 h 206896"/>
                <a:gd name="connsiteX30" fmla="*/ 59509 w 126059"/>
                <a:gd name="connsiteY30" fmla="*/ 33847 h 206896"/>
                <a:gd name="connsiteX31" fmla="*/ 66945 w 126059"/>
                <a:gd name="connsiteY31" fmla="*/ 47701 h 206896"/>
                <a:gd name="connsiteX32" fmla="*/ 63411 w 126059"/>
                <a:gd name="connsiteY32" fmla="*/ 55811 h 206896"/>
                <a:gd name="connsiteX33" fmla="*/ 78676 w 126059"/>
                <a:gd name="connsiteY33" fmla="*/ 92149 h 206896"/>
                <a:gd name="connsiteX34" fmla="*/ 77253 w 126059"/>
                <a:gd name="connsiteY34" fmla="*/ 119463 h 206896"/>
                <a:gd name="connsiteX35" fmla="*/ 85197 w 126059"/>
                <a:gd name="connsiteY35" fmla="*/ 143511 h 206896"/>
                <a:gd name="connsiteX36" fmla="*/ 85603 w 126059"/>
                <a:gd name="connsiteY36" fmla="*/ 157238 h 206896"/>
                <a:gd name="connsiteX37" fmla="*/ 102698 w 126059"/>
                <a:gd name="connsiteY37" fmla="*/ 169910 h 206896"/>
                <a:gd name="connsiteX38" fmla="*/ 115752 w 126059"/>
                <a:gd name="connsiteY38" fmla="*/ 174626 h 206896"/>
                <a:gd name="connsiteX39" fmla="*/ 126060 w 126059"/>
                <a:gd name="connsiteY39" fmla="*/ 184565 h 206896"/>
                <a:gd name="connsiteX40" fmla="*/ 120709 w 126059"/>
                <a:gd name="connsiteY40" fmla="*/ 198940 h 206896"/>
                <a:gd name="connsiteX41" fmla="*/ 111837 w 126059"/>
                <a:gd name="connsiteY41" fmla="*/ 203897 h 206896"/>
                <a:gd name="connsiteX42" fmla="*/ 106613 w 126059"/>
                <a:gd name="connsiteY42" fmla="*/ 206897 h 206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6059" h="206896">
                  <a:moveTo>
                    <a:pt x="106613" y="206897"/>
                  </a:moveTo>
                  <a:lnTo>
                    <a:pt x="105965" y="198012"/>
                  </a:lnTo>
                  <a:lnTo>
                    <a:pt x="100080" y="192649"/>
                  </a:lnTo>
                  <a:lnTo>
                    <a:pt x="85984" y="184031"/>
                  </a:lnTo>
                  <a:lnTo>
                    <a:pt x="73071" y="162729"/>
                  </a:lnTo>
                  <a:lnTo>
                    <a:pt x="63818" y="160110"/>
                  </a:lnTo>
                  <a:lnTo>
                    <a:pt x="59242" y="152522"/>
                  </a:lnTo>
                  <a:lnTo>
                    <a:pt x="50103" y="150171"/>
                  </a:lnTo>
                  <a:lnTo>
                    <a:pt x="46583" y="137766"/>
                  </a:lnTo>
                  <a:lnTo>
                    <a:pt x="54794" y="124700"/>
                  </a:lnTo>
                  <a:lnTo>
                    <a:pt x="43456" y="115155"/>
                  </a:lnTo>
                  <a:lnTo>
                    <a:pt x="36923" y="108367"/>
                  </a:lnTo>
                  <a:lnTo>
                    <a:pt x="35754" y="89264"/>
                  </a:lnTo>
                  <a:lnTo>
                    <a:pt x="16307" y="59725"/>
                  </a:lnTo>
                  <a:lnTo>
                    <a:pt x="10041" y="43914"/>
                  </a:lnTo>
                  <a:lnTo>
                    <a:pt x="2593" y="46138"/>
                  </a:lnTo>
                  <a:lnTo>
                    <a:pt x="0" y="41296"/>
                  </a:lnTo>
                  <a:lnTo>
                    <a:pt x="7041" y="33987"/>
                  </a:lnTo>
                  <a:lnTo>
                    <a:pt x="9533" y="19993"/>
                  </a:lnTo>
                  <a:lnTo>
                    <a:pt x="15265" y="13854"/>
                  </a:lnTo>
                  <a:lnTo>
                    <a:pt x="23081" y="17375"/>
                  </a:lnTo>
                  <a:lnTo>
                    <a:pt x="31445" y="15036"/>
                  </a:lnTo>
                  <a:lnTo>
                    <a:pt x="39529" y="11503"/>
                  </a:lnTo>
                  <a:lnTo>
                    <a:pt x="42795" y="0"/>
                  </a:lnTo>
                  <a:lnTo>
                    <a:pt x="51273" y="1830"/>
                  </a:lnTo>
                  <a:lnTo>
                    <a:pt x="52722" y="10194"/>
                  </a:lnTo>
                  <a:lnTo>
                    <a:pt x="59509" y="13981"/>
                  </a:lnTo>
                  <a:lnTo>
                    <a:pt x="66284" y="10588"/>
                  </a:lnTo>
                  <a:lnTo>
                    <a:pt x="66284" y="17502"/>
                  </a:lnTo>
                  <a:lnTo>
                    <a:pt x="63411" y="25878"/>
                  </a:lnTo>
                  <a:lnTo>
                    <a:pt x="59509" y="33847"/>
                  </a:lnTo>
                  <a:lnTo>
                    <a:pt x="66945" y="47701"/>
                  </a:lnTo>
                  <a:lnTo>
                    <a:pt x="63411" y="55811"/>
                  </a:lnTo>
                  <a:lnTo>
                    <a:pt x="78676" y="92149"/>
                  </a:lnTo>
                  <a:lnTo>
                    <a:pt x="77253" y="119463"/>
                  </a:lnTo>
                  <a:lnTo>
                    <a:pt x="85197" y="143511"/>
                  </a:lnTo>
                  <a:lnTo>
                    <a:pt x="85603" y="157238"/>
                  </a:lnTo>
                  <a:lnTo>
                    <a:pt x="102698" y="169910"/>
                  </a:lnTo>
                  <a:lnTo>
                    <a:pt x="115752" y="174626"/>
                  </a:lnTo>
                  <a:lnTo>
                    <a:pt x="126060" y="184565"/>
                  </a:lnTo>
                  <a:lnTo>
                    <a:pt x="120709" y="198940"/>
                  </a:lnTo>
                  <a:lnTo>
                    <a:pt x="111837" y="203897"/>
                  </a:lnTo>
                  <a:lnTo>
                    <a:pt x="106613" y="206897"/>
                  </a:lnTo>
                  <a:close/>
                </a:path>
              </a:pathLst>
            </a:custGeom>
            <a:solidFill>
              <a:srgbClr val="BAE0DF"/>
            </a:solidFill>
            <a:ln w="12700" cap="flat">
              <a:noFill/>
              <a:prstDash val="solid"/>
              <a:miter/>
            </a:ln>
          </p:spPr>
          <p:txBody>
            <a:bodyPr rtlCol="0" anchor="ctr"/>
            <a:lstStyle/>
            <a:p>
              <a:endParaRPr lang="de-CH"/>
            </a:p>
          </p:txBody>
        </p:sp>
        <p:sp>
          <p:nvSpPr>
            <p:cNvPr id="147" name="Freihandform: Form 146">
              <a:extLst>
                <a:ext uri="{FF2B5EF4-FFF2-40B4-BE49-F238E27FC236}">
                  <a16:creationId xmlns:a16="http://schemas.microsoft.com/office/drawing/2014/main" id="{2D5B8FBB-F5D7-188A-781D-CA4C29709725}"/>
                </a:ext>
              </a:extLst>
            </p:cNvPr>
            <p:cNvSpPr/>
            <p:nvPr/>
          </p:nvSpPr>
          <p:spPr>
            <a:xfrm>
              <a:off x="6062364" y="3232641"/>
              <a:ext cx="109358" cy="131220"/>
            </a:xfrm>
            <a:custGeom>
              <a:avLst/>
              <a:gdLst>
                <a:gd name="connsiteX0" fmla="*/ 2479 w 109358"/>
                <a:gd name="connsiteY0" fmla="*/ 101288 h 131220"/>
                <a:gd name="connsiteX1" fmla="*/ 8732 w 109358"/>
                <a:gd name="connsiteY1" fmla="*/ 88094 h 131220"/>
                <a:gd name="connsiteX2" fmla="*/ 13702 w 109358"/>
                <a:gd name="connsiteY2" fmla="*/ 70313 h 131220"/>
                <a:gd name="connsiteX3" fmla="*/ 55595 w 109358"/>
                <a:gd name="connsiteY3" fmla="*/ 48756 h 131220"/>
                <a:gd name="connsiteX4" fmla="*/ 74901 w 109358"/>
                <a:gd name="connsiteY4" fmla="*/ 34889 h 131220"/>
                <a:gd name="connsiteX5" fmla="*/ 77914 w 109358"/>
                <a:gd name="connsiteY5" fmla="*/ 23120 h 131220"/>
                <a:gd name="connsiteX6" fmla="*/ 87307 w 109358"/>
                <a:gd name="connsiteY6" fmla="*/ 11223 h 131220"/>
                <a:gd name="connsiteX7" fmla="*/ 89912 w 109358"/>
                <a:gd name="connsiteY7" fmla="*/ 1957 h 131220"/>
                <a:gd name="connsiteX8" fmla="*/ 95517 w 109358"/>
                <a:gd name="connsiteY8" fmla="*/ 3521 h 131220"/>
                <a:gd name="connsiteX9" fmla="*/ 101529 w 109358"/>
                <a:gd name="connsiteY9" fmla="*/ 1818 h 131220"/>
                <a:gd name="connsiteX10" fmla="*/ 105559 w 109358"/>
                <a:gd name="connsiteY10" fmla="*/ 0 h 131220"/>
                <a:gd name="connsiteX11" fmla="*/ 108571 w 109358"/>
                <a:gd name="connsiteY11" fmla="*/ 3012 h 131220"/>
                <a:gd name="connsiteX12" fmla="*/ 109359 w 109358"/>
                <a:gd name="connsiteY12" fmla="*/ 9800 h 131220"/>
                <a:gd name="connsiteX13" fmla="*/ 109092 w 109358"/>
                <a:gd name="connsiteY13" fmla="*/ 26005 h 131220"/>
                <a:gd name="connsiteX14" fmla="*/ 104135 w 109358"/>
                <a:gd name="connsiteY14" fmla="*/ 34496 h 131220"/>
                <a:gd name="connsiteX15" fmla="*/ 103347 w 109358"/>
                <a:gd name="connsiteY15" fmla="*/ 47714 h 131220"/>
                <a:gd name="connsiteX16" fmla="*/ 86646 w 109358"/>
                <a:gd name="connsiteY16" fmla="*/ 64822 h 131220"/>
                <a:gd name="connsiteX17" fmla="*/ 78168 w 109358"/>
                <a:gd name="connsiteY17" fmla="*/ 67313 h 131220"/>
                <a:gd name="connsiteX18" fmla="*/ 67199 w 109358"/>
                <a:gd name="connsiteY18" fmla="*/ 81689 h 131220"/>
                <a:gd name="connsiteX19" fmla="*/ 48553 w 109358"/>
                <a:gd name="connsiteY19" fmla="*/ 95136 h 131220"/>
                <a:gd name="connsiteX20" fmla="*/ 46710 w 109358"/>
                <a:gd name="connsiteY20" fmla="*/ 107833 h 131220"/>
                <a:gd name="connsiteX21" fmla="*/ 30797 w 109358"/>
                <a:gd name="connsiteY21" fmla="*/ 127038 h 131220"/>
                <a:gd name="connsiteX22" fmla="*/ 25459 w 109358"/>
                <a:gd name="connsiteY22" fmla="*/ 131220 h 131220"/>
                <a:gd name="connsiteX23" fmla="*/ 22319 w 109358"/>
                <a:gd name="connsiteY23" fmla="*/ 130178 h 131220"/>
                <a:gd name="connsiteX24" fmla="*/ 23362 w 109358"/>
                <a:gd name="connsiteY24" fmla="*/ 125081 h 131220"/>
                <a:gd name="connsiteX25" fmla="*/ 20616 w 109358"/>
                <a:gd name="connsiteY25" fmla="*/ 122590 h 131220"/>
                <a:gd name="connsiteX26" fmla="*/ 14490 w 109358"/>
                <a:gd name="connsiteY26" fmla="*/ 121942 h 131220"/>
                <a:gd name="connsiteX27" fmla="*/ 10702 w 109358"/>
                <a:gd name="connsiteY27" fmla="*/ 116057 h 131220"/>
                <a:gd name="connsiteX28" fmla="*/ 2619 w 109358"/>
                <a:gd name="connsiteY28" fmla="*/ 110693 h 131220"/>
                <a:gd name="connsiteX29" fmla="*/ 0 w 109358"/>
                <a:gd name="connsiteY29" fmla="*/ 107160 h 131220"/>
                <a:gd name="connsiteX30" fmla="*/ 2479 w 109358"/>
                <a:gd name="connsiteY30" fmla="*/ 101288 h 131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9358" h="131220">
                  <a:moveTo>
                    <a:pt x="2479" y="101288"/>
                  </a:moveTo>
                  <a:lnTo>
                    <a:pt x="8732" y="88094"/>
                  </a:lnTo>
                  <a:lnTo>
                    <a:pt x="13702" y="70313"/>
                  </a:lnTo>
                  <a:lnTo>
                    <a:pt x="55595" y="48756"/>
                  </a:lnTo>
                  <a:lnTo>
                    <a:pt x="74901" y="34889"/>
                  </a:lnTo>
                  <a:lnTo>
                    <a:pt x="77914" y="23120"/>
                  </a:lnTo>
                  <a:lnTo>
                    <a:pt x="87307" y="11223"/>
                  </a:lnTo>
                  <a:lnTo>
                    <a:pt x="89912" y="1957"/>
                  </a:lnTo>
                  <a:lnTo>
                    <a:pt x="95517" y="3521"/>
                  </a:lnTo>
                  <a:lnTo>
                    <a:pt x="101529" y="1818"/>
                  </a:lnTo>
                  <a:lnTo>
                    <a:pt x="105559" y="0"/>
                  </a:lnTo>
                  <a:lnTo>
                    <a:pt x="108571" y="3012"/>
                  </a:lnTo>
                  <a:lnTo>
                    <a:pt x="109359" y="9800"/>
                  </a:lnTo>
                  <a:lnTo>
                    <a:pt x="109092" y="26005"/>
                  </a:lnTo>
                  <a:lnTo>
                    <a:pt x="104135" y="34496"/>
                  </a:lnTo>
                  <a:lnTo>
                    <a:pt x="103347" y="47714"/>
                  </a:lnTo>
                  <a:lnTo>
                    <a:pt x="86646" y="64822"/>
                  </a:lnTo>
                  <a:lnTo>
                    <a:pt x="78168" y="67313"/>
                  </a:lnTo>
                  <a:lnTo>
                    <a:pt x="67199" y="81689"/>
                  </a:lnTo>
                  <a:lnTo>
                    <a:pt x="48553" y="95136"/>
                  </a:lnTo>
                  <a:lnTo>
                    <a:pt x="46710" y="107833"/>
                  </a:lnTo>
                  <a:lnTo>
                    <a:pt x="30797" y="127038"/>
                  </a:lnTo>
                  <a:lnTo>
                    <a:pt x="25459" y="131220"/>
                  </a:lnTo>
                  <a:lnTo>
                    <a:pt x="22319" y="130178"/>
                  </a:lnTo>
                  <a:lnTo>
                    <a:pt x="23362" y="125081"/>
                  </a:lnTo>
                  <a:lnTo>
                    <a:pt x="20616" y="122590"/>
                  </a:lnTo>
                  <a:lnTo>
                    <a:pt x="14490" y="121942"/>
                  </a:lnTo>
                  <a:lnTo>
                    <a:pt x="10702" y="116057"/>
                  </a:lnTo>
                  <a:lnTo>
                    <a:pt x="2619" y="110693"/>
                  </a:lnTo>
                  <a:lnTo>
                    <a:pt x="0" y="107160"/>
                  </a:lnTo>
                  <a:lnTo>
                    <a:pt x="2479" y="101288"/>
                  </a:lnTo>
                  <a:close/>
                </a:path>
              </a:pathLst>
            </a:custGeom>
            <a:solidFill>
              <a:srgbClr val="BAE0DF"/>
            </a:solidFill>
            <a:ln w="12700" cap="flat">
              <a:noFill/>
              <a:prstDash val="solid"/>
              <a:miter/>
            </a:ln>
          </p:spPr>
          <p:txBody>
            <a:bodyPr rtlCol="0" anchor="ctr"/>
            <a:lstStyle/>
            <a:p>
              <a:endParaRPr lang="de-CH"/>
            </a:p>
          </p:txBody>
        </p:sp>
        <p:sp>
          <p:nvSpPr>
            <p:cNvPr id="148" name="Freihandform: Form 147">
              <a:extLst>
                <a:ext uri="{FF2B5EF4-FFF2-40B4-BE49-F238E27FC236}">
                  <a16:creationId xmlns:a16="http://schemas.microsoft.com/office/drawing/2014/main" id="{5D6461AA-2189-8399-F32D-04C9862ABFA0}"/>
                </a:ext>
              </a:extLst>
            </p:cNvPr>
            <p:cNvSpPr/>
            <p:nvPr/>
          </p:nvSpPr>
          <p:spPr>
            <a:xfrm>
              <a:off x="7901505" y="2460432"/>
              <a:ext cx="414340" cy="74901"/>
            </a:xfrm>
            <a:custGeom>
              <a:avLst/>
              <a:gdLst>
                <a:gd name="connsiteX0" fmla="*/ 28840 w 414340"/>
                <a:gd name="connsiteY0" fmla="*/ 521 h 74901"/>
                <a:gd name="connsiteX1" fmla="*/ 52862 w 414340"/>
                <a:gd name="connsiteY1" fmla="*/ 0 h 74901"/>
                <a:gd name="connsiteX2" fmla="*/ 66817 w 414340"/>
                <a:gd name="connsiteY2" fmla="*/ 5745 h 74901"/>
                <a:gd name="connsiteX3" fmla="*/ 89785 w 414340"/>
                <a:gd name="connsiteY3" fmla="*/ 5237 h 74901"/>
                <a:gd name="connsiteX4" fmla="*/ 93967 w 414340"/>
                <a:gd name="connsiteY4" fmla="*/ 12278 h 74901"/>
                <a:gd name="connsiteX5" fmla="*/ 99826 w 414340"/>
                <a:gd name="connsiteY5" fmla="*/ 14121 h 74901"/>
                <a:gd name="connsiteX6" fmla="*/ 105838 w 414340"/>
                <a:gd name="connsiteY6" fmla="*/ 9279 h 74901"/>
                <a:gd name="connsiteX7" fmla="*/ 117582 w 414340"/>
                <a:gd name="connsiteY7" fmla="*/ 10460 h 74901"/>
                <a:gd name="connsiteX8" fmla="*/ 125806 w 414340"/>
                <a:gd name="connsiteY8" fmla="*/ 15812 h 74901"/>
                <a:gd name="connsiteX9" fmla="*/ 183104 w 414340"/>
                <a:gd name="connsiteY9" fmla="*/ 15290 h 74901"/>
                <a:gd name="connsiteX10" fmla="*/ 222123 w 414340"/>
                <a:gd name="connsiteY10" fmla="*/ 26526 h 74901"/>
                <a:gd name="connsiteX11" fmla="*/ 236728 w 414340"/>
                <a:gd name="connsiteY11" fmla="*/ 26666 h 74901"/>
                <a:gd name="connsiteX12" fmla="*/ 310841 w 414340"/>
                <a:gd name="connsiteY12" fmla="*/ 20527 h 74901"/>
                <a:gd name="connsiteX13" fmla="*/ 350789 w 414340"/>
                <a:gd name="connsiteY13" fmla="*/ 25344 h 74901"/>
                <a:gd name="connsiteX14" fmla="*/ 362660 w 414340"/>
                <a:gd name="connsiteY14" fmla="*/ 22345 h 74901"/>
                <a:gd name="connsiteX15" fmla="*/ 410158 w 414340"/>
                <a:gd name="connsiteY15" fmla="*/ 22739 h 74901"/>
                <a:gd name="connsiteX16" fmla="*/ 414340 w 414340"/>
                <a:gd name="connsiteY16" fmla="*/ 27975 h 74901"/>
                <a:gd name="connsiteX17" fmla="*/ 407947 w 414340"/>
                <a:gd name="connsiteY17" fmla="*/ 44181 h 74901"/>
                <a:gd name="connsiteX18" fmla="*/ 407540 w 414340"/>
                <a:gd name="connsiteY18" fmla="*/ 50193 h 74901"/>
                <a:gd name="connsiteX19" fmla="*/ 407171 w 414340"/>
                <a:gd name="connsiteY19" fmla="*/ 56077 h 74901"/>
                <a:gd name="connsiteX20" fmla="*/ 395033 w 414340"/>
                <a:gd name="connsiteY20" fmla="*/ 60386 h 74901"/>
                <a:gd name="connsiteX21" fmla="*/ 379362 w 414340"/>
                <a:gd name="connsiteY21" fmla="*/ 67313 h 74901"/>
                <a:gd name="connsiteX22" fmla="*/ 365139 w 414340"/>
                <a:gd name="connsiteY22" fmla="*/ 68749 h 74901"/>
                <a:gd name="connsiteX23" fmla="*/ 320768 w 414340"/>
                <a:gd name="connsiteY23" fmla="*/ 60119 h 74901"/>
                <a:gd name="connsiteX24" fmla="*/ 307587 w 414340"/>
                <a:gd name="connsiteY24" fmla="*/ 69271 h 74901"/>
                <a:gd name="connsiteX25" fmla="*/ 252120 w 414340"/>
                <a:gd name="connsiteY25" fmla="*/ 74901 h 74901"/>
                <a:gd name="connsiteX26" fmla="*/ 248612 w 414340"/>
                <a:gd name="connsiteY26" fmla="*/ 69004 h 74901"/>
                <a:gd name="connsiteX27" fmla="*/ 238558 w 414340"/>
                <a:gd name="connsiteY27" fmla="*/ 64962 h 74901"/>
                <a:gd name="connsiteX28" fmla="*/ 225899 w 414340"/>
                <a:gd name="connsiteY28" fmla="*/ 71368 h 74901"/>
                <a:gd name="connsiteX29" fmla="*/ 183357 w 414340"/>
                <a:gd name="connsiteY29" fmla="*/ 64428 h 74901"/>
                <a:gd name="connsiteX30" fmla="*/ 138198 w 414340"/>
                <a:gd name="connsiteY30" fmla="*/ 55023 h 74901"/>
                <a:gd name="connsiteX31" fmla="*/ 117176 w 414340"/>
                <a:gd name="connsiteY31" fmla="*/ 46545 h 74901"/>
                <a:gd name="connsiteX32" fmla="*/ 90827 w 414340"/>
                <a:gd name="connsiteY32" fmla="*/ 43126 h 74901"/>
                <a:gd name="connsiteX33" fmla="*/ 77914 w 414340"/>
                <a:gd name="connsiteY33" fmla="*/ 35817 h 74901"/>
                <a:gd name="connsiteX34" fmla="*/ 43711 w 414340"/>
                <a:gd name="connsiteY34" fmla="*/ 36072 h 74901"/>
                <a:gd name="connsiteX35" fmla="*/ 16714 w 414340"/>
                <a:gd name="connsiteY35" fmla="*/ 32271 h 74901"/>
                <a:gd name="connsiteX36" fmla="*/ 267 w 414340"/>
                <a:gd name="connsiteY36" fmla="*/ 18684 h 74901"/>
                <a:gd name="connsiteX37" fmla="*/ 0 w 414340"/>
                <a:gd name="connsiteY37" fmla="*/ 14248 h 74901"/>
                <a:gd name="connsiteX38" fmla="*/ 3788 w 414340"/>
                <a:gd name="connsiteY38" fmla="*/ 12812 h 74901"/>
                <a:gd name="connsiteX39" fmla="*/ 13956 w 414340"/>
                <a:gd name="connsiteY39" fmla="*/ 14375 h 74901"/>
                <a:gd name="connsiteX40" fmla="*/ 22319 w 414340"/>
                <a:gd name="connsiteY40" fmla="*/ 10728 h 74901"/>
                <a:gd name="connsiteX41" fmla="*/ 28840 w 414340"/>
                <a:gd name="connsiteY41" fmla="*/ 521 h 74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14340" h="74901">
                  <a:moveTo>
                    <a:pt x="28840" y="521"/>
                  </a:moveTo>
                  <a:lnTo>
                    <a:pt x="52862" y="0"/>
                  </a:lnTo>
                  <a:lnTo>
                    <a:pt x="66817" y="5745"/>
                  </a:lnTo>
                  <a:lnTo>
                    <a:pt x="89785" y="5237"/>
                  </a:lnTo>
                  <a:lnTo>
                    <a:pt x="93967" y="12278"/>
                  </a:lnTo>
                  <a:lnTo>
                    <a:pt x="99826" y="14121"/>
                  </a:lnTo>
                  <a:lnTo>
                    <a:pt x="105838" y="9279"/>
                  </a:lnTo>
                  <a:lnTo>
                    <a:pt x="117582" y="10460"/>
                  </a:lnTo>
                  <a:lnTo>
                    <a:pt x="125806" y="15812"/>
                  </a:lnTo>
                  <a:lnTo>
                    <a:pt x="183104" y="15290"/>
                  </a:lnTo>
                  <a:lnTo>
                    <a:pt x="222123" y="26526"/>
                  </a:lnTo>
                  <a:lnTo>
                    <a:pt x="236728" y="26666"/>
                  </a:lnTo>
                  <a:lnTo>
                    <a:pt x="310841" y="20527"/>
                  </a:lnTo>
                  <a:lnTo>
                    <a:pt x="350789" y="25344"/>
                  </a:lnTo>
                  <a:lnTo>
                    <a:pt x="362660" y="22345"/>
                  </a:lnTo>
                  <a:lnTo>
                    <a:pt x="410158" y="22739"/>
                  </a:lnTo>
                  <a:lnTo>
                    <a:pt x="414340" y="27975"/>
                  </a:lnTo>
                  <a:lnTo>
                    <a:pt x="407947" y="44181"/>
                  </a:lnTo>
                  <a:lnTo>
                    <a:pt x="407540" y="50193"/>
                  </a:lnTo>
                  <a:lnTo>
                    <a:pt x="407171" y="56077"/>
                  </a:lnTo>
                  <a:lnTo>
                    <a:pt x="395033" y="60386"/>
                  </a:lnTo>
                  <a:lnTo>
                    <a:pt x="379362" y="67313"/>
                  </a:lnTo>
                  <a:lnTo>
                    <a:pt x="365139" y="68749"/>
                  </a:lnTo>
                  <a:lnTo>
                    <a:pt x="320768" y="60119"/>
                  </a:lnTo>
                  <a:lnTo>
                    <a:pt x="307587" y="69271"/>
                  </a:lnTo>
                  <a:lnTo>
                    <a:pt x="252120" y="74901"/>
                  </a:lnTo>
                  <a:lnTo>
                    <a:pt x="248612" y="69004"/>
                  </a:lnTo>
                  <a:lnTo>
                    <a:pt x="238558" y="64962"/>
                  </a:lnTo>
                  <a:lnTo>
                    <a:pt x="225899" y="71368"/>
                  </a:lnTo>
                  <a:lnTo>
                    <a:pt x="183357" y="64428"/>
                  </a:lnTo>
                  <a:lnTo>
                    <a:pt x="138198" y="55023"/>
                  </a:lnTo>
                  <a:lnTo>
                    <a:pt x="117176" y="46545"/>
                  </a:lnTo>
                  <a:lnTo>
                    <a:pt x="90827" y="43126"/>
                  </a:lnTo>
                  <a:lnTo>
                    <a:pt x="77914" y="35817"/>
                  </a:lnTo>
                  <a:lnTo>
                    <a:pt x="43711" y="36072"/>
                  </a:lnTo>
                  <a:lnTo>
                    <a:pt x="16714" y="32271"/>
                  </a:lnTo>
                  <a:lnTo>
                    <a:pt x="267" y="18684"/>
                  </a:lnTo>
                  <a:lnTo>
                    <a:pt x="0" y="14248"/>
                  </a:lnTo>
                  <a:lnTo>
                    <a:pt x="3788" y="12812"/>
                  </a:lnTo>
                  <a:lnTo>
                    <a:pt x="13956" y="14375"/>
                  </a:lnTo>
                  <a:lnTo>
                    <a:pt x="22319" y="10728"/>
                  </a:lnTo>
                  <a:lnTo>
                    <a:pt x="28840" y="521"/>
                  </a:lnTo>
                  <a:close/>
                </a:path>
              </a:pathLst>
            </a:custGeom>
            <a:solidFill>
              <a:srgbClr val="BAE0DF"/>
            </a:solidFill>
            <a:ln w="12700" cap="flat">
              <a:noFill/>
              <a:prstDash val="solid"/>
              <a:miter/>
            </a:ln>
          </p:spPr>
          <p:txBody>
            <a:bodyPr rtlCol="0" anchor="ctr"/>
            <a:lstStyle/>
            <a:p>
              <a:endParaRPr lang="de-CH"/>
            </a:p>
          </p:txBody>
        </p:sp>
        <p:sp>
          <p:nvSpPr>
            <p:cNvPr id="149" name="Freihandform: Form 148">
              <a:extLst>
                <a:ext uri="{FF2B5EF4-FFF2-40B4-BE49-F238E27FC236}">
                  <a16:creationId xmlns:a16="http://schemas.microsoft.com/office/drawing/2014/main" id="{A6CADB1D-F021-BA46-DA1D-FF5326A2FCF2}"/>
                </a:ext>
              </a:extLst>
            </p:cNvPr>
            <p:cNvSpPr/>
            <p:nvPr/>
          </p:nvSpPr>
          <p:spPr>
            <a:xfrm>
              <a:off x="6863107" y="2482510"/>
              <a:ext cx="111976" cy="106397"/>
            </a:xfrm>
            <a:custGeom>
              <a:avLst/>
              <a:gdLst>
                <a:gd name="connsiteX0" fmla="*/ 69169 w 111976"/>
                <a:gd name="connsiteY0" fmla="*/ 68749 h 106397"/>
                <a:gd name="connsiteX1" fmla="*/ 49214 w 111976"/>
                <a:gd name="connsiteY1" fmla="*/ 57132 h 106397"/>
                <a:gd name="connsiteX2" fmla="*/ 28840 w 111976"/>
                <a:gd name="connsiteY2" fmla="*/ 48756 h 106397"/>
                <a:gd name="connsiteX3" fmla="*/ 9139 w 111976"/>
                <a:gd name="connsiteY3" fmla="*/ 45490 h 106397"/>
                <a:gd name="connsiteX4" fmla="*/ 9393 w 111976"/>
                <a:gd name="connsiteY4" fmla="*/ 40800 h 106397"/>
                <a:gd name="connsiteX5" fmla="*/ 20489 w 111976"/>
                <a:gd name="connsiteY5" fmla="*/ 33987 h 106397"/>
                <a:gd name="connsiteX6" fmla="*/ 14490 w 111976"/>
                <a:gd name="connsiteY6" fmla="*/ 15290 h 106397"/>
                <a:gd name="connsiteX7" fmla="*/ 4830 w 111976"/>
                <a:gd name="connsiteY7" fmla="*/ 9545 h 106397"/>
                <a:gd name="connsiteX8" fmla="*/ 0 w 111976"/>
                <a:gd name="connsiteY8" fmla="*/ 2631 h 106397"/>
                <a:gd name="connsiteX9" fmla="*/ 6266 w 111976"/>
                <a:gd name="connsiteY9" fmla="*/ 0 h 106397"/>
                <a:gd name="connsiteX10" fmla="*/ 21544 w 111976"/>
                <a:gd name="connsiteY10" fmla="*/ 5110 h 106397"/>
                <a:gd name="connsiteX11" fmla="*/ 34203 w 111976"/>
                <a:gd name="connsiteY11" fmla="*/ 2758 h 106397"/>
                <a:gd name="connsiteX12" fmla="*/ 41245 w 111976"/>
                <a:gd name="connsiteY12" fmla="*/ 12558 h 106397"/>
                <a:gd name="connsiteX13" fmla="*/ 54298 w 111976"/>
                <a:gd name="connsiteY13" fmla="*/ 19091 h 106397"/>
                <a:gd name="connsiteX14" fmla="*/ 63564 w 111976"/>
                <a:gd name="connsiteY14" fmla="*/ 15036 h 106397"/>
                <a:gd name="connsiteX15" fmla="*/ 84307 w 111976"/>
                <a:gd name="connsiteY15" fmla="*/ 24188 h 106397"/>
                <a:gd name="connsiteX16" fmla="*/ 93446 w 111976"/>
                <a:gd name="connsiteY16" fmla="*/ 35690 h 106397"/>
                <a:gd name="connsiteX17" fmla="*/ 99966 w 111976"/>
                <a:gd name="connsiteY17" fmla="*/ 53599 h 106397"/>
                <a:gd name="connsiteX18" fmla="*/ 111850 w 111976"/>
                <a:gd name="connsiteY18" fmla="*/ 68749 h 106397"/>
                <a:gd name="connsiteX19" fmla="*/ 111977 w 111976"/>
                <a:gd name="connsiteY19" fmla="*/ 86010 h 106397"/>
                <a:gd name="connsiteX20" fmla="*/ 106499 w 111976"/>
                <a:gd name="connsiteY20" fmla="*/ 100512 h 106397"/>
                <a:gd name="connsiteX21" fmla="*/ 95797 w 111976"/>
                <a:gd name="connsiteY21" fmla="*/ 106397 h 106397"/>
                <a:gd name="connsiteX22" fmla="*/ 88361 w 111976"/>
                <a:gd name="connsiteY22" fmla="*/ 103779 h 106397"/>
                <a:gd name="connsiteX23" fmla="*/ 77405 w 111976"/>
                <a:gd name="connsiteY23" fmla="*/ 90192 h 106397"/>
                <a:gd name="connsiteX24" fmla="*/ 76859 w 111976"/>
                <a:gd name="connsiteY24" fmla="*/ 72016 h 106397"/>
                <a:gd name="connsiteX25" fmla="*/ 69169 w 111976"/>
                <a:gd name="connsiteY25" fmla="*/ 68749 h 106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1976" h="106397">
                  <a:moveTo>
                    <a:pt x="69169" y="68749"/>
                  </a:moveTo>
                  <a:lnTo>
                    <a:pt x="49214" y="57132"/>
                  </a:lnTo>
                  <a:lnTo>
                    <a:pt x="28840" y="48756"/>
                  </a:lnTo>
                  <a:lnTo>
                    <a:pt x="9139" y="45490"/>
                  </a:lnTo>
                  <a:lnTo>
                    <a:pt x="9393" y="40800"/>
                  </a:lnTo>
                  <a:lnTo>
                    <a:pt x="20489" y="33987"/>
                  </a:lnTo>
                  <a:lnTo>
                    <a:pt x="14490" y="15290"/>
                  </a:lnTo>
                  <a:lnTo>
                    <a:pt x="4830" y="9545"/>
                  </a:lnTo>
                  <a:lnTo>
                    <a:pt x="0" y="2631"/>
                  </a:lnTo>
                  <a:lnTo>
                    <a:pt x="6266" y="0"/>
                  </a:lnTo>
                  <a:lnTo>
                    <a:pt x="21544" y="5110"/>
                  </a:lnTo>
                  <a:lnTo>
                    <a:pt x="34203" y="2758"/>
                  </a:lnTo>
                  <a:lnTo>
                    <a:pt x="41245" y="12558"/>
                  </a:lnTo>
                  <a:lnTo>
                    <a:pt x="54298" y="19091"/>
                  </a:lnTo>
                  <a:lnTo>
                    <a:pt x="63564" y="15036"/>
                  </a:lnTo>
                  <a:lnTo>
                    <a:pt x="84307" y="24188"/>
                  </a:lnTo>
                  <a:lnTo>
                    <a:pt x="93446" y="35690"/>
                  </a:lnTo>
                  <a:lnTo>
                    <a:pt x="99966" y="53599"/>
                  </a:lnTo>
                  <a:lnTo>
                    <a:pt x="111850" y="68749"/>
                  </a:lnTo>
                  <a:lnTo>
                    <a:pt x="111977" y="86010"/>
                  </a:lnTo>
                  <a:lnTo>
                    <a:pt x="106499" y="100512"/>
                  </a:lnTo>
                  <a:lnTo>
                    <a:pt x="95797" y="106397"/>
                  </a:lnTo>
                  <a:lnTo>
                    <a:pt x="88361" y="103779"/>
                  </a:lnTo>
                  <a:lnTo>
                    <a:pt x="77405" y="90192"/>
                  </a:lnTo>
                  <a:lnTo>
                    <a:pt x="76859" y="72016"/>
                  </a:lnTo>
                  <a:lnTo>
                    <a:pt x="69169" y="68749"/>
                  </a:lnTo>
                  <a:close/>
                </a:path>
              </a:pathLst>
            </a:custGeom>
            <a:solidFill>
              <a:srgbClr val="BAE0DF"/>
            </a:solidFill>
            <a:ln w="12700" cap="flat">
              <a:noFill/>
              <a:prstDash val="solid"/>
              <a:miter/>
            </a:ln>
          </p:spPr>
          <p:txBody>
            <a:bodyPr rtlCol="0" anchor="ctr"/>
            <a:lstStyle/>
            <a:p>
              <a:endParaRPr lang="de-CH"/>
            </a:p>
          </p:txBody>
        </p:sp>
        <p:sp>
          <p:nvSpPr>
            <p:cNvPr id="150" name="Freihandform: Form 149">
              <a:extLst>
                <a:ext uri="{FF2B5EF4-FFF2-40B4-BE49-F238E27FC236}">
                  <a16:creationId xmlns:a16="http://schemas.microsoft.com/office/drawing/2014/main" id="{1E5B4F84-B8F5-3C78-EF54-7C03F5666D22}"/>
                </a:ext>
              </a:extLst>
            </p:cNvPr>
            <p:cNvSpPr/>
            <p:nvPr/>
          </p:nvSpPr>
          <p:spPr>
            <a:xfrm>
              <a:off x="3791915" y="3751382"/>
              <a:ext cx="87954" cy="314488"/>
            </a:xfrm>
            <a:custGeom>
              <a:avLst/>
              <a:gdLst>
                <a:gd name="connsiteX0" fmla="*/ 34318 w 87954"/>
                <a:gd name="connsiteY0" fmla="*/ 309646 h 314488"/>
                <a:gd name="connsiteX1" fmla="*/ 32500 w 87954"/>
                <a:gd name="connsiteY1" fmla="*/ 295525 h 314488"/>
                <a:gd name="connsiteX2" fmla="*/ 25446 w 87954"/>
                <a:gd name="connsiteY2" fmla="*/ 276066 h 314488"/>
                <a:gd name="connsiteX3" fmla="*/ 28318 w 87954"/>
                <a:gd name="connsiteY3" fmla="*/ 268986 h 314488"/>
                <a:gd name="connsiteX4" fmla="*/ 23107 w 87954"/>
                <a:gd name="connsiteY4" fmla="*/ 266647 h 314488"/>
                <a:gd name="connsiteX5" fmla="*/ 25967 w 87954"/>
                <a:gd name="connsiteY5" fmla="*/ 249387 h 314488"/>
                <a:gd name="connsiteX6" fmla="*/ 23603 w 87954"/>
                <a:gd name="connsiteY6" fmla="*/ 225212 h 314488"/>
                <a:gd name="connsiteX7" fmla="*/ 28039 w 87954"/>
                <a:gd name="connsiteY7" fmla="*/ 192013 h 314488"/>
                <a:gd name="connsiteX8" fmla="*/ 22434 w 87954"/>
                <a:gd name="connsiteY8" fmla="*/ 174359 h 314488"/>
                <a:gd name="connsiteX9" fmla="*/ 32106 w 87954"/>
                <a:gd name="connsiteY9" fmla="*/ 155802 h 314488"/>
                <a:gd name="connsiteX10" fmla="*/ 30136 w 87954"/>
                <a:gd name="connsiteY10" fmla="*/ 150705 h 314488"/>
                <a:gd name="connsiteX11" fmla="*/ 19574 w 87954"/>
                <a:gd name="connsiteY11" fmla="*/ 146918 h 314488"/>
                <a:gd name="connsiteX12" fmla="*/ 15405 w 87954"/>
                <a:gd name="connsiteY12" fmla="*/ 157111 h 314488"/>
                <a:gd name="connsiteX13" fmla="*/ 5351 w 87954"/>
                <a:gd name="connsiteY13" fmla="*/ 158433 h 314488"/>
                <a:gd name="connsiteX14" fmla="*/ 0 w 87954"/>
                <a:gd name="connsiteY14" fmla="*/ 151900 h 314488"/>
                <a:gd name="connsiteX15" fmla="*/ 8884 w 87954"/>
                <a:gd name="connsiteY15" fmla="*/ 146002 h 314488"/>
                <a:gd name="connsiteX16" fmla="*/ 14223 w 87954"/>
                <a:gd name="connsiteY16" fmla="*/ 136469 h 314488"/>
                <a:gd name="connsiteX17" fmla="*/ 15405 w 87954"/>
                <a:gd name="connsiteY17" fmla="*/ 122349 h 314488"/>
                <a:gd name="connsiteX18" fmla="*/ 31839 w 87954"/>
                <a:gd name="connsiteY18" fmla="*/ 102609 h 314488"/>
                <a:gd name="connsiteX19" fmla="*/ 39541 w 87954"/>
                <a:gd name="connsiteY19" fmla="*/ 99203 h 314488"/>
                <a:gd name="connsiteX20" fmla="*/ 43723 w 87954"/>
                <a:gd name="connsiteY20" fmla="*/ 91895 h 314488"/>
                <a:gd name="connsiteX21" fmla="*/ 49583 w 87954"/>
                <a:gd name="connsiteY21" fmla="*/ 89810 h 314488"/>
                <a:gd name="connsiteX22" fmla="*/ 49837 w 87954"/>
                <a:gd name="connsiteY22" fmla="*/ 80646 h 314488"/>
                <a:gd name="connsiteX23" fmla="*/ 54934 w 87954"/>
                <a:gd name="connsiteY23" fmla="*/ 75029 h 314488"/>
                <a:gd name="connsiteX24" fmla="*/ 50752 w 87954"/>
                <a:gd name="connsiteY24" fmla="*/ 73211 h 314488"/>
                <a:gd name="connsiteX25" fmla="*/ 42554 w 87954"/>
                <a:gd name="connsiteY25" fmla="*/ 80913 h 314488"/>
                <a:gd name="connsiteX26" fmla="*/ 37838 w 87954"/>
                <a:gd name="connsiteY26" fmla="*/ 73211 h 314488"/>
                <a:gd name="connsiteX27" fmla="*/ 26615 w 87954"/>
                <a:gd name="connsiteY27" fmla="*/ 71508 h 314488"/>
                <a:gd name="connsiteX28" fmla="*/ 24277 w 87954"/>
                <a:gd name="connsiteY28" fmla="*/ 65483 h 314488"/>
                <a:gd name="connsiteX29" fmla="*/ 25967 w 87954"/>
                <a:gd name="connsiteY29" fmla="*/ 51375 h 314488"/>
                <a:gd name="connsiteX30" fmla="*/ 32614 w 87954"/>
                <a:gd name="connsiteY30" fmla="*/ 47460 h 314488"/>
                <a:gd name="connsiteX31" fmla="*/ 32500 w 87954"/>
                <a:gd name="connsiteY31" fmla="*/ 40126 h 314488"/>
                <a:gd name="connsiteX32" fmla="*/ 28967 w 87954"/>
                <a:gd name="connsiteY32" fmla="*/ 35296 h 314488"/>
                <a:gd name="connsiteX33" fmla="*/ 22434 w 87954"/>
                <a:gd name="connsiteY33" fmla="*/ 37127 h 314488"/>
                <a:gd name="connsiteX34" fmla="*/ 22434 w 87954"/>
                <a:gd name="connsiteY34" fmla="*/ 31636 h 314488"/>
                <a:gd name="connsiteX35" fmla="*/ 36656 w 87954"/>
                <a:gd name="connsiteY35" fmla="*/ 25891 h 314488"/>
                <a:gd name="connsiteX36" fmla="*/ 40711 w 87954"/>
                <a:gd name="connsiteY36" fmla="*/ 18176 h 314488"/>
                <a:gd name="connsiteX37" fmla="*/ 47231 w 87954"/>
                <a:gd name="connsiteY37" fmla="*/ 19345 h 314488"/>
                <a:gd name="connsiteX38" fmla="*/ 51413 w 87954"/>
                <a:gd name="connsiteY38" fmla="*/ 15824 h 314488"/>
                <a:gd name="connsiteX39" fmla="*/ 54552 w 87954"/>
                <a:gd name="connsiteY39" fmla="*/ 5491 h 314488"/>
                <a:gd name="connsiteX40" fmla="*/ 64072 w 87954"/>
                <a:gd name="connsiteY40" fmla="*/ 0 h 314488"/>
                <a:gd name="connsiteX41" fmla="*/ 70872 w 87954"/>
                <a:gd name="connsiteY41" fmla="*/ 3394 h 314488"/>
                <a:gd name="connsiteX42" fmla="*/ 62636 w 87954"/>
                <a:gd name="connsiteY42" fmla="*/ 11121 h 314488"/>
                <a:gd name="connsiteX43" fmla="*/ 60030 w 87954"/>
                <a:gd name="connsiteY43" fmla="*/ 24455 h 314488"/>
                <a:gd name="connsiteX44" fmla="*/ 42007 w 87954"/>
                <a:gd name="connsiteY44" fmla="*/ 30327 h 314488"/>
                <a:gd name="connsiteX45" fmla="*/ 39020 w 87954"/>
                <a:gd name="connsiteY45" fmla="*/ 35296 h 314488"/>
                <a:gd name="connsiteX46" fmla="*/ 44104 w 87954"/>
                <a:gd name="connsiteY46" fmla="*/ 50333 h 314488"/>
                <a:gd name="connsiteX47" fmla="*/ 52976 w 87954"/>
                <a:gd name="connsiteY47" fmla="*/ 59217 h 314488"/>
                <a:gd name="connsiteX48" fmla="*/ 53103 w 87954"/>
                <a:gd name="connsiteY48" fmla="*/ 65483 h 314488"/>
                <a:gd name="connsiteX49" fmla="*/ 64339 w 87954"/>
                <a:gd name="connsiteY49" fmla="*/ 70593 h 314488"/>
                <a:gd name="connsiteX50" fmla="*/ 66157 w 87954"/>
                <a:gd name="connsiteY50" fmla="*/ 87968 h 314488"/>
                <a:gd name="connsiteX51" fmla="*/ 72041 w 87954"/>
                <a:gd name="connsiteY51" fmla="*/ 92670 h 314488"/>
                <a:gd name="connsiteX52" fmla="*/ 78562 w 87954"/>
                <a:gd name="connsiteY52" fmla="*/ 89810 h 314488"/>
                <a:gd name="connsiteX53" fmla="*/ 84548 w 87954"/>
                <a:gd name="connsiteY53" fmla="*/ 82083 h 314488"/>
                <a:gd name="connsiteX54" fmla="*/ 87955 w 87954"/>
                <a:gd name="connsiteY54" fmla="*/ 86277 h 314488"/>
                <a:gd name="connsiteX55" fmla="*/ 85997 w 87954"/>
                <a:gd name="connsiteY55" fmla="*/ 92162 h 314488"/>
                <a:gd name="connsiteX56" fmla="*/ 79731 w 87954"/>
                <a:gd name="connsiteY56" fmla="*/ 99864 h 314488"/>
                <a:gd name="connsiteX57" fmla="*/ 71508 w 87954"/>
                <a:gd name="connsiteY57" fmla="*/ 105101 h 314488"/>
                <a:gd name="connsiteX58" fmla="*/ 60284 w 87954"/>
                <a:gd name="connsiteY58" fmla="*/ 103385 h 314488"/>
                <a:gd name="connsiteX59" fmla="*/ 61988 w 87954"/>
                <a:gd name="connsiteY59" fmla="*/ 113452 h 314488"/>
                <a:gd name="connsiteX60" fmla="*/ 56103 w 87954"/>
                <a:gd name="connsiteY60" fmla="*/ 125221 h 314488"/>
                <a:gd name="connsiteX61" fmla="*/ 49074 w 87954"/>
                <a:gd name="connsiteY61" fmla="*/ 124039 h 314488"/>
                <a:gd name="connsiteX62" fmla="*/ 38372 w 87954"/>
                <a:gd name="connsiteY62" fmla="*/ 138287 h 314488"/>
                <a:gd name="connsiteX63" fmla="*/ 46977 w 87954"/>
                <a:gd name="connsiteY63" fmla="*/ 161433 h 314488"/>
                <a:gd name="connsiteX64" fmla="*/ 39020 w 87954"/>
                <a:gd name="connsiteY64" fmla="*/ 169668 h 314488"/>
                <a:gd name="connsiteX65" fmla="*/ 40711 w 87954"/>
                <a:gd name="connsiteY65" fmla="*/ 177892 h 314488"/>
                <a:gd name="connsiteX66" fmla="*/ 36923 w 87954"/>
                <a:gd name="connsiteY66" fmla="*/ 186001 h 314488"/>
                <a:gd name="connsiteX67" fmla="*/ 38372 w 87954"/>
                <a:gd name="connsiteY67" fmla="*/ 213977 h 314488"/>
                <a:gd name="connsiteX68" fmla="*/ 44892 w 87954"/>
                <a:gd name="connsiteY68" fmla="*/ 221692 h 314488"/>
                <a:gd name="connsiteX69" fmla="*/ 46062 w 87954"/>
                <a:gd name="connsiteY69" fmla="*/ 244697 h 314488"/>
                <a:gd name="connsiteX70" fmla="*/ 51413 w 87954"/>
                <a:gd name="connsiteY70" fmla="*/ 253569 h 314488"/>
                <a:gd name="connsiteX71" fmla="*/ 52595 w 87954"/>
                <a:gd name="connsiteY71" fmla="*/ 283628 h 314488"/>
                <a:gd name="connsiteX72" fmla="*/ 54285 w 87954"/>
                <a:gd name="connsiteY72" fmla="*/ 312137 h 314488"/>
                <a:gd name="connsiteX73" fmla="*/ 49074 w 87954"/>
                <a:gd name="connsiteY73" fmla="*/ 314489 h 314488"/>
                <a:gd name="connsiteX74" fmla="*/ 42007 w 87954"/>
                <a:gd name="connsiteY74" fmla="*/ 306774 h 314488"/>
                <a:gd name="connsiteX75" fmla="*/ 34318 w 87954"/>
                <a:gd name="connsiteY75" fmla="*/ 309646 h 314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87954" h="314488">
                  <a:moveTo>
                    <a:pt x="34318" y="309646"/>
                  </a:moveTo>
                  <a:lnTo>
                    <a:pt x="32500" y="295525"/>
                  </a:lnTo>
                  <a:lnTo>
                    <a:pt x="25446" y="276066"/>
                  </a:lnTo>
                  <a:lnTo>
                    <a:pt x="28318" y="268986"/>
                  </a:lnTo>
                  <a:lnTo>
                    <a:pt x="23107" y="266647"/>
                  </a:lnTo>
                  <a:lnTo>
                    <a:pt x="25967" y="249387"/>
                  </a:lnTo>
                  <a:lnTo>
                    <a:pt x="23603" y="225212"/>
                  </a:lnTo>
                  <a:lnTo>
                    <a:pt x="28039" y="192013"/>
                  </a:lnTo>
                  <a:lnTo>
                    <a:pt x="22434" y="174359"/>
                  </a:lnTo>
                  <a:lnTo>
                    <a:pt x="32106" y="155802"/>
                  </a:lnTo>
                  <a:lnTo>
                    <a:pt x="30136" y="150705"/>
                  </a:lnTo>
                  <a:lnTo>
                    <a:pt x="19574" y="146918"/>
                  </a:lnTo>
                  <a:lnTo>
                    <a:pt x="15405" y="157111"/>
                  </a:lnTo>
                  <a:lnTo>
                    <a:pt x="5351" y="158433"/>
                  </a:lnTo>
                  <a:lnTo>
                    <a:pt x="0" y="151900"/>
                  </a:lnTo>
                  <a:lnTo>
                    <a:pt x="8884" y="146002"/>
                  </a:lnTo>
                  <a:lnTo>
                    <a:pt x="14223" y="136469"/>
                  </a:lnTo>
                  <a:lnTo>
                    <a:pt x="15405" y="122349"/>
                  </a:lnTo>
                  <a:lnTo>
                    <a:pt x="31839" y="102609"/>
                  </a:lnTo>
                  <a:lnTo>
                    <a:pt x="39541" y="99203"/>
                  </a:lnTo>
                  <a:lnTo>
                    <a:pt x="43723" y="91895"/>
                  </a:lnTo>
                  <a:lnTo>
                    <a:pt x="49583" y="89810"/>
                  </a:lnTo>
                  <a:lnTo>
                    <a:pt x="49837" y="80646"/>
                  </a:lnTo>
                  <a:lnTo>
                    <a:pt x="54934" y="75029"/>
                  </a:lnTo>
                  <a:lnTo>
                    <a:pt x="50752" y="73211"/>
                  </a:lnTo>
                  <a:lnTo>
                    <a:pt x="42554" y="80913"/>
                  </a:lnTo>
                  <a:lnTo>
                    <a:pt x="37838" y="73211"/>
                  </a:lnTo>
                  <a:lnTo>
                    <a:pt x="26615" y="71508"/>
                  </a:lnTo>
                  <a:lnTo>
                    <a:pt x="24277" y="65483"/>
                  </a:lnTo>
                  <a:lnTo>
                    <a:pt x="25967" y="51375"/>
                  </a:lnTo>
                  <a:lnTo>
                    <a:pt x="32614" y="47460"/>
                  </a:lnTo>
                  <a:lnTo>
                    <a:pt x="32500" y="40126"/>
                  </a:lnTo>
                  <a:lnTo>
                    <a:pt x="28967" y="35296"/>
                  </a:lnTo>
                  <a:lnTo>
                    <a:pt x="22434" y="37127"/>
                  </a:lnTo>
                  <a:lnTo>
                    <a:pt x="22434" y="31636"/>
                  </a:lnTo>
                  <a:lnTo>
                    <a:pt x="36656" y="25891"/>
                  </a:lnTo>
                  <a:lnTo>
                    <a:pt x="40711" y="18176"/>
                  </a:lnTo>
                  <a:lnTo>
                    <a:pt x="47231" y="19345"/>
                  </a:lnTo>
                  <a:lnTo>
                    <a:pt x="51413" y="15824"/>
                  </a:lnTo>
                  <a:lnTo>
                    <a:pt x="54552" y="5491"/>
                  </a:lnTo>
                  <a:lnTo>
                    <a:pt x="64072" y="0"/>
                  </a:lnTo>
                  <a:lnTo>
                    <a:pt x="70872" y="3394"/>
                  </a:lnTo>
                  <a:lnTo>
                    <a:pt x="62636" y="11121"/>
                  </a:lnTo>
                  <a:lnTo>
                    <a:pt x="60030" y="24455"/>
                  </a:lnTo>
                  <a:lnTo>
                    <a:pt x="42007" y="30327"/>
                  </a:lnTo>
                  <a:lnTo>
                    <a:pt x="39020" y="35296"/>
                  </a:lnTo>
                  <a:lnTo>
                    <a:pt x="44104" y="50333"/>
                  </a:lnTo>
                  <a:lnTo>
                    <a:pt x="52976" y="59217"/>
                  </a:lnTo>
                  <a:lnTo>
                    <a:pt x="53103" y="65483"/>
                  </a:lnTo>
                  <a:lnTo>
                    <a:pt x="64339" y="70593"/>
                  </a:lnTo>
                  <a:lnTo>
                    <a:pt x="66157" y="87968"/>
                  </a:lnTo>
                  <a:lnTo>
                    <a:pt x="72041" y="92670"/>
                  </a:lnTo>
                  <a:lnTo>
                    <a:pt x="78562" y="89810"/>
                  </a:lnTo>
                  <a:lnTo>
                    <a:pt x="84548" y="82083"/>
                  </a:lnTo>
                  <a:lnTo>
                    <a:pt x="87955" y="86277"/>
                  </a:lnTo>
                  <a:lnTo>
                    <a:pt x="85997" y="92162"/>
                  </a:lnTo>
                  <a:lnTo>
                    <a:pt x="79731" y="99864"/>
                  </a:lnTo>
                  <a:lnTo>
                    <a:pt x="71508" y="105101"/>
                  </a:lnTo>
                  <a:lnTo>
                    <a:pt x="60284" y="103385"/>
                  </a:lnTo>
                  <a:lnTo>
                    <a:pt x="61988" y="113452"/>
                  </a:lnTo>
                  <a:lnTo>
                    <a:pt x="56103" y="125221"/>
                  </a:lnTo>
                  <a:lnTo>
                    <a:pt x="49074" y="124039"/>
                  </a:lnTo>
                  <a:lnTo>
                    <a:pt x="38372" y="138287"/>
                  </a:lnTo>
                  <a:lnTo>
                    <a:pt x="46977" y="161433"/>
                  </a:lnTo>
                  <a:lnTo>
                    <a:pt x="39020" y="169668"/>
                  </a:lnTo>
                  <a:lnTo>
                    <a:pt x="40711" y="177892"/>
                  </a:lnTo>
                  <a:lnTo>
                    <a:pt x="36923" y="186001"/>
                  </a:lnTo>
                  <a:lnTo>
                    <a:pt x="38372" y="213977"/>
                  </a:lnTo>
                  <a:lnTo>
                    <a:pt x="44892" y="221692"/>
                  </a:lnTo>
                  <a:lnTo>
                    <a:pt x="46062" y="244697"/>
                  </a:lnTo>
                  <a:lnTo>
                    <a:pt x="51413" y="253569"/>
                  </a:lnTo>
                  <a:lnTo>
                    <a:pt x="52595" y="283628"/>
                  </a:lnTo>
                  <a:lnTo>
                    <a:pt x="54285" y="312137"/>
                  </a:lnTo>
                  <a:lnTo>
                    <a:pt x="49074" y="314489"/>
                  </a:lnTo>
                  <a:lnTo>
                    <a:pt x="42007" y="306774"/>
                  </a:lnTo>
                  <a:lnTo>
                    <a:pt x="34318" y="309646"/>
                  </a:lnTo>
                  <a:close/>
                </a:path>
              </a:pathLst>
            </a:custGeom>
            <a:solidFill>
              <a:srgbClr val="BAE0DF"/>
            </a:solidFill>
            <a:ln w="12700" cap="flat">
              <a:noFill/>
              <a:prstDash val="solid"/>
              <a:miter/>
            </a:ln>
          </p:spPr>
          <p:txBody>
            <a:bodyPr rtlCol="0" anchor="ctr"/>
            <a:lstStyle/>
            <a:p>
              <a:endParaRPr lang="de-CH"/>
            </a:p>
          </p:txBody>
        </p:sp>
        <p:sp>
          <p:nvSpPr>
            <p:cNvPr id="151" name="Freihandform: Form 150">
              <a:extLst>
                <a:ext uri="{FF2B5EF4-FFF2-40B4-BE49-F238E27FC236}">
                  <a16:creationId xmlns:a16="http://schemas.microsoft.com/office/drawing/2014/main" id="{710833A7-BF9E-3371-7455-E65E901AB0D4}"/>
                </a:ext>
              </a:extLst>
            </p:cNvPr>
            <p:cNvSpPr/>
            <p:nvPr/>
          </p:nvSpPr>
          <p:spPr>
            <a:xfrm>
              <a:off x="3700834" y="3036967"/>
              <a:ext cx="203439" cy="156322"/>
            </a:xfrm>
            <a:custGeom>
              <a:avLst/>
              <a:gdLst>
                <a:gd name="connsiteX0" fmla="*/ 125272 w 203439"/>
                <a:gd name="connsiteY0" fmla="*/ 19345 h 156322"/>
                <a:gd name="connsiteX1" fmla="*/ 163250 w 203439"/>
                <a:gd name="connsiteY1" fmla="*/ 0 h 156322"/>
                <a:gd name="connsiteX2" fmla="*/ 182302 w 203439"/>
                <a:gd name="connsiteY2" fmla="*/ 3673 h 156322"/>
                <a:gd name="connsiteX3" fmla="*/ 203439 w 203439"/>
                <a:gd name="connsiteY3" fmla="*/ 32945 h 156322"/>
                <a:gd name="connsiteX4" fmla="*/ 202906 w 203439"/>
                <a:gd name="connsiteY4" fmla="*/ 44842 h 156322"/>
                <a:gd name="connsiteX5" fmla="*/ 178769 w 203439"/>
                <a:gd name="connsiteY5" fmla="*/ 68101 h 156322"/>
                <a:gd name="connsiteX6" fmla="*/ 157772 w 203439"/>
                <a:gd name="connsiteY6" fmla="*/ 89798 h 156322"/>
                <a:gd name="connsiteX7" fmla="*/ 138452 w 203439"/>
                <a:gd name="connsiteY7" fmla="*/ 107312 h 156322"/>
                <a:gd name="connsiteX8" fmla="*/ 124751 w 203439"/>
                <a:gd name="connsiteY8" fmla="*/ 109918 h 156322"/>
                <a:gd name="connsiteX9" fmla="*/ 116781 w 203439"/>
                <a:gd name="connsiteY9" fmla="*/ 104694 h 156322"/>
                <a:gd name="connsiteX10" fmla="*/ 113655 w 203439"/>
                <a:gd name="connsiteY10" fmla="*/ 108100 h 156322"/>
                <a:gd name="connsiteX11" fmla="*/ 116133 w 203439"/>
                <a:gd name="connsiteY11" fmla="*/ 118942 h 156322"/>
                <a:gd name="connsiteX12" fmla="*/ 105177 w 203439"/>
                <a:gd name="connsiteY12" fmla="*/ 133063 h 156322"/>
                <a:gd name="connsiteX13" fmla="*/ 65127 w 203439"/>
                <a:gd name="connsiteY13" fmla="*/ 155789 h 156322"/>
                <a:gd name="connsiteX14" fmla="*/ 44499 w 203439"/>
                <a:gd name="connsiteY14" fmla="*/ 156323 h 156322"/>
                <a:gd name="connsiteX15" fmla="*/ 30263 w 203439"/>
                <a:gd name="connsiteY15" fmla="*/ 153183 h 156322"/>
                <a:gd name="connsiteX16" fmla="*/ 15138 w 203439"/>
                <a:gd name="connsiteY16" fmla="*/ 141821 h 156322"/>
                <a:gd name="connsiteX17" fmla="*/ 2339 w 203439"/>
                <a:gd name="connsiteY17" fmla="*/ 123658 h 156322"/>
                <a:gd name="connsiteX18" fmla="*/ 0 w 203439"/>
                <a:gd name="connsiteY18" fmla="*/ 108100 h 156322"/>
                <a:gd name="connsiteX19" fmla="*/ 14223 w 203439"/>
                <a:gd name="connsiteY19" fmla="*/ 95021 h 156322"/>
                <a:gd name="connsiteX20" fmla="*/ 32869 w 203439"/>
                <a:gd name="connsiteY20" fmla="*/ 74240 h 156322"/>
                <a:gd name="connsiteX21" fmla="*/ 53243 w 203439"/>
                <a:gd name="connsiteY21" fmla="*/ 64047 h 156322"/>
                <a:gd name="connsiteX22" fmla="*/ 62890 w 203439"/>
                <a:gd name="connsiteY22" fmla="*/ 48502 h 156322"/>
                <a:gd name="connsiteX23" fmla="*/ 125272 w 203439"/>
                <a:gd name="connsiteY23" fmla="*/ 19345 h 156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3439" h="156322">
                  <a:moveTo>
                    <a:pt x="125272" y="19345"/>
                  </a:moveTo>
                  <a:lnTo>
                    <a:pt x="163250" y="0"/>
                  </a:lnTo>
                  <a:lnTo>
                    <a:pt x="182302" y="3673"/>
                  </a:lnTo>
                  <a:lnTo>
                    <a:pt x="203439" y="32945"/>
                  </a:lnTo>
                  <a:lnTo>
                    <a:pt x="202906" y="44842"/>
                  </a:lnTo>
                  <a:lnTo>
                    <a:pt x="178769" y="68101"/>
                  </a:lnTo>
                  <a:lnTo>
                    <a:pt x="157772" y="89798"/>
                  </a:lnTo>
                  <a:lnTo>
                    <a:pt x="138452" y="107312"/>
                  </a:lnTo>
                  <a:lnTo>
                    <a:pt x="124751" y="109918"/>
                  </a:lnTo>
                  <a:lnTo>
                    <a:pt x="116781" y="104694"/>
                  </a:lnTo>
                  <a:lnTo>
                    <a:pt x="113655" y="108100"/>
                  </a:lnTo>
                  <a:lnTo>
                    <a:pt x="116133" y="118942"/>
                  </a:lnTo>
                  <a:lnTo>
                    <a:pt x="105177" y="133063"/>
                  </a:lnTo>
                  <a:lnTo>
                    <a:pt x="65127" y="155789"/>
                  </a:lnTo>
                  <a:lnTo>
                    <a:pt x="44499" y="156323"/>
                  </a:lnTo>
                  <a:lnTo>
                    <a:pt x="30263" y="153183"/>
                  </a:lnTo>
                  <a:lnTo>
                    <a:pt x="15138" y="141821"/>
                  </a:lnTo>
                  <a:lnTo>
                    <a:pt x="2339" y="123658"/>
                  </a:lnTo>
                  <a:lnTo>
                    <a:pt x="0" y="108100"/>
                  </a:lnTo>
                  <a:lnTo>
                    <a:pt x="14223" y="95021"/>
                  </a:lnTo>
                  <a:lnTo>
                    <a:pt x="32869" y="74240"/>
                  </a:lnTo>
                  <a:lnTo>
                    <a:pt x="53243" y="64047"/>
                  </a:lnTo>
                  <a:lnTo>
                    <a:pt x="62890" y="48502"/>
                  </a:lnTo>
                  <a:lnTo>
                    <a:pt x="125272" y="19345"/>
                  </a:lnTo>
                  <a:close/>
                </a:path>
              </a:pathLst>
            </a:custGeom>
            <a:solidFill>
              <a:srgbClr val="BAE0DF"/>
            </a:solidFill>
            <a:ln w="12700" cap="flat">
              <a:noFill/>
              <a:prstDash val="solid"/>
              <a:miter/>
            </a:ln>
          </p:spPr>
          <p:txBody>
            <a:bodyPr rtlCol="0" anchor="ctr"/>
            <a:lstStyle/>
            <a:p>
              <a:endParaRPr lang="de-CH"/>
            </a:p>
          </p:txBody>
        </p:sp>
        <p:sp>
          <p:nvSpPr>
            <p:cNvPr id="152" name="Freihandform: Form 151">
              <a:extLst>
                <a:ext uri="{FF2B5EF4-FFF2-40B4-BE49-F238E27FC236}">
                  <a16:creationId xmlns:a16="http://schemas.microsoft.com/office/drawing/2014/main" id="{796C9778-E60E-6AA1-7E76-533219939F8A}"/>
                </a:ext>
              </a:extLst>
            </p:cNvPr>
            <p:cNvSpPr/>
            <p:nvPr/>
          </p:nvSpPr>
          <p:spPr>
            <a:xfrm>
              <a:off x="7387594" y="440667"/>
              <a:ext cx="1808089" cy="987214"/>
            </a:xfrm>
            <a:custGeom>
              <a:avLst/>
              <a:gdLst>
                <a:gd name="connsiteX0" fmla="*/ 358758 w 1808089"/>
                <a:gd name="connsiteY0" fmla="*/ 0 h 987214"/>
                <a:gd name="connsiteX1" fmla="*/ 350014 w 1808089"/>
                <a:gd name="connsiteY1" fmla="*/ 1436 h 987214"/>
                <a:gd name="connsiteX2" fmla="*/ 351564 w 1808089"/>
                <a:gd name="connsiteY2" fmla="*/ 13727 h 987214"/>
                <a:gd name="connsiteX3" fmla="*/ 342693 w 1808089"/>
                <a:gd name="connsiteY3" fmla="*/ 18443 h 987214"/>
                <a:gd name="connsiteX4" fmla="*/ 334596 w 1808089"/>
                <a:gd name="connsiteY4" fmla="*/ 38156 h 987214"/>
                <a:gd name="connsiteX5" fmla="*/ 368278 w 1808089"/>
                <a:gd name="connsiteY5" fmla="*/ 62229 h 987214"/>
                <a:gd name="connsiteX6" fmla="*/ 408989 w 1808089"/>
                <a:gd name="connsiteY6" fmla="*/ 112663 h 987214"/>
                <a:gd name="connsiteX7" fmla="*/ 458851 w 1808089"/>
                <a:gd name="connsiteY7" fmla="*/ 148875 h 987214"/>
                <a:gd name="connsiteX8" fmla="*/ 501125 w 1808089"/>
                <a:gd name="connsiteY8" fmla="*/ 165868 h 987214"/>
                <a:gd name="connsiteX9" fmla="*/ 549030 w 1808089"/>
                <a:gd name="connsiteY9" fmla="*/ 206261 h 987214"/>
                <a:gd name="connsiteX10" fmla="*/ 562986 w 1808089"/>
                <a:gd name="connsiteY10" fmla="*/ 206388 h 987214"/>
                <a:gd name="connsiteX11" fmla="*/ 571197 w 1808089"/>
                <a:gd name="connsiteY11" fmla="*/ 201686 h 987214"/>
                <a:gd name="connsiteX12" fmla="*/ 576548 w 1808089"/>
                <a:gd name="connsiteY12" fmla="*/ 202868 h 987214"/>
                <a:gd name="connsiteX13" fmla="*/ 579560 w 1808089"/>
                <a:gd name="connsiteY13" fmla="*/ 210570 h 987214"/>
                <a:gd name="connsiteX14" fmla="*/ 592334 w 1808089"/>
                <a:gd name="connsiteY14" fmla="*/ 222975 h 987214"/>
                <a:gd name="connsiteX15" fmla="*/ 609048 w 1808089"/>
                <a:gd name="connsiteY15" fmla="*/ 236054 h 987214"/>
                <a:gd name="connsiteX16" fmla="*/ 626283 w 1808089"/>
                <a:gd name="connsiteY16" fmla="*/ 242460 h 987214"/>
                <a:gd name="connsiteX17" fmla="*/ 635663 w 1808089"/>
                <a:gd name="connsiteY17" fmla="*/ 268592 h 987214"/>
                <a:gd name="connsiteX18" fmla="*/ 638014 w 1808089"/>
                <a:gd name="connsiteY18" fmla="*/ 289119 h 987214"/>
                <a:gd name="connsiteX19" fmla="*/ 642717 w 1808089"/>
                <a:gd name="connsiteY19" fmla="*/ 309900 h 987214"/>
                <a:gd name="connsiteX20" fmla="*/ 640505 w 1808089"/>
                <a:gd name="connsiteY20" fmla="*/ 331215 h 987214"/>
                <a:gd name="connsiteX21" fmla="*/ 648970 w 1808089"/>
                <a:gd name="connsiteY21" fmla="*/ 338257 h 987214"/>
                <a:gd name="connsiteX22" fmla="*/ 665036 w 1808089"/>
                <a:gd name="connsiteY22" fmla="*/ 317730 h 987214"/>
                <a:gd name="connsiteX23" fmla="*/ 683567 w 1808089"/>
                <a:gd name="connsiteY23" fmla="*/ 321797 h 987214"/>
                <a:gd name="connsiteX24" fmla="*/ 684076 w 1808089"/>
                <a:gd name="connsiteY24" fmla="*/ 335905 h 987214"/>
                <a:gd name="connsiteX25" fmla="*/ 666980 w 1808089"/>
                <a:gd name="connsiteY25" fmla="*/ 338257 h 987214"/>
                <a:gd name="connsiteX26" fmla="*/ 657473 w 1808089"/>
                <a:gd name="connsiteY26" fmla="*/ 346633 h 987214"/>
                <a:gd name="connsiteX27" fmla="*/ 687101 w 1808089"/>
                <a:gd name="connsiteY27" fmla="*/ 370286 h 987214"/>
                <a:gd name="connsiteX28" fmla="*/ 705632 w 1808089"/>
                <a:gd name="connsiteY28" fmla="*/ 394855 h 987214"/>
                <a:gd name="connsiteX29" fmla="*/ 703408 w 1808089"/>
                <a:gd name="connsiteY29" fmla="*/ 414861 h 987214"/>
                <a:gd name="connsiteX30" fmla="*/ 719715 w 1808089"/>
                <a:gd name="connsiteY30" fmla="*/ 443612 h 987214"/>
                <a:gd name="connsiteX31" fmla="*/ 697778 w 1808089"/>
                <a:gd name="connsiteY31" fmla="*/ 454720 h 987214"/>
                <a:gd name="connsiteX32" fmla="*/ 606035 w 1808089"/>
                <a:gd name="connsiteY32" fmla="*/ 430800 h 987214"/>
                <a:gd name="connsiteX33" fmla="*/ 560889 w 1808089"/>
                <a:gd name="connsiteY33" fmla="*/ 440726 h 987214"/>
                <a:gd name="connsiteX34" fmla="*/ 531121 w 1808089"/>
                <a:gd name="connsiteY34" fmla="*/ 434740 h 987214"/>
                <a:gd name="connsiteX35" fmla="*/ 519123 w 1808089"/>
                <a:gd name="connsiteY35" fmla="*/ 412904 h 987214"/>
                <a:gd name="connsiteX36" fmla="*/ 506476 w 1808089"/>
                <a:gd name="connsiteY36" fmla="*/ 390419 h 987214"/>
                <a:gd name="connsiteX37" fmla="*/ 467316 w 1808089"/>
                <a:gd name="connsiteY37" fmla="*/ 392758 h 987214"/>
                <a:gd name="connsiteX38" fmla="*/ 444082 w 1808089"/>
                <a:gd name="connsiteY38" fmla="*/ 399291 h 987214"/>
                <a:gd name="connsiteX39" fmla="*/ 366956 w 1808089"/>
                <a:gd name="connsiteY39" fmla="*/ 370286 h 987214"/>
                <a:gd name="connsiteX40" fmla="*/ 368151 w 1808089"/>
                <a:gd name="connsiteY40" fmla="*/ 360754 h 987214"/>
                <a:gd name="connsiteX41" fmla="*/ 362266 w 1808089"/>
                <a:gd name="connsiteY41" fmla="*/ 351335 h 987214"/>
                <a:gd name="connsiteX42" fmla="*/ 368151 w 1808089"/>
                <a:gd name="connsiteY42" fmla="*/ 342438 h 987214"/>
                <a:gd name="connsiteX43" fmla="*/ 363702 w 1808089"/>
                <a:gd name="connsiteY43" fmla="*/ 326640 h 987214"/>
                <a:gd name="connsiteX44" fmla="*/ 375853 w 1808089"/>
                <a:gd name="connsiteY44" fmla="*/ 325851 h 987214"/>
                <a:gd name="connsiteX45" fmla="*/ 382374 w 1808089"/>
                <a:gd name="connsiteY45" fmla="*/ 338918 h 987214"/>
                <a:gd name="connsiteX46" fmla="*/ 400499 w 1808089"/>
                <a:gd name="connsiteY46" fmla="*/ 339566 h 987214"/>
                <a:gd name="connsiteX47" fmla="*/ 427127 w 1808089"/>
                <a:gd name="connsiteY47" fmla="*/ 356686 h 987214"/>
                <a:gd name="connsiteX48" fmla="*/ 449840 w 1808089"/>
                <a:gd name="connsiteY48" fmla="*/ 379692 h 987214"/>
                <a:gd name="connsiteX49" fmla="*/ 480890 w 1808089"/>
                <a:gd name="connsiteY49" fmla="*/ 382056 h 987214"/>
                <a:gd name="connsiteX50" fmla="*/ 499180 w 1808089"/>
                <a:gd name="connsiteY50" fmla="*/ 377341 h 987214"/>
                <a:gd name="connsiteX51" fmla="*/ 496816 w 1808089"/>
                <a:gd name="connsiteY51" fmla="*/ 364389 h 987214"/>
                <a:gd name="connsiteX52" fmla="*/ 482200 w 1808089"/>
                <a:gd name="connsiteY52" fmla="*/ 341155 h 987214"/>
                <a:gd name="connsiteX53" fmla="*/ 414213 w 1808089"/>
                <a:gd name="connsiteY53" fmla="*/ 308083 h 987214"/>
                <a:gd name="connsiteX54" fmla="*/ 322471 w 1808089"/>
                <a:gd name="connsiteY54" fmla="*/ 264410 h 987214"/>
                <a:gd name="connsiteX55" fmla="*/ 281887 w 1808089"/>
                <a:gd name="connsiteY55" fmla="*/ 240757 h 987214"/>
                <a:gd name="connsiteX56" fmla="*/ 266736 w 1808089"/>
                <a:gd name="connsiteY56" fmla="*/ 224424 h 987214"/>
                <a:gd name="connsiteX57" fmla="*/ 251230 w 1808089"/>
                <a:gd name="connsiteY57" fmla="*/ 223636 h 987214"/>
                <a:gd name="connsiteX58" fmla="*/ 243133 w 1808089"/>
                <a:gd name="connsiteY58" fmla="*/ 232775 h 987214"/>
                <a:gd name="connsiteX59" fmla="*/ 255399 w 1808089"/>
                <a:gd name="connsiteY59" fmla="*/ 247824 h 987214"/>
                <a:gd name="connsiteX60" fmla="*/ 276663 w 1808089"/>
                <a:gd name="connsiteY60" fmla="*/ 253175 h 987214"/>
                <a:gd name="connsiteX61" fmla="*/ 291915 w 1808089"/>
                <a:gd name="connsiteY61" fmla="*/ 269774 h 987214"/>
                <a:gd name="connsiteX62" fmla="*/ 312163 w 1808089"/>
                <a:gd name="connsiteY62" fmla="*/ 281798 h 987214"/>
                <a:gd name="connsiteX63" fmla="*/ 306557 w 1808089"/>
                <a:gd name="connsiteY63" fmla="*/ 293440 h 987214"/>
                <a:gd name="connsiteX64" fmla="*/ 224729 w 1808089"/>
                <a:gd name="connsiteY64" fmla="*/ 248078 h 987214"/>
                <a:gd name="connsiteX65" fmla="*/ 195356 w 1808089"/>
                <a:gd name="connsiteY65" fmla="*/ 242574 h 987214"/>
                <a:gd name="connsiteX66" fmla="*/ 170965 w 1808089"/>
                <a:gd name="connsiteY66" fmla="*/ 249781 h 987214"/>
                <a:gd name="connsiteX67" fmla="*/ 157912 w 1808089"/>
                <a:gd name="connsiteY67" fmla="*/ 262059 h 987214"/>
                <a:gd name="connsiteX68" fmla="*/ 157378 w 1808089"/>
                <a:gd name="connsiteY68" fmla="*/ 276841 h 987214"/>
                <a:gd name="connsiteX69" fmla="*/ 169135 w 1808089"/>
                <a:gd name="connsiteY69" fmla="*/ 287416 h 987214"/>
                <a:gd name="connsiteX70" fmla="*/ 193919 w 1808089"/>
                <a:gd name="connsiteY70" fmla="*/ 296313 h 987214"/>
                <a:gd name="connsiteX71" fmla="*/ 223560 w 1808089"/>
                <a:gd name="connsiteY71" fmla="*/ 318924 h 987214"/>
                <a:gd name="connsiteX72" fmla="*/ 267651 w 1808089"/>
                <a:gd name="connsiteY72" fmla="*/ 332779 h 987214"/>
                <a:gd name="connsiteX73" fmla="*/ 290759 w 1808089"/>
                <a:gd name="connsiteY73" fmla="*/ 358390 h 987214"/>
                <a:gd name="connsiteX74" fmla="*/ 292589 w 1808089"/>
                <a:gd name="connsiteY74" fmla="*/ 367935 h 987214"/>
                <a:gd name="connsiteX75" fmla="*/ 284899 w 1808089"/>
                <a:gd name="connsiteY75" fmla="*/ 380861 h 987214"/>
                <a:gd name="connsiteX76" fmla="*/ 269482 w 1808089"/>
                <a:gd name="connsiteY76" fmla="*/ 399164 h 987214"/>
                <a:gd name="connsiteX77" fmla="*/ 245866 w 1808089"/>
                <a:gd name="connsiteY77" fmla="*/ 415776 h 987214"/>
                <a:gd name="connsiteX78" fmla="*/ 228250 w 1808089"/>
                <a:gd name="connsiteY78" fmla="*/ 424000 h 987214"/>
                <a:gd name="connsiteX79" fmla="*/ 224602 w 1808089"/>
                <a:gd name="connsiteY79" fmla="*/ 435896 h 987214"/>
                <a:gd name="connsiteX80" fmla="*/ 213493 w 1808089"/>
                <a:gd name="connsiteY80" fmla="*/ 442442 h 987214"/>
                <a:gd name="connsiteX81" fmla="*/ 198088 w 1808089"/>
                <a:gd name="connsiteY81" fmla="*/ 441260 h 987214"/>
                <a:gd name="connsiteX82" fmla="*/ 152675 w 1808089"/>
                <a:gd name="connsiteY82" fmla="*/ 477332 h 987214"/>
                <a:gd name="connsiteX83" fmla="*/ 128945 w 1808089"/>
                <a:gd name="connsiteY83" fmla="*/ 474446 h 987214"/>
                <a:gd name="connsiteX84" fmla="*/ 105444 w 1808089"/>
                <a:gd name="connsiteY84" fmla="*/ 492101 h 987214"/>
                <a:gd name="connsiteX85" fmla="*/ 87052 w 1808089"/>
                <a:gd name="connsiteY85" fmla="*/ 492101 h 987214"/>
                <a:gd name="connsiteX86" fmla="*/ 69563 w 1808089"/>
                <a:gd name="connsiteY86" fmla="*/ 499816 h 987214"/>
                <a:gd name="connsiteX87" fmla="*/ 31458 w 1808089"/>
                <a:gd name="connsiteY87" fmla="*/ 487665 h 987214"/>
                <a:gd name="connsiteX88" fmla="*/ 10715 w 1808089"/>
                <a:gd name="connsiteY88" fmla="*/ 481907 h 987214"/>
                <a:gd name="connsiteX89" fmla="*/ 2479 w 1808089"/>
                <a:gd name="connsiteY89" fmla="*/ 481653 h 987214"/>
                <a:gd name="connsiteX90" fmla="*/ 1436 w 1808089"/>
                <a:gd name="connsiteY90" fmla="*/ 483204 h 987214"/>
                <a:gd name="connsiteX91" fmla="*/ 0 w 1808089"/>
                <a:gd name="connsiteY91" fmla="*/ 485568 h 987214"/>
                <a:gd name="connsiteX92" fmla="*/ 6266 w 1808089"/>
                <a:gd name="connsiteY92" fmla="*/ 491961 h 987214"/>
                <a:gd name="connsiteX93" fmla="*/ 47650 w 1808089"/>
                <a:gd name="connsiteY93" fmla="*/ 505955 h 987214"/>
                <a:gd name="connsiteX94" fmla="*/ 71660 w 1808089"/>
                <a:gd name="connsiteY94" fmla="*/ 522821 h 987214"/>
                <a:gd name="connsiteX95" fmla="*/ 94742 w 1808089"/>
                <a:gd name="connsiteY95" fmla="*/ 520991 h 987214"/>
                <a:gd name="connsiteX96" fmla="*/ 115116 w 1808089"/>
                <a:gd name="connsiteY96" fmla="*/ 509895 h 987214"/>
                <a:gd name="connsiteX97" fmla="*/ 131805 w 1808089"/>
                <a:gd name="connsiteY97" fmla="*/ 511840 h 987214"/>
                <a:gd name="connsiteX98" fmla="*/ 144858 w 1808089"/>
                <a:gd name="connsiteY98" fmla="*/ 498113 h 987214"/>
                <a:gd name="connsiteX99" fmla="*/ 179443 w 1808089"/>
                <a:gd name="connsiteY99" fmla="*/ 488567 h 987214"/>
                <a:gd name="connsiteX100" fmla="*/ 203592 w 1808089"/>
                <a:gd name="connsiteY100" fmla="*/ 482822 h 987214"/>
                <a:gd name="connsiteX101" fmla="*/ 223560 w 1808089"/>
                <a:gd name="connsiteY101" fmla="*/ 470278 h 987214"/>
                <a:gd name="connsiteX102" fmla="*/ 226941 w 1808089"/>
                <a:gd name="connsiteY102" fmla="*/ 457466 h 987214"/>
                <a:gd name="connsiteX103" fmla="*/ 248090 w 1808089"/>
                <a:gd name="connsiteY103" fmla="*/ 442696 h 987214"/>
                <a:gd name="connsiteX104" fmla="*/ 291292 w 1808089"/>
                <a:gd name="connsiteY104" fmla="*/ 435108 h 987214"/>
                <a:gd name="connsiteX105" fmla="*/ 312163 w 1808089"/>
                <a:gd name="connsiteY105" fmla="*/ 425436 h 987214"/>
                <a:gd name="connsiteX106" fmla="*/ 323500 w 1808089"/>
                <a:gd name="connsiteY106" fmla="*/ 423491 h 987214"/>
                <a:gd name="connsiteX107" fmla="*/ 369460 w 1808089"/>
                <a:gd name="connsiteY107" fmla="*/ 430927 h 987214"/>
                <a:gd name="connsiteX108" fmla="*/ 380798 w 1808089"/>
                <a:gd name="connsiteY108" fmla="*/ 425182 h 987214"/>
                <a:gd name="connsiteX109" fmla="*/ 413170 w 1808089"/>
                <a:gd name="connsiteY109" fmla="*/ 426745 h 987214"/>
                <a:gd name="connsiteX110" fmla="*/ 423084 w 1808089"/>
                <a:gd name="connsiteY110" fmla="*/ 426237 h 987214"/>
                <a:gd name="connsiteX111" fmla="*/ 429618 w 1808089"/>
                <a:gd name="connsiteY111" fmla="*/ 435896 h 987214"/>
                <a:gd name="connsiteX112" fmla="*/ 440828 w 1808089"/>
                <a:gd name="connsiteY112" fmla="*/ 436418 h 987214"/>
                <a:gd name="connsiteX113" fmla="*/ 446560 w 1808089"/>
                <a:gd name="connsiteY113" fmla="*/ 425182 h 987214"/>
                <a:gd name="connsiteX114" fmla="*/ 462359 w 1808089"/>
                <a:gd name="connsiteY114" fmla="*/ 429363 h 987214"/>
                <a:gd name="connsiteX115" fmla="*/ 466274 w 1808089"/>
                <a:gd name="connsiteY115" fmla="*/ 443217 h 987214"/>
                <a:gd name="connsiteX116" fmla="*/ 475158 w 1808089"/>
                <a:gd name="connsiteY116" fmla="*/ 449751 h 987214"/>
                <a:gd name="connsiteX117" fmla="*/ 515996 w 1808089"/>
                <a:gd name="connsiteY117" fmla="*/ 450411 h 987214"/>
                <a:gd name="connsiteX118" fmla="*/ 535061 w 1808089"/>
                <a:gd name="connsiteY118" fmla="*/ 447272 h 987214"/>
                <a:gd name="connsiteX119" fmla="*/ 559859 w 1808089"/>
                <a:gd name="connsiteY119" fmla="*/ 456563 h 987214"/>
                <a:gd name="connsiteX120" fmla="*/ 579293 w 1808089"/>
                <a:gd name="connsiteY120" fmla="*/ 447666 h 987214"/>
                <a:gd name="connsiteX121" fmla="*/ 597685 w 1808089"/>
                <a:gd name="connsiteY121" fmla="*/ 447666 h 987214"/>
                <a:gd name="connsiteX122" fmla="*/ 609937 w 1808089"/>
                <a:gd name="connsiteY122" fmla="*/ 463922 h 987214"/>
                <a:gd name="connsiteX123" fmla="*/ 630833 w 1808089"/>
                <a:gd name="connsiteY123" fmla="*/ 476162 h 987214"/>
                <a:gd name="connsiteX124" fmla="*/ 647674 w 1808089"/>
                <a:gd name="connsiteY124" fmla="*/ 476023 h 987214"/>
                <a:gd name="connsiteX125" fmla="*/ 667247 w 1808089"/>
                <a:gd name="connsiteY125" fmla="*/ 499282 h 987214"/>
                <a:gd name="connsiteX126" fmla="*/ 696875 w 1808089"/>
                <a:gd name="connsiteY126" fmla="*/ 509616 h 987214"/>
                <a:gd name="connsiteX127" fmla="*/ 725574 w 1808089"/>
                <a:gd name="connsiteY127" fmla="*/ 524131 h 987214"/>
                <a:gd name="connsiteX128" fmla="*/ 780788 w 1808089"/>
                <a:gd name="connsiteY128" fmla="*/ 546742 h 987214"/>
                <a:gd name="connsiteX129" fmla="*/ 816275 w 1808089"/>
                <a:gd name="connsiteY129" fmla="*/ 568566 h 987214"/>
                <a:gd name="connsiteX130" fmla="*/ 849817 w 1808089"/>
                <a:gd name="connsiteY130" fmla="*/ 585953 h 987214"/>
                <a:gd name="connsiteX131" fmla="*/ 888837 w 1808089"/>
                <a:gd name="connsiteY131" fmla="*/ 605552 h 987214"/>
                <a:gd name="connsiteX132" fmla="*/ 917155 w 1808089"/>
                <a:gd name="connsiteY132" fmla="*/ 633654 h 987214"/>
                <a:gd name="connsiteX133" fmla="*/ 953837 w 1808089"/>
                <a:gd name="connsiteY133" fmla="*/ 662151 h 987214"/>
                <a:gd name="connsiteX134" fmla="*/ 1006152 w 1808089"/>
                <a:gd name="connsiteY134" fmla="*/ 692083 h 987214"/>
                <a:gd name="connsiteX135" fmla="*/ 1057438 w 1808089"/>
                <a:gd name="connsiteY135" fmla="*/ 719258 h 987214"/>
                <a:gd name="connsiteX136" fmla="*/ 1060832 w 1808089"/>
                <a:gd name="connsiteY136" fmla="*/ 728155 h 987214"/>
                <a:gd name="connsiteX137" fmla="*/ 1054972 w 1808089"/>
                <a:gd name="connsiteY137" fmla="*/ 763972 h 987214"/>
                <a:gd name="connsiteX138" fmla="*/ 1060451 w 1808089"/>
                <a:gd name="connsiteY138" fmla="*/ 778208 h 987214"/>
                <a:gd name="connsiteX139" fmla="*/ 1068395 w 1808089"/>
                <a:gd name="connsiteY139" fmla="*/ 799256 h 987214"/>
                <a:gd name="connsiteX140" fmla="*/ 1107173 w 1808089"/>
                <a:gd name="connsiteY140" fmla="*/ 825667 h 987214"/>
                <a:gd name="connsiteX141" fmla="*/ 1130268 w 1808089"/>
                <a:gd name="connsiteY141" fmla="*/ 847999 h 987214"/>
                <a:gd name="connsiteX142" fmla="*/ 1147490 w 1808089"/>
                <a:gd name="connsiteY142" fmla="*/ 864612 h 987214"/>
                <a:gd name="connsiteX143" fmla="*/ 1172288 w 1808089"/>
                <a:gd name="connsiteY143" fmla="*/ 872314 h 987214"/>
                <a:gd name="connsiteX144" fmla="*/ 1177105 w 1808089"/>
                <a:gd name="connsiteY144" fmla="*/ 884745 h 987214"/>
                <a:gd name="connsiteX145" fmla="*/ 1169949 w 1808089"/>
                <a:gd name="connsiteY145" fmla="*/ 893235 h 987214"/>
                <a:gd name="connsiteX146" fmla="*/ 1169949 w 1808089"/>
                <a:gd name="connsiteY146" fmla="*/ 909440 h 987214"/>
                <a:gd name="connsiteX147" fmla="*/ 1197860 w 1808089"/>
                <a:gd name="connsiteY147" fmla="*/ 924210 h 987214"/>
                <a:gd name="connsiteX148" fmla="*/ 1232063 w 1808089"/>
                <a:gd name="connsiteY148" fmla="*/ 938318 h 987214"/>
                <a:gd name="connsiteX149" fmla="*/ 1253061 w 1808089"/>
                <a:gd name="connsiteY149" fmla="*/ 958591 h 987214"/>
                <a:gd name="connsiteX150" fmla="*/ 1264805 w 1808089"/>
                <a:gd name="connsiteY150" fmla="*/ 981062 h 987214"/>
                <a:gd name="connsiteX151" fmla="*/ 1295729 w 1808089"/>
                <a:gd name="connsiteY151" fmla="*/ 987214 h 987214"/>
                <a:gd name="connsiteX152" fmla="*/ 1324187 w 1808089"/>
                <a:gd name="connsiteY152" fmla="*/ 986032 h 987214"/>
                <a:gd name="connsiteX153" fmla="*/ 1361771 w 1808089"/>
                <a:gd name="connsiteY153" fmla="*/ 979359 h 987214"/>
                <a:gd name="connsiteX154" fmla="*/ 1386835 w 1808089"/>
                <a:gd name="connsiteY154" fmla="*/ 968263 h 987214"/>
                <a:gd name="connsiteX155" fmla="*/ 1409663 w 1808089"/>
                <a:gd name="connsiteY155" fmla="*/ 928391 h 987214"/>
                <a:gd name="connsiteX156" fmla="*/ 1422971 w 1808089"/>
                <a:gd name="connsiteY156" fmla="*/ 920803 h 987214"/>
                <a:gd name="connsiteX157" fmla="*/ 1436025 w 1808089"/>
                <a:gd name="connsiteY157" fmla="*/ 920282 h 987214"/>
                <a:gd name="connsiteX158" fmla="*/ 1444629 w 1808089"/>
                <a:gd name="connsiteY158" fmla="*/ 935318 h 987214"/>
                <a:gd name="connsiteX159" fmla="*/ 1477523 w 1808089"/>
                <a:gd name="connsiteY159" fmla="*/ 957015 h 987214"/>
                <a:gd name="connsiteX160" fmla="*/ 1499461 w 1808089"/>
                <a:gd name="connsiteY160" fmla="*/ 958057 h 987214"/>
                <a:gd name="connsiteX161" fmla="*/ 1517840 w 1808089"/>
                <a:gd name="connsiteY161" fmla="*/ 953100 h 987214"/>
                <a:gd name="connsiteX162" fmla="*/ 1547988 w 1808089"/>
                <a:gd name="connsiteY162" fmla="*/ 935852 h 987214"/>
                <a:gd name="connsiteX163" fmla="*/ 1567702 w 1808089"/>
                <a:gd name="connsiteY163" fmla="*/ 916622 h 987214"/>
                <a:gd name="connsiteX164" fmla="*/ 1584530 w 1808089"/>
                <a:gd name="connsiteY164" fmla="*/ 896641 h 987214"/>
                <a:gd name="connsiteX165" fmla="*/ 1597457 w 1808089"/>
                <a:gd name="connsiteY165" fmla="*/ 901331 h 987214"/>
                <a:gd name="connsiteX166" fmla="*/ 1578544 w 1808089"/>
                <a:gd name="connsiteY166" fmla="*/ 920282 h 987214"/>
                <a:gd name="connsiteX167" fmla="*/ 1582700 w 1808089"/>
                <a:gd name="connsiteY167" fmla="*/ 935052 h 987214"/>
                <a:gd name="connsiteX168" fmla="*/ 1599147 w 1808089"/>
                <a:gd name="connsiteY168" fmla="*/ 952833 h 987214"/>
                <a:gd name="connsiteX169" fmla="*/ 1607764 w 1808089"/>
                <a:gd name="connsiteY169" fmla="*/ 952312 h 987214"/>
                <a:gd name="connsiteX170" fmla="*/ 1620945 w 1808089"/>
                <a:gd name="connsiteY170" fmla="*/ 931416 h 987214"/>
                <a:gd name="connsiteX171" fmla="*/ 1634774 w 1808089"/>
                <a:gd name="connsiteY171" fmla="*/ 928391 h 987214"/>
                <a:gd name="connsiteX172" fmla="*/ 1648997 w 1808089"/>
                <a:gd name="connsiteY172" fmla="*/ 936106 h 987214"/>
                <a:gd name="connsiteX173" fmla="*/ 1652009 w 1808089"/>
                <a:gd name="connsiteY173" fmla="*/ 949045 h 987214"/>
                <a:gd name="connsiteX174" fmla="*/ 1660105 w 1808089"/>
                <a:gd name="connsiteY174" fmla="*/ 948918 h 987214"/>
                <a:gd name="connsiteX175" fmla="*/ 1679679 w 1808089"/>
                <a:gd name="connsiteY175" fmla="*/ 934797 h 987214"/>
                <a:gd name="connsiteX176" fmla="*/ 1680963 w 1808089"/>
                <a:gd name="connsiteY176" fmla="*/ 905513 h 987214"/>
                <a:gd name="connsiteX177" fmla="*/ 1701325 w 1808089"/>
                <a:gd name="connsiteY177" fmla="*/ 895713 h 987214"/>
                <a:gd name="connsiteX178" fmla="*/ 1721318 w 1808089"/>
                <a:gd name="connsiteY178" fmla="*/ 889053 h 987214"/>
                <a:gd name="connsiteX179" fmla="*/ 1789279 w 1808089"/>
                <a:gd name="connsiteY179" fmla="*/ 898065 h 987214"/>
                <a:gd name="connsiteX180" fmla="*/ 1801175 w 1808089"/>
                <a:gd name="connsiteY180" fmla="*/ 892447 h 987214"/>
                <a:gd name="connsiteX181" fmla="*/ 1808090 w 1808089"/>
                <a:gd name="connsiteY181" fmla="*/ 879254 h 987214"/>
                <a:gd name="connsiteX182" fmla="*/ 1803781 w 1808089"/>
                <a:gd name="connsiteY182" fmla="*/ 851393 h 987214"/>
                <a:gd name="connsiteX183" fmla="*/ 1784602 w 1808089"/>
                <a:gd name="connsiteY183" fmla="*/ 826570 h 987214"/>
                <a:gd name="connsiteX184" fmla="*/ 1760325 w 1808089"/>
                <a:gd name="connsiteY184" fmla="*/ 812334 h 987214"/>
                <a:gd name="connsiteX185" fmla="*/ 1755749 w 1808089"/>
                <a:gd name="connsiteY185" fmla="*/ 798989 h 987214"/>
                <a:gd name="connsiteX186" fmla="*/ 1741132 w 1808089"/>
                <a:gd name="connsiteY186" fmla="*/ 777165 h 987214"/>
                <a:gd name="connsiteX187" fmla="*/ 1724038 w 1808089"/>
                <a:gd name="connsiteY187" fmla="*/ 762790 h 987214"/>
                <a:gd name="connsiteX188" fmla="*/ 1682933 w 1808089"/>
                <a:gd name="connsiteY188" fmla="*/ 767747 h 987214"/>
                <a:gd name="connsiteX189" fmla="*/ 1673159 w 1808089"/>
                <a:gd name="connsiteY189" fmla="*/ 789583 h 987214"/>
                <a:gd name="connsiteX190" fmla="*/ 1660105 w 1808089"/>
                <a:gd name="connsiteY190" fmla="*/ 788414 h 987214"/>
                <a:gd name="connsiteX191" fmla="*/ 1648742 w 1808089"/>
                <a:gd name="connsiteY191" fmla="*/ 778602 h 987214"/>
                <a:gd name="connsiteX192" fmla="*/ 1653051 w 1808089"/>
                <a:gd name="connsiteY192" fmla="*/ 771802 h 987214"/>
                <a:gd name="connsiteX193" fmla="*/ 1667807 w 1808089"/>
                <a:gd name="connsiteY193" fmla="*/ 764760 h 987214"/>
                <a:gd name="connsiteX194" fmla="*/ 1658784 w 1808089"/>
                <a:gd name="connsiteY194" fmla="*/ 747754 h 987214"/>
                <a:gd name="connsiteX195" fmla="*/ 1640659 w 1808089"/>
                <a:gd name="connsiteY195" fmla="*/ 745148 h 987214"/>
                <a:gd name="connsiteX196" fmla="*/ 1604117 w 1808089"/>
                <a:gd name="connsiteY196" fmla="*/ 749597 h 987214"/>
                <a:gd name="connsiteX197" fmla="*/ 1586348 w 1808089"/>
                <a:gd name="connsiteY197" fmla="*/ 738476 h 987214"/>
                <a:gd name="connsiteX198" fmla="*/ 1575531 w 1808089"/>
                <a:gd name="connsiteY198" fmla="*/ 720961 h 987214"/>
                <a:gd name="connsiteX199" fmla="*/ 1552691 w 1808089"/>
                <a:gd name="connsiteY199" fmla="*/ 708670 h 987214"/>
                <a:gd name="connsiteX200" fmla="*/ 1529597 w 1808089"/>
                <a:gd name="connsiteY200" fmla="*/ 714822 h 987214"/>
                <a:gd name="connsiteX201" fmla="*/ 1509260 w 1808089"/>
                <a:gd name="connsiteY201" fmla="*/ 703713 h 987214"/>
                <a:gd name="connsiteX202" fmla="*/ 1496449 w 1808089"/>
                <a:gd name="connsiteY202" fmla="*/ 665684 h 987214"/>
                <a:gd name="connsiteX203" fmla="*/ 1481959 w 1808089"/>
                <a:gd name="connsiteY203" fmla="*/ 659926 h 987214"/>
                <a:gd name="connsiteX204" fmla="*/ 1440981 w 1808089"/>
                <a:gd name="connsiteY204" fmla="*/ 670628 h 987214"/>
                <a:gd name="connsiteX205" fmla="*/ 1420886 w 1808089"/>
                <a:gd name="connsiteY205" fmla="*/ 669472 h 987214"/>
                <a:gd name="connsiteX206" fmla="*/ 1395962 w 1808089"/>
                <a:gd name="connsiteY206" fmla="*/ 661757 h 987214"/>
                <a:gd name="connsiteX207" fmla="*/ 1378485 w 1808089"/>
                <a:gd name="connsiteY207" fmla="*/ 641764 h 987214"/>
                <a:gd name="connsiteX208" fmla="*/ 1360729 w 1808089"/>
                <a:gd name="connsiteY208" fmla="*/ 635231 h 987214"/>
                <a:gd name="connsiteX209" fmla="*/ 1347155 w 1808089"/>
                <a:gd name="connsiteY209" fmla="*/ 606874 h 987214"/>
                <a:gd name="connsiteX210" fmla="*/ 1344804 w 1808089"/>
                <a:gd name="connsiteY210" fmla="*/ 580716 h 987214"/>
                <a:gd name="connsiteX211" fmla="*/ 1335932 w 1808089"/>
                <a:gd name="connsiteY211" fmla="*/ 578365 h 987214"/>
                <a:gd name="connsiteX212" fmla="*/ 1325890 w 1808089"/>
                <a:gd name="connsiteY212" fmla="*/ 560329 h 987214"/>
                <a:gd name="connsiteX213" fmla="*/ 1323933 w 1808089"/>
                <a:gd name="connsiteY213" fmla="*/ 531973 h 987214"/>
                <a:gd name="connsiteX214" fmla="*/ 1298093 w 1808089"/>
                <a:gd name="connsiteY214" fmla="*/ 503349 h 987214"/>
                <a:gd name="connsiteX215" fmla="*/ 1293136 w 1808089"/>
                <a:gd name="connsiteY215" fmla="*/ 489089 h 987214"/>
                <a:gd name="connsiteX216" fmla="*/ 1264284 w 1808089"/>
                <a:gd name="connsiteY216" fmla="*/ 474446 h 987214"/>
                <a:gd name="connsiteX217" fmla="*/ 1248498 w 1808089"/>
                <a:gd name="connsiteY217" fmla="*/ 482556 h 987214"/>
                <a:gd name="connsiteX218" fmla="*/ 1231937 w 1808089"/>
                <a:gd name="connsiteY218" fmla="*/ 477866 h 987214"/>
                <a:gd name="connsiteX219" fmla="*/ 1220179 w 1808089"/>
                <a:gd name="connsiteY219" fmla="*/ 486216 h 987214"/>
                <a:gd name="connsiteX220" fmla="*/ 1201114 w 1808089"/>
                <a:gd name="connsiteY220" fmla="*/ 475374 h 987214"/>
                <a:gd name="connsiteX221" fmla="*/ 1174766 w 1808089"/>
                <a:gd name="connsiteY221" fmla="*/ 460605 h 987214"/>
                <a:gd name="connsiteX222" fmla="*/ 1158853 w 1808089"/>
                <a:gd name="connsiteY222" fmla="*/ 463096 h 987214"/>
                <a:gd name="connsiteX223" fmla="*/ 1128565 w 1808089"/>
                <a:gd name="connsiteY223" fmla="*/ 434867 h 987214"/>
                <a:gd name="connsiteX224" fmla="*/ 1066717 w 1808089"/>
                <a:gd name="connsiteY224" fmla="*/ 429884 h 987214"/>
                <a:gd name="connsiteX225" fmla="*/ 1056663 w 1808089"/>
                <a:gd name="connsiteY225" fmla="*/ 438261 h 987214"/>
                <a:gd name="connsiteX226" fmla="*/ 1028357 w 1808089"/>
                <a:gd name="connsiteY226" fmla="*/ 438261 h 987214"/>
                <a:gd name="connsiteX227" fmla="*/ 999632 w 1808089"/>
                <a:gd name="connsiteY227" fmla="*/ 454987 h 987214"/>
                <a:gd name="connsiteX228" fmla="*/ 980974 w 1808089"/>
                <a:gd name="connsiteY228" fmla="*/ 453538 h 987214"/>
                <a:gd name="connsiteX229" fmla="*/ 949770 w 1808089"/>
                <a:gd name="connsiteY229" fmla="*/ 435896 h 987214"/>
                <a:gd name="connsiteX230" fmla="*/ 933590 w 1808089"/>
                <a:gd name="connsiteY230" fmla="*/ 421788 h 987214"/>
                <a:gd name="connsiteX231" fmla="*/ 911932 w 1808089"/>
                <a:gd name="connsiteY231" fmla="*/ 418128 h 987214"/>
                <a:gd name="connsiteX232" fmla="*/ 859083 w 1808089"/>
                <a:gd name="connsiteY232" fmla="*/ 388322 h 987214"/>
                <a:gd name="connsiteX233" fmla="*/ 780114 w 1808089"/>
                <a:gd name="connsiteY233" fmla="*/ 331597 h 987214"/>
                <a:gd name="connsiteX234" fmla="*/ 755469 w 1808089"/>
                <a:gd name="connsiteY234" fmla="*/ 308083 h 987214"/>
                <a:gd name="connsiteX235" fmla="*/ 733150 w 1808089"/>
                <a:gd name="connsiteY235" fmla="*/ 274871 h 987214"/>
                <a:gd name="connsiteX236" fmla="*/ 730545 w 1808089"/>
                <a:gd name="connsiteY236" fmla="*/ 225466 h 987214"/>
                <a:gd name="connsiteX237" fmla="*/ 699239 w 1808089"/>
                <a:gd name="connsiteY237" fmla="*/ 204024 h 987214"/>
                <a:gd name="connsiteX238" fmla="*/ 664515 w 1808089"/>
                <a:gd name="connsiteY238" fmla="*/ 194619 h 987214"/>
                <a:gd name="connsiteX239" fmla="*/ 640887 w 1808089"/>
                <a:gd name="connsiteY239" fmla="*/ 174498 h 987214"/>
                <a:gd name="connsiteX240" fmla="*/ 580462 w 1808089"/>
                <a:gd name="connsiteY240" fmla="*/ 143918 h 987214"/>
                <a:gd name="connsiteX241" fmla="*/ 562859 w 1808089"/>
                <a:gd name="connsiteY241" fmla="*/ 143638 h 987214"/>
                <a:gd name="connsiteX242" fmla="*/ 540921 w 1808089"/>
                <a:gd name="connsiteY242" fmla="*/ 131360 h 987214"/>
                <a:gd name="connsiteX243" fmla="*/ 530079 w 1808089"/>
                <a:gd name="connsiteY243" fmla="*/ 107312 h 987214"/>
                <a:gd name="connsiteX244" fmla="*/ 486115 w 1808089"/>
                <a:gd name="connsiteY244" fmla="*/ 72537 h 987214"/>
                <a:gd name="connsiteX245" fmla="*/ 463795 w 1808089"/>
                <a:gd name="connsiteY245" fmla="*/ 66131 h 987214"/>
                <a:gd name="connsiteX246" fmla="*/ 416819 w 1808089"/>
                <a:gd name="connsiteY246" fmla="*/ 32945 h 987214"/>
                <a:gd name="connsiteX247" fmla="*/ 396202 w 1808089"/>
                <a:gd name="connsiteY247" fmla="*/ 7842 h 987214"/>
                <a:gd name="connsiteX248" fmla="*/ 381713 w 1808089"/>
                <a:gd name="connsiteY248" fmla="*/ 11249 h 987214"/>
                <a:gd name="connsiteX249" fmla="*/ 358758 w 1808089"/>
                <a:gd name="connsiteY249" fmla="*/ 0 h 987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808089" h="987214">
                  <a:moveTo>
                    <a:pt x="358758" y="0"/>
                  </a:moveTo>
                  <a:lnTo>
                    <a:pt x="350014" y="1436"/>
                  </a:lnTo>
                  <a:lnTo>
                    <a:pt x="351564" y="13727"/>
                  </a:lnTo>
                  <a:lnTo>
                    <a:pt x="342693" y="18443"/>
                  </a:lnTo>
                  <a:lnTo>
                    <a:pt x="334596" y="38156"/>
                  </a:lnTo>
                  <a:lnTo>
                    <a:pt x="368278" y="62229"/>
                  </a:lnTo>
                  <a:lnTo>
                    <a:pt x="408989" y="112663"/>
                  </a:lnTo>
                  <a:lnTo>
                    <a:pt x="458851" y="148875"/>
                  </a:lnTo>
                  <a:lnTo>
                    <a:pt x="501125" y="165868"/>
                  </a:lnTo>
                  <a:lnTo>
                    <a:pt x="549030" y="206261"/>
                  </a:lnTo>
                  <a:lnTo>
                    <a:pt x="562986" y="206388"/>
                  </a:lnTo>
                  <a:lnTo>
                    <a:pt x="571197" y="201686"/>
                  </a:lnTo>
                  <a:lnTo>
                    <a:pt x="576548" y="202868"/>
                  </a:lnTo>
                  <a:lnTo>
                    <a:pt x="579560" y="210570"/>
                  </a:lnTo>
                  <a:lnTo>
                    <a:pt x="592334" y="222975"/>
                  </a:lnTo>
                  <a:lnTo>
                    <a:pt x="609048" y="236054"/>
                  </a:lnTo>
                  <a:lnTo>
                    <a:pt x="626283" y="242460"/>
                  </a:lnTo>
                  <a:lnTo>
                    <a:pt x="635663" y="268592"/>
                  </a:lnTo>
                  <a:lnTo>
                    <a:pt x="638014" y="289119"/>
                  </a:lnTo>
                  <a:lnTo>
                    <a:pt x="642717" y="309900"/>
                  </a:lnTo>
                  <a:lnTo>
                    <a:pt x="640505" y="331215"/>
                  </a:lnTo>
                  <a:lnTo>
                    <a:pt x="648970" y="338257"/>
                  </a:lnTo>
                  <a:lnTo>
                    <a:pt x="665036" y="317730"/>
                  </a:lnTo>
                  <a:lnTo>
                    <a:pt x="683567" y="321797"/>
                  </a:lnTo>
                  <a:lnTo>
                    <a:pt x="684076" y="335905"/>
                  </a:lnTo>
                  <a:lnTo>
                    <a:pt x="666980" y="338257"/>
                  </a:lnTo>
                  <a:lnTo>
                    <a:pt x="657473" y="346633"/>
                  </a:lnTo>
                  <a:lnTo>
                    <a:pt x="687101" y="370286"/>
                  </a:lnTo>
                  <a:lnTo>
                    <a:pt x="705632" y="394855"/>
                  </a:lnTo>
                  <a:lnTo>
                    <a:pt x="703408" y="414861"/>
                  </a:lnTo>
                  <a:lnTo>
                    <a:pt x="719715" y="443612"/>
                  </a:lnTo>
                  <a:lnTo>
                    <a:pt x="697778" y="454720"/>
                  </a:lnTo>
                  <a:lnTo>
                    <a:pt x="606035" y="430800"/>
                  </a:lnTo>
                  <a:lnTo>
                    <a:pt x="560889" y="440726"/>
                  </a:lnTo>
                  <a:lnTo>
                    <a:pt x="531121" y="434740"/>
                  </a:lnTo>
                  <a:lnTo>
                    <a:pt x="519123" y="412904"/>
                  </a:lnTo>
                  <a:lnTo>
                    <a:pt x="506476" y="390419"/>
                  </a:lnTo>
                  <a:lnTo>
                    <a:pt x="467316" y="392758"/>
                  </a:lnTo>
                  <a:lnTo>
                    <a:pt x="444082" y="399291"/>
                  </a:lnTo>
                  <a:lnTo>
                    <a:pt x="366956" y="370286"/>
                  </a:lnTo>
                  <a:lnTo>
                    <a:pt x="368151" y="360754"/>
                  </a:lnTo>
                  <a:lnTo>
                    <a:pt x="362266" y="351335"/>
                  </a:lnTo>
                  <a:lnTo>
                    <a:pt x="368151" y="342438"/>
                  </a:lnTo>
                  <a:lnTo>
                    <a:pt x="363702" y="326640"/>
                  </a:lnTo>
                  <a:lnTo>
                    <a:pt x="375853" y="325851"/>
                  </a:lnTo>
                  <a:lnTo>
                    <a:pt x="382374" y="338918"/>
                  </a:lnTo>
                  <a:lnTo>
                    <a:pt x="400499" y="339566"/>
                  </a:lnTo>
                  <a:lnTo>
                    <a:pt x="427127" y="356686"/>
                  </a:lnTo>
                  <a:lnTo>
                    <a:pt x="449840" y="379692"/>
                  </a:lnTo>
                  <a:lnTo>
                    <a:pt x="480890" y="382056"/>
                  </a:lnTo>
                  <a:lnTo>
                    <a:pt x="499180" y="377341"/>
                  </a:lnTo>
                  <a:lnTo>
                    <a:pt x="496816" y="364389"/>
                  </a:lnTo>
                  <a:lnTo>
                    <a:pt x="482200" y="341155"/>
                  </a:lnTo>
                  <a:lnTo>
                    <a:pt x="414213" y="308083"/>
                  </a:lnTo>
                  <a:lnTo>
                    <a:pt x="322471" y="264410"/>
                  </a:lnTo>
                  <a:lnTo>
                    <a:pt x="281887" y="240757"/>
                  </a:lnTo>
                  <a:lnTo>
                    <a:pt x="266736" y="224424"/>
                  </a:lnTo>
                  <a:lnTo>
                    <a:pt x="251230" y="223636"/>
                  </a:lnTo>
                  <a:lnTo>
                    <a:pt x="243133" y="232775"/>
                  </a:lnTo>
                  <a:lnTo>
                    <a:pt x="255399" y="247824"/>
                  </a:lnTo>
                  <a:lnTo>
                    <a:pt x="276663" y="253175"/>
                  </a:lnTo>
                  <a:lnTo>
                    <a:pt x="291915" y="269774"/>
                  </a:lnTo>
                  <a:lnTo>
                    <a:pt x="312163" y="281798"/>
                  </a:lnTo>
                  <a:lnTo>
                    <a:pt x="306557" y="293440"/>
                  </a:lnTo>
                  <a:lnTo>
                    <a:pt x="224729" y="248078"/>
                  </a:lnTo>
                  <a:lnTo>
                    <a:pt x="195356" y="242574"/>
                  </a:lnTo>
                  <a:lnTo>
                    <a:pt x="170965" y="249781"/>
                  </a:lnTo>
                  <a:lnTo>
                    <a:pt x="157912" y="262059"/>
                  </a:lnTo>
                  <a:lnTo>
                    <a:pt x="157378" y="276841"/>
                  </a:lnTo>
                  <a:lnTo>
                    <a:pt x="169135" y="287416"/>
                  </a:lnTo>
                  <a:lnTo>
                    <a:pt x="193919" y="296313"/>
                  </a:lnTo>
                  <a:lnTo>
                    <a:pt x="223560" y="318924"/>
                  </a:lnTo>
                  <a:lnTo>
                    <a:pt x="267651" y="332779"/>
                  </a:lnTo>
                  <a:lnTo>
                    <a:pt x="290759" y="358390"/>
                  </a:lnTo>
                  <a:lnTo>
                    <a:pt x="292589" y="367935"/>
                  </a:lnTo>
                  <a:lnTo>
                    <a:pt x="284899" y="380861"/>
                  </a:lnTo>
                  <a:lnTo>
                    <a:pt x="269482" y="399164"/>
                  </a:lnTo>
                  <a:lnTo>
                    <a:pt x="245866" y="415776"/>
                  </a:lnTo>
                  <a:lnTo>
                    <a:pt x="228250" y="424000"/>
                  </a:lnTo>
                  <a:lnTo>
                    <a:pt x="224602" y="435896"/>
                  </a:lnTo>
                  <a:lnTo>
                    <a:pt x="213493" y="442442"/>
                  </a:lnTo>
                  <a:lnTo>
                    <a:pt x="198088" y="441260"/>
                  </a:lnTo>
                  <a:lnTo>
                    <a:pt x="152675" y="477332"/>
                  </a:lnTo>
                  <a:lnTo>
                    <a:pt x="128945" y="474446"/>
                  </a:lnTo>
                  <a:lnTo>
                    <a:pt x="105444" y="492101"/>
                  </a:lnTo>
                  <a:lnTo>
                    <a:pt x="87052" y="492101"/>
                  </a:lnTo>
                  <a:lnTo>
                    <a:pt x="69563" y="499816"/>
                  </a:lnTo>
                  <a:lnTo>
                    <a:pt x="31458" y="487665"/>
                  </a:lnTo>
                  <a:lnTo>
                    <a:pt x="10715" y="481907"/>
                  </a:lnTo>
                  <a:lnTo>
                    <a:pt x="2479" y="481653"/>
                  </a:lnTo>
                  <a:lnTo>
                    <a:pt x="1436" y="483204"/>
                  </a:lnTo>
                  <a:lnTo>
                    <a:pt x="0" y="485568"/>
                  </a:lnTo>
                  <a:lnTo>
                    <a:pt x="6266" y="491961"/>
                  </a:lnTo>
                  <a:lnTo>
                    <a:pt x="47650" y="505955"/>
                  </a:lnTo>
                  <a:lnTo>
                    <a:pt x="71660" y="522821"/>
                  </a:lnTo>
                  <a:lnTo>
                    <a:pt x="94742" y="520991"/>
                  </a:lnTo>
                  <a:lnTo>
                    <a:pt x="115116" y="509895"/>
                  </a:lnTo>
                  <a:lnTo>
                    <a:pt x="131805" y="511840"/>
                  </a:lnTo>
                  <a:lnTo>
                    <a:pt x="144858" y="498113"/>
                  </a:lnTo>
                  <a:lnTo>
                    <a:pt x="179443" y="488567"/>
                  </a:lnTo>
                  <a:lnTo>
                    <a:pt x="203592" y="482822"/>
                  </a:lnTo>
                  <a:lnTo>
                    <a:pt x="223560" y="470278"/>
                  </a:lnTo>
                  <a:lnTo>
                    <a:pt x="226941" y="457466"/>
                  </a:lnTo>
                  <a:lnTo>
                    <a:pt x="248090" y="442696"/>
                  </a:lnTo>
                  <a:lnTo>
                    <a:pt x="291292" y="435108"/>
                  </a:lnTo>
                  <a:lnTo>
                    <a:pt x="312163" y="425436"/>
                  </a:lnTo>
                  <a:lnTo>
                    <a:pt x="323500" y="423491"/>
                  </a:lnTo>
                  <a:lnTo>
                    <a:pt x="369460" y="430927"/>
                  </a:lnTo>
                  <a:lnTo>
                    <a:pt x="380798" y="425182"/>
                  </a:lnTo>
                  <a:lnTo>
                    <a:pt x="413170" y="426745"/>
                  </a:lnTo>
                  <a:lnTo>
                    <a:pt x="423084" y="426237"/>
                  </a:lnTo>
                  <a:lnTo>
                    <a:pt x="429618" y="435896"/>
                  </a:lnTo>
                  <a:lnTo>
                    <a:pt x="440828" y="436418"/>
                  </a:lnTo>
                  <a:lnTo>
                    <a:pt x="446560" y="425182"/>
                  </a:lnTo>
                  <a:lnTo>
                    <a:pt x="462359" y="429363"/>
                  </a:lnTo>
                  <a:lnTo>
                    <a:pt x="466274" y="443217"/>
                  </a:lnTo>
                  <a:lnTo>
                    <a:pt x="475158" y="449751"/>
                  </a:lnTo>
                  <a:lnTo>
                    <a:pt x="515996" y="450411"/>
                  </a:lnTo>
                  <a:lnTo>
                    <a:pt x="535061" y="447272"/>
                  </a:lnTo>
                  <a:lnTo>
                    <a:pt x="559859" y="456563"/>
                  </a:lnTo>
                  <a:lnTo>
                    <a:pt x="579293" y="447666"/>
                  </a:lnTo>
                  <a:lnTo>
                    <a:pt x="597685" y="447666"/>
                  </a:lnTo>
                  <a:lnTo>
                    <a:pt x="609937" y="463922"/>
                  </a:lnTo>
                  <a:lnTo>
                    <a:pt x="630833" y="476162"/>
                  </a:lnTo>
                  <a:lnTo>
                    <a:pt x="647674" y="476023"/>
                  </a:lnTo>
                  <a:lnTo>
                    <a:pt x="667247" y="499282"/>
                  </a:lnTo>
                  <a:lnTo>
                    <a:pt x="696875" y="509616"/>
                  </a:lnTo>
                  <a:lnTo>
                    <a:pt x="725574" y="524131"/>
                  </a:lnTo>
                  <a:lnTo>
                    <a:pt x="780788" y="546742"/>
                  </a:lnTo>
                  <a:lnTo>
                    <a:pt x="816275" y="568566"/>
                  </a:lnTo>
                  <a:lnTo>
                    <a:pt x="849817" y="585953"/>
                  </a:lnTo>
                  <a:lnTo>
                    <a:pt x="888837" y="605552"/>
                  </a:lnTo>
                  <a:lnTo>
                    <a:pt x="917155" y="633654"/>
                  </a:lnTo>
                  <a:lnTo>
                    <a:pt x="953837" y="662151"/>
                  </a:lnTo>
                  <a:lnTo>
                    <a:pt x="1006152" y="692083"/>
                  </a:lnTo>
                  <a:lnTo>
                    <a:pt x="1057438" y="719258"/>
                  </a:lnTo>
                  <a:lnTo>
                    <a:pt x="1060832" y="728155"/>
                  </a:lnTo>
                  <a:lnTo>
                    <a:pt x="1054972" y="763972"/>
                  </a:lnTo>
                  <a:lnTo>
                    <a:pt x="1060451" y="778208"/>
                  </a:lnTo>
                  <a:lnTo>
                    <a:pt x="1068395" y="799256"/>
                  </a:lnTo>
                  <a:lnTo>
                    <a:pt x="1107173" y="825667"/>
                  </a:lnTo>
                  <a:lnTo>
                    <a:pt x="1130268" y="847999"/>
                  </a:lnTo>
                  <a:lnTo>
                    <a:pt x="1147490" y="864612"/>
                  </a:lnTo>
                  <a:lnTo>
                    <a:pt x="1172288" y="872314"/>
                  </a:lnTo>
                  <a:lnTo>
                    <a:pt x="1177105" y="884745"/>
                  </a:lnTo>
                  <a:lnTo>
                    <a:pt x="1169949" y="893235"/>
                  </a:lnTo>
                  <a:lnTo>
                    <a:pt x="1169949" y="909440"/>
                  </a:lnTo>
                  <a:lnTo>
                    <a:pt x="1197860" y="924210"/>
                  </a:lnTo>
                  <a:lnTo>
                    <a:pt x="1232063" y="938318"/>
                  </a:lnTo>
                  <a:lnTo>
                    <a:pt x="1253061" y="958591"/>
                  </a:lnTo>
                  <a:lnTo>
                    <a:pt x="1264805" y="981062"/>
                  </a:lnTo>
                  <a:lnTo>
                    <a:pt x="1295729" y="987214"/>
                  </a:lnTo>
                  <a:lnTo>
                    <a:pt x="1324187" y="986032"/>
                  </a:lnTo>
                  <a:lnTo>
                    <a:pt x="1361771" y="979359"/>
                  </a:lnTo>
                  <a:lnTo>
                    <a:pt x="1386835" y="968263"/>
                  </a:lnTo>
                  <a:lnTo>
                    <a:pt x="1409663" y="928391"/>
                  </a:lnTo>
                  <a:lnTo>
                    <a:pt x="1422971" y="920803"/>
                  </a:lnTo>
                  <a:lnTo>
                    <a:pt x="1436025" y="920282"/>
                  </a:lnTo>
                  <a:lnTo>
                    <a:pt x="1444629" y="935318"/>
                  </a:lnTo>
                  <a:lnTo>
                    <a:pt x="1477523" y="957015"/>
                  </a:lnTo>
                  <a:lnTo>
                    <a:pt x="1499461" y="958057"/>
                  </a:lnTo>
                  <a:lnTo>
                    <a:pt x="1517840" y="953100"/>
                  </a:lnTo>
                  <a:lnTo>
                    <a:pt x="1547988" y="935852"/>
                  </a:lnTo>
                  <a:lnTo>
                    <a:pt x="1567702" y="916622"/>
                  </a:lnTo>
                  <a:lnTo>
                    <a:pt x="1584530" y="896641"/>
                  </a:lnTo>
                  <a:lnTo>
                    <a:pt x="1597457" y="901331"/>
                  </a:lnTo>
                  <a:lnTo>
                    <a:pt x="1578544" y="920282"/>
                  </a:lnTo>
                  <a:lnTo>
                    <a:pt x="1582700" y="935052"/>
                  </a:lnTo>
                  <a:lnTo>
                    <a:pt x="1599147" y="952833"/>
                  </a:lnTo>
                  <a:lnTo>
                    <a:pt x="1607764" y="952312"/>
                  </a:lnTo>
                  <a:lnTo>
                    <a:pt x="1620945" y="931416"/>
                  </a:lnTo>
                  <a:lnTo>
                    <a:pt x="1634774" y="928391"/>
                  </a:lnTo>
                  <a:lnTo>
                    <a:pt x="1648997" y="936106"/>
                  </a:lnTo>
                  <a:lnTo>
                    <a:pt x="1652009" y="949045"/>
                  </a:lnTo>
                  <a:lnTo>
                    <a:pt x="1660105" y="948918"/>
                  </a:lnTo>
                  <a:lnTo>
                    <a:pt x="1679679" y="934797"/>
                  </a:lnTo>
                  <a:lnTo>
                    <a:pt x="1680963" y="905513"/>
                  </a:lnTo>
                  <a:lnTo>
                    <a:pt x="1701325" y="895713"/>
                  </a:lnTo>
                  <a:lnTo>
                    <a:pt x="1721318" y="889053"/>
                  </a:lnTo>
                  <a:lnTo>
                    <a:pt x="1789279" y="898065"/>
                  </a:lnTo>
                  <a:lnTo>
                    <a:pt x="1801175" y="892447"/>
                  </a:lnTo>
                  <a:lnTo>
                    <a:pt x="1808090" y="879254"/>
                  </a:lnTo>
                  <a:lnTo>
                    <a:pt x="1803781" y="851393"/>
                  </a:lnTo>
                  <a:lnTo>
                    <a:pt x="1784602" y="826570"/>
                  </a:lnTo>
                  <a:lnTo>
                    <a:pt x="1760325" y="812334"/>
                  </a:lnTo>
                  <a:lnTo>
                    <a:pt x="1755749" y="798989"/>
                  </a:lnTo>
                  <a:lnTo>
                    <a:pt x="1741132" y="777165"/>
                  </a:lnTo>
                  <a:lnTo>
                    <a:pt x="1724038" y="762790"/>
                  </a:lnTo>
                  <a:lnTo>
                    <a:pt x="1682933" y="767747"/>
                  </a:lnTo>
                  <a:lnTo>
                    <a:pt x="1673159" y="789583"/>
                  </a:lnTo>
                  <a:lnTo>
                    <a:pt x="1660105" y="788414"/>
                  </a:lnTo>
                  <a:lnTo>
                    <a:pt x="1648742" y="778602"/>
                  </a:lnTo>
                  <a:lnTo>
                    <a:pt x="1653051" y="771802"/>
                  </a:lnTo>
                  <a:lnTo>
                    <a:pt x="1667807" y="764760"/>
                  </a:lnTo>
                  <a:lnTo>
                    <a:pt x="1658784" y="747754"/>
                  </a:lnTo>
                  <a:lnTo>
                    <a:pt x="1640659" y="745148"/>
                  </a:lnTo>
                  <a:lnTo>
                    <a:pt x="1604117" y="749597"/>
                  </a:lnTo>
                  <a:lnTo>
                    <a:pt x="1586348" y="738476"/>
                  </a:lnTo>
                  <a:lnTo>
                    <a:pt x="1575531" y="720961"/>
                  </a:lnTo>
                  <a:lnTo>
                    <a:pt x="1552691" y="708670"/>
                  </a:lnTo>
                  <a:lnTo>
                    <a:pt x="1529597" y="714822"/>
                  </a:lnTo>
                  <a:lnTo>
                    <a:pt x="1509260" y="703713"/>
                  </a:lnTo>
                  <a:lnTo>
                    <a:pt x="1496449" y="665684"/>
                  </a:lnTo>
                  <a:lnTo>
                    <a:pt x="1481959" y="659926"/>
                  </a:lnTo>
                  <a:lnTo>
                    <a:pt x="1440981" y="670628"/>
                  </a:lnTo>
                  <a:lnTo>
                    <a:pt x="1420886" y="669472"/>
                  </a:lnTo>
                  <a:lnTo>
                    <a:pt x="1395962" y="661757"/>
                  </a:lnTo>
                  <a:lnTo>
                    <a:pt x="1378485" y="641764"/>
                  </a:lnTo>
                  <a:lnTo>
                    <a:pt x="1360729" y="635231"/>
                  </a:lnTo>
                  <a:lnTo>
                    <a:pt x="1347155" y="606874"/>
                  </a:lnTo>
                  <a:lnTo>
                    <a:pt x="1344804" y="580716"/>
                  </a:lnTo>
                  <a:lnTo>
                    <a:pt x="1335932" y="578365"/>
                  </a:lnTo>
                  <a:lnTo>
                    <a:pt x="1325890" y="560329"/>
                  </a:lnTo>
                  <a:lnTo>
                    <a:pt x="1323933" y="531973"/>
                  </a:lnTo>
                  <a:lnTo>
                    <a:pt x="1298093" y="503349"/>
                  </a:lnTo>
                  <a:lnTo>
                    <a:pt x="1293136" y="489089"/>
                  </a:lnTo>
                  <a:lnTo>
                    <a:pt x="1264284" y="474446"/>
                  </a:lnTo>
                  <a:lnTo>
                    <a:pt x="1248498" y="482556"/>
                  </a:lnTo>
                  <a:lnTo>
                    <a:pt x="1231937" y="477866"/>
                  </a:lnTo>
                  <a:lnTo>
                    <a:pt x="1220179" y="486216"/>
                  </a:lnTo>
                  <a:lnTo>
                    <a:pt x="1201114" y="475374"/>
                  </a:lnTo>
                  <a:lnTo>
                    <a:pt x="1174766" y="460605"/>
                  </a:lnTo>
                  <a:lnTo>
                    <a:pt x="1158853" y="463096"/>
                  </a:lnTo>
                  <a:lnTo>
                    <a:pt x="1128565" y="434867"/>
                  </a:lnTo>
                  <a:lnTo>
                    <a:pt x="1066717" y="429884"/>
                  </a:lnTo>
                  <a:lnTo>
                    <a:pt x="1056663" y="438261"/>
                  </a:lnTo>
                  <a:lnTo>
                    <a:pt x="1028357" y="438261"/>
                  </a:lnTo>
                  <a:lnTo>
                    <a:pt x="999632" y="454987"/>
                  </a:lnTo>
                  <a:lnTo>
                    <a:pt x="980974" y="453538"/>
                  </a:lnTo>
                  <a:lnTo>
                    <a:pt x="949770" y="435896"/>
                  </a:lnTo>
                  <a:lnTo>
                    <a:pt x="933590" y="421788"/>
                  </a:lnTo>
                  <a:lnTo>
                    <a:pt x="911932" y="418128"/>
                  </a:lnTo>
                  <a:lnTo>
                    <a:pt x="859083" y="388322"/>
                  </a:lnTo>
                  <a:lnTo>
                    <a:pt x="780114" y="331597"/>
                  </a:lnTo>
                  <a:lnTo>
                    <a:pt x="755469" y="308083"/>
                  </a:lnTo>
                  <a:lnTo>
                    <a:pt x="733150" y="274871"/>
                  </a:lnTo>
                  <a:lnTo>
                    <a:pt x="730545" y="225466"/>
                  </a:lnTo>
                  <a:lnTo>
                    <a:pt x="699239" y="204024"/>
                  </a:lnTo>
                  <a:lnTo>
                    <a:pt x="664515" y="194619"/>
                  </a:lnTo>
                  <a:lnTo>
                    <a:pt x="640887" y="174498"/>
                  </a:lnTo>
                  <a:lnTo>
                    <a:pt x="580462" y="143918"/>
                  </a:lnTo>
                  <a:lnTo>
                    <a:pt x="562859" y="143638"/>
                  </a:lnTo>
                  <a:lnTo>
                    <a:pt x="540921" y="131360"/>
                  </a:lnTo>
                  <a:lnTo>
                    <a:pt x="530079" y="107312"/>
                  </a:lnTo>
                  <a:lnTo>
                    <a:pt x="486115" y="72537"/>
                  </a:lnTo>
                  <a:lnTo>
                    <a:pt x="463795" y="66131"/>
                  </a:lnTo>
                  <a:lnTo>
                    <a:pt x="416819" y="32945"/>
                  </a:lnTo>
                  <a:lnTo>
                    <a:pt x="396202" y="7842"/>
                  </a:lnTo>
                  <a:lnTo>
                    <a:pt x="381713" y="11249"/>
                  </a:lnTo>
                  <a:lnTo>
                    <a:pt x="358758" y="0"/>
                  </a:lnTo>
                  <a:close/>
                </a:path>
              </a:pathLst>
            </a:custGeom>
            <a:solidFill>
              <a:srgbClr val="BAE0DF"/>
            </a:solidFill>
            <a:ln w="12700" cap="flat">
              <a:noFill/>
              <a:prstDash val="solid"/>
              <a:miter/>
            </a:ln>
          </p:spPr>
          <p:txBody>
            <a:bodyPr rtlCol="0" anchor="ctr"/>
            <a:lstStyle/>
            <a:p>
              <a:endParaRPr lang="de-CH"/>
            </a:p>
          </p:txBody>
        </p:sp>
        <p:sp>
          <p:nvSpPr>
            <p:cNvPr id="153" name="Freihandform: Form 152">
              <a:extLst>
                <a:ext uri="{FF2B5EF4-FFF2-40B4-BE49-F238E27FC236}">
                  <a16:creationId xmlns:a16="http://schemas.microsoft.com/office/drawing/2014/main" id="{79B8EDD8-E801-99C0-742A-60BF83448660}"/>
                </a:ext>
              </a:extLst>
            </p:cNvPr>
            <p:cNvSpPr/>
            <p:nvPr/>
          </p:nvSpPr>
          <p:spPr>
            <a:xfrm>
              <a:off x="7479857" y="5751269"/>
              <a:ext cx="545750" cy="401133"/>
            </a:xfrm>
            <a:custGeom>
              <a:avLst/>
              <a:gdLst>
                <a:gd name="connsiteX0" fmla="*/ 274184 w 545750"/>
                <a:gd name="connsiteY0" fmla="*/ 98440 h 401133"/>
                <a:gd name="connsiteX1" fmla="*/ 297406 w 545750"/>
                <a:gd name="connsiteY1" fmla="*/ 96470 h 401133"/>
                <a:gd name="connsiteX2" fmla="*/ 313713 w 545750"/>
                <a:gd name="connsiteY2" fmla="*/ 76338 h 401133"/>
                <a:gd name="connsiteX3" fmla="*/ 334736 w 545750"/>
                <a:gd name="connsiteY3" fmla="*/ 60780 h 401133"/>
                <a:gd name="connsiteX4" fmla="*/ 351818 w 545750"/>
                <a:gd name="connsiteY4" fmla="*/ 47066 h 401133"/>
                <a:gd name="connsiteX5" fmla="*/ 372066 w 545750"/>
                <a:gd name="connsiteY5" fmla="*/ 42617 h 401133"/>
                <a:gd name="connsiteX6" fmla="*/ 386937 w 545750"/>
                <a:gd name="connsiteY6" fmla="*/ 34394 h 401133"/>
                <a:gd name="connsiteX7" fmla="*/ 394360 w 545750"/>
                <a:gd name="connsiteY7" fmla="*/ 37915 h 401133"/>
                <a:gd name="connsiteX8" fmla="*/ 426072 w 545750"/>
                <a:gd name="connsiteY8" fmla="*/ 39211 h 401133"/>
                <a:gd name="connsiteX9" fmla="*/ 470443 w 545750"/>
                <a:gd name="connsiteY9" fmla="*/ 36211 h 401133"/>
                <a:gd name="connsiteX10" fmla="*/ 490932 w 545750"/>
                <a:gd name="connsiteY10" fmla="*/ 28242 h 401133"/>
                <a:gd name="connsiteX11" fmla="*/ 498380 w 545750"/>
                <a:gd name="connsiteY11" fmla="*/ 16879 h 401133"/>
                <a:gd name="connsiteX12" fmla="*/ 520966 w 545750"/>
                <a:gd name="connsiteY12" fmla="*/ 1970 h 401133"/>
                <a:gd name="connsiteX13" fmla="*/ 527995 w 545750"/>
                <a:gd name="connsiteY13" fmla="*/ 0 h 401133"/>
                <a:gd name="connsiteX14" fmla="*/ 540666 w 545750"/>
                <a:gd name="connsiteY14" fmla="*/ 9164 h 401133"/>
                <a:gd name="connsiteX15" fmla="*/ 545751 w 545750"/>
                <a:gd name="connsiteY15" fmla="*/ 23145 h 401133"/>
                <a:gd name="connsiteX16" fmla="*/ 540006 w 545750"/>
                <a:gd name="connsiteY16" fmla="*/ 30988 h 401133"/>
                <a:gd name="connsiteX17" fmla="*/ 525643 w 545750"/>
                <a:gd name="connsiteY17" fmla="*/ 45617 h 401133"/>
                <a:gd name="connsiteX18" fmla="*/ 517953 w 545750"/>
                <a:gd name="connsiteY18" fmla="*/ 49163 h 401133"/>
                <a:gd name="connsiteX19" fmla="*/ 506870 w 545750"/>
                <a:gd name="connsiteY19" fmla="*/ 58187 h 401133"/>
                <a:gd name="connsiteX20" fmla="*/ 505548 w 545750"/>
                <a:gd name="connsiteY20" fmla="*/ 64454 h 401133"/>
                <a:gd name="connsiteX21" fmla="*/ 480370 w 545750"/>
                <a:gd name="connsiteY21" fmla="*/ 81562 h 401133"/>
                <a:gd name="connsiteX22" fmla="*/ 464837 w 545750"/>
                <a:gd name="connsiteY22" fmla="*/ 80519 h 401133"/>
                <a:gd name="connsiteX23" fmla="*/ 457529 w 545750"/>
                <a:gd name="connsiteY23" fmla="*/ 83010 h 401133"/>
                <a:gd name="connsiteX24" fmla="*/ 444082 w 545750"/>
                <a:gd name="connsiteY24" fmla="*/ 78689 h 401133"/>
                <a:gd name="connsiteX25" fmla="*/ 428168 w 545750"/>
                <a:gd name="connsiteY25" fmla="*/ 76338 h 401133"/>
                <a:gd name="connsiteX26" fmla="*/ 408595 w 545750"/>
                <a:gd name="connsiteY26" fmla="*/ 73859 h 401133"/>
                <a:gd name="connsiteX27" fmla="*/ 397372 w 545750"/>
                <a:gd name="connsiteY27" fmla="*/ 71508 h 401133"/>
                <a:gd name="connsiteX28" fmla="*/ 388754 w 545750"/>
                <a:gd name="connsiteY28" fmla="*/ 73605 h 401133"/>
                <a:gd name="connsiteX29" fmla="*/ 376883 w 545750"/>
                <a:gd name="connsiteY29" fmla="*/ 71889 h 401133"/>
                <a:gd name="connsiteX30" fmla="*/ 363969 w 545750"/>
                <a:gd name="connsiteY30" fmla="*/ 81053 h 401133"/>
                <a:gd name="connsiteX31" fmla="*/ 339439 w 545750"/>
                <a:gd name="connsiteY31" fmla="*/ 106270 h 401133"/>
                <a:gd name="connsiteX32" fmla="*/ 310726 w 545750"/>
                <a:gd name="connsiteY32" fmla="*/ 116082 h 401133"/>
                <a:gd name="connsiteX33" fmla="*/ 303278 w 545750"/>
                <a:gd name="connsiteY33" fmla="*/ 126657 h 401133"/>
                <a:gd name="connsiteX34" fmla="*/ 289958 w 545750"/>
                <a:gd name="connsiteY34" fmla="*/ 132415 h 401133"/>
                <a:gd name="connsiteX35" fmla="*/ 256034 w 545750"/>
                <a:gd name="connsiteY35" fmla="*/ 146002 h 401133"/>
                <a:gd name="connsiteX36" fmla="*/ 241812 w 545750"/>
                <a:gd name="connsiteY36" fmla="*/ 161433 h 401133"/>
                <a:gd name="connsiteX37" fmla="*/ 234643 w 545750"/>
                <a:gd name="connsiteY37" fmla="*/ 172668 h 401133"/>
                <a:gd name="connsiteX38" fmla="*/ 235685 w 545750"/>
                <a:gd name="connsiteY38" fmla="*/ 187043 h 401133"/>
                <a:gd name="connsiteX39" fmla="*/ 225631 w 545750"/>
                <a:gd name="connsiteY39" fmla="*/ 197771 h 401133"/>
                <a:gd name="connsiteX40" fmla="*/ 225631 w 545750"/>
                <a:gd name="connsiteY40" fmla="*/ 206528 h 401133"/>
                <a:gd name="connsiteX41" fmla="*/ 221069 w 545750"/>
                <a:gd name="connsiteY41" fmla="*/ 220637 h 401133"/>
                <a:gd name="connsiteX42" fmla="*/ 217154 w 545750"/>
                <a:gd name="connsiteY42" fmla="*/ 244938 h 401133"/>
                <a:gd name="connsiteX43" fmla="*/ 206452 w 545750"/>
                <a:gd name="connsiteY43" fmla="*/ 244290 h 401133"/>
                <a:gd name="connsiteX44" fmla="*/ 204227 w 545750"/>
                <a:gd name="connsiteY44" fmla="*/ 254624 h 401133"/>
                <a:gd name="connsiteX45" fmla="*/ 211155 w 545750"/>
                <a:gd name="connsiteY45" fmla="*/ 256848 h 401133"/>
                <a:gd name="connsiteX46" fmla="*/ 216111 w 545750"/>
                <a:gd name="connsiteY46" fmla="*/ 266520 h 401133"/>
                <a:gd name="connsiteX47" fmla="*/ 213887 w 545750"/>
                <a:gd name="connsiteY47" fmla="*/ 289132 h 401133"/>
                <a:gd name="connsiteX48" fmla="*/ 224081 w 545750"/>
                <a:gd name="connsiteY48" fmla="*/ 308197 h 401133"/>
                <a:gd name="connsiteX49" fmla="*/ 235291 w 545750"/>
                <a:gd name="connsiteY49" fmla="*/ 318276 h 401133"/>
                <a:gd name="connsiteX50" fmla="*/ 241939 w 545750"/>
                <a:gd name="connsiteY50" fmla="*/ 323754 h 401133"/>
                <a:gd name="connsiteX51" fmla="*/ 256034 w 545750"/>
                <a:gd name="connsiteY51" fmla="*/ 351857 h 401133"/>
                <a:gd name="connsiteX52" fmla="*/ 254484 w 545750"/>
                <a:gd name="connsiteY52" fmla="*/ 370693 h 401133"/>
                <a:gd name="connsiteX53" fmla="*/ 250810 w 545750"/>
                <a:gd name="connsiteY53" fmla="*/ 388335 h 401133"/>
                <a:gd name="connsiteX54" fmla="*/ 244824 w 545750"/>
                <a:gd name="connsiteY54" fmla="*/ 393432 h 401133"/>
                <a:gd name="connsiteX55" fmla="*/ 237248 w 545750"/>
                <a:gd name="connsiteY55" fmla="*/ 387039 h 401133"/>
                <a:gd name="connsiteX56" fmla="*/ 233995 w 545750"/>
                <a:gd name="connsiteY56" fmla="*/ 346900 h 401133"/>
                <a:gd name="connsiteX57" fmla="*/ 227970 w 545750"/>
                <a:gd name="connsiteY57" fmla="*/ 331215 h 401133"/>
                <a:gd name="connsiteX58" fmla="*/ 208930 w 545750"/>
                <a:gd name="connsiteY58" fmla="*/ 314603 h 401133"/>
                <a:gd name="connsiteX59" fmla="*/ 188187 w 545750"/>
                <a:gd name="connsiteY59" fmla="*/ 299986 h 401133"/>
                <a:gd name="connsiteX60" fmla="*/ 181515 w 545750"/>
                <a:gd name="connsiteY60" fmla="*/ 301029 h 401133"/>
                <a:gd name="connsiteX61" fmla="*/ 164178 w 545750"/>
                <a:gd name="connsiteY61" fmla="*/ 317628 h 401133"/>
                <a:gd name="connsiteX62" fmla="*/ 134944 w 545750"/>
                <a:gd name="connsiteY62" fmla="*/ 359839 h 401133"/>
                <a:gd name="connsiteX63" fmla="*/ 120048 w 545750"/>
                <a:gd name="connsiteY63" fmla="*/ 367020 h 401133"/>
                <a:gd name="connsiteX64" fmla="*/ 107668 w 545750"/>
                <a:gd name="connsiteY64" fmla="*/ 374875 h 401133"/>
                <a:gd name="connsiteX65" fmla="*/ 99305 w 545750"/>
                <a:gd name="connsiteY65" fmla="*/ 395122 h 401133"/>
                <a:gd name="connsiteX66" fmla="*/ 93827 w 545750"/>
                <a:gd name="connsiteY66" fmla="*/ 401134 h 401133"/>
                <a:gd name="connsiteX67" fmla="*/ 84561 w 545750"/>
                <a:gd name="connsiteY67" fmla="*/ 398643 h 401133"/>
                <a:gd name="connsiteX68" fmla="*/ 79985 w 545750"/>
                <a:gd name="connsiteY68" fmla="*/ 392529 h 401133"/>
                <a:gd name="connsiteX69" fmla="*/ 86645 w 545750"/>
                <a:gd name="connsiteY69" fmla="*/ 370032 h 401133"/>
                <a:gd name="connsiteX70" fmla="*/ 85463 w 545750"/>
                <a:gd name="connsiteY70" fmla="*/ 355123 h 401133"/>
                <a:gd name="connsiteX71" fmla="*/ 68114 w 545750"/>
                <a:gd name="connsiteY71" fmla="*/ 342464 h 401133"/>
                <a:gd name="connsiteX72" fmla="*/ 62382 w 545750"/>
                <a:gd name="connsiteY72" fmla="*/ 326373 h 401133"/>
                <a:gd name="connsiteX73" fmla="*/ 58988 w 545750"/>
                <a:gd name="connsiteY73" fmla="*/ 304804 h 401133"/>
                <a:gd name="connsiteX74" fmla="*/ 65114 w 545750"/>
                <a:gd name="connsiteY74" fmla="*/ 289386 h 401133"/>
                <a:gd name="connsiteX75" fmla="*/ 71368 w 545750"/>
                <a:gd name="connsiteY75" fmla="*/ 283641 h 401133"/>
                <a:gd name="connsiteX76" fmla="*/ 71508 w 545750"/>
                <a:gd name="connsiteY76" fmla="*/ 274223 h 401133"/>
                <a:gd name="connsiteX77" fmla="*/ 65890 w 545750"/>
                <a:gd name="connsiteY77" fmla="*/ 268351 h 401133"/>
                <a:gd name="connsiteX78" fmla="*/ 62776 w 545750"/>
                <a:gd name="connsiteY78" fmla="*/ 262593 h 401133"/>
                <a:gd name="connsiteX79" fmla="*/ 65636 w 545750"/>
                <a:gd name="connsiteY79" fmla="*/ 253696 h 401133"/>
                <a:gd name="connsiteX80" fmla="*/ 60945 w 545750"/>
                <a:gd name="connsiteY80" fmla="*/ 248205 h 401133"/>
                <a:gd name="connsiteX81" fmla="*/ 34457 w 545750"/>
                <a:gd name="connsiteY81" fmla="*/ 251230 h 401133"/>
                <a:gd name="connsiteX82" fmla="*/ 29500 w 545750"/>
                <a:gd name="connsiteY82" fmla="*/ 245218 h 401133"/>
                <a:gd name="connsiteX83" fmla="*/ 15913 w 545750"/>
                <a:gd name="connsiteY83" fmla="*/ 238799 h 401133"/>
                <a:gd name="connsiteX84" fmla="*/ 2224 w 545750"/>
                <a:gd name="connsiteY84" fmla="*/ 226127 h 401133"/>
                <a:gd name="connsiteX85" fmla="*/ 0 w 545750"/>
                <a:gd name="connsiteY85" fmla="*/ 215413 h 401133"/>
                <a:gd name="connsiteX86" fmla="*/ 4944 w 545750"/>
                <a:gd name="connsiteY86" fmla="*/ 206261 h 401133"/>
                <a:gd name="connsiteX87" fmla="*/ 16828 w 545750"/>
                <a:gd name="connsiteY87" fmla="*/ 199321 h 401133"/>
                <a:gd name="connsiteX88" fmla="*/ 22052 w 545750"/>
                <a:gd name="connsiteY88" fmla="*/ 201037 h 401133"/>
                <a:gd name="connsiteX89" fmla="*/ 27530 w 545750"/>
                <a:gd name="connsiteY89" fmla="*/ 211218 h 401133"/>
                <a:gd name="connsiteX90" fmla="*/ 21531 w 545750"/>
                <a:gd name="connsiteY90" fmla="*/ 218679 h 401133"/>
                <a:gd name="connsiteX91" fmla="*/ 20349 w 545750"/>
                <a:gd name="connsiteY91" fmla="*/ 230830 h 401133"/>
                <a:gd name="connsiteX92" fmla="*/ 38893 w 545750"/>
                <a:gd name="connsiteY92" fmla="*/ 236181 h 401133"/>
                <a:gd name="connsiteX93" fmla="*/ 57018 w 545750"/>
                <a:gd name="connsiteY93" fmla="*/ 230576 h 401133"/>
                <a:gd name="connsiteX94" fmla="*/ 58734 w 545750"/>
                <a:gd name="connsiteY94" fmla="*/ 223382 h 401133"/>
                <a:gd name="connsiteX95" fmla="*/ 50243 w 545750"/>
                <a:gd name="connsiteY95" fmla="*/ 208219 h 401133"/>
                <a:gd name="connsiteX96" fmla="*/ 50764 w 545750"/>
                <a:gd name="connsiteY96" fmla="*/ 202080 h 401133"/>
                <a:gd name="connsiteX97" fmla="*/ 65114 w 545750"/>
                <a:gd name="connsiteY97" fmla="*/ 195153 h 401133"/>
                <a:gd name="connsiteX98" fmla="*/ 71508 w 545750"/>
                <a:gd name="connsiteY98" fmla="*/ 186256 h 401133"/>
                <a:gd name="connsiteX99" fmla="*/ 71368 w 545750"/>
                <a:gd name="connsiteY99" fmla="*/ 172274 h 401133"/>
                <a:gd name="connsiteX100" fmla="*/ 68114 w 545750"/>
                <a:gd name="connsiteY100" fmla="*/ 150972 h 401133"/>
                <a:gd name="connsiteX101" fmla="*/ 78040 w 545750"/>
                <a:gd name="connsiteY101" fmla="*/ 136864 h 401133"/>
                <a:gd name="connsiteX102" fmla="*/ 96445 w 545750"/>
                <a:gd name="connsiteY102" fmla="*/ 128488 h 401133"/>
                <a:gd name="connsiteX103" fmla="*/ 102698 w 545750"/>
                <a:gd name="connsiteY103" fmla="*/ 133203 h 401133"/>
                <a:gd name="connsiteX104" fmla="*/ 104910 w 545750"/>
                <a:gd name="connsiteY104" fmla="*/ 141299 h 401133"/>
                <a:gd name="connsiteX105" fmla="*/ 104262 w 545750"/>
                <a:gd name="connsiteY105" fmla="*/ 146002 h 401133"/>
                <a:gd name="connsiteX106" fmla="*/ 99305 w 545750"/>
                <a:gd name="connsiteY106" fmla="*/ 163924 h 401133"/>
                <a:gd name="connsiteX107" fmla="*/ 84167 w 545750"/>
                <a:gd name="connsiteY107" fmla="*/ 183904 h 401133"/>
                <a:gd name="connsiteX108" fmla="*/ 82743 w 545750"/>
                <a:gd name="connsiteY108" fmla="*/ 191886 h 401133"/>
                <a:gd name="connsiteX109" fmla="*/ 78307 w 545750"/>
                <a:gd name="connsiteY109" fmla="*/ 201546 h 401133"/>
                <a:gd name="connsiteX110" fmla="*/ 78040 w 545750"/>
                <a:gd name="connsiteY110" fmla="*/ 207443 h 401133"/>
                <a:gd name="connsiteX111" fmla="*/ 81040 w 545750"/>
                <a:gd name="connsiteY111" fmla="*/ 219976 h 401133"/>
                <a:gd name="connsiteX112" fmla="*/ 88603 w 545750"/>
                <a:gd name="connsiteY112" fmla="*/ 253441 h 401133"/>
                <a:gd name="connsiteX113" fmla="*/ 90954 w 545750"/>
                <a:gd name="connsiteY113" fmla="*/ 269253 h 401133"/>
                <a:gd name="connsiteX114" fmla="*/ 78307 w 545750"/>
                <a:gd name="connsiteY114" fmla="*/ 305465 h 401133"/>
                <a:gd name="connsiteX115" fmla="*/ 79210 w 545750"/>
                <a:gd name="connsiteY115" fmla="*/ 316179 h 401133"/>
                <a:gd name="connsiteX116" fmla="*/ 98262 w 545750"/>
                <a:gd name="connsiteY116" fmla="*/ 332258 h 401133"/>
                <a:gd name="connsiteX117" fmla="*/ 110401 w 545750"/>
                <a:gd name="connsiteY117" fmla="*/ 345590 h 401133"/>
                <a:gd name="connsiteX118" fmla="*/ 120048 w 545750"/>
                <a:gd name="connsiteY118" fmla="*/ 343887 h 401133"/>
                <a:gd name="connsiteX119" fmla="*/ 129466 w 545750"/>
                <a:gd name="connsiteY119" fmla="*/ 335931 h 401133"/>
                <a:gd name="connsiteX120" fmla="*/ 145379 w 545750"/>
                <a:gd name="connsiteY120" fmla="*/ 318149 h 401133"/>
                <a:gd name="connsiteX121" fmla="*/ 160250 w 545750"/>
                <a:gd name="connsiteY121" fmla="*/ 295271 h 401133"/>
                <a:gd name="connsiteX122" fmla="*/ 167432 w 545750"/>
                <a:gd name="connsiteY122" fmla="*/ 278417 h 401133"/>
                <a:gd name="connsiteX123" fmla="*/ 171867 w 545750"/>
                <a:gd name="connsiteY123" fmla="*/ 260902 h 401133"/>
                <a:gd name="connsiteX124" fmla="*/ 180485 w 545750"/>
                <a:gd name="connsiteY124" fmla="*/ 255666 h 401133"/>
                <a:gd name="connsiteX125" fmla="*/ 191835 w 545750"/>
                <a:gd name="connsiteY125" fmla="*/ 254624 h 401133"/>
                <a:gd name="connsiteX126" fmla="*/ 196385 w 545750"/>
                <a:gd name="connsiteY126" fmla="*/ 243769 h 401133"/>
                <a:gd name="connsiteX127" fmla="*/ 186484 w 545750"/>
                <a:gd name="connsiteY127" fmla="*/ 240757 h 401133"/>
                <a:gd name="connsiteX128" fmla="*/ 184921 w 545750"/>
                <a:gd name="connsiteY128" fmla="*/ 222861 h 401133"/>
                <a:gd name="connsiteX129" fmla="*/ 187920 w 545750"/>
                <a:gd name="connsiteY129" fmla="*/ 203262 h 401133"/>
                <a:gd name="connsiteX130" fmla="*/ 199792 w 545750"/>
                <a:gd name="connsiteY130" fmla="*/ 185213 h 401133"/>
                <a:gd name="connsiteX131" fmla="*/ 202283 w 545750"/>
                <a:gd name="connsiteY131" fmla="*/ 175274 h 401133"/>
                <a:gd name="connsiteX132" fmla="*/ 201101 w 545750"/>
                <a:gd name="connsiteY132" fmla="*/ 160377 h 401133"/>
                <a:gd name="connsiteX133" fmla="*/ 200071 w 545750"/>
                <a:gd name="connsiteY133" fmla="*/ 146790 h 401133"/>
                <a:gd name="connsiteX134" fmla="*/ 193132 w 545750"/>
                <a:gd name="connsiteY134" fmla="*/ 140384 h 401133"/>
                <a:gd name="connsiteX135" fmla="*/ 177727 w 545750"/>
                <a:gd name="connsiteY135" fmla="*/ 131894 h 401133"/>
                <a:gd name="connsiteX136" fmla="*/ 184781 w 545750"/>
                <a:gd name="connsiteY136" fmla="*/ 113324 h 401133"/>
                <a:gd name="connsiteX137" fmla="*/ 188441 w 545750"/>
                <a:gd name="connsiteY137" fmla="*/ 103931 h 401133"/>
                <a:gd name="connsiteX138" fmla="*/ 201101 w 545750"/>
                <a:gd name="connsiteY138" fmla="*/ 100525 h 401133"/>
                <a:gd name="connsiteX139" fmla="*/ 208142 w 545750"/>
                <a:gd name="connsiteY139" fmla="*/ 104707 h 401133"/>
                <a:gd name="connsiteX140" fmla="*/ 214141 w 545750"/>
                <a:gd name="connsiteY140" fmla="*/ 96470 h 401133"/>
                <a:gd name="connsiteX141" fmla="*/ 225759 w 545750"/>
                <a:gd name="connsiteY141" fmla="*/ 97386 h 401133"/>
                <a:gd name="connsiteX142" fmla="*/ 231504 w 545750"/>
                <a:gd name="connsiteY142" fmla="*/ 108622 h 401133"/>
                <a:gd name="connsiteX143" fmla="*/ 239727 w 545750"/>
                <a:gd name="connsiteY143" fmla="*/ 112816 h 401133"/>
                <a:gd name="connsiteX144" fmla="*/ 255780 w 545750"/>
                <a:gd name="connsiteY144" fmla="*/ 110058 h 401133"/>
                <a:gd name="connsiteX145" fmla="*/ 274184 w 545750"/>
                <a:gd name="connsiteY145" fmla="*/ 98440 h 401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45750" h="401133">
                  <a:moveTo>
                    <a:pt x="274184" y="98440"/>
                  </a:moveTo>
                  <a:lnTo>
                    <a:pt x="297406" y="96470"/>
                  </a:lnTo>
                  <a:lnTo>
                    <a:pt x="313713" y="76338"/>
                  </a:lnTo>
                  <a:lnTo>
                    <a:pt x="334736" y="60780"/>
                  </a:lnTo>
                  <a:lnTo>
                    <a:pt x="351818" y="47066"/>
                  </a:lnTo>
                  <a:lnTo>
                    <a:pt x="372066" y="42617"/>
                  </a:lnTo>
                  <a:lnTo>
                    <a:pt x="386937" y="34394"/>
                  </a:lnTo>
                  <a:lnTo>
                    <a:pt x="394360" y="37915"/>
                  </a:lnTo>
                  <a:lnTo>
                    <a:pt x="426072" y="39211"/>
                  </a:lnTo>
                  <a:lnTo>
                    <a:pt x="470443" y="36211"/>
                  </a:lnTo>
                  <a:lnTo>
                    <a:pt x="490932" y="28242"/>
                  </a:lnTo>
                  <a:lnTo>
                    <a:pt x="498380" y="16879"/>
                  </a:lnTo>
                  <a:lnTo>
                    <a:pt x="520966" y="1970"/>
                  </a:lnTo>
                  <a:lnTo>
                    <a:pt x="527995" y="0"/>
                  </a:lnTo>
                  <a:lnTo>
                    <a:pt x="540666" y="9164"/>
                  </a:lnTo>
                  <a:lnTo>
                    <a:pt x="545751" y="23145"/>
                  </a:lnTo>
                  <a:lnTo>
                    <a:pt x="540006" y="30988"/>
                  </a:lnTo>
                  <a:lnTo>
                    <a:pt x="525643" y="45617"/>
                  </a:lnTo>
                  <a:lnTo>
                    <a:pt x="517953" y="49163"/>
                  </a:lnTo>
                  <a:lnTo>
                    <a:pt x="506870" y="58187"/>
                  </a:lnTo>
                  <a:lnTo>
                    <a:pt x="505548" y="64454"/>
                  </a:lnTo>
                  <a:lnTo>
                    <a:pt x="480370" y="81562"/>
                  </a:lnTo>
                  <a:lnTo>
                    <a:pt x="464837" y="80519"/>
                  </a:lnTo>
                  <a:lnTo>
                    <a:pt x="457529" y="83010"/>
                  </a:lnTo>
                  <a:lnTo>
                    <a:pt x="444082" y="78689"/>
                  </a:lnTo>
                  <a:lnTo>
                    <a:pt x="428168" y="76338"/>
                  </a:lnTo>
                  <a:lnTo>
                    <a:pt x="408595" y="73859"/>
                  </a:lnTo>
                  <a:lnTo>
                    <a:pt x="397372" y="71508"/>
                  </a:lnTo>
                  <a:lnTo>
                    <a:pt x="388754" y="73605"/>
                  </a:lnTo>
                  <a:lnTo>
                    <a:pt x="376883" y="71889"/>
                  </a:lnTo>
                  <a:lnTo>
                    <a:pt x="363969" y="81053"/>
                  </a:lnTo>
                  <a:lnTo>
                    <a:pt x="339439" y="106270"/>
                  </a:lnTo>
                  <a:lnTo>
                    <a:pt x="310726" y="116082"/>
                  </a:lnTo>
                  <a:lnTo>
                    <a:pt x="303278" y="126657"/>
                  </a:lnTo>
                  <a:lnTo>
                    <a:pt x="289958" y="132415"/>
                  </a:lnTo>
                  <a:lnTo>
                    <a:pt x="256034" y="146002"/>
                  </a:lnTo>
                  <a:lnTo>
                    <a:pt x="241812" y="161433"/>
                  </a:lnTo>
                  <a:lnTo>
                    <a:pt x="234643" y="172668"/>
                  </a:lnTo>
                  <a:lnTo>
                    <a:pt x="235685" y="187043"/>
                  </a:lnTo>
                  <a:lnTo>
                    <a:pt x="225631" y="197771"/>
                  </a:lnTo>
                  <a:lnTo>
                    <a:pt x="225631" y="206528"/>
                  </a:lnTo>
                  <a:lnTo>
                    <a:pt x="221069" y="220637"/>
                  </a:lnTo>
                  <a:lnTo>
                    <a:pt x="217154" y="244938"/>
                  </a:lnTo>
                  <a:lnTo>
                    <a:pt x="206452" y="244290"/>
                  </a:lnTo>
                  <a:lnTo>
                    <a:pt x="204227" y="254624"/>
                  </a:lnTo>
                  <a:lnTo>
                    <a:pt x="211155" y="256848"/>
                  </a:lnTo>
                  <a:lnTo>
                    <a:pt x="216111" y="266520"/>
                  </a:lnTo>
                  <a:lnTo>
                    <a:pt x="213887" y="289132"/>
                  </a:lnTo>
                  <a:lnTo>
                    <a:pt x="224081" y="308197"/>
                  </a:lnTo>
                  <a:lnTo>
                    <a:pt x="235291" y="318276"/>
                  </a:lnTo>
                  <a:lnTo>
                    <a:pt x="241939" y="323754"/>
                  </a:lnTo>
                  <a:lnTo>
                    <a:pt x="256034" y="351857"/>
                  </a:lnTo>
                  <a:lnTo>
                    <a:pt x="254484" y="370693"/>
                  </a:lnTo>
                  <a:lnTo>
                    <a:pt x="250810" y="388335"/>
                  </a:lnTo>
                  <a:lnTo>
                    <a:pt x="244824" y="393432"/>
                  </a:lnTo>
                  <a:lnTo>
                    <a:pt x="237248" y="387039"/>
                  </a:lnTo>
                  <a:lnTo>
                    <a:pt x="233995" y="346900"/>
                  </a:lnTo>
                  <a:lnTo>
                    <a:pt x="227970" y="331215"/>
                  </a:lnTo>
                  <a:lnTo>
                    <a:pt x="208930" y="314603"/>
                  </a:lnTo>
                  <a:lnTo>
                    <a:pt x="188187" y="299986"/>
                  </a:lnTo>
                  <a:lnTo>
                    <a:pt x="181515" y="301029"/>
                  </a:lnTo>
                  <a:lnTo>
                    <a:pt x="164178" y="317628"/>
                  </a:lnTo>
                  <a:lnTo>
                    <a:pt x="134944" y="359839"/>
                  </a:lnTo>
                  <a:lnTo>
                    <a:pt x="120048" y="367020"/>
                  </a:lnTo>
                  <a:lnTo>
                    <a:pt x="107668" y="374875"/>
                  </a:lnTo>
                  <a:lnTo>
                    <a:pt x="99305" y="395122"/>
                  </a:lnTo>
                  <a:lnTo>
                    <a:pt x="93827" y="401134"/>
                  </a:lnTo>
                  <a:lnTo>
                    <a:pt x="84561" y="398643"/>
                  </a:lnTo>
                  <a:lnTo>
                    <a:pt x="79985" y="392529"/>
                  </a:lnTo>
                  <a:lnTo>
                    <a:pt x="86645" y="370032"/>
                  </a:lnTo>
                  <a:lnTo>
                    <a:pt x="85463" y="355123"/>
                  </a:lnTo>
                  <a:lnTo>
                    <a:pt x="68114" y="342464"/>
                  </a:lnTo>
                  <a:lnTo>
                    <a:pt x="62382" y="326373"/>
                  </a:lnTo>
                  <a:lnTo>
                    <a:pt x="58988" y="304804"/>
                  </a:lnTo>
                  <a:lnTo>
                    <a:pt x="65114" y="289386"/>
                  </a:lnTo>
                  <a:lnTo>
                    <a:pt x="71368" y="283641"/>
                  </a:lnTo>
                  <a:lnTo>
                    <a:pt x="71508" y="274223"/>
                  </a:lnTo>
                  <a:lnTo>
                    <a:pt x="65890" y="268351"/>
                  </a:lnTo>
                  <a:lnTo>
                    <a:pt x="62776" y="262593"/>
                  </a:lnTo>
                  <a:lnTo>
                    <a:pt x="65636" y="253696"/>
                  </a:lnTo>
                  <a:lnTo>
                    <a:pt x="60945" y="248205"/>
                  </a:lnTo>
                  <a:lnTo>
                    <a:pt x="34457" y="251230"/>
                  </a:lnTo>
                  <a:lnTo>
                    <a:pt x="29500" y="245218"/>
                  </a:lnTo>
                  <a:lnTo>
                    <a:pt x="15913" y="238799"/>
                  </a:lnTo>
                  <a:lnTo>
                    <a:pt x="2224" y="226127"/>
                  </a:lnTo>
                  <a:lnTo>
                    <a:pt x="0" y="215413"/>
                  </a:lnTo>
                  <a:lnTo>
                    <a:pt x="4944" y="206261"/>
                  </a:lnTo>
                  <a:lnTo>
                    <a:pt x="16828" y="199321"/>
                  </a:lnTo>
                  <a:lnTo>
                    <a:pt x="22052" y="201037"/>
                  </a:lnTo>
                  <a:lnTo>
                    <a:pt x="27530" y="211218"/>
                  </a:lnTo>
                  <a:lnTo>
                    <a:pt x="21531" y="218679"/>
                  </a:lnTo>
                  <a:lnTo>
                    <a:pt x="20349" y="230830"/>
                  </a:lnTo>
                  <a:lnTo>
                    <a:pt x="38893" y="236181"/>
                  </a:lnTo>
                  <a:lnTo>
                    <a:pt x="57018" y="230576"/>
                  </a:lnTo>
                  <a:lnTo>
                    <a:pt x="58734" y="223382"/>
                  </a:lnTo>
                  <a:lnTo>
                    <a:pt x="50243" y="208219"/>
                  </a:lnTo>
                  <a:lnTo>
                    <a:pt x="50764" y="202080"/>
                  </a:lnTo>
                  <a:lnTo>
                    <a:pt x="65114" y="195153"/>
                  </a:lnTo>
                  <a:lnTo>
                    <a:pt x="71508" y="186256"/>
                  </a:lnTo>
                  <a:lnTo>
                    <a:pt x="71368" y="172274"/>
                  </a:lnTo>
                  <a:lnTo>
                    <a:pt x="68114" y="150972"/>
                  </a:lnTo>
                  <a:lnTo>
                    <a:pt x="78040" y="136864"/>
                  </a:lnTo>
                  <a:lnTo>
                    <a:pt x="96445" y="128488"/>
                  </a:lnTo>
                  <a:lnTo>
                    <a:pt x="102698" y="133203"/>
                  </a:lnTo>
                  <a:lnTo>
                    <a:pt x="104910" y="141299"/>
                  </a:lnTo>
                  <a:lnTo>
                    <a:pt x="104262" y="146002"/>
                  </a:lnTo>
                  <a:lnTo>
                    <a:pt x="99305" y="163924"/>
                  </a:lnTo>
                  <a:lnTo>
                    <a:pt x="84167" y="183904"/>
                  </a:lnTo>
                  <a:lnTo>
                    <a:pt x="82743" y="191886"/>
                  </a:lnTo>
                  <a:lnTo>
                    <a:pt x="78307" y="201546"/>
                  </a:lnTo>
                  <a:lnTo>
                    <a:pt x="78040" y="207443"/>
                  </a:lnTo>
                  <a:lnTo>
                    <a:pt x="81040" y="219976"/>
                  </a:lnTo>
                  <a:lnTo>
                    <a:pt x="88603" y="253441"/>
                  </a:lnTo>
                  <a:lnTo>
                    <a:pt x="90954" y="269253"/>
                  </a:lnTo>
                  <a:lnTo>
                    <a:pt x="78307" y="305465"/>
                  </a:lnTo>
                  <a:lnTo>
                    <a:pt x="79210" y="316179"/>
                  </a:lnTo>
                  <a:lnTo>
                    <a:pt x="98262" y="332258"/>
                  </a:lnTo>
                  <a:lnTo>
                    <a:pt x="110401" y="345590"/>
                  </a:lnTo>
                  <a:lnTo>
                    <a:pt x="120048" y="343887"/>
                  </a:lnTo>
                  <a:lnTo>
                    <a:pt x="129466" y="335931"/>
                  </a:lnTo>
                  <a:lnTo>
                    <a:pt x="145379" y="318149"/>
                  </a:lnTo>
                  <a:lnTo>
                    <a:pt x="160250" y="295271"/>
                  </a:lnTo>
                  <a:lnTo>
                    <a:pt x="167432" y="278417"/>
                  </a:lnTo>
                  <a:lnTo>
                    <a:pt x="171867" y="260902"/>
                  </a:lnTo>
                  <a:lnTo>
                    <a:pt x="180485" y="255666"/>
                  </a:lnTo>
                  <a:lnTo>
                    <a:pt x="191835" y="254624"/>
                  </a:lnTo>
                  <a:lnTo>
                    <a:pt x="196385" y="243769"/>
                  </a:lnTo>
                  <a:lnTo>
                    <a:pt x="186484" y="240757"/>
                  </a:lnTo>
                  <a:lnTo>
                    <a:pt x="184921" y="222861"/>
                  </a:lnTo>
                  <a:lnTo>
                    <a:pt x="187920" y="203262"/>
                  </a:lnTo>
                  <a:lnTo>
                    <a:pt x="199792" y="185213"/>
                  </a:lnTo>
                  <a:lnTo>
                    <a:pt x="202283" y="175274"/>
                  </a:lnTo>
                  <a:lnTo>
                    <a:pt x="201101" y="160377"/>
                  </a:lnTo>
                  <a:lnTo>
                    <a:pt x="200071" y="146790"/>
                  </a:lnTo>
                  <a:lnTo>
                    <a:pt x="193132" y="140384"/>
                  </a:lnTo>
                  <a:lnTo>
                    <a:pt x="177727" y="131894"/>
                  </a:lnTo>
                  <a:lnTo>
                    <a:pt x="184781" y="113324"/>
                  </a:lnTo>
                  <a:lnTo>
                    <a:pt x="188441" y="103931"/>
                  </a:lnTo>
                  <a:lnTo>
                    <a:pt x="201101" y="100525"/>
                  </a:lnTo>
                  <a:lnTo>
                    <a:pt x="208142" y="104707"/>
                  </a:lnTo>
                  <a:lnTo>
                    <a:pt x="214141" y="96470"/>
                  </a:lnTo>
                  <a:lnTo>
                    <a:pt x="225759" y="97386"/>
                  </a:lnTo>
                  <a:lnTo>
                    <a:pt x="231504" y="108622"/>
                  </a:lnTo>
                  <a:lnTo>
                    <a:pt x="239727" y="112816"/>
                  </a:lnTo>
                  <a:lnTo>
                    <a:pt x="255780" y="110058"/>
                  </a:lnTo>
                  <a:lnTo>
                    <a:pt x="274184" y="98440"/>
                  </a:lnTo>
                  <a:close/>
                </a:path>
              </a:pathLst>
            </a:custGeom>
            <a:solidFill>
              <a:srgbClr val="BAE0DF"/>
            </a:solidFill>
            <a:ln w="12700" cap="flat">
              <a:noFill/>
              <a:prstDash val="solid"/>
              <a:miter/>
            </a:ln>
          </p:spPr>
          <p:txBody>
            <a:bodyPr rtlCol="0" anchor="ctr"/>
            <a:lstStyle/>
            <a:p>
              <a:endParaRPr lang="de-CH"/>
            </a:p>
          </p:txBody>
        </p:sp>
        <p:sp>
          <p:nvSpPr>
            <p:cNvPr id="154" name="Freihandform: Form 153">
              <a:extLst>
                <a:ext uri="{FF2B5EF4-FFF2-40B4-BE49-F238E27FC236}">
                  <a16:creationId xmlns:a16="http://schemas.microsoft.com/office/drawing/2014/main" id="{AD61A2BA-AF8B-9737-07A9-A8C7DE71F477}"/>
                </a:ext>
              </a:extLst>
            </p:cNvPr>
            <p:cNvSpPr/>
            <p:nvPr/>
          </p:nvSpPr>
          <p:spPr>
            <a:xfrm>
              <a:off x="6699590" y="5333548"/>
              <a:ext cx="763044" cy="1368469"/>
            </a:xfrm>
            <a:custGeom>
              <a:avLst/>
              <a:gdLst>
                <a:gd name="connsiteX0" fmla="*/ 700269 w 763044"/>
                <a:gd name="connsiteY0" fmla="*/ 12291 h 1368469"/>
                <a:gd name="connsiteX1" fmla="*/ 666218 w 763044"/>
                <a:gd name="connsiteY1" fmla="*/ 24442 h 1368469"/>
                <a:gd name="connsiteX2" fmla="*/ 647700 w 763044"/>
                <a:gd name="connsiteY2" fmla="*/ 26526 h 1368469"/>
                <a:gd name="connsiteX3" fmla="*/ 656164 w 763044"/>
                <a:gd name="connsiteY3" fmla="*/ 68877 h 1368469"/>
                <a:gd name="connsiteX4" fmla="*/ 645195 w 763044"/>
                <a:gd name="connsiteY4" fmla="*/ 81816 h 1368469"/>
                <a:gd name="connsiteX5" fmla="*/ 628380 w 763044"/>
                <a:gd name="connsiteY5" fmla="*/ 101694 h 1368469"/>
                <a:gd name="connsiteX6" fmla="*/ 607751 w 763044"/>
                <a:gd name="connsiteY6" fmla="*/ 101428 h 1368469"/>
                <a:gd name="connsiteX7" fmla="*/ 577094 w 763044"/>
                <a:gd name="connsiteY7" fmla="*/ 77888 h 1368469"/>
                <a:gd name="connsiteX8" fmla="*/ 519657 w 763044"/>
                <a:gd name="connsiteY8" fmla="*/ 95148 h 1368469"/>
                <a:gd name="connsiteX9" fmla="*/ 484017 w 763044"/>
                <a:gd name="connsiteY9" fmla="*/ 136063 h 1368469"/>
                <a:gd name="connsiteX10" fmla="*/ 469286 w 763044"/>
                <a:gd name="connsiteY10" fmla="*/ 180231 h 1368469"/>
                <a:gd name="connsiteX11" fmla="*/ 434460 w 763044"/>
                <a:gd name="connsiteY11" fmla="*/ 234999 h 1368469"/>
                <a:gd name="connsiteX12" fmla="*/ 423224 w 763044"/>
                <a:gd name="connsiteY12" fmla="*/ 264283 h 1368469"/>
                <a:gd name="connsiteX13" fmla="*/ 433532 w 763044"/>
                <a:gd name="connsiteY13" fmla="*/ 321784 h 1368469"/>
                <a:gd name="connsiteX14" fmla="*/ 458330 w 763044"/>
                <a:gd name="connsiteY14" fmla="*/ 380734 h 1368469"/>
                <a:gd name="connsiteX15" fmla="*/ 460414 w 763044"/>
                <a:gd name="connsiteY15" fmla="*/ 421534 h 1368469"/>
                <a:gd name="connsiteX16" fmla="*/ 469934 w 763044"/>
                <a:gd name="connsiteY16" fmla="*/ 445950 h 1368469"/>
                <a:gd name="connsiteX17" fmla="*/ 445289 w 763044"/>
                <a:gd name="connsiteY17" fmla="*/ 467519 h 1368469"/>
                <a:gd name="connsiteX18" fmla="*/ 397258 w 763044"/>
                <a:gd name="connsiteY18" fmla="*/ 481119 h 1368469"/>
                <a:gd name="connsiteX19" fmla="*/ 369969 w 763044"/>
                <a:gd name="connsiteY19" fmla="*/ 519288 h 1368469"/>
                <a:gd name="connsiteX20" fmla="*/ 345819 w 763044"/>
                <a:gd name="connsiteY20" fmla="*/ 568693 h 1368469"/>
                <a:gd name="connsiteX21" fmla="*/ 298067 w 763044"/>
                <a:gd name="connsiteY21" fmla="*/ 629333 h 1368469"/>
                <a:gd name="connsiteX22" fmla="*/ 279281 w 763044"/>
                <a:gd name="connsiteY22" fmla="*/ 676272 h 1368469"/>
                <a:gd name="connsiteX23" fmla="*/ 187933 w 763044"/>
                <a:gd name="connsiteY23" fmla="*/ 736391 h 1368469"/>
                <a:gd name="connsiteX24" fmla="*/ 162081 w 763044"/>
                <a:gd name="connsiteY24" fmla="*/ 795710 h 1368469"/>
                <a:gd name="connsiteX25" fmla="*/ 135987 w 763044"/>
                <a:gd name="connsiteY25" fmla="*/ 779123 h 1368469"/>
                <a:gd name="connsiteX26" fmla="*/ 117836 w 763044"/>
                <a:gd name="connsiteY26" fmla="*/ 752597 h 1368469"/>
                <a:gd name="connsiteX27" fmla="*/ 58721 w 763044"/>
                <a:gd name="connsiteY27" fmla="*/ 725282 h 1368469"/>
                <a:gd name="connsiteX28" fmla="*/ 24277 w 763044"/>
                <a:gd name="connsiteY28" fmla="*/ 722524 h 1368469"/>
                <a:gd name="connsiteX29" fmla="*/ 0 w 763044"/>
                <a:gd name="connsiteY29" fmla="*/ 748669 h 1368469"/>
                <a:gd name="connsiteX30" fmla="*/ 11490 w 763044"/>
                <a:gd name="connsiteY30" fmla="*/ 767353 h 1368469"/>
                <a:gd name="connsiteX31" fmla="*/ 46214 w 763044"/>
                <a:gd name="connsiteY31" fmla="*/ 800959 h 1368469"/>
                <a:gd name="connsiteX32" fmla="*/ 80519 w 763044"/>
                <a:gd name="connsiteY32" fmla="*/ 869836 h 1368469"/>
                <a:gd name="connsiteX33" fmla="*/ 149955 w 763044"/>
                <a:gd name="connsiteY33" fmla="*/ 899641 h 1368469"/>
                <a:gd name="connsiteX34" fmla="*/ 175007 w 763044"/>
                <a:gd name="connsiteY34" fmla="*/ 935191 h 1368469"/>
                <a:gd name="connsiteX35" fmla="*/ 193017 w 763044"/>
                <a:gd name="connsiteY35" fmla="*/ 1019613 h 1368469"/>
                <a:gd name="connsiteX36" fmla="*/ 176570 w 763044"/>
                <a:gd name="connsiteY36" fmla="*/ 1078690 h 1368469"/>
                <a:gd name="connsiteX37" fmla="*/ 157403 w 763044"/>
                <a:gd name="connsiteY37" fmla="*/ 1097246 h 1368469"/>
                <a:gd name="connsiteX38" fmla="*/ 135859 w 763044"/>
                <a:gd name="connsiteY38" fmla="*/ 1095416 h 1368469"/>
                <a:gd name="connsiteX39" fmla="*/ 121115 w 763044"/>
                <a:gd name="connsiteY39" fmla="*/ 1147706 h 1368469"/>
                <a:gd name="connsiteX40" fmla="*/ 138745 w 763044"/>
                <a:gd name="connsiteY40" fmla="*/ 1224679 h 1368469"/>
                <a:gd name="connsiteX41" fmla="*/ 169529 w 763044"/>
                <a:gd name="connsiteY41" fmla="*/ 1252006 h 1368469"/>
                <a:gd name="connsiteX42" fmla="*/ 182061 w 763044"/>
                <a:gd name="connsiteY42" fmla="*/ 1298538 h 1368469"/>
                <a:gd name="connsiteX43" fmla="*/ 209337 w 763044"/>
                <a:gd name="connsiteY43" fmla="*/ 1322459 h 1368469"/>
                <a:gd name="connsiteX44" fmla="*/ 223293 w 763044"/>
                <a:gd name="connsiteY44" fmla="*/ 1367554 h 1368469"/>
                <a:gd name="connsiteX45" fmla="*/ 245853 w 763044"/>
                <a:gd name="connsiteY45" fmla="*/ 1358924 h 1368469"/>
                <a:gd name="connsiteX46" fmla="*/ 286196 w 763044"/>
                <a:gd name="connsiteY46" fmla="*/ 1362852 h 1368469"/>
                <a:gd name="connsiteX47" fmla="*/ 306685 w 763044"/>
                <a:gd name="connsiteY47" fmla="*/ 1368469 h 1368469"/>
                <a:gd name="connsiteX48" fmla="*/ 306685 w 763044"/>
                <a:gd name="connsiteY48" fmla="*/ 1357729 h 1368469"/>
                <a:gd name="connsiteX49" fmla="*/ 288687 w 763044"/>
                <a:gd name="connsiteY49" fmla="*/ 1347421 h 1368469"/>
                <a:gd name="connsiteX50" fmla="*/ 246642 w 763044"/>
                <a:gd name="connsiteY50" fmla="*/ 1335283 h 1368469"/>
                <a:gd name="connsiteX51" fmla="*/ 241430 w 763044"/>
                <a:gd name="connsiteY51" fmla="*/ 1301677 h 1368469"/>
                <a:gd name="connsiteX52" fmla="*/ 220179 w 763044"/>
                <a:gd name="connsiteY52" fmla="*/ 1271465 h 1368469"/>
                <a:gd name="connsiteX53" fmla="*/ 169402 w 763044"/>
                <a:gd name="connsiteY53" fmla="*/ 1202487 h 1368469"/>
                <a:gd name="connsiteX54" fmla="*/ 178667 w 763044"/>
                <a:gd name="connsiteY54" fmla="*/ 1143791 h 1368469"/>
                <a:gd name="connsiteX55" fmla="*/ 200186 w 763044"/>
                <a:gd name="connsiteY55" fmla="*/ 1134780 h 1368469"/>
                <a:gd name="connsiteX56" fmla="*/ 239333 w 763044"/>
                <a:gd name="connsiteY56" fmla="*/ 1140131 h 1368469"/>
                <a:gd name="connsiteX57" fmla="*/ 258398 w 763044"/>
                <a:gd name="connsiteY57" fmla="*/ 1120252 h 1368469"/>
                <a:gd name="connsiteX58" fmla="*/ 260750 w 763044"/>
                <a:gd name="connsiteY58" fmla="*/ 1081460 h 1368469"/>
                <a:gd name="connsiteX59" fmla="*/ 285548 w 763044"/>
                <a:gd name="connsiteY59" fmla="*/ 1067187 h 1368469"/>
                <a:gd name="connsiteX60" fmla="*/ 299643 w 763044"/>
                <a:gd name="connsiteY60" fmla="*/ 1054388 h 1368469"/>
                <a:gd name="connsiteX61" fmla="*/ 283590 w 763044"/>
                <a:gd name="connsiteY61" fmla="*/ 985765 h 1368469"/>
                <a:gd name="connsiteX62" fmla="*/ 267397 w 763044"/>
                <a:gd name="connsiteY62" fmla="*/ 974135 h 1368469"/>
                <a:gd name="connsiteX63" fmla="*/ 241557 w 763044"/>
                <a:gd name="connsiteY63" fmla="*/ 894150 h 1368469"/>
                <a:gd name="connsiteX64" fmla="*/ 228250 w 763044"/>
                <a:gd name="connsiteY64" fmla="*/ 861599 h 1368469"/>
                <a:gd name="connsiteX65" fmla="*/ 246642 w 763044"/>
                <a:gd name="connsiteY65" fmla="*/ 817825 h 1368469"/>
                <a:gd name="connsiteX66" fmla="*/ 278227 w 763044"/>
                <a:gd name="connsiteY66" fmla="*/ 818855 h 1368469"/>
                <a:gd name="connsiteX67" fmla="*/ 283336 w 763044"/>
                <a:gd name="connsiteY67" fmla="*/ 810097 h 1368469"/>
                <a:gd name="connsiteX68" fmla="*/ 264537 w 763044"/>
                <a:gd name="connsiteY68" fmla="*/ 795455 h 1368469"/>
                <a:gd name="connsiteX69" fmla="*/ 275481 w 763044"/>
                <a:gd name="connsiteY69" fmla="*/ 773632 h 1368469"/>
                <a:gd name="connsiteX70" fmla="*/ 311387 w 763044"/>
                <a:gd name="connsiteY70" fmla="*/ 755863 h 1368469"/>
                <a:gd name="connsiteX71" fmla="*/ 344523 w 763044"/>
                <a:gd name="connsiteY71" fmla="*/ 718482 h 1368469"/>
                <a:gd name="connsiteX72" fmla="*/ 366994 w 763044"/>
                <a:gd name="connsiteY72" fmla="*/ 712331 h 1368469"/>
                <a:gd name="connsiteX73" fmla="*/ 366575 w 763044"/>
                <a:gd name="connsiteY73" fmla="*/ 681763 h 1368469"/>
                <a:gd name="connsiteX74" fmla="*/ 434041 w 763044"/>
                <a:gd name="connsiteY74" fmla="*/ 631430 h 1368469"/>
                <a:gd name="connsiteX75" fmla="*/ 466808 w 763044"/>
                <a:gd name="connsiteY75" fmla="*/ 596007 h 1368469"/>
                <a:gd name="connsiteX76" fmla="*/ 470201 w 763044"/>
                <a:gd name="connsiteY76" fmla="*/ 572340 h 1368469"/>
                <a:gd name="connsiteX77" fmla="*/ 512755 w 763044"/>
                <a:gd name="connsiteY77" fmla="*/ 546081 h 1368469"/>
                <a:gd name="connsiteX78" fmla="*/ 541328 w 763044"/>
                <a:gd name="connsiteY78" fmla="*/ 513391 h 1368469"/>
                <a:gd name="connsiteX79" fmla="*/ 549424 w 763044"/>
                <a:gd name="connsiteY79" fmla="*/ 464380 h 1368469"/>
                <a:gd name="connsiteX80" fmla="*/ 534007 w 763044"/>
                <a:gd name="connsiteY80" fmla="*/ 433545 h 1368469"/>
                <a:gd name="connsiteX81" fmla="*/ 508573 w 763044"/>
                <a:gd name="connsiteY81" fmla="*/ 419309 h 1368469"/>
                <a:gd name="connsiteX82" fmla="*/ 512488 w 763044"/>
                <a:gd name="connsiteY82" fmla="*/ 383619 h 1368469"/>
                <a:gd name="connsiteX83" fmla="*/ 505561 w 763044"/>
                <a:gd name="connsiteY83" fmla="*/ 331596 h 1368469"/>
                <a:gd name="connsiteX84" fmla="*/ 482734 w 763044"/>
                <a:gd name="connsiteY84" fmla="*/ 298004 h 1368469"/>
                <a:gd name="connsiteX85" fmla="*/ 484437 w 763044"/>
                <a:gd name="connsiteY85" fmla="*/ 283234 h 1368469"/>
                <a:gd name="connsiteX86" fmla="*/ 512882 w 763044"/>
                <a:gd name="connsiteY86" fmla="*/ 255132 h 1368469"/>
                <a:gd name="connsiteX87" fmla="*/ 516390 w 763044"/>
                <a:gd name="connsiteY87" fmla="*/ 227945 h 1368469"/>
                <a:gd name="connsiteX88" fmla="*/ 556720 w 763044"/>
                <a:gd name="connsiteY88" fmla="*/ 224551 h 1368469"/>
                <a:gd name="connsiteX89" fmla="*/ 580475 w 763044"/>
                <a:gd name="connsiteY89" fmla="*/ 206122 h 1368469"/>
                <a:gd name="connsiteX90" fmla="*/ 600837 w 763044"/>
                <a:gd name="connsiteY90" fmla="*/ 181807 h 1368469"/>
                <a:gd name="connsiteX91" fmla="*/ 611920 w 763044"/>
                <a:gd name="connsiteY91" fmla="*/ 164953 h 1368469"/>
                <a:gd name="connsiteX92" fmla="*/ 633197 w 763044"/>
                <a:gd name="connsiteY92" fmla="*/ 150044 h 1368469"/>
                <a:gd name="connsiteX93" fmla="*/ 657855 w 763044"/>
                <a:gd name="connsiteY93" fmla="*/ 128742 h 1368469"/>
                <a:gd name="connsiteX94" fmla="*/ 674035 w 763044"/>
                <a:gd name="connsiteY94" fmla="*/ 121154 h 1368469"/>
                <a:gd name="connsiteX95" fmla="*/ 691918 w 763044"/>
                <a:gd name="connsiteY95" fmla="*/ 114252 h 1368469"/>
                <a:gd name="connsiteX96" fmla="*/ 709026 w 763044"/>
                <a:gd name="connsiteY96" fmla="*/ 107173 h 1368469"/>
                <a:gd name="connsiteX97" fmla="*/ 728206 w 763044"/>
                <a:gd name="connsiteY97" fmla="*/ 99330 h 1368469"/>
                <a:gd name="connsiteX98" fmla="*/ 748034 w 763044"/>
                <a:gd name="connsiteY98" fmla="*/ 95937 h 1368469"/>
                <a:gd name="connsiteX99" fmla="*/ 763044 w 763044"/>
                <a:gd name="connsiteY99" fmla="*/ 80900 h 1368469"/>
                <a:gd name="connsiteX100" fmla="*/ 760566 w 763044"/>
                <a:gd name="connsiteY100" fmla="*/ 69131 h 1368469"/>
                <a:gd name="connsiteX101" fmla="*/ 755228 w 763044"/>
                <a:gd name="connsiteY101" fmla="*/ 39592 h 1368469"/>
                <a:gd name="connsiteX102" fmla="*/ 734866 w 763044"/>
                <a:gd name="connsiteY102" fmla="*/ 16078 h 1368469"/>
                <a:gd name="connsiteX103" fmla="*/ 710844 w 763044"/>
                <a:gd name="connsiteY103" fmla="*/ 0 h 1368469"/>
                <a:gd name="connsiteX104" fmla="*/ 700269 w 763044"/>
                <a:gd name="connsiteY104" fmla="*/ 12291 h 1368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763044" h="1368469">
                  <a:moveTo>
                    <a:pt x="700269" y="12291"/>
                  </a:moveTo>
                  <a:lnTo>
                    <a:pt x="666218" y="24442"/>
                  </a:lnTo>
                  <a:lnTo>
                    <a:pt x="647700" y="26526"/>
                  </a:lnTo>
                  <a:lnTo>
                    <a:pt x="656164" y="68877"/>
                  </a:lnTo>
                  <a:lnTo>
                    <a:pt x="645195" y="81816"/>
                  </a:lnTo>
                  <a:lnTo>
                    <a:pt x="628380" y="101694"/>
                  </a:lnTo>
                  <a:lnTo>
                    <a:pt x="607751" y="101428"/>
                  </a:lnTo>
                  <a:lnTo>
                    <a:pt x="577094" y="77888"/>
                  </a:lnTo>
                  <a:lnTo>
                    <a:pt x="519657" y="95148"/>
                  </a:lnTo>
                  <a:lnTo>
                    <a:pt x="484017" y="136063"/>
                  </a:lnTo>
                  <a:lnTo>
                    <a:pt x="469286" y="180231"/>
                  </a:lnTo>
                  <a:lnTo>
                    <a:pt x="434460" y="234999"/>
                  </a:lnTo>
                  <a:lnTo>
                    <a:pt x="423224" y="264283"/>
                  </a:lnTo>
                  <a:lnTo>
                    <a:pt x="433532" y="321784"/>
                  </a:lnTo>
                  <a:lnTo>
                    <a:pt x="458330" y="380734"/>
                  </a:lnTo>
                  <a:lnTo>
                    <a:pt x="460414" y="421534"/>
                  </a:lnTo>
                  <a:lnTo>
                    <a:pt x="469934" y="445950"/>
                  </a:lnTo>
                  <a:lnTo>
                    <a:pt x="445289" y="467519"/>
                  </a:lnTo>
                  <a:lnTo>
                    <a:pt x="397258" y="481119"/>
                  </a:lnTo>
                  <a:lnTo>
                    <a:pt x="369969" y="519288"/>
                  </a:lnTo>
                  <a:lnTo>
                    <a:pt x="345819" y="568693"/>
                  </a:lnTo>
                  <a:lnTo>
                    <a:pt x="298067" y="629333"/>
                  </a:lnTo>
                  <a:lnTo>
                    <a:pt x="279281" y="676272"/>
                  </a:lnTo>
                  <a:lnTo>
                    <a:pt x="187933" y="736391"/>
                  </a:lnTo>
                  <a:lnTo>
                    <a:pt x="162081" y="795710"/>
                  </a:lnTo>
                  <a:lnTo>
                    <a:pt x="135987" y="779123"/>
                  </a:lnTo>
                  <a:lnTo>
                    <a:pt x="117836" y="752597"/>
                  </a:lnTo>
                  <a:lnTo>
                    <a:pt x="58721" y="725282"/>
                  </a:lnTo>
                  <a:lnTo>
                    <a:pt x="24277" y="722524"/>
                  </a:lnTo>
                  <a:lnTo>
                    <a:pt x="0" y="748669"/>
                  </a:lnTo>
                  <a:lnTo>
                    <a:pt x="11490" y="767353"/>
                  </a:lnTo>
                  <a:lnTo>
                    <a:pt x="46214" y="800959"/>
                  </a:lnTo>
                  <a:lnTo>
                    <a:pt x="80519" y="869836"/>
                  </a:lnTo>
                  <a:lnTo>
                    <a:pt x="149955" y="899641"/>
                  </a:lnTo>
                  <a:lnTo>
                    <a:pt x="175007" y="935191"/>
                  </a:lnTo>
                  <a:lnTo>
                    <a:pt x="193017" y="1019613"/>
                  </a:lnTo>
                  <a:lnTo>
                    <a:pt x="176570" y="1078690"/>
                  </a:lnTo>
                  <a:lnTo>
                    <a:pt x="157403" y="1097246"/>
                  </a:lnTo>
                  <a:lnTo>
                    <a:pt x="135859" y="1095416"/>
                  </a:lnTo>
                  <a:lnTo>
                    <a:pt x="121115" y="1147706"/>
                  </a:lnTo>
                  <a:lnTo>
                    <a:pt x="138745" y="1224679"/>
                  </a:lnTo>
                  <a:lnTo>
                    <a:pt x="169529" y="1252006"/>
                  </a:lnTo>
                  <a:lnTo>
                    <a:pt x="182061" y="1298538"/>
                  </a:lnTo>
                  <a:lnTo>
                    <a:pt x="209337" y="1322459"/>
                  </a:lnTo>
                  <a:lnTo>
                    <a:pt x="223293" y="1367554"/>
                  </a:lnTo>
                  <a:lnTo>
                    <a:pt x="245853" y="1358924"/>
                  </a:lnTo>
                  <a:lnTo>
                    <a:pt x="286196" y="1362852"/>
                  </a:lnTo>
                  <a:lnTo>
                    <a:pt x="306685" y="1368469"/>
                  </a:lnTo>
                  <a:lnTo>
                    <a:pt x="306685" y="1357729"/>
                  </a:lnTo>
                  <a:lnTo>
                    <a:pt x="288687" y="1347421"/>
                  </a:lnTo>
                  <a:lnTo>
                    <a:pt x="246642" y="1335283"/>
                  </a:lnTo>
                  <a:lnTo>
                    <a:pt x="241430" y="1301677"/>
                  </a:lnTo>
                  <a:lnTo>
                    <a:pt x="220179" y="1271465"/>
                  </a:lnTo>
                  <a:lnTo>
                    <a:pt x="169402" y="1202487"/>
                  </a:lnTo>
                  <a:lnTo>
                    <a:pt x="178667" y="1143791"/>
                  </a:lnTo>
                  <a:lnTo>
                    <a:pt x="200186" y="1134780"/>
                  </a:lnTo>
                  <a:lnTo>
                    <a:pt x="239333" y="1140131"/>
                  </a:lnTo>
                  <a:lnTo>
                    <a:pt x="258398" y="1120252"/>
                  </a:lnTo>
                  <a:lnTo>
                    <a:pt x="260750" y="1081460"/>
                  </a:lnTo>
                  <a:lnTo>
                    <a:pt x="285548" y="1067187"/>
                  </a:lnTo>
                  <a:lnTo>
                    <a:pt x="299643" y="1054388"/>
                  </a:lnTo>
                  <a:lnTo>
                    <a:pt x="283590" y="985765"/>
                  </a:lnTo>
                  <a:lnTo>
                    <a:pt x="267397" y="974135"/>
                  </a:lnTo>
                  <a:lnTo>
                    <a:pt x="241557" y="894150"/>
                  </a:lnTo>
                  <a:lnTo>
                    <a:pt x="228250" y="861599"/>
                  </a:lnTo>
                  <a:lnTo>
                    <a:pt x="246642" y="817825"/>
                  </a:lnTo>
                  <a:lnTo>
                    <a:pt x="278227" y="818855"/>
                  </a:lnTo>
                  <a:lnTo>
                    <a:pt x="283336" y="810097"/>
                  </a:lnTo>
                  <a:lnTo>
                    <a:pt x="264537" y="795455"/>
                  </a:lnTo>
                  <a:lnTo>
                    <a:pt x="275481" y="773632"/>
                  </a:lnTo>
                  <a:lnTo>
                    <a:pt x="311387" y="755863"/>
                  </a:lnTo>
                  <a:lnTo>
                    <a:pt x="344523" y="718482"/>
                  </a:lnTo>
                  <a:lnTo>
                    <a:pt x="366994" y="712331"/>
                  </a:lnTo>
                  <a:lnTo>
                    <a:pt x="366575" y="681763"/>
                  </a:lnTo>
                  <a:lnTo>
                    <a:pt x="434041" y="631430"/>
                  </a:lnTo>
                  <a:lnTo>
                    <a:pt x="466808" y="596007"/>
                  </a:lnTo>
                  <a:lnTo>
                    <a:pt x="470201" y="572340"/>
                  </a:lnTo>
                  <a:lnTo>
                    <a:pt x="512755" y="546081"/>
                  </a:lnTo>
                  <a:lnTo>
                    <a:pt x="541328" y="513391"/>
                  </a:lnTo>
                  <a:lnTo>
                    <a:pt x="549424" y="464380"/>
                  </a:lnTo>
                  <a:lnTo>
                    <a:pt x="534007" y="433545"/>
                  </a:lnTo>
                  <a:lnTo>
                    <a:pt x="508573" y="419309"/>
                  </a:lnTo>
                  <a:lnTo>
                    <a:pt x="512488" y="383619"/>
                  </a:lnTo>
                  <a:lnTo>
                    <a:pt x="505561" y="331596"/>
                  </a:lnTo>
                  <a:lnTo>
                    <a:pt x="482734" y="298004"/>
                  </a:lnTo>
                  <a:lnTo>
                    <a:pt x="484437" y="283234"/>
                  </a:lnTo>
                  <a:lnTo>
                    <a:pt x="512882" y="255132"/>
                  </a:lnTo>
                  <a:lnTo>
                    <a:pt x="516390" y="227945"/>
                  </a:lnTo>
                  <a:lnTo>
                    <a:pt x="556720" y="224551"/>
                  </a:lnTo>
                  <a:lnTo>
                    <a:pt x="580475" y="206122"/>
                  </a:lnTo>
                  <a:lnTo>
                    <a:pt x="600837" y="181807"/>
                  </a:lnTo>
                  <a:lnTo>
                    <a:pt x="611920" y="164953"/>
                  </a:lnTo>
                  <a:lnTo>
                    <a:pt x="633197" y="150044"/>
                  </a:lnTo>
                  <a:lnTo>
                    <a:pt x="657855" y="128742"/>
                  </a:lnTo>
                  <a:lnTo>
                    <a:pt x="674035" y="121154"/>
                  </a:lnTo>
                  <a:lnTo>
                    <a:pt x="691918" y="114252"/>
                  </a:lnTo>
                  <a:lnTo>
                    <a:pt x="709026" y="107173"/>
                  </a:lnTo>
                  <a:lnTo>
                    <a:pt x="728206" y="99330"/>
                  </a:lnTo>
                  <a:lnTo>
                    <a:pt x="748034" y="95937"/>
                  </a:lnTo>
                  <a:lnTo>
                    <a:pt x="763044" y="80900"/>
                  </a:lnTo>
                  <a:lnTo>
                    <a:pt x="760566" y="69131"/>
                  </a:lnTo>
                  <a:lnTo>
                    <a:pt x="755228" y="39592"/>
                  </a:lnTo>
                  <a:lnTo>
                    <a:pt x="734866" y="16078"/>
                  </a:lnTo>
                  <a:lnTo>
                    <a:pt x="710844" y="0"/>
                  </a:lnTo>
                  <a:lnTo>
                    <a:pt x="700269" y="12291"/>
                  </a:lnTo>
                  <a:close/>
                </a:path>
              </a:pathLst>
            </a:custGeom>
            <a:solidFill>
              <a:srgbClr val="BAE0DF"/>
            </a:solidFill>
            <a:ln w="12700" cap="flat">
              <a:noFill/>
              <a:prstDash val="solid"/>
              <a:miter/>
            </a:ln>
          </p:spPr>
          <p:txBody>
            <a:bodyPr rtlCol="0" anchor="ctr"/>
            <a:lstStyle/>
            <a:p>
              <a:endParaRPr lang="de-CH"/>
            </a:p>
          </p:txBody>
        </p:sp>
        <p:sp>
          <p:nvSpPr>
            <p:cNvPr id="155" name="Freihandform: Form 154">
              <a:extLst>
                <a:ext uri="{FF2B5EF4-FFF2-40B4-BE49-F238E27FC236}">
                  <a16:creationId xmlns:a16="http://schemas.microsoft.com/office/drawing/2014/main" id="{C601B13B-7685-0930-F6B0-6357C89DB53A}"/>
                </a:ext>
              </a:extLst>
            </p:cNvPr>
            <p:cNvSpPr/>
            <p:nvPr/>
          </p:nvSpPr>
          <p:spPr>
            <a:xfrm>
              <a:off x="2072962" y="3888373"/>
              <a:ext cx="184120" cy="164800"/>
            </a:xfrm>
            <a:custGeom>
              <a:avLst/>
              <a:gdLst>
                <a:gd name="connsiteX0" fmla="*/ 30009 w 184120"/>
                <a:gd name="connsiteY0" fmla="*/ 115536 h 164800"/>
                <a:gd name="connsiteX1" fmla="*/ 92263 w 184120"/>
                <a:gd name="connsiteY1" fmla="*/ 65089 h 164800"/>
                <a:gd name="connsiteX2" fmla="*/ 163504 w 184120"/>
                <a:gd name="connsiteY2" fmla="*/ 13981 h 164800"/>
                <a:gd name="connsiteX3" fmla="*/ 174613 w 184120"/>
                <a:gd name="connsiteY3" fmla="*/ 0 h 164800"/>
                <a:gd name="connsiteX4" fmla="*/ 181781 w 184120"/>
                <a:gd name="connsiteY4" fmla="*/ 915 h 164800"/>
                <a:gd name="connsiteX5" fmla="*/ 184120 w 184120"/>
                <a:gd name="connsiteY5" fmla="*/ 6406 h 164800"/>
                <a:gd name="connsiteX6" fmla="*/ 170304 w 184120"/>
                <a:gd name="connsiteY6" fmla="*/ 25878 h 164800"/>
                <a:gd name="connsiteX7" fmla="*/ 171473 w 184120"/>
                <a:gd name="connsiteY7" fmla="*/ 38944 h 164800"/>
                <a:gd name="connsiteX8" fmla="*/ 167432 w 184120"/>
                <a:gd name="connsiteY8" fmla="*/ 46786 h 164800"/>
                <a:gd name="connsiteX9" fmla="*/ 148239 w 184120"/>
                <a:gd name="connsiteY9" fmla="*/ 58149 h 164800"/>
                <a:gd name="connsiteX10" fmla="*/ 73719 w 184120"/>
                <a:gd name="connsiteY10" fmla="*/ 123772 h 164800"/>
                <a:gd name="connsiteX11" fmla="*/ 60297 w 184120"/>
                <a:gd name="connsiteY11" fmla="*/ 127814 h 164800"/>
                <a:gd name="connsiteX12" fmla="*/ 48540 w 184120"/>
                <a:gd name="connsiteY12" fmla="*/ 134881 h 164800"/>
                <a:gd name="connsiteX13" fmla="*/ 45668 w 184120"/>
                <a:gd name="connsiteY13" fmla="*/ 142075 h 164800"/>
                <a:gd name="connsiteX14" fmla="*/ 38486 w 184120"/>
                <a:gd name="connsiteY14" fmla="*/ 142596 h 164800"/>
                <a:gd name="connsiteX15" fmla="*/ 34318 w 184120"/>
                <a:gd name="connsiteY15" fmla="*/ 149002 h 164800"/>
                <a:gd name="connsiteX16" fmla="*/ 27403 w 184120"/>
                <a:gd name="connsiteY16" fmla="*/ 154620 h 164800"/>
                <a:gd name="connsiteX17" fmla="*/ 23222 w 184120"/>
                <a:gd name="connsiteY17" fmla="*/ 156844 h 164800"/>
                <a:gd name="connsiteX18" fmla="*/ 18404 w 184120"/>
                <a:gd name="connsiteY18" fmla="*/ 153323 h 164800"/>
                <a:gd name="connsiteX19" fmla="*/ 5605 w 184120"/>
                <a:gd name="connsiteY19" fmla="*/ 164801 h 164800"/>
                <a:gd name="connsiteX20" fmla="*/ 0 w 184120"/>
                <a:gd name="connsiteY20" fmla="*/ 160632 h 164800"/>
                <a:gd name="connsiteX21" fmla="*/ 521 w 184120"/>
                <a:gd name="connsiteY21" fmla="*/ 150438 h 164800"/>
                <a:gd name="connsiteX22" fmla="*/ 10829 w 184120"/>
                <a:gd name="connsiteY22" fmla="*/ 143244 h 164800"/>
                <a:gd name="connsiteX23" fmla="*/ 30009 w 184120"/>
                <a:gd name="connsiteY23" fmla="*/ 115536 h 16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4120" h="164800">
                  <a:moveTo>
                    <a:pt x="30009" y="115536"/>
                  </a:moveTo>
                  <a:lnTo>
                    <a:pt x="92263" y="65089"/>
                  </a:lnTo>
                  <a:lnTo>
                    <a:pt x="163504" y="13981"/>
                  </a:lnTo>
                  <a:lnTo>
                    <a:pt x="174613" y="0"/>
                  </a:lnTo>
                  <a:lnTo>
                    <a:pt x="181781" y="915"/>
                  </a:lnTo>
                  <a:lnTo>
                    <a:pt x="184120" y="6406"/>
                  </a:lnTo>
                  <a:lnTo>
                    <a:pt x="170304" y="25878"/>
                  </a:lnTo>
                  <a:lnTo>
                    <a:pt x="171473" y="38944"/>
                  </a:lnTo>
                  <a:lnTo>
                    <a:pt x="167432" y="46786"/>
                  </a:lnTo>
                  <a:lnTo>
                    <a:pt x="148239" y="58149"/>
                  </a:lnTo>
                  <a:lnTo>
                    <a:pt x="73719" y="123772"/>
                  </a:lnTo>
                  <a:lnTo>
                    <a:pt x="60297" y="127814"/>
                  </a:lnTo>
                  <a:lnTo>
                    <a:pt x="48540" y="134881"/>
                  </a:lnTo>
                  <a:lnTo>
                    <a:pt x="45668" y="142075"/>
                  </a:lnTo>
                  <a:lnTo>
                    <a:pt x="38486" y="142596"/>
                  </a:lnTo>
                  <a:lnTo>
                    <a:pt x="34318" y="149002"/>
                  </a:lnTo>
                  <a:lnTo>
                    <a:pt x="27403" y="154620"/>
                  </a:lnTo>
                  <a:lnTo>
                    <a:pt x="23222" y="156844"/>
                  </a:lnTo>
                  <a:lnTo>
                    <a:pt x="18404" y="153323"/>
                  </a:lnTo>
                  <a:lnTo>
                    <a:pt x="5605" y="164801"/>
                  </a:lnTo>
                  <a:lnTo>
                    <a:pt x="0" y="160632"/>
                  </a:lnTo>
                  <a:lnTo>
                    <a:pt x="521" y="150438"/>
                  </a:lnTo>
                  <a:lnTo>
                    <a:pt x="10829" y="143244"/>
                  </a:lnTo>
                  <a:lnTo>
                    <a:pt x="30009" y="115536"/>
                  </a:lnTo>
                  <a:close/>
                </a:path>
              </a:pathLst>
            </a:custGeom>
            <a:solidFill>
              <a:srgbClr val="BAE0DF"/>
            </a:solidFill>
            <a:ln w="12700" cap="flat">
              <a:noFill/>
              <a:prstDash val="solid"/>
              <a:miter/>
            </a:ln>
          </p:spPr>
          <p:txBody>
            <a:bodyPr rtlCol="0" anchor="ctr"/>
            <a:lstStyle/>
            <a:p>
              <a:endParaRPr lang="de-CH"/>
            </a:p>
          </p:txBody>
        </p:sp>
        <p:sp>
          <p:nvSpPr>
            <p:cNvPr id="156" name="Freihandform: Form 155">
              <a:extLst>
                <a:ext uri="{FF2B5EF4-FFF2-40B4-BE49-F238E27FC236}">
                  <a16:creationId xmlns:a16="http://schemas.microsoft.com/office/drawing/2014/main" id="{D20D5D28-4138-AF3D-1434-E6A8E79F4749}"/>
                </a:ext>
              </a:extLst>
            </p:cNvPr>
            <p:cNvSpPr/>
            <p:nvPr/>
          </p:nvSpPr>
          <p:spPr>
            <a:xfrm>
              <a:off x="1860625" y="4340601"/>
              <a:ext cx="1622254" cy="922125"/>
            </a:xfrm>
            <a:custGeom>
              <a:avLst/>
              <a:gdLst>
                <a:gd name="connsiteX0" fmla="*/ 761735 w 1622254"/>
                <a:gd name="connsiteY0" fmla="*/ 3534 h 922125"/>
                <a:gd name="connsiteX1" fmla="*/ 786787 w 1622254"/>
                <a:gd name="connsiteY1" fmla="*/ 8503 h 922125"/>
                <a:gd name="connsiteX2" fmla="*/ 815499 w 1622254"/>
                <a:gd name="connsiteY2" fmla="*/ 29805 h 922125"/>
                <a:gd name="connsiteX3" fmla="*/ 859489 w 1622254"/>
                <a:gd name="connsiteY3" fmla="*/ 30581 h 922125"/>
                <a:gd name="connsiteX4" fmla="*/ 890146 w 1622254"/>
                <a:gd name="connsiteY4" fmla="*/ 13193 h 922125"/>
                <a:gd name="connsiteX5" fmla="*/ 902297 w 1622254"/>
                <a:gd name="connsiteY5" fmla="*/ 1703 h 922125"/>
                <a:gd name="connsiteX6" fmla="*/ 916774 w 1622254"/>
                <a:gd name="connsiteY6" fmla="*/ 394 h 922125"/>
                <a:gd name="connsiteX7" fmla="*/ 928125 w 1622254"/>
                <a:gd name="connsiteY7" fmla="*/ 0 h 922125"/>
                <a:gd name="connsiteX8" fmla="*/ 947571 w 1622254"/>
                <a:gd name="connsiteY8" fmla="*/ 15557 h 922125"/>
                <a:gd name="connsiteX9" fmla="*/ 985549 w 1622254"/>
                <a:gd name="connsiteY9" fmla="*/ 28484 h 922125"/>
                <a:gd name="connsiteX10" fmla="*/ 1010614 w 1622254"/>
                <a:gd name="connsiteY10" fmla="*/ 35690 h 922125"/>
                <a:gd name="connsiteX11" fmla="*/ 1030048 w 1622254"/>
                <a:gd name="connsiteY11" fmla="*/ 41169 h 922125"/>
                <a:gd name="connsiteX12" fmla="*/ 1075207 w 1622254"/>
                <a:gd name="connsiteY12" fmla="*/ 39478 h 922125"/>
                <a:gd name="connsiteX13" fmla="*/ 1081855 w 1622254"/>
                <a:gd name="connsiteY13" fmla="*/ 43011 h 922125"/>
                <a:gd name="connsiteX14" fmla="*/ 1099992 w 1622254"/>
                <a:gd name="connsiteY14" fmla="*/ 44969 h 922125"/>
                <a:gd name="connsiteX15" fmla="*/ 1127789 w 1622254"/>
                <a:gd name="connsiteY15" fmla="*/ 54120 h 922125"/>
                <a:gd name="connsiteX16" fmla="*/ 1154290 w 1622254"/>
                <a:gd name="connsiteY16" fmla="*/ 68101 h 922125"/>
                <a:gd name="connsiteX17" fmla="*/ 1175694 w 1622254"/>
                <a:gd name="connsiteY17" fmla="*/ 86404 h 922125"/>
                <a:gd name="connsiteX18" fmla="*/ 1192001 w 1622254"/>
                <a:gd name="connsiteY18" fmla="*/ 98301 h 922125"/>
                <a:gd name="connsiteX19" fmla="*/ 1210266 w 1622254"/>
                <a:gd name="connsiteY19" fmla="*/ 98301 h 922125"/>
                <a:gd name="connsiteX20" fmla="*/ 1222671 w 1622254"/>
                <a:gd name="connsiteY20" fmla="*/ 89671 h 922125"/>
                <a:gd name="connsiteX21" fmla="*/ 1236894 w 1622254"/>
                <a:gd name="connsiteY21" fmla="*/ 89671 h 922125"/>
                <a:gd name="connsiteX22" fmla="*/ 1253201 w 1622254"/>
                <a:gd name="connsiteY22" fmla="*/ 98301 h 922125"/>
                <a:gd name="connsiteX23" fmla="*/ 1269648 w 1622254"/>
                <a:gd name="connsiteY23" fmla="*/ 117252 h 922125"/>
                <a:gd name="connsiteX24" fmla="*/ 1306050 w 1622254"/>
                <a:gd name="connsiteY24" fmla="*/ 135542 h 922125"/>
                <a:gd name="connsiteX25" fmla="*/ 1326412 w 1622254"/>
                <a:gd name="connsiteY25" fmla="*/ 137359 h 922125"/>
                <a:gd name="connsiteX26" fmla="*/ 1351730 w 1622254"/>
                <a:gd name="connsiteY26" fmla="*/ 144566 h 922125"/>
                <a:gd name="connsiteX27" fmla="*/ 1381485 w 1622254"/>
                <a:gd name="connsiteY27" fmla="*/ 150311 h 922125"/>
                <a:gd name="connsiteX28" fmla="*/ 1420111 w 1622254"/>
                <a:gd name="connsiteY28" fmla="*/ 156196 h 922125"/>
                <a:gd name="connsiteX29" fmla="*/ 1425322 w 1622254"/>
                <a:gd name="connsiteY29" fmla="*/ 174893 h 922125"/>
                <a:gd name="connsiteX30" fmla="*/ 1435516 w 1622254"/>
                <a:gd name="connsiteY30" fmla="*/ 181807 h 922125"/>
                <a:gd name="connsiteX31" fmla="*/ 1460835 w 1622254"/>
                <a:gd name="connsiteY31" fmla="*/ 187819 h 922125"/>
                <a:gd name="connsiteX32" fmla="*/ 1472960 w 1622254"/>
                <a:gd name="connsiteY32" fmla="*/ 208346 h 922125"/>
                <a:gd name="connsiteX33" fmla="*/ 1485632 w 1622254"/>
                <a:gd name="connsiteY33" fmla="*/ 214358 h 922125"/>
                <a:gd name="connsiteX34" fmla="*/ 1513417 w 1622254"/>
                <a:gd name="connsiteY34" fmla="*/ 219722 h 922125"/>
                <a:gd name="connsiteX35" fmla="*/ 1515895 w 1622254"/>
                <a:gd name="connsiteY35" fmla="*/ 232266 h 922125"/>
                <a:gd name="connsiteX36" fmla="*/ 1545408 w 1622254"/>
                <a:gd name="connsiteY36" fmla="*/ 241672 h 922125"/>
                <a:gd name="connsiteX37" fmla="*/ 1561309 w 1622254"/>
                <a:gd name="connsiteY37" fmla="*/ 238151 h 922125"/>
                <a:gd name="connsiteX38" fmla="*/ 1575671 w 1622254"/>
                <a:gd name="connsiteY38" fmla="*/ 252781 h 922125"/>
                <a:gd name="connsiteX39" fmla="*/ 1576192 w 1622254"/>
                <a:gd name="connsiteY39" fmla="*/ 266241 h 922125"/>
                <a:gd name="connsiteX40" fmla="*/ 1583094 w 1622254"/>
                <a:gd name="connsiteY40" fmla="*/ 272914 h 922125"/>
                <a:gd name="connsiteX41" fmla="*/ 1594203 w 1622254"/>
                <a:gd name="connsiteY41" fmla="*/ 270702 h 922125"/>
                <a:gd name="connsiteX42" fmla="*/ 1602159 w 1622254"/>
                <a:gd name="connsiteY42" fmla="*/ 279714 h 922125"/>
                <a:gd name="connsiteX43" fmla="*/ 1606989 w 1622254"/>
                <a:gd name="connsiteY43" fmla="*/ 293822 h 922125"/>
                <a:gd name="connsiteX44" fmla="*/ 1622254 w 1622254"/>
                <a:gd name="connsiteY44" fmla="*/ 331990 h 922125"/>
                <a:gd name="connsiteX45" fmla="*/ 1609608 w 1622254"/>
                <a:gd name="connsiteY45" fmla="*/ 350674 h 922125"/>
                <a:gd name="connsiteX46" fmla="*/ 1606341 w 1622254"/>
                <a:gd name="connsiteY46" fmla="*/ 363880 h 922125"/>
                <a:gd name="connsiteX47" fmla="*/ 1596936 w 1622254"/>
                <a:gd name="connsiteY47" fmla="*/ 371074 h 922125"/>
                <a:gd name="connsiteX48" fmla="*/ 1559224 w 1622254"/>
                <a:gd name="connsiteY48" fmla="*/ 368316 h 922125"/>
                <a:gd name="connsiteX49" fmla="*/ 1546832 w 1622254"/>
                <a:gd name="connsiteY49" fmla="*/ 374074 h 922125"/>
                <a:gd name="connsiteX50" fmla="*/ 1533906 w 1622254"/>
                <a:gd name="connsiteY50" fmla="*/ 368850 h 922125"/>
                <a:gd name="connsiteX51" fmla="*/ 1511599 w 1622254"/>
                <a:gd name="connsiteY51" fmla="*/ 370286 h 922125"/>
                <a:gd name="connsiteX52" fmla="*/ 1493322 w 1622254"/>
                <a:gd name="connsiteY52" fmla="*/ 374214 h 922125"/>
                <a:gd name="connsiteX53" fmla="*/ 1477142 w 1622254"/>
                <a:gd name="connsiteY53" fmla="*/ 368850 h 922125"/>
                <a:gd name="connsiteX54" fmla="*/ 1474015 w 1622254"/>
                <a:gd name="connsiteY54" fmla="*/ 371583 h 922125"/>
                <a:gd name="connsiteX55" fmla="*/ 1471003 w 1622254"/>
                <a:gd name="connsiteY55" fmla="*/ 374341 h 922125"/>
                <a:gd name="connsiteX56" fmla="*/ 1475439 w 1622254"/>
                <a:gd name="connsiteY56" fmla="*/ 390686 h 922125"/>
                <a:gd name="connsiteX57" fmla="*/ 1469452 w 1622254"/>
                <a:gd name="connsiteY57" fmla="*/ 399698 h 922125"/>
                <a:gd name="connsiteX58" fmla="*/ 1460313 w 1622254"/>
                <a:gd name="connsiteY58" fmla="*/ 393406 h 922125"/>
                <a:gd name="connsiteX59" fmla="*/ 1449332 w 1622254"/>
                <a:gd name="connsiteY59" fmla="*/ 389758 h 922125"/>
                <a:gd name="connsiteX60" fmla="*/ 1416718 w 1622254"/>
                <a:gd name="connsiteY60" fmla="*/ 396418 h 922125"/>
                <a:gd name="connsiteX61" fmla="*/ 1402114 w 1622254"/>
                <a:gd name="connsiteY61" fmla="*/ 392898 h 922125"/>
                <a:gd name="connsiteX62" fmla="*/ 1363602 w 1622254"/>
                <a:gd name="connsiteY62" fmla="*/ 372117 h 922125"/>
                <a:gd name="connsiteX63" fmla="*/ 1353421 w 1622254"/>
                <a:gd name="connsiteY63" fmla="*/ 370541 h 922125"/>
                <a:gd name="connsiteX64" fmla="*/ 1337774 w 1622254"/>
                <a:gd name="connsiteY64" fmla="*/ 374849 h 922125"/>
                <a:gd name="connsiteX65" fmla="*/ 1270309 w 1622254"/>
                <a:gd name="connsiteY65" fmla="*/ 350420 h 922125"/>
                <a:gd name="connsiteX66" fmla="*/ 1266902 w 1622254"/>
                <a:gd name="connsiteY66" fmla="*/ 344803 h 922125"/>
                <a:gd name="connsiteX67" fmla="*/ 1249566 w 1622254"/>
                <a:gd name="connsiteY67" fmla="*/ 339706 h 922125"/>
                <a:gd name="connsiteX68" fmla="*/ 1220955 w 1622254"/>
                <a:gd name="connsiteY68" fmla="*/ 337736 h 922125"/>
                <a:gd name="connsiteX69" fmla="*/ 1199437 w 1622254"/>
                <a:gd name="connsiteY69" fmla="*/ 328851 h 922125"/>
                <a:gd name="connsiteX70" fmla="*/ 1141631 w 1622254"/>
                <a:gd name="connsiteY70" fmla="*/ 327301 h 922125"/>
                <a:gd name="connsiteX71" fmla="*/ 1099992 w 1622254"/>
                <a:gd name="connsiteY71" fmla="*/ 329372 h 922125"/>
                <a:gd name="connsiteX72" fmla="*/ 1086023 w 1622254"/>
                <a:gd name="connsiteY72" fmla="*/ 335778 h 922125"/>
                <a:gd name="connsiteX73" fmla="*/ 1072716 w 1622254"/>
                <a:gd name="connsiteY73" fmla="*/ 336566 h 922125"/>
                <a:gd name="connsiteX74" fmla="*/ 1053142 w 1622254"/>
                <a:gd name="connsiteY74" fmla="*/ 333554 h 922125"/>
                <a:gd name="connsiteX75" fmla="*/ 1016600 w 1622254"/>
                <a:gd name="connsiteY75" fmla="*/ 331864 h 922125"/>
                <a:gd name="connsiteX76" fmla="*/ 981495 w 1622254"/>
                <a:gd name="connsiteY76" fmla="*/ 339706 h 922125"/>
                <a:gd name="connsiteX77" fmla="*/ 908297 w 1622254"/>
                <a:gd name="connsiteY77" fmla="*/ 346239 h 922125"/>
                <a:gd name="connsiteX78" fmla="*/ 827384 w 1622254"/>
                <a:gd name="connsiteY78" fmla="*/ 365317 h 922125"/>
                <a:gd name="connsiteX79" fmla="*/ 812246 w 1622254"/>
                <a:gd name="connsiteY79" fmla="*/ 360093 h 922125"/>
                <a:gd name="connsiteX80" fmla="*/ 801404 w 1622254"/>
                <a:gd name="connsiteY80" fmla="*/ 352251 h 922125"/>
                <a:gd name="connsiteX81" fmla="*/ 778042 w 1622254"/>
                <a:gd name="connsiteY81" fmla="*/ 338524 h 922125"/>
                <a:gd name="connsiteX82" fmla="*/ 765650 w 1622254"/>
                <a:gd name="connsiteY82" fmla="*/ 334596 h 922125"/>
                <a:gd name="connsiteX83" fmla="*/ 752597 w 1622254"/>
                <a:gd name="connsiteY83" fmla="*/ 337481 h 922125"/>
                <a:gd name="connsiteX84" fmla="*/ 742162 w 1622254"/>
                <a:gd name="connsiteY84" fmla="*/ 344269 h 922125"/>
                <a:gd name="connsiteX85" fmla="*/ 718673 w 1622254"/>
                <a:gd name="connsiteY85" fmla="*/ 353166 h 922125"/>
                <a:gd name="connsiteX86" fmla="*/ 702239 w 1622254"/>
                <a:gd name="connsiteY86" fmla="*/ 368062 h 922125"/>
                <a:gd name="connsiteX87" fmla="*/ 698705 w 1622254"/>
                <a:gd name="connsiteY87" fmla="*/ 376032 h 922125"/>
                <a:gd name="connsiteX88" fmla="*/ 697930 w 1622254"/>
                <a:gd name="connsiteY88" fmla="*/ 402176 h 922125"/>
                <a:gd name="connsiteX89" fmla="*/ 687215 w 1622254"/>
                <a:gd name="connsiteY89" fmla="*/ 420860 h 922125"/>
                <a:gd name="connsiteX90" fmla="*/ 590516 w 1622254"/>
                <a:gd name="connsiteY90" fmla="*/ 465842 h 922125"/>
                <a:gd name="connsiteX91" fmla="*/ 555156 w 1622254"/>
                <a:gd name="connsiteY91" fmla="*/ 465715 h 922125"/>
                <a:gd name="connsiteX92" fmla="*/ 535328 w 1622254"/>
                <a:gd name="connsiteY92" fmla="*/ 493804 h 922125"/>
                <a:gd name="connsiteX93" fmla="*/ 523190 w 1622254"/>
                <a:gd name="connsiteY93" fmla="*/ 496944 h 922125"/>
                <a:gd name="connsiteX94" fmla="*/ 513657 w 1622254"/>
                <a:gd name="connsiteY94" fmla="*/ 517725 h 922125"/>
                <a:gd name="connsiteX95" fmla="*/ 504265 w 1622254"/>
                <a:gd name="connsiteY95" fmla="*/ 524525 h 922125"/>
                <a:gd name="connsiteX96" fmla="*/ 474103 w 1622254"/>
                <a:gd name="connsiteY96" fmla="*/ 514725 h 922125"/>
                <a:gd name="connsiteX97" fmla="*/ 446319 w 1622254"/>
                <a:gd name="connsiteY97" fmla="*/ 500477 h 922125"/>
                <a:gd name="connsiteX98" fmla="*/ 439277 w 1622254"/>
                <a:gd name="connsiteY98" fmla="*/ 480458 h 922125"/>
                <a:gd name="connsiteX99" fmla="*/ 428957 w 1622254"/>
                <a:gd name="connsiteY99" fmla="*/ 468702 h 922125"/>
                <a:gd name="connsiteX100" fmla="*/ 425042 w 1622254"/>
                <a:gd name="connsiteY100" fmla="*/ 456284 h 922125"/>
                <a:gd name="connsiteX101" fmla="*/ 426872 w 1622254"/>
                <a:gd name="connsiteY101" fmla="*/ 443345 h 922125"/>
                <a:gd name="connsiteX102" fmla="*/ 411340 w 1622254"/>
                <a:gd name="connsiteY102" fmla="*/ 433672 h 922125"/>
                <a:gd name="connsiteX103" fmla="*/ 376108 w 1622254"/>
                <a:gd name="connsiteY103" fmla="*/ 433939 h 922125"/>
                <a:gd name="connsiteX104" fmla="*/ 328737 w 1622254"/>
                <a:gd name="connsiteY104" fmla="*/ 444514 h 922125"/>
                <a:gd name="connsiteX105" fmla="*/ 325864 w 1622254"/>
                <a:gd name="connsiteY105" fmla="*/ 450272 h 922125"/>
                <a:gd name="connsiteX106" fmla="*/ 301067 w 1622254"/>
                <a:gd name="connsiteY106" fmla="*/ 466884 h 922125"/>
                <a:gd name="connsiteX107" fmla="*/ 283984 w 1622254"/>
                <a:gd name="connsiteY107" fmla="*/ 485174 h 922125"/>
                <a:gd name="connsiteX108" fmla="*/ 275100 w 1622254"/>
                <a:gd name="connsiteY108" fmla="*/ 490538 h 922125"/>
                <a:gd name="connsiteX109" fmla="*/ 273269 w 1622254"/>
                <a:gd name="connsiteY109" fmla="*/ 494706 h 922125"/>
                <a:gd name="connsiteX110" fmla="*/ 274197 w 1622254"/>
                <a:gd name="connsiteY110" fmla="*/ 503998 h 922125"/>
                <a:gd name="connsiteX111" fmla="*/ 252653 w 1622254"/>
                <a:gd name="connsiteY111" fmla="*/ 542039 h 922125"/>
                <a:gd name="connsiteX112" fmla="*/ 230741 w 1622254"/>
                <a:gd name="connsiteY112" fmla="*/ 568045 h 922125"/>
                <a:gd name="connsiteX113" fmla="*/ 234656 w 1622254"/>
                <a:gd name="connsiteY113" fmla="*/ 577310 h 922125"/>
                <a:gd name="connsiteX114" fmla="*/ 216112 w 1622254"/>
                <a:gd name="connsiteY114" fmla="*/ 619534 h 922125"/>
                <a:gd name="connsiteX115" fmla="*/ 198889 w 1622254"/>
                <a:gd name="connsiteY115" fmla="*/ 628939 h 922125"/>
                <a:gd name="connsiteX116" fmla="*/ 200326 w 1622254"/>
                <a:gd name="connsiteY116" fmla="*/ 644763 h 922125"/>
                <a:gd name="connsiteX117" fmla="*/ 184667 w 1622254"/>
                <a:gd name="connsiteY117" fmla="*/ 671823 h 922125"/>
                <a:gd name="connsiteX118" fmla="*/ 170444 w 1622254"/>
                <a:gd name="connsiteY118" fmla="*/ 682004 h 922125"/>
                <a:gd name="connsiteX119" fmla="*/ 145125 w 1622254"/>
                <a:gd name="connsiteY119" fmla="*/ 723185 h 922125"/>
                <a:gd name="connsiteX120" fmla="*/ 130648 w 1622254"/>
                <a:gd name="connsiteY120" fmla="*/ 741488 h 922125"/>
                <a:gd name="connsiteX121" fmla="*/ 108710 w 1622254"/>
                <a:gd name="connsiteY121" fmla="*/ 745670 h 922125"/>
                <a:gd name="connsiteX122" fmla="*/ 98148 w 1622254"/>
                <a:gd name="connsiteY122" fmla="*/ 764608 h 922125"/>
                <a:gd name="connsiteX123" fmla="*/ 93573 w 1622254"/>
                <a:gd name="connsiteY123" fmla="*/ 800832 h 922125"/>
                <a:gd name="connsiteX124" fmla="*/ 96585 w 1622254"/>
                <a:gd name="connsiteY124" fmla="*/ 821601 h 922125"/>
                <a:gd name="connsiteX125" fmla="*/ 50637 w 1622254"/>
                <a:gd name="connsiteY125" fmla="*/ 900022 h 922125"/>
                <a:gd name="connsiteX126" fmla="*/ 12926 w 1622254"/>
                <a:gd name="connsiteY126" fmla="*/ 922125 h 922125"/>
                <a:gd name="connsiteX127" fmla="*/ 0 w 1622254"/>
                <a:gd name="connsiteY127" fmla="*/ 914537 h 922125"/>
                <a:gd name="connsiteX128" fmla="*/ 3012 w 1622254"/>
                <a:gd name="connsiteY128" fmla="*/ 911525 h 922125"/>
                <a:gd name="connsiteX129" fmla="*/ 13969 w 1622254"/>
                <a:gd name="connsiteY129" fmla="*/ 900149 h 922125"/>
                <a:gd name="connsiteX130" fmla="*/ 13702 w 1622254"/>
                <a:gd name="connsiteY130" fmla="*/ 887605 h 922125"/>
                <a:gd name="connsiteX131" fmla="*/ 13320 w 1622254"/>
                <a:gd name="connsiteY131" fmla="*/ 872314 h 922125"/>
                <a:gd name="connsiteX132" fmla="*/ 5618 w 1622254"/>
                <a:gd name="connsiteY132" fmla="*/ 855981 h 922125"/>
                <a:gd name="connsiteX133" fmla="*/ 9266 w 1622254"/>
                <a:gd name="connsiteY133" fmla="*/ 836242 h 922125"/>
                <a:gd name="connsiteX134" fmla="*/ 13841 w 1622254"/>
                <a:gd name="connsiteY134" fmla="*/ 799002 h 922125"/>
                <a:gd name="connsiteX135" fmla="*/ 13575 w 1622254"/>
                <a:gd name="connsiteY135" fmla="*/ 784092 h 922125"/>
                <a:gd name="connsiteX136" fmla="*/ 23882 w 1622254"/>
                <a:gd name="connsiteY136" fmla="*/ 771014 h 922125"/>
                <a:gd name="connsiteX137" fmla="*/ 31852 w 1622254"/>
                <a:gd name="connsiteY137" fmla="*/ 752851 h 922125"/>
                <a:gd name="connsiteX138" fmla="*/ 41766 w 1622254"/>
                <a:gd name="connsiteY138" fmla="*/ 747627 h 922125"/>
                <a:gd name="connsiteX139" fmla="*/ 48680 w 1622254"/>
                <a:gd name="connsiteY139" fmla="*/ 726452 h 922125"/>
                <a:gd name="connsiteX140" fmla="*/ 53396 w 1622254"/>
                <a:gd name="connsiteY140" fmla="*/ 708416 h 922125"/>
                <a:gd name="connsiteX141" fmla="*/ 46202 w 1622254"/>
                <a:gd name="connsiteY141" fmla="*/ 689719 h 922125"/>
                <a:gd name="connsiteX142" fmla="*/ 52989 w 1622254"/>
                <a:gd name="connsiteY142" fmla="*/ 649733 h 922125"/>
                <a:gd name="connsiteX143" fmla="*/ 64085 w 1622254"/>
                <a:gd name="connsiteY143" fmla="*/ 642539 h 922125"/>
                <a:gd name="connsiteX144" fmla="*/ 76223 w 1622254"/>
                <a:gd name="connsiteY144" fmla="*/ 625952 h 922125"/>
                <a:gd name="connsiteX145" fmla="*/ 87446 w 1622254"/>
                <a:gd name="connsiteY145" fmla="*/ 608311 h 922125"/>
                <a:gd name="connsiteX146" fmla="*/ 104541 w 1622254"/>
                <a:gd name="connsiteY146" fmla="*/ 589868 h 922125"/>
                <a:gd name="connsiteX147" fmla="*/ 115892 w 1622254"/>
                <a:gd name="connsiteY147" fmla="*/ 563329 h 922125"/>
                <a:gd name="connsiteX148" fmla="*/ 130114 w 1622254"/>
                <a:gd name="connsiteY148" fmla="*/ 522809 h 922125"/>
                <a:gd name="connsiteX149" fmla="*/ 132593 w 1622254"/>
                <a:gd name="connsiteY149" fmla="*/ 498240 h 922125"/>
                <a:gd name="connsiteX150" fmla="*/ 140943 w 1622254"/>
                <a:gd name="connsiteY150" fmla="*/ 479950 h 922125"/>
                <a:gd name="connsiteX151" fmla="*/ 170965 w 1622254"/>
                <a:gd name="connsiteY151" fmla="*/ 441387 h 922125"/>
                <a:gd name="connsiteX152" fmla="*/ 184667 w 1622254"/>
                <a:gd name="connsiteY152" fmla="*/ 427406 h 922125"/>
                <a:gd name="connsiteX153" fmla="*/ 215603 w 1622254"/>
                <a:gd name="connsiteY153" fmla="*/ 383225 h 922125"/>
                <a:gd name="connsiteX154" fmla="*/ 237910 w 1622254"/>
                <a:gd name="connsiteY154" fmla="*/ 364415 h 922125"/>
                <a:gd name="connsiteX155" fmla="*/ 247430 w 1622254"/>
                <a:gd name="connsiteY155" fmla="*/ 363880 h 922125"/>
                <a:gd name="connsiteX156" fmla="*/ 269228 w 1622254"/>
                <a:gd name="connsiteY156" fmla="*/ 371850 h 922125"/>
                <a:gd name="connsiteX157" fmla="*/ 277070 w 1622254"/>
                <a:gd name="connsiteY157" fmla="*/ 356699 h 922125"/>
                <a:gd name="connsiteX158" fmla="*/ 287238 w 1622254"/>
                <a:gd name="connsiteY158" fmla="*/ 350674 h 922125"/>
                <a:gd name="connsiteX159" fmla="*/ 286323 w 1622254"/>
                <a:gd name="connsiteY159" fmla="*/ 326881 h 922125"/>
                <a:gd name="connsiteX160" fmla="*/ 303418 w 1622254"/>
                <a:gd name="connsiteY160" fmla="*/ 302058 h 922125"/>
                <a:gd name="connsiteX161" fmla="*/ 305897 w 1622254"/>
                <a:gd name="connsiteY161" fmla="*/ 275392 h 922125"/>
                <a:gd name="connsiteX162" fmla="*/ 318556 w 1622254"/>
                <a:gd name="connsiteY162" fmla="*/ 267817 h 922125"/>
                <a:gd name="connsiteX163" fmla="*/ 339172 w 1622254"/>
                <a:gd name="connsiteY163" fmla="*/ 255539 h 922125"/>
                <a:gd name="connsiteX164" fmla="*/ 343608 w 1622254"/>
                <a:gd name="connsiteY164" fmla="*/ 247824 h 922125"/>
                <a:gd name="connsiteX165" fmla="*/ 357970 w 1622254"/>
                <a:gd name="connsiteY165" fmla="*/ 230030 h 922125"/>
                <a:gd name="connsiteX166" fmla="*/ 365927 w 1622254"/>
                <a:gd name="connsiteY166" fmla="*/ 215400 h 922125"/>
                <a:gd name="connsiteX167" fmla="*/ 394639 w 1622254"/>
                <a:gd name="connsiteY167" fmla="*/ 193958 h 922125"/>
                <a:gd name="connsiteX168" fmla="*/ 407044 w 1622254"/>
                <a:gd name="connsiteY168" fmla="*/ 175401 h 922125"/>
                <a:gd name="connsiteX169" fmla="*/ 421915 w 1622254"/>
                <a:gd name="connsiteY169" fmla="*/ 162996 h 922125"/>
                <a:gd name="connsiteX170" fmla="*/ 431842 w 1622254"/>
                <a:gd name="connsiteY170" fmla="*/ 162868 h 922125"/>
                <a:gd name="connsiteX171" fmla="*/ 486903 w 1622254"/>
                <a:gd name="connsiteY171" fmla="*/ 153069 h 922125"/>
                <a:gd name="connsiteX172" fmla="*/ 500083 w 1622254"/>
                <a:gd name="connsiteY172" fmla="*/ 153972 h 922125"/>
                <a:gd name="connsiteX173" fmla="*/ 513657 w 1622254"/>
                <a:gd name="connsiteY173" fmla="*/ 165602 h 922125"/>
                <a:gd name="connsiteX174" fmla="*/ 529850 w 1622254"/>
                <a:gd name="connsiteY174" fmla="*/ 171080 h 922125"/>
                <a:gd name="connsiteX175" fmla="*/ 546933 w 1622254"/>
                <a:gd name="connsiteY175" fmla="*/ 166911 h 922125"/>
                <a:gd name="connsiteX176" fmla="*/ 551115 w 1622254"/>
                <a:gd name="connsiteY176" fmla="*/ 159462 h 922125"/>
                <a:gd name="connsiteX177" fmla="*/ 574857 w 1622254"/>
                <a:gd name="connsiteY177" fmla="*/ 142214 h 922125"/>
                <a:gd name="connsiteX178" fmla="*/ 605260 w 1622254"/>
                <a:gd name="connsiteY178" fmla="*/ 137105 h 922125"/>
                <a:gd name="connsiteX179" fmla="*/ 631761 w 1622254"/>
                <a:gd name="connsiteY179" fmla="*/ 127967 h 922125"/>
                <a:gd name="connsiteX180" fmla="*/ 645589 w 1622254"/>
                <a:gd name="connsiteY180" fmla="*/ 113451 h 922125"/>
                <a:gd name="connsiteX181" fmla="*/ 656037 w 1622254"/>
                <a:gd name="connsiteY181" fmla="*/ 116209 h 922125"/>
                <a:gd name="connsiteX182" fmla="*/ 659685 w 1622254"/>
                <a:gd name="connsiteY182" fmla="*/ 113184 h 922125"/>
                <a:gd name="connsiteX183" fmla="*/ 660473 w 1622254"/>
                <a:gd name="connsiteY183" fmla="*/ 94107 h 922125"/>
                <a:gd name="connsiteX184" fmla="*/ 679399 w 1622254"/>
                <a:gd name="connsiteY184" fmla="*/ 77507 h 922125"/>
                <a:gd name="connsiteX185" fmla="*/ 695439 w 1622254"/>
                <a:gd name="connsiteY185" fmla="*/ 78041 h 922125"/>
                <a:gd name="connsiteX186" fmla="*/ 701718 w 1622254"/>
                <a:gd name="connsiteY186" fmla="*/ 70961 h 922125"/>
                <a:gd name="connsiteX187" fmla="*/ 711492 w 1622254"/>
                <a:gd name="connsiteY187" fmla="*/ 45871 h 922125"/>
                <a:gd name="connsiteX188" fmla="*/ 730684 w 1622254"/>
                <a:gd name="connsiteY188" fmla="*/ 39745 h 922125"/>
                <a:gd name="connsiteX189" fmla="*/ 749076 w 1622254"/>
                <a:gd name="connsiteY189" fmla="*/ 10969 h 922125"/>
                <a:gd name="connsiteX190" fmla="*/ 761735 w 1622254"/>
                <a:gd name="connsiteY190" fmla="*/ 3534 h 92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1622254" h="922125">
                  <a:moveTo>
                    <a:pt x="761735" y="3534"/>
                  </a:moveTo>
                  <a:lnTo>
                    <a:pt x="786787" y="8503"/>
                  </a:lnTo>
                  <a:lnTo>
                    <a:pt x="815499" y="29805"/>
                  </a:lnTo>
                  <a:lnTo>
                    <a:pt x="859489" y="30581"/>
                  </a:lnTo>
                  <a:lnTo>
                    <a:pt x="890146" y="13193"/>
                  </a:lnTo>
                  <a:lnTo>
                    <a:pt x="902297" y="1703"/>
                  </a:lnTo>
                  <a:lnTo>
                    <a:pt x="916774" y="394"/>
                  </a:lnTo>
                  <a:lnTo>
                    <a:pt x="928125" y="0"/>
                  </a:lnTo>
                  <a:lnTo>
                    <a:pt x="947571" y="15557"/>
                  </a:lnTo>
                  <a:lnTo>
                    <a:pt x="985549" y="28484"/>
                  </a:lnTo>
                  <a:lnTo>
                    <a:pt x="1010614" y="35690"/>
                  </a:lnTo>
                  <a:lnTo>
                    <a:pt x="1030048" y="41169"/>
                  </a:lnTo>
                  <a:lnTo>
                    <a:pt x="1075207" y="39478"/>
                  </a:lnTo>
                  <a:lnTo>
                    <a:pt x="1081855" y="43011"/>
                  </a:lnTo>
                  <a:lnTo>
                    <a:pt x="1099992" y="44969"/>
                  </a:lnTo>
                  <a:lnTo>
                    <a:pt x="1127789" y="54120"/>
                  </a:lnTo>
                  <a:lnTo>
                    <a:pt x="1154290" y="68101"/>
                  </a:lnTo>
                  <a:lnTo>
                    <a:pt x="1175694" y="86404"/>
                  </a:lnTo>
                  <a:lnTo>
                    <a:pt x="1192001" y="98301"/>
                  </a:lnTo>
                  <a:lnTo>
                    <a:pt x="1210266" y="98301"/>
                  </a:lnTo>
                  <a:lnTo>
                    <a:pt x="1222671" y="89671"/>
                  </a:lnTo>
                  <a:lnTo>
                    <a:pt x="1236894" y="89671"/>
                  </a:lnTo>
                  <a:lnTo>
                    <a:pt x="1253201" y="98301"/>
                  </a:lnTo>
                  <a:lnTo>
                    <a:pt x="1269648" y="117252"/>
                  </a:lnTo>
                  <a:lnTo>
                    <a:pt x="1306050" y="135542"/>
                  </a:lnTo>
                  <a:lnTo>
                    <a:pt x="1326412" y="137359"/>
                  </a:lnTo>
                  <a:lnTo>
                    <a:pt x="1351730" y="144566"/>
                  </a:lnTo>
                  <a:lnTo>
                    <a:pt x="1381485" y="150311"/>
                  </a:lnTo>
                  <a:lnTo>
                    <a:pt x="1420111" y="156196"/>
                  </a:lnTo>
                  <a:lnTo>
                    <a:pt x="1425322" y="174893"/>
                  </a:lnTo>
                  <a:lnTo>
                    <a:pt x="1435516" y="181807"/>
                  </a:lnTo>
                  <a:lnTo>
                    <a:pt x="1460835" y="187819"/>
                  </a:lnTo>
                  <a:lnTo>
                    <a:pt x="1472960" y="208346"/>
                  </a:lnTo>
                  <a:lnTo>
                    <a:pt x="1485632" y="214358"/>
                  </a:lnTo>
                  <a:lnTo>
                    <a:pt x="1513417" y="219722"/>
                  </a:lnTo>
                  <a:lnTo>
                    <a:pt x="1515895" y="232266"/>
                  </a:lnTo>
                  <a:lnTo>
                    <a:pt x="1545408" y="241672"/>
                  </a:lnTo>
                  <a:lnTo>
                    <a:pt x="1561309" y="238151"/>
                  </a:lnTo>
                  <a:lnTo>
                    <a:pt x="1575671" y="252781"/>
                  </a:lnTo>
                  <a:lnTo>
                    <a:pt x="1576192" y="266241"/>
                  </a:lnTo>
                  <a:lnTo>
                    <a:pt x="1583094" y="272914"/>
                  </a:lnTo>
                  <a:lnTo>
                    <a:pt x="1594203" y="270702"/>
                  </a:lnTo>
                  <a:lnTo>
                    <a:pt x="1602159" y="279714"/>
                  </a:lnTo>
                  <a:lnTo>
                    <a:pt x="1606989" y="293822"/>
                  </a:lnTo>
                  <a:lnTo>
                    <a:pt x="1622254" y="331990"/>
                  </a:lnTo>
                  <a:lnTo>
                    <a:pt x="1609608" y="350674"/>
                  </a:lnTo>
                  <a:lnTo>
                    <a:pt x="1606341" y="363880"/>
                  </a:lnTo>
                  <a:lnTo>
                    <a:pt x="1596936" y="371074"/>
                  </a:lnTo>
                  <a:lnTo>
                    <a:pt x="1559224" y="368316"/>
                  </a:lnTo>
                  <a:lnTo>
                    <a:pt x="1546832" y="374074"/>
                  </a:lnTo>
                  <a:lnTo>
                    <a:pt x="1533906" y="368850"/>
                  </a:lnTo>
                  <a:lnTo>
                    <a:pt x="1511599" y="370286"/>
                  </a:lnTo>
                  <a:lnTo>
                    <a:pt x="1493322" y="374214"/>
                  </a:lnTo>
                  <a:lnTo>
                    <a:pt x="1477142" y="368850"/>
                  </a:lnTo>
                  <a:lnTo>
                    <a:pt x="1474015" y="371583"/>
                  </a:lnTo>
                  <a:lnTo>
                    <a:pt x="1471003" y="374341"/>
                  </a:lnTo>
                  <a:lnTo>
                    <a:pt x="1475439" y="390686"/>
                  </a:lnTo>
                  <a:lnTo>
                    <a:pt x="1469452" y="399698"/>
                  </a:lnTo>
                  <a:lnTo>
                    <a:pt x="1460313" y="393406"/>
                  </a:lnTo>
                  <a:lnTo>
                    <a:pt x="1449332" y="389758"/>
                  </a:lnTo>
                  <a:lnTo>
                    <a:pt x="1416718" y="396418"/>
                  </a:lnTo>
                  <a:lnTo>
                    <a:pt x="1402114" y="392898"/>
                  </a:lnTo>
                  <a:lnTo>
                    <a:pt x="1363602" y="372117"/>
                  </a:lnTo>
                  <a:lnTo>
                    <a:pt x="1353421" y="370541"/>
                  </a:lnTo>
                  <a:lnTo>
                    <a:pt x="1337774" y="374849"/>
                  </a:lnTo>
                  <a:lnTo>
                    <a:pt x="1270309" y="350420"/>
                  </a:lnTo>
                  <a:lnTo>
                    <a:pt x="1266902" y="344803"/>
                  </a:lnTo>
                  <a:lnTo>
                    <a:pt x="1249566" y="339706"/>
                  </a:lnTo>
                  <a:lnTo>
                    <a:pt x="1220955" y="337736"/>
                  </a:lnTo>
                  <a:lnTo>
                    <a:pt x="1199437" y="328851"/>
                  </a:lnTo>
                  <a:lnTo>
                    <a:pt x="1141631" y="327301"/>
                  </a:lnTo>
                  <a:lnTo>
                    <a:pt x="1099992" y="329372"/>
                  </a:lnTo>
                  <a:lnTo>
                    <a:pt x="1086023" y="335778"/>
                  </a:lnTo>
                  <a:lnTo>
                    <a:pt x="1072716" y="336566"/>
                  </a:lnTo>
                  <a:lnTo>
                    <a:pt x="1053142" y="333554"/>
                  </a:lnTo>
                  <a:lnTo>
                    <a:pt x="1016600" y="331864"/>
                  </a:lnTo>
                  <a:lnTo>
                    <a:pt x="981495" y="339706"/>
                  </a:lnTo>
                  <a:lnTo>
                    <a:pt x="908297" y="346239"/>
                  </a:lnTo>
                  <a:lnTo>
                    <a:pt x="827384" y="365317"/>
                  </a:lnTo>
                  <a:lnTo>
                    <a:pt x="812246" y="360093"/>
                  </a:lnTo>
                  <a:lnTo>
                    <a:pt x="801404" y="352251"/>
                  </a:lnTo>
                  <a:lnTo>
                    <a:pt x="778042" y="338524"/>
                  </a:lnTo>
                  <a:lnTo>
                    <a:pt x="765650" y="334596"/>
                  </a:lnTo>
                  <a:lnTo>
                    <a:pt x="752597" y="337481"/>
                  </a:lnTo>
                  <a:lnTo>
                    <a:pt x="742162" y="344269"/>
                  </a:lnTo>
                  <a:lnTo>
                    <a:pt x="718673" y="353166"/>
                  </a:lnTo>
                  <a:lnTo>
                    <a:pt x="702239" y="368062"/>
                  </a:lnTo>
                  <a:lnTo>
                    <a:pt x="698705" y="376032"/>
                  </a:lnTo>
                  <a:lnTo>
                    <a:pt x="697930" y="402176"/>
                  </a:lnTo>
                  <a:lnTo>
                    <a:pt x="687215" y="420860"/>
                  </a:lnTo>
                  <a:lnTo>
                    <a:pt x="590516" y="465842"/>
                  </a:lnTo>
                  <a:lnTo>
                    <a:pt x="555156" y="465715"/>
                  </a:lnTo>
                  <a:lnTo>
                    <a:pt x="535328" y="493804"/>
                  </a:lnTo>
                  <a:lnTo>
                    <a:pt x="523190" y="496944"/>
                  </a:lnTo>
                  <a:lnTo>
                    <a:pt x="513657" y="517725"/>
                  </a:lnTo>
                  <a:lnTo>
                    <a:pt x="504265" y="524525"/>
                  </a:lnTo>
                  <a:lnTo>
                    <a:pt x="474103" y="514725"/>
                  </a:lnTo>
                  <a:lnTo>
                    <a:pt x="446319" y="500477"/>
                  </a:lnTo>
                  <a:lnTo>
                    <a:pt x="439277" y="480458"/>
                  </a:lnTo>
                  <a:lnTo>
                    <a:pt x="428957" y="468702"/>
                  </a:lnTo>
                  <a:lnTo>
                    <a:pt x="425042" y="456284"/>
                  </a:lnTo>
                  <a:lnTo>
                    <a:pt x="426872" y="443345"/>
                  </a:lnTo>
                  <a:lnTo>
                    <a:pt x="411340" y="433672"/>
                  </a:lnTo>
                  <a:lnTo>
                    <a:pt x="376108" y="433939"/>
                  </a:lnTo>
                  <a:lnTo>
                    <a:pt x="328737" y="444514"/>
                  </a:lnTo>
                  <a:lnTo>
                    <a:pt x="325864" y="450272"/>
                  </a:lnTo>
                  <a:lnTo>
                    <a:pt x="301067" y="466884"/>
                  </a:lnTo>
                  <a:lnTo>
                    <a:pt x="283984" y="485174"/>
                  </a:lnTo>
                  <a:lnTo>
                    <a:pt x="275100" y="490538"/>
                  </a:lnTo>
                  <a:lnTo>
                    <a:pt x="273269" y="494706"/>
                  </a:lnTo>
                  <a:lnTo>
                    <a:pt x="274197" y="503998"/>
                  </a:lnTo>
                  <a:lnTo>
                    <a:pt x="252653" y="542039"/>
                  </a:lnTo>
                  <a:lnTo>
                    <a:pt x="230741" y="568045"/>
                  </a:lnTo>
                  <a:lnTo>
                    <a:pt x="234656" y="577310"/>
                  </a:lnTo>
                  <a:lnTo>
                    <a:pt x="216112" y="619534"/>
                  </a:lnTo>
                  <a:lnTo>
                    <a:pt x="198889" y="628939"/>
                  </a:lnTo>
                  <a:lnTo>
                    <a:pt x="200326" y="644763"/>
                  </a:lnTo>
                  <a:lnTo>
                    <a:pt x="184667" y="671823"/>
                  </a:lnTo>
                  <a:lnTo>
                    <a:pt x="170444" y="682004"/>
                  </a:lnTo>
                  <a:lnTo>
                    <a:pt x="145125" y="723185"/>
                  </a:lnTo>
                  <a:lnTo>
                    <a:pt x="130648" y="741488"/>
                  </a:lnTo>
                  <a:lnTo>
                    <a:pt x="108710" y="745670"/>
                  </a:lnTo>
                  <a:lnTo>
                    <a:pt x="98148" y="764608"/>
                  </a:lnTo>
                  <a:lnTo>
                    <a:pt x="93573" y="800832"/>
                  </a:lnTo>
                  <a:lnTo>
                    <a:pt x="96585" y="821601"/>
                  </a:lnTo>
                  <a:lnTo>
                    <a:pt x="50637" y="900022"/>
                  </a:lnTo>
                  <a:lnTo>
                    <a:pt x="12926" y="922125"/>
                  </a:lnTo>
                  <a:lnTo>
                    <a:pt x="0" y="914537"/>
                  </a:lnTo>
                  <a:lnTo>
                    <a:pt x="3012" y="911525"/>
                  </a:lnTo>
                  <a:lnTo>
                    <a:pt x="13969" y="900149"/>
                  </a:lnTo>
                  <a:lnTo>
                    <a:pt x="13702" y="887605"/>
                  </a:lnTo>
                  <a:lnTo>
                    <a:pt x="13320" y="872314"/>
                  </a:lnTo>
                  <a:lnTo>
                    <a:pt x="5618" y="855981"/>
                  </a:lnTo>
                  <a:lnTo>
                    <a:pt x="9266" y="836242"/>
                  </a:lnTo>
                  <a:lnTo>
                    <a:pt x="13841" y="799002"/>
                  </a:lnTo>
                  <a:lnTo>
                    <a:pt x="13575" y="784092"/>
                  </a:lnTo>
                  <a:lnTo>
                    <a:pt x="23882" y="771014"/>
                  </a:lnTo>
                  <a:lnTo>
                    <a:pt x="31852" y="752851"/>
                  </a:lnTo>
                  <a:lnTo>
                    <a:pt x="41766" y="747627"/>
                  </a:lnTo>
                  <a:lnTo>
                    <a:pt x="48680" y="726452"/>
                  </a:lnTo>
                  <a:lnTo>
                    <a:pt x="53396" y="708416"/>
                  </a:lnTo>
                  <a:lnTo>
                    <a:pt x="46202" y="689719"/>
                  </a:lnTo>
                  <a:lnTo>
                    <a:pt x="52989" y="649733"/>
                  </a:lnTo>
                  <a:lnTo>
                    <a:pt x="64085" y="642539"/>
                  </a:lnTo>
                  <a:lnTo>
                    <a:pt x="76223" y="625952"/>
                  </a:lnTo>
                  <a:lnTo>
                    <a:pt x="87446" y="608311"/>
                  </a:lnTo>
                  <a:lnTo>
                    <a:pt x="104541" y="589868"/>
                  </a:lnTo>
                  <a:lnTo>
                    <a:pt x="115892" y="563329"/>
                  </a:lnTo>
                  <a:lnTo>
                    <a:pt x="130114" y="522809"/>
                  </a:lnTo>
                  <a:lnTo>
                    <a:pt x="132593" y="498240"/>
                  </a:lnTo>
                  <a:lnTo>
                    <a:pt x="140943" y="479950"/>
                  </a:lnTo>
                  <a:lnTo>
                    <a:pt x="170965" y="441387"/>
                  </a:lnTo>
                  <a:lnTo>
                    <a:pt x="184667" y="427406"/>
                  </a:lnTo>
                  <a:lnTo>
                    <a:pt x="215603" y="383225"/>
                  </a:lnTo>
                  <a:lnTo>
                    <a:pt x="237910" y="364415"/>
                  </a:lnTo>
                  <a:lnTo>
                    <a:pt x="247430" y="363880"/>
                  </a:lnTo>
                  <a:lnTo>
                    <a:pt x="269228" y="371850"/>
                  </a:lnTo>
                  <a:lnTo>
                    <a:pt x="277070" y="356699"/>
                  </a:lnTo>
                  <a:lnTo>
                    <a:pt x="287238" y="350674"/>
                  </a:lnTo>
                  <a:lnTo>
                    <a:pt x="286323" y="326881"/>
                  </a:lnTo>
                  <a:lnTo>
                    <a:pt x="303418" y="302058"/>
                  </a:lnTo>
                  <a:lnTo>
                    <a:pt x="305897" y="275392"/>
                  </a:lnTo>
                  <a:lnTo>
                    <a:pt x="318556" y="267817"/>
                  </a:lnTo>
                  <a:lnTo>
                    <a:pt x="339172" y="255539"/>
                  </a:lnTo>
                  <a:lnTo>
                    <a:pt x="343608" y="247824"/>
                  </a:lnTo>
                  <a:lnTo>
                    <a:pt x="357970" y="230030"/>
                  </a:lnTo>
                  <a:lnTo>
                    <a:pt x="365927" y="215400"/>
                  </a:lnTo>
                  <a:lnTo>
                    <a:pt x="394639" y="193958"/>
                  </a:lnTo>
                  <a:lnTo>
                    <a:pt x="407044" y="175401"/>
                  </a:lnTo>
                  <a:lnTo>
                    <a:pt x="421915" y="162996"/>
                  </a:lnTo>
                  <a:lnTo>
                    <a:pt x="431842" y="162868"/>
                  </a:lnTo>
                  <a:lnTo>
                    <a:pt x="486903" y="153069"/>
                  </a:lnTo>
                  <a:lnTo>
                    <a:pt x="500083" y="153972"/>
                  </a:lnTo>
                  <a:lnTo>
                    <a:pt x="513657" y="165602"/>
                  </a:lnTo>
                  <a:lnTo>
                    <a:pt x="529850" y="171080"/>
                  </a:lnTo>
                  <a:lnTo>
                    <a:pt x="546933" y="166911"/>
                  </a:lnTo>
                  <a:lnTo>
                    <a:pt x="551115" y="159462"/>
                  </a:lnTo>
                  <a:lnTo>
                    <a:pt x="574857" y="142214"/>
                  </a:lnTo>
                  <a:lnTo>
                    <a:pt x="605260" y="137105"/>
                  </a:lnTo>
                  <a:lnTo>
                    <a:pt x="631761" y="127967"/>
                  </a:lnTo>
                  <a:lnTo>
                    <a:pt x="645589" y="113451"/>
                  </a:lnTo>
                  <a:lnTo>
                    <a:pt x="656037" y="116209"/>
                  </a:lnTo>
                  <a:lnTo>
                    <a:pt x="659685" y="113184"/>
                  </a:lnTo>
                  <a:lnTo>
                    <a:pt x="660473" y="94107"/>
                  </a:lnTo>
                  <a:lnTo>
                    <a:pt x="679399" y="77507"/>
                  </a:lnTo>
                  <a:lnTo>
                    <a:pt x="695439" y="78041"/>
                  </a:lnTo>
                  <a:lnTo>
                    <a:pt x="701718" y="70961"/>
                  </a:lnTo>
                  <a:lnTo>
                    <a:pt x="711492" y="45871"/>
                  </a:lnTo>
                  <a:lnTo>
                    <a:pt x="730684" y="39745"/>
                  </a:lnTo>
                  <a:lnTo>
                    <a:pt x="749076" y="10969"/>
                  </a:lnTo>
                  <a:lnTo>
                    <a:pt x="761735" y="3534"/>
                  </a:lnTo>
                  <a:close/>
                </a:path>
              </a:pathLst>
            </a:custGeom>
            <a:solidFill>
              <a:srgbClr val="BAE0DF"/>
            </a:solidFill>
            <a:ln w="12700" cap="flat">
              <a:noFill/>
              <a:prstDash val="solid"/>
              <a:miter/>
            </a:ln>
          </p:spPr>
          <p:txBody>
            <a:bodyPr rtlCol="0" anchor="ctr"/>
            <a:lstStyle/>
            <a:p>
              <a:endParaRPr lang="de-CH"/>
            </a:p>
          </p:txBody>
        </p:sp>
      </p:grpSp>
      <p:sp>
        <p:nvSpPr>
          <p:cNvPr id="160" name="Ellipse 159">
            <a:extLst>
              <a:ext uri="{FF2B5EF4-FFF2-40B4-BE49-F238E27FC236}">
                <a16:creationId xmlns:a16="http://schemas.microsoft.com/office/drawing/2014/main" id="{E8758645-2C03-A6CA-D95A-DED02DBF6201}"/>
              </a:ext>
            </a:extLst>
          </p:cNvPr>
          <p:cNvSpPr>
            <a:spLocks noChangeAspect="1"/>
          </p:cNvSpPr>
          <p:nvPr/>
        </p:nvSpPr>
        <p:spPr>
          <a:xfrm>
            <a:off x="2637795" y="4010652"/>
            <a:ext cx="144000" cy="14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61" name="Ellipse 160">
            <a:extLst>
              <a:ext uri="{FF2B5EF4-FFF2-40B4-BE49-F238E27FC236}">
                <a16:creationId xmlns:a16="http://schemas.microsoft.com/office/drawing/2014/main" id="{8AF1939A-E111-591A-1494-E86FB2FB50DD}"/>
              </a:ext>
            </a:extLst>
          </p:cNvPr>
          <p:cNvSpPr>
            <a:spLocks noChangeAspect="1"/>
          </p:cNvSpPr>
          <p:nvPr/>
        </p:nvSpPr>
        <p:spPr>
          <a:xfrm>
            <a:off x="5332768" y="2015617"/>
            <a:ext cx="144000" cy="14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62" name="Ellipse 161">
            <a:extLst>
              <a:ext uri="{FF2B5EF4-FFF2-40B4-BE49-F238E27FC236}">
                <a16:creationId xmlns:a16="http://schemas.microsoft.com/office/drawing/2014/main" id="{5541F165-3535-DD6A-DD80-9A36D87F8D1B}"/>
              </a:ext>
            </a:extLst>
          </p:cNvPr>
          <p:cNvSpPr>
            <a:spLocks noChangeAspect="1"/>
          </p:cNvSpPr>
          <p:nvPr/>
        </p:nvSpPr>
        <p:spPr>
          <a:xfrm>
            <a:off x="6509105" y="1779873"/>
            <a:ext cx="144000" cy="14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63" name="Ellipse 162">
            <a:extLst>
              <a:ext uri="{FF2B5EF4-FFF2-40B4-BE49-F238E27FC236}">
                <a16:creationId xmlns:a16="http://schemas.microsoft.com/office/drawing/2014/main" id="{2D7B83A0-D126-794D-B768-8630E89C4426}"/>
              </a:ext>
            </a:extLst>
          </p:cNvPr>
          <p:cNvSpPr>
            <a:spLocks noChangeAspect="1"/>
          </p:cNvSpPr>
          <p:nvPr/>
        </p:nvSpPr>
        <p:spPr>
          <a:xfrm>
            <a:off x="7378262" y="1179798"/>
            <a:ext cx="144000" cy="14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64" name="Ellipse 163">
            <a:extLst>
              <a:ext uri="{FF2B5EF4-FFF2-40B4-BE49-F238E27FC236}">
                <a16:creationId xmlns:a16="http://schemas.microsoft.com/office/drawing/2014/main" id="{ECF66172-A9E7-2D0E-004E-B337B72C993B}"/>
              </a:ext>
            </a:extLst>
          </p:cNvPr>
          <p:cNvSpPr>
            <a:spLocks noChangeAspect="1"/>
          </p:cNvSpPr>
          <p:nvPr/>
        </p:nvSpPr>
        <p:spPr>
          <a:xfrm>
            <a:off x="8739067" y="3014313"/>
            <a:ext cx="144000" cy="14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65" name="Ellipse 164">
            <a:extLst>
              <a:ext uri="{FF2B5EF4-FFF2-40B4-BE49-F238E27FC236}">
                <a16:creationId xmlns:a16="http://schemas.microsoft.com/office/drawing/2014/main" id="{9E28D9BE-ADA5-3FAB-6093-91ADD83CD156}"/>
              </a:ext>
            </a:extLst>
          </p:cNvPr>
          <p:cNvSpPr>
            <a:spLocks noChangeAspect="1"/>
          </p:cNvSpPr>
          <p:nvPr/>
        </p:nvSpPr>
        <p:spPr>
          <a:xfrm>
            <a:off x="7542886" y="5319363"/>
            <a:ext cx="144000" cy="14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66" name="Ellipse 165">
            <a:extLst>
              <a:ext uri="{FF2B5EF4-FFF2-40B4-BE49-F238E27FC236}">
                <a16:creationId xmlns:a16="http://schemas.microsoft.com/office/drawing/2014/main" id="{4D30437B-F6A3-4494-AEA2-CB3D0A187FE9}"/>
              </a:ext>
            </a:extLst>
          </p:cNvPr>
          <p:cNvSpPr>
            <a:spLocks noChangeAspect="1"/>
          </p:cNvSpPr>
          <p:nvPr/>
        </p:nvSpPr>
        <p:spPr>
          <a:xfrm>
            <a:off x="4148823" y="5224760"/>
            <a:ext cx="144000" cy="14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67" name="Textfeld 166">
            <a:extLst>
              <a:ext uri="{FF2B5EF4-FFF2-40B4-BE49-F238E27FC236}">
                <a16:creationId xmlns:a16="http://schemas.microsoft.com/office/drawing/2014/main" id="{F0B832D4-4B21-ADF2-39BD-3DD263CE27C4}"/>
              </a:ext>
            </a:extLst>
          </p:cNvPr>
          <p:cNvSpPr txBox="1"/>
          <p:nvPr/>
        </p:nvSpPr>
        <p:spPr>
          <a:xfrm>
            <a:off x="2854462" y="3924819"/>
            <a:ext cx="1359498" cy="307777"/>
          </a:xfrm>
          <a:prstGeom prst="rect">
            <a:avLst/>
          </a:prstGeom>
          <a:noFill/>
        </p:spPr>
        <p:txBody>
          <a:bodyPr wrap="square" lIns="0" tIns="0" rIns="0" bIns="0" rtlCol="0">
            <a:spAutoFit/>
          </a:bodyPr>
          <a:lstStyle/>
          <a:p>
            <a:r>
              <a:rPr lang="de-CH" sz="2000" dirty="0"/>
              <a:t>Daillens</a:t>
            </a:r>
          </a:p>
        </p:txBody>
      </p:sp>
      <p:sp>
        <p:nvSpPr>
          <p:cNvPr id="168" name="Textfeld 167">
            <a:extLst>
              <a:ext uri="{FF2B5EF4-FFF2-40B4-BE49-F238E27FC236}">
                <a16:creationId xmlns:a16="http://schemas.microsoft.com/office/drawing/2014/main" id="{4A4BCC2E-39C0-BD7E-B26B-52FA3720BA95}"/>
              </a:ext>
            </a:extLst>
          </p:cNvPr>
          <p:cNvSpPr txBox="1"/>
          <p:nvPr/>
        </p:nvSpPr>
        <p:spPr>
          <a:xfrm>
            <a:off x="4368627" y="5133667"/>
            <a:ext cx="1359498" cy="307777"/>
          </a:xfrm>
          <a:prstGeom prst="rect">
            <a:avLst/>
          </a:prstGeom>
          <a:noFill/>
        </p:spPr>
        <p:txBody>
          <a:bodyPr wrap="square" lIns="0" tIns="0" rIns="0" bIns="0" rtlCol="0">
            <a:spAutoFit/>
          </a:bodyPr>
          <a:lstStyle/>
          <a:p>
            <a:r>
              <a:rPr lang="de-CH" sz="2000" dirty="0" err="1"/>
              <a:t>Vétroz</a:t>
            </a:r>
            <a:endParaRPr lang="de-CH" sz="2000" dirty="0"/>
          </a:p>
        </p:txBody>
      </p:sp>
      <p:sp>
        <p:nvSpPr>
          <p:cNvPr id="169" name="Textfeld 168">
            <a:extLst>
              <a:ext uri="{FF2B5EF4-FFF2-40B4-BE49-F238E27FC236}">
                <a16:creationId xmlns:a16="http://schemas.microsoft.com/office/drawing/2014/main" id="{FE706C4F-61EB-F362-59DD-FC9B84CAECE6}"/>
              </a:ext>
            </a:extLst>
          </p:cNvPr>
          <p:cNvSpPr txBox="1"/>
          <p:nvPr/>
        </p:nvSpPr>
        <p:spPr>
          <a:xfrm>
            <a:off x="5548706" y="1927240"/>
            <a:ext cx="1359498" cy="307777"/>
          </a:xfrm>
          <a:prstGeom prst="rect">
            <a:avLst/>
          </a:prstGeom>
          <a:noFill/>
        </p:spPr>
        <p:txBody>
          <a:bodyPr wrap="square" lIns="0" tIns="0" rIns="0" bIns="0" rtlCol="0">
            <a:spAutoFit/>
          </a:bodyPr>
          <a:lstStyle/>
          <a:p>
            <a:r>
              <a:rPr lang="de-CH" sz="2000" dirty="0" err="1"/>
              <a:t>Härkingen</a:t>
            </a:r>
            <a:endParaRPr lang="de-CH" sz="2000" dirty="0"/>
          </a:p>
        </p:txBody>
      </p:sp>
      <p:sp>
        <p:nvSpPr>
          <p:cNvPr id="170" name="Textfeld 169">
            <a:extLst>
              <a:ext uri="{FF2B5EF4-FFF2-40B4-BE49-F238E27FC236}">
                <a16:creationId xmlns:a16="http://schemas.microsoft.com/office/drawing/2014/main" id="{55F5765F-0AC2-CB3D-575A-3B1C0D9C86BB}"/>
              </a:ext>
            </a:extLst>
          </p:cNvPr>
          <p:cNvSpPr txBox="1"/>
          <p:nvPr/>
        </p:nvSpPr>
        <p:spPr>
          <a:xfrm>
            <a:off x="6720131" y="1695492"/>
            <a:ext cx="1359498" cy="307777"/>
          </a:xfrm>
          <a:prstGeom prst="rect">
            <a:avLst/>
          </a:prstGeom>
          <a:noFill/>
        </p:spPr>
        <p:txBody>
          <a:bodyPr wrap="square" lIns="0" tIns="0" rIns="0" bIns="0" rtlCol="0">
            <a:spAutoFit/>
          </a:bodyPr>
          <a:lstStyle/>
          <a:p>
            <a:r>
              <a:rPr lang="de-CH" sz="2000" dirty="0"/>
              <a:t>Urdorf</a:t>
            </a:r>
          </a:p>
        </p:txBody>
      </p:sp>
      <p:sp>
        <p:nvSpPr>
          <p:cNvPr id="171" name="Textfeld 170">
            <a:extLst>
              <a:ext uri="{FF2B5EF4-FFF2-40B4-BE49-F238E27FC236}">
                <a16:creationId xmlns:a16="http://schemas.microsoft.com/office/drawing/2014/main" id="{4534E28D-0747-EDEB-B8DD-61C9D27C47BE}"/>
              </a:ext>
            </a:extLst>
          </p:cNvPr>
          <p:cNvSpPr txBox="1"/>
          <p:nvPr/>
        </p:nvSpPr>
        <p:spPr>
          <a:xfrm>
            <a:off x="7588511" y="1096017"/>
            <a:ext cx="1359498" cy="307777"/>
          </a:xfrm>
          <a:prstGeom prst="rect">
            <a:avLst/>
          </a:prstGeom>
          <a:noFill/>
        </p:spPr>
        <p:txBody>
          <a:bodyPr wrap="square" lIns="0" tIns="0" rIns="0" bIns="0" rtlCol="0">
            <a:spAutoFit/>
          </a:bodyPr>
          <a:lstStyle/>
          <a:p>
            <a:r>
              <a:rPr lang="de-CH" sz="2000" dirty="0"/>
              <a:t>Frauenfeld</a:t>
            </a:r>
          </a:p>
        </p:txBody>
      </p:sp>
      <p:sp>
        <p:nvSpPr>
          <p:cNvPr id="172" name="Textfeld 171">
            <a:extLst>
              <a:ext uri="{FF2B5EF4-FFF2-40B4-BE49-F238E27FC236}">
                <a16:creationId xmlns:a16="http://schemas.microsoft.com/office/drawing/2014/main" id="{89294DDA-5373-18FD-2064-6432C12E07E1}"/>
              </a:ext>
            </a:extLst>
          </p:cNvPr>
          <p:cNvSpPr txBox="1"/>
          <p:nvPr/>
        </p:nvSpPr>
        <p:spPr>
          <a:xfrm>
            <a:off x="8956902" y="2925056"/>
            <a:ext cx="1359498" cy="307777"/>
          </a:xfrm>
          <a:prstGeom prst="rect">
            <a:avLst/>
          </a:prstGeom>
          <a:noFill/>
        </p:spPr>
        <p:txBody>
          <a:bodyPr wrap="square" lIns="0" tIns="0" rIns="0" bIns="0" rtlCol="0">
            <a:spAutoFit/>
          </a:bodyPr>
          <a:lstStyle/>
          <a:p>
            <a:r>
              <a:rPr lang="de-CH" sz="2000" dirty="0"/>
              <a:t>Untervaz</a:t>
            </a:r>
          </a:p>
        </p:txBody>
      </p:sp>
      <p:sp>
        <p:nvSpPr>
          <p:cNvPr id="173" name="Textfeld 172">
            <a:extLst>
              <a:ext uri="{FF2B5EF4-FFF2-40B4-BE49-F238E27FC236}">
                <a16:creationId xmlns:a16="http://schemas.microsoft.com/office/drawing/2014/main" id="{D8D6D08F-6CE7-EE0A-F873-2B0774B68803}"/>
              </a:ext>
            </a:extLst>
          </p:cNvPr>
          <p:cNvSpPr txBox="1"/>
          <p:nvPr/>
        </p:nvSpPr>
        <p:spPr>
          <a:xfrm>
            <a:off x="7766629" y="5221093"/>
            <a:ext cx="1359498" cy="307777"/>
          </a:xfrm>
          <a:prstGeom prst="rect">
            <a:avLst/>
          </a:prstGeom>
          <a:noFill/>
        </p:spPr>
        <p:txBody>
          <a:bodyPr wrap="square" lIns="0" tIns="0" rIns="0" bIns="0" rtlCol="0">
            <a:spAutoFit/>
          </a:bodyPr>
          <a:lstStyle/>
          <a:p>
            <a:r>
              <a:rPr lang="de-CH" sz="2000" dirty="0" err="1"/>
              <a:t>Cadenazzo</a:t>
            </a:r>
            <a:endParaRPr lang="de-CH" sz="2000" dirty="0"/>
          </a:p>
        </p:txBody>
      </p:sp>
    </p:spTree>
    <p:extLst>
      <p:ext uri="{BB962C8B-B14F-4D97-AF65-F5344CB8AC3E}">
        <p14:creationId xmlns:p14="http://schemas.microsoft.com/office/powerpoint/2010/main" val="426279373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8475A101-0205-6888-1E20-8BA7CD462DC4}"/>
              </a:ext>
            </a:extLst>
          </p:cNvPr>
          <p:cNvSpPr>
            <a:spLocks noGrp="1"/>
          </p:cNvSpPr>
          <p:nvPr>
            <p:ph type="dt" sz="half" idx="10"/>
          </p:nvPr>
        </p:nvSpPr>
        <p:spPr/>
        <p:txBody>
          <a:bodyPr/>
          <a:lstStyle/>
          <a:p>
            <a:fld id="{02EFC5B1-DD7E-42EA-A87A-E6ED1F1799D0}" type="datetime4">
              <a:rPr lang="de-CH" smtClean="0"/>
              <a:t>8. Februar 2026</a:t>
            </a:fld>
            <a:endParaRPr lang="de-CH" dirty="0"/>
          </a:p>
        </p:txBody>
      </p:sp>
      <p:sp>
        <p:nvSpPr>
          <p:cNvPr id="4" name="Fußzeilenplatzhalter 3">
            <a:extLst>
              <a:ext uri="{FF2B5EF4-FFF2-40B4-BE49-F238E27FC236}">
                <a16:creationId xmlns:a16="http://schemas.microsoft.com/office/drawing/2014/main" id="{CDDDC4AE-2CAC-006E-D021-DA82EAE5A07C}"/>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5" name="Foliennummernplatzhalter 4">
            <a:extLst>
              <a:ext uri="{FF2B5EF4-FFF2-40B4-BE49-F238E27FC236}">
                <a16:creationId xmlns:a16="http://schemas.microsoft.com/office/drawing/2014/main" id="{024C5B6F-BD1E-8742-66F0-503F4042F27D}"/>
              </a:ext>
            </a:extLst>
          </p:cNvPr>
          <p:cNvSpPr>
            <a:spLocks noGrp="1"/>
          </p:cNvSpPr>
          <p:nvPr>
            <p:ph type="sldNum" sz="quarter" idx="12"/>
          </p:nvPr>
        </p:nvSpPr>
        <p:spPr/>
        <p:txBody>
          <a:bodyPr/>
          <a:lstStyle/>
          <a:p>
            <a:fld id="{442AD375-037F-43D0-B059-5172DA06796A}" type="slidenum">
              <a:rPr lang="de-CH" smtClean="0"/>
              <a:pPr/>
              <a:t>77</a:t>
            </a:fld>
            <a:endParaRPr lang="de-CH" dirty="0"/>
          </a:p>
        </p:txBody>
      </p:sp>
      <p:sp>
        <p:nvSpPr>
          <p:cNvPr id="2" name="Titel 1">
            <a:extLst>
              <a:ext uri="{FF2B5EF4-FFF2-40B4-BE49-F238E27FC236}">
                <a16:creationId xmlns:a16="http://schemas.microsoft.com/office/drawing/2014/main" id="{4AF76E47-DF7E-F10C-C342-12ABA1922158}"/>
              </a:ext>
            </a:extLst>
          </p:cNvPr>
          <p:cNvSpPr>
            <a:spLocks noGrp="1"/>
          </p:cNvSpPr>
          <p:nvPr>
            <p:ph type="title"/>
          </p:nvPr>
        </p:nvSpPr>
        <p:spPr/>
        <p:txBody>
          <a:bodyPr/>
          <a:lstStyle/>
          <a:p>
            <a:r>
              <a:rPr lang="de-CH" dirty="0"/>
              <a:t>Titel</a:t>
            </a:r>
          </a:p>
        </p:txBody>
      </p:sp>
      <p:grpSp>
        <p:nvGrpSpPr>
          <p:cNvPr id="6" name="Gruppieren 5">
            <a:extLst>
              <a:ext uri="{FF2B5EF4-FFF2-40B4-BE49-F238E27FC236}">
                <a16:creationId xmlns:a16="http://schemas.microsoft.com/office/drawing/2014/main" id="{7B90D357-777E-4466-19CE-B6CEBB04449A}"/>
              </a:ext>
            </a:extLst>
          </p:cNvPr>
          <p:cNvGrpSpPr/>
          <p:nvPr/>
        </p:nvGrpSpPr>
        <p:grpSpPr>
          <a:xfrm>
            <a:off x="1454254" y="440667"/>
            <a:ext cx="9341746" cy="6261350"/>
            <a:chOff x="1454254" y="440667"/>
            <a:chExt cx="9341746" cy="6261350"/>
          </a:xfrm>
        </p:grpSpPr>
        <p:sp>
          <p:nvSpPr>
            <p:cNvPr id="7" name="Freihandform: Form 6">
              <a:extLst>
                <a:ext uri="{FF2B5EF4-FFF2-40B4-BE49-F238E27FC236}">
                  <a16:creationId xmlns:a16="http://schemas.microsoft.com/office/drawing/2014/main" id="{A4703DD8-61E3-FC95-E522-02B49225A6A2}"/>
                </a:ext>
              </a:extLst>
            </p:cNvPr>
            <p:cNvSpPr/>
            <p:nvPr/>
          </p:nvSpPr>
          <p:spPr>
            <a:xfrm>
              <a:off x="6389779" y="823574"/>
              <a:ext cx="1269406" cy="1592588"/>
            </a:xfrm>
            <a:custGeom>
              <a:avLst/>
              <a:gdLst>
                <a:gd name="connsiteX0" fmla="*/ 603061 w 1269406"/>
                <a:gd name="connsiteY0" fmla="*/ 958387 h 1592588"/>
                <a:gd name="connsiteX1" fmla="*/ 596528 w 1269406"/>
                <a:gd name="connsiteY1" fmla="*/ 963078 h 1592588"/>
                <a:gd name="connsiteX2" fmla="*/ 594571 w 1269406"/>
                <a:gd name="connsiteY2" fmla="*/ 973538 h 1592588"/>
                <a:gd name="connsiteX3" fmla="*/ 595740 w 1269406"/>
                <a:gd name="connsiteY3" fmla="*/ 988587 h 1592588"/>
                <a:gd name="connsiteX4" fmla="*/ 603710 w 1269406"/>
                <a:gd name="connsiteY4" fmla="*/ 1002034 h 1592588"/>
                <a:gd name="connsiteX5" fmla="*/ 611793 w 1269406"/>
                <a:gd name="connsiteY5" fmla="*/ 1012355 h 1592588"/>
                <a:gd name="connsiteX6" fmla="*/ 618974 w 1269406"/>
                <a:gd name="connsiteY6" fmla="*/ 1015774 h 1592588"/>
                <a:gd name="connsiteX7" fmla="*/ 624325 w 1269406"/>
                <a:gd name="connsiteY7" fmla="*/ 1028840 h 1592588"/>
                <a:gd name="connsiteX8" fmla="*/ 631367 w 1269406"/>
                <a:gd name="connsiteY8" fmla="*/ 1035195 h 1592588"/>
                <a:gd name="connsiteX9" fmla="*/ 641408 w 1269406"/>
                <a:gd name="connsiteY9" fmla="*/ 1037026 h 1592588"/>
                <a:gd name="connsiteX10" fmla="*/ 657931 w 1269406"/>
                <a:gd name="connsiteY10" fmla="*/ 1061175 h 1592588"/>
                <a:gd name="connsiteX11" fmla="*/ 667324 w 1269406"/>
                <a:gd name="connsiteY11" fmla="*/ 1082350 h 1592588"/>
                <a:gd name="connsiteX12" fmla="*/ 672675 w 1269406"/>
                <a:gd name="connsiteY12" fmla="*/ 1091362 h 1592588"/>
                <a:gd name="connsiteX13" fmla="*/ 672154 w 1269406"/>
                <a:gd name="connsiteY13" fmla="*/ 1100907 h 1592588"/>
                <a:gd name="connsiteX14" fmla="*/ 675967 w 1269406"/>
                <a:gd name="connsiteY14" fmla="*/ 1109664 h 1592588"/>
                <a:gd name="connsiteX15" fmla="*/ 689262 w 1269406"/>
                <a:gd name="connsiteY15" fmla="*/ 1110313 h 1592588"/>
                <a:gd name="connsiteX16" fmla="*/ 688614 w 1269406"/>
                <a:gd name="connsiteY16" fmla="*/ 1102610 h 1592588"/>
                <a:gd name="connsiteX17" fmla="*/ 692795 w 1269406"/>
                <a:gd name="connsiteY17" fmla="*/ 1095797 h 1592588"/>
                <a:gd name="connsiteX18" fmla="*/ 704539 w 1269406"/>
                <a:gd name="connsiteY18" fmla="*/ 1095543 h 1592588"/>
                <a:gd name="connsiteX19" fmla="*/ 708200 w 1269406"/>
                <a:gd name="connsiteY19" fmla="*/ 1087167 h 1592588"/>
                <a:gd name="connsiteX20" fmla="*/ 708327 w 1269406"/>
                <a:gd name="connsiteY20" fmla="*/ 1074368 h 1592588"/>
                <a:gd name="connsiteX21" fmla="*/ 687444 w 1269406"/>
                <a:gd name="connsiteY21" fmla="*/ 1062992 h 1592588"/>
                <a:gd name="connsiteX22" fmla="*/ 674391 w 1269406"/>
                <a:gd name="connsiteY22" fmla="*/ 1051896 h 1592588"/>
                <a:gd name="connsiteX23" fmla="*/ 670349 w 1269406"/>
                <a:gd name="connsiteY23" fmla="*/ 1042885 h 1592588"/>
                <a:gd name="connsiteX24" fmla="*/ 671531 w 1269406"/>
                <a:gd name="connsiteY24" fmla="*/ 1024569 h 1592588"/>
                <a:gd name="connsiteX25" fmla="*/ 668519 w 1269406"/>
                <a:gd name="connsiteY25" fmla="*/ 1015672 h 1592588"/>
                <a:gd name="connsiteX26" fmla="*/ 651995 w 1269406"/>
                <a:gd name="connsiteY26" fmla="*/ 988485 h 1592588"/>
                <a:gd name="connsiteX27" fmla="*/ 639082 w 1269406"/>
                <a:gd name="connsiteY27" fmla="*/ 981940 h 1592588"/>
                <a:gd name="connsiteX28" fmla="*/ 618212 w 1269406"/>
                <a:gd name="connsiteY28" fmla="*/ 955248 h 1592588"/>
                <a:gd name="connsiteX29" fmla="*/ 115892 w 1269406"/>
                <a:gd name="connsiteY29" fmla="*/ 1201152 h 1592588"/>
                <a:gd name="connsiteX30" fmla="*/ 143549 w 1269406"/>
                <a:gd name="connsiteY30" fmla="*/ 1177880 h 1592588"/>
                <a:gd name="connsiteX31" fmla="*/ 158687 w 1269406"/>
                <a:gd name="connsiteY31" fmla="*/ 1135542 h 1592588"/>
                <a:gd name="connsiteX32" fmla="*/ 168855 w 1269406"/>
                <a:gd name="connsiteY32" fmla="*/ 1133585 h 1592588"/>
                <a:gd name="connsiteX33" fmla="*/ 189077 w 1269406"/>
                <a:gd name="connsiteY33" fmla="*/ 1101288 h 1592588"/>
                <a:gd name="connsiteX34" fmla="*/ 185556 w 1269406"/>
                <a:gd name="connsiteY34" fmla="*/ 1081676 h 1592588"/>
                <a:gd name="connsiteX35" fmla="*/ 151366 w 1269406"/>
                <a:gd name="connsiteY35" fmla="*/ 1102470 h 1592588"/>
                <a:gd name="connsiteX36" fmla="*/ 110388 w 1269406"/>
                <a:gd name="connsiteY36" fmla="*/ 1096458 h 1592588"/>
                <a:gd name="connsiteX37" fmla="*/ 117823 w 1269406"/>
                <a:gd name="connsiteY37" fmla="*/ 1070835 h 1592588"/>
                <a:gd name="connsiteX38" fmla="*/ 97716 w 1269406"/>
                <a:gd name="connsiteY38" fmla="*/ 1027061 h 1592588"/>
                <a:gd name="connsiteX39" fmla="*/ 93903 w 1269406"/>
                <a:gd name="connsiteY39" fmla="*/ 990455 h 1592588"/>
                <a:gd name="connsiteX40" fmla="*/ 100029 w 1269406"/>
                <a:gd name="connsiteY40" fmla="*/ 982728 h 1592588"/>
                <a:gd name="connsiteX41" fmla="*/ 84103 w 1269406"/>
                <a:gd name="connsiteY41" fmla="*/ 971504 h 1592588"/>
                <a:gd name="connsiteX42" fmla="*/ 82273 w 1269406"/>
                <a:gd name="connsiteY42" fmla="*/ 958693 h 1592588"/>
                <a:gd name="connsiteX43" fmla="*/ 75499 w 1269406"/>
                <a:gd name="connsiteY43" fmla="*/ 901840 h 1592588"/>
                <a:gd name="connsiteX44" fmla="*/ 6584 w 1269406"/>
                <a:gd name="connsiteY44" fmla="*/ 889295 h 1592588"/>
                <a:gd name="connsiteX45" fmla="*/ 6063 w 1269406"/>
                <a:gd name="connsiteY45" fmla="*/ 877525 h 1592588"/>
                <a:gd name="connsiteX46" fmla="*/ 46913 w 1269406"/>
                <a:gd name="connsiteY46" fmla="*/ 871907 h 1592588"/>
                <a:gd name="connsiteX47" fmla="*/ 55810 w 1269406"/>
                <a:gd name="connsiteY47" fmla="*/ 800667 h 1592588"/>
                <a:gd name="connsiteX48" fmla="*/ 43800 w 1269406"/>
                <a:gd name="connsiteY48" fmla="*/ 798849 h 1592588"/>
                <a:gd name="connsiteX49" fmla="*/ 48362 w 1269406"/>
                <a:gd name="connsiteY49" fmla="*/ 780940 h 1592588"/>
                <a:gd name="connsiteX50" fmla="*/ 38321 w 1269406"/>
                <a:gd name="connsiteY50" fmla="*/ 748135 h 1592588"/>
                <a:gd name="connsiteX51" fmla="*/ 56853 w 1269406"/>
                <a:gd name="connsiteY51" fmla="*/ 734154 h 1592588"/>
                <a:gd name="connsiteX52" fmla="*/ 10905 w 1269406"/>
                <a:gd name="connsiteY52" fmla="*/ 685143 h 1592588"/>
                <a:gd name="connsiteX53" fmla="*/ 29767 w 1269406"/>
                <a:gd name="connsiteY53" fmla="*/ 672039 h 1592588"/>
                <a:gd name="connsiteX54" fmla="*/ 25332 w 1269406"/>
                <a:gd name="connsiteY54" fmla="*/ 641331 h 1592588"/>
                <a:gd name="connsiteX55" fmla="*/ 4995 w 1269406"/>
                <a:gd name="connsiteY55" fmla="*/ 643289 h 1592588"/>
                <a:gd name="connsiteX56" fmla="*/ 0 w 1269406"/>
                <a:gd name="connsiteY56" fmla="*/ 556376 h 1592588"/>
                <a:gd name="connsiteX57" fmla="*/ 31979 w 1269406"/>
                <a:gd name="connsiteY57" fmla="*/ 549055 h 1592588"/>
                <a:gd name="connsiteX58" fmla="*/ 50650 w 1269406"/>
                <a:gd name="connsiteY58" fmla="*/ 499664 h 1592588"/>
                <a:gd name="connsiteX59" fmla="*/ 61733 w 1269406"/>
                <a:gd name="connsiteY59" fmla="*/ 503311 h 1592588"/>
                <a:gd name="connsiteX60" fmla="*/ 71266 w 1269406"/>
                <a:gd name="connsiteY60" fmla="*/ 505015 h 1592588"/>
                <a:gd name="connsiteX61" fmla="*/ 82870 w 1269406"/>
                <a:gd name="connsiteY61" fmla="*/ 486051 h 1592588"/>
                <a:gd name="connsiteX62" fmla="*/ 76350 w 1269406"/>
                <a:gd name="connsiteY62" fmla="*/ 467367 h 1592588"/>
                <a:gd name="connsiteX63" fmla="*/ 112231 w 1269406"/>
                <a:gd name="connsiteY63" fmla="*/ 448810 h 1592588"/>
                <a:gd name="connsiteX64" fmla="*/ 113807 w 1269406"/>
                <a:gd name="connsiteY64" fmla="*/ 401630 h 1592588"/>
                <a:gd name="connsiteX65" fmla="*/ 128030 w 1269406"/>
                <a:gd name="connsiteY65" fmla="*/ 382564 h 1592588"/>
                <a:gd name="connsiteX66" fmla="*/ 151391 w 1269406"/>
                <a:gd name="connsiteY66" fmla="*/ 384776 h 1592588"/>
                <a:gd name="connsiteX67" fmla="*/ 205283 w 1269406"/>
                <a:gd name="connsiteY67" fmla="*/ 368583 h 1592588"/>
                <a:gd name="connsiteX68" fmla="*/ 222772 w 1269406"/>
                <a:gd name="connsiteY68" fmla="*/ 362050 h 1592588"/>
                <a:gd name="connsiteX69" fmla="*/ 245650 w 1269406"/>
                <a:gd name="connsiteY69" fmla="*/ 353293 h 1592588"/>
                <a:gd name="connsiteX70" fmla="*/ 265986 w 1269406"/>
                <a:gd name="connsiteY70" fmla="*/ 341790 h 1592588"/>
                <a:gd name="connsiteX71" fmla="*/ 251103 w 1269406"/>
                <a:gd name="connsiteY71" fmla="*/ 322318 h 1592588"/>
                <a:gd name="connsiteX72" fmla="*/ 213125 w 1269406"/>
                <a:gd name="connsiteY72" fmla="*/ 333681 h 1592588"/>
                <a:gd name="connsiteX73" fmla="*/ 197211 w 1269406"/>
                <a:gd name="connsiteY73" fmla="*/ 320348 h 1592588"/>
                <a:gd name="connsiteX74" fmla="*/ 188975 w 1269406"/>
                <a:gd name="connsiteY74" fmla="*/ 278913 h 1592588"/>
                <a:gd name="connsiteX75" fmla="*/ 231148 w 1269406"/>
                <a:gd name="connsiteY75" fmla="*/ 253696 h 1592588"/>
                <a:gd name="connsiteX76" fmla="*/ 241710 w 1269406"/>
                <a:gd name="connsiteY76" fmla="*/ 239320 h 1592588"/>
                <a:gd name="connsiteX77" fmla="*/ 292335 w 1269406"/>
                <a:gd name="connsiteY77" fmla="*/ 232126 h 1592588"/>
                <a:gd name="connsiteX78" fmla="*/ 308388 w 1269406"/>
                <a:gd name="connsiteY78" fmla="*/ 188467 h 1592588"/>
                <a:gd name="connsiteX79" fmla="*/ 355632 w 1269406"/>
                <a:gd name="connsiteY79" fmla="*/ 187298 h 1592588"/>
                <a:gd name="connsiteX80" fmla="*/ 362813 w 1269406"/>
                <a:gd name="connsiteY80" fmla="*/ 204431 h 1592588"/>
                <a:gd name="connsiteX81" fmla="*/ 394588 w 1269406"/>
                <a:gd name="connsiteY81" fmla="*/ 203884 h 1592588"/>
                <a:gd name="connsiteX82" fmla="*/ 410527 w 1269406"/>
                <a:gd name="connsiteY82" fmla="*/ 228733 h 1592588"/>
                <a:gd name="connsiteX83" fmla="*/ 427622 w 1269406"/>
                <a:gd name="connsiteY83" fmla="*/ 236435 h 1592588"/>
                <a:gd name="connsiteX84" fmla="*/ 434791 w 1269406"/>
                <a:gd name="connsiteY84" fmla="*/ 254077 h 1592588"/>
                <a:gd name="connsiteX85" fmla="*/ 418267 w 1269406"/>
                <a:gd name="connsiteY85" fmla="*/ 262974 h 1592588"/>
                <a:gd name="connsiteX86" fmla="*/ 403384 w 1269406"/>
                <a:gd name="connsiteY86" fmla="*/ 284670 h 1592588"/>
                <a:gd name="connsiteX87" fmla="*/ 390597 w 1269406"/>
                <a:gd name="connsiteY87" fmla="*/ 290682 h 1592588"/>
                <a:gd name="connsiteX88" fmla="*/ 368278 w 1269406"/>
                <a:gd name="connsiteY88" fmla="*/ 307409 h 1592588"/>
                <a:gd name="connsiteX89" fmla="*/ 351844 w 1269406"/>
                <a:gd name="connsiteY89" fmla="*/ 320615 h 1592588"/>
                <a:gd name="connsiteX90" fmla="*/ 347408 w 1269406"/>
                <a:gd name="connsiteY90" fmla="*/ 356826 h 1592588"/>
                <a:gd name="connsiteX91" fmla="*/ 371291 w 1269406"/>
                <a:gd name="connsiteY91" fmla="*/ 360995 h 1592588"/>
                <a:gd name="connsiteX92" fmla="*/ 388500 w 1269406"/>
                <a:gd name="connsiteY92" fmla="*/ 423860 h 1592588"/>
                <a:gd name="connsiteX93" fmla="*/ 405735 w 1269406"/>
                <a:gd name="connsiteY93" fmla="*/ 409370 h 1592588"/>
                <a:gd name="connsiteX94" fmla="*/ 415789 w 1269406"/>
                <a:gd name="connsiteY94" fmla="*/ 356420 h 1592588"/>
                <a:gd name="connsiteX95" fmla="*/ 447221 w 1269406"/>
                <a:gd name="connsiteY95" fmla="*/ 307943 h 1592588"/>
                <a:gd name="connsiteX96" fmla="*/ 466287 w 1269406"/>
                <a:gd name="connsiteY96" fmla="*/ 297343 h 1592588"/>
                <a:gd name="connsiteX97" fmla="*/ 468765 w 1269406"/>
                <a:gd name="connsiteY97" fmla="*/ 265313 h 1592588"/>
                <a:gd name="connsiteX98" fmla="*/ 484170 w 1269406"/>
                <a:gd name="connsiteY98" fmla="*/ 249234 h 1592588"/>
                <a:gd name="connsiteX99" fmla="*/ 485606 w 1269406"/>
                <a:gd name="connsiteY99" fmla="*/ 231593 h 1592588"/>
                <a:gd name="connsiteX100" fmla="*/ 470214 w 1269406"/>
                <a:gd name="connsiteY100" fmla="*/ 197339 h 1592588"/>
                <a:gd name="connsiteX101" fmla="*/ 467456 w 1269406"/>
                <a:gd name="connsiteY101" fmla="*/ 153425 h 1592588"/>
                <a:gd name="connsiteX102" fmla="*/ 479073 w 1269406"/>
                <a:gd name="connsiteY102" fmla="*/ 141782 h 1592588"/>
                <a:gd name="connsiteX103" fmla="*/ 484437 w 1269406"/>
                <a:gd name="connsiteY103" fmla="*/ 125717 h 1592588"/>
                <a:gd name="connsiteX104" fmla="*/ 494999 w 1269406"/>
                <a:gd name="connsiteY104" fmla="*/ 125717 h 1592588"/>
                <a:gd name="connsiteX105" fmla="*/ 503337 w 1269406"/>
                <a:gd name="connsiteY105" fmla="*/ 137995 h 1592588"/>
                <a:gd name="connsiteX106" fmla="*/ 502688 w 1269406"/>
                <a:gd name="connsiteY106" fmla="*/ 150031 h 1592588"/>
                <a:gd name="connsiteX107" fmla="*/ 487945 w 1269406"/>
                <a:gd name="connsiteY107" fmla="*/ 162436 h 1592588"/>
                <a:gd name="connsiteX108" fmla="*/ 490957 w 1269406"/>
                <a:gd name="connsiteY108" fmla="*/ 170152 h 1592588"/>
                <a:gd name="connsiteX109" fmla="*/ 506870 w 1269406"/>
                <a:gd name="connsiteY109" fmla="*/ 168588 h 1592588"/>
                <a:gd name="connsiteX110" fmla="*/ 522123 w 1269406"/>
                <a:gd name="connsiteY110" fmla="*/ 157734 h 1592588"/>
                <a:gd name="connsiteX111" fmla="*/ 531909 w 1269406"/>
                <a:gd name="connsiteY111" fmla="*/ 137740 h 1592588"/>
                <a:gd name="connsiteX112" fmla="*/ 526953 w 1269406"/>
                <a:gd name="connsiteY112" fmla="*/ 118675 h 1592588"/>
                <a:gd name="connsiteX113" fmla="*/ 492495 w 1269406"/>
                <a:gd name="connsiteY113" fmla="*/ 81561 h 1592588"/>
                <a:gd name="connsiteX114" fmla="*/ 486509 w 1269406"/>
                <a:gd name="connsiteY114" fmla="*/ 67046 h 1592588"/>
                <a:gd name="connsiteX115" fmla="*/ 502155 w 1269406"/>
                <a:gd name="connsiteY115" fmla="*/ 46532 h 1592588"/>
                <a:gd name="connsiteX116" fmla="*/ 522262 w 1269406"/>
                <a:gd name="connsiteY116" fmla="*/ 47714 h 1592588"/>
                <a:gd name="connsiteX117" fmla="*/ 524220 w 1269406"/>
                <a:gd name="connsiteY117" fmla="*/ 7448 h 1592588"/>
                <a:gd name="connsiteX118" fmla="*/ 538709 w 1269406"/>
                <a:gd name="connsiteY118" fmla="*/ 5618 h 1592588"/>
                <a:gd name="connsiteX119" fmla="*/ 563100 w 1269406"/>
                <a:gd name="connsiteY119" fmla="*/ 0 h 1592588"/>
                <a:gd name="connsiteX120" fmla="*/ 592461 w 1269406"/>
                <a:gd name="connsiteY120" fmla="*/ 18176 h 1592588"/>
                <a:gd name="connsiteX121" fmla="*/ 613611 w 1269406"/>
                <a:gd name="connsiteY121" fmla="*/ 26399 h 1592588"/>
                <a:gd name="connsiteX122" fmla="*/ 611386 w 1269406"/>
                <a:gd name="connsiteY122" fmla="*/ 48235 h 1592588"/>
                <a:gd name="connsiteX123" fmla="*/ 630693 w 1269406"/>
                <a:gd name="connsiteY123" fmla="*/ 82985 h 1592588"/>
                <a:gd name="connsiteX124" fmla="*/ 653152 w 1269406"/>
                <a:gd name="connsiteY124" fmla="*/ 130572 h 1592588"/>
                <a:gd name="connsiteX125" fmla="*/ 711619 w 1269406"/>
                <a:gd name="connsiteY125" fmla="*/ 153844 h 1592588"/>
                <a:gd name="connsiteX126" fmla="*/ 741234 w 1269406"/>
                <a:gd name="connsiteY126" fmla="*/ 152573 h 1592588"/>
                <a:gd name="connsiteX127" fmla="*/ 772297 w 1269406"/>
                <a:gd name="connsiteY127" fmla="*/ 161725 h 1592588"/>
                <a:gd name="connsiteX128" fmla="*/ 807657 w 1269406"/>
                <a:gd name="connsiteY128" fmla="*/ 130877 h 1592588"/>
                <a:gd name="connsiteX129" fmla="*/ 874081 w 1269406"/>
                <a:gd name="connsiteY129" fmla="*/ 81739 h 1592588"/>
                <a:gd name="connsiteX130" fmla="*/ 883220 w 1269406"/>
                <a:gd name="connsiteY130" fmla="*/ 80964 h 1592588"/>
                <a:gd name="connsiteX131" fmla="*/ 887388 w 1269406"/>
                <a:gd name="connsiteY131" fmla="*/ 119260 h 1592588"/>
                <a:gd name="connsiteX132" fmla="*/ 909199 w 1269406"/>
                <a:gd name="connsiteY132" fmla="*/ 126187 h 1592588"/>
                <a:gd name="connsiteX133" fmla="*/ 931251 w 1269406"/>
                <a:gd name="connsiteY133" fmla="*/ 134550 h 1592588"/>
                <a:gd name="connsiteX134" fmla="*/ 929548 w 1269406"/>
                <a:gd name="connsiteY134" fmla="*/ 163784 h 1592588"/>
                <a:gd name="connsiteX135" fmla="*/ 888304 w 1269406"/>
                <a:gd name="connsiteY135" fmla="*/ 251230 h 1592588"/>
                <a:gd name="connsiteX136" fmla="*/ 876432 w 1269406"/>
                <a:gd name="connsiteY136" fmla="*/ 263508 h 1592588"/>
                <a:gd name="connsiteX137" fmla="*/ 855422 w 1269406"/>
                <a:gd name="connsiteY137" fmla="*/ 247175 h 1592588"/>
                <a:gd name="connsiteX138" fmla="*/ 777661 w 1269406"/>
                <a:gd name="connsiteY138" fmla="*/ 213201 h 1592588"/>
                <a:gd name="connsiteX139" fmla="*/ 758418 w 1269406"/>
                <a:gd name="connsiteY139" fmla="*/ 253378 h 1592588"/>
                <a:gd name="connsiteX140" fmla="*/ 776543 w 1269406"/>
                <a:gd name="connsiteY140" fmla="*/ 299897 h 1592588"/>
                <a:gd name="connsiteX141" fmla="*/ 804353 w 1269406"/>
                <a:gd name="connsiteY141" fmla="*/ 297953 h 1592588"/>
                <a:gd name="connsiteX142" fmla="*/ 877169 w 1269406"/>
                <a:gd name="connsiteY142" fmla="*/ 320030 h 1592588"/>
                <a:gd name="connsiteX143" fmla="*/ 902869 w 1269406"/>
                <a:gd name="connsiteY143" fmla="*/ 361974 h 1592588"/>
                <a:gd name="connsiteX144" fmla="*/ 959900 w 1269406"/>
                <a:gd name="connsiteY144" fmla="*/ 360017 h 1592588"/>
                <a:gd name="connsiteX145" fmla="*/ 984660 w 1269406"/>
                <a:gd name="connsiteY145" fmla="*/ 381980 h 1592588"/>
                <a:gd name="connsiteX146" fmla="*/ 942894 w 1269406"/>
                <a:gd name="connsiteY146" fmla="*/ 413361 h 1592588"/>
                <a:gd name="connsiteX147" fmla="*/ 966916 w 1269406"/>
                <a:gd name="connsiteY147" fmla="*/ 474523 h 1592588"/>
                <a:gd name="connsiteX148" fmla="*/ 1020807 w 1269406"/>
                <a:gd name="connsiteY148" fmla="*/ 480268 h 1592588"/>
                <a:gd name="connsiteX149" fmla="*/ 1033339 w 1269406"/>
                <a:gd name="connsiteY149" fmla="*/ 483013 h 1592588"/>
                <a:gd name="connsiteX150" fmla="*/ 1060743 w 1269406"/>
                <a:gd name="connsiteY150" fmla="*/ 486013 h 1592588"/>
                <a:gd name="connsiteX151" fmla="*/ 1083049 w 1269406"/>
                <a:gd name="connsiteY151" fmla="*/ 497782 h 1592588"/>
                <a:gd name="connsiteX152" fmla="*/ 1077317 w 1269406"/>
                <a:gd name="connsiteY152" fmla="*/ 561956 h 1592588"/>
                <a:gd name="connsiteX153" fmla="*/ 1083176 w 1269406"/>
                <a:gd name="connsiteY153" fmla="*/ 614488 h 1592588"/>
                <a:gd name="connsiteX154" fmla="*/ 1058786 w 1269406"/>
                <a:gd name="connsiteY154" fmla="*/ 624961 h 1592588"/>
                <a:gd name="connsiteX155" fmla="*/ 1055837 w 1269406"/>
                <a:gd name="connsiteY155" fmla="*/ 659075 h 1592588"/>
                <a:gd name="connsiteX156" fmla="*/ 1077774 w 1269406"/>
                <a:gd name="connsiteY156" fmla="*/ 679589 h 1592588"/>
                <a:gd name="connsiteX157" fmla="*/ 1098111 w 1269406"/>
                <a:gd name="connsiteY157" fmla="*/ 738806 h 1592588"/>
                <a:gd name="connsiteX158" fmla="*/ 1154239 w 1269406"/>
                <a:gd name="connsiteY158" fmla="*/ 758138 h 1592588"/>
                <a:gd name="connsiteX159" fmla="*/ 1153451 w 1269406"/>
                <a:gd name="connsiteY159" fmla="*/ 772005 h 1592588"/>
                <a:gd name="connsiteX160" fmla="*/ 1116261 w 1269406"/>
                <a:gd name="connsiteY160" fmla="*/ 773429 h 1592588"/>
                <a:gd name="connsiteX161" fmla="*/ 1106728 w 1269406"/>
                <a:gd name="connsiteY161" fmla="*/ 854774 h 1592588"/>
                <a:gd name="connsiteX162" fmla="*/ 1106856 w 1269406"/>
                <a:gd name="connsiteY162" fmla="*/ 864942 h 1592588"/>
                <a:gd name="connsiteX163" fmla="*/ 1177321 w 1269406"/>
                <a:gd name="connsiteY163" fmla="*/ 904280 h 1592588"/>
                <a:gd name="connsiteX164" fmla="*/ 1182405 w 1269406"/>
                <a:gd name="connsiteY164" fmla="*/ 938407 h 1592588"/>
                <a:gd name="connsiteX165" fmla="*/ 1243986 w 1269406"/>
                <a:gd name="connsiteY165" fmla="*/ 1025713 h 1592588"/>
                <a:gd name="connsiteX166" fmla="*/ 1269406 w 1269406"/>
                <a:gd name="connsiteY166" fmla="*/ 1105178 h 1592588"/>
                <a:gd name="connsiteX167" fmla="*/ 1250087 w 1269406"/>
                <a:gd name="connsiteY167" fmla="*/ 1142177 h 1592588"/>
                <a:gd name="connsiteX168" fmla="*/ 1213812 w 1269406"/>
                <a:gd name="connsiteY168" fmla="*/ 1150388 h 1592588"/>
                <a:gd name="connsiteX169" fmla="*/ 1172173 w 1269406"/>
                <a:gd name="connsiteY169" fmla="*/ 1204127 h 1592588"/>
                <a:gd name="connsiteX170" fmla="*/ 1197594 w 1269406"/>
                <a:gd name="connsiteY170" fmla="*/ 1221501 h 1592588"/>
                <a:gd name="connsiteX171" fmla="*/ 1172923 w 1269406"/>
                <a:gd name="connsiteY171" fmla="*/ 1282510 h 1592588"/>
                <a:gd name="connsiteX172" fmla="*/ 1071000 w 1269406"/>
                <a:gd name="connsiteY172" fmla="*/ 1307600 h 1592588"/>
                <a:gd name="connsiteX173" fmla="*/ 1041004 w 1269406"/>
                <a:gd name="connsiteY173" fmla="*/ 1330339 h 1592588"/>
                <a:gd name="connsiteX174" fmla="*/ 955846 w 1269406"/>
                <a:gd name="connsiteY174" fmla="*/ 1316485 h 1592588"/>
                <a:gd name="connsiteX175" fmla="*/ 916825 w 1269406"/>
                <a:gd name="connsiteY175" fmla="*/ 1324721 h 1592588"/>
                <a:gd name="connsiteX176" fmla="*/ 891506 w 1269406"/>
                <a:gd name="connsiteY176" fmla="*/ 1354399 h 1592588"/>
                <a:gd name="connsiteX177" fmla="*/ 885151 w 1269406"/>
                <a:gd name="connsiteY177" fmla="*/ 1355670 h 1592588"/>
                <a:gd name="connsiteX178" fmla="*/ 873801 w 1269406"/>
                <a:gd name="connsiteY178" fmla="*/ 1365203 h 1592588"/>
                <a:gd name="connsiteX179" fmla="*/ 847046 w 1269406"/>
                <a:gd name="connsiteY179" fmla="*/ 1365610 h 1592588"/>
                <a:gd name="connsiteX180" fmla="*/ 817164 w 1269406"/>
                <a:gd name="connsiteY180" fmla="*/ 1369525 h 1592588"/>
                <a:gd name="connsiteX181" fmla="*/ 768612 w 1269406"/>
                <a:gd name="connsiteY181" fmla="*/ 1370300 h 1592588"/>
                <a:gd name="connsiteX182" fmla="*/ 724126 w 1269406"/>
                <a:gd name="connsiteY182" fmla="*/ 1352505 h 1592588"/>
                <a:gd name="connsiteX183" fmla="*/ 713576 w 1269406"/>
                <a:gd name="connsiteY183" fmla="*/ 1335779 h 1592588"/>
                <a:gd name="connsiteX184" fmla="*/ 674175 w 1269406"/>
                <a:gd name="connsiteY184" fmla="*/ 1318137 h 1592588"/>
                <a:gd name="connsiteX185" fmla="*/ 663460 w 1269406"/>
                <a:gd name="connsiteY185" fmla="*/ 1305427 h 1592588"/>
                <a:gd name="connsiteX186" fmla="*/ 650559 w 1269406"/>
                <a:gd name="connsiteY186" fmla="*/ 1301105 h 1592588"/>
                <a:gd name="connsiteX187" fmla="*/ 627452 w 1269406"/>
                <a:gd name="connsiteY187" fmla="*/ 1290772 h 1592588"/>
                <a:gd name="connsiteX188" fmla="*/ 550327 w 1269406"/>
                <a:gd name="connsiteY188" fmla="*/ 1262810 h 1592588"/>
                <a:gd name="connsiteX189" fmla="*/ 521220 w 1269406"/>
                <a:gd name="connsiteY189" fmla="*/ 1242016 h 1592588"/>
                <a:gd name="connsiteX190" fmla="*/ 510124 w 1269406"/>
                <a:gd name="connsiteY190" fmla="*/ 1227768 h 1592588"/>
                <a:gd name="connsiteX191" fmla="*/ 487818 w 1269406"/>
                <a:gd name="connsiteY191" fmla="*/ 1194429 h 1592588"/>
                <a:gd name="connsiteX192" fmla="*/ 463274 w 1269406"/>
                <a:gd name="connsiteY192" fmla="*/ 1155726 h 1592588"/>
                <a:gd name="connsiteX193" fmla="*/ 450831 w 1269406"/>
                <a:gd name="connsiteY193" fmla="*/ 1141491 h 1592588"/>
                <a:gd name="connsiteX194" fmla="*/ 443650 w 1269406"/>
                <a:gd name="connsiteY194" fmla="*/ 1124510 h 1592588"/>
                <a:gd name="connsiteX195" fmla="*/ 442480 w 1269406"/>
                <a:gd name="connsiteY195" fmla="*/ 1111164 h 1592588"/>
                <a:gd name="connsiteX196" fmla="*/ 429770 w 1269406"/>
                <a:gd name="connsiteY196" fmla="*/ 1081765 h 1592588"/>
                <a:gd name="connsiteX197" fmla="*/ 422322 w 1269406"/>
                <a:gd name="connsiteY197" fmla="*/ 1065420 h 1592588"/>
                <a:gd name="connsiteX198" fmla="*/ 420492 w 1269406"/>
                <a:gd name="connsiteY198" fmla="*/ 1050664 h 1592588"/>
                <a:gd name="connsiteX199" fmla="*/ 413844 w 1269406"/>
                <a:gd name="connsiteY199" fmla="*/ 1041118 h 1592588"/>
                <a:gd name="connsiteX200" fmla="*/ 401045 w 1269406"/>
                <a:gd name="connsiteY200" fmla="*/ 1022167 h 1592588"/>
                <a:gd name="connsiteX201" fmla="*/ 388907 w 1269406"/>
                <a:gd name="connsiteY201" fmla="*/ 1019295 h 1592588"/>
                <a:gd name="connsiteX202" fmla="*/ 381471 w 1269406"/>
                <a:gd name="connsiteY202" fmla="*/ 995895 h 1592588"/>
                <a:gd name="connsiteX203" fmla="*/ 377824 w 1269406"/>
                <a:gd name="connsiteY203" fmla="*/ 987138 h 1592588"/>
                <a:gd name="connsiteX204" fmla="*/ 374811 w 1269406"/>
                <a:gd name="connsiteY204" fmla="*/ 980338 h 1592588"/>
                <a:gd name="connsiteX205" fmla="*/ 370121 w 1269406"/>
                <a:gd name="connsiteY205" fmla="*/ 982562 h 1592588"/>
                <a:gd name="connsiteX206" fmla="*/ 365812 w 1269406"/>
                <a:gd name="connsiteY206" fmla="*/ 984520 h 1592588"/>
                <a:gd name="connsiteX207" fmla="*/ 362432 w 1269406"/>
                <a:gd name="connsiteY207" fmla="*/ 986096 h 1592588"/>
                <a:gd name="connsiteX208" fmla="*/ 360995 w 1269406"/>
                <a:gd name="connsiteY208" fmla="*/ 994726 h 1592588"/>
                <a:gd name="connsiteX209" fmla="*/ 359559 w 1269406"/>
                <a:gd name="connsiteY209" fmla="*/ 1022815 h 1592588"/>
                <a:gd name="connsiteX210" fmla="*/ 359559 w 1269406"/>
                <a:gd name="connsiteY210" fmla="*/ 1032984 h 1592588"/>
                <a:gd name="connsiteX211" fmla="*/ 373896 w 1269406"/>
                <a:gd name="connsiteY211" fmla="*/ 1072068 h 1592588"/>
                <a:gd name="connsiteX212" fmla="*/ 383950 w 1269406"/>
                <a:gd name="connsiteY212" fmla="*/ 1083189 h 1592588"/>
                <a:gd name="connsiteX213" fmla="*/ 400918 w 1269406"/>
                <a:gd name="connsiteY213" fmla="*/ 1124078 h 1592588"/>
                <a:gd name="connsiteX214" fmla="*/ 412268 w 1269406"/>
                <a:gd name="connsiteY214" fmla="*/ 1165132 h 1592588"/>
                <a:gd name="connsiteX215" fmla="*/ 434587 w 1269406"/>
                <a:gd name="connsiteY215" fmla="*/ 1192446 h 1592588"/>
                <a:gd name="connsiteX216" fmla="*/ 452992 w 1269406"/>
                <a:gd name="connsiteY216" fmla="*/ 1228034 h 1592588"/>
                <a:gd name="connsiteX217" fmla="*/ 460300 w 1269406"/>
                <a:gd name="connsiteY217" fmla="*/ 1252184 h 1592588"/>
                <a:gd name="connsiteX218" fmla="*/ 468918 w 1269406"/>
                <a:gd name="connsiteY218" fmla="*/ 1262492 h 1592588"/>
                <a:gd name="connsiteX219" fmla="*/ 477522 w 1269406"/>
                <a:gd name="connsiteY219" fmla="*/ 1282765 h 1592588"/>
                <a:gd name="connsiteX220" fmla="*/ 549170 w 1269406"/>
                <a:gd name="connsiteY220" fmla="*/ 1317921 h 1592588"/>
                <a:gd name="connsiteX221" fmla="*/ 566265 w 1269406"/>
                <a:gd name="connsiteY221" fmla="*/ 1324581 h 1592588"/>
                <a:gd name="connsiteX222" fmla="*/ 574870 w 1269406"/>
                <a:gd name="connsiteY222" fmla="*/ 1318226 h 1592588"/>
                <a:gd name="connsiteX223" fmla="*/ 583488 w 1269406"/>
                <a:gd name="connsiteY223" fmla="*/ 1317959 h 1592588"/>
                <a:gd name="connsiteX224" fmla="*/ 599795 w 1269406"/>
                <a:gd name="connsiteY224" fmla="*/ 1326856 h 1592588"/>
                <a:gd name="connsiteX225" fmla="*/ 606976 w 1269406"/>
                <a:gd name="connsiteY225" fmla="*/ 1337190 h 1592588"/>
                <a:gd name="connsiteX226" fmla="*/ 617945 w 1269406"/>
                <a:gd name="connsiteY226" fmla="*/ 1355480 h 1592588"/>
                <a:gd name="connsiteX227" fmla="*/ 652262 w 1269406"/>
                <a:gd name="connsiteY227" fmla="*/ 1386594 h 1592588"/>
                <a:gd name="connsiteX228" fmla="*/ 679615 w 1269406"/>
                <a:gd name="connsiteY228" fmla="*/ 1407604 h 1592588"/>
                <a:gd name="connsiteX229" fmla="*/ 699849 w 1269406"/>
                <a:gd name="connsiteY229" fmla="*/ 1419908 h 1592588"/>
                <a:gd name="connsiteX230" fmla="*/ 727367 w 1269406"/>
                <a:gd name="connsiteY230" fmla="*/ 1462258 h 1592588"/>
                <a:gd name="connsiteX231" fmla="*/ 660816 w 1269406"/>
                <a:gd name="connsiteY231" fmla="*/ 1520801 h 1592588"/>
                <a:gd name="connsiteX232" fmla="*/ 662392 w 1269406"/>
                <a:gd name="connsiteY232" fmla="*/ 1549158 h 1592588"/>
                <a:gd name="connsiteX233" fmla="*/ 683656 w 1269406"/>
                <a:gd name="connsiteY233" fmla="*/ 1570765 h 1592588"/>
                <a:gd name="connsiteX234" fmla="*/ 684178 w 1269406"/>
                <a:gd name="connsiteY234" fmla="*/ 1580692 h 1592588"/>
                <a:gd name="connsiteX235" fmla="*/ 630541 w 1269406"/>
                <a:gd name="connsiteY235" fmla="*/ 1592588 h 1592588"/>
                <a:gd name="connsiteX236" fmla="*/ 619979 w 1269406"/>
                <a:gd name="connsiteY236" fmla="*/ 1561232 h 1592588"/>
                <a:gd name="connsiteX237" fmla="*/ 602489 w 1269406"/>
                <a:gd name="connsiteY237" fmla="*/ 1561627 h 1592588"/>
                <a:gd name="connsiteX238" fmla="*/ 585903 w 1269406"/>
                <a:gd name="connsiteY238" fmla="*/ 1569329 h 1592588"/>
                <a:gd name="connsiteX239" fmla="*/ 576662 w 1269406"/>
                <a:gd name="connsiteY239" fmla="*/ 1568935 h 1592588"/>
                <a:gd name="connsiteX240" fmla="*/ 574120 w 1269406"/>
                <a:gd name="connsiteY240" fmla="*/ 1559910 h 1592588"/>
                <a:gd name="connsiteX241" fmla="*/ 560431 w 1269406"/>
                <a:gd name="connsiteY241" fmla="*/ 1561182 h 1592588"/>
                <a:gd name="connsiteX242" fmla="*/ 545420 w 1269406"/>
                <a:gd name="connsiteY242" fmla="*/ 1553555 h 1592588"/>
                <a:gd name="connsiteX243" fmla="*/ 546856 w 1269406"/>
                <a:gd name="connsiteY243" fmla="*/ 1544404 h 1592588"/>
                <a:gd name="connsiteX244" fmla="*/ 554546 w 1269406"/>
                <a:gd name="connsiteY244" fmla="*/ 1534999 h 1592588"/>
                <a:gd name="connsiteX245" fmla="*/ 539802 w 1269406"/>
                <a:gd name="connsiteY245" fmla="*/ 1511269 h 1592588"/>
                <a:gd name="connsiteX246" fmla="*/ 538760 w 1269406"/>
                <a:gd name="connsiteY246" fmla="*/ 1503020 h 1592588"/>
                <a:gd name="connsiteX247" fmla="*/ 532240 w 1269406"/>
                <a:gd name="connsiteY247" fmla="*/ 1498965 h 1592588"/>
                <a:gd name="connsiteX248" fmla="*/ 534057 w 1269406"/>
                <a:gd name="connsiteY248" fmla="*/ 1491797 h 1592588"/>
                <a:gd name="connsiteX249" fmla="*/ 526431 w 1269406"/>
                <a:gd name="connsiteY249" fmla="*/ 1476099 h 1592588"/>
                <a:gd name="connsiteX250" fmla="*/ 510391 w 1269406"/>
                <a:gd name="connsiteY250" fmla="*/ 1459373 h 1592588"/>
                <a:gd name="connsiteX251" fmla="*/ 501773 w 1269406"/>
                <a:gd name="connsiteY251" fmla="*/ 1465118 h 1592588"/>
                <a:gd name="connsiteX252" fmla="*/ 491453 w 1269406"/>
                <a:gd name="connsiteY252" fmla="*/ 1461063 h 1592588"/>
                <a:gd name="connsiteX253" fmla="*/ 484933 w 1269406"/>
                <a:gd name="connsiteY253" fmla="*/ 1440409 h 1592588"/>
                <a:gd name="connsiteX254" fmla="*/ 463668 w 1269406"/>
                <a:gd name="connsiteY254" fmla="*/ 1445773 h 1592588"/>
                <a:gd name="connsiteX255" fmla="*/ 458444 w 1269406"/>
                <a:gd name="connsiteY255" fmla="*/ 1438592 h 1592588"/>
                <a:gd name="connsiteX256" fmla="*/ 461965 w 1269406"/>
                <a:gd name="connsiteY256" fmla="*/ 1426695 h 1592588"/>
                <a:gd name="connsiteX257" fmla="*/ 451924 w 1269406"/>
                <a:gd name="connsiteY257" fmla="*/ 1422132 h 1592588"/>
                <a:gd name="connsiteX258" fmla="*/ 442519 w 1269406"/>
                <a:gd name="connsiteY258" fmla="*/ 1424992 h 1592588"/>
                <a:gd name="connsiteX259" fmla="*/ 379476 w 1269406"/>
                <a:gd name="connsiteY259" fmla="*/ 1410350 h 1592588"/>
                <a:gd name="connsiteX260" fmla="*/ 288789 w 1269406"/>
                <a:gd name="connsiteY260" fmla="*/ 1441604 h 1592588"/>
                <a:gd name="connsiteX261" fmla="*/ 270270 w 1269406"/>
                <a:gd name="connsiteY261" fmla="*/ 1445646 h 1592588"/>
                <a:gd name="connsiteX262" fmla="*/ 251344 w 1269406"/>
                <a:gd name="connsiteY262" fmla="*/ 1452306 h 1592588"/>
                <a:gd name="connsiteX263" fmla="*/ 182824 w 1269406"/>
                <a:gd name="connsiteY263" fmla="*/ 1409091 h 1592588"/>
                <a:gd name="connsiteX264" fmla="*/ 132847 w 1269406"/>
                <a:gd name="connsiteY264" fmla="*/ 1410006 h 1592588"/>
                <a:gd name="connsiteX265" fmla="*/ 122679 w 1269406"/>
                <a:gd name="connsiteY265" fmla="*/ 1379502 h 1592588"/>
                <a:gd name="connsiteX266" fmla="*/ 123073 w 1269406"/>
                <a:gd name="connsiteY266" fmla="*/ 1371139 h 1592588"/>
                <a:gd name="connsiteX267" fmla="*/ 118904 w 1269406"/>
                <a:gd name="connsiteY267" fmla="*/ 1365241 h 1592588"/>
                <a:gd name="connsiteX268" fmla="*/ 122425 w 1269406"/>
                <a:gd name="connsiteY268" fmla="*/ 1357018 h 1592588"/>
                <a:gd name="connsiteX269" fmla="*/ 116413 w 1269406"/>
                <a:gd name="connsiteY269" fmla="*/ 1349175 h 1592588"/>
                <a:gd name="connsiteX270" fmla="*/ 116273 w 1269406"/>
                <a:gd name="connsiteY270" fmla="*/ 1342515 h 1592588"/>
                <a:gd name="connsiteX271" fmla="*/ 110020 w 1269406"/>
                <a:gd name="connsiteY271" fmla="*/ 1338067 h 1592588"/>
                <a:gd name="connsiteX272" fmla="*/ 108329 w 1269406"/>
                <a:gd name="connsiteY272" fmla="*/ 1335448 h 1592588"/>
                <a:gd name="connsiteX273" fmla="*/ 97106 w 1269406"/>
                <a:gd name="connsiteY273" fmla="*/ 1320946 h 1592588"/>
                <a:gd name="connsiteX274" fmla="*/ 93293 w 1269406"/>
                <a:gd name="connsiteY274" fmla="*/ 1313320 h 1592588"/>
                <a:gd name="connsiteX275" fmla="*/ 98771 w 1269406"/>
                <a:gd name="connsiteY275" fmla="*/ 1305618 h 1592588"/>
                <a:gd name="connsiteX276" fmla="*/ 98275 w 1269406"/>
                <a:gd name="connsiteY276" fmla="*/ 1297241 h 1592588"/>
                <a:gd name="connsiteX277" fmla="*/ 92124 w 1269406"/>
                <a:gd name="connsiteY277" fmla="*/ 1293200 h 1592588"/>
                <a:gd name="connsiteX278" fmla="*/ 89391 w 1269406"/>
                <a:gd name="connsiteY278" fmla="*/ 1286006 h 1592588"/>
                <a:gd name="connsiteX279" fmla="*/ 90039 w 1269406"/>
                <a:gd name="connsiteY279" fmla="*/ 1276460 h 1592588"/>
                <a:gd name="connsiteX280" fmla="*/ 92378 w 1269406"/>
                <a:gd name="connsiteY280" fmla="*/ 1266915 h 1592588"/>
                <a:gd name="connsiteX281" fmla="*/ 91742 w 1269406"/>
                <a:gd name="connsiteY281" fmla="*/ 1261170 h 1592588"/>
                <a:gd name="connsiteX282" fmla="*/ 84688 w 1269406"/>
                <a:gd name="connsiteY282" fmla="*/ 1254637 h 1592588"/>
                <a:gd name="connsiteX283" fmla="*/ 78422 w 1269406"/>
                <a:gd name="connsiteY283" fmla="*/ 1245880 h 1592588"/>
                <a:gd name="connsiteX284" fmla="*/ 69283 w 1269406"/>
                <a:gd name="connsiteY284" fmla="*/ 1222213 h 1592588"/>
                <a:gd name="connsiteX285" fmla="*/ 63157 w 1269406"/>
                <a:gd name="connsiteY285" fmla="*/ 1211638 h 1592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Lst>
              <a:rect l="l" t="t" r="r" b="b"/>
              <a:pathLst>
                <a:path w="1269406" h="1592588">
                  <a:moveTo>
                    <a:pt x="603061" y="958387"/>
                  </a:moveTo>
                  <a:lnTo>
                    <a:pt x="596528" y="963078"/>
                  </a:lnTo>
                  <a:lnTo>
                    <a:pt x="594571" y="973538"/>
                  </a:lnTo>
                  <a:lnTo>
                    <a:pt x="595740" y="988587"/>
                  </a:lnTo>
                  <a:lnTo>
                    <a:pt x="603710" y="1002034"/>
                  </a:lnTo>
                  <a:lnTo>
                    <a:pt x="611793" y="1012355"/>
                  </a:lnTo>
                  <a:lnTo>
                    <a:pt x="618974" y="1015774"/>
                  </a:lnTo>
                  <a:lnTo>
                    <a:pt x="624325" y="1028840"/>
                  </a:lnTo>
                  <a:lnTo>
                    <a:pt x="631367" y="1035195"/>
                  </a:lnTo>
                  <a:lnTo>
                    <a:pt x="641408" y="1037026"/>
                  </a:lnTo>
                  <a:lnTo>
                    <a:pt x="657931" y="1061175"/>
                  </a:lnTo>
                  <a:lnTo>
                    <a:pt x="667324" y="1082350"/>
                  </a:lnTo>
                  <a:lnTo>
                    <a:pt x="672675" y="1091362"/>
                  </a:lnTo>
                  <a:lnTo>
                    <a:pt x="672154" y="1100907"/>
                  </a:lnTo>
                  <a:lnTo>
                    <a:pt x="675967" y="1109664"/>
                  </a:lnTo>
                  <a:lnTo>
                    <a:pt x="689262" y="1110313"/>
                  </a:lnTo>
                  <a:lnTo>
                    <a:pt x="688614" y="1102610"/>
                  </a:lnTo>
                  <a:lnTo>
                    <a:pt x="692795" y="1095797"/>
                  </a:lnTo>
                  <a:lnTo>
                    <a:pt x="704539" y="1095543"/>
                  </a:lnTo>
                  <a:lnTo>
                    <a:pt x="708200" y="1087167"/>
                  </a:lnTo>
                  <a:lnTo>
                    <a:pt x="708327" y="1074368"/>
                  </a:lnTo>
                  <a:lnTo>
                    <a:pt x="687444" y="1062992"/>
                  </a:lnTo>
                  <a:lnTo>
                    <a:pt x="674391" y="1051896"/>
                  </a:lnTo>
                  <a:lnTo>
                    <a:pt x="670349" y="1042885"/>
                  </a:lnTo>
                  <a:lnTo>
                    <a:pt x="671531" y="1024569"/>
                  </a:lnTo>
                  <a:lnTo>
                    <a:pt x="668519" y="1015672"/>
                  </a:lnTo>
                  <a:lnTo>
                    <a:pt x="651995" y="988485"/>
                  </a:lnTo>
                  <a:lnTo>
                    <a:pt x="639082" y="981940"/>
                  </a:lnTo>
                  <a:lnTo>
                    <a:pt x="618212" y="955248"/>
                  </a:lnTo>
                  <a:close/>
                  <a:moveTo>
                    <a:pt x="115892" y="1201152"/>
                  </a:moveTo>
                  <a:lnTo>
                    <a:pt x="143549" y="1177880"/>
                  </a:lnTo>
                  <a:lnTo>
                    <a:pt x="158687" y="1135542"/>
                  </a:lnTo>
                  <a:lnTo>
                    <a:pt x="168855" y="1133585"/>
                  </a:lnTo>
                  <a:lnTo>
                    <a:pt x="189077" y="1101288"/>
                  </a:lnTo>
                  <a:lnTo>
                    <a:pt x="185556" y="1081676"/>
                  </a:lnTo>
                  <a:lnTo>
                    <a:pt x="151366" y="1102470"/>
                  </a:lnTo>
                  <a:lnTo>
                    <a:pt x="110388" y="1096458"/>
                  </a:lnTo>
                  <a:lnTo>
                    <a:pt x="117823" y="1070835"/>
                  </a:lnTo>
                  <a:lnTo>
                    <a:pt x="97716" y="1027061"/>
                  </a:lnTo>
                  <a:lnTo>
                    <a:pt x="93903" y="990455"/>
                  </a:lnTo>
                  <a:lnTo>
                    <a:pt x="100029" y="982728"/>
                  </a:lnTo>
                  <a:lnTo>
                    <a:pt x="84103" y="971504"/>
                  </a:lnTo>
                  <a:lnTo>
                    <a:pt x="82273" y="958693"/>
                  </a:lnTo>
                  <a:lnTo>
                    <a:pt x="75499" y="901840"/>
                  </a:lnTo>
                  <a:lnTo>
                    <a:pt x="6584" y="889295"/>
                  </a:lnTo>
                  <a:lnTo>
                    <a:pt x="6063" y="877525"/>
                  </a:lnTo>
                  <a:lnTo>
                    <a:pt x="46913" y="871907"/>
                  </a:lnTo>
                  <a:lnTo>
                    <a:pt x="55810" y="800667"/>
                  </a:lnTo>
                  <a:lnTo>
                    <a:pt x="43800" y="798849"/>
                  </a:lnTo>
                  <a:lnTo>
                    <a:pt x="48362" y="780940"/>
                  </a:lnTo>
                  <a:lnTo>
                    <a:pt x="38321" y="748135"/>
                  </a:lnTo>
                  <a:lnTo>
                    <a:pt x="56853" y="734154"/>
                  </a:lnTo>
                  <a:lnTo>
                    <a:pt x="10905" y="685143"/>
                  </a:lnTo>
                  <a:lnTo>
                    <a:pt x="29767" y="672039"/>
                  </a:lnTo>
                  <a:lnTo>
                    <a:pt x="25332" y="641331"/>
                  </a:lnTo>
                  <a:lnTo>
                    <a:pt x="4995" y="643289"/>
                  </a:lnTo>
                  <a:lnTo>
                    <a:pt x="0" y="556376"/>
                  </a:lnTo>
                  <a:lnTo>
                    <a:pt x="31979" y="549055"/>
                  </a:lnTo>
                  <a:lnTo>
                    <a:pt x="50650" y="499664"/>
                  </a:lnTo>
                  <a:lnTo>
                    <a:pt x="61733" y="503311"/>
                  </a:lnTo>
                  <a:lnTo>
                    <a:pt x="71266" y="505015"/>
                  </a:lnTo>
                  <a:lnTo>
                    <a:pt x="82870" y="486051"/>
                  </a:lnTo>
                  <a:lnTo>
                    <a:pt x="76350" y="467367"/>
                  </a:lnTo>
                  <a:lnTo>
                    <a:pt x="112231" y="448810"/>
                  </a:lnTo>
                  <a:lnTo>
                    <a:pt x="113807" y="401630"/>
                  </a:lnTo>
                  <a:lnTo>
                    <a:pt x="128030" y="382564"/>
                  </a:lnTo>
                  <a:lnTo>
                    <a:pt x="151391" y="384776"/>
                  </a:lnTo>
                  <a:lnTo>
                    <a:pt x="205283" y="368583"/>
                  </a:lnTo>
                  <a:lnTo>
                    <a:pt x="222772" y="362050"/>
                  </a:lnTo>
                  <a:lnTo>
                    <a:pt x="245650" y="353293"/>
                  </a:lnTo>
                  <a:lnTo>
                    <a:pt x="265986" y="341790"/>
                  </a:lnTo>
                  <a:lnTo>
                    <a:pt x="251103" y="322318"/>
                  </a:lnTo>
                  <a:lnTo>
                    <a:pt x="213125" y="333681"/>
                  </a:lnTo>
                  <a:lnTo>
                    <a:pt x="197211" y="320348"/>
                  </a:lnTo>
                  <a:lnTo>
                    <a:pt x="188975" y="278913"/>
                  </a:lnTo>
                  <a:lnTo>
                    <a:pt x="231148" y="253696"/>
                  </a:lnTo>
                  <a:lnTo>
                    <a:pt x="241710" y="239320"/>
                  </a:lnTo>
                  <a:lnTo>
                    <a:pt x="292335" y="232126"/>
                  </a:lnTo>
                  <a:lnTo>
                    <a:pt x="308388" y="188467"/>
                  </a:lnTo>
                  <a:lnTo>
                    <a:pt x="355632" y="187298"/>
                  </a:lnTo>
                  <a:lnTo>
                    <a:pt x="362813" y="204431"/>
                  </a:lnTo>
                  <a:lnTo>
                    <a:pt x="394588" y="203884"/>
                  </a:lnTo>
                  <a:lnTo>
                    <a:pt x="410527" y="228733"/>
                  </a:lnTo>
                  <a:lnTo>
                    <a:pt x="427622" y="236435"/>
                  </a:lnTo>
                  <a:lnTo>
                    <a:pt x="434791" y="254077"/>
                  </a:lnTo>
                  <a:lnTo>
                    <a:pt x="418267" y="262974"/>
                  </a:lnTo>
                  <a:lnTo>
                    <a:pt x="403384" y="284670"/>
                  </a:lnTo>
                  <a:lnTo>
                    <a:pt x="390597" y="290682"/>
                  </a:lnTo>
                  <a:lnTo>
                    <a:pt x="368278" y="307409"/>
                  </a:lnTo>
                  <a:lnTo>
                    <a:pt x="351844" y="320615"/>
                  </a:lnTo>
                  <a:lnTo>
                    <a:pt x="347408" y="356826"/>
                  </a:lnTo>
                  <a:lnTo>
                    <a:pt x="371291" y="360995"/>
                  </a:lnTo>
                  <a:lnTo>
                    <a:pt x="388500" y="423860"/>
                  </a:lnTo>
                  <a:lnTo>
                    <a:pt x="405735" y="409370"/>
                  </a:lnTo>
                  <a:lnTo>
                    <a:pt x="415789" y="356420"/>
                  </a:lnTo>
                  <a:lnTo>
                    <a:pt x="447221" y="307943"/>
                  </a:lnTo>
                  <a:lnTo>
                    <a:pt x="466287" y="297343"/>
                  </a:lnTo>
                  <a:lnTo>
                    <a:pt x="468765" y="265313"/>
                  </a:lnTo>
                  <a:lnTo>
                    <a:pt x="484170" y="249234"/>
                  </a:lnTo>
                  <a:lnTo>
                    <a:pt x="485606" y="231593"/>
                  </a:lnTo>
                  <a:lnTo>
                    <a:pt x="470214" y="197339"/>
                  </a:lnTo>
                  <a:lnTo>
                    <a:pt x="467456" y="153425"/>
                  </a:lnTo>
                  <a:lnTo>
                    <a:pt x="479073" y="141782"/>
                  </a:lnTo>
                  <a:lnTo>
                    <a:pt x="484437" y="125717"/>
                  </a:lnTo>
                  <a:lnTo>
                    <a:pt x="494999" y="125717"/>
                  </a:lnTo>
                  <a:lnTo>
                    <a:pt x="503337" y="137995"/>
                  </a:lnTo>
                  <a:lnTo>
                    <a:pt x="502688" y="150031"/>
                  </a:lnTo>
                  <a:lnTo>
                    <a:pt x="487945" y="162436"/>
                  </a:lnTo>
                  <a:lnTo>
                    <a:pt x="490957" y="170152"/>
                  </a:lnTo>
                  <a:lnTo>
                    <a:pt x="506870" y="168588"/>
                  </a:lnTo>
                  <a:lnTo>
                    <a:pt x="522123" y="157734"/>
                  </a:lnTo>
                  <a:lnTo>
                    <a:pt x="531909" y="137740"/>
                  </a:lnTo>
                  <a:lnTo>
                    <a:pt x="526953" y="118675"/>
                  </a:lnTo>
                  <a:lnTo>
                    <a:pt x="492495" y="81561"/>
                  </a:lnTo>
                  <a:lnTo>
                    <a:pt x="486509" y="67046"/>
                  </a:lnTo>
                  <a:lnTo>
                    <a:pt x="502155" y="46532"/>
                  </a:lnTo>
                  <a:lnTo>
                    <a:pt x="522262" y="47714"/>
                  </a:lnTo>
                  <a:lnTo>
                    <a:pt x="524220" y="7448"/>
                  </a:lnTo>
                  <a:lnTo>
                    <a:pt x="538709" y="5618"/>
                  </a:lnTo>
                  <a:lnTo>
                    <a:pt x="563100" y="0"/>
                  </a:lnTo>
                  <a:lnTo>
                    <a:pt x="592461" y="18176"/>
                  </a:lnTo>
                  <a:lnTo>
                    <a:pt x="613611" y="26399"/>
                  </a:lnTo>
                  <a:lnTo>
                    <a:pt x="611386" y="48235"/>
                  </a:lnTo>
                  <a:lnTo>
                    <a:pt x="630693" y="82985"/>
                  </a:lnTo>
                  <a:lnTo>
                    <a:pt x="653152" y="130572"/>
                  </a:lnTo>
                  <a:lnTo>
                    <a:pt x="711619" y="153844"/>
                  </a:lnTo>
                  <a:lnTo>
                    <a:pt x="741234" y="152573"/>
                  </a:lnTo>
                  <a:lnTo>
                    <a:pt x="772297" y="161725"/>
                  </a:lnTo>
                  <a:lnTo>
                    <a:pt x="807657" y="130877"/>
                  </a:lnTo>
                  <a:lnTo>
                    <a:pt x="874081" y="81739"/>
                  </a:lnTo>
                  <a:lnTo>
                    <a:pt x="883220" y="80964"/>
                  </a:lnTo>
                  <a:lnTo>
                    <a:pt x="887388" y="119260"/>
                  </a:lnTo>
                  <a:lnTo>
                    <a:pt x="909199" y="126187"/>
                  </a:lnTo>
                  <a:lnTo>
                    <a:pt x="931251" y="134550"/>
                  </a:lnTo>
                  <a:lnTo>
                    <a:pt x="929548" y="163784"/>
                  </a:lnTo>
                  <a:lnTo>
                    <a:pt x="888304" y="251230"/>
                  </a:lnTo>
                  <a:lnTo>
                    <a:pt x="876432" y="263508"/>
                  </a:lnTo>
                  <a:lnTo>
                    <a:pt x="855422" y="247175"/>
                  </a:lnTo>
                  <a:lnTo>
                    <a:pt x="777661" y="213201"/>
                  </a:lnTo>
                  <a:lnTo>
                    <a:pt x="758418" y="253378"/>
                  </a:lnTo>
                  <a:lnTo>
                    <a:pt x="776543" y="299897"/>
                  </a:lnTo>
                  <a:lnTo>
                    <a:pt x="804353" y="297953"/>
                  </a:lnTo>
                  <a:lnTo>
                    <a:pt x="877169" y="320030"/>
                  </a:lnTo>
                  <a:lnTo>
                    <a:pt x="902869" y="361974"/>
                  </a:lnTo>
                  <a:lnTo>
                    <a:pt x="959900" y="360017"/>
                  </a:lnTo>
                  <a:lnTo>
                    <a:pt x="984660" y="381980"/>
                  </a:lnTo>
                  <a:lnTo>
                    <a:pt x="942894" y="413361"/>
                  </a:lnTo>
                  <a:lnTo>
                    <a:pt x="966916" y="474523"/>
                  </a:lnTo>
                  <a:lnTo>
                    <a:pt x="1020807" y="480268"/>
                  </a:lnTo>
                  <a:lnTo>
                    <a:pt x="1033339" y="483013"/>
                  </a:lnTo>
                  <a:lnTo>
                    <a:pt x="1060743" y="486013"/>
                  </a:lnTo>
                  <a:lnTo>
                    <a:pt x="1083049" y="497782"/>
                  </a:lnTo>
                  <a:lnTo>
                    <a:pt x="1077317" y="561956"/>
                  </a:lnTo>
                  <a:lnTo>
                    <a:pt x="1083176" y="614488"/>
                  </a:lnTo>
                  <a:lnTo>
                    <a:pt x="1058786" y="624961"/>
                  </a:lnTo>
                  <a:lnTo>
                    <a:pt x="1055837" y="659075"/>
                  </a:lnTo>
                  <a:lnTo>
                    <a:pt x="1077774" y="679589"/>
                  </a:lnTo>
                  <a:lnTo>
                    <a:pt x="1098111" y="738806"/>
                  </a:lnTo>
                  <a:lnTo>
                    <a:pt x="1154239" y="758138"/>
                  </a:lnTo>
                  <a:lnTo>
                    <a:pt x="1153451" y="772005"/>
                  </a:lnTo>
                  <a:lnTo>
                    <a:pt x="1116261" y="773429"/>
                  </a:lnTo>
                  <a:lnTo>
                    <a:pt x="1106728" y="854774"/>
                  </a:lnTo>
                  <a:lnTo>
                    <a:pt x="1106856" y="864942"/>
                  </a:lnTo>
                  <a:lnTo>
                    <a:pt x="1177321" y="904280"/>
                  </a:lnTo>
                  <a:lnTo>
                    <a:pt x="1182405" y="938407"/>
                  </a:lnTo>
                  <a:lnTo>
                    <a:pt x="1243986" y="1025713"/>
                  </a:lnTo>
                  <a:lnTo>
                    <a:pt x="1269406" y="1105178"/>
                  </a:lnTo>
                  <a:lnTo>
                    <a:pt x="1250087" y="1142177"/>
                  </a:lnTo>
                  <a:lnTo>
                    <a:pt x="1213812" y="1150388"/>
                  </a:lnTo>
                  <a:lnTo>
                    <a:pt x="1172173" y="1204127"/>
                  </a:lnTo>
                  <a:lnTo>
                    <a:pt x="1197594" y="1221501"/>
                  </a:lnTo>
                  <a:lnTo>
                    <a:pt x="1172923" y="1282510"/>
                  </a:lnTo>
                  <a:lnTo>
                    <a:pt x="1071000" y="1307600"/>
                  </a:lnTo>
                  <a:lnTo>
                    <a:pt x="1041004" y="1330339"/>
                  </a:lnTo>
                  <a:lnTo>
                    <a:pt x="955846" y="1316485"/>
                  </a:lnTo>
                  <a:lnTo>
                    <a:pt x="916825" y="1324721"/>
                  </a:lnTo>
                  <a:lnTo>
                    <a:pt x="891506" y="1354399"/>
                  </a:lnTo>
                  <a:lnTo>
                    <a:pt x="885151" y="1355670"/>
                  </a:lnTo>
                  <a:lnTo>
                    <a:pt x="873801" y="1365203"/>
                  </a:lnTo>
                  <a:lnTo>
                    <a:pt x="847046" y="1365610"/>
                  </a:lnTo>
                  <a:lnTo>
                    <a:pt x="817164" y="1369525"/>
                  </a:lnTo>
                  <a:lnTo>
                    <a:pt x="768612" y="1370300"/>
                  </a:lnTo>
                  <a:lnTo>
                    <a:pt x="724126" y="1352505"/>
                  </a:lnTo>
                  <a:lnTo>
                    <a:pt x="713576" y="1335779"/>
                  </a:lnTo>
                  <a:lnTo>
                    <a:pt x="674175" y="1318137"/>
                  </a:lnTo>
                  <a:lnTo>
                    <a:pt x="663460" y="1305427"/>
                  </a:lnTo>
                  <a:lnTo>
                    <a:pt x="650559" y="1301105"/>
                  </a:lnTo>
                  <a:lnTo>
                    <a:pt x="627452" y="1290772"/>
                  </a:lnTo>
                  <a:lnTo>
                    <a:pt x="550327" y="1262810"/>
                  </a:lnTo>
                  <a:lnTo>
                    <a:pt x="521220" y="1242016"/>
                  </a:lnTo>
                  <a:lnTo>
                    <a:pt x="510124" y="1227768"/>
                  </a:lnTo>
                  <a:lnTo>
                    <a:pt x="487818" y="1194429"/>
                  </a:lnTo>
                  <a:lnTo>
                    <a:pt x="463274" y="1155726"/>
                  </a:lnTo>
                  <a:lnTo>
                    <a:pt x="450831" y="1141491"/>
                  </a:lnTo>
                  <a:lnTo>
                    <a:pt x="443650" y="1124510"/>
                  </a:lnTo>
                  <a:lnTo>
                    <a:pt x="442480" y="1111164"/>
                  </a:lnTo>
                  <a:lnTo>
                    <a:pt x="429770" y="1081765"/>
                  </a:lnTo>
                  <a:lnTo>
                    <a:pt x="422322" y="1065420"/>
                  </a:lnTo>
                  <a:lnTo>
                    <a:pt x="420492" y="1050664"/>
                  </a:lnTo>
                  <a:lnTo>
                    <a:pt x="413844" y="1041118"/>
                  </a:lnTo>
                  <a:lnTo>
                    <a:pt x="401045" y="1022167"/>
                  </a:lnTo>
                  <a:lnTo>
                    <a:pt x="388907" y="1019295"/>
                  </a:lnTo>
                  <a:lnTo>
                    <a:pt x="381471" y="995895"/>
                  </a:lnTo>
                  <a:lnTo>
                    <a:pt x="377824" y="987138"/>
                  </a:lnTo>
                  <a:lnTo>
                    <a:pt x="374811" y="980338"/>
                  </a:lnTo>
                  <a:lnTo>
                    <a:pt x="370121" y="982562"/>
                  </a:lnTo>
                  <a:lnTo>
                    <a:pt x="365812" y="984520"/>
                  </a:lnTo>
                  <a:lnTo>
                    <a:pt x="362432" y="986096"/>
                  </a:lnTo>
                  <a:lnTo>
                    <a:pt x="360995" y="994726"/>
                  </a:lnTo>
                  <a:lnTo>
                    <a:pt x="359559" y="1022815"/>
                  </a:lnTo>
                  <a:lnTo>
                    <a:pt x="359559" y="1032984"/>
                  </a:lnTo>
                  <a:lnTo>
                    <a:pt x="373896" y="1072068"/>
                  </a:lnTo>
                  <a:lnTo>
                    <a:pt x="383950" y="1083189"/>
                  </a:lnTo>
                  <a:lnTo>
                    <a:pt x="400918" y="1124078"/>
                  </a:lnTo>
                  <a:lnTo>
                    <a:pt x="412268" y="1165132"/>
                  </a:lnTo>
                  <a:lnTo>
                    <a:pt x="434587" y="1192446"/>
                  </a:lnTo>
                  <a:lnTo>
                    <a:pt x="452992" y="1228034"/>
                  </a:lnTo>
                  <a:lnTo>
                    <a:pt x="460300" y="1252184"/>
                  </a:lnTo>
                  <a:lnTo>
                    <a:pt x="468918" y="1262492"/>
                  </a:lnTo>
                  <a:lnTo>
                    <a:pt x="477522" y="1282765"/>
                  </a:lnTo>
                  <a:lnTo>
                    <a:pt x="549170" y="1317921"/>
                  </a:lnTo>
                  <a:lnTo>
                    <a:pt x="566265" y="1324581"/>
                  </a:lnTo>
                  <a:lnTo>
                    <a:pt x="574870" y="1318226"/>
                  </a:lnTo>
                  <a:lnTo>
                    <a:pt x="583488" y="1317959"/>
                  </a:lnTo>
                  <a:lnTo>
                    <a:pt x="599795" y="1326856"/>
                  </a:lnTo>
                  <a:lnTo>
                    <a:pt x="606976" y="1337190"/>
                  </a:lnTo>
                  <a:lnTo>
                    <a:pt x="617945" y="1355480"/>
                  </a:lnTo>
                  <a:lnTo>
                    <a:pt x="652262" y="1386594"/>
                  </a:lnTo>
                  <a:lnTo>
                    <a:pt x="679615" y="1407604"/>
                  </a:lnTo>
                  <a:lnTo>
                    <a:pt x="699849" y="1419908"/>
                  </a:lnTo>
                  <a:lnTo>
                    <a:pt x="727367" y="1462258"/>
                  </a:lnTo>
                  <a:lnTo>
                    <a:pt x="660816" y="1520801"/>
                  </a:lnTo>
                  <a:lnTo>
                    <a:pt x="662392" y="1549158"/>
                  </a:lnTo>
                  <a:lnTo>
                    <a:pt x="683656" y="1570765"/>
                  </a:lnTo>
                  <a:lnTo>
                    <a:pt x="684178" y="1580692"/>
                  </a:lnTo>
                  <a:lnTo>
                    <a:pt x="630541" y="1592588"/>
                  </a:lnTo>
                  <a:lnTo>
                    <a:pt x="619979" y="1561232"/>
                  </a:lnTo>
                  <a:lnTo>
                    <a:pt x="602489" y="1561627"/>
                  </a:lnTo>
                  <a:lnTo>
                    <a:pt x="585903" y="1569329"/>
                  </a:lnTo>
                  <a:lnTo>
                    <a:pt x="576662" y="1568935"/>
                  </a:lnTo>
                  <a:lnTo>
                    <a:pt x="574120" y="1559910"/>
                  </a:lnTo>
                  <a:lnTo>
                    <a:pt x="560431" y="1561182"/>
                  </a:lnTo>
                  <a:lnTo>
                    <a:pt x="545420" y="1553555"/>
                  </a:lnTo>
                  <a:lnTo>
                    <a:pt x="546856" y="1544404"/>
                  </a:lnTo>
                  <a:lnTo>
                    <a:pt x="554546" y="1534999"/>
                  </a:lnTo>
                  <a:lnTo>
                    <a:pt x="539802" y="1511269"/>
                  </a:lnTo>
                  <a:lnTo>
                    <a:pt x="538760" y="1503020"/>
                  </a:lnTo>
                  <a:lnTo>
                    <a:pt x="532240" y="1498965"/>
                  </a:lnTo>
                  <a:lnTo>
                    <a:pt x="534057" y="1491797"/>
                  </a:lnTo>
                  <a:lnTo>
                    <a:pt x="526431" y="1476099"/>
                  </a:lnTo>
                  <a:lnTo>
                    <a:pt x="510391" y="1459373"/>
                  </a:lnTo>
                  <a:lnTo>
                    <a:pt x="501773" y="1465118"/>
                  </a:lnTo>
                  <a:lnTo>
                    <a:pt x="491453" y="1461063"/>
                  </a:lnTo>
                  <a:lnTo>
                    <a:pt x="484933" y="1440409"/>
                  </a:lnTo>
                  <a:lnTo>
                    <a:pt x="463668" y="1445773"/>
                  </a:lnTo>
                  <a:lnTo>
                    <a:pt x="458444" y="1438592"/>
                  </a:lnTo>
                  <a:lnTo>
                    <a:pt x="461965" y="1426695"/>
                  </a:lnTo>
                  <a:lnTo>
                    <a:pt x="451924" y="1422132"/>
                  </a:lnTo>
                  <a:lnTo>
                    <a:pt x="442519" y="1424992"/>
                  </a:lnTo>
                  <a:lnTo>
                    <a:pt x="379476" y="1410350"/>
                  </a:lnTo>
                  <a:lnTo>
                    <a:pt x="288789" y="1441604"/>
                  </a:lnTo>
                  <a:lnTo>
                    <a:pt x="270270" y="1445646"/>
                  </a:lnTo>
                  <a:lnTo>
                    <a:pt x="251344" y="1452306"/>
                  </a:lnTo>
                  <a:lnTo>
                    <a:pt x="182824" y="1409091"/>
                  </a:lnTo>
                  <a:lnTo>
                    <a:pt x="132847" y="1410006"/>
                  </a:lnTo>
                  <a:lnTo>
                    <a:pt x="122679" y="1379502"/>
                  </a:lnTo>
                  <a:lnTo>
                    <a:pt x="123073" y="1371139"/>
                  </a:lnTo>
                  <a:lnTo>
                    <a:pt x="118904" y="1365241"/>
                  </a:lnTo>
                  <a:lnTo>
                    <a:pt x="122425" y="1357018"/>
                  </a:lnTo>
                  <a:lnTo>
                    <a:pt x="116413" y="1349175"/>
                  </a:lnTo>
                  <a:lnTo>
                    <a:pt x="116273" y="1342515"/>
                  </a:lnTo>
                  <a:lnTo>
                    <a:pt x="110020" y="1338067"/>
                  </a:lnTo>
                  <a:lnTo>
                    <a:pt x="108329" y="1335448"/>
                  </a:lnTo>
                  <a:lnTo>
                    <a:pt x="97106" y="1320946"/>
                  </a:lnTo>
                  <a:lnTo>
                    <a:pt x="93293" y="1313320"/>
                  </a:lnTo>
                  <a:lnTo>
                    <a:pt x="98771" y="1305618"/>
                  </a:lnTo>
                  <a:lnTo>
                    <a:pt x="98275" y="1297241"/>
                  </a:lnTo>
                  <a:lnTo>
                    <a:pt x="92124" y="1293200"/>
                  </a:lnTo>
                  <a:lnTo>
                    <a:pt x="89391" y="1286006"/>
                  </a:lnTo>
                  <a:lnTo>
                    <a:pt x="90039" y="1276460"/>
                  </a:lnTo>
                  <a:lnTo>
                    <a:pt x="92378" y="1266915"/>
                  </a:lnTo>
                  <a:lnTo>
                    <a:pt x="91742" y="1261170"/>
                  </a:lnTo>
                  <a:lnTo>
                    <a:pt x="84688" y="1254637"/>
                  </a:lnTo>
                  <a:lnTo>
                    <a:pt x="78422" y="1245880"/>
                  </a:lnTo>
                  <a:lnTo>
                    <a:pt x="69283" y="1222213"/>
                  </a:lnTo>
                  <a:lnTo>
                    <a:pt x="63157" y="1211638"/>
                  </a:lnTo>
                  <a:close/>
                </a:path>
              </a:pathLst>
            </a:custGeom>
            <a:solidFill>
              <a:srgbClr val="FFFFFF"/>
            </a:solidFill>
            <a:ln w="12700" cap="flat">
              <a:noFill/>
              <a:prstDash val="solid"/>
              <a:miter/>
            </a:ln>
          </p:spPr>
          <p:txBody>
            <a:bodyPr rtlCol="0" anchor="ctr"/>
            <a:lstStyle/>
            <a:p>
              <a:endParaRPr lang="de-CH"/>
            </a:p>
          </p:txBody>
        </p:sp>
        <p:sp>
          <p:nvSpPr>
            <p:cNvPr id="8" name="Freihandform: Form 7">
              <a:extLst>
                <a:ext uri="{FF2B5EF4-FFF2-40B4-BE49-F238E27FC236}">
                  <a16:creationId xmlns:a16="http://schemas.microsoft.com/office/drawing/2014/main" id="{06BC8385-2D2B-0C97-6414-A3F71598112E}"/>
                </a:ext>
              </a:extLst>
            </p:cNvPr>
            <p:cNvSpPr/>
            <p:nvPr/>
          </p:nvSpPr>
          <p:spPr>
            <a:xfrm>
              <a:off x="6389779" y="823574"/>
              <a:ext cx="1269406" cy="1592588"/>
            </a:xfrm>
            <a:custGeom>
              <a:avLst/>
              <a:gdLst>
                <a:gd name="connsiteX0" fmla="*/ 603061 w 1269406"/>
                <a:gd name="connsiteY0" fmla="*/ 958387 h 1592588"/>
                <a:gd name="connsiteX1" fmla="*/ 596528 w 1269406"/>
                <a:gd name="connsiteY1" fmla="*/ 963078 h 1592588"/>
                <a:gd name="connsiteX2" fmla="*/ 594571 w 1269406"/>
                <a:gd name="connsiteY2" fmla="*/ 973538 h 1592588"/>
                <a:gd name="connsiteX3" fmla="*/ 595740 w 1269406"/>
                <a:gd name="connsiteY3" fmla="*/ 988587 h 1592588"/>
                <a:gd name="connsiteX4" fmla="*/ 603710 w 1269406"/>
                <a:gd name="connsiteY4" fmla="*/ 1002034 h 1592588"/>
                <a:gd name="connsiteX5" fmla="*/ 611793 w 1269406"/>
                <a:gd name="connsiteY5" fmla="*/ 1012355 h 1592588"/>
                <a:gd name="connsiteX6" fmla="*/ 618974 w 1269406"/>
                <a:gd name="connsiteY6" fmla="*/ 1015774 h 1592588"/>
                <a:gd name="connsiteX7" fmla="*/ 624325 w 1269406"/>
                <a:gd name="connsiteY7" fmla="*/ 1028840 h 1592588"/>
                <a:gd name="connsiteX8" fmla="*/ 631367 w 1269406"/>
                <a:gd name="connsiteY8" fmla="*/ 1035195 h 1592588"/>
                <a:gd name="connsiteX9" fmla="*/ 641408 w 1269406"/>
                <a:gd name="connsiteY9" fmla="*/ 1037026 h 1592588"/>
                <a:gd name="connsiteX10" fmla="*/ 657931 w 1269406"/>
                <a:gd name="connsiteY10" fmla="*/ 1061175 h 1592588"/>
                <a:gd name="connsiteX11" fmla="*/ 667324 w 1269406"/>
                <a:gd name="connsiteY11" fmla="*/ 1082350 h 1592588"/>
                <a:gd name="connsiteX12" fmla="*/ 672675 w 1269406"/>
                <a:gd name="connsiteY12" fmla="*/ 1091362 h 1592588"/>
                <a:gd name="connsiteX13" fmla="*/ 672154 w 1269406"/>
                <a:gd name="connsiteY13" fmla="*/ 1100907 h 1592588"/>
                <a:gd name="connsiteX14" fmla="*/ 675967 w 1269406"/>
                <a:gd name="connsiteY14" fmla="*/ 1109664 h 1592588"/>
                <a:gd name="connsiteX15" fmla="*/ 689262 w 1269406"/>
                <a:gd name="connsiteY15" fmla="*/ 1110313 h 1592588"/>
                <a:gd name="connsiteX16" fmla="*/ 688614 w 1269406"/>
                <a:gd name="connsiteY16" fmla="*/ 1102610 h 1592588"/>
                <a:gd name="connsiteX17" fmla="*/ 692795 w 1269406"/>
                <a:gd name="connsiteY17" fmla="*/ 1095797 h 1592588"/>
                <a:gd name="connsiteX18" fmla="*/ 704539 w 1269406"/>
                <a:gd name="connsiteY18" fmla="*/ 1095543 h 1592588"/>
                <a:gd name="connsiteX19" fmla="*/ 708200 w 1269406"/>
                <a:gd name="connsiteY19" fmla="*/ 1087167 h 1592588"/>
                <a:gd name="connsiteX20" fmla="*/ 708327 w 1269406"/>
                <a:gd name="connsiteY20" fmla="*/ 1074368 h 1592588"/>
                <a:gd name="connsiteX21" fmla="*/ 687444 w 1269406"/>
                <a:gd name="connsiteY21" fmla="*/ 1062992 h 1592588"/>
                <a:gd name="connsiteX22" fmla="*/ 674391 w 1269406"/>
                <a:gd name="connsiteY22" fmla="*/ 1051896 h 1592588"/>
                <a:gd name="connsiteX23" fmla="*/ 670349 w 1269406"/>
                <a:gd name="connsiteY23" fmla="*/ 1042885 h 1592588"/>
                <a:gd name="connsiteX24" fmla="*/ 671531 w 1269406"/>
                <a:gd name="connsiteY24" fmla="*/ 1024569 h 1592588"/>
                <a:gd name="connsiteX25" fmla="*/ 668519 w 1269406"/>
                <a:gd name="connsiteY25" fmla="*/ 1015672 h 1592588"/>
                <a:gd name="connsiteX26" fmla="*/ 651995 w 1269406"/>
                <a:gd name="connsiteY26" fmla="*/ 988485 h 1592588"/>
                <a:gd name="connsiteX27" fmla="*/ 639082 w 1269406"/>
                <a:gd name="connsiteY27" fmla="*/ 981940 h 1592588"/>
                <a:gd name="connsiteX28" fmla="*/ 618212 w 1269406"/>
                <a:gd name="connsiteY28" fmla="*/ 955248 h 1592588"/>
                <a:gd name="connsiteX29" fmla="*/ 115892 w 1269406"/>
                <a:gd name="connsiteY29" fmla="*/ 1201152 h 1592588"/>
                <a:gd name="connsiteX30" fmla="*/ 143549 w 1269406"/>
                <a:gd name="connsiteY30" fmla="*/ 1177880 h 1592588"/>
                <a:gd name="connsiteX31" fmla="*/ 158687 w 1269406"/>
                <a:gd name="connsiteY31" fmla="*/ 1135542 h 1592588"/>
                <a:gd name="connsiteX32" fmla="*/ 168855 w 1269406"/>
                <a:gd name="connsiteY32" fmla="*/ 1133585 h 1592588"/>
                <a:gd name="connsiteX33" fmla="*/ 189077 w 1269406"/>
                <a:gd name="connsiteY33" fmla="*/ 1101288 h 1592588"/>
                <a:gd name="connsiteX34" fmla="*/ 185556 w 1269406"/>
                <a:gd name="connsiteY34" fmla="*/ 1081676 h 1592588"/>
                <a:gd name="connsiteX35" fmla="*/ 151366 w 1269406"/>
                <a:gd name="connsiteY35" fmla="*/ 1102470 h 1592588"/>
                <a:gd name="connsiteX36" fmla="*/ 110388 w 1269406"/>
                <a:gd name="connsiteY36" fmla="*/ 1096458 h 1592588"/>
                <a:gd name="connsiteX37" fmla="*/ 117823 w 1269406"/>
                <a:gd name="connsiteY37" fmla="*/ 1070835 h 1592588"/>
                <a:gd name="connsiteX38" fmla="*/ 97716 w 1269406"/>
                <a:gd name="connsiteY38" fmla="*/ 1027061 h 1592588"/>
                <a:gd name="connsiteX39" fmla="*/ 93903 w 1269406"/>
                <a:gd name="connsiteY39" fmla="*/ 990455 h 1592588"/>
                <a:gd name="connsiteX40" fmla="*/ 100029 w 1269406"/>
                <a:gd name="connsiteY40" fmla="*/ 982728 h 1592588"/>
                <a:gd name="connsiteX41" fmla="*/ 84103 w 1269406"/>
                <a:gd name="connsiteY41" fmla="*/ 971504 h 1592588"/>
                <a:gd name="connsiteX42" fmla="*/ 82273 w 1269406"/>
                <a:gd name="connsiteY42" fmla="*/ 958693 h 1592588"/>
                <a:gd name="connsiteX43" fmla="*/ 75499 w 1269406"/>
                <a:gd name="connsiteY43" fmla="*/ 901840 h 1592588"/>
                <a:gd name="connsiteX44" fmla="*/ 6584 w 1269406"/>
                <a:gd name="connsiteY44" fmla="*/ 889295 h 1592588"/>
                <a:gd name="connsiteX45" fmla="*/ 6063 w 1269406"/>
                <a:gd name="connsiteY45" fmla="*/ 877525 h 1592588"/>
                <a:gd name="connsiteX46" fmla="*/ 46913 w 1269406"/>
                <a:gd name="connsiteY46" fmla="*/ 871907 h 1592588"/>
                <a:gd name="connsiteX47" fmla="*/ 55810 w 1269406"/>
                <a:gd name="connsiteY47" fmla="*/ 800667 h 1592588"/>
                <a:gd name="connsiteX48" fmla="*/ 43800 w 1269406"/>
                <a:gd name="connsiteY48" fmla="*/ 798849 h 1592588"/>
                <a:gd name="connsiteX49" fmla="*/ 48362 w 1269406"/>
                <a:gd name="connsiteY49" fmla="*/ 780940 h 1592588"/>
                <a:gd name="connsiteX50" fmla="*/ 38321 w 1269406"/>
                <a:gd name="connsiteY50" fmla="*/ 748135 h 1592588"/>
                <a:gd name="connsiteX51" fmla="*/ 56853 w 1269406"/>
                <a:gd name="connsiteY51" fmla="*/ 734154 h 1592588"/>
                <a:gd name="connsiteX52" fmla="*/ 10905 w 1269406"/>
                <a:gd name="connsiteY52" fmla="*/ 685143 h 1592588"/>
                <a:gd name="connsiteX53" fmla="*/ 29767 w 1269406"/>
                <a:gd name="connsiteY53" fmla="*/ 672039 h 1592588"/>
                <a:gd name="connsiteX54" fmla="*/ 25332 w 1269406"/>
                <a:gd name="connsiteY54" fmla="*/ 641331 h 1592588"/>
                <a:gd name="connsiteX55" fmla="*/ 4995 w 1269406"/>
                <a:gd name="connsiteY55" fmla="*/ 643289 h 1592588"/>
                <a:gd name="connsiteX56" fmla="*/ 0 w 1269406"/>
                <a:gd name="connsiteY56" fmla="*/ 556376 h 1592588"/>
                <a:gd name="connsiteX57" fmla="*/ 31979 w 1269406"/>
                <a:gd name="connsiteY57" fmla="*/ 549055 h 1592588"/>
                <a:gd name="connsiteX58" fmla="*/ 50650 w 1269406"/>
                <a:gd name="connsiteY58" fmla="*/ 499664 h 1592588"/>
                <a:gd name="connsiteX59" fmla="*/ 61733 w 1269406"/>
                <a:gd name="connsiteY59" fmla="*/ 503311 h 1592588"/>
                <a:gd name="connsiteX60" fmla="*/ 71266 w 1269406"/>
                <a:gd name="connsiteY60" fmla="*/ 505015 h 1592588"/>
                <a:gd name="connsiteX61" fmla="*/ 82870 w 1269406"/>
                <a:gd name="connsiteY61" fmla="*/ 486051 h 1592588"/>
                <a:gd name="connsiteX62" fmla="*/ 76350 w 1269406"/>
                <a:gd name="connsiteY62" fmla="*/ 467367 h 1592588"/>
                <a:gd name="connsiteX63" fmla="*/ 112231 w 1269406"/>
                <a:gd name="connsiteY63" fmla="*/ 448810 h 1592588"/>
                <a:gd name="connsiteX64" fmla="*/ 113807 w 1269406"/>
                <a:gd name="connsiteY64" fmla="*/ 401630 h 1592588"/>
                <a:gd name="connsiteX65" fmla="*/ 128030 w 1269406"/>
                <a:gd name="connsiteY65" fmla="*/ 382564 h 1592588"/>
                <a:gd name="connsiteX66" fmla="*/ 151391 w 1269406"/>
                <a:gd name="connsiteY66" fmla="*/ 384776 h 1592588"/>
                <a:gd name="connsiteX67" fmla="*/ 205283 w 1269406"/>
                <a:gd name="connsiteY67" fmla="*/ 368583 h 1592588"/>
                <a:gd name="connsiteX68" fmla="*/ 222772 w 1269406"/>
                <a:gd name="connsiteY68" fmla="*/ 362050 h 1592588"/>
                <a:gd name="connsiteX69" fmla="*/ 245650 w 1269406"/>
                <a:gd name="connsiteY69" fmla="*/ 353293 h 1592588"/>
                <a:gd name="connsiteX70" fmla="*/ 265986 w 1269406"/>
                <a:gd name="connsiteY70" fmla="*/ 341790 h 1592588"/>
                <a:gd name="connsiteX71" fmla="*/ 251103 w 1269406"/>
                <a:gd name="connsiteY71" fmla="*/ 322318 h 1592588"/>
                <a:gd name="connsiteX72" fmla="*/ 213125 w 1269406"/>
                <a:gd name="connsiteY72" fmla="*/ 333681 h 1592588"/>
                <a:gd name="connsiteX73" fmla="*/ 197211 w 1269406"/>
                <a:gd name="connsiteY73" fmla="*/ 320348 h 1592588"/>
                <a:gd name="connsiteX74" fmla="*/ 188975 w 1269406"/>
                <a:gd name="connsiteY74" fmla="*/ 278913 h 1592588"/>
                <a:gd name="connsiteX75" fmla="*/ 231148 w 1269406"/>
                <a:gd name="connsiteY75" fmla="*/ 253696 h 1592588"/>
                <a:gd name="connsiteX76" fmla="*/ 241710 w 1269406"/>
                <a:gd name="connsiteY76" fmla="*/ 239320 h 1592588"/>
                <a:gd name="connsiteX77" fmla="*/ 292335 w 1269406"/>
                <a:gd name="connsiteY77" fmla="*/ 232126 h 1592588"/>
                <a:gd name="connsiteX78" fmla="*/ 308388 w 1269406"/>
                <a:gd name="connsiteY78" fmla="*/ 188467 h 1592588"/>
                <a:gd name="connsiteX79" fmla="*/ 355632 w 1269406"/>
                <a:gd name="connsiteY79" fmla="*/ 187298 h 1592588"/>
                <a:gd name="connsiteX80" fmla="*/ 362813 w 1269406"/>
                <a:gd name="connsiteY80" fmla="*/ 204431 h 1592588"/>
                <a:gd name="connsiteX81" fmla="*/ 394588 w 1269406"/>
                <a:gd name="connsiteY81" fmla="*/ 203884 h 1592588"/>
                <a:gd name="connsiteX82" fmla="*/ 410527 w 1269406"/>
                <a:gd name="connsiteY82" fmla="*/ 228733 h 1592588"/>
                <a:gd name="connsiteX83" fmla="*/ 427622 w 1269406"/>
                <a:gd name="connsiteY83" fmla="*/ 236435 h 1592588"/>
                <a:gd name="connsiteX84" fmla="*/ 434791 w 1269406"/>
                <a:gd name="connsiteY84" fmla="*/ 254077 h 1592588"/>
                <a:gd name="connsiteX85" fmla="*/ 418267 w 1269406"/>
                <a:gd name="connsiteY85" fmla="*/ 262974 h 1592588"/>
                <a:gd name="connsiteX86" fmla="*/ 403384 w 1269406"/>
                <a:gd name="connsiteY86" fmla="*/ 284670 h 1592588"/>
                <a:gd name="connsiteX87" fmla="*/ 390597 w 1269406"/>
                <a:gd name="connsiteY87" fmla="*/ 290682 h 1592588"/>
                <a:gd name="connsiteX88" fmla="*/ 368278 w 1269406"/>
                <a:gd name="connsiteY88" fmla="*/ 307409 h 1592588"/>
                <a:gd name="connsiteX89" fmla="*/ 351844 w 1269406"/>
                <a:gd name="connsiteY89" fmla="*/ 320615 h 1592588"/>
                <a:gd name="connsiteX90" fmla="*/ 347408 w 1269406"/>
                <a:gd name="connsiteY90" fmla="*/ 356826 h 1592588"/>
                <a:gd name="connsiteX91" fmla="*/ 371291 w 1269406"/>
                <a:gd name="connsiteY91" fmla="*/ 360995 h 1592588"/>
                <a:gd name="connsiteX92" fmla="*/ 388500 w 1269406"/>
                <a:gd name="connsiteY92" fmla="*/ 423860 h 1592588"/>
                <a:gd name="connsiteX93" fmla="*/ 405735 w 1269406"/>
                <a:gd name="connsiteY93" fmla="*/ 409370 h 1592588"/>
                <a:gd name="connsiteX94" fmla="*/ 415789 w 1269406"/>
                <a:gd name="connsiteY94" fmla="*/ 356420 h 1592588"/>
                <a:gd name="connsiteX95" fmla="*/ 447221 w 1269406"/>
                <a:gd name="connsiteY95" fmla="*/ 307943 h 1592588"/>
                <a:gd name="connsiteX96" fmla="*/ 466287 w 1269406"/>
                <a:gd name="connsiteY96" fmla="*/ 297343 h 1592588"/>
                <a:gd name="connsiteX97" fmla="*/ 468765 w 1269406"/>
                <a:gd name="connsiteY97" fmla="*/ 265313 h 1592588"/>
                <a:gd name="connsiteX98" fmla="*/ 484170 w 1269406"/>
                <a:gd name="connsiteY98" fmla="*/ 249234 h 1592588"/>
                <a:gd name="connsiteX99" fmla="*/ 485606 w 1269406"/>
                <a:gd name="connsiteY99" fmla="*/ 231593 h 1592588"/>
                <a:gd name="connsiteX100" fmla="*/ 470214 w 1269406"/>
                <a:gd name="connsiteY100" fmla="*/ 197339 h 1592588"/>
                <a:gd name="connsiteX101" fmla="*/ 467456 w 1269406"/>
                <a:gd name="connsiteY101" fmla="*/ 153425 h 1592588"/>
                <a:gd name="connsiteX102" fmla="*/ 479073 w 1269406"/>
                <a:gd name="connsiteY102" fmla="*/ 141782 h 1592588"/>
                <a:gd name="connsiteX103" fmla="*/ 484437 w 1269406"/>
                <a:gd name="connsiteY103" fmla="*/ 125717 h 1592588"/>
                <a:gd name="connsiteX104" fmla="*/ 494999 w 1269406"/>
                <a:gd name="connsiteY104" fmla="*/ 125717 h 1592588"/>
                <a:gd name="connsiteX105" fmla="*/ 503337 w 1269406"/>
                <a:gd name="connsiteY105" fmla="*/ 137995 h 1592588"/>
                <a:gd name="connsiteX106" fmla="*/ 502688 w 1269406"/>
                <a:gd name="connsiteY106" fmla="*/ 150031 h 1592588"/>
                <a:gd name="connsiteX107" fmla="*/ 487945 w 1269406"/>
                <a:gd name="connsiteY107" fmla="*/ 162436 h 1592588"/>
                <a:gd name="connsiteX108" fmla="*/ 490957 w 1269406"/>
                <a:gd name="connsiteY108" fmla="*/ 170152 h 1592588"/>
                <a:gd name="connsiteX109" fmla="*/ 506870 w 1269406"/>
                <a:gd name="connsiteY109" fmla="*/ 168588 h 1592588"/>
                <a:gd name="connsiteX110" fmla="*/ 522123 w 1269406"/>
                <a:gd name="connsiteY110" fmla="*/ 157734 h 1592588"/>
                <a:gd name="connsiteX111" fmla="*/ 531909 w 1269406"/>
                <a:gd name="connsiteY111" fmla="*/ 137740 h 1592588"/>
                <a:gd name="connsiteX112" fmla="*/ 526953 w 1269406"/>
                <a:gd name="connsiteY112" fmla="*/ 118675 h 1592588"/>
                <a:gd name="connsiteX113" fmla="*/ 492495 w 1269406"/>
                <a:gd name="connsiteY113" fmla="*/ 81561 h 1592588"/>
                <a:gd name="connsiteX114" fmla="*/ 486509 w 1269406"/>
                <a:gd name="connsiteY114" fmla="*/ 67046 h 1592588"/>
                <a:gd name="connsiteX115" fmla="*/ 502155 w 1269406"/>
                <a:gd name="connsiteY115" fmla="*/ 46532 h 1592588"/>
                <a:gd name="connsiteX116" fmla="*/ 522262 w 1269406"/>
                <a:gd name="connsiteY116" fmla="*/ 47714 h 1592588"/>
                <a:gd name="connsiteX117" fmla="*/ 524220 w 1269406"/>
                <a:gd name="connsiteY117" fmla="*/ 7448 h 1592588"/>
                <a:gd name="connsiteX118" fmla="*/ 538709 w 1269406"/>
                <a:gd name="connsiteY118" fmla="*/ 5618 h 1592588"/>
                <a:gd name="connsiteX119" fmla="*/ 563100 w 1269406"/>
                <a:gd name="connsiteY119" fmla="*/ 0 h 1592588"/>
                <a:gd name="connsiteX120" fmla="*/ 592461 w 1269406"/>
                <a:gd name="connsiteY120" fmla="*/ 18176 h 1592588"/>
                <a:gd name="connsiteX121" fmla="*/ 613611 w 1269406"/>
                <a:gd name="connsiteY121" fmla="*/ 26399 h 1592588"/>
                <a:gd name="connsiteX122" fmla="*/ 611386 w 1269406"/>
                <a:gd name="connsiteY122" fmla="*/ 48235 h 1592588"/>
                <a:gd name="connsiteX123" fmla="*/ 630693 w 1269406"/>
                <a:gd name="connsiteY123" fmla="*/ 82985 h 1592588"/>
                <a:gd name="connsiteX124" fmla="*/ 653152 w 1269406"/>
                <a:gd name="connsiteY124" fmla="*/ 130572 h 1592588"/>
                <a:gd name="connsiteX125" fmla="*/ 711619 w 1269406"/>
                <a:gd name="connsiteY125" fmla="*/ 153844 h 1592588"/>
                <a:gd name="connsiteX126" fmla="*/ 741234 w 1269406"/>
                <a:gd name="connsiteY126" fmla="*/ 152573 h 1592588"/>
                <a:gd name="connsiteX127" fmla="*/ 772297 w 1269406"/>
                <a:gd name="connsiteY127" fmla="*/ 161725 h 1592588"/>
                <a:gd name="connsiteX128" fmla="*/ 807657 w 1269406"/>
                <a:gd name="connsiteY128" fmla="*/ 130877 h 1592588"/>
                <a:gd name="connsiteX129" fmla="*/ 874081 w 1269406"/>
                <a:gd name="connsiteY129" fmla="*/ 81739 h 1592588"/>
                <a:gd name="connsiteX130" fmla="*/ 883220 w 1269406"/>
                <a:gd name="connsiteY130" fmla="*/ 80964 h 1592588"/>
                <a:gd name="connsiteX131" fmla="*/ 887388 w 1269406"/>
                <a:gd name="connsiteY131" fmla="*/ 119260 h 1592588"/>
                <a:gd name="connsiteX132" fmla="*/ 909199 w 1269406"/>
                <a:gd name="connsiteY132" fmla="*/ 126187 h 1592588"/>
                <a:gd name="connsiteX133" fmla="*/ 931251 w 1269406"/>
                <a:gd name="connsiteY133" fmla="*/ 134550 h 1592588"/>
                <a:gd name="connsiteX134" fmla="*/ 929548 w 1269406"/>
                <a:gd name="connsiteY134" fmla="*/ 163784 h 1592588"/>
                <a:gd name="connsiteX135" fmla="*/ 888304 w 1269406"/>
                <a:gd name="connsiteY135" fmla="*/ 251230 h 1592588"/>
                <a:gd name="connsiteX136" fmla="*/ 876432 w 1269406"/>
                <a:gd name="connsiteY136" fmla="*/ 263508 h 1592588"/>
                <a:gd name="connsiteX137" fmla="*/ 855422 w 1269406"/>
                <a:gd name="connsiteY137" fmla="*/ 247175 h 1592588"/>
                <a:gd name="connsiteX138" fmla="*/ 777661 w 1269406"/>
                <a:gd name="connsiteY138" fmla="*/ 213201 h 1592588"/>
                <a:gd name="connsiteX139" fmla="*/ 758418 w 1269406"/>
                <a:gd name="connsiteY139" fmla="*/ 253378 h 1592588"/>
                <a:gd name="connsiteX140" fmla="*/ 776543 w 1269406"/>
                <a:gd name="connsiteY140" fmla="*/ 299897 h 1592588"/>
                <a:gd name="connsiteX141" fmla="*/ 804353 w 1269406"/>
                <a:gd name="connsiteY141" fmla="*/ 297953 h 1592588"/>
                <a:gd name="connsiteX142" fmla="*/ 877169 w 1269406"/>
                <a:gd name="connsiteY142" fmla="*/ 320030 h 1592588"/>
                <a:gd name="connsiteX143" fmla="*/ 902869 w 1269406"/>
                <a:gd name="connsiteY143" fmla="*/ 361974 h 1592588"/>
                <a:gd name="connsiteX144" fmla="*/ 959900 w 1269406"/>
                <a:gd name="connsiteY144" fmla="*/ 360017 h 1592588"/>
                <a:gd name="connsiteX145" fmla="*/ 984660 w 1269406"/>
                <a:gd name="connsiteY145" fmla="*/ 381980 h 1592588"/>
                <a:gd name="connsiteX146" fmla="*/ 942894 w 1269406"/>
                <a:gd name="connsiteY146" fmla="*/ 413361 h 1592588"/>
                <a:gd name="connsiteX147" fmla="*/ 966916 w 1269406"/>
                <a:gd name="connsiteY147" fmla="*/ 474523 h 1592588"/>
                <a:gd name="connsiteX148" fmla="*/ 1020807 w 1269406"/>
                <a:gd name="connsiteY148" fmla="*/ 480268 h 1592588"/>
                <a:gd name="connsiteX149" fmla="*/ 1033339 w 1269406"/>
                <a:gd name="connsiteY149" fmla="*/ 483013 h 1592588"/>
                <a:gd name="connsiteX150" fmla="*/ 1060743 w 1269406"/>
                <a:gd name="connsiteY150" fmla="*/ 486013 h 1592588"/>
                <a:gd name="connsiteX151" fmla="*/ 1083049 w 1269406"/>
                <a:gd name="connsiteY151" fmla="*/ 497782 h 1592588"/>
                <a:gd name="connsiteX152" fmla="*/ 1077317 w 1269406"/>
                <a:gd name="connsiteY152" fmla="*/ 561956 h 1592588"/>
                <a:gd name="connsiteX153" fmla="*/ 1083176 w 1269406"/>
                <a:gd name="connsiteY153" fmla="*/ 614488 h 1592588"/>
                <a:gd name="connsiteX154" fmla="*/ 1058786 w 1269406"/>
                <a:gd name="connsiteY154" fmla="*/ 624961 h 1592588"/>
                <a:gd name="connsiteX155" fmla="*/ 1055837 w 1269406"/>
                <a:gd name="connsiteY155" fmla="*/ 659075 h 1592588"/>
                <a:gd name="connsiteX156" fmla="*/ 1077774 w 1269406"/>
                <a:gd name="connsiteY156" fmla="*/ 679589 h 1592588"/>
                <a:gd name="connsiteX157" fmla="*/ 1098111 w 1269406"/>
                <a:gd name="connsiteY157" fmla="*/ 738806 h 1592588"/>
                <a:gd name="connsiteX158" fmla="*/ 1154239 w 1269406"/>
                <a:gd name="connsiteY158" fmla="*/ 758138 h 1592588"/>
                <a:gd name="connsiteX159" fmla="*/ 1153451 w 1269406"/>
                <a:gd name="connsiteY159" fmla="*/ 772005 h 1592588"/>
                <a:gd name="connsiteX160" fmla="*/ 1116261 w 1269406"/>
                <a:gd name="connsiteY160" fmla="*/ 773429 h 1592588"/>
                <a:gd name="connsiteX161" fmla="*/ 1106728 w 1269406"/>
                <a:gd name="connsiteY161" fmla="*/ 854774 h 1592588"/>
                <a:gd name="connsiteX162" fmla="*/ 1106856 w 1269406"/>
                <a:gd name="connsiteY162" fmla="*/ 864942 h 1592588"/>
                <a:gd name="connsiteX163" fmla="*/ 1177321 w 1269406"/>
                <a:gd name="connsiteY163" fmla="*/ 904280 h 1592588"/>
                <a:gd name="connsiteX164" fmla="*/ 1182405 w 1269406"/>
                <a:gd name="connsiteY164" fmla="*/ 938407 h 1592588"/>
                <a:gd name="connsiteX165" fmla="*/ 1243986 w 1269406"/>
                <a:gd name="connsiteY165" fmla="*/ 1025713 h 1592588"/>
                <a:gd name="connsiteX166" fmla="*/ 1269406 w 1269406"/>
                <a:gd name="connsiteY166" fmla="*/ 1105178 h 1592588"/>
                <a:gd name="connsiteX167" fmla="*/ 1250087 w 1269406"/>
                <a:gd name="connsiteY167" fmla="*/ 1142177 h 1592588"/>
                <a:gd name="connsiteX168" fmla="*/ 1213812 w 1269406"/>
                <a:gd name="connsiteY168" fmla="*/ 1150388 h 1592588"/>
                <a:gd name="connsiteX169" fmla="*/ 1172173 w 1269406"/>
                <a:gd name="connsiteY169" fmla="*/ 1204127 h 1592588"/>
                <a:gd name="connsiteX170" fmla="*/ 1197594 w 1269406"/>
                <a:gd name="connsiteY170" fmla="*/ 1221501 h 1592588"/>
                <a:gd name="connsiteX171" fmla="*/ 1172923 w 1269406"/>
                <a:gd name="connsiteY171" fmla="*/ 1282510 h 1592588"/>
                <a:gd name="connsiteX172" fmla="*/ 1071000 w 1269406"/>
                <a:gd name="connsiteY172" fmla="*/ 1307600 h 1592588"/>
                <a:gd name="connsiteX173" fmla="*/ 1041004 w 1269406"/>
                <a:gd name="connsiteY173" fmla="*/ 1330339 h 1592588"/>
                <a:gd name="connsiteX174" fmla="*/ 955846 w 1269406"/>
                <a:gd name="connsiteY174" fmla="*/ 1316485 h 1592588"/>
                <a:gd name="connsiteX175" fmla="*/ 916825 w 1269406"/>
                <a:gd name="connsiteY175" fmla="*/ 1324721 h 1592588"/>
                <a:gd name="connsiteX176" fmla="*/ 891506 w 1269406"/>
                <a:gd name="connsiteY176" fmla="*/ 1354399 h 1592588"/>
                <a:gd name="connsiteX177" fmla="*/ 885151 w 1269406"/>
                <a:gd name="connsiteY177" fmla="*/ 1355670 h 1592588"/>
                <a:gd name="connsiteX178" fmla="*/ 873801 w 1269406"/>
                <a:gd name="connsiteY178" fmla="*/ 1365203 h 1592588"/>
                <a:gd name="connsiteX179" fmla="*/ 847046 w 1269406"/>
                <a:gd name="connsiteY179" fmla="*/ 1365610 h 1592588"/>
                <a:gd name="connsiteX180" fmla="*/ 817164 w 1269406"/>
                <a:gd name="connsiteY180" fmla="*/ 1369525 h 1592588"/>
                <a:gd name="connsiteX181" fmla="*/ 768612 w 1269406"/>
                <a:gd name="connsiteY181" fmla="*/ 1370300 h 1592588"/>
                <a:gd name="connsiteX182" fmla="*/ 724126 w 1269406"/>
                <a:gd name="connsiteY182" fmla="*/ 1352505 h 1592588"/>
                <a:gd name="connsiteX183" fmla="*/ 713576 w 1269406"/>
                <a:gd name="connsiteY183" fmla="*/ 1335779 h 1592588"/>
                <a:gd name="connsiteX184" fmla="*/ 674175 w 1269406"/>
                <a:gd name="connsiteY184" fmla="*/ 1318137 h 1592588"/>
                <a:gd name="connsiteX185" fmla="*/ 663460 w 1269406"/>
                <a:gd name="connsiteY185" fmla="*/ 1305427 h 1592588"/>
                <a:gd name="connsiteX186" fmla="*/ 650559 w 1269406"/>
                <a:gd name="connsiteY186" fmla="*/ 1301105 h 1592588"/>
                <a:gd name="connsiteX187" fmla="*/ 627452 w 1269406"/>
                <a:gd name="connsiteY187" fmla="*/ 1290772 h 1592588"/>
                <a:gd name="connsiteX188" fmla="*/ 550327 w 1269406"/>
                <a:gd name="connsiteY188" fmla="*/ 1262810 h 1592588"/>
                <a:gd name="connsiteX189" fmla="*/ 521220 w 1269406"/>
                <a:gd name="connsiteY189" fmla="*/ 1242016 h 1592588"/>
                <a:gd name="connsiteX190" fmla="*/ 510124 w 1269406"/>
                <a:gd name="connsiteY190" fmla="*/ 1227768 h 1592588"/>
                <a:gd name="connsiteX191" fmla="*/ 487818 w 1269406"/>
                <a:gd name="connsiteY191" fmla="*/ 1194429 h 1592588"/>
                <a:gd name="connsiteX192" fmla="*/ 463274 w 1269406"/>
                <a:gd name="connsiteY192" fmla="*/ 1155726 h 1592588"/>
                <a:gd name="connsiteX193" fmla="*/ 450831 w 1269406"/>
                <a:gd name="connsiteY193" fmla="*/ 1141491 h 1592588"/>
                <a:gd name="connsiteX194" fmla="*/ 443650 w 1269406"/>
                <a:gd name="connsiteY194" fmla="*/ 1124510 h 1592588"/>
                <a:gd name="connsiteX195" fmla="*/ 442480 w 1269406"/>
                <a:gd name="connsiteY195" fmla="*/ 1111164 h 1592588"/>
                <a:gd name="connsiteX196" fmla="*/ 429770 w 1269406"/>
                <a:gd name="connsiteY196" fmla="*/ 1081765 h 1592588"/>
                <a:gd name="connsiteX197" fmla="*/ 422322 w 1269406"/>
                <a:gd name="connsiteY197" fmla="*/ 1065420 h 1592588"/>
                <a:gd name="connsiteX198" fmla="*/ 420492 w 1269406"/>
                <a:gd name="connsiteY198" fmla="*/ 1050664 h 1592588"/>
                <a:gd name="connsiteX199" fmla="*/ 413844 w 1269406"/>
                <a:gd name="connsiteY199" fmla="*/ 1041118 h 1592588"/>
                <a:gd name="connsiteX200" fmla="*/ 401045 w 1269406"/>
                <a:gd name="connsiteY200" fmla="*/ 1022167 h 1592588"/>
                <a:gd name="connsiteX201" fmla="*/ 388907 w 1269406"/>
                <a:gd name="connsiteY201" fmla="*/ 1019295 h 1592588"/>
                <a:gd name="connsiteX202" fmla="*/ 381471 w 1269406"/>
                <a:gd name="connsiteY202" fmla="*/ 995895 h 1592588"/>
                <a:gd name="connsiteX203" fmla="*/ 377824 w 1269406"/>
                <a:gd name="connsiteY203" fmla="*/ 987138 h 1592588"/>
                <a:gd name="connsiteX204" fmla="*/ 374811 w 1269406"/>
                <a:gd name="connsiteY204" fmla="*/ 980338 h 1592588"/>
                <a:gd name="connsiteX205" fmla="*/ 370121 w 1269406"/>
                <a:gd name="connsiteY205" fmla="*/ 982562 h 1592588"/>
                <a:gd name="connsiteX206" fmla="*/ 365812 w 1269406"/>
                <a:gd name="connsiteY206" fmla="*/ 984520 h 1592588"/>
                <a:gd name="connsiteX207" fmla="*/ 362432 w 1269406"/>
                <a:gd name="connsiteY207" fmla="*/ 986096 h 1592588"/>
                <a:gd name="connsiteX208" fmla="*/ 360995 w 1269406"/>
                <a:gd name="connsiteY208" fmla="*/ 994726 h 1592588"/>
                <a:gd name="connsiteX209" fmla="*/ 359559 w 1269406"/>
                <a:gd name="connsiteY209" fmla="*/ 1022815 h 1592588"/>
                <a:gd name="connsiteX210" fmla="*/ 359559 w 1269406"/>
                <a:gd name="connsiteY210" fmla="*/ 1032984 h 1592588"/>
                <a:gd name="connsiteX211" fmla="*/ 373896 w 1269406"/>
                <a:gd name="connsiteY211" fmla="*/ 1072068 h 1592588"/>
                <a:gd name="connsiteX212" fmla="*/ 383950 w 1269406"/>
                <a:gd name="connsiteY212" fmla="*/ 1083189 h 1592588"/>
                <a:gd name="connsiteX213" fmla="*/ 400918 w 1269406"/>
                <a:gd name="connsiteY213" fmla="*/ 1124078 h 1592588"/>
                <a:gd name="connsiteX214" fmla="*/ 412268 w 1269406"/>
                <a:gd name="connsiteY214" fmla="*/ 1165132 h 1592588"/>
                <a:gd name="connsiteX215" fmla="*/ 434587 w 1269406"/>
                <a:gd name="connsiteY215" fmla="*/ 1192446 h 1592588"/>
                <a:gd name="connsiteX216" fmla="*/ 452992 w 1269406"/>
                <a:gd name="connsiteY216" fmla="*/ 1228034 h 1592588"/>
                <a:gd name="connsiteX217" fmla="*/ 460300 w 1269406"/>
                <a:gd name="connsiteY217" fmla="*/ 1252184 h 1592588"/>
                <a:gd name="connsiteX218" fmla="*/ 468918 w 1269406"/>
                <a:gd name="connsiteY218" fmla="*/ 1262492 h 1592588"/>
                <a:gd name="connsiteX219" fmla="*/ 477522 w 1269406"/>
                <a:gd name="connsiteY219" fmla="*/ 1282765 h 1592588"/>
                <a:gd name="connsiteX220" fmla="*/ 549170 w 1269406"/>
                <a:gd name="connsiteY220" fmla="*/ 1317921 h 1592588"/>
                <a:gd name="connsiteX221" fmla="*/ 566265 w 1269406"/>
                <a:gd name="connsiteY221" fmla="*/ 1324581 h 1592588"/>
                <a:gd name="connsiteX222" fmla="*/ 574870 w 1269406"/>
                <a:gd name="connsiteY222" fmla="*/ 1318226 h 1592588"/>
                <a:gd name="connsiteX223" fmla="*/ 583488 w 1269406"/>
                <a:gd name="connsiteY223" fmla="*/ 1317959 h 1592588"/>
                <a:gd name="connsiteX224" fmla="*/ 599795 w 1269406"/>
                <a:gd name="connsiteY224" fmla="*/ 1326856 h 1592588"/>
                <a:gd name="connsiteX225" fmla="*/ 606976 w 1269406"/>
                <a:gd name="connsiteY225" fmla="*/ 1337190 h 1592588"/>
                <a:gd name="connsiteX226" fmla="*/ 617945 w 1269406"/>
                <a:gd name="connsiteY226" fmla="*/ 1355480 h 1592588"/>
                <a:gd name="connsiteX227" fmla="*/ 652262 w 1269406"/>
                <a:gd name="connsiteY227" fmla="*/ 1386594 h 1592588"/>
                <a:gd name="connsiteX228" fmla="*/ 679615 w 1269406"/>
                <a:gd name="connsiteY228" fmla="*/ 1407604 h 1592588"/>
                <a:gd name="connsiteX229" fmla="*/ 699849 w 1269406"/>
                <a:gd name="connsiteY229" fmla="*/ 1419908 h 1592588"/>
                <a:gd name="connsiteX230" fmla="*/ 727367 w 1269406"/>
                <a:gd name="connsiteY230" fmla="*/ 1462258 h 1592588"/>
                <a:gd name="connsiteX231" fmla="*/ 660816 w 1269406"/>
                <a:gd name="connsiteY231" fmla="*/ 1520801 h 1592588"/>
                <a:gd name="connsiteX232" fmla="*/ 662392 w 1269406"/>
                <a:gd name="connsiteY232" fmla="*/ 1549158 h 1592588"/>
                <a:gd name="connsiteX233" fmla="*/ 683656 w 1269406"/>
                <a:gd name="connsiteY233" fmla="*/ 1570765 h 1592588"/>
                <a:gd name="connsiteX234" fmla="*/ 684178 w 1269406"/>
                <a:gd name="connsiteY234" fmla="*/ 1580692 h 1592588"/>
                <a:gd name="connsiteX235" fmla="*/ 630541 w 1269406"/>
                <a:gd name="connsiteY235" fmla="*/ 1592588 h 1592588"/>
                <a:gd name="connsiteX236" fmla="*/ 619979 w 1269406"/>
                <a:gd name="connsiteY236" fmla="*/ 1561232 h 1592588"/>
                <a:gd name="connsiteX237" fmla="*/ 602489 w 1269406"/>
                <a:gd name="connsiteY237" fmla="*/ 1561627 h 1592588"/>
                <a:gd name="connsiteX238" fmla="*/ 585903 w 1269406"/>
                <a:gd name="connsiteY238" fmla="*/ 1569329 h 1592588"/>
                <a:gd name="connsiteX239" fmla="*/ 576662 w 1269406"/>
                <a:gd name="connsiteY239" fmla="*/ 1568935 h 1592588"/>
                <a:gd name="connsiteX240" fmla="*/ 574120 w 1269406"/>
                <a:gd name="connsiteY240" fmla="*/ 1559910 h 1592588"/>
                <a:gd name="connsiteX241" fmla="*/ 560431 w 1269406"/>
                <a:gd name="connsiteY241" fmla="*/ 1561182 h 1592588"/>
                <a:gd name="connsiteX242" fmla="*/ 545420 w 1269406"/>
                <a:gd name="connsiteY242" fmla="*/ 1553555 h 1592588"/>
                <a:gd name="connsiteX243" fmla="*/ 546856 w 1269406"/>
                <a:gd name="connsiteY243" fmla="*/ 1544404 h 1592588"/>
                <a:gd name="connsiteX244" fmla="*/ 554546 w 1269406"/>
                <a:gd name="connsiteY244" fmla="*/ 1534999 h 1592588"/>
                <a:gd name="connsiteX245" fmla="*/ 539802 w 1269406"/>
                <a:gd name="connsiteY245" fmla="*/ 1511269 h 1592588"/>
                <a:gd name="connsiteX246" fmla="*/ 538760 w 1269406"/>
                <a:gd name="connsiteY246" fmla="*/ 1503020 h 1592588"/>
                <a:gd name="connsiteX247" fmla="*/ 532240 w 1269406"/>
                <a:gd name="connsiteY247" fmla="*/ 1498965 h 1592588"/>
                <a:gd name="connsiteX248" fmla="*/ 534057 w 1269406"/>
                <a:gd name="connsiteY248" fmla="*/ 1491797 h 1592588"/>
                <a:gd name="connsiteX249" fmla="*/ 526431 w 1269406"/>
                <a:gd name="connsiteY249" fmla="*/ 1476099 h 1592588"/>
                <a:gd name="connsiteX250" fmla="*/ 510391 w 1269406"/>
                <a:gd name="connsiteY250" fmla="*/ 1459373 h 1592588"/>
                <a:gd name="connsiteX251" fmla="*/ 501773 w 1269406"/>
                <a:gd name="connsiteY251" fmla="*/ 1465118 h 1592588"/>
                <a:gd name="connsiteX252" fmla="*/ 491453 w 1269406"/>
                <a:gd name="connsiteY252" fmla="*/ 1461063 h 1592588"/>
                <a:gd name="connsiteX253" fmla="*/ 484933 w 1269406"/>
                <a:gd name="connsiteY253" fmla="*/ 1440409 h 1592588"/>
                <a:gd name="connsiteX254" fmla="*/ 463668 w 1269406"/>
                <a:gd name="connsiteY254" fmla="*/ 1445773 h 1592588"/>
                <a:gd name="connsiteX255" fmla="*/ 458444 w 1269406"/>
                <a:gd name="connsiteY255" fmla="*/ 1438592 h 1592588"/>
                <a:gd name="connsiteX256" fmla="*/ 461965 w 1269406"/>
                <a:gd name="connsiteY256" fmla="*/ 1426695 h 1592588"/>
                <a:gd name="connsiteX257" fmla="*/ 451924 w 1269406"/>
                <a:gd name="connsiteY257" fmla="*/ 1422132 h 1592588"/>
                <a:gd name="connsiteX258" fmla="*/ 442519 w 1269406"/>
                <a:gd name="connsiteY258" fmla="*/ 1424992 h 1592588"/>
                <a:gd name="connsiteX259" fmla="*/ 379476 w 1269406"/>
                <a:gd name="connsiteY259" fmla="*/ 1410350 h 1592588"/>
                <a:gd name="connsiteX260" fmla="*/ 288789 w 1269406"/>
                <a:gd name="connsiteY260" fmla="*/ 1441604 h 1592588"/>
                <a:gd name="connsiteX261" fmla="*/ 270270 w 1269406"/>
                <a:gd name="connsiteY261" fmla="*/ 1445646 h 1592588"/>
                <a:gd name="connsiteX262" fmla="*/ 251344 w 1269406"/>
                <a:gd name="connsiteY262" fmla="*/ 1452306 h 1592588"/>
                <a:gd name="connsiteX263" fmla="*/ 182824 w 1269406"/>
                <a:gd name="connsiteY263" fmla="*/ 1409091 h 1592588"/>
                <a:gd name="connsiteX264" fmla="*/ 132847 w 1269406"/>
                <a:gd name="connsiteY264" fmla="*/ 1410006 h 1592588"/>
                <a:gd name="connsiteX265" fmla="*/ 122679 w 1269406"/>
                <a:gd name="connsiteY265" fmla="*/ 1379502 h 1592588"/>
                <a:gd name="connsiteX266" fmla="*/ 123073 w 1269406"/>
                <a:gd name="connsiteY266" fmla="*/ 1371139 h 1592588"/>
                <a:gd name="connsiteX267" fmla="*/ 118904 w 1269406"/>
                <a:gd name="connsiteY267" fmla="*/ 1365241 h 1592588"/>
                <a:gd name="connsiteX268" fmla="*/ 122425 w 1269406"/>
                <a:gd name="connsiteY268" fmla="*/ 1357018 h 1592588"/>
                <a:gd name="connsiteX269" fmla="*/ 116413 w 1269406"/>
                <a:gd name="connsiteY269" fmla="*/ 1349175 h 1592588"/>
                <a:gd name="connsiteX270" fmla="*/ 116273 w 1269406"/>
                <a:gd name="connsiteY270" fmla="*/ 1342515 h 1592588"/>
                <a:gd name="connsiteX271" fmla="*/ 110020 w 1269406"/>
                <a:gd name="connsiteY271" fmla="*/ 1338067 h 1592588"/>
                <a:gd name="connsiteX272" fmla="*/ 108329 w 1269406"/>
                <a:gd name="connsiteY272" fmla="*/ 1335448 h 1592588"/>
                <a:gd name="connsiteX273" fmla="*/ 97106 w 1269406"/>
                <a:gd name="connsiteY273" fmla="*/ 1320946 h 1592588"/>
                <a:gd name="connsiteX274" fmla="*/ 93293 w 1269406"/>
                <a:gd name="connsiteY274" fmla="*/ 1313320 h 1592588"/>
                <a:gd name="connsiteX275" fmla="*/ 98771 w 1269406"/>
                <a:gd name="connsiteY275" fmla="*/ 1305618 h 1592588"/>
                <a:gd name="connsiteX276" fmla="*/ 98275 w 1269406"/>
                <a:gd name="connsiteY276" fmla="*/ 1297241 h 1592588"/>
                <a:gd name="connsiteX277" fmla="*/ 92124 w 1269406"/>
                <a:gd name="connsiteY277" fmla="*/ 1293200 h 1592588"/>
                <a:gd name="connsiteX278" fmla="*/ 89391 w 1269406"/>
                <a:gd name="connsiteY278" fmla="*/ 1286006 h 1592588"/>
                <a:gd name="connsiteX279" fmla="*/ 90039 w 1269406"/>
                <a:gd name="connsiteY279" fmla="*/ 1276460 h 1592588"/>
                <a:gd name="connsiteX280" fmla="*/ 92378 w 1269406"/>
                <a:gd name="connsiteY280" fmla="*/ 1266915 h 1592588"/>
                <a:gd name="connsiteX281" fmla="*/ 91742 w 1269406"/>
                <a:gd name="connsiteY281" fmla="*/ 1261170 h 1592588"/>
                <a:gd name="connsiteX282" fmla="*/ 84688 w 1269406"/>
                <a:gd name="connsiteY282" fmla="*/ 1254637 h 1592588"/>
                <a:gd name="connsiteX283" fmla="*/ 78422 w 1269406"/>
                <a:gd name="connsiteY283" fmla="*/ 1245880 h 1592588"/>
                <a:gd name="connsiteX284" fmla="*/ 69283 w 1269406"/>
                <a:gd name="connsiteY284" fmla="*/ 1222213 h 1592588"/>
                <a:gd name="connsiteX285" fmla="*/ 63157 w 1269406"/>
                <a:gd name="connsiteY285" fmla="*/ 1211638 h 1592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Lst>
              <a:rect l="l" t="t" r="r" b="b"/>
              <a:pathLst>
                <a:path w="1269406" h="1592588">
                  <a:moveTo>
                    <a:pt x="603061" y="958387"/>
                  </a:moveTo>
                  <a:lnTo>
                    <a:pt x="596528" y="963078"/>
                  </a:lnTo>
                  <a:lnTo>
                    <a:pt x="594571" y="973538"/>
                  </a:lnTo>
                  <a:lnTo>
                    <a:pt x="595740" y="988587"/>
                  </a:lnTo>
                  <a:lnTo>
                    <a:pt x="603710" y="1002034"/>
                  </a:lnTo>
                  <a:lnTo>
                    <a:pt x="611793" y="1012355"/>
                  </a:lnTo>
                  <a:lnTo>
                    <a:pt x="618974" y="1015774"/>
                  </a:lnTo>
                  <a:lnTo>
                    <a:pt x="624325" y="1028840"/>
                  </a:lnTo>
                  <a:lnTo>
                    <a:pt x="631367" y="1035195"/>
                  </a:lnTo>
                  <a:lnTo>
                    <a:pt x="641408" y="1037026"/>
                  </a:lnTo>
                  <a:lnTo>
                    <a:pt x="657931" y="1061175"/>
                  </a:lnTo>
                  <a:lnTo>
                    <a:pt x="667324" y="1082350"/>
                  </a:lnTo>
                  <a:lnTo>
                    <a:pt x="672675" y="1091362"/>
                  </a:lnTo>
                  <a:lnTo>
                    <a:pt x="672154" y="1100907"/>
                  </a:lnTo>
                  <a:lnTo>
                    <a:pt x="675967" y="1109664"/>
                  </a:lnTo>
                  <a:lnTo>
                    <a:pt x="689262" y="1110313"/>
                  </a:lnTo>
                  <a:lnTo>
                    <a:pt x="688614" y="1102610"/>
                  </a:lnTo>
                  <a:lnTo>
                    <a:pt x="692795" y="1095797"/>
                  </a:lnTo>
                  <a:lnTo>
                    <a:pt x="704539" y="1095543"/>
                  </a:lnTo>
                  <a:lnTo>
                    <a:pt x="708200" y="1087167"/>
                  </a:lnTo>
                  <a:lnTo>
                    <a:pt x="708327" y="1074368"/>
                  </a:lnTo>
                  <a:lnTo>
                    <a:pt x="687444" y="1062992"/>
                  </a:lnTo>
                  <a:lnTo>
                    <a:pt x="674391" y="1051896"/>
                  </a:lnTo>
                  <a:lnTo>
                    <a:pt x="670349" y="1042885"/>
                  </a:lnTo>
                  <a:lnTo>
                    <a:pt x="671531" y="1024569"/>
                  </a:lnTo>
                  <a:lnTo>
                    <a:pt x="668519" y="1015672"/>
                  </a:lnTo>
                  <a:lnTo>
                    <a:pt x="651995" y="988485"/>
                  </a:lnTo>
                  <a:lnTo>
                    <a:pt x="639082" y="981940"/>
                  </a:lnTo>
                  <a:lnTo>
                    <a:pt x="618212" y="955248"/>
                  </a:lnTo>
                  <a:close/>
                  <a:moveTo>
                    <a:pt x="115892" y="1201152"/>
                  </a:moveTo>
                  <a:lnTo>
                    <a:pt x="143549" y="1177880"/>
                  </a:lnTo>
                  <a:lnTo>
                    <a:pt x="158687" y="1135542"/>
                  </a:lnTo>
                  <a:lnTo>
                    <a:pt x="168855" y="1133585"/>
                  </a:lnTo>
                  <a:lnTo>
                    <a:pt x="189077" y="1101288"/>
                  </a:lnTo>
                  <a:lnTo>
                    <a:pt x="185556" y="1081676"/>
                  </a:lnTo>
                  <a:lnTo>
                    <a:pt x="151366" y="1102470"/>
                  </a:lnTo>
                  <a:lnTo>
                    <a:pt x="110388" y="1096458"/>
                  </a:lnTo>
                  <a:lnTo>
                    <a:pt x="117823" y="1070835"/>
                  </a:lnTo>
                  <a:lnTo>
                    <a:pt x="97716" y="1027061"/>
                  </a:lnTo>
                  <a:lnTo>
                    <a:pt x="93903" y="990455"/>
                  </a:lnTo>
                  <a:lnTo>
                    <a:pt x="100029" y="982728"/>
                  </a:lnTo>
                  <a:lnTo>
                    <a:pt x="84103" y="971504"/>
                  </a:lnTo>
                  <a:lnTo>
                    <a:pt x="82273" y="958693"/>
                  </a:lnTo>
                  <a:lnTo>
                    <a:pt x="75499" y="901840"/>
                  </a:lnTo>
                  <a:lnTo>
                    <a:pt x="6584" y="889295"/>
                  </a:lnTo>
                  <a:lnTo>
                    <a:pt x="6063" y="877525"/>
                  </a:lnTo>
                  <a:lnTo>
                    <a:pt x="46913" y="871907"/>
                  </a:lnTo>
                  <a:lnTo>
                    <a:pt x="55810" y="800667"/>
                  </a:lnTo>
                  <a:lnTo>
                    <a:pt x="43800" y="798849"/>
                  </a:lnTo>
                  <a:lnTo>
                    <a:pt x="48362" y="780940"/>
                  </a:lnTo>
                  <a:lnTo>
                    <a:pt x="38321" y="748135"/>
                  </a:lnTo>
                  <a:lnTo>
                    <a:pt x="56853" y="734154"/>
                  </a:lnTo>
                  <a:lnTo>
                    <a:pt x="10905" y="685143"/>
                  </a:lnTo>
                  <a:lnTo>
                    <a:pt x="29767" y="672039"/>
                  </a:lnTo>
                  <a:lnTo>
                    <a:pt x="25332" y="641331"/>
                  </a:lnTo>
                  <a:lnTo>
                    <a:pt x="4995" y="643289"/>
                  </a:lnTo>
                  <a:lnTo>
                    <a:pt x="0" y="556376"/>
                  </a:lnTo>
                  <a:lnTo>
                    <a:pt x="31979" y="549055"/>
                  </a:lnTo>
                  <a:lnTo>
                    <a:pt x="50650" y="499664"/>
                  </a:lnTo>
                  <a:lnTo>
                    <a:pt x="61733" y="503311"/>
                  </a:lnTo>
                  <a:lnTo>
                    <a:pt x="71266" y="505015"/>
                  </a:lnTo>
                  <a:lnTo>
                    <a:pt x="82870" y="486051"/>
                  </a:lnTo>
                  <a:lnTo>
                    <a:pt x="76350" y="467367"/>
                  </a:lnTo>
                  <a:lnTo>
                    <a:pt x="112231" y="448810"/>
                  </a:lnTo>
                  <a:lnTo>
                    <a:pt x="113807" y="401630"/>
                  </a:lnTo>
                  <a:lnTo>
                    <a:pt x="128030" y="382564"/>
                  </a:lnTo>
                  <a:lnTo>
                    <a:pt x="151391" y="384776"/>
                  </a:lnTo>
                  <a:lnTo>
                    <a:pt x="205283" y="368583"/>
                  </a:lnTo>
                  <a:lnTo>
                    <a:pt x="222772" y="362050"/>
                  </a:lnTo>
                  <a:lnTo>
                    <a:pt x="245650" y="353293"/>
                  </a:lnTo>
                  <a:lnTo>
                    <a:pt x="265986" y="341790"/>
                  </a:lnTo>
                  <a:lnTo>
                    <a:pt x="251103" y="322318"/>
                  </a:lnTo>
                  <a:lnTo>
                    <a:pt x="213125" y="333681"/>
                  </a:lnTo>
                  <a:lnTo>
                    <a:pt x="197211" y="320348"/>
                  </a:lnTo>
                  <a:lnTo>
                    <a:pt x="188975" y="278913"/>
                  </a:lnTo>
                  <a:lnTo>
                    <a:pt x="231148" y="253696"/>
                  </a:lnTo>
                  <a:lnTo>
                    <a:pt x="241710" y="239320"/>
                  </a:lnTo>
                  <a:lnTo>
                    <a:pt x="292335" y="232126"/>
                  </a:lnTo>
                  <a:lnTo>
                    <a:pt x="308388" y="188467"/>
                  </a:lnTo>
                  <a:lnTo>
                    <a:pt x="355632" y="187298"/>
                  </a:lnTo>
                  <a:lnTo>
                    <a:pt x="362813" y="204431"/>
                  </a:lnTo>
                  <a:lnTo>
                    <a:pt x="394588" y="203884"/>
                  </a:lnTo>
                  <a:lnTo>
                    <a:pt x="410527" y="228733"/>
                  </a:lnTo>
                  <a:lnTo>
                    <a:pt x="427622" y="236435"/>
                  </a:lnTo>
                  <a:lnTo>
                    <a:pt x="434791" y="254077"/>
                  </a:lnTo>
                  <a:lnTo>
                    <a:pt x="418267" y="262974"/>
                  </a:lnTo>
                  <a:lnTo>
                    <a:pt x="403384" y="284670"/>
                  </a:lnTo>
                  <a:lnTo>
                    <a:pt x="390597" y="290682"/>
                  </a:lnTo>
                  <a:lnTo>
                    <a:pt x="368278" y="307409"/>
                  </a:lnTo>
                  <a:lnTo>
                    <a:pt x="351844" y="320615"/>
                  </a:lnTo>
                  <a:lnTo>
                    <a:pt x="347408" y="356826"/>
                  </a:lnTo>
                  <a:lnTo>
                    <a:pt x="371291" y="360995"/>
                  </a:lnTo>
                  <a:lnTo>
                    <a:pt x="388500" y="423860"/>
                  </a:lnTo>
                  <a:lnTo>
                    <a:pt x="405735" y="409370"/>
                  </a:lnTo>
                  <a:lnTo>
                    <a:pt x="415789" y="356420"/>
                  </a:lnTo>
                  <a:lnTo>
                    <a:pt x="447221" y="307943"/>
                  </a:lnTo>
                  <a:lnTo>
                    <a:pt x="466287" y="297343"/>
                  </a:lnTo>
                  <a:lnTo>
                    <a:pt x="468765" y="265313"/>
                  </a:lnTo>
                  <a:lnTo>
                    <a:pt x="484170" y="249234"/>
                  </a:lnTo>
                  <a:lnTo>
                    <a:pt x="485606" y="231593"/>
                  </a:lnTo>
                  <a:lnTo>
                    <a:pt x="470214" y="197339"/>
                  </a:lnTo>
                  <a:lnTo>
                    <a:pt x="467456" y="153425"/>
                  </a:lnTo>
                  <a:lnTo>
                    <a:pt x="479073" y="141782"/>
                  </a:lnTo>
                  <a:lnTo>
                    <a:pt x="484437" y="125717"/>
                  </a:lnTo>
                  <a:lnTo>
                    <a:pt x="494999" y="125717"/>
                  </a:lnTo>
                  <a:lnTo>
                    <a:pt x="503337" y="137995"/>
                  </a:lnTo>
                  <a:lnTo>
                    <a:pt x="502688" y="150031"/>
                  </a:lnTo>
                  <a:lnTo>
                    <a:pt x="487945" y="162436"/>
                  </a:lnTo>
                  <a:lnTo>
                    <a:pt x="490957" y="170152"/>
                  </a:lnTo>
                  <a:lnTo>
                    <a:pt x="506870" y="168588"/>
                  </a:lnTo>
                  <a:lnTo>
                    <a:pt x="522123" y="157734"/>
                  </a:lnTo>
                  <a:lnTo>
                    <a:pt x="531909" y="137740"/>
                  </a:lnTo>
                  <a:lnTo>
                    <a:pt x="526953" y="118675"/>
                  </a:lnTo>
                  <a:lnTo>
                    <a:pt x="492495" y="81561"/>
                  </a:lnTo>
                  <a:lnTo>
                    <a:pt x="486509" y="67046"/>
                  </a:lnTo>
                  <a:lnTo>
                    <a:pt x="502155" y="46532"/>
                  </a:lnTo>
                  <a:lnTo>
                    <a:pt x="522262" y="47714"/>
                  </a:lnTo>
                  <a:lnTo>
                    <a:pt x="524220" y="7448"/>
                  </a:lnTo>
                  <a:lnTo>
                    <a:pt x="538709" y="5618"/>
                  </a:lnTo>
                  <a:lnTo>
                    <a:pt x="563100" y="0"/>
                  </a:lnTo>
                  <a:lnTo>
                    <a:pt x="592461" y="18176"/>
                  </a:lnTo>
                  <a:lnTo>
                    <a:pt x="613611" y="26399"/>
                  </a:lnTo>
                  <a:lnTo>
                    <a:pt x="611386" y="48235"/>
                  </a:lnTo>
                  <a:lnTo>
                    <a:pt x="630693" y="82985"/>
                  </a:lnTo>
                  <a:lnTo>
                    <a:pt x="653152" y="130572"/>
                  </a:lnTo>
                  <a:lnTo>
                    <a:pt x="711619" y="153844"/>
                  </a:lnTo>
                  <a:lnTo>
                    <a:pt x="741234" y="152573"/>
                  </a:lnTo>
                  <a:lnTo>
                    <a:pt x="772297" y="161725"/>
                  </a:lnTo>
                  <a:lnTo>
                    <a:pt x="807657" y="130877"/>
                  </a:lnTo>
                  <a:lnTo>
                    <a:pt x="874081" y="81739"/>
                  </a:lnTo>
                  <a:lnTo>
                    <a:pt x="883220" y="80964"/>
                  </a:lnTo>
                  <a:lnTo>
                    <a:pt x="887388" y="119260"/>
                  </a:lnTo>
                  <a:lnTo>
                    <a:pt x="909199" y="126187"/>
                  </a:lnTo>
                  <a:lnTo>
                    <a:pt x="931251" y="134550"/>
                  </a:lnTo>
                  <a:lnTo>
                    <a:pt x="929548" y="163784"/>
                  </a:lnTo>
                  <a:lnTo>
                    <a:pt x="888304" y="251230"/>
                  </a:lnTo>
                  <a:lnTo>
                    <a:pt x="876432" y="263508"/>
                  </a:lnTo>
                  <a:lnTo>
                    <a:pt x="855422" y="247175"/>
                  </a:lnTo>
                  <a:lnTo>
                    <a:pt x="777661" y="213201"/>
                  </a:lnTo>
                  <a:lnTo>
                    <a:pt x="758418" y="253378"/>
                  </a:lnTo>
                  <a:lnTo>
                    <a:pt x="776543" y="299897"/>
                  </a:lnTo>
                  <a:lnTo>
                    <a:pt x="804353" y="297953"/>
                  </a:lnTo>
                  <a:lnTo>
                    <a:pt x="877169" y="320030"/>
                  </a:lnTo>
                  <a:lnTo>
                    <a:pt x="902869" y="361974"/>
                  </a:lnTo>
                  <a:lnTo>
                    <a:pt x="959900" y="360017"/>
                  </a:lnTo>
                  <a:lnTo>
                    <a:pt x="984660" y="381980"/>
                  </a:lnTo>
                  <a:lnTo>
                    <a:pt x="942894" y="413361"/>
                  </a:lnTo>
                  <a:lnTo>
                    <a:pt x="966916" y="474523"/>
                  </a:lnTo>
                  <a:lnTo>
                    <a:pt x="1020807" y="480268"/>
                  </a:lnTo>
                  <a:lnTo>
                    <a:pt x="1033339" y="483013"/>
                  </a:lnTo>
                  <a:lnTo>
                    <a:pt x="1060743" y="486013"/>
                  </a:lnTo>
                  <a:lnTo>
                    <a:pt x="1083049" y="497782"/>
                  </a:lnTo>
                  <a:lnTo>
                    <a:pt x="1077317" y="561956"/>
                  </a:lnTo>
                  <a:lnTo>
                    <a:pt x="1083176" y="614488"/>
                  </a:lnTo>
                  <a:lnTo>
                    <a:pt x="1058786" y="624961"/>
                  </a:lnTo>
                  <a:lnTo>
                    <a:pt x="1055837" y="659075"/>
                  </a:lnTo>
                  <a:lnTo>
                    <a:pt x="1077774" y="679589"/>
                  </a:lnTo>
                  <a:lnTo>
                    <a:pt x="1098111" y="738806"/>
                  </a:lnTo>
                  <a:lnTo>
                    <a:pt x="1154239" y="758138"/>
                  </a:lnTo>
                  <a:lnTo>
                    <a:pt x="1153451" y="772005"/>
                  </a:lnTo>
                  <a:lnTo>
                    <a:pt x="1116261" y="773429"/>
                  </a:lnTo>
                  <a:lnTo>
                    <a:pt x="1106728" y="854774"/>
                  </a:lnTo>
                  <a:lnTo>
                    <a:pt x="1106856" y="864942"/>
                  </a:lnTo>
                  <a:lnTo>
                    <a:pt x="1177321" y="904280"/>
                  </a:lnTo>
                  <a:lnTo>
                    <a:pt x="1182405" y="938407"/>
                  </a:lnTo>
                  <a:lnTo>
                    <a:pt x="1243986" y="1025713"/>
                  </a:lnTo>
                  <a:lnTo>
                    <a:pt x="1269406" y="1105178"/>
                  </a:lnTo>
                  <a:lnTo>
                    <a:pt x="1250087" y="1142177"/>
                  </a:lnTo>
                  <a:lnTo>
                    <a:pt x="1213812" y="1150388"/>
                  </a:lnTo>
                  <a:lnTo>
                    <a:pt x="1172173" y="1204127"/>
                  </a:lnTo>
                  <a:lnTo>
                    <a:pt x="1197594" y="1221501"/>
                  </a:lnTo>
                  <a:lnTo>
                    <a:pt x="1172923" y="1282510"/>
                  </a:lnTo>
                  <a:lnTo>
                    <a:pt x="1071000" y="1307600"/>
                  </a:lnTo>
                  <a:lnTo>
                    <a:pt x="1041004" y="1330339"/>
                  </a:lnTo>
                  <a:lnTo>
                    <a:pt x="955846" y="1316485"/>
                  </a:lnTo>
                  <a:lnTo>
                    <a:pt x="916825" y="1324721"/>
                  </a:lnTo>
                  <a:lnTo>
                    <a:pt x="891506" y="1354399"/>
                  </a:lnTo>
                  <a:lnTo>
                    <a:pt x="885151" y="1355670"/>
                  </a:lnTo>
                  <a:lnTo>
                    <a:pt x="873801" y="1365203"/>
                  </a:lnTo>
                  <a:lnTo>
                    <a:pt x="847046" y="1365610"/>
                  </a:lnTo>
                  <a:lnTo>
                    <a:pt x="817164" y="1369525"/>
                  </a:lnTo>
                  <a:lnTo>
                    <a:pt x="768612" y="1370300"/>
                  </a:lnTo>
                  <a:lnTo>
                    <a:pt x="724126" y="1352505"/>
                  </a:lnTo>
                  <a:lnTo>
                    <a:pt x="713576" y="1335779"/>
                  </a:lnTo>
                  <a:lnTo>
                    <a:pt x="674175" y="1318137"/>
                  </a:lnTo>
                  <a:lnTo>
                    <a:pt x="663460" y="1305427"/>
                  </a:lnTo>
                  <a:lnTo>
                    <a:pt x="650559" y="1301105"/>
                  </a:lnTo>
                  <a:lnTo>
                    <a:pt x="627452" y="1290772"/>
                  </a:lnTo>
                  <a:lnTo>
                    <a:pt x="550327" y="1262810"/>
                  </a:lnTo>
                  <a:lnTo>
                    <a:pt x="521220" y="1242016"/>
                  </a:lnTo>
                  <a:lnTo>
                    <a:pt x="510124" y="1227768"/>
                  </a:lnTo>
                  <a:lnTo>
                    <a:pt x="487818" y="1194429"/>
                  </a:lnTo>
                  <a:lnTo>
                    <a:pt x="463274" y="1155726"/>
                  </a:lnTo>
                  <a:lnTo>
                    <a:pt x="450831" y="1141491"/>
                  </a:lnTo>
                  <a:lnTo>
                    <a:pt x="443650" y="1124510"/>
                  </a:lnTo>
                  <a:lnTo>
                    <a:pt x="442480" y="1111164"/>
                  </a:lnTo>
                  <a:lnTo>
                    <a:pt x="429770" y="1081765"/>
                  </a:lnTo>
                  <a:lnTo>
                    <a:pt x="422322" y="1065420"/>
                  </a:lnTo>
                  <a:lnTo>
                    <a:pt x="420492" y="1050664"/>
                  </a:lnTo>
                  <a:lnTo>
                    <a:pt x="413844" y="1041118"/>
                  </a:lnTo>
                  <a:lnTo>
                    <a:pt x="401045" y="1022167"/>
                  </a:lnTo>
                  <a:lnTo>
                    <a:pt x="388907" y="1019295"/>
                  </a:lnTo>
                  <a:lnTo>
                    <a:pt x="381471" y="995895"/>
                  </a:lnTo>
                  <a:lnTo>
                    <a:pt x="377824" y="987138"/>
                  </a:lnTo>
                  <a:lnTo>
                    <a:pt x="374811" y="980338"/>
                  </a:lnTo>
                  <a:lnTo>
                    <a:pt x="370121" y="982562"/>
                  </a:lnTo>
                  <a:lnTo>
                    <a:pt x="365812" y="984520"/>
                  </a:lnTo>
                  <a:lnTo>
                    <a:pt x="362432" y="986096"/>
                  </a:lnTo>
                  <a:lnTo>
                    <a:pt x="360995" y="994726"/>
                  </a:lnTo>
                  <a:lnTo>
                    <a:pt x="359559" y="1022815"/>
                  </a:lnTo>
                  <a:lnTo>
                    <a:pt x="359559" y="1032984"/>
                  </a:lnTo>
                  <a:lnTo>
                    <a:pt x="373896" y="1072068"/>
                  </a:lnTo>
                  <a:lnTo>
                    <a:pt x="383950" y="1083189"/>
                  </a:lnTo>
                  <a:lnTo>
                    <a:pt x="400918" y="1124078"/>
                  </a:lnTo>
                  <a:lnTo>
                    <a:pt x="412268" y="1165132"/>
                  </a:lnTo>
                  <a:lnTo>
                    <a:pt x="434587" y="1192446"/>
                  </a:lnTo>
                  <a:lnTo>
                    <a:pt x="452992" y="1228034"/>
                  </a:lnTo>
                  <a:lnTo>
                    <a:pt x="460300" y="1252184"/>
                  </a:lnTo>
                  <a:lnTo>
                    <a:pt x="468918" y="1262492"/>
                  </a:lnTo>
                  <a:lnTo>
                    <a:pt x="477522" y="1282765"/>
                  </a:lnTo>
                  <a:lnTo>
                    <a:pt x="549170" y="1317921"/>
                  </a:lnTo>
                  <a:lnTo>
                    <a:pt x="566265" y="1324581"/>
                  </a:lnTo>
                  <a:lnTo>
                    <a:pt x="574870" y="1318226"/>
                  </a:lnTo>
                  <a:lnTo>
                    <a:pt x="583488" y="1317959"/>
                  </a:lnTo>
                  <a:lnTo>
                    <a:pt x="599795" y="1326856"/>
                  </a:lnTo>
                  <a:lnTo>
                    <a:pt x="606976" y="1337190"/>
                  </a:lnTo>
                  <a:lnTo>
                    <a:pt x="617945" y="1355480"/>
                  </a:lnTo>
                  <a:lnTo>
                    <a:pt x="652262" y="1386594"/>
                  </a:lnTo>
                  <a:lnTo>
                    <a:pt x="679615" y="1407604"/>
                  </a:lnTo>
                  <a:lnTo>
                    <a:pt x="699849" y="1419908"/>
                  </a:lnTo>
                  <a:lnTo>
                    <a:pt x="727367" y="1462258"/>
                  </a:lnTo>
                  <a:lnTo>
                    <a:pt x="660816" y="1520801"/>
                  </a:lnTo>
                  <a:lnTo>
                    <a:pt x="662392" y="1549158"/>
                  </a:lnTo>
                  <a:lnTo>
                    <a:pt x="683656" y="1570765"/>
                  </a:lnTo>
                  <a:lnTo>
                    <a:pt x="684178" y="1580692"/>
                  </a:lnTo>
                  <a:lnTo>
                    <a:pt x="630541" y="1592588"/>
                  </a:lnTo>
                  <a:lnTo>
                    <a:pt x="619979" y="1561232"/>
                  </a:lnTo>
                  <a:lnTo>
                    <a:pt x="602489" y="1561627"/>
                  </a:lnTo>
                  <a:lnTo>
                    <a:pt x="585903" y="1569329"/>
                  </a:lnTo>
                  <a:lnTo>
                    <a:pt x="576662" y="1568935"/>
                  </a:lnTo>
                  <a:lnTo>
                    <a:pt x="574120" y="1559910"/>
                  </a:lnTo>
                  <a:lnTo>
                    <a:pt x="560431" y="1561182"/>
                  </a:lnTo>
                  <a:lnTo>
                    <a:pt x="545420" y="1553555"/>
                  </a:lnTo>
                  <a:lnTo>
                    <a:pt x="546856" y="1544404"/>
                  </a:lnTo>
                  <a:lnTo>
                    <a:pt x="554546" y="1534999"/>
                  </a:lnTo>
                  <a:lnTo>
                    <a:pt x="539802" y="1511269"/>
                  </a:lnTo>
                  <a:lnTo>
                    <a:pt x="538760" y="1503020"/>
                  </a:lnTo>
                  <a:lnTo>
                    <a:pt x="532240" y="1498965"/>
                  </a:lnTo>
                  <a:lnTo>
                    <a:pt x="534057" y="1491797"/>
                  </a:lnTo>
                  <a:lnTo>
                    <a:pt x="526431" y="1476099"/>
                  </a:lnTo>
                  <a:lnTo>
                    <a:pt x="510391" y="1459373"/>
                  </a:lnTo>
                  <a:lnTo>
                    <a:pt x="501773" y="1465118"/>
                  </a:lnTo>
                  <a:lnTo>
                    <a:pt x="491453" y="1461063"/>
                  </a:lnTo>
                  <a:lnTo>
                    <a:pt x="484933" y="1440409"/>
                  </a:lnTo>
                  <a:lnTo>
                    <a:pt x="463668" y="1445773"/>
                  </a:lnTo>
                  <a:lnTo>
                    <a:pt x="458444" y="1438592"/>
                  </a:lnTo>
                  <a:lnTo>
                    <a:pt x="461965" y="1426695"/>
                  </a:lnTo>
                  <a:lnTo>
                    <a:pt x="451924" y="1422132"/>
                  </a:lnTo>
                  <a:lnTo>
                    <a:pt x="442519" y="1424992"/>
                  </a:lnTo>
                  <a:lnTo>
                    <a:pt x="379476" y="1410350"/>
                  </a:lnTo>
                  <a:lnTo>
                    <a:pt x="288789" y="1441604"/>
                  </a:lnTo>
                  <a:lnTo>
                    <a:pt x="270270" y="1445646"/>
                  </a:lnTo>
                  <a:lnTo>
                    <a:pt x="251344" y="1452306"/>
                  </a:lnTo>
                  <a:lnTo>
                    <a:pt x="182824" y="1409091"/>
                  </a:lnTo>
                  <a:lnTo>
                    <a:pt x="132847" y="1410006"/>
                  </a:lnTo>
                  <a:lnTo>
                    <a:pt x="122679" y="1379502"/>
                  </a:lnTo>
                  <a:lnTo>
                    <a:pt x="123073" y="1371139"/>
                  </a:lnTo>
                  <a:lnTo>
                    <a:pt x="118904" y="1365241"/>
                  </a:lnTo>
                  <a:lnTo>
                    <a:pt x="122425" y="1357018"/>
                  </a:lnTo>
                  <a:lnTo>
                    <a:pt x="116413" y="1349175"/>
                  </a:lnTo>
                  <a:lnTo>
                    <a:pt x="116273" y="1342515"/>
                  </a:lnTo>
                  <a:lnTo>
                    <a:pt x="110020" y="1338067"/>
                  </a:lnTo>
                  <a:lnTo>
                    <a:pt x="108329" y="1335448"/>
                  </a:lnTo>
                  <a:lnTo>
                    <a:pt x="97106" y="1320946"/>
                  </a:lnTo>
                  <a:lnTo>
                    <a:pt x="93293" y="1313320"/>
                  </a:lnTo>
                  <a:lnTo>
                    <a:pt x="98771" y="1305618"/>
                  </a:lnTo>
                  <a:lnTo>
                    <a:pt x="98275" y="1297241"/>
                  </a:lnTo>
                  <a:lnTo>
                    <a:pt x="92124" y="1293200"/>
                  </a:lnTo>
                  <a:lnTo>
                    <a:pt x="89391" y="1286006"/>
                  </a:lnTo>
                  <a:lnTo>
                    <a:pt x="90039" y="1276460"/>
                  </a:lnTo>
                  <a:lnTo>
                    <a:pt x="92378" y="1266915"/>
                  </a:lnTo>
                  <a:lnTo>
                    <a:pt x="91742" y="1261170"/>
                  </a:lnTo>
                  <a:lnTo>
                    <a:pt x="84688" y="1254637"/>
                  </a:lnTo>
                  <a:lnTo>
                    <a:pt x="78422" y="1245880"/>
                  </a:lnTo>
                  <a:lnTo>
                    <a:pt x="69283" y="1222213"/>
                  </a:lnTo>
                  <a:lnTo>
                    <a:pt x="63157" y="1211638"/>
                  </a:lnTo>
                  <a:close/>
                </a:path>
              </a:pathLst>
            </a:custGeom>
            <a:noFill/>
            <a:ln w="3810" cap="flat">
              <a:solidFill>
                <a:srgbClr val="E6E4E2"/>
              </a:solidFill>
              <a:prstDash val="solid"/>
              <a:miter/>
            </a:ln>
          </p:spPr>
          <p:txBody>
            <a:bodyPr rtlCol="0" anchor="ctr"/>
            <a:lstStyle/>
            <a:p>
              <a:endParaRPr lang="de-CH"/>
            </a:p>
          </p:txBody>
        </p:sp>
        <p:sp>
          <p:nvSpPr>
            <p:cNvPr id="9" name="Freihandform: Form 8">
              <a:extLst>
                <a:ext uri="{FF2B5EF4-FFF2-40B4-BE49-F238E27FC236}">
                  <a16:creationId xmlns:a16="http://schemas.microsoft.com/office/drawing/2014/main" id="{851B0B67-AD4D-C049-9DB4-27EE21FBC925}"/>
                </a:ext>
              </a:extLst>
            </p:cNvPr>
            <p:cNvSpPr/>
            <p:nvPr/>
          </p:nvSpPr>
          <p:spPr>
            <a:xfrm>
              <a:off x="3354061" y="1881915"/>
              <a:ext cx="3253380" cy="3035870"/>
            </a:xfrm>
            <a:custGeom>
              <a:avLst/>
              <a:gdLst>
                <a:gd name="connsiteX0" fmla="*/ 1706574 w 3253380"/>
                <a:gd name="connsiteY0" fmla="*/ 546768 h 3035870"/>
                <a:gd name="connsiteX1" fmla="*/ 1688564 w 3253380"/>
                <a:gd name="connsiteY1" fmla="*/ 534998 h 3035870"/>
                <a:gd name="connsiteX2" fmla="*/ 1663651 w 3253380"/>
                <a:gd name="connsiteY2" fmla="*/ 542967 h 3035870"/>
                <a:gd name="connsiteX3" fmla="*/ 1653483 w 3253380"/>
                <a:gd name="connsiteY3" fmla="*/ 570015 h 3035870"/>
                <a:gd name="connsiteX4" fmla="*/ 1685589 w 3253380"/>
                <a:gd name="connsiteY4" fmla="*/ 573561 h 3035870"/>
                <a:gd name="connsiteX5" fmla="*/ 513670 w 3253380"/>
                <a:gd name="connsiteY5" fmla="*/ 1285230 h 3035870"/>
                <a:gd name="connsiteX6" fmla="*/ 557254 w 3253380"/>
                <a:gd name="connsiteY6" fmla="*/ 1276219 h 3035870"/>
                <a:gd name="connsiteX7" fmla="*/ 561829 w 3253380"/>
                <a:gd name="connsiteY7" fmla="*/ 1301957 h 3035870"/>
                <a:gd name="connsiteX8" fmla="*/ 532062 w 3253380"/>
                <a:gd name="connsiteY8" fmla="*/ 1323005 h 3035870"/>
                <a:gd name="connsiteX9" fmla="*/ 521500 w 3253380"/>
                <a:gd name="connsiteY9" fmla="*/ 1319472 h 3035870"/>
                <a:gd name="connsiteX10" fmla="*/ 757846 w 3253380"/>
                <a:gd name="connsiteY10" fmla="*/ 1233118 h 3035870"/>
                <a:gd name="connsiteX11" fmla="*/ 759397 w 3253380"/>
                <a:gd name="connsiteY11" fmla="*/ 1214562 h 3035870"/>
                <a:gd name="connsiteX12" fmla="*/ 749483 w 3253380"/>
                <a:gd name="connsiteY12" fmla="*/ 1208677 h 3035870"/>
                <a:gd name="connsiteX13" fmla="*/ 723643 w 3253380"/>
                <a:gd name="connsiteY13" fmla="*/ 1230907 h 3035870"/>
                <a:gd name="connsiteX14" fmla="*/ 721685 w 3253380"/>
                <a:gd name="connsiteY14" fmla="*/ 1245015 h 3035870"/>
                <a:gd name="connsiteX15" fmla="*/ 725854 w 3253380"/>
                <a:gd name="connsiteY15" fmla="*/ 1254828 h 3035870"/>
                <a:gd name="connsiteX16" fmla="*/ 757719 w 3253380"/>
                <a:gd name="connsiteY16" fmla="*/ 1239918 h 3035870"/>
                <a:gd name="connsiteX17" fmla="*/ 449331 w 3253380"/>
                <a:gd name="connsiteY17" fmla="*/ 1338207 h 3035870"/>
                <a:gd name="connsiteX18" fmla="*/ 465855 w 3253380"/>
                <a:gd name="connsiteY18" fmla="*/ 1315468 h 3035870"/>
                <a:gd name="connsiteX19" fmla="*/ 485708 w 3253380"/>
                <a:gd name="connsiteY19" fmla="*/ 1326437 h 3035870"/>
                <a:gd name="connsiteX20" fmla="*/ 462740 w 3253380"/>
                <a:gd name="connsiteY20" fmla="*/ 1349315 h 3035870"/>
                <a:gd name="connsiteX21" fmla="*/ 2090117 w 3253380"/>
                <a:gd name="connsiteY21" fmla="*/ 1946377 h 3035870"/>
                <a:gd name="connsiteX22" fmla="*/ 2105509 w 3253380"/>
                <a:gd name="connsiteY22" fmla="*/ 1945322 h 3035870"/>
                <a:gd name="connsiteX23" fmla="*/ 2113605 w 3253380"/>
                <a:gd name="connsiteY23" fmla="*/ 1949135 h 3035870"/>
                <a:gd name="connsiteX24" fmla="*/ 2115957 w 3253380"/>
                <a:gd name="connsiteY24" fmla="*/ 1955287 h 3035870"/>
                <a:gd name="connsiteX25" fmla="*/ 2157456 w 3253380"/>
                <a:gd name="connsiteY25" fmla="*/ 1957257 h 3035870"/>
                <a:gd name="connsiteX26" fmla="*/ 2199742 w 3253380"/>
                <a:gd name="connsiteY26" fmla="*/ 1926753 h 3035870"/>
                <a:gd name="connsiteX27" fmla="*/ 2208741 w 3253380"/>
                <a:gd name="connsiteY27" fmla="*/ 1911589 h 3035870"/>
                <a:gd name="connsiteX28" fmla="*/ 2223612 w 3253380"/>
                <a:gd name="connsiteY28" fmla="*/ 1899298 h 3035870"/>
                <a:gd name="connsiteX29" fmla="*/ 2255070 w 3253380"/>
                <a:gd name="connsiteY29" fmla="*/ 1885965 h 3035870"/>
                <a:gd name="connsiteX30" fmla="*/ 2293569 w 3253380"/>
                <a:gd name="connsiteY30" fmla="*/ 1860863 h 3035870"/>
                <a:gd name="connsiteX31" fmla="*/ 2302187 w 3253380"/>
                <a:gd name="connsiteY31" fmla="*/ 1850936 h 3035870"/>
                <a:gd name="connsiteX32" fmla="*/ 2349037 w 3253380"/>
                <a:gd name="connsiteY32" fmla="*/ 1824664 h 3035870"/>
                <a:gd name="connsiteX33" fmla="*/ 2371343 w 3253380"/>
                <a:gd name="connsiteY33" fmla="*/ 1808725 h 3035870"/>
                <a:gd name="connsiteX34" fmla="*/ 2399661 w 3253380"/>
                <a:gd name="connsiteY34" fmla="*/ 1799701 h 3035870"/>
                <a:gd name="connsiteX35" fmla="*/ 2417672 w 3253380"/>
                <a:gd name="connsiteY35" fmla="*/ 1803095 h 3035870"/>
                <a:gd name="connsiteX36" fmla="*/ 2422362 w 3253380"/>
                <a:gd name="connsiteY36" fmla="*/ 1800756 h 3035870"/>
                <a:gd name="connsiteX37" fmla="*/ 2420023 w 3253380"/>
                <a:gd name="connsiteY37" fmla="*/ 1794210 h 3035870"/>
                <a:gd name="connsiteX38" fmla="*/ 2423404 w 3253380"/>
                <a:gd name="connsiteY38" fmla="*/ 1787855 h 3035870"/>
                <a:gd name="connsiteX39" fmla="*/ 2420862 w 3253380"/>
                <a:gd name="connsiteY39" fmla="*/ 1770468 h 3035870"/>
                <a:gd name="connsiteX40" fmla="*/ 2407147 w 3253380"/>
                <a:gd name="connsiteY40" fmla="*/ 1758584 h 3035870"/>
                <a:gd name="connsiteX41" fmla="*/ 2390052 w 3253380"/>
                <a:gd name="connsiteY41" fmla="*/ 1762765 h 3035870"/>
                <a:gd name="connsiteX42" fmla="*/ 2355087 w 3253380"/>
                <a:gd name="connsiteY42" fmla="*/ 1749178 h 3035870"/>
                <a:gd name="connsiteX43" fmla="*/ 2335246 w 3253380"/>
                <a:gd name="connsiteY43" fmla="*/ 1758317 h 3035870"/>
                <a:gd name="connsiteX44" fmla="*/ 2317109 w 3253380"/>
                <a:gd name="connsiteY44" fmla="*/ 1758317 h 3035870"/>
                <a:gd name="connsiteX45" fmla="*/ 2281622 w 3253380"/>
                <a:gd name="connsiteY45" fmla="*/ 1778653 h 3035870"/>
                <a:gd name="connsiteX46" fmla="*/ 2267780 w 3253380"/>
                <a:gd name="connsiteY46" fmla="*/ 1791363 h 3035870"/>
                <a:gd name="connsiteX47" fmla="*/ 2265429 w 3253380"/>
                <a:gd name="connsiteY47" fmla="*/ 1801951 h 3035870"/>
                <a:gd name="connsiteX48" fmla="*/ 2255388 w 3253380"/>
                <a:gd name="connsiteY48" fmla="*/ 1810848 h 3035870"/>
                <a:gd name="connsiteX49" fmla="*/ 2242970 w 3253380"/>
                <a:gd name="connsiteY49" fmla="*/ 1814382 h 3035870"/>
                <a:gd name="connsiteX50" fmla="*/ 2209923 w 3253380"/>
                <a:gd name="connsiteY50" fmla="*/ 1845102 h 3035870"/>
                <a:gd name="connsiteX51" fmla="*/ 2197531 w 3253380"/>
                <a:gd name="connsiteY51" fmla="*/ 1853465 h 3035870"/>
                <a:gd name="connsiteX52" fmla="*/ 2188634 w 3253380"/>
                <a:gd name="connsiteY52" fmla="*/ 1866175 h 3035870"/>
                <a:gd name="connsiteX53" fmla="*/ 2161091 w 3253380"/>
                <a:gd name="connsiteY53" fmla="*/ 1887999 h 3035870"/>
                <a:gd name="connsiteX54" fmla="*/ 2140221 w 3253380"/>
                <a:gd name="connsiteY54" fmla="*/ 1904344 h 3035870"/>
                <a:gd name="connsiteX55" fmla="*/ 2120647 w 3253380"/>
                <a:gd name="connsiteY55" fmla="*/ 1911805 h 3035870"/>
                <a:gd name="connsiteX56" fmla="*/ 2110987 w 3253380"/>
                <a:gd name="connsiteY56" fmla="*/ 1924210 h 3035870"/>
                <a:gd name="connsiteX57" fmla="*/ 2087359 w 3253380"/>
                <a:gd name="connsiteY57" fmla="*/ 1939374 h 3035870"/>
                <a:gd name="connsiteX58" fmla="*/ 2086456 w 3253380"/>
                <a:gd name="connsiteY58" fmla="*/ 1943949 h 3035870"/>
                <a:gd name="connsiteX59" fmla="*/ 1761253 w 3253380"/>
                <a:gd name="connsiteY59" fmla="*/ 2023477 h 3035870"/>
                <a:gd name="connsiteX60" fmla="*/ 1796371 w 3253380"/>
                <a:gd name="connsiteY60" fmla="*/ 2034204 h 3035870"/>
                <a:gd name="connsiteX61" fmla="*/ 1817114 w 3253380"/>
                <a:gd name="connsiteY61" fmla="*/ 2051325 h 3035870"/>
                <a:gd name="connsiteX62" fmla="*/ 1832506 w 3253380"/>
                <a:gd name="connsiteY62" fmla="*/ 2055507 h 3035870"/>
                <a:gd name="connsiteX63" fmla="*/ 1860952 w 3253380"/>
                <a:gd name="connsiteY63" fmla="*/ 2051986 h 3035870"/>
                <a:gd name="connsiteX64" fmla="*/ 1898549 w 3253380"/>
                <a:gd name="connsiteY64" fmla="*/ 2039822 h 3035870"/>
                <a:gd name="connsiteX65" fmla="*/ 1919559 w 3253380"/>
                <a:gd name="connsiteY65" fmla="*/ 2025968 h 3035870"/>
                <a:gd name="connsiteX66" fmla="*/ 1929218 w 3253380"/>
                <a:gd name="connsiteY66" fmla="*/ 2026756 h 3035870"/>
                <a:gd name="connsiteX67" fmla="*/ 1945271 w 3253380"/>
                <a:gd name="connsiteY67" fmla="*/ 2039466 h 3035870"/>
                <a:gd name="connsiteX68" fmla="*/ 1958579 w 3253380"/>
                <a:gd name="connsiteY68" fmla="*/ 2035425 h 3035870"/>
                <a:gd name="connsiteX69" fmla="*/ 1968493 w 3253380"/>
                <a:gd name="connsiteY69" fmla="*/ 2025091 h 3035870"/>
                <a:gd name="connsiteX70" fmla="*/ 1973717 w 3253380"/>
                <a:gd name="connsiteY70" fmla="*/ 2015165 h 3035870"/>
                <a:gd name="connsiteX71" fmla="*/ 1971175 w 3253380"/>
                <a:gd name="connsiteY71" fmla="*/ 2006013 h 3035870"/>
                <a:gd name="connsiteX72" fmla="*/ 1960485 w 3253380"/>
                <a:gd name="connsiteY72" fmla="*/ 2002200 h 3035870"/>
                <a:gd name="connsiteX73" fmla="*/ 1936336 w 3253380"/>
                <a:gd name="connsiteY73" fmla="*/ 1976182 h 3035870"/>
                <a:gd name="connsiteX74" fmla="*/ 1914017 w 3253380"/>
                <a:gd name="connsiteY74" fmla="*/ 1969522 h 3035870"/>
                <a:gd name="connsiteX75" fmla="*/ 1897494 w 3253380"/>
                <a:gd name="connsiteY75" fmla="*/ 1966764 h 3035870"/>
                <a:gd name="connsiteX76" fmla="*/ 1869303 w 3253380"/>
                <a:gd name="connsiteY76" fmla="*/ 1976437 h 3035870"/>
                <a:gd name="connsiteX77" fmla="*/ 1839675 w 3253380"/>
                <a:gd name="connsiteY77" fmla="*/ 1976182 h 3035870"/>
                <a:gd name="connsiteX78" fmla="*/ 1826228 w 3253380"/>
                <a:gd name="connsiteY78" fmla="*/ 1982067 h 3035870"/>
                <a:gd name="connsiteX79" fmla="*/ 1806921 w 3253380"/>
                <a:gd name="connsiteY79" fmla="*/ 1977759 h 3035870"/>
                <a:gd name="connsiteX80" fmla="*/ 1794389 w 3253380"/>
                <a:gd name="connsiteY80" fmla="*/ 1941534 h 3035870"/>
                <a:gd name="connsiteX81" fmla="*/ 1759931 w 3253380"/>
                <a:gd name="connsiteY81" fmla="*/ 1903111 h 3035870"/>
                <a:gd name="connsiteX82" fmla="*/ 1723911 w 3253380"/>
                <a:gd name="connsiteY82" fmla="*/ 1891227 h 3035870"/>
                <a:gd name="connsiteX83" fmla="*/ 1683073 w 3253380"/>
                <a:gd name="connsiteY83" fmla="*/ 1875403 h 3035870"/>
                <a:gd name="connsiteX84" fmla="*/ 1664541 w 3253380"/>
                <a:gd name="connsiteY84" fmla="*/ 1846170 h 3035870"/>
                <a:gd name="connsiteX85" fmla="*/ 1648488 w 3253380"/>
                <a:gd name="connsiteY85" fmla="*/ 1842230 h 3035870"/>
                <a:gd name="connsiteX86" fmla="*/ 1625394 w 3253380"/>
                <a:gd name="connsiteY86" fmla="*/ 1824194 h 3035870"/>
                <a:gd name="connsiteX87" fmla="*/ 1603456 w 3253380"/>
                <a:gd name="connsiteY87" fmla="*/ 1799371 h 3035870"/>
                <a:gd name="connsiteX88" fmla="*/ 1584289 w 3253380"/>
                <a:gd name="connsiteY88" fmla="*/ 1785911 h 3035870"/>
                <a:gd name="connsiteX89" fmla="*/ 1568757 w 3253380"/>
                <a:gd name="connsiteY89" fmla="*/ 1797413 h 3035870"/>
                <a:gd name="connsiteX90" fmla="*/ 1572570 w 3253380"/>
                <a:gd name="connsiteY90" fmla="*/ 1804328 h 3035870"/>
                <a:gd name="connsiteX91" fmla="*/ 1563953 w 3253380"/>
                <a:gd name="connsiteY91" fmla="*/ 1830333 h 3035870"/>
                <a:gd name="connsiteX92" fmla="*/ 1562910 w 3253380"/>
                <a:gd name="connsiteY92" fmla="*/ 1858066 h 3035870"/>
                <a:gd name="connsiteX93" fmla="*/ 1574782 w 3253380"/>
                <a:gd name="connsiteY93" fmla="*/ 1865502 h 3035870"/>
                <a:gd name="connsiteX94" fmla="*/ 1583679 w 3253380"/>
                <a:gd name="connsiteY94" fmla="*/ 1863812 h 3035870"/>
                <a:gd name="connsiteX95" fmla="*/ 1587861 w 3253380"/>
                <a:gd name="connsiteY95" fmla="*/ 1868248 h 3035870"/>
                <a:gd name="connsiteX96" fmla="*/ 1593593 w 3253380"/>
                <a:gd name="connsiteY96" fmla="*/ 1874132 h 3035870"/>
                <a:gd name="connsiteX97" fmla="*/ 1594381 w 3253380"/>
                <a:gd name="connsiteY97" fmla="*/ 1888774 h 3035870"/>
                <a:gd name="connsiteX98" fmla="*/ 1626156 w 3253380"/>
                <a:gd name="connsiteY98" fmla="*/ 1914512 h 3035870"/>
                <a:gd name="connsiteX99" fmla="*/ 1633859 w 3253380"/>
                <a:gd name="connsiteY99" fmla="*/ 1931125 h 3035870"/>
                <a:gd name="connsiteX100" fmla="*/ 1647954 w 3253380"/>
                <a:gd name="connsiteY100" fmla="*/ 1938560 h 3035870"/>
                <a:gd name="connsiteX101" fmla="*/ 1669485 w 3253380"/>
                <a:gd name="connsiteY101" fmla="*/ 1939615 h 3035870"/>
                <a:gd name="connsiteX102" fmla="*/ 1686009 w 3253380"/>
                <a:gd name="connsiteY102" fmla="*/ 1947317 h 3035870"/>
                <a:gd name="connsiteX103" fmla="*/ 1696063 w 3253380"/>
                <a:gd name="connsiteY103" fmla="*/ 1964311 h 3035870"/>
                <a:gd name="connsiteX104" fmla="*/ 1711201 w 3253380"/>
                <a:gd name="connsiteY104" fmla="*/ 1971238 h 3035870"/>
                <a:gd name="connsiteX105" fmla="*/ 1719157 w 3253380"/>
                <a:gd name="connsiteY105" fmla="*/ 1981699 h 3035870"/>
                <a:gd name="connsiteX106" fmla="*/ 1716157 w 3253380"/>
                <a:gd name="connsiteY106" fmla="*/ 2002480 h 3035870"/>
                <a:gd name="connsiteX107" fmla="*/ 688016 w 3253380"/>
                <a:gd name="connsiteY107" fmla="*/ 1024214 h 3035870"/>
                <a:gd name="connsiteX108" fmla="*/ 662443 w 3253380"/>
                <a:gd name="connsiteY108" fmla="*/ 1037407 h 3035870"/>
                <a:gd name="connsiteX109" fmla="*/ 644827 w 3253380"/>
                <a:gd name="connsiteY109" fmla="*/ 1046838 h 3035870"/>
                <a:gd name="connsiteX110" fmla="*/ 629435 w 3253380"/>
                <a:gd name="connsiteY110" fmla="*/ 1054667 h 3035870"/>
                <a:gd name="connsiteX111" fmla="*/ 606722 w 3253380"/>
                <a:gd name="connsiteY111" fmla="*/ 1066691 h 3035870"/>
                <a:gd name="connsiteX112" fmla="*/ 594011 w 3253380"/>
                <a:gd name="connsiteY112" fmla="*/ 1070085 h 3035870"/>
                <a:gd name="connsiteX113" fmla="*/ 579395 w 3253380"/>
                <a:gd name="connsiteY113" fmla="*/ 1073758 h 3035870"/>
                <a:gd name="connsiteX114" fmla="*/ 561778 w 3253380"/>
                <a:gd name="connsiteY114" fmla="*/ 1078067 h 3035870"/>
                <a:gd name="connsiteX115" fmla="*/ 471536 w 3253380"/>
                <a:gd name="connsiteY115" fmla="*/ 1099369 h 3035870"/>
                <a:gd name="connsiteX116" fmla="*/ 461469 w 3253380"/>
                <a:gd name="connsiteY116" fmla="*/ 1097539 h 3035870"/>
                <a:gd name="connsiteX117" fmla="*/ 447387 w 3253380"/>
                <a:gd name="connsiteY117" fmla="*/ 1102381 h 3035870"/>
                <a:gd name="connsiteX118" fmla="*/ 380582 w 3253380"/>
                <a:gd name="connsiteY118" fmla="*/ 1091654 h 3035870"/>
                <a:gd name="connsiteX119" fmla="*/ 359953 w 3253380"/>
                <a:gd name="connsiteY119" fmla="*/ 1089963 h 3035870"/>
                <a:gd name="connsiteX120" fmla="*/ 354602 w 3253380"/>
                <a:gd name="connsiteY120" fmla="*/ 1084600 h 3035870"/>
                <a:gd name="connsiteX121" fmla="*/ 364135 w 3253380"/>
                <a:gd name="connsiteY121" fmla="*/ 1081600 h 3035870"/>
                <a:gd name="connsiteX122" fmla="*/ 371570 w 3253380"/>
                <a:gd name="connsiteY122" fmla="*/ 1073758 h 3035870"/>
                <a:gd name="connsiteX123" fmla="*/ 382272 w 3253380"/>
                <a:gd name="connsiteY123" fmla="*/ 1065522 h 3035870"/>
                <a:gd name="connsiteX124" fmla="*/ 363652 w 3253380"/>
                <a:gd name="connsiteY124" fmla="*/ 1030886 h 3035870"/>
                <a:gd name="connsiteX125" fmla="*/ 342261 w 3253380"/>
                <a:gd name="connsiteY125" fmla="*/ 1008428 h 3035870"/>
                <a:gd name="connsiteX126" fmla="*/ 346709 w 3253380"/>
                <a:gd name="connsiteY126" fmla="*/ 989070 h 3035870"/>
                <a:gd name="connsiteX127" fmla="*/ 350344 w 3253380"/>
                <a:gd name="connsiteY127" fmla="*/ 967119 h 3035870"/>
                <a:gd name="connsiteX128" fmla="*/ 349302 w 3253380"/>
                <a:gd name="connsiteY128" fmla="*/ 956659 h 3035870"/>
                <a:gd name="connsiteX129" fmla="*/ 349429 w 3253380"/>
                <a:gd name="connsiteY129" fmla="*/ 938496 h 3035870"/>
                <a:gd name="connsiteX130" fmla="*/ 357258 w 3253380"/>
                <a:gd name="connsiteY130" fmla="*/ 924769 h 3035870"/>
                <a:gd name="connsiteX131" fmla="*/ 370045 w 3253380"/>
                <a:gd name="connsiteY131" fmla="*/ 911309 h 3035870"/>
                <a:gd name="connsiteX132" fmla="*/ 390928 w 3253380"/>
                <a:gd name="connsiteY132" fmla="*/ 898599 h 3035870"/>
                <a:gd name="connsiteX133" fmla="*/ 410247 w 3253380"/>
                <a:gd name="connsiteY133" fmla="*/ 895319 h 3035870"/>
                <a:gd name="connsiteX134" fmla="*/ 421992 w 3253380"/>
                <a:gd name="connsiteY134" fmla="*/ 890617 h 3035870"/>
                <a:gd name="connsiteX135" fmla="*/ 435426 w 3253380"/>
                <a:gd name="connsiteY135" fmla="*/ 875453 h 3035870"/>
                <a:gd name="connsiteX136" fmla="*/ 443790 w 3253380"/>
                <a:gd name="connsiteY136" fmla="*/ 889053 h 3035870"/>
                <a:gd name="connsiteX137" fmla="*/ 454619 w 3253380"/>
                <a:gd name="connsiteY137" fmla="*/ 889968 h 3035870"/>
                <a:gd name="connsiteX138" fmla="*/ 462842 w 3253380"/>
                <a:gd name="connsiteY138" fmla="*/ 889168 h 3035870"/>
                <a:gd name="connsiteX139" fmla="*/ 479925 w 3253380"/>
                <a:gd name="connsiteY139" fmla="*/ 888519 h 3035870"/>
                <a:gd name="connsiteX140" fmla="*/ 502511 w 3253380"/>
                <a:gd name="connsiteY140" fmla="*/ 874678 h 3035870"/>
                <a:gd name="connsiteX141" fmla="*/ 524830 w 3253380"/>
                <a:gd name="connsiteY141" fmla="*/ 857163 h 3035870"/>
                <a:gd name="connsiteX142" fmla="*/ 552881 w 3253380"/>
                <a:gd name="connsiteY142" fmla="*/ 836891 h 3035870"/>
                <a:gd name="connsiteX143" fmla="*/ 566329 w 3253380"/>
                <a:gd name="connsiteY143" fmla="*/ 811025 h 3035870"/>
                <a:gd name="connsiteX144" fmla="*/ 565426 w 3253380"/>
                <a:gd name="connsiteY144" fmla="*/ 805268 h 3035870"/>
                <a:gd name="connsiteX145" fmla="*/ 569722 w 3253380"/>
                <a:gd name="connsiteY145" fmla="*/ 799268 h 3035870"/>
                <a:gd name="connsiteX146" fmla="*/ 582903 w 3253380"/>
                <a:gd name="connsiteY146" fmla="*/ 805268 h 3035870"/>
                <a:gd name="connsiteX147" fmla="*/ 584326 w 3253380"/>
                <a:gd name="connsiteY147" fmla="*/ 812068 h 3035870"/>
                <a:gd name="connsiteX148" fmla="*/ 577971 w 3253380"/>
                <a:gd name="connsiteY148" fmla="*/ 822236 h 3035870"/>
                <a:gd name="connsiteX149" fmla="*/ 564918 w 3253380"/>
                <a:gd name="connsiteY149" fmla="*/ 835048 h 3035870"/>
                <a:gd name="connsiteX150" fmla="*/ 554229 w 3253380"/>
                <a:gd name="connsiteY150" fmla="*/ 849804 h 3035870"/>
                <a:gd name="connsiteX151" fmla="*/ 530740 w 3253380"/>
                <a:gd name="connsiteY151" fmla="*/ 865628 h 3035870"/>
                <a:gd name="connsiteX152" fmla="*/ 490067 w 3253380"/>
                <a:gd name="connsiteY152" fmla="*/ 892955 h 3035870"/>
                <a:gd name="connsiteX153" fmla="*/ 489292 w 3253380"/>
                <a:gd name="connsiteY153" fmla="*/ 897391 h 3035870"/>
                <a:gd name="connsiteX154" fmla="*/ 498037 w 3253380"/>
                <a:gd name="connsiteY154" fmla="*/ 911372 h 3035870"/>
                <a:gd name="connsiteX155" fmla="*/ 504951 w 3253380"/>
                <a:gd name="connsiteY155" fmla="*/ 915287 h 3035870"/>
                <a:gd name="connsiteX156" fmla="*/ 525961 w 3253380"/>
                <a:gd name="connsiteY156" fmla="*/ 914512 h 3035870"/>
                <a:gd name="connsiteX157" fmla="*/ 564842 w 3253380"/>
                <a:gd name="connsiteY157" fmla="*/ 898433 h 3035870"/>
                <a:gd name="connsiteX158" fmla="*/ 579331 w 3253380"/>
                <a:gd name="connsiteY158" fmla="*/ 888634 h 3035870"/>
                <a:gd name="connsiteX159" fmla="*/ 586258 w 3253380"/>
                <a:gd name="connsiteY159" fmla="*/ 885622 h 3035870"/>
                <a:gd name="connsiteX160" fmla="*/ 599566 w 3253380"/>
                <a:gd name="connsiteY160" fmla="*/ 886143 h 3035870"/>
                <a:gd name="connsiteX161" fmla="*/ 614704 w 3253380"/>
                <a:gd name="connsiteY161" fmla="*/ 878834 h 3035870"/>
                <a:gd name="connsiteX162" fmla="*/ 629956 w 3253380"/>
                <a:gd name="connsiteY162" fmla="*/ 862756 h 3035870"/>
                <a:gd name="connsiteX163" fmla="*/ 637582 w 3253380"/>
                <a:gd name="connsiteY163" fmla="*/ 854380 h 3035870"/>
                <a:gd name="connsiteX164" fmla="*/ 638853 w 3253380"/>
                <a:gd name="connsiteY164" fmla="*/ 847199 h 3035870"/>
                <a:gd name="connsiteX165" fmla="*/ 639514 w 3253380"/>
                <a:gd name="connsiteY165" fmla="*/ 837526 h 3035870"/>
                <a:gd name="connsiteX166" fmla="*/ 642781 w 3253380"/>
                <a:gd name="connsiteY166" fmla="*/ 833472 h 3035870"/>
                <a:gd name="connsiteX167" fmla="*/ 651246 w 3253380"/>
                <a:gd name="connsiteY167" fmla="*/ 839751 h 3035870"/>
                <a:gd name="connsiteX168" fmla="*/ 661312 w 3253380"/>
                <a:gd name="connsiteY168" fmla="*/ 834387 h 3035870"/>
                <a:gd name="connsiteX169" fmla="*/ 668608 w 3253380"/>
                <a:gd name="connsiteY169" fmla="*/ 819478 h 3035870"/>
                <a:gd name="connsiteX170" fmla="*/ 688448 w 3253380"/>
                <a:gd name="connsiteY170" fmla="*/ 782618 h 3035870"/>
                <a:gd name="connsiteX171" fmla="*/ 695363 w 3253380"/>
                <a:gd name="connsiteY171" fmla="*/ 775170 h 3035870"/>
                <a:gd name="connsiteX172" fmla="*/ 697968 w 3253380"/>
                <a:gd name="connsiteY172" fmla="*/ 768103 h 3035870"/>
                <a:gd name="connsiteX173" fmla="*/ 695363 w 3253380"/>
                <a:gd name="connsiteY173" fmla="*/ 760401 h 3035870"/>
                <a:gd name="connsiteX174" fmla="*/ 696532 w 3253380"/>
                <a:gd name="connsiteY174" fmla="*/ 749165 h 3035870"/>
                <a:gd name="connsiteX175" fmla="*/ 709077 w 3253380"/>
                <a:gd name="connsiteY175" fmla="*/ 733913 h 3035870"/>
                <a:gd name="connsiteX176" fmla="*/ 714555 w 3253380"/>
                <a:gd name="connsiteY176" fmla="*/ 718876 h 3035870"/>
                <a:gd name="connsiteX177" fmla="*/ 724075 w 3253380"/>
                <a:gd name="connsiteY177" fmla="*/ 709204 h 3035870"/>
                <a:gd name="connsiteX178" fmla="*/ 730989 w 3253380"/>
                <a:gd name="connsiteY178" fmla="*/ 683974 h 3035870"/>
                <a:gd name="connsiteX179" fmla="*/ 747055 w 3253380"/>
                <a:gd name="connsiteY179" fmla="*/ 659926 h 3035870"/>
                <a:gd name="connsiteX180" fmla="*/ 762307 w 3253380"/>
                <a:gd name="connsiteY180" fmla="*/ 640188 h 3035870"/>
                <a:gd name="connsiteX181" fmla="*/ 761036 w 3253380"/>
                <a:gd name="connsiteY181" fmla="*/ 634176 h 3035870"/>
                <a:gd name="connsiteX182" fmla="*/ 756079 w 3253380"/>
                <a:gd name="connsiteY182" fmla="*/ 630363 h 3035870"/>
                <a:gd name="connsiteX183" fmla="*/ 736506 w 3253380"/>
                <a:gd name="connsiteY183" fmla="*/ 639133 h 3035870"/>
                <a:gd name="connsiteX184" fmla="*/ 721495 w 3253380"/>
                <a:gd name="connsiteY184" fmla="*/ 651665 h 3035870"/>
                <a:gd name="connsiteX185" fmla="*/ 711835 w 3253380"/>
                <a:gd name="connsiteY185" fmla="*/ 660816 h 3035870"/>
                <a:gd name="connsiteX186" fmla="*/ 686415 w 3253380"/>
                <a:gd name="connsiteY186" fmla="*/ 686821 h 3035870"/>
                <a:gd name="connsiteX187" fmla="*/ 662011 w 3253380"/>
                <a:gd name="connsiteY187" fmla="*/ 703688 h 3035870"/>
                <a:gd name="connsiteX188" fmla="*/ 642170 w 3253380"/>
                <a:gd name="connsiteY188" fmla="*/ 728523 h 3035870"/>
                <a:gd name="connsiteX189" fmla="*/ 597024 w 3253380"/>
                <a:gd name="connsiteY189" fmla="*/ 757274 h 3035870"/>
                <a:gd name="connsiteX190" fmla="*/ 556567 w 3253380"/>
                <a:gd name="connsiteY190" fmla="*/ 782491 h 3035870"/>
                <a:gd name="connsiteX191" fmla="*/ 515971 w 3253380"/>
                <a:gd name="connsiteY191" fmla="*/ 806945 h 3035870"/>
                <a:gd name="connsiteX192" fmla="*/ 511408 w 3253380"/>
                <a:gd name="connsiteY192" fmla="*/ 822617 h 3035870"/>
                <a:gd name="connsiteX193" fmla="*/ 500706 w 3253380"/>
                <a:gd name="connsiteY193" fmla="*/ 835048 h 3035870"/>
                <a:gd name="connsiteX194" fmla="*/ 460770 w 3253380"/>
                <a:gd name="connsiteY194" fmla="*/ 855168 h 3035870"/>
                <a:gd name="connsiteX195" fmla="*/ 439239 w 3253380"/>
                <a:gd name="connsiteY195" fmla="*/ 801709 h 3035870"/>
                <a:gd name="connsiteX196" fmla="*/ 459728 w 3253380"/>
                <a:gd name="connsiteY196" fmla="*/ 784982 h 3035870"/>
                <a:gd name="connsiteX197" fmla="*/ 453729 w 3253380"/>
                <a:gd name="connsiteY197" fmla="*/ 764849 h 3035870"/>
                <a:gd name="connsiteX198" fmla="*/ 365634 w 3253380"/>
                <a:gd name="connsiteY198" fmla="*/ 702900 h 3035870"/>
                <a:gd name="connsiteX199" fmla="*/ 330796 w 3253380"/>
                <a:gd name="connsiteY199" fmla="*/ 692960 h 3035870"/>
                <a:gd name="connsiteX200" fmla="*/ 364719 w 3253380"/>
                <a:gd name="connsiteY200" fmla="*/ 655974 h 3035870"/>
                <a:gd name="connsiteX201" fmla="*/ 350738 w 3253380"/>
                <a:gd name="connsiteY201" fmla="*/ 640938 h 3035870"/>
                <a:gd name="connsiteX202" fmla="*/ 324390 w 3253380"/>
                <a:gd name="connsiteY202" fmla="*/ 658325 h 3035870"/>
                <a:gd name="connsiteX203" fmla="*/ 299719 w 3253380"/>
                <a:gd name="connsiteY203" fmla="*/ 656495 h 3035870"/>
                <a:gd name="connsiteX204" fmla="*/ 251827 w 3253380"/>
                <a:gd name="connsiteY204" fmla="*/ 679246 h 3035870"/>
                <a:gd name="connsiteX205" fmla="*/ 226127 w 3253380"/>
                <a:gd name="connsiteY205" fmla="*/ 684203 h 3035870"/>
                <a:gd name="connsiteX206" fmla="*/ 185531 w 3253380"/>
                <a:gd name="connsiteY206" fmla="*/ 690558 h 3035870"/>
                <a:gd name="connsiteX207" fmla="*/ 159831 w 3253380"/>
                <a:gd name="connsiteY207" fmla="*/ 699455 h 3035870"/>
                <a:gd name="connsiteX208" fmla="*/ 116756 w 3253380"/>
                <a:gd name="connsiteY208" fmla="*/ 712915 h 3035870"/>
                <a:gd name="connsiteX209" fmla="*/ 51260 w 3253380"/>
                <a:gd name="connsiteY209" fmla="*/ 751605 h 3035870"/>
                <a:gd name="connsiteX210" fmla="*/ 11859 w 3253380"/>
                <a:gd name="connsiteY210" fmla="*/ 772120 h 3035870"/>
                <a:gd name="connsiteX211" fmla="*/ 0 w 3253380"/>
                <a:gd name="connsiteY211" fmla="*/ 756435 h 3035870"/>
                <a:gd name="connsiteX212" fmla="*/ 5478 w 3253380"/>
                <a:gd name="connsiteY212" fmla="*/ 746114 h 3035870"/>
                <a:gd name="connsiteX213" fmla="*/ 52201 w 3253380"/>
                <a:gd name="connsiteY213" fmla="*/ 656584 h 3035870"/>
                <a:gd name="connsiteX214" fmla="*/ 36262 w 3253380"/>
                <a:gd name="connsiteY214" fmla="*/ 616203 h 3035870"/>
                <a:gd name="connsiteX215" fmla="*/ 2720 w 3253380"/>
                <a:gd name="connsiteY215" fmla="*/ 531757 h 3035870"/>
                <a:gd name="connsiteX216" fmla="*/ 24518 w 3253380"/>
                <a:gd name="connsiteY216" fmla="*/ 506794 h 3035870"/>
                <a:gd name="connsiteX217" fmla="*/ 47740 w 3253380"/>
                <a:gd name="connsiteY217" fmla="*/ 577247 h 3035870"/>
                <a:gd name="connsiteX218" fmla="*/ 113388 w 3253380"/>
                <a:gd name="connsiteY218" fmla="*/ 539116 h 3035870"/>
                <a:gd name="connsiteX219" fmla="*/ 163250 w 3253380"/>
                <a:gd name="connsiteY219" fmla="*/ 488796 h 3035870"/>
                <a:gd name="connsiteX220" fmla="*/ 173545 w 3253380"/>
                <a:gd name="connsiteY220" fmla="*/ 473900 h 3035870"/>
                <a:gd name="connsiteX221" fmla="*/ 187259 w 3253380"/>
                <a:gd name="connsiteY221" fmla="*/ 468155 h 3035870"/>
                <a:gd name="connsiteX222" fmla="*/ 195216 w 3253380"/>
                <a:gd name="connsiteY222" fmla="*/ 488008 h 3035870"/>
                <a:gd name="connsiteX223" fmla="*/ 253022 w 3253380"/>
                <a:gd name="connsiteY223" fmla="*/ 501990 h 3035870"/>
                <a:gd name="connsiteX224" fmla="*/ 274426 w 3253380"/>
                <a:gd name="connsiteY224" fmla="*/ 463160 h 3035870"/>
                <a:gd name="connsiteX225" fmla="*/ 317234 w 3253380"/>
                <a:gd name="connsiteY225" fmla="*/ 446827 h 3035870"/>
                <a:gd name="connsiteX226" fmla="*/ 336668 w 3253380"/>
                <a:gd name="connsiteY226" fmla="*/ 437930 h 3035870"/>
                <a:gd name="connsiteX227" fmla="*/ 352861 w 3253380"/>
                <a:gd name="connsiteY227" fmla="*/ 408392 h 3035870"/>
                <a:gd name="connsiteX228" fmla="*/ 355860 w 3253380"/>
                <a:gd name="connsiteY228" fmla="*/ 402367 h 3035870"/>
                <a:gd name="connsiteX229" fmla="*/ 373998 w 3253380"/>
                <a:gd name="connsiteY229" fmla="*/ 367732 h 3035870"/>
                <a:gd name="connsiteX230" fmla="*/ 380251 w 3253380"/>
                <a:gd name="connsiteY230" fmla="*/ 351666 h 3035870"/>
                <a:gd name="connsiteX231" fmla="*/ 404286 w 3253380"/>
                <a:gd name="connsiteY231" fmla="*/ 338600 h 3035870"/>
                <a:gd name="connsiteX232" fmla="*/ 400740 w 3253380"/>
                <a:gd name="connsiteY232" fmla="*/ 311019 h 3035870"/>
                <a:gd name="connsiteX233" fmla="*/ 402964 w 3253380"/>
                <a:gd name="connsiteY233" fmla="*/ 306964 h 3035870"/>
                <a:gd name="connsiteX234" fmla="*/ 446421 w 3253380"/>
                <a:gd name="connsiteY234" fmla="*/ 289170 h 3035870"/>
                <a:gd name="connsiteX235" fmla="*/ 464698 w 3253380"/>
                <a:gd name="connsiteY235" fmla="*/ 321695 h 3035870"/>
                <a:gd name="connsiteX236" fmla="*/ 590643 w 3253380"/>
                <a:gd name="connsiteY236" fmla="*/ 294127 h 3035870"/>
                <a:gd name="connsiteX237" fmla="*/ 587250 w 3253380"/>
                <a:gd name="connsiteY237" fmla="*/ 226305 h 3035870"/>
                <a:gd name="connsiteX238" fmla="*/ 627821 w 3253380"/>
                <a:gd name="connsiteY238" fmla="*/ 209782 h 3035870"/>
                <a:gd name="connsiteX239" fmla="*/ 630833 w 3253380"/>
                <a:gd name="connsiteY239" fmla="*/ 184565 h 3035870"/>
                <a:gd name="connsiteX240" fmla="*/ 617119 w 3253380"/>
                <a:gd name="connsiteY240" fmla="*/ 154887 h 3035870"/>
                <a:gd name="connsiteX241" fmla="*/ 639705 w 3253380"/>
                <a:gd name="connsiteY241" fmla="*/ 151747 h 3035870"/>
                <a:gd name="connsiteX242" fmla="*/ 703116 w 3253380"/>
                <a:gd name="connsiteY242" fmla="*/ 147845 h 3035870"/>
                <a:gd name="connsiteX243" fmla="*/ 712013 w 3253380"/>
                <a:gd name="connsiteY243" fmla="*/ 168080 h 3035870"/>
                <a:gd name="connsiteX244" fmla="*/ 716843 w 3253380"/>
                <a:gd name="connsiteY244" fmla="*/ 167571 h 3035870"/>
                <a:gd name="connsiteX245" fmla="*/ 756778 w 3253380"/>
                <a:gd name="connsiteY245" fmla="*/ 169923 h 3035870"/>
                <a:gd name="connsiteX246" fmla="*/ 802052 w 3253380"/>
                <a:gd name="connsiteY246" fmla="*/ 178159 h 3035870"/>
                <a:gd name="connsiteX247" fmla="*/ 829074 w 3253380"/>
                <a:gd name="connsiteY247" fmla="*/ 178934 h 3035870"/>
                <a:gd name="connsiteX248" fmla="*/ 853478 w 3253380"/>
                <a:gd name="connsiteY248" fmla="*/ 181146 h 3035870"/>
                <a:gd name="connsiteX249" fmla="*/ 908932 w 3253380"/>
                <a:gd name="connsiteY249" fmla="*/ 170711 h 3035870"/>
                <a:gd name="connsiteX250" fmla="*/ 969941 w 3253380"/>
                <a:gd name="connsiteY250" fmla="*/ 117646 h 3035870"/>
                <a:gd name="connsiteX251" fmla="*/ 991739 w 3253380"/>
                <a:gd name="connsiteY251" fmla="*/ 118294 h 3035870"/>
                <a:gd name="connsiteX252" fmla="*/ 993951 w 3253380"/>
                <a:gd name="connsiteY252" fmla="*/ 117646 h 3035870"/>
                <a:gd name="connsiteX253" fmla="*/ 1058773 w 3253380"/>
                <a:gd name="connsiteY253" fmla="*/ 84968 h 3035870"/>
                <a:gd name="connsiteX254" fmla="*/ 1066463 w 3253380"/>
                <a:gd name="connsiteY254" fmla="*/ 86798 h 3035870"/>
                <a:gd name="connsiteX255" fmla="*/ 1074089 w 3253380"/>
                <a:gd name="connsiteY255" fmla="*/ 89149 h 3035870"/>
                <a:gd name="connsiteX256" fmla="*/ 1078016 w 3253380"/>
                <a:gd name="connsiteY256" fmla="*/ 96191 h 3035870"/>
                <a:gd name="connsiteX257" fmla="*/ 1139877 w 3253380"/>
                <a:gd name="connsiteY257" fmla="*/ 115027 h 3035870"/>
                <a:gd name="connsiteX258" fmla="*/ 1178630 w 3253380"/>
                <a:gd name="connsiteY258" fmla="*/ 110058 h 3035870"/>
                <a:gd name="connsiteX259" fmla="*/ 1182291 w 3253380"/>
                <a:gd name="connsiteY259" fmla="*/ 109409 h 3035870"/>
                <a:gd name="connsiteX260" fmla="*/ 1246998 w 3253380"/>
                <a:gd name="connsiteY260" fmla="*/ 114494 h 3035870"/>
                <a:gd name="connsiteX261" fmla="*/ 1280541 w 3253380"/>
                <a:gd name="connsiteY261" fmla="*/ 128856 h 3035870"/>
                <a:gd name="connsiteX262" fmla="*/ 1410007 w 3253380"/>
                <a:gd name="connsiteY262" fmla="*/ 71215 h 3035870"/>
                <a:gd name="connsiteX263" fmla="*/ 1402825 w 3253380"/>
                <a:gd name="connsiteY263" fmla="*/ 50701 h 3035870"/>
                <a:gd name="connsiteX264" fmla="*/ 1360284 w 3253380"/>
                <a:gd name="connsiteY264" fmla="*/ 68356 h 3035870"/>
                <a:gd name="connsiteX265" fmla="*/ 1340977 w 3253380"/>
                <a:gd name="connsiteY265" fmla="*/ 60386 h 3035870"/>
                <a:gd name="connsiteX266" fmla="*/ 1404643 w 3253380"/>
                <a:gd name="connsiteY266" fmla="*/ 0 h 3035870"/>
                <a:gd name="connsiteX267" fmla="*/ 1443549 w 3253380"/>
                <a:gd name="connsiteY267" fmla="*/ 46265 h 3035870"/>
                <a:gd name="connsiteX268" fmla="*/ 1428017 w 3253380"/>
                <a:gd name="connsiteY268" fmla="*/ 65864 h 3035870"/>
                <a:gd name="connsiteX269" fmla="*/ 1426848 w 3253380"/>
                <a:gd name="connsiteY269" fmla="*/ 80379 h 3035870"/>
                <a:gd name="connsiteX270" fmla="*/ 1378422 w 3253380"/>
                <a:gd name="connsiteY270" fmla="*/ 141388 h 3035870"/>
                <a:gd name="connsiteX271" fmla="*/ 1328699 w 3253380"/>
                <a:gd name="connsiteY271" fmla="*/ 157327 h 3035870"/>
                <a:gd name="connsiteX272" fmla="*/ 1288370 w 3253380"/>
                <a:gd name="connsiteY272" fmla="*/ 170520 h 3035870"/>
                <a:gd name="connsiteX273" fmla="*/ 1264106 w 3253380"/>
                <a:gd name="connsiteY273" fmla="*/ 179926 h 3035870"/>
                <a:gd name="connsiteX274" fmla="*/ 1254840 w 3253380"/>
                <a:gd name="connsiteY274" fmla="*/ 199410 h 3035870"/>
                <a:gd name="connsiteX275" fmla="*/ 1230183 w 3253380"/>
                <a:gd name="connsiteY275" fmla="*/ 240452 h 3035870"/>
                <a:gd name="connsiteX276" fmla="*/ 1189192 w 3253380"/>
                <a:gd name="connsiteY276" fmla="*/ 245281 h 3035870"/>
                <a:gd name="connsiteX277" fmla="*/ 1156146 w 3253380"/>
                <a:gd name="connsiteY277" fmla="*/ 262288 h 3035870"/>
                <a:gd name="connsiteX278" fmla="*/ 1129658 w 3253380"/>
                <a:gd name="connsiteY278" fmla="*/ 277959 h 3035870"/>
                <a:gd name="connsiteX279" fmla="*/ 1138796 w 3253380"/>
                <a:gd name="connsiteY279" fmla="*/ 305541 h 3035870"/>
                <a:gd name="connsiteX280" fmla="*/ 1120265 w 3253380"/>
                <a:gd name="connsiteY280" fmla="*/ 312468 h 3035870"/>
                <a:gd name="connsiteX281" fmla="*/ 975534 w 3253380"/>
                <a:gd name="connsiteY281" fmla="*/ 381103 h 3035870"/>
                <a:gd name="connsiteX282" fmla="*/ 984278 w 3253380"/>
                <a:gd name="connsiteY282" fmla="*/ 411684 h 3035870"/>
                <a:gd name="connsiteX283" fmla="*/ 1003852 w 3253380"/>
                <a:gd name="connsiteY283" fmla="*/ 458610 h 3035870"/>
                <a:gd name="connsiteX284" fmla="*/ 1026425 w 3253380"/>
                <a:gd name="connsiteY284" fmla="*/ 449979 h 3035870"/>
                <a:gd name="connsiteX285" fmla="*/ 1057222 w 3253380"/>
                <a:gd name="connsiteY285" fmla="*/ 482276 h 3035870"/>
                <a:gd name="connsiteX286" fmla="*/ 1076682 w 3253380"/>
                <a:gd name="connsiteY286" fmla="*/ 526965 h 3035870"/>
                <a:gd name="connsiteX287" fmla="*/ 1060870 w 3253380"/>
                <a:gd name="connsiteY287" fmla="*/ 548394 h 3035870"/>
                <a:gd name="connsiteX288" fmla="*/ 1082287 w 3253380"/>
                <a:gd name="connsiteY288" fmla="*/ 551674 h 3035870"/>
                <a:gd name="connsiteX289" fmla="*/ 1098810 w 3253380"/>
                <a:gd name="connsiteY289" fmla="*/ 544226 h 3035870"/>
                <a:gd name="connsiteX290" fmla="*/ 1117087 w 3253380"/>
                <a:gd name="connsiteY290" fmla="*/ 546310 h 3035870"/>
                <a:gd name="connsiteX291" fmla="*/ 1128526 w 3253380"/>
                <a:gd name="connsiteY291" fmla="*/ 537032 h 3035870"/>
                <a:gd name="connsiteX292" fmla="*/ 1131272 w 3253380"/>
                <a:gd name="connsiteY292" fmla="*/ 524614 h 3035870"/>
                <a:gd name="connsiteX293" fmla="*/ 1138440 w 3253380"/>
                <a:gd name="connsiteY293" fmla="*/ 515844 h 3035870"/>
                <a:gd name="connsiteX294" fmla="*/ 1153693 w 3253380"/>
                <a:gd name="connsiteY294" fmla="*/ 512590 h 3035870"/>
                <a:gd name="connsiteX295" fmla="*/ 1159692 w 3253380"/>
                <a:gd name="connsiteY295" fmla="*/ 502777 h 3035870"/>
                <a:gd name="connsiteX296" fmla="*/ 1159044 w 3253380"/>
                <a:gd name="connsiteY296" fmla="*/ 489711 h 3035870"/>
                <a:gd name="connsiteX297" fmla="*/ 1162310 w 3253380"/>
                <a:gd name="connsiteY297" fmla="*/ 480052 h 3035870"/>
                <a:gd name="connsiteX298" fmla="*/ 1171576 w 3253380"/>
                <a:gd name="connsiteY298" fmla="*/ 478336 h 3035870"/>
                <a:gd name="connsiteX299" fmla="*/ 1175491 w 3253380"/>
                <a:gd name="connsiteY299" fmla="*/ 485670 h 3035870"/>
                <a:gd name="connsiteX300" fmla="*/ 1180829 w 3253380"/>
                <a:gd name="connsiteY300" fmla="*/ 494160 h 3035870"/>
                <a:gd name="connsiteX301" fmla="*/ 1188455 w 3253380"/>
                <a:gd name="connsiteY301" fmla="*/ 493626 h 3035870"/>
                <a:gd name="connsiteX302" fmla="*/ 1194975 w 3253380"/>
                <a:gd name="connsiteY302" fmla="*/ 486445 h 3035870"/>
                <a:gd name="connsiteX303" fmla="*/ 1197200 w 3253380"/>
                <a:gd name="connsiteY303" fmla="*/ 477688 h 3035870"/>
                <a:gd name="connsiteX304" fmla="*/ 1196030 w 3253380"/>
                <a:gd name="connsiteY304" fmla="*/ 468536 h 3035870"/>
                <a:gd name="connsiteX305" fmla="*/ 1200339 w 3253380"/>
                <a:gd name="connsiteY305" fmla="*/ 464088 h 3035870"/>
                <a:gd name="connsiteX306" fmla="*/ 1211435 w 3253380"/>
                <a:gd name="connsiteY306" fmla="*/ 466312 h 3035870"/>
                <a:gd name="connsiteX307" fmla="*/ 1249922 w 3253380"/>
                <a:gd name="connsiteY307" fmla="*/ 461075 h 3035870"/>
                <a:gd name="connsiteX308" fmla="*/ 1257624 w 3253380"/>
                <a:gd name="connsiteY308" fmla="*/ 512056 h 3035870"/>
                <a:gd name="connsiteX309" fmla="*/ 1290365 w 3253380"/>
                <a:gd name="connsiteY309" fmla="*/ 518208 h 3035870"/>
                <a:gd name="connsiteX310" fmla="*/ 1258412 w 3253380"/>
                <a:gd name="connsiteY310" fmla="*/ 566684 h 3035870"/>
                <a:gd name="connsiteX311" fmla="*/ 1241698 w 3253380"/>
                <a:gd name="connsiteY311" fmla="*/ 575582 h 3035870"/>
                <a:gd name="connsiteX312" fmla="*/ 1207253 w 3253380"/>
                <a:gd name="connsiteY312" fmla="*/ 563698 h 3035870"/>
                <a:gd name="connsiteX313" fmla="*/ 1177359 w 3253380"/>
                <a:gd name="connsiteY313" fmla="*/ 581212 h 3035870"/>
                <a:gd name="connsiteX314" fmla="*/ 1179901 w 3253380"/>
                <a:gd name="connsiteY314" fmla="*/ 594545 h 3035870"/>
                <a:gd name="connsiteX315" fmla="*/ 1150413 w 3253380"/>
                <a:gd name="connsiteY315" fmla="*/ 609035 h 3035870"/>
                <a:gd name="connsiteX316" fmla="*/ 1140487 w 3253380"/>
                <a:gd name="connsiteY316" fmla="*/ 624605 h 3035870"/>
                <a:gd name="connsiteX317" fmla="*/ 1169085 w 3253380"/>
                <a:gd name="connsiteY317" fmla="*/ 645653 h 3035870"/>
                <a:gd name="connsiteX318" fmla="*/ 1177982 w 3253380"/>
                <a:gd name="connsiteY318" fmla="*/ 660816 h 3035870"/>
                <a:gd name="connsiteX319" fmla="*/ 1152396 w 3253380"/>
                <a:gd name="connsiteY319" fmla="*/ 661858 h 3035870"/>
                <a:gd name="connsiteX320" fmla="*/ 1107631 w 3253380"/>
                <a:gd name="connsiteY320" fmla="*/ 676882 h 3035870"/>
                <a:gd name="connsiteX321" fmla="*/ 1069271 w 3253380"/>
                <a:gd name="connsiteY321" fmla="*/ 654283 h 3035870"/>
                <a:gd name="connsiteX322" fmla="*/ 1038208 w 3253380"/>
                <a:gd name="connsiteY322" fmla="*/ 664337 h 3035870"/>
                <a:gd name="connsiteX323" fmla="*/ 1059739 w 3253380"/>
                <a:gd name="connsiteY323" fmla="*/ 744310 h 3035870"/>
                <a:gd name="connsiteX324" fmla="*/ 1120938 w 3253380"/>
                <a:gd name="connsiteY324" fmla="*/ 744729 h 3035870"/>
                <a:gd name="connsiteX325" fmla="*/ 1127204 w 3253380"/>
                <a:gd name="connsiteY325" fmla="*/ 742505 h 3035870"/>
                <a:gd name="connsiteX326" fmla="*/ 1165056 w 3253380"/>
                <a:gd name="connsiteY326" fmla="*/ 730074 h 3035870"/>
                <a:gd name="connsiteX327" fmla="*/ 1167534 w 3253380"/>
                <a:gd name="connsiteY327" fmla="*/ 786940 h 3035870"/>
                <a:gd name="connsiteX328" fmla="*/ 1184057 w 3253380"/>
                <a:gd name="connsiteY328" fmla="*/ 807721 h 3035870"/>
                <a:gd name="connsiteX329" fmla="*/ 1206936 w 3253380"/>
                <a:gd name="connsiteY329" fmla="*/ 802878 h 3035870"/>
                <a:gd name="connsiteX330" fmla="*/ 1231212 w 3253380"/>
                <a:gd name="connsiteY330" fmla="*/ 795417 h 3035870"/>
                <a:gd name="connsiteX331" fmla="*/ 1239385 w 3253380"/>
                <a:gd name="connsiteY331" fmla="*/ 783038 h 3035870"/>
                <a:gd name="connsiteX332" fmla="*/ 1245257 w 3253380"/>
                <a:gd name="connsiteY332" fmla="*/ 763171 h 3035870"/>
                <a:gd name="connsiteX333" fmla="*/ 1233119 w 3253380"/>
                <a:gd name="connsiteY333" fmla="*/ 746559 h 3035870"/>
                <a:gd name="connsiteX334" fmla="*/ 1220205 w 3253380"/>
                <a:gd name="connsiteY334" fmla="*/ 707348 h 3035870"/>
                <a:gd name="connsiteX335" fmla="*/ 1248168 w 3253380"/>
                <a:gd name="connsiteY335" fmla="*/ 695451 h 3035870"/>
                <a:gd name="connsiteX336" fmla="*/ 1258094 w 3253380"/>
                <a:gd name="connsiteY336" fmla="*/ 691550 h 3035870"/>
                <a:gd name="connsiteX337" fmla="*/ 1283146 w 3253380"/>
                <a:gd name="connsiteY337" fmla="*/ 680949 h 3035870"/>
                <a:gd name="connsiteX338" fmla="*/ 1308567 w 3253380"/>
                <a:gd name="connsiteY338" fmla="*/ 663829 h 3035870"/>
                <a:gd name="connsiteX339" fmla="*/ 1329449 w 3253380"/>
                <a:gd name="connsiteY339" fmla="*/ 626448 h 3035870"/>
                <a:gd name="connsiteX340" fmla="*/ 1359344 w 3253380"/>
                <a:gd name="connsiteY340" fmla="*/ 580183 h 3035870"/>
                <a:gd name="connsiteX341" fmla="*/ 1343545 w 3253380"/>
                <a:gd name="connsiteY341" fmla="*/ 557037 h 3035870"/>
                <a:gd name="connsiteX342" fmla="*/ 1345896 w 3253380"/>
                <a:gd name="connsiteY342" fmla="*/ 550377 h 3035870"/>
                <a:gd name="connsiteX343" fmla="*/ 1378129 w 3253380"/>
                <a:gd name="connsiteY343" fmla="*/ 543196 h 3035870"/>
                <a:gd name="connsiteX344" fmla="*/ 1418802 w 3253380"/>
                <a:gd name="connsiteY344" fmla="*/ 528554 h 3035870"/>
                <a:gd name="connsiteX345" fmla="*/ 1451149 w 3253380"/>
                <a:gd name="connsiteY345" fmla="*/ 539396 h 3035870"/>
                <a:gd name="connsiteX346" fmla="*/ 1474130 w 3253380"/>
                <a:gd name="connsiteY346" fmla="*/ 589715 h 3035870"/>
                <a:gd name="connsiteX347" fmla="*/ 1482099 w 3253380"/>
                <a:gd name="connsiteY347" fmla="*/ 577564 h 3035870"/>
                <a:gd name="connsiteX348" fmla="*/ 1512095 w 3253380"/>
                <a:gd name="connsiteY348" fmla="*/ 574171 h 3035870"/>
                <a:gd name="connsiteX349" fmla="*/ 1541595 w 3253380"/>
                <a:gd name="connsiteY349" fmla="*/ 568807 h 3035870"/>
                <a:gd name="connsiteX350" fmla="*/ 1546946 w 3253380"/>
                <a:gd name="connsiteY350" fmla="*/ 572862 h 3035870"/>
                <a:gd name="connsiteX351" fmla="*/ 1593402 w 3253380"/>
                <a:gd name="connsiteY351" fmla="*/ 584898 h 3035870"/>
                <a:gd name="connsiteX352" fmla="*/ 1609201 w 3253380"/>
                <a:gd name="connsiteY352" fmla="*/ 577437 h 3035870"/>
                <a:gd name="connsiteX353" fmla="*/ 1609595 w 3253380"/>
                <a:gd name="connsiteY353" fmla="*/ 544886 h 3035870"/>
                <a:gd name="connsiteX354" fmla="*/ 1649658 w 3253380"/>
                <a:gd name="connsiteY354" fmla="*/ 527092 h 3035870"/>
                <a:gd name="connsiteX355" fmla="*/ 1651348 w 3253380"/>
                <a:gd name="connsiteY355" fmla="*/ 515856 h 3035870"/>
                <a:gd name="connsiteX356" fmla="*/ 1646264 w 3253380"/>
                <a:gd name="connsiteY356" fmla="*/ 478730 h 3035870"/>
                <a:gd name="connsiteX357" fmla="*/ 1653178 w 3253380"/>
                <a:gd name="connsiteY357" fmla="*/ 459906 h 3035870"/>
                <a:gd name="connsiteX358" fmla="*/ 1628521 w 3253380"/>
                <a:gd name="connsiteY358" fmla="*/ 429846 h 3035870"/>
                <a:gd name="connsiteX359" fmla="*/ 1598232 w 3253380"/>
                <a:gd name="connsiteY359" fmla="*/ 427749 h 3035870"/>
                <a:gd name="connsiteX360" fmla="*/ 1602147 w 3253380"/>
                <a:gd name="connsiteY360" fmla="*/ 403053 h 3035870"/>
                <a:gd name="connsiteX361" fmla="*/ 1600723 w 3253380"/>
                <a:gd name="connsiteY361" fmla="*/ 400308 h 3035870"/>
                <a:gd name="connsiteX362" fmla="*/ 1583488 w 3253380"/>
                <a:gd name="connsiteY362" fmla="*/ 367757 h 3035870"/>
                <a:gd name="connsiteX363" fmla="*/ 1584009 w 3253380"/>
                <a:gd name="connsiteY363" fmla="*/ 344497 h 3035870"/>
                <a:gd name="connsiteX364" fmla="*/ 1543693 w 3253380"/>
                <a:gd name="connsiteY364" fmla="*/ 346595 h 3035870"/>
                <a:gd name="connsiteX365" fmla="*/ 1536638 w 3253380"/>
                <a:gd name="connsiteY365" fmla="*/ 331965 h 3035870"/>
                <a:gd name="connsiteX366" fmla="*/ 1496055 w 3253380"/>
                <a:gd name="connsiteY366" fmla="*/ 299020 h 3035870"/>
                <a:gd name="connsiteX367" fmla="*/ 1495534 w 3253380"/>
                <a:gd name="connsiteY367" fmla="*/ 281900 h 3035870"/>
                <a:gd name="connsiteX368" fmla="*/ 1491212 w 3253380"/>
                <a:gd name="connsiteY368" fmla="*/ 243070 h 3035870"/>
                <a:gd name="connsiteX369" fmla="*/ 1469821 w 3253380"/>
                <a:gd name="connsiteY369" fmla="*/ 218234 h 3035870"/>
                <a:gd name="connsiteX370" fmla="*/ 1461076 w 3253380"/>
                <a:gd name="connsiteY370" fmla="*/ 205702 h 3035870"/>
                <a:gd name="connsiteX371" fmla="*/ 1515730 w 3253380"/>
                <a:gd name="connsiteY371" fmla="*/ 193932 h 3035870"/>
                <a:gd name="connsiteX372" fmla="*/ 1527602 w 3253380"/>
                <a:gd name="connsiteY372" fmla="*/ 191454 h 3035870"/>
                <a:gd name="connsiteX373" fmla="*/ 1601727 w 3253380"/>
                <a:gd name="connsiteY373" fmla="*/ 187272 h 3035870"/>
                <a:gd name="connsiteX374" fmla="*/ 1604981 w 3253380"/>
                <a:gd name="connsiteY374" fmla="*/ 185823 h 3035870"/>
                <a:gd name="connsiteX375" fmla="*/ 1624568 w 3253380"/>
                <a:gd name="connsiteY375" fmla="*/ 174193 h 3035870"/>
                <a:gd name="connsiteX376" fmla="*/ 1652886 w 3253380"/>
                <a:gd name="connsiteY376" fmla="*/ 161483 h 3035870"/>
                <a:gd name="connsiteX377" fmla="*/ 1673222 w 3253380"/>
                <a:gd name="connsiteY377" fmla="*/ 152586 h 3035870"/>
                <a:gd name="connsiteX378" fmla="*/ 1781806 w 3253380"/>
                <a:gd name="connsiteY378" fmla="*/ 253632 h 3035870"/>
                <a:gd name="connsiteX379" fmla="*/ 1819631 w 3253380"/>
                <a:gd name="connsiteY379" fmla="*/ 258983 h 3035870"/>
                <a:gd name="connsiteX380" fmla="*/ 1841556 w 3253380"/>
                <a:gd name="connsiteY380" fmla="*/ 223166 h 3035870"/>
                <a:gd name="connsiteX381" fmla="*/ 1877069 w 3253380"/>
                <a:gd name="connsiteY381" fmla="*/ 263305 h 3035870"/>
                <a:gd name="connsiteX382" fmla="*/ 1905908 w 3253380"/>
                <a:gd name="connsiteY382" fmla="*/ 231135 h 3035870"/>
                <a:gd name="connsiteX383" fmla="*/ 1914119 w 3253380"/>
                <a:gd name="connsiteY383" fmla="*/ 227322 h 3035870"/>
                <a:gd name="connsiteX384" fmla="*/ 1917932 w 3253380"/>
                <a:gd name="connsiteY384" fmla="*/ 232152 h 3035870"/>
                <a:gd name="connsiteX385" fmla="*/ 1918453 w 3253380"/>
                <a:gd name="connsiteY385" fmla="*/ 239206 h 3035870"/>
                <a:gd name="connsiteX386" fmla="*/ 1936603 w 3253380"/>
                <a:gd name="connsiteY386" fmla="*/ 248879 h 3035870"/>
                <a:gd name="connsiteX387" fmla="*/ 1957740 w 3253380"/>
                <a:gd name="connsiteY387" fmla="*/ 236079 h 3035870"/>
                <a:gd name="connsiteX388" fmla="*/ 1963485 w 3253380"/>
                <a:gd name="connsiteY388" fmla="*/ 271490 h 3035870"/>
                <a:gd name="connsiteX389" fmla="*/ 1985919 w 3253380"/>
                <a:gd name="connsiteY389" fmla="*/ 328076 h 3035870"/>
                <a:gd name="connsiteX390" fmla="*/ 1985398 w 3253380"/>
                <a:gd name="connsiteY390" fmla="*/ 362851 h 3035870"/>
                <a:gd name="connsiteX391" fmla="*/ 2001857 w 3253380"/>
                <a:gd name="connsiteY391" fmla="*/ 378535 h 3035870"/>
                <a:gd name="connsiteX392" fmla="*/ 2023897 w 3253380"/>
                <a:gd name="connsiteY392" fmla="*/ 436824 h 3035870"/>
                <a:gd name="connsiteX393" fmla="*/ 2028587 w 3253380"/>
                <a:gd name="connsiteY393" fmla="*/ 433303 h 3035870"/>
                <a:gd name="connsiteX394" fmla="*/ 2072717 w 3253380"/>
                <a:gd name="connsiteY394" fmla="*/ 501939 h 3035870"/>
                <a:gd name="connsiteX395" fmla="*/ 2064620 w 3253380"/>
                <a:gd name="connsiteY395" fmla="*/ 533168 h 3035870"/>
                <a:gd name="connsiteX396" fmla="*/ 2075449 w 3253380"/>
                <a:gd name="connsiteY396" fmla="*/ 587669 h 3035870"/>
                <a:gd name="connsiteX397" fmla="*/ 2083800 w 3253380"/>
                <a:gd name="connsiteY397" fmla="*/ 644128 h 3035870"/>
                <a:gd name="connsiteX398" fmla="*/ 2058621 w 3253380"/>
                <a:gd name="connsiteY398" fmla="*/ 656838 h 3035870"/>
                <a:gd name="connsiteX399" fmla="*/ 2045441 w 3253380"/>
                <a:gd name="connsiteY399" fmla="*/ 679462 h 3035870"/>
                <a:gd name="connsiteX400" fmla="*/ 2061964 w 3253380"/>
                <a:gd name="connsiteY400" fmla="*/ 758786 h 3035870"/>
                <a:gd name="connsiteX401" fmla="*/ 2056880 w 3253380"/>
                <a:gd name="connsiteY401" fmla="*/ 786635 h 3035870"/>
                <a:gd name="connsiteX402" fmla="*/ 2070594 w 3253380"/>
                <a:gd name="connsiteY402" fmla="*/ 792240 h 3035870"/>
                <a:gd name="connsiteX403" fmla="*/ 2048555 w 3253380"/>
                <a:gd name="connsiteY403" fmla="*/ 878377 h 3035870"/>
                <a:gd name="connsiteX404" fmla="*/ 2097870 w 3253380"/>
                <a:gd name="connsiteY404" fmla="*/ 937187 h 3035870"/>
                <a:gd name="connsiteX405" fmla="*/ 2117571 w 3253380"/>
                <a:gd name="connsiteY405" fmla="*/ 1008440 h 3035870"/>
                <a:gd name="connsiteX406" fmla="*/ 2153859 w 3253380"/>
                <a:gd name="connsiteY406" fmla="*/ 996416 h 3035870"/>
                <a:gd name="connsiteX407" fmla="*/ 2197963 w 3253380"/>
                <a:gd name="connsiteY407" fmla="*/ 1009864 h 3035870"/>
                <a:gd name="connsiteX408" fmla="*/ 2221972 w 3253380"/>
                <a:gd name="connsiteY408" fmla="*/ 1006051 h 3035870"/>
                <a:gd name="connsiteX409" fmla="*/ 2221464 w 3253380"/>
                <a:gd name="connsiteY409" fmla="*/ 1082248 h 3035870"/>
                <a:gd name="connsiteX410" fmla="*/ 2208004 w 3253380"/>
                <a:gd name="connsiteY410" fmla="*/ 1115295 h 3035870"/>
                <a:gd name="connsiteX411" fmla="*/ 2146283 w 3253380"/>
                <a:gd name="connsiteY411" fmla="*/ 1221692 h 3035870"/>
                <a:gd name="connsiteX412" fmla="*/ 2060019 w 3253380"/>
                <a:gd name="connsiteY412" fmla="*/ 1253328 h 3035870"/>
                <a:gd name="connsiteX413" fmla="*/ 2048681 w 3253380"/>
                <a:gd name="connsiteY413" fmla="*/ 1281557 h 3035870"/>
                <a:gd name="connsiteX414" fmla="*/ 2081309 w 3253380"/>
                <a:gd name="connsiteY414" fmla="*/ 1305859 h 3035870"/>
                <a:gd name="connsiteX415" fmla="*/ 2061061 w 3253380"/>
                <a:gd name="connsiteY415" fmla="*/ 1356306 h 3035870"/>
                <a:gd name="connsiteX416" fmla="*/ 2031701 w 3253380"/>
                <a:gd name="connsiteY416" fmla="*/ 1369652 h 3035870"/>
                <a:gd name="connsiteX417" fmla="*/ 2055202 w 3253380"/>
                <a:gd name="connsiteY417" fmla="*/ 1482772 h 3035870"/>
                <a:gd name="connsiteX418" fmla="*/ 2114177 w 3253380"/>
                <a:gd name="connsiteY418" fmla="*/ 1532838 h 3035870"/>
                <a:gd name="connsiteX419" fmla="*/ 2163518 w 3253380"/>
                <a:gd name="connsiteY419" fmla="*/ 1574680 h 3035870"/>
                <a:gd name="connsiteX420" fmla="*/ 2221591 w 3253380"/>
                <a:gd name="connsiteY420" fmla="*/ 1623817 h 3035870"/>
                <a:gd name="connsiteX421" fmla="*/ 2226942 w 3253380"/>
                <a:gd name="connsiteY421" fmla="*/ 1639756 h 3035870"/>
                <a:gd name="connsiteX422" fmla="*/ 2228112 w 3253380"/>
                <a:gd name="connsiteY422" fmla="*/ 1647382 h 3035870"/>
                <a:gd name="connsiteX423" fmla="*/ 2244813 w 3253380"/>
                <a:gd name="connsiteY423" fmla="*/ 1660448 h 3035870"/>
                <a:gd name="connsiteX424" fmla="*/ 2291154 w 3253380"/>
                <a:gd name="connsiteY424" fmla="*/ 1697041 h 3035870"/>
                <a:gd name="connsiteX425" fmla="*/ 2364607 w 3253380"/>
                <a:gd name="connsiteY425" fmla="*/ 1654436 h 3035870"/>
                <a:gd name="connsiteX426" fmla="*/ 2418383 w 3253380"/>
                <a:gd name="connsiteY426" fmla="*/ 1659800 h 3035870"/>
                <a:gd name="connsiteX427" fmla="*/ 2462094 w 3253380"/>
                <a:gd name="connsiteY427" fmla="*/ 1661490 h 3035870"/>
                <a:gd name="connsiteX428" fmla="*/ 2504508 w 3253380"/>
                <a:gd name="connsiteY428" fmla="*/ 1661490 h 3035870"/>
                <a:gd name="connsiteX429" fmla="*/ 2531911 w 3253380"/>
                <a:gd name="connsiteY429" fmla="*/ 1698617 h 3035870"/>
                <a:gd name="connsiteX430" fmla="*/ 2571986 w 3253380"/>
                <a:gd name="connsiteY430" fmla="*/ 1708544 h 3035870"/>
                <a:gd name="connsiteX431" fmla="*/ 2622484 w 3253380"/>
                <a:gd name="connsiteY431" fmla="*/ 1753118 h 3035870"/>
                <a:gd name="connsiteX432" fmla="*/ 2665699 w 3253380"/>
                <a:gd name="connsiteY432" fmla="*/ 1732197 h 3035870"/>
                <a:gd name="connsiteX433" fmla="*/ 2711227 w 3253380"/>
                <a:gd name="connsiteY433" fmla="*/ 1707679 h 3035870"/>
                <a:gd name="connsiteX434" fmla="*/ 2777256 w 3253380"/>
                <a:gd name="connsiteY434" fmla="*/ 1734587 h 3035870"/>
                <a:gd name="connsiteX435" fmla="*/ 2811968 w 3253380"/>
                <a:gd name="connsiteY435" fmla="*/ 1708709 h 3035870"/>
                <a:gd name="connsiteX436" fmla="*/ 2899007 w 3253380"/>
                <a:gd name="connsiteY436" fmla="*/ 1751059 h 3035870"/>
                <a:gd name="connsiteX437" fmla="*/ 2979399 w 3253380"/>
                <a:gd name="connsiteY437" fmla="*/ 1690050 h 3035870"/>
                <a:gd name="connsiteX438" fmla="*/ 3076747 w 3253380"/>
                <a:gd name="connsiteY438" fmla="*/ 1650966 h 3035870"/>
                <a:gd name="connsiteX439" fmla="*/ 3117076 w 3253380"/>
                <a:gd name="connsiteY439" fmla="*/ 1682323 h 3035870"/>
                <a:gd name="connsiteX440" fmla="*/ 3133777 w 3253380"/>
                <a:gd name="connsiteY440" fmla="*/ 1717237 h 3035870"/>
                <a:gd name="connsiteX441" fmla="*/ 3175924 w 3253380"/>
                <a:gd name="connsiteY441" fmla="*/ 1693444 h 3035870"/>
                <a:gd name="connsiteX442" fmla="*/ 3236095 w 3253380"/>
                <a:gd name="connsiteY442" fmla="*/ 1701934 h 3035870"/>
                <a:gd name="connsiteX443" fmla="*/ 3240009 w 3253380"/>
                <a:gd name="connsiteY443" fmla="*/ 1722207 h 3035870"/>
                <a:gd name="connsiteX444" fmla="*/ 3221605 w 3253380"/>
                <a:gd name="connsiteY444" fmla="*/ 1755533 h 3035870"/>
                <a:gd name="connsiteX445" fmla="*/ 3253380 w 3253380"/>
                <a:gd name="connsiteY445" fmla="*/ 1878924 h 3035870"/>
                <a:gd name="connsiteX446" fmla="*/ 3250381 w 3253380"/>
                <a:gd name="connsiteY446" fmla="*/ 1945309 h 3035870"/>
                <a:gd name="connsiteX447" fmla="*/ 3201574 w 3253380"/>
                <a:gd name="connsiteY447" fmla="*/ 1953406 h 3035870"/>
                <a:gd name="connsiteX448" fmla="*/ 3144162 w 3253380"/>
                <a:gd name="connsiteY448" fmla="*/ 1933285 h 3035870"/>
                <a:gd name="connsiteX449" fmla="*/ 3143755 w 3253380"/>
                <a:gd name="connsiteY449" fmla="*/ 1987939 h 3035870"/>
                <a:gd name="connsiteX450" fmla="*/ 3174818 w 3253380"/>
                <a:gd name="connsiteY450" fmla="*/ 2045580 h 3035870"/>
                <a:gd name="connsiteX451" fmla="*/ 3127587 w 3253380"/>
                <a:gd name="connsiteY451" fmla="*/ 2069234 h 3035870"/>
                <a:gd name="connsiteX452" fmla="*/ 3087906 w 3253380"/>
                <a:gd name="connsiteY452" fmla="*/ 2110262 h 3035870"/>
                <a:gd name="connsiteX453" fmla="*/ 3075641 w 3253380"/>
                <a:gd name="connsiteY453" fmla="*/ 2263713 h 3035870"/>
                <a:gd name="connsiteX454" fmla="*/ 3033481 w 3253380"/>
                <a:gd name="connsiteY454" fmla="*/ 2318748 h 3035870"/>
                <a:gd name="connsiteX455" fmla="*/ 2969816 w 3253380"/>
                <a:gd name="connsiteY455" fmla="*/ 2354425 h 3035870"/>
                <a:gd name="connsiteX456" fmla="*/ 2907536 w 3253380"/>
                <a:gd name="connsiteY456" fmla="*/ 2393763 h 3035870"/>
                <a:gd name="connsiteX457" fmla="*/ 2857025 w 3253380"/>
                <a:gd name="connsiteY457" fmla="*/ 2420811 h 3035870"/>
                <a:gd name="connsiteX458" fmla="*/ 2815654 w 3253380"/>
                <a:gd name="connsiteY458" fmla="*/ 2430356 h 3035870"/>
                <a:gd name="connsiteX459" fmla="*/ 2707210 w 3253380"/>
                <a:gd name="connsiteY459" fmla="*/ 2447362 h 3035870"/>
                <a:gd name="connsiteX460" fmla="*/ 2686200 w 3253380"/>
                <a:gd name="connsiteY460" fmla="*/ 2420175 h 3035870"/>
                <a:gd name="connsiteX461" fmla="*/ 2590543 w 3253380"/>
                <a:gd name="connsiteY461" fmla="*/ 2406308 h 3035870"/>
                <a:gd name="connsiteX462" fmla="*/ 2567970 w 3253380"/>
                <a:gd name="connsiteY462" fmla="*/ 2376109 h 3035870"/>
                <a:gd name="connsiteX463" fmla="*/ 2477282 w 3253380"/>
                <a:gd name="connsiteY463" fmla="*/ 2351807 h 3035870"/>
                <a:gd name="connsiteX464" fmla="*/ 2452853 w 3253380"/>
                <a:gd name="connsiteY464" fmla="*/ 2360310 h 3035870"/>
                <a:gd name="connsiteX465" fmla="*/ 2371292 w 3253380"/>
                <a:gd name="connsiteY465" fmla="*/ 2320833 h 3035870"/>
                <a:gd name="connsiteX466" fmla="*/ 2322104 w 3253380"/>
                <a:gd name="connsiteY466" fmla="*/ 2342529 h 3035870"/>
                <a:gd name="connsiteX467" fmla="*/ 2302276 w 3253380"/>
                <a:gd name="connsiteY467" fmla="*/ 2369716 h 3035870"/>
                <a:gd name="connsiteX468" fmla="*/ 2269229 w 3253380"/>
                <a:gd name="connsiteY468" fmla="*/ 2381473 h 3035870"/>
                <a:gd name="connsiteX469" fmla="*/ 2251346 w 3253380"/>
                <a:gd name="connsiteY469" fmla="*/ 2400297 h 3035870"/>
                <a:gd name="connsiteX470" fmla="*/ 2276665 w 3253380"/>
                <a:gd name="connsiteY470" fmla="*/ 2447324 h 3035870"/>
                <a:gd name="connsiteX471" fmla="*/ 2261921 w 3253380"/>
                <a:gd name="connsiteY471" fmla="*/ 2478820 h 3035870"/>
                <a:gd name="connsiteX472" fmla="*/ 2208678 w 3253380"/>
                <a:gd name="connsiteY472" fmla="*/ 2497377 h 3035870"/>
                <a:gd name="connsiteX473" fmla="*/ 2184262 w 3253380"/>
                <a:gd name="connsiteY473" fmla="*/ 2532965 h 3035870"/>
                <a:gd name="connsiteX474" fmla="*/ 2080127 w 3253380"/>
                <a:gd name="connsiteY474" fmla="*/ 2583692 h 3035870"/>
                <a:gd name="connsiteX475" fmla="*/ 2007056 w 3253380"/>
                <a:gd name="connsiteY475" fmla="*/ 2584734 h 3035870"/>
                <a:gd name="connsiteX476" fmla="*/ 1853453 w 3253380"/>
                <a:gd name="connsiteY476" fmla="*/ 2700283 h 3035870"/>
                <a:gd name="connsiteX477" fmla="*/ 1807264 w 3253380"/>
                <a:gd name="connsiteY477" fmla="*/ 2735973 h 3035870"/>
                <a:gd name="connsiteX478" fmla="*/ 1788860 w 3253380"/>
                <a:gd name="connsiteY478" fmla="*/ 2748683 h 3035870"/>
                <a:gd name="connsiteX479" fmla="*/ 1723211 w 3253380"/>
                <a:gd name="connsiteY479" fmla="*/ 2770507 h 3035870"/>
                <a:gd name="connsiteX480" fmla="*/ 1696596 w 3253380"/>
                <a:gd name="connsiteY480" fmla="*/ 2738236 h 3035870"/>
                <a:gd name="connsiteX481" fmla="*/ 1560356 w 3253380"/>
                <a:gd name="connsiteY481" fmla="*/ 2684370 h 3035870"/>
                <a:gd name="connsiteX482" fmla="*/ 1528491 w 3253380"/>
                <a:gd name="connsiteY482" fmla="*/ 2711430 h 3035870"/>
                <a:gd name="connsiteX483" fmla="*/ 1505930 w 3253380"/>
                <a:gd name="connsiteY483" fmla="*/ 2772222 h 3035870"/>
                <a:gd name="connsiteX484" fmla="*/ 1472884 w 3253380"/>
                <a:gd name="connsiteY484" fmla="*/ 2777180 h 3035870"/>
                <a:gd name="connsiteX485" fmla="*/ 1424738 w 3253380"/>
                <a:gd name="connsiteY485" fmla="*/ 2772222 h 3035870"/>
                <a:gd name="connsiteX486" fmla="*/ 1371101 w 3253380"/>
                <a:gd name="connsiteY486" fmla="*/ 2790017 h 3035870"/>
                <a:gd name="connsiteX487" fmla="*/ 1354793 w 3253380"/>
                <a:gd name="connsiteY487" fmla="*/ 2828592 h 3035870"/>
                <a:gd name="connsiteX488" fmla="*/ 1415078 w 3253380"/>
                <a:gd name="connsiteY488" fmla="*/ 2851839 h 3035870"/>
                <a:gd name="connsiteX489" fmla="*/ 1380099 w 3253380"/>
                <a:gd name="connsiteY489" fmla="*/ 2886347 h 3035870"/>
                <a:gd name="connsiteX490" fmla="*/ 1316409 w 3253380"/>
                <a:gd name="connsiteY490" fmla="*/ 2890669 h 3035870"/>
                <a:gd name="connsiteX491" fmla="*/ 1299580 w 3253380"/>
                <a:gd name="connsiteY491" fmla="*/ 2908819 h 3035870"/>
                <a:gd name="connsiteX492" fmla="*/ 1273995 w 3253380"/>
                <a:gd name="connsiteY492" fmla="*/ 2906340 h 3035870"/>
                <a:gd name="connsiteX493" fmla="*/ 1258476 w 3253380"/>
                <a:gd name="connsiteY493" fmla="*/ 2862948 h 3035870"/>
                <a:gd name="connsiteX494" fmla="*/ 1214625 w 3253380"/>
                <a:gd name="connsiteY494" fmla="*/ 2888572 h 3035870"/>
                <a:gd name="connsiteX495" fmla="*/ 1174563 w 3253380"/>
                <a:gd name="connsiteY495" fmla="*/ 2860470 h 3035870"/>
                <a:gd name="connsiteX496" fmla="*/ 1094692 w 3253380"/>
                <a:gd name="connsiteY496" fmla="*/ 2896541 h 3035870"/>
                <a:gd name="connsiteX497" fmla="*/ 1058544 w 3253380"/>
                <a:gd name="connsiteY497" fmla="*/ 2922686 h 3035870"/>
                <a:gd name="connsiteX498" fmla="*/ 1011694 w 3253380"/>
                <a:gd name="connsiteY498" fmla="*/ 2959545 h 3035870"/>
                <a:gd name="connsiteX499" fmla="*/ 927400 w 3253380"/>
                <a:gd name="connsiteY499" fmla="*/ 2988550 h 3035870"/>
                <a:gd name="connsiteX500" fmla="*/ 908335 w 3253380"/>
                <a:gd name="connsiteY500" fmla="*/ 2976653 h 3035870"/>
                <a:gd name="connsiteX501" fmla="*/ 916304 w 3253380"/>
                <a:gd name="connsiteY501" fmla="*/ 2892486 h 3035870"/>
                <a:gd name="connsiteX502" fmla="*/ 811127 w 3253380"/>
                <a:gd name="connsiteY502" fmla="*/ 2943200 h 3035870"/>
                <a:gd name="connsiteX503" fmla="*/ 811903 w 3253380"/>
                <a:gd name="connsiteY503" fmla="*/ 3001896 h 3035870"/>
                <a:gd name="connsiteX504" fmla="*/ 792329 w 3253380"/>
                <a:gd name="connsiteY504" fmla="*/ 3025816 h 3035870"/>
                <a:gd name="connsiteX505" fmla="*/ 723046 w 3253380"/>
                <a:gd name="connsiteY505" fmla="*/ 3035870 h 3035870"/>
                <a:gd name="connsiteX506" fmla="*/ 710246 w 3253380"/>
                <a:gd name="connsiteY506" fmla="*/ 2970527 h 3035870"/>
                <a:gd name="connsiteX507" fmla="*/ 704234 w 3253380"/>
                <a:gd name="connsiteY507" fmla="*/ 2939806 h 3035870"/>
                <a:gd name="connsiteX508" fmla="*/ 699532 w 3253380"/>
                <a:gd name="connsiteY508" fmla="*/ 2915657 h 3035870"/>
                <a:gd name="connsiteX509" fmla="*/ 669917 w 3253380"/>
                <a:gd name="connsiteY509" fmla="*/ 2881162 h 3035870"/>
                <a:gd name="connsiteX510" fmla="*/ 706192 w 3253380"/>
                <a:gd name="connsiteY510" fmla="*/ 2777243 h 3035870"/>
                <a:gd name="connsiteX511" fmla="*/ 673565 w 3253380"/>
                <a:gd name="connsiteY511" fmla="*/ 2700524 h 3035870"/>
                <a:gd name="connsiteX512" fmla="*/ 729820 w 3253380"/>
                <a:gd name="connsiteY512" fmla="*/ 2693191 h 3035870"/>
                <a:gd name="connsiteX513" fmla="*/ 750309 w 3253380"/>
                <a:gd name="connsiteY513" fmla="*/ 2657780 h 3035870"/>
                <a:gd name="connsiteX514" fmla="*/ 736595 w 3253380"/>
                <a:gd name="connsiteY514" fmla="*/ 2577922 h 3035870"/>
                <a:gd name="connsiteX515" fmla="*/ 733468 w 3253380"/>
                <a:gd name="connsiteY515" fmla="*/ 2559365 h 3035870"/>
                <a:gd name="connsiteX516" fmla="*/ 766629 w 3253380"/>
                <a:gd name="connsiteY516" fmla="*/ 2494543 h 3035870"/>
                <a:gd name="connsiteX517" fmla="*/ 785275 w 3253380"/>
                <a:gd name="connsiteY517" fmla="*/ 2458065 h 3035870"/>
                <a:gd name="connsiteX518" fmla="*/ 779009 w 3253380"/>
                <a:gd name="connsiteY518" fmla="*/ 2434678 h 3035870"/>
                <a:gd name="connsiteX519" fmla="*/ 760096 w 3253380"/>
                <a:gd name="connsiteY519" fmla="*/ 2364085 h 3035870"/>
                <a:gd name="connsiteX520" fmla="*/ 809666 w 3253380"/>
                <a:gd name="connsiteY520" fmla="*/ 2335729 h 3035870"/>
                <a:gd name="connsiteX521" fmla="*/ 851673 w 3253380"/>
                <a:gd name="connsiteY521" fmla="*/ 2269864 h 3035870"/>
                <a:gd name="connsiteX522" fmla="*/ 888532 w 3253380"/>
                <a:gd name="connsiteY522" fmla="*/ 2283973 h 3035870"/>
                <a:gd name="connsiteX523" fmla="*/ 932649 w 3253380"/>
                <a:gd name="connsiteY523" fmla="*/ 2246986 h 3035870"/>
                <a:gd name="connsiteX524" fmla="*/ 917499 w 3253380"/>
                <a:gd name="connsiteY524" fmla="*/ 2113402 h 3035870"/>
                <a:gd name="connsiteX525" fmla="*/ 951295 w 3253380"/>
                <a:gd name="connsiteY525" fmla="*/ 2098366 h 3035870"/>
                <a:gd name="connsiteX526" fmla="*/ 952350 w 3253380"/>
                <a:gd name="connsiteY526" fmla="*/ 2057985 h 3035870"/>
                <a:gd name="connsiteX527" fmla="*/ 983656 w 3253380"/>
                <a:gd name="connsiteY527" fmla="*/ 2057858 h 3035870"/>
                <a:gd name="connsiteX528" fmla="*/ 998793 w 3253380"/>
                <a:gd name="connsiteY528" fmla="*/ 2083075 h 3035870"/>
                <a:gd name="connsiteX529" fmla="*/ 1049050 w 3253380"/>
                <a:gd name="connsiteY529" fmla="*/ 2055507 h 3035870"/>
                <a:gd name="connsiteX530" fmla="*/ 1047232 w 3253380"/>
                <a:gd name="connsiteY530" fmla="*/ 1999162 h 3035870"/>
                <a:gd name="connsiteX531" fmla="*/ 1055049 w 3253380"/>
                <a:gd name="connsiteY531" fmla="*/ 1953939 h 3035870"/>
                <a:gd name="connsiteX532" fmla="*/ 992413 w 3253380"/>
                <a:gd name="connsiteY532" fmla="*/ 1930540 h 3035870"/>
                <a:gd name="connsiteX533" fmla="*/ 984787 w 3253380"/>
                <a:gd name="connsiteY533" fmla="*/ 1927680 h 3035870"/>
                <a:gd name="connsiteX534" fmla="*/ 992222 w 3253380"/>
                <a:gd name="connsiteY534" fmla="*/ 1888279 h 3035870"/>
                <a:gd name="connsiteX535" fmla="*/ 890706 w 3253380"/>
                <a:gd name="connsiteY535" fmla="*/ 1857431 h 3035870"/>
                <a:gd name="connsiteX536" fmla="*/ 899450 w 3253380"/>
                <a:gd name="connsiteY536" fmla="*/ 1778094 h 3035870"/>
                <a:gd name="connsiteX537" fmla="*/ 882215 w 3253380"/>
                <a:gd name="connsiteY537" fmla="*/ 1729083 h 3035870"/>
                <a:gd name="connsiteX538" fmla="*/ 871780 w 3253380"/>
                <a:gd name="connsiteY538" fmla="*/ 1709866 h 3035870"/>
                <a:gd name="connsiteX539" fmla="*/ 898141 w 3253380"/>
                <a:gd name="connsiteY539" fmla="*/ 1659546 h 3035870"/>
                <a:gd name="connsiteX540" fmla="*/ 895930 w 3253380"/>
                <a:gd name="connsiteY540" fmla="*/ 1645044 h 3035870"/>
                <a:gd name="connsiteX541" fmla="*/ 931671 w 3253380"/>
                <a:gd name="connsiteY541" fmla="*/ 1581391 h 3035870"/>
                <a:gd name="connsiteX542" fmla="*/ 931938 w 3253380"/>
                <a:gd name="connsiteY542" fmla="*/ 1551331 h 3035870"/>
                <a:gd name="connsiteX543" fmla="*/ 952020 w 3253380"/>
                <a:gd name="connsiteY543" fmla="*/ 1521793 h 3035870"/>
                <a:gd name="connsiteX544" fmla="*/ 895790 w 3253380"/>
                <a:gd name="connsiteY544" fmla="*/ 1470952 h 3035870"/>
                <a:gd name="connsiteX545" fmla="*/ 924883 w 3253380"/>
                <a:gd name="connsiteY545" fmla="*/ 1439723 h 3035870"/>
                <a:gd name="connsiteX546" fmla="*/ 969255 w 3253380"/>
                <a:gd name="connsiteY546" fmla="*/ 1478667 h 3035870"/>
                <a:gd name="connsiteX547" fmla="*/ 1012470 w 3253380"/>
                <a:gd name="connsiteY547" fmla="*/ 1438147 h 3035870"/>
                <a:gd name="connsiteX548" fmla="*/ 1003191 w 3253380"/>
                <a:gd name="connsiteY548" fmla="*/ 1377367 h 3035870"/>
                <a:gd name="connsiteX549" fmla="*/ 1000649 w 3253380"/>
                <a:gd name="connsiteY549" fmla="*/ 1360653 h 3035870"/>
                <a:gd name="connsiteX550" fmla="*/ 977021 w 3253380"/>
                <a:gd name="connsiteY550" fmla="*/ 1364466 h 3035870"/>
                <a:gd name="connsiteX551" fmla="*/ 962925 w 3253380"/>
                <a:gd name="connsiteY551" fmla="*/ 1343812 h 3035870"/>
                <a:gd name="connsiteX552" fmla="*/ 853172 w 3253380"/>
                <a:gd name="connsiteY552" fmla="*/ 1359064 h 3035870"/>
                <a:gd name="connsiteX553" fmla="*/ 803717 w 3253380"/>
                <a:gd name="connsiteY553" fmla="*/ 1332932 h 3035870"/>
                <a:gd name="connsiteX554" fmla="*/ 768611 w 3253380"/>
                <a:gd name="connsiteY554" fmla="*/ 1333580 h 3035870"/>
                <a:gd name="connsiteX555" fmla="*/ 749686 w 3253380"/>
                <a:gd name="connsiteY555" fmla="*/ 1316193 h 3035870"/>
                <a:gd name="connsiteX556" fmla="*/ 736124 w 3253380"/>
                <a:gd name="connsiteY556" fmla="*/ 1320120 h 3035870"/>
                <a:gd name="connsiteX557" fmla="*/ 723414 w 3253380"/>
                <a:gd name="connsiteY557" fmla="*/ 1335537 h 3035870"/>
                <a:gd name="connsiteX558" fmla="*/ 678255 w 3253380"/>
                <a:gd name="connsiteY558" fmla="*/ 1330568 h 3035870"/>
                <a:gd name="connsiteX559" fmla="*/ 662469 w 3253380"/>
                <a:gd name="connsiteY559" fmla="*/ 1326386 h 3035870"/>
                <a:gd name="connsiteX560" fmla="*/ 694244 w 3253380"/>
                <a:gd name="connsiteY560" fmla="*/ 1289921 h 3035870"/>
                <a:gd name="connsiteX561" fmla="*/ 698172 w 3253380"/>
                <a:gd name="connsiteY561" fmla="*/ 1262988 h 3035870"/>
                <a:gd name="connsiteX562" fmla="*/ 710437 w 3253380"/>
                <a:gd name="connsiteY562" fmla="*/ 1246922 h 3035870"/>
                <a:gd name="connsiteX563" fmla="*/ 695833 w 3253380"/>
                <a:gd name="connsiteY563" fmla="*/ 1213062 h 3035870"/>
                <a:gd name="connsiteX564" fmla="*/ 703917 w 3253380"/>
                <a:gd name="connsiteY564" fmla="*/ 1181439 h 3035870"/>
                <a:gd name="connsiteX565" fmla="*/ 692477 w 3253380"/>
                <a:gd name="connsiteY565" fmla="*/ 1144579 h 3035870"/>
                <a:gd name="connsiteX566" fmla="*/ 675369 w 3253380"/>
                <a:gd name="connsiteY566" fmla="*/ 1145100 h 3035870"/>
                <a:gd name="connsiteX567" fmla="*/ 676170 w 3253380"/>
                <a:gd name="connsiteY567" fmla="*/ 1137131 h 3035870"/>
                <a:gd name="connsiteX568" fmla="*/ 734230 w 3253380"/>
                <a:gd name="connsiteY568" fmla="*/ 1105356 h 3035870"/>
                <a:gd name="connsiteX569" fmla="*/ 750665 w 3253380"/>
                <a:gd name="connsiteY569" fmla="*/ 1087561 h 3035870"/>
                <a:gd name="connsiteX570" fmla="*/ 747805 w 3253380"/>
                <a:gd name="connsiteY570" fmla="*/ 1057375 h 3035870"/>
                <a:gd name="connsiteX571" fmla="*/ 734751 w 3253380"/>
                <a:gd name="connsiteY571" fmla="*/ 1047715 h 3035870"/>
                <a:gd name="connsiteX572" fmla="*/ 719754 w 3253380"/>
                <a:gd name="connsiteY572" fmla="*/ 1016206 h 3035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Lst>
              <a:rect l="l" t="t" r="r" b="b"/>
              <a:pathLst>
                <a:path w="3253380" h="3035870">
                  <a:moveTo>
                    <a:pt x="1706574" y="546768"/>
                  </a:moveTo>
                  <a:lnTo>
                    <a:pt x="1688564" y="534998"/>
                  </a:lnTo>
                  <a:lnTo>
                    <a:pt x="1663651" y="542967"/>
                  </a:lnTo>
                  <a:lnTo>
                    <a:pt x="1653483" y="570015"/>
                  </a:lnTo>
                  <a:lnTo>
                    <a:pt x="1685589" y="573561"/>
                  </a:lnTo>
                  <a:close/>
                  <a:moveTo>
                    <a:pt x="513670" y="1285230"/>
                  </a:moveTo>
                  <a:lnTo>
                    <a:pt x="557254" y="1276219"/>
                  </a:lnTo>
                  <a:lnTo>
                    <a:pt x="561829" y="1301957"/>
                  </a:lnTo>
                  <a:lnTo>
                    <a:pt x="532062" y="1323005"/>
                  </a:lnTo>
                  <a:lnTo>
                    <a:pt x="521500" y="1319472"/>
                  </a:lnTo>
                  <a:close/>
                  <a:moveTo>
                    <a:pt x="757846" y="1233118"/>
                  </a:moveTo>
                  <a:lnTo>
                    <a:pt x="759397" y="1214562"/>
                  </a:lnTo>
                  <a:lnTo>
                    <a:pt x="749483" y="1208677"/>
                  </a:lnTo>
                  <a:lnTo>
                    <a:pt x="723643" y="1230907"/>
                  </a:lnTo>
                  <a:lnTo>
                    <a:pt x="721685" y="1245015"/>
                  </a:lnTo>
                  <a:lnTo>
                    <a:pt x="725854" y="1254828"/>
                  </a:lnTo>
                  <a:lnTo>
                    <a:pt x="757719" y="1239918"/>
                  </a:lnTo>
                  <a:close/>
                  <a:moveTo>
                    <a:pt x="449331" y="1338207"/>
                  </a:moveTo>
                  <a:lnTo>
                    <a:pt x="465855" y="1315468"/>
                  </a:lnTo>
                  <a:lnTo>
                    <a:pt x="485708" y="1326437"/>
                  </a:lnTo>
                  <a:lnTo>
                    <a:pt x="462740" y="1349315"/>
                  </a:lnTo>
                  <a:close/>
                  <a:moveTo>
                    <a:pt x="2090117" y="1946377"/>
                  </a:moveTo>
                  <a:lnTo>
                    <a:pt x="2105509" y="1945322"/>
                  </a:lnTo>
                  <a:lnTo>
                    <a:pt x="2113605" y="1949135"/>
                  </a:lnTo>
                  <a:lnTo>
                    <a:pt x="2115957" y="1955287"/>
                  </a:lnTo>
                  <a:lnTo>
                    <a:pt x="2157456" y="1957257"/>
                  </a:lnTo>
                  <a:lnTo>
                    <a:pt x="2199742" y="1926753"/>
                  </a:lnTo>
                  <a:lnTo>
                    <a:pt x="2208741" y="1911589"/>
                  </a:lnTo>
                  <a:lnTo>
                    <a:pt x="2223612" y="1899298"/>
                  </a:lnTo>
                  <a:lnTo>
                    <a:pt x="2255070" y="1885965"/>
                  </a:lnTo>
                  <a:lnTo>
                    <a:pt x="2293569" y="1860863"/>
                  </a:lnTo>
                  <a:lnTo>
                    <a:pt x="2302187" y="1850936"/>
                  </a:lnTo>
                  <a:lnTo>
                    <a:pt x="2349037" y="1824664"/>
                  </a:lnTo>
                  <a:lnTo>
                    <a:pt x="2371343" y="1808725"/>
                  </a:lnTo>
                  <a:lnTo>
                    <a:pt x="2399661" y="1799701"/>
                  </a:lnTo>
                  <a:lnTo>
                    <a:pt x="2417672" y="1803095"/>
                  </a:lnTo>
                  <a:lnTo>
                    <a:pt x="2422362" y="1800756"/>
                  </a:lnTo>
                  <a:lnTo>
                    <a:pt x="2420023" y="1794210"/>
                  </a:lnTo>
                  <a:lnTo>
                    <a:pt x="2423404" y="1787855"/>
                  </a:lnTo>
                  <a:lnTo>
                    <a:pt x="2420862" y="1770468"/>
                  </a:lnTo>
                  <a:lnTo>
                    <a:pt x="2407147" y="1758584"/>
                  </a:lnTo>
                  <a:lnTo>
                    <a:pt x="2390052" y="1762765"/>
                  </a:lnTo>
                  <a:lnTo>
                    <a:pt x="2355087" y="1749178"/>
                  </a:lnTo>
                  <a:lnTo>
                    <a:pt x="2335246" y="1758317"/>
                  </a:lnTo>
                  <a:lnTo>
                    <a:pt x="2317109" y="1758317"/>
                  </a:lnTo>
                  <a:lnTo>
                    <a:pt x="2281622" y="1778653"/>
                  </a:lnTo>
                  <a:lnTo>
                    <a:pt x="2267780" y="1791363"/>
                  </a:lnTo>
                  <a:lnTo>
                    <a:pt x="2265429" y="1801951"/>
                  </a:lnTo>
                  <a:lnTo>
                    <a:pt x="2255388" y="1810848"/>
                  </a:lnTo>
                  <a:lnTo>
                    <a:pt x="2242970" y="1814382"/>
                  </a:lnTo>
                  <a:lnTo>
                    <a:pt x="2209923" y="1845102"/>
                  </a:lnTo>
                  <a:lnTo>
                    <a:pt x="2197531" y="1853465"/>
                  </a:lnTo>
                  <a:lnTo>
                    <a:pt x="2188634" y="1866175"/>
                  </a:lnTo>
                  <a:lnTo>
                    <a:pt x="2161091" y="1887999"/>
                  </a:lnTo>
                  <a:lnTo>
                    <a:pt x="2140221" y="1904344"/>
                  </a:lnTo>
                  <a:lnTo>
                    <a:pt x="2120647" y="1911805"/>
                  </a:lnTo>
                  <a:lnTo>
                    <a:pt x="2110987" y="1924210"/>
                  </a:lnTo>
                  <a:lnTo>
                    <a:pt x="2087359" y="1939374"/>
                  </a:lnTo>
                  <a:lnTo>
                    <a:pt x="2086456" y="1943949"/>
                  </a:lnTo>
                  <a:close/>
                  <a:moveTo>
                    <a:pt x="1761253" y="2023477"/>
                  </a:moveTo>
                  <a:lnTo>
                    <a:pt x="1796371" y="2034204"/>
                  </a:lnTo>
                  <a:lnTo>
                    <a:pt x="1817114" y="2051325"/>
                  </a:lnTo>
                  <a:lnTo>
                    <a:pt x="1832506" y="2055507"/>
                  </a:lnTo>
                  <a:lnTo>
                    <a:pt x="1860952" y="2051986"/>
                  </a:lnTo>
                  <a:lnTo>
                    <a:pt x="1898549" y="2039822"/>
                  </a:lnTo>
                  <a:lnTo>
                    <a:pt x="1919559" y="2025968"/>
                  </a:lnTo>
                  <a:lnTo>
                    <a:pt x="1929218" y="2026756"/>
                  </a:lnTo>
                  <a:lnTo>
                    <a:pt x="1945271" y="2039466"/>
                  </a:lnTo>
                  <a:lnTo>
                    <a:pt x="1958579" y="2035425"/>
                  </a:lnTo>
                  <a:lnTo>
                    <a:pt x="1968493" y="2025091"/>
                  </a:lnTo>
                  <a:lnTo>
                    <a:pt x="1973717" y="2015165"/>
                  </a:lnTo>
                  <a:lnTo>
                    <a:pt x="1971175" y="2006013"/>
                  </a:lnTo>
                  <a:lnTo>
                    <a:pt x="1960485" y="2002200"/>
                  </a:lnTo>
                  <a:lnTo>
                    <a:pt x="1936336" y="1976182"/>
                  </a:lnTo>
                  <a:lnTo>
                    <a:pt x="1914017" y="1969522"/>
                  </a:lnTo>
                  <a:lnTo>
                    <a:pt x="1897494" y="1966764"/>
                  </a:lnTo>
                  <a:lnTo>
                    <a:pt x="1869303" y="1976437"/>
                  </a:lnTo>
                  <a:lnTo>
                    <a:pt x="1839675" y="1976182"/>
                  </a:lnTo>
                  <a:lnTo>
                    <a:pt x="1826228" y="1982067"/>
                  </a:lnTo>
                  <a:lnTo>
                    <a:pt x="1806921" y="1977759"/>
                  </a:lnTo>
                  <a:lnTo>
                    <a:pt x="1794389" y="1941534"/>
                  </a:lnTo>
                  <a:lnTo>
                    <a:pt x="1759931" y="1903111"/>
                  </a:lnTo>
                  <a:lnTo>
                    <a:pt x="1723911" y="1891227"/>
                  </a:lnTo>
                  <a:lnTo>
                    <a:pt x="1683073" y="1875403"/>
                  </a:lnTo>
                  <a:lnTo>
                    <a:pt x="1664541" y="1846170"/>
                  </a:lnTo>
                  <a:lnTo>
                    <a:pt x="1648488" y="1842230"/>
                  </a:lnTo>
                  <a:lnTo>
                    <a:pt x="1625394" y="1824194"/>
                  </a:lnTo>
                  <a:lnTo>
                    <a:pt x="1603456" y="1799371"/>
                  </a:lnTo>
                  <a:lnTo>
                    <a:pt x="1584289" y="1785911"/>
                  </a:lnTo>
                  <a:lnTo>
                    <a:pt x="1568757" y="1797413"/>
                  </a:lnTo>
                  <a:lnTo>
                    <a:pt x="1572570" y="1804328"/>
                  </a:lnTo>
                  <a:lnTo>
                    <a:pt x="1563953" y="1830333"/>
                  </a:lnTo>
                  <a:lnTo>
                    <a:pt x="1562910" y="1858066"/>
                  </a:lnTo>
                  <a:lnTo>
                    <a:pt x="1574782" y="1865502"/>
                  </a:lnTo>
                  <a:lnTo>
                    <a:pt x="1583679" y="1863812"/>
                  </a:lnTo>
                  <a:lnTo>
                    <a:pt x="1587861" y="1868248"/>
                  </a:lnTo>
                  <a:lnTo>
                    <a:pt x="1593593" y="1874132"/>
                  </a:lnTo>
                  <a:lnTo>
                    <a:pt x="1594381" y="1888774"/>
                  </a:lnTo>
                  <a:lnTo>
                    <a:pt x="1626156" y="1914512"/>
                  </a:lnTo>
                  <a:lnTo>
                    <a:pt x="1633859" y="1931125"/>
                  </a:lnTo>
                  <a:lnTo>
                    <a:pt x="1647954" y="1938560"/>
                  </a:lnTo>
                  <a:lnTo>
                    <a:pt x="1669485" y="1939615"/>
                  </a:lnTo>
                  <a:lnTo>
                    <a:pt x="1686009" y="1947317"/>
                  </a:lnTo>
                  <a:lnTo>
                    <a:pt x="1696063" y="1964311"/>
                  </a:lnTo>
                  <a:lnTo>
                    <a:pt x="1711201" y="1971238"/>
                  </a:lnTo>
                  <a:lnTo>
                    <a:pt x="1719157" y="1981699"/>
                  </a:lnTo>
                  <a:lnTo>
                    <a:pt x="1716157" y="2002480"/>
                  </a:lnTo>
                  <a:close/>
                  <a:moveTo>
                    <a:pt x="688016" y="1024214"/>
                  </a:moveTo>
                  <a:lnTo>
                    <a:pt x="662443" y="1037407"/>
                  </a:lnTo>
                  <a:lnTo>
                    <a:pt x="644827" y="1046838"/>
                  </a:lnTo>
                  <a:lnTo>
                    <a:pt x="629435" y="1054667"/>
                  </a:lnTo>
                  <a:lnTo>
                    <a:pt x="606722" y="1066691"/>
                  </a:lnTo>
                  <a:lnTo>
                    <a:pt x="594011" y="1070085"/>
                  </a:lnTo>
                  <a:lnTo>
                    <a:pt x="579395" y="1073758"/>
                  </a:lnTo>
                  <a:lnTo>
                    <a:pt x="561778" y="1078067"/>
                  </a:lnTo>
                  <a:lnTo>
                    <a:pt x="471536" y="1099369"/>
                  </a:lnTo>
                  <a:lnTo>
                    <a:pt x="461469" y="1097539"/>
                  </a:lnTo>
                  <a:lnTo>
                    <a:pt x="447387" y="1102381"/>
                  </a:lnTo>
                  <a:lnTo>
                    <a:pt x="380582" y="1091654"/>
                  </a:lnTo>
                  <a:lnTo>
                    <a:pt x="359953" y="1089963"/>
                  </a:lnTo>
                  <a:lnTo>
                    <a:pt x="354602" y="1084600"/>
                  </a:lnTo>
                  <a:lnTo>
                    <a:pt x="364135" y="1081600"/>
                  </a:lnTo>
                  <a:lnTo>
                    <a:pt x="371570" y="1073758"/>
                  </a:lnTo>
                  <a:lnTo>
                    <a:pt x="382272" y="1065522"/>
                  </a:lnTo>
                  <a:lnTo>
                    <a:pt x="363652" y="1030886"/>
                  </a:lnTo>
                  <a:lnTo>
                    <a:pt x="342261" y="1008428"/>
                  </a:lnTo>
                  <a:lnTo>
                    <a:pt x="346709" y="989070"/>
                  </a:lnTo>
                  <a:lnTo>
                    <a:pt x="350344" y="967119"/>
                  </a:lnTo>
                  <a:lnTo>
                    <a:pt x="349302" y="956659"/>
                  </a:lnTo>
                  <a:lnTo>
                    <a:pt x="349429" y="938496"/>
                  </a:lnTo>
                  <a:lnTo>
                    <a:pt x="357258" y="924769"/>
                  </a:lnTo>
                  <a:lnTo>
                    <a:pt x="370045" y="911309"/>
                  </a:lnTo>
                  <a:lnTo>
                    <a:pt x="390928" y="898599"/>
                  </a:lnTo>
                  <a:lnTo>
                    <a:pt x="410247" y="895319"/>
                  </a:lnTo>
                  <a:lnTo>
                    <a:pt x="421992" y="890617"/>
                  </a:lnTo>
                  <a:lnTo>
                    <a:pt x="435426" y="875453"/>
                  </a:lnTo>
                  <a:lnTo>
                    <a:pt x="443790" y="889053"/>
                  </a:lnTo>
                  <a:lnTo>
                    <a:pt x="454619" y="889968"/>
                  </a:lnTo>
                  <a:lnTo>
                    <a:pt x="462842" y="889168"/>
                  </a:lnTo>
                  <a:lnTo>
                    <a:pt x="479925" y="888519"/>
                  </a:lnTo>
                  <a:lnTo>
                    <a:pt x="502511" y="874678"/>
                  </a:lnTo>
                  <a:lnTo>
                    <a:pt x="524830" y="857163"/>
                  </a:lnTo>
                  <a:lnTo>
                    <a:pt x="552881" y="836891"/>
                  </a:lnTo>
                  <a:lnTo>
                    <a:pt x="566329" y="811025"/>
                  </a:lnTo>
                  <a:lnTo>
                    <a:pt x="565426" y="805268"/>
                  </a:lnTo>
                  <a:lnTo>
                    <a:pt x="569722" y="799268"/>
                  </a:lnTo>
                  <a:lnTo>
                    <a:pt x="582903" y="805268"/>
                  </a:lnTo>
                  <a:lnTo>
                    <a:pt x="584326" y="812068"/>
                  </a:lnTo>
                  <a:lnTo>
                    <a:pt x="577971" y="822236"/>
                  </a:lnTo>
                  <a:lnTo>
                    <a:pt x="564918" y="835048"/>
                  </a:lnTo>
                  <a:lnTo>
                    <a:pt x="554229" y="849804"/>
                  </a:lnTo>
                  <a:lnTo>
                    <a:pt x="530740" y="865628"/>
                  </a:lnTo>
                  <a:lnTo>
                    <a:pt x="490067" y="892955"/>
                  </a:lnTo>
                  <a:lnTo>
                    <a:pt x="489292" y="897391"/>
                  </a:lnTo>
                  <a:lnTo>
                    <a:pt x="498037" y="911372"/>
                  </a:lnTo>
                  <a:lnTo>
                    <a:pt x="504951" y="915287"/>
                  </a:lnTo>
                  <a:lnTo>
                    <a:pt x="525961" y="914512"/>
                  </a:lnTo>
                  <a:lnTo>
                    <a:pt x="564842" y="898433"/>
                  </a:lnTo>
                  <a:lnTo>
                    <a:pt x="579331" y="888634"/>
                  </a:lnTo>
                  <a:lnTo>
                    <a:pt x="586258" y="885622"/>
                  </a:lnTo>
                  <a:lnTo>
                    <a:pt x="599566" y="886143"/>
                  </a:lnTo>
                  <a:lnTo>
                    <a:pt x="614704" y="878834"/>
                  </a:lnTo>
                  <a:lnTo>
                    <a:pt x="629956" y="862756"/>
                  </a:lnTo>
                  <a:lnTo>
                    <a:pt x="637582" y="854380"/>
                  </a:lnTo>
                  <a:lnTo>
                    <a:pt x="638853" y="847199"/>
                  </a:lnTo>
                  <a:lnTo>
                    <a:pt x="639514" y="837526"/>
                  </a:lnTo>
                  <a:lnTo>
                    <a:pt x="642781" y="833472"/>
                  </a:lnTo>
                  <a:lnTo>
                    <a:pt x="651246" y="839751"/>
                  </a:lnTo>
                  <a:lnTo>
                    <a:pt x="661312" y="834387"/>
                  </a:lnTo>
                  <a:lnTo>
                    <a:pt x="668608" y="819478"/>
                  </a:lnTo>
                  <a:lnTo>
                    <a:pt x="688448" y="782618"/>
                  </a:lnTo>
                  <a:lnTo>
                    <a:pt x="695363" y="775170"/>
                  </a:lnTo>
                  <a:lnTo>
                    <a:pt x="697968" y="768103"/>
                  </a:lnTo>
                  <a:lnTo>
                    <a:pt x="695363" y="760401"/>
                  </a:lnTo>
                  <a:lnTo>
                    <a:pt x="696532" y="749165"/>
                  </a:lnTo>
                  <a:lnTo>
                    <a:pt x="709077" y="733913"/>
                  </a:lnTo>
                  <a:lnTo>
                    <a:pt x="714555" y="718876"/>
                  </a:lnTo>
                  <a:lnTo>
                    <a:pt x="724075" y="709204"/>
                  </a:lnTo>
                  <a:lnTo>
                    <a:pt x="730989" y="683974"/>
                  </a:lnTo>
                  <a:lnTo>
                    <a:pt x="747055" y="659926"/>
                  </a:lnTo>
                  <a:lnTo>
                    <a:pt x="762307" y="640188"/>
                  </a:lnTo>
                  <a:lnTo>
                    <a:pt x="761036" y="634176"/>
                  </a:lnTo>
                  <a:lnTo>
                    <a:pt x="756079" y="630363"/>
                  </a:lnTo>
                  <a:lnTo>
                    <a:pt x="736506" y="639133"/>
                  </a:lnTo>
                  <a:lnTo>
                    <a:pt x="721495" y="651665"/>
                  </a:lnTo>
                  <a:lnTo>
                    <a:pt x="711835" y="660816"/>
                  </a:lnTo>
                  <a:lnTo>
                    <a:pt x="686415" y="686821"/>
                  </a:lnTo>
                  <a:lnTo>
                    <a:pt x="662011" y="703688"/>
                  </a:lnTo>
                  <a:lnTo>
                    <a:pt x="642170" y="728523"/>
                  </a:lnTo>
                  <a:lnTo>
                    <a:pt x="597024" y="757274"/>
                  </a:lnTo>
                  <a:lnTo>
                    <a:pt x="556567" y="782491"/>
                  </a:lnTo>
                  <a:lnTo>
                    <a:pt x="515971" y="806945"/>
                  </a:lnTo>
                  <a:lnTo>
                    <a:pt x="511408" y="822617"/>
                  </a:lnTo>
                  <a:lnTo>
                    <a:pt x="500706" y="835048"/>
                  </a:lnTo>
                  <a:lnTo>
                    <a:pt x="460770" y="855168"/>
                  </a:lnTo>
                  <a:lnTo>
                    <a:pt x="439239" y="801709"/>
                  </a:lnTo>
                  <a:lnTo>
                    <a:pt x="459728" y="784982"/>
                  </a:lnTo>
                  <a:lnTo>
                    <a:pt x="453729" y="764849"/>
                  </a:lnTo>
                  <a:lnTo>
                    <a:pt x="365634" y="702900"/>
                  </a:lnTo>
                  <a:lnTo>
                    <a:pt x="330796" y="692960"/>
                  </a:lnTo>
                  <a:lnTo>
                    <a:pt x="364719" y="655974"/>
                  </a:lnTo>
                  <a:lnTo>
                    <a:pt x="350738" y="640938"/>
                  </a:lnTo>
                  <a:lnTo>
                    <a:pt x="324390" y="658325"/>
                  </a:lnTo>
                  <a:lnTo>
                    <a:pt x="299719" y="656495"/>
                  </a:lnTo>
                  <a:lnTo>
                    <a:pt x="251827" y="679246"/>
                  </a:lnTo>
                  <a:lnTo>
                    <a:pt x="226127" y="684203"/>
                  </a:lnTo>
                  <a:lnTo>
                    <a:pt x="185531" y="690558"/>
                  </a:lnTo>
                  <a:lnTo>
                    <a:pt x="159831" y="699455"/>
                  </a:lnTo>
                  <a:lnTo>
                    <a:pt x="116756" y="712915"/>
                  </a:lnTo>
                  <a:lnTo>
                    <a:pt x="51260" y="751605"/>
                  </a:lnTo>
                  <a:lnTo>
                    <a:pt x="11859" y="772120"/>
                  </a:lnTo>
                  <a:lnTo>
                    <a:pt x="0" y="756435"/>
                  </a:lnTo>
                  <a:lnTo>
                    <a:pt x="5478" y="746114"/>
                  </a:lnTo>
                  <a:lnTo>
                    <a:pt x="52201" y="656584"/>
                  </a:lnTo>
                  <a:lnTo>
                    <a:pt x="36262" y="616203"/>
                  </a:lnTo>
                  <a:lnTo>
                    <a:pt x="2720" y="531757"/>
                  </a:lnTo>
                  <a:lnTo>
                    <a:pt x="24518" y="506794"/>
                  </a:lnTo>
                  <a:lnTo>
                    <a:pt x="47740" y="577247"/>
                  </a:lnTo>
                  <a:lnTo>
                    <a:pt x="113388" y="539116"/>
                  </a:lnTo>
                  <a:lnTo>
                    <a:pt x="163250" y="488796"/>
                  </a:lnTo>
                  <a:lnTo>
                    <a:pt x="173545" y="473900"/>
                  </a:lnTo>
                  <a:lnTo>
                    <a:pt x="187259" y="468155"/>
                  </a:lnTo>
                  <a:lnTo>
                    <a:pt x="195216" y="488008"/>
                  </a:lnTo>
                  <a:lnTo>
                    <a:pt x="253022" y="501990"/>
                  </a:lnTo>
                  <a:lnTo>
                    <a:pt x="274426" y="463160"/>
                  </a:lnTo>
                  <a:lnTo>
                    <a:pt x="317234" y="446827"/>
                  </a:lnTo>
                  <a:lnTo>
                    <a:pt x="336668" y="437930"/>
                  </a:lnTo>
                  <a:lnTo>
                    <a:pt x="352861" y="408392"/>
                  </a:lnTo>
                  <a:lnTo>
                    <a:pt x="355860" y="402367"/>
                  </a:lnTo>
                  <a:lnTo>
                    <a:pt x="373998" y="367732"/>
                  </a:lnTo>
                  <a:lnTo>
                    <a:pt x="380251" y="351666"/>
                  </a:lnTo>
                  <a:lnTo>
                    <a:pt x="404286" y="338600"/>
                  </a:lnTo>
                  <a:lnTo>
                    <a:pt x="400740" y="311019"/>
                  </a:lnTo>
                  <a:lnTo>
                    <a:pt x="402964" y="306964"/>
                  </a:lnTo>
                  <a:lnTo>
                    <a:pt x="446421" y="289170"/>
                  </a:lnTo>
                  <a:lnTo>
                    <a:pt x="464698" y="321695"/>
                  </a:lnTo>
                  <a:lnTo>
                    <a:pt x="590643" y="294127"/>
                  </a:lnTo>
                  <a:lnTo>
                    <a:pt x="587250" y="226305"/>
                  </a:lnTo>
                  <a:lnTo>
                    <a:pt x="627821" y="209782"/>
                  </a:lnTo>
                  <a:lnTo>
                    <a:pt x="630833" y="184565"/>
                  </a:lnTo>
                  <a:lnTo>
                    <a:pt x="617119" y="154887"/>
                  </a:lnTo>
                  <a:lnTo>
                    <a:pt x="639705" y="151747"/>
                  </a:lnTo>
                  <a:lnTo>
                    <a:pt x="703116" y="147845"/>
                  </a:lnTo>
                  <a:lnTo>
                    <a:pt x="712013" y="168080"/>
                  </a:lnTo>
                  <a:lnTo>
                    <a:pt x="716843" y="167571"/>
                  </a:lnTo>
                  <a:lnTo>
                    <a:pt x="756778" y="169923"/>
                  </a:lnTo>
                  <a:lnTo>
                    <a:pt x="802052" y="178159"/>
                  </a:lnTo>
                  <a:lnTo>
                    <a:pt x="829074" y="178934"/>
                  </a:lnTo>
                  <a:lnTo>
                    <a:pt x="853478" y="181146"/>
                  </a:lnTo>
                  <a:lnTo>
                    <a:pt x="908932" y="170711"/>
                  </a:lnTo>
                  <a:lnTo>
                    <a:pt x="969941" y="117646"/>
                  </a:lnTo>
                  <a:lnTo>
                    <a:pt x="991739" y="118294"/>
                  </a:lnTo>
                  <a:lnTo>
                    <a:pt x="993951" y="117646"/>
                  </a:lnTo>
                  <a:lnTo>
                    <a:pt x="1058773" y="84968"/>
                  </a:lnTo>
                  <a:lnTo>
                    <a:pt x="1066463" y="86798"/>
                  </a:lnTo>
                  <a:lnTo>
                    <a:pt x="1074089" y="89149"/>
                  </a:lnTo>
                  <a:lnTo>
                    <a:pt x="1078016" y="96191"/>
                  </a:lnTo>
                  <a:lnTo>
                    <a:pt x="1139877" y="115027"/>
                  </a:lnTo>
                  <a:lnTo>
                    <a:pt x="1178630" y="110058"/>
                  </a:lnTo>
                  <a:lnTo>
                    <a:pt x="1182291" y="109409"/>
                  </a:lnTo>
                  <a:lnTo>
                    <a:pt x="1246998" y="114494"/>
                  </a:lnTo>
                  <a:lnTo>
                    <a:pt x="1280541" y="128856"/>
                  </a:lnTo>
                  <a:lnTo>
                    <a:pt x="1410007" y="71215"/>
                  </a:lnTo>
                  <a:lnTo>
                    <a:pt x="1402825" y="50701"/>
                  </a:lnTo>
                  <a:lnTo>
                    <a:pt x="1360284" y="68356"/>
                  </a:lnTo>
                  <a:lnTo>
                    <a:pt x="1340977" y="60386"/>
                  </a:lnTo>
                  <a:lnTo>
                    <a:pt x="1404643" y="0"/>
                  </a:lnTo>
                  <a:lnTo>
                    <a:pt x="1443549" y="46265"/>
                  </a:lnTo>
                  <a:lnTo>
                    <a:pt x="1428017" y="65864"/>
                  </a:lnTo>
                  <a:lnTo>
                    <a:pt x="1426848" y="80379"/>
                  </a:lnTo>
                  <a:lnTo>
                    <a:pt x="1378422" y="141388"/>
                  </a:lnTo>
                  <a:lnTo>
                    <a:pt x="1328699" y="157327"/>
                  </a:lnTo>
                  <a:lnTo>
                    <a:pt x="1288370" y="170520"/>
                  </a:lnTo>
                  <a:lnTo>
                    <a:pt x="1264106" y="179926"/>
                  </a:lnTo>
                  <a:lnTo>
                    <a:pt x="1254840" y="199410"/>
                  </a:lnTo>
                  <a:lnTo>
                    <a:pt x="1230183" y="240452"/>
                  </a:lnTo>
                  <a:lnTo>
                    <a:pt x="1189192" y="245281"/>
                  </a:lnTo>
                  <a:lnTo>
                    <a:pt x="1156146" y="262288"/>
                  </a:lnTo>
                  <a:lnTo>
                    <a:pt x="1129658" y="277959"/>
                  </a:lnTo>
                  <a:lnTo>
                    <a:pt x="1138796" y="305541"/>
                  </a:lnTo>
                  <a:lnTo>
                    <a:pt x="1120265" y="312468"/>
                  </a:lnTo>
                  <a:lnTo>
                    <a:pt x="975534" y="381103"/>
                  </a:lnTo>
                  <a:lnTo>
                    <a:pt x="984278" y="411684"/>
                  </a:lnTo>
                  <a:lnTo>
                    <a:pt x="1003852" y="458610"/>
                  </a:lnTo>
                  <a:lnTo>
                    <a:pt x="1026425" y="449979"/>
                  </a:lnTo>
                  <a:lnTo>
                    <a:pt x="1057222" y="482276"/>
                  </a:lnTo>
                  <a:lnTo>
                    <a:pt x="1076682" y="526965"/>
                  </a:lnTo>
                  <a:lnTo>
                    <a:pt x="1060870" y="548394"/>
                  </a:lnTo>
                  <a:lnTo>
                    <a:pt x="1082287" y="551674"/>
                  </a:lnTo>
                  <a:lnTo>
                    <a:pt x="1098810" y="544226"/>
                  </a:lnTo>
                  <a:lnTo>
                    <a:pt x="1117087" y="546310"/>
                  </a:lnTo>
                  <a:lnTo>
                    <a:pt x="1128526" y="537032"/>
                  </a:lnTo>
                  <a:lnTo>
                    <a:pt x="1131272" y="524614"/>
                  </a:lnTo>
                  <a:lnTo>
                    <a:pt x="1138440" y="515844"/>
                  </a:lnTo>
                  <a:lnTo>
                    <a:pt x="1153693" y="512590"/>
                  </a:lnTo>
                  <a:lnTo>
                    <a:pt x="1159692" y="502777"/>
                  </a:lnTo>
                  <a:lnTo>
                    <a:pt x="1159044" y="489711"/>
                  </a:lnTo>
                  <a:lnTo>
                    <a:pt x="1162310" y="480052"/>
                  </a:lnTo>
                  <a:lnTo>
                    <a:pt x="1171576" y="478336"/>
                  </a:lnTo>
                  <a:lnTo>
                    <a:pt x="1175491" y="485670"/>
                  </a:lnTo>
                  <a:lnTo>
                    <a:pt x="1180829" y="494160"/>
                  </a:lnTo>
                  <a:lnTo>
                    <a:pt x="1188455" y="493626"/>
                  </a:lnTo>
                  <a:lnTo>
                    <a:pt x="1194975" y="486445"/>
                  </a:lnTo>
                  <a:lnTo>
                    <a:pt x="1197200" y="477688"/>
                  </a:lnTo>
                  <a:lnTo>
                    <a:pt x="1196030" y="468536"/>
                  </a:lnTo>
                  <a:lnTo>
                    <a:pt x="1200339" y="464088"/>
                  </a:lnTo>
                  <a:lnTo>
                    <a:pt x="1211435" y="466312"/>
                  </a:lnTo>
                  <a:lnTo>
                    <a:pt x="1249922" y="461075"/>
                  </a:lnTo>
                  <a:lnTo>
                    <a:pt x="1257624" y="512056"/>
                  </a:lnTo>
                  <a:lnTo>
                    <a:pt x="1290365" y="518208"/>
                  </a:lnTo>
                  <a:lnTo>
                    <a:pt x="1258412" y="566684"/>
                  </a:lnTo>
                  <a:lnTo>
                    <a:pt x="1241698" y="575582"/>
                  </a:lnTo>
                  <a:lnTo>
                    <a:pt x="1207253" y="563698"/>
                  </a:lnTo>
                  <a:lnTo>
                    <a:pt x="1177359" y="581212"/>
                  </a:lnTo>
                  <a:lnTo>
                    <a:pt x="1179901" y="594545"/>
                  </a:lnTo>
                  <a:lnTo>
                    <a:pt x="1150413" y="609035"/>
                  </a:lnTo>
                  <a:lnTo>
                    <a:pt x="1140487" y="624605"/>
                  </a:lnTo>
                  <a:lnTo>
                    <a:pt x="1169085" y="645653"/>
                  </a:lnTo>
                  <a:lnTo>
                    <a:pt x="1177982" y="660816"/>
                  </a:lnTo>
                  <a:lnTo>
                    <a:pt x="1152396" y="661858"/>
                  </a:lnTo>
                  <a:lnTo>
                    <a:pt x="1107631" y="676882"/>
                  </a:lnTo>
                  <a:lnTo>
                    <a:pt x="1069271" y="654283"/>
                  </a:lnTo>
                  <a:lnTo>
                    <a:pt x="1038208" y="664337"/>
                  </a:lnTo>
                  <a:lnTo>
                    <a:pt x="1059739" y="744310"/>
                  </a:lnTo>
                  <a:lnTo>
                    <a:pt x="1120938" y="744729"/>
                  </a:lnTo>
                  <a:lnTo>
                    <a:pt x="1127204" y="742505"/>
                  </a:lnTo>
                  <a:lnTo>
                    <a:pt x="1165056" y="730074"/>
                  </a:lnTo>
                  <a:lnTo>
                    <a:pt x="1167534" y="786940"/>
                  </a:lnTo>
                  <a:lnTo>
                    <a:pt x="1184057" y="807721"/>
                  </a:lnTo>
                  <a:lnTo>
                    <a:pt x="1206936" y="802878"/>
                  </a:lnTo>
                  <a:lnTo>
                    <a:pt x="1231212" y="795417"/>
                  </a:lnTo>
                  <a:lnTo>
                    <a:pt x="1239385" y="783038"/>
                  </a:lnTo>
                  <a:lnTo>
                    <a:pt x="1245257" y="763171"/>
                  </a:lnTo>
                  <a:lnTo>
                    <a:pt x="1233119" y="746559"/>
                  </a:lnTo>
                  <a:lnTo>
                    <a:pt x="1220205" y="707348"/>
                  </a:lnTo>
                  <a:lnTo>
                    <a:pt x="1248168" y="695451"/>
                  </a:lnTo>
                  <a:lnTo>
                    <a:pt x="1258094" y="691550"/>
                  </a:lnTo>
                  <a:lnTo>
                    <a:pt x="1283146" y="680949"/>
                  </a:lnTo>
                  <a:lnTo>
                    <a:pt x="1308567" y="663829"/>
                  </a:lnTo>
                  <a:lnTo>
                    <a:pt x="1329449" y="626448"/>
                  </a:lnTo>
                  <a:lnTo>
                    <a:pt x="1359344" y="580183"/>
                  </a:lnTo>
                  <a:lnTo>
                    <a:pt x="1343545" y="557037"/>
                  </a:lnTo>
                  <a:lnTo>
                    <a:pt x="1345896" y="550377"/>
                  </a:lnTo>
                  <a:lnTo>
                    <a:pt x="1378129" y="543196"/>
                  </a:lnTo>
                  <a:lnTo>
                    <a:pt x="1418802" y="528554"/>
                  </a:lnTo>
                  <a:lnTo>
                    <a:pt x="1451149" y="539396"/>
                  </a:lnTo>
                  <a:lnTo>
                    <a:pt x="1474130" y="589715"/>
                  </a:lnTo>
                  <a:lnTo>
                    <a:pt x="1482099" y="577564"/>
                  </a:lnTo>
                  <a:lnTo>
                    <a:pt x="1512095" y="574171"/>
                  </a:lnTo>
                  <a:lnTo>
                    <a:pt x="1541595" y="568807"/>
                  </a:lnTo>
                  <a:lnTo>
                    <a:pt x="1546946" y="572862"/>
                  </a:lnTo>
                  <a:lnTo>
                    <a:pt x="1593402" y="584898"/>
                  </a:lnTo>
                  <a:lnTo>
                    <a:pt x="1609201" y="577437"/>
                  </a:lnTo>
                  <a:lnTo>
                    <a:pt x="1609595" y="544886"/>
                  </a:lnTo>
                  <a:lnTo>
                    <a:pt x="1649658" y="527092"/>
                  </a:lnTo>
                  <a:lnTo>
                    <a:pt x="1651348" y="515856"/>
                  </a:lnTo>
                  <a:lnTo>
                    <a:pt x="1646264" y="478730"/>
                  </a:lnTo>
                  <a:lnTo>
                    <a:pt x="1653178" y="459906"/>
                  </a:lnTo>
                  <a:lnTo>
                    <a:pt x="1628521" y="429846"/>
                  </a:lnTo>
                  <a:lnTo>
                    <a:pt x="1598232" y="427749"/>
                  </a:lnTo>
                  <a:lnTo>
                    <a:pt x="1602147" y="403053"/>
                  </a:lnTo>
                  <a:lnTo>
                    <a:pt x="1600723" y="400308"/>
                  </a:lnTo>
                  <a:lnTo>
                    <a:pt x="1583488" y="367757"/>
                  </a:lnTo>
                  <a:lnTo>
                    <a:pt x="1584009" y="344497"/>
                  </a:lnTo>
                  <a:lnTo>
                    <a:pt x="1543693" y="346595"/>
                  </a:lnTo>
                  <a:lnTo>
                    <a:pt x="1536638" y="331965"/>
                  </a:lnTo>
                  <a:lnTo>
                    <a:pt x="1496055" y="299020"/>
                  </a:lnTo>
                  <a:lnTo>
                    <a:pt x="1495534" y="281900"/>
                  </a:lnTo>
                  <a:lnTo>
                    <a:pt x="1491212" y="243070"/>
                  </a:lnTo>
                  <a:lnTo>
                    <a:pt x="1469821" y="218234"/>
                  </a:lnTo>
                  <a:lnTo>
                    <a:pt x="1461076" y="205702"/>
                  </a:lnTo>
                  <a:lnTo>
                    <a:pt x="1515730" y="193932"/>
                  </a:lnTo>
                  <a:lnTo>
                    <a:pt x="1527602" y="191454"/>
                  </a:lnTo>
                  <a:lnTo>
                    <a:pt x="1601727" y="187272"/>
                  </a:lnTo>
                  <a:lnTo>
                    <a:pt x="1604981" y="185823"/>
                  </a:lnTo>
                  <a:lnTo>
                    <a:pt x="1624568" y="174193"/>
                  </a:lnTo>
                  <a:lnTo>
                    <a:pt x="1652886" y="161483"/>
                  </a:lnTo>
                  <a:lnTo>
                    <a:pt x="1673222" y="152586"/>
                  </a:lnTo>
                  <a:lnTo>
                    <a:pt x="1781806" y="253632"/>
                  </a:lnTo>
                  <a:lnTo>
                    <a:pt x="1819631" y="258983"/>
                  </a:lnTo>
                  <a:lnTo>
                    <a:pt x="1841556" y="223166"/>
                  </a:lnTo>
                  <a:lnTo>
                    <a:pt x="1877069" y="263305"/>
                  </a:lnTo>
                  <a:lnTo>
                    <a:pt x="1905908" y="231135"/>
                  </a:lnTo>
                  <a:lnTo>
                    <a:pt x="1914119" y="227322"/>
                  </a:lnTo>
                  <a:lnTo>
                    <a:pt x="1917932" y="232152"/>
                  </a:lnTo>
                  <a:lnTo>
                    <a:pt x="1918453" y="239206"/>
                  </a:lnTo>
                  <a:lnTo>
                    <a:pt x="1936603" y="248879"/>
                  </a:lnTo>
                  <a:lnTo>
                    <a:pt x="1957740" y="236079"/>
                  </a:lnTo>
                  <a:lnTo>
                    <a:pt x="1963485" y="271490"/>
                  </a:lnTo>
                  <a:lnTo>
                    <a:pt x="1985919" y="328076"/>
                  </a:lnTo>
                  <a:lnTo>
                    <a:pt x="1985398" y="362851"/>
                  </a:lnTo>
                  <a:lnTo>
                    <a:pt x="2001857" y="378535"/>
                  </a:lnTo>
                  <a:lnTo>
                    <a:pt x="2023897" y="436824"/>
                  </a:lnTo>
                  <a:lnTo>
                    <a:pt x="2028587" y="433303"/>
                  </a:lnTo>
                  <a:lnTo>
                    <a:pt x="2072717" y="501939"/>
                  </a:lnTo>
                  <a:lnTo>
                    <a:pt x="2064620" y="533168"/>
                  </a:lnTo>
                  <a:lnTo>
                    <a:pt x="2075449" y="587669"/>
                  </a:lnTo>
                  <a:lnTo>
                    <a:pt x="2083800" y="644128"/>
                  </a:lnTo>
                  <a:lnTo>
                    <a:pt x="2058621" y="656838"/>
                  </a:lnTo>
                  <a:lnTo>
                    <a:pt x="2045441" y="679462"/>
                  </a:lnTo>
                  <a:lnTo>
                    <a:pt x="2061964" y="758786"/>
                  </a:lnTo>
                  <a:lnTo>
                    <a:pt x="2056880" y="786635"/>
                  </a:lnTo>
                  <a:lnTo>
                    <a:pt x="2070594" y="792240"/>
                  </a:lnTo>
                  <a:lnTo>
                    <a:pt x="2048555" y="878377"/>
                  </a:lnTo>
                  <a:lnTo>
                    <a:pt x="2097870" y="937187"/>
                  </a:lnTo>
                  <a:lnTo>
                    <a:pt x="2117571" y="1008440"/>
                  </a:lnTo>
                  <a:lnTo>
                    <a:pt x="2153859" y="996416"/>
                  </a:lnTo>
                  <a:lnTo>
                    <a:pt x="2197963" y="1009864"/>
                  </a:lnTo>
                  <a:lnTo>
                    <a:pt x="2221972" y="1006051"/>
                  </a:lnTo>
                  <a:lnTo>
                    <a:pt x="2221464" y="1082248"/>
                  </a:lnTo>
                  <a:lnTo>
                    <a:pt x="2208004" y="1115295"/>
                  </a:lnTo>
                  <a:lnTo>
                    <a:pt x="2146283" y="1221692"/>
                  </a:lnTo>
                  <a:lnTo>
                    <a:pt x="2060019" y="1253328"/>
                  </a:lnTo>
                  <a:lnTo>
                    <a:pt x="2048681" y="1281557"/>
                  </a:lnTo>
                  <a:lnTo>
                    <a:pt x="2081309" y="1305859"/>
                  </a:lnTo>
                  <a:lnTo>
                    <a:pt x="2061061" y="1356306"/>
                  </a:lnTo>
                  <a:lnTo>
                    <a:pt x="2031701" y="1369652"/>
                  </a:lnTo>
                  <a:lnTo>
                    <a:pt x="2055202" y="1482772"/>
                  </a:lnTo>
                  <a:lnTo>
                    <a:pt x="2114177" y="1532838"/>
                  </a:lnTo>
                  <a:lnTo>
                    <a:pt x="2163518" y="1574680"/>
                  </a:lnTo>
                  <a:lnTo>
                    <a:pt x="2221591" y="1623817"/>
                  </a:lnTo>
                  <a:lnTo>
                    <a:pt x="2226942" y="1639756"/>
                  </a:lnTo>
                  <a:lnTo>
                    <a:pt x="2228112" y="1647382"/>
                  </a:lnTo>
                  <a:lnTo>
                    <a:pt x="2244813" y="1660448"/>
                  </a:lnTo>
                  <a:lnTo>
                    <a:pt x="2291154" y="1697041"/>
                  </a:lnTo>
                  <a:lnTo>
                    <a:pt x="2364607" y="1654436"/>
                  </a:lnTo>
                  <a:lnTo>
                    <a:pt x="2418383" y="1659800"/>
                  </a:lnTo>
                  <a:lnTo>
                    <a:pt x="2462094" y="1661490"/>
                  </a:lnTo>
                  <a:lnTo>
                    <a:pt x="2504508" y="1661490"/>
                  </a:lnTo>
                  <a:lnTo>
                    <a:pt x="2531911" y="1698617"/>
                  </a:lnTo>
                  <a:lnTo>
                    <a:pt x="2571986" y="1708544"/>
                  </a:lnTo>
                  <a:lnTo>
                    <a:pt x="2622484" y="1753118"/>
                  </a:lnTo>
                  <a:lnTo>
                    <a:pt x="2665699" y="1732197"/>
                  </a:lnTo>
                  <a:lnTo>
                    <a:pt x="2711227" y="1707679"/>
                  </a:lnTo>
                  <a:lnTo>
                    <a:pt x="2777256" y="1734587"/>
                  </a:lnTo>
                  <a:lnTo>
                    <a:pt x="2811968" y="1708709"/>
                  </a:lnTo>
                  <a:lnTo>
                    <a:pt x="2899007" y="1751059"/>
                  </a:lnTo>
                  <a:lnTo>
                    <a:pt x="2979399" y="1690050"/>
                  </a:lnTo>
                  <a:lnTo>
                    <a:pt x="3076747" y="1650966"/>
                  </a:lnTo>
                  <a:lnTo>
                    <a:pt x="3117076" y="1682323"/>
                  </a:lnTo>
                  <a:lnTo>
                    <a:pt x="3133777" y="1717237"/>
                  </a:lnTo>
                  <a:lnTo>
                    <a:pt x="3175924" y="1693444"/>
                  </a:lnTo>
                  <a:lnTo>
                    <a:pt x="3236095" y="1701934"/>
                  </a:lnTo>
                  <a:lnTo>
                    <a:pt x="3240009" y="1722207"/>
                  </a:lnTo>
                  <a:lnTo>
                    <a:pt x="3221605" y="1755533"/>
                  </a:lnTo>
                  <a:lnTo>
                    <a:pt x="3253380" y="1878924"/>
                  </a:lnTo>
                  <a:lnTo>
                    <a:pt x="3250381" y="1945309"/>
                  </a:lnTo>
                  <a:lnTo>
                    <a:pt x="3201574" y="1953406"/>
                  </a:lnTo>
                  <a:lnTo>
                    <a:pt x="3144162" y="1933285"/>
                  </a:lnTo>
                  <a:lnTo>
                    <a:pt x="3143755" y="1987939"/>
                  </a:lnTo>
                  <a:lnTo>
                    <a:pt x="3174818" y="2045580"/>
                  </a:lnTo>
                  <a:lnTo>
                    <a:pt x="3127587" y="2069234"/>
                  </a:lnTo>
                  <a:lnTo>
                    <a:pt x="3087906" y="2110262"/>
                  </a:lnTo>
                  <a:lnTo>
                    <a:pt x="3075641" y="2263713"/>
                  </a:lnTo>
                  <a:lnTo>
                    <a:pt x="3033481" y="2318748"/>
                  </a:lnTo>
                  <a:lnTo>
                    <a:pt x="2969816" y="2354425"/>
                  </a:lnTo>
                  <a:lnTo>
                    <a:pt x="2907536" y="2393763"/>
                  </a:lnTo>
                  <a:lnTo>
                    <a:pt x="2857025" y="2420811"/>
                  </a:lnTo>
                  <a:lnTo>
                    <a:pt x="2815654" y="2430356"/>
                  </a:lnTo>
                  <a:lnTo>
                    <a:pt x="2707210" y="2447362"/>
                  </a:lnTo>
                  <a:lnTo>
                    <a:pt x="2686200" y="2420175"/>
                  </a:lnTo>
                  <a:lnTo>
                    <a:pt x="2590543" y="2406308"/>
                  </a:lnTo>
                  <a:lnTo>
                    <a:pt x="2567970" y="2376109"/>
                  </a:lnTo>
                  <a:lnTo>
                    <a:pt x="2477282" y="2351807"/>
                  </a:lnTo>
                  <a:lnTo>
                    <a:pt x="2452853" y="2360310"/>
                  </a:lnTo>
                  <a:lnTo>
                    <a:pt x="2371292" y="2320833"/>
                  </a:lnTo>
                  <a:lnTo>
                    <a:pt x="2322104" y="2342529"/>
                  </a:lnTo>
                  <a:lnTo>
                    <a:pt x="2302276" y="2369716"/>
                  </a:lnTo>
                  <a:lnTo>
                    <a:pt x="2269229" y="2381473"/>
                  </a:lnTo>
                  <a:lnTo>
                    <a:pt x="2251346" y="2400297"/>
                  </a:lnTo>
                  <a:lnTo>
                    <a:pt x="2276665" y="2447324"/>
                  </a:lnTo>
                  <a:lnTo>
                    <a:pt x="2261921" y="2478820"/>
                  </a:lnTo>
                  <a:lnTo>
                    <a:pt x="2208678" y="2497377"/>
                  </a:lnTo>
                  <a:lnTo>
                    <a:pt x="2184262" y="2532965"/>
                  </a:lnTo>
                  <a:lnTo>
                    <a:pt x="2080127" y="2583692"/>
                  </a:lnTo>
                  <a:lnTo>
                    <a:pt x="2007056" y="2584734"/>
                  </a:lnTo>
                  <a:lnTo>
                    <a:pt x="1853453" y="2700283"/>
                  </a:lnTo>
                  <a:lnTo>
                    <a:pt x="1807264" y="2735973"/>
                  </a:lnTo>
                  <a:lnTo>
                    <a:pt x="1788860" y="2748683"/>
                  </a:lnTo>
                  <a:lnTo>
                    <a:pt x="1723211" y="2770507"/>
                  </a:lnTo>
                  <a:lnTo>
                    <a:pt x="1696596" y="2738236"/>
                  </a:lnTo>
                  <a:lnTo>
                    <a:pt x="1560356" y="2684370"/>
                  </a:lnTo>
                  <a:lnTo>
                    <a:pt x="1528491" y="2711430"/>
                  </a:lnTo>
                  <a:lnTo>
                    <a:pt x="1505930" y="2772222"/>
                  </a:lnTo>
                  <a:lnTo>
                    <a:pt x="1472884" y="2777180"/>
                  </a:lnTo>
                  <a:lnTo>
                    <a:pt x="1424738" y="2772222"/>
                  </a:lnTo>
                  <a:lnTo>
                    <a:pt x="1371101" y="2790017"/>
                  </a:lnTo>
                  <a:lnTo>
                    <a:pt x="1354793" y="2828592"/>
                  </a:lnTo>
                  <a:lnTo>
                    <a:pt x="1415078" y="2851839"/>
                  </a:lnTo>
                  <a:lnTo>
                    <a:pt x="1380099" y="2886347"/>
                  </a:lnTo>
                  <a:lnTo>
                    <a:pt x="1316409" y="2890669"/>
                  </a:lnTo>
                  <a:lnTo>
                    <a:pt x="1299580" y="2908819"/>
                  </a:lnTo>
                  <a:lnTo>
                    <a:pt x="1273995" y="2906340"/>
                  </a:lnTo>
                  <a:lnTo>
                    <a:pt x="1258476" y="2862948"/>
                  </a:lnTo>
                  <a:lnTo>
                    <a:pt x="1214625" y="2888572"/>
                  </a:lnTo>
                  <a:lnTo>
                    <a:pt x="1174563" y="2860470"/>
                  </a:lnTo>
                  <a:lnTo>
                    <a:pt x="1094692" y="2896541"/>
                  </a:lnTo>
                  <a:lnTo>
                    <a:pt x="1058544" y="2922686"/>
                  </a:lnTo>
                  <a:lnTo>
                    <a:pt x="1011694" y="2959545"/>
                  </a:lnTo>
                  <a:lnTo>
                    <a:pt x="927400" y="2988550"/>
                  </a:lnTo>
                  <a:lnTo>
                    <a:pt x="908335" y="2976653"/>
                  </a:lnTo>
                  <a:lnTo>
                    <a:pt x="916304" y="2892486"/>
                  </a:lnTo>
                  <a:lnTo>
                    <a:pt x="811127" y="2943200"/>
                  </a:lnTo>
                  <a:lnTo>
                    <a:pt x="811903" y="3001896"/>
                  </a:lnTo>
                  <a:lnTo>
                    <a:pt x="792329" y="3025816"/>
                  </a:lnTo>
                  <a:lnTo>
                    <a:pt x="723046" y="3035870"/>
                  </a:lnTo>
                  <a:lnTo>
                    <a:pt x="710246" y="2970527"/>
                  </a:lnTo>
                  <a:lnTo>
                    <a:pt x="704234" y="2939806"/>
                  </a:lnTo>
                  <a:lnTo>
                    <a:pt x="699532" y="2915657"/>
                  </a:lnTo>
                  <a:lnTo>
                    <a:pt x="669917" y="2881162"/>
                  </a:lnTo>
                  <a:lnTo>
                    <a:pt x="706192" y="2777243"/>
                  </a:lnTo>
                  <a:lnTo>
                    <a:pt x="673565" y="2700524"/>
                  </a:lnTo>
                  <a:lnTo>
                    <a:pt x="729820" y="2693191"/>
                  </a:lnTo>
                  <a:lnTo>
                    <a:pt x="750309" y="2657780"/>
                  </a:lnTo>
                  <a:lnTo>
                    <a:pt x="736595" y="2577922"/>
                  </a:lnTo>
                  <a:lnTo>
                    <a:pt x="733468" y="2559365"/>
                  </a:lnTo>
                  <a:lnTo>
                    <a:pt x="766629" y="2494543"/>
                  </a:lnTo>
                  <a:lnTo>
                    <a:pt x="785275" y="2458065"/>
                  </a:lnTo>
                  <a:lnTo>
                    <a:pt x="779009" y="2434678"/>
                  </a:lnTo>
                  <a:lnTo>
                    <a:pt x="760096" y="2364085"/>
                  </a:lnTo>
                  <a:lnTo>
                    <a:pt x="809666" y="2335729"/>
                  </a:lnTo>
                  <a:lnTo>
                    <a:pt x="851673" y="2269864"/>
                  </a:lnTo>
                  <a:lnTo>
                    <a:pt x="888532" y="2283973"/>
                  </a:lnTo>
                  <a:lnTo>
                    <a:pt x="932649" y="2246986"/>
                  </a:lnTo>
                  <a:lnTo>
                    <a:pt x="917499" y="2113402"/>
                  </a:lnTo>
                  <a:lnTo>
                    <a:pt x="951295" y="2098366"/>
                  </a:lnTo>
                  <a:lnTo>
                    <a:pt x="952350" y="2057985"/>
                  </a:lnTo>
                  <a:lnTo>
                    <a:pt x="983656" y="2057858"/>
                  </a:lnTo>
                  <a:lnTo>
                    <a:pt x="998793" y="2083075"/>
                  </a:lnTo>
                  <a:lnTo>
                    <a:pt x="1049050" y="2055507"/>
                  </a:lnTo>
                  <a:lnTo>
                    <a:pt x="1047232" y="1999162"/>
                  </a:lnTo>
                  <a:lnTo>
                    <a:pt x="1055049" y="1953939"/>
                  </a:lnTo>
                  <a:lnTo>
                    <a:pt x="992413" y="1930540"/>
                  </a:lnTo>
                  <a:lnTo>
                    <a:pt x="984787" y="1927680"/>
                  </a:lnTo>
                  <a:lnTo>
                    <a:pt x="992222" y="1888279"/>
                  </a:lnTo>
                  <a:lnTo>
                    <a:pt x="890706" y="1857431"/>
                  </a:lnTo>
                  <a:lnTo>
                    <a:pt x="899450" y="1778094"/>
                  </a:lnTo>
                  <a:lnTo>
                    <a:pt x="882215" y="1729083"/>
                  </a:lnTo>
                  <a:lnTo>
                    <a:pt x="871780" y="1709866"/>
                  </a:lnTo>
                  <a:lnTo>
                    <a:pt x="898141" y="1659546"/>
                  </a:lnTo>
                  <a:lnTo>
                    <a:pt x="895930" y="1645044"/>
                  </a:lnTo>
                  <a:lnTo>
                    <a:pt x="931671" y="1581391"/>
                  </a:lnTo>
                  <a:lnTo>
                    <a:pt x="931938" y="1551331"/>
                  </a:lnTo>
                  <a:lnTo>
                    <a:pt x="952020" y="1521793"/>
                  </a:lnTo>
                  <a:lnTo>
                    <a:pt x="895790" y="1470952"/>
                  </a:lnTo>
                  <a:lnTo>
                    <a:pt x="924883" y="1439723"/>
                  </a:lnTo>
                  <a:lnTo>
                    <a:pt x="969255" y="1478667"/>
                  </a:lnTo>
                  <a:lnTo>
                    <a:pt x="1012470" y="1438147"/>
                  </a:lnTo>
                  <a:lnTo>
                    <a:pt x="1003191" y="1377367"/>
                  </a:lnTo>
                  <a:lnTo>
                    <a:pt x="1000649" y="1360653"/>
                  </a:lnTo>
                  <a:lnTo>
                    <a:pt x="977021" y="1364466"/>
                  </a:lnTo>
                  <a:lnTo>
                    <a:pt x="962925" y="1343812"/>
                  </a:lnTo>
                  <a:lnTo>
                    <a:pt x="853172" y="1359064"/>
                  </a:lnTo>
                  <a:lnTo>
                    <a:pt x="803717" y="1332932"/>
                  </a:lnTo>
                  <a:lnTo>
                    <a:pt x="768611" y="1333580"/>
                  </a:lnTo>
                  <a:lnTo>
                    <a:pt x="749686" y="1316193"/>
                  </a:lnTo>
                  <a:lnTo>
                    <a:pt x="736124" y="1320120"/>
                  </a:lnTo>
                  <a:lnTo>
                    <a:pt x="723414" y="1335537"/>
                  </a:lnTo>
                  <a:lnTo>
                    <a:pt x="678255" y="1330568"/>
                  </a:lnTo>
                  <a:lnTo>
                    <a:pt x="662469" y="1326386"/>
                  </a:lnTo>
                  <a:lnTo>
                    <a:pt x="694244" y="1289921"/>
                  </a:lnTo>
                  <a:lnTo>
                    <a:pt x="698172" y="1262988"/>
                  </a:lnTo>
                  <a:lnTo>
                    <a:pt x="710437" y="1246922"/>
                  </a:lnTo>
                  <a:lnTo>
                    <a:pt x="695833" y="1213062"/>
                  </a:lnTo>
                  <a:lnTo>
                    <a:pt x="703917" y="1181439"/>
                  </a:lnTo>
                  <a:lnTo>
                    <a:pt x="692477" y="1144579"/>
                  </a:lnTo>
                  <a:lnTo>
                    <a:pt x="675369" y="1145100"/>
                  </a:lnTo>
                  <a:lnTo>
                    <a:pt x="676170" y="1137131"/>
                  </a:lnTo>
                  <a:lnTo>
                    <a:pt x="734230" y="1105356"/>
                  </a:lnTo>
                  <a:lnTo>
                    <a:pt x="750665" y="1087561"/>
                  </a:lnTo>
                  <a:lnTo>
                    <a:pt x="747805" y="1057375"/>
                  </a:lnTo>
                  <a:lnTo>
                    <a:pt x="734751" y="1047715"/>
                  </a:lnTo>
                  <a:lnTo>
                    <a:pt x="719754" y="1016206"/>
                  </a:lnTo>
                  <a:close/>
                </a:path>
              </a:pathLst>
            </a:custGeom>
            <a:solidFill>
              <a:srgbClr val="FFFFFF"/>
            </a:solidFill>
            <a:ln w="12700" cap="flat">
              <a:noFill/>
              <a:prstDash val="solid"/>
              <a:miter/>
            </a:ln>
          </p:spPr>
          <p:txBody>
            <a:bodyPr rtlCol="0" anchor="ctr"/>
            <a:lstStyle/>
            <a:p>
              <a:endParaRPr lang="de-CH"/>
            </a:p>
          </p:txBody>
        </p:sp>
        <p:sp>
          <p:nvSpPr>
            <p:cNvPr id="10" name="Freihandform: Form 9">
              <a:extLst>
                <a:ext uri="{FF2B5EF4-FFF2-40B4-BE49-F238E27FC236}">
                  <a16:creationId xmlns:a16="http://schemas.microsoft.com/office/drawing/2014/main" id="{C1AA93DC-7F87-0377-2FC4-DAC8B147E03B}"/>
                </a:ext>
              </a:extLst>
            </p:cNvPr>
            <p:cNvSpPr/>
            <p:nvPr/>
          </p:nvSpPr>
          <p:spPr>
            <a:xfrm>
              <a:off x="3354061" y="1881915"/>
              <a:ext cx="3253380" cy="3035870"/>
            </a:xfrm>
            <a:custGeom>
              <a:avLst/>
              <a:gdLst>
                <a:gd name="connsiteX0" fmla="*/ 1706574 w 3253380"/>
                <a:gd name="connsiteY0" fmla="*/ 546768 h 3035870"/>
                <a:gd name="connsiteX1" fmla="*/ 1688564 w 3253380"/>
                <a:gd name="connsiteY1" fmla="*/ 534998 h 3035870"/>
                <a:gd name="connsiteX2" fmla="*/ 1663651 w 3253380"/>
                <a:gd name="connsiteY2" fmla="*/ 542967 h 3035870"/>
                <a:gd name="connsiteX3" fmla="*/ 1653483 w 3253380"/>
                <a:gd name="connsiteY3" fmla="*/ 570015 h 3035870"/>
                <a:gd name="connsiteX4" fmla="*/ 1685589 w 3253380"/>
                <a:gd name="connsiteY4" fmla="*/ 573561 h 3035870"/>
                <a:gd name="connsiteX5" fmla="*/ 513670 w 3253380"/>
                <a:gd name="connsiteY5" fmla="*/ 1285230 h 3035870"/>
                <a:gd name="connsiteX6" fmla="*/ 557254 w 3253380"/>
                <a:gd name="connsiteY6" fmla="*/ 1276219 h 3035870"/>
                <a:gd name="connsiteX7" fmla="*/ 561829 w 3253380"/>
                <a:gd name="connsiteY7" fmla="*/ 1301957 h 3035870"/>
                <a:gd name="connsiteX8" fmla="*/ 532062 w 3253380"/>
                <a:gd name="connsiteY8" fmla="*/ 1323005 h 3035870"/>
                <a:gd name="connsiteX9" fmla="*/ 521500 w 3253380"/>
                <a:gd name="connsiteY9" fmla="*/ 1319472 h 3035870"/>
                <a:gd name="connsiteX10" fmla="*/ 757846 w 3253380"/>
                <a:gd name="connsiteY10" fmla="*/ 1233118 h 3035870"/>
                <a:gd name="connsiteX11" fmla="*/ 759397 w 3253380"/>
                <a:gd name="connsiteY11" fmla="*/ 1214562 h 3035870"/>
                <a:gd name="connsiteX12" fmla="*/ 749483 w 3253380"/>
                <a:gd name="connsiteY12" fmla="*/ 1208677 h 3035870"/>
                <a:gd name="connsiteX13" fmla="*/ 723643 w 3253380"/>
                <a:gd name="connsiteY13" fmla="*/ 1230907 h 3035870"/>
                <a:gd name="connsiteX14" fmla="*/ 721685 w 3253380"/>
                <a:gd name="connsiteY14" fmla="*/ 1245015 h 3035870"/>
                <a:gd name="connsiteX15" fmla="*/ 725854 w 3253380"/>
                <a:gd name="connsiteY15" fmla="*/ 1254828 h 3035870"/>
                <a:gd name="connsiteX16" fmla="*/ 757719 w 3253380"/>
                <a:gd name="connsiteY16" fmla="*/ 1239918 h 3035870"/>
                <a:gd name="connsiteX17" fmla="*/ 449331 w 3253380"/>
                <a:gd name="connsiteY17" fmla="*/ 1338207 h 3035870"/>
                <a:gd name="connsiteX18" fmla="*/ 465855 w 3253380"/>
                <a:gd name="connsiteY18" fmla="*/ 1315468 h 3035870"/>
                <a:gd name="connsiteX19" fmla="*/ 485708 w 3253380"/>
                <a:gd name="connsiteY19" fmla="*/ 1326437 h 3035870"/>
                <a:gd name="connsiteX20" fmla="*/ 462740 w 3253380"/>
                <a:gd name="connsiteY20" fmla="*/ 1349315 h 3035870"/>
                <a:gd name="connsiteX21" fmla="*/ 2090117 w 3253380"/>
                <a:gd name="connsiteY21" fmla="*/ 1946377 h 3035870"/>
                <a:gd name="connsiteX22" fmla="*/ 2105509 w 3253380"/>
                <a:gd name="connsiteY22" fmla="*/ 1945322 h 3035870"/>
                <a:gd name="connsiteX23" fmla="*/ 2113605 w 3253380"/>
                <a:gd name="connsiteY23" fmla="*/ 1949135 h 3035870"/>
                <a:gd name="connsiteX24" fmla="*/ 2115957 w 3253380"/>
                <a:gd name="connsiteY24" fmla="*/ 1955287 h 3035870"/>
                <a:gd name="connsiteX25" fmla="*/ 2157456 w 3253380"/>
                <a:gd name="connsiteY25" fmla="*/ 1957257 h 3035870"/>
                <a:gd name="connsiteX26" fmla="*/ 2199742 w 3253380"/>
                <a:gd name="connsiteY26" fmla="*/ 1926753 h 3035870"/>
                <a:gd name="connsiteX27" fmla="*/ 2208741 w 3253380"/>
                <a:gd name="connsiteY27" fmla="*/ 1911589 h 3035870"/>
                <a:gd name="connsiteX28" fmla="*/ 2223612 w 3253380"/>
                <a:gd name="connsiteY28" fmla="*/ 1899298 h 3035870"/>
                <a:gd name="connsiteX29" fmla="*/ 2255070 w 3253380"/>
                <a:gd name="connsiteY29" fmla="*/ 1885965 h 3035870"/>
                <a:gd name="connsiteX30" fmla="*/ 2293569 w 3253380"/>
                <a:gd name="connsiteY30" fmla="*/ 1860863 h 3035870"/>
                <a:gd name="connsiteX31" fmla="*/ 2302187 w 3253380"/>
                <a:gd name="connsiteY31" fmla="*/ 1850936 h 3035870"/>
                <a:gd name="connsiteX32" fmla="*/ 2349037 w 3253380"/>
                <a:gd name="connsiteY32" fmla="*/ 1824664 h 3035870"/>
                <a:gd name="connsiteX33" fmla="*/ 2371343 w 3253380"/>
                <a:gd name="connsiteY33" fmla="*/ 1808725 h 3035870"/>
                <a:gd name="connsiteX34" fmla="*/ 2399661 w 3253380"/>
                <a:gd name="connsiteY34" fmla="*/ 1799701 h 3035870"/>
                <a:gd name="connsiteX35" fmla="*/ 2417672 w 3253380"/>
                <a:gd name="connsiteY35" fmla="*/ 1803095 h 3035870"/>
                <a:gd name="connsiteX36" fmla="*/ 2422362 w 3253380"/>
                <a:gd name="connsiteY36" fmla="*/ 1800756 h 3035870"/>
                <a:gd name="connsiteX37" fmla="*/ 2420023 w 3253380"/>
                <a:gd name="connsiteY37" fmla="*/ 1794210 h 3035870"/>
                <a:gd name="connsiteX38" fmla="*/ 2423404 w 3253380"/>
                <a:gd name="connsiteY38" fmla="*/ 1787855 h 3035870"/>
                <a:gd name="connsiteX39" fmla="*/ 2420862 w 3253380"/>
                <a:gd name="connsiteY39" fmla="*/ 1770468 h 3035870"/>
                <a:gd name="connsiteX40" fmla="*/ 2407147 w 3253380"/>
                <a:gd name="connsiteY40" fmla="*/ 1758584 h 3035870"/>
                <a:gd name="connsiteX41" fmla="*/ 2390052 w 3253380"/>
                <a:gd name="connsiteY41" fmla="*/ 1762765 h 3035870"/>
                <a:gd name="connsiteX42" fmla="*/ 2355087 w 3253380"/>
                <a:gd name="connsiteY42" fmla="*/ 1749178 h 3035870"/>
                <a:gd name="connsiteX43" fmla="*/ 2335246 w 3253380"/>
                <a:gd name="connsiteY43" fmla="*/ 1758317 h 3035870"/>
                <a:gd name="connsiteX44" fmla="*/ 2317109 w 3253380"/>
                <a:gd name="connsiteY44" fmla="*/ 1758317 h 3035870"/>
                <a:gd name="connsiteX45" fmla="*/ 2281622 w 3253380"/>
                <a:gd name="connsiteY45" fmla="*/ 1778653 h 3035870"/>
                <a:gd name="connsiteX46" fmla="*/ 2267780 w 3253380"/>
                <a:gd name="connsiteY46" fmla="*/ 1791363 h 3035870"/>
                <a:gd name="connsiteX47" fmla="*/ 2265429 w 3253380"/>
                <a:gd name="connsiteY47" fmla="*/ 1801951 h 3035870"/>
                <a:gd name="connsiteX48" fmla="*/ 2255388 w 3253380"/>
                <a:gd name="connsiteY48" fmla="*/ 1810848 h 3035870"/>
                <a:gd name="connsiteX49" fmla="*/ 2242970 w 3253380"/>
                <a:gd name="connsiteY49" fmla="*/ 1814382 h 3035870"/>
                <a:gd name="connsiteX50" fmla="*/ 2209923 w 3253380"/>
                <a:gd name="connsiteY50" fmla="*/ 1845102 h 3035870"/>
                <a:gd name="connsiteX51" fmla="*/ 2197531 w 3253380"/>
                <a:gd name="connsiteY51" fmla="*/ 1853465 h 3035870"/>
                <a:gd name="connsiteX52" fmla="*/ 2188634 w 3253380"/>
                <a:gd name="connsiteY52" fmla="*/ 1866175 h 3035870"/>
                <a:gd name="connsiteX53" fmla="*/ 2161091 w 3253380"/>
                <a:gd name="connsiteY53" fmla="*/ 1887999 h 3035870"/>
                <a:gd name="connsiteX54" fmla="*/ 2140221 w 3253380"/>
                <a:gd name="connsiteY54" fmla="*/ 1904344 h 3035870"/>
                <a:gd name="connsiteX55" fmla="*/ 2120647 w 3253380"/>
                <a:gd name="connsiteY55" fmla="*/ 1911805 h 3035870"/>
                <a:gd name="connsiteX56" fmla="*/ 2110987 w 3253380"/>
                <a:gd name="connsiteY56" fmla="*/ 1924210 h 3035870"/>
                <a:gd name="connsiteX57" fmla="*/ 2087359 w 3253380"/>
                <a:gd name="connsiteY57" fmla="*/ 1939374 h 3035870"/>
                <a:gd name="connsiteX58" fmla="*/ 2086456 w 3253380"/>
                <a:gd name="connsiteY58" fmla="*/ 1943949 h 3035870"/>
                <a:gd name="connsiteX59" fmla="*/ 1761253 w 3253380"/>
                <a:gd name="connsiteY59" fmla="*/ 2023477 h 3035870"/>
                <a:gd name="connsiteX60" fmla="*/ 1796371 w 3253380"/>
                <a:gd name="connsiteY60" fmla="*/ 2034204 h 3035870"/>
                <a:gd name="connsiteX61" fmla="*/ 1817114 w 3253380"/>
                <a:gd name="connsiteY61" fmla="*/ 2051325 h 3035870"/>
                <a:gd name="connsiteX62" fmla="*/ 1832506 w 3253380"/>
                <a:gd name="connsiteY62" fmla="*/ 2055507 h 3035870"/>
                <a:gd name="connsiteX63" fmla="*/ 1860952 w 3253380"/>
                <a:gd name="connsiteY63" fmla="*/ 2051986 h 3035870"/>
                <a:gd name="connsiteX64" fmla="*/ 1898549 w 3253380"/>
                <a:gd name="connsiteY64" fmla="*/ 2039822 h 3035870"/>
                <a:gd name="connsiteX65" fmla="*/ 1919559 w 3253380"/>
                <a:gd name="connsiteY65" fmla="*/ 2025968 h 3035870"/>
                <a:gd name="connsiteX66" fmla="*/ 1929218 w 3253380"/>
                <a:gd name="connsiteY66" fmla="*/ 2026756 h 3035870"/>
                <a:gd name="connsiteX67" fmla="*/ 1945271 w 3253380"/>
                <a:gd name="connsiteY67" fmla="*/ 2039466 h 3035870"/>
                <a:gd name="connsiteX68" fmla="*/ 1958579 w 3253380"/>
                <a:gd name="connsiteY68" fmla="*/ 2035425 h 3035870"/>
                <a:gd name="connsiteX69" fmla="*/ 1968493 w 3253380"/>
                <a:gd name="connsiteY69" fmla="*/ 2025091 h 3035870"/>
                <a:gd name="connsiteX70" fmla="*/ 1973717 w 3253380"/>
                <a:gd name="connsiteY70" fmla="*/ 2015165 h 3035870"/>
                <a:gd name="connsiteX71" fmla="*/ 1971175 w 3253380"/>
                <a:gd name="connsiteY71" fmla="*/ 2006013 h 3035870"/>
                <a:gd name="connsiteX72" fmla="*/ 1960485 w 3253380"/>
                <a:gd name="connsiteY72" fmla="*/ 2002200 h 3035870"/>
                <a:gd name="connsiteX73" fmla="*/ 1936336 w 3253380"/>
                <a:gd name="connsiteY73" fmla="*/ 1976182 h 3035870"/>
                <a:gd name="connsiteX74" fmla="*/ 1914017 w 3253380"/>
                <a:gd name="connsiteY74" fmla="*/ 1969522 h 3035870"/>
                <a:gd name="connsiteX75" fmla="*/ 1897494 w 3253380"/>
                <a:gd name="connsiteY75" fmla="*/ 1966764 h 3035870"/>
                <a:gd name="connsiteX76" fmla="*/ 1869303 w 3253380"/>
                <a:gd name="connsiteY76" fmla="*/ 1976437 h 3035870"/>
                <a:gd name="connsiteX77" fmla="*/ 1839675 w 3253380"/>
                <a:gd name="connsiteY77" fmla="*/ 1976182 h 3035870"/>
                <a:gd name="connsiteX78" fmla="*/ 1826228 w 3253380"/>
                <a:gd name="connsiteY78" fmla="*/ 1982067 h 3035870"/>
                <a:gd name="connsiteX79" fmla="*/ 1806921 w 3253380"/>
                <a:gd name="connsiteY79" fmla="*/ 1977759 h 3035870"/>
                <a:gd name="connsiteX80" fmla="*/ 1794389 w 3253380"/>
                <a:gd name="connsiteY80" fmla="*/ 1941534 h 3035870"/>
                <a:gd name="connsiteX81" fmla="*/ 1759931 w 3253380"/>
                <a:gd name="connsiteY81" fmla="*/ 1903111 h 3035870"/>
                <a:gd name="connsiteX82" fmla="*/ 1723911 w 3253380"/>
                <a:gd name="connsiteY82" fmla="*/ 1891227 h 3035870"/>
                <a:gd name="connsiteX83" fmla="*/ 1683073 w 3253380"/>
                <a:gd name="connsiteY83" fmla="*/ 1875403 h 3035870"/>
                <a:gd name="connsiteX84" fmla="*/ 1664541 w 3253380"/>
                <a:gd name="connsiteY84" fmla="*/ 1846170 h 3035870"/>
                <a:gd name="connsiteX85" fmla="*/ 1648488 w 3253380"/>
                <a:gd name="connsiteY85" fmla="*/ 1842230 h 3035870"/>
                <a:gd name="connsiteX86" fmla="*/ 1625394 w 3253380"/>
                <a:gd name="connsiteY86" fmla="*/ 1824194 h 3035870"/>
                <a:gd name="connsiteX87" fmla="*/ 1603456 w 3253380"/>
                <a:gd name="connsiteY87" fmla="*/ 1799371 h 3035870"/>
                <a:gd name="connsiteX88" fmla="*/ 1584289 w 3253380"/>
                <a:gd name="connsiteY88" fmla="*/ 1785911 h 3035870"/>
                <a:gd name="connsiteX89" fmla="*/ 1568757 w 3253380"/>
                <a:gd name="connsiteY89" fmla="*/ 1797413 h 3035870"/>
                <a:gd name="connsiteX90" fmla="*/ 1572570 w 3253380"/>
                <a:gd name="connsiteY90" fmla="*/ 1804328 h 3035870"/>
                <a:gd name="connsiteX91" fmla="*/ 1563953 w 3253380"/>
                <a:gd name="connsiteY91" fmla="*/ 1830333 h 3035870"/>
                <a:gd name="connsiteX92" fmla="*/ 1562910 w 3253380"/>
                <a:gd name="connsiteY92" fmla="*/ 1858066 h 3035870"/>
                <a:gd name="connsiteX93" fmla="*/ 1574782 w 3253380"/>
                <a:gd name="connsiteY93" fmla="*/ 1865502 h 3035870"/>
                <a:gd name="connsiteX94" fmla="*/ 1583679 w 3253380"/>
                <a:gd name="connsiteY94" fmla="*/ 1863812 h 3035870"/>
                <a:gd name="connsiteX95" fmla="*/ 1587861 w 3253380"/>
                <a:gd name="connsiteY95" fmla="*/ 1868248 h 3035870"/>
                <a:gd name="connsiteX96" fmla="*/ 1593593 w 3253380"/>
                <a:gd name="connsiteY96" fmla="*/ 1874132 h 3035870"/>
                <a:gd name="connsiteX97" fmla="*/ 1594381 w 3253380"/>
                <a:gd name="connsiteY97" fmla="*/ 1888774 h 3035870"/>
                <a:gd name="connsiteX98" fmla="*/ 1626156 w 3253380"/>
                <a:gd name="connsiteY98" fmla="*/ 1914512 h 3035870"/>
                <a:gd name="connsiteX99" fmla="*/ 1633859 w 3253380"/>
                <a:gd name="connsiteY99" fmla="*/ 1931125 h 3035870"/>
                <a:gd name="connsiteX100" fmla="*/ 1647954 w 3253380"/>
                <a:gd name="connsiteY100" fmla="*/ 1938560 h 3035870"/>
                <a:gd name="connsiteX101" fmla="*/ 1669485 w 3253380"/>
                <a:gd name="connsiteY101" fmla="*/ 1939615 h 3035870"/>
                <a:gd name="connsiteX102" fmla="*/ 1686009 w 3253380"/>
                <a:gd name="connsiteY102" fmla="*/ 1947317 h 3035870"/>
                <a:gd name="connsiteX103" fmla="*/ 1696063 w 3253380"/>
                <a:gd name="connsiteY103" fmla="*/ 1964311 h 3035870"/>
                <a:gd name="connsiteX104" fmla="*/ 1711201 w 3253380"/>
                <a:gd name="connsiteY104" fmla="*/ 1971238 h 3035870"/>
                <a:gd name="connsiteX105" fmla="*/ 1719157 w 3253380"/>
                <a:gd name="connsiteY105" fmla="*/ 1981699 h 3035870"/>
                <a:gd name="connsiteX106" fmla="*/ 1716157 w 3253380"/>
                <a:gd name="connsiteY106" fmla="*/ 2002480 h 3035870"/>
                <a:gd name="connsiteX107" fmla="*/ 688016 w 3253380"/>
                <a:gd name="connsiteY107" fmla="*/ 1024214 h 3035870"/>
                <a:gd name="connsiteX108" fmla="*/ 662443 w 3253380"/>
                <a:gd name="connsiteY108" fmla="*/ 1037407 h 3035870"/>
                <a:gd name="connsiteX109" fmla="*/ 644827 w 3253380"/>
                <a:gd name="connsiteY109" fmla="*/ 1046838 h 3035870"/>
                <a:gd name="connsiteX110" fmla="*/ 629435 w 3253380"/>
                <a:gd name="connsiteY110" fmla="*/ 1054667 h 3035870"/>
                <a:gd name="connsiteX111" fmla="*/ 606722 w 3253380"/>
                <a:gd name="connsiteY111" fmla="*/ 1066691 h 3035870"/>
                <a:gd name="connsiteX112" fmla="*/ 594011 w 3253380"/>
                <a:gd name="connsiteY112" fmla="*/ 1070085 h 3035870"/>
                <a:gd name="connsiteX113" fmla="*/ 579395 w 3253380"/>
                <a:gd name="connsiteY113" fmla="*/ 1073758 h 3035870"/>
                <a:gd name="connsiteX114" fmla="*/ 561778 w 3253380"/>
                <a:gd name="connsiteY114" fmla="*/ 1078067 h 3035870"/>
                <a:gd name="connsiteX115" fmla="*/ 471536 w 3253380"/>
                <a:gd name="connsiteY115" fmla="*/ 1099369 h 3035870"/>
                <a:gd name="connsiteX116" fmla="*/ 461469 w 3253380"/>
                <a:gd name="connsiteY116" fmla="*/ 1097539 h 3035870"/>
                <a:gd name="connsiteX117" fmla="*/ 447387 w 3253380"/>
                <a:gd name="connsiteY117" fmla="*/ 1102381 h 3035870"/>
                <a:gd name="connsiteX118" fmla="*/ 380582 w 3253380"/>
                <a:gd name="connsiteY118" fmla="*/ 1091654 h 3035870"/>
                <a:gd name="connsiteX119" fmla="*/ 359953 w 3253380"/>
                <a:gd name="connsiteY119" fmla="*/ 1089963 h 3035870"/>
                <a:gd name="connsiteX120" fmla="*/ 354602 w 3253380"/>
                <a:gd name="connsiteY120" fmla="*/ 1084600 h 3035870"/>
                <a:gd name="connsiteX121" fmla="*/ 364135 w 3253380"/>
                <a:gd name="connsiteY121" fmla="*/ 1081600 h 3035870"/>
                <a:gd name="connsiteX122" fmla="*/ 371570 w 3253380"/>
                <a:gd name="connsiteY122" fmla="*/ 1073758 h 3035870"/>
                <a:gd name="connsiteX123" fmla="*/ 382272 w 3253380"/>
                <a:gd name="connsiteY123" fmla="*/ 1065522 h 3035870"/>
                <a:gd name="connsiteX124" fmla="*/ 363652 w 3253380"/>
                <a:gd name="connsiteY124" fmla="*/ 1030886 h 3035870"/>
                <a:gd name="connsiteX125" fmla="*/ 342261 w 3253380"/>
                <a:gd name="connsiteY125" fmla="*/ 1008428 h 3035870"/>
                <a:gd name="connsiteX126" fmla="*/ 346709 w 3253380"/>
                <a:gd name="connsiteY126" fmla="*/ 989070 h 3035870"/>
                <a:gd name="connsiteX127" fmla="*/ 350344 w 3253380"/>
                <a:gd name="connsiteY127" fmla="*/ 967119 h 3035870"/>
                <a:gd name="connsiteX128" fmla="*/ 349302 w 3253380"/>
                <a:gd name="connsiteY128" fmla="*/ 956659 h 3035870"/>
                <a:gd name="connsiteX129" fmla="*/ 349429 w 3253380"/>
                <a:gd name="connsiteY129" fmla="*/ 938496 h 3035870"/>
                <a:gd name="connsiteX130" fmla="*/ 357258 w 3253380"/>
                <a:gd name="connsiteY130" fmla="*/ 924769 h 3035870"/>
                <a:gd name="connsiteX131" fmla="*/ 370045 w 3253380"/>
                <a:gd name="connsiteY131" fmla="*/ 911309 h 3035870"/>
                <a:gd name="connsiteX132" fmla="*/ 390928 w 3253380"/>
                <a:gd name="connsiteY132" fmla="*/ 898599 h 3035870"/>
                <a:gd name="connsiteX133" fmla="*/ 410247 w 3253380"/>
                <a:gd name="connsiteY133" fmla="*/ 895319 h 3035870"/>
                <a:gd name="connsiteX134" fmla="*/ 421992 w 3253380"/>
                <a:gd name="connsiteY134" fmla="*/ 890617 h 3035870"/>
                <a:gd name="connsiteX135" fmla="*/ 435426 w 3253380"/>
                <a:gd name="connsiteY135" fmla="*/ 875453 h 3035870"/>
                <a:gd name="connsiteX136" fmla="*/ 443790 w 3253380"/>
                <a:gd name="connsiteY136" fmla="*/ 889053 h 3035870"/>
                <a:gd name="connsiteX137" fmla="*/ 454619 w 3253380"/>
                <a:gd name="connsiteY137" fmla="*/ 889968 h 3035870"/>
                <a:gd name="connsiteX138" fmla="*/ 462842 w 3253380"/>
                <a:gd name="connsiteY138" fmla="*/ 889168 h 3035870"/>
                <a:gd name="connsiteX139" fmla="*/ 479925 w 3253380"/>
                <a:gd name="connsiteY139" fmla="*/ 888519 h 3035870"/>
                <a:gd name="connsiteX140" fmla="*/ 502511 w 3253380"/>
                <a:gd name="connsiteY140" fmla="*/ 874678 h 3035870"/>
                <a:gd name="connsiteX141" fmla="*/ 524830 w 3253380"/>
                <a:gd name="connsiteY141" fmla="*/ 857163 h 3035870"/>
                <a:gd name="connsiteX142" fmla="*/ 552881 w 3253380"/>
                <a:gd name="connsiteY142" fmla="*/ 836891 h 3035870"/>
                <a:gd name="connsiteX143" fmla="*/ 566329 w 3253380"/>
                <a:gd name="connsiteY143" fmla="*/ 811025 h 3035870"/>
                <a:gd name="connsiteX144" fmla="*/ 565426 w 3253380"/>
                <a:gd name="connsiteY144" fmla="*/ 805268 h 3035870"/>
                <a:gd name="connsiteX145" fmla="*/ 569722 w 3253380"/>
                <a:gd name="connsiteY145" fmla="*/ 799268 h 3035870"/>
                <a:gd name="connsiteX146" fmla="*/ 582903 w 3253380"/>
                <a:gd name="connsiteY146" fmla="*/ 805268 h 3035870"/>
                <a:gd name="connsiteX147" fmla="*/ 584326 w 3253380"/>
                <a:gd name="connsiteY147" fmla="*/ 812068 h 3035870"/>
                <a:gd name="connsiteX148" fmla="*/ 577971 w 3253380"/>
                <a:gd name="connsiteY148" fmla="*/ 822236 h 3035870"/>
                <a:gd name="connsiteX149" fmla="*/ 564918 w 3253380"/>
                <a:gd name="connsiteY149" fmla="*/ 835048 h 3035870"/>
                <a:gd name="connsiteX150" fmla="*/ 554229 w 3253380"/>
                <a:gd name="connsiteY150" fmla="*/ 849804 h 3035870"/>
                <a:gd name="connsiteX151" fmla="*/ 530740 w 3253380"/>
                <a:gd name="connsiteY151" fmla="*/ 865628 h 3035870"/>
                <a:gd name="connsiteX152" fmla="*/ 490067 w 3253380"/>
                <a:gd name="connsiteY152" fmla="*/ 892955 h 3035870"/>
                <a:gd name="connsiteX153" fmla="*/ 489292 w 3253380"/>
                <a:gd name="connsiteY153" fmla="*/ 897391 h 3035870"/>
                <a:gd name="connsiteX154" fmla="*/ 498037 w 3253380"/>
                <a:gd name="connsiteY154" fmla="*/ 911372 h 3035870"/>
                <a:gd name="connsiteX155" fmla="*/ 504951 w 3253380"/>
                <a:gd name="connsiteY155" fmla="*/ 915287 h 3035870"/>
                <a:gd name="connsiteX156" fmla="*/ 525961 w 3253380"/>
                <a:gd name="connsiteY156" fmla="*/ 914512 h 3035870"/>
                <a:gd name="connsiteX157" fmla="*/ 564842 w 3253380"/>
                <a:gd name="connsiteY157" fmla="*/ 898433 h 3035870"/>
                <a:gd name="connsiteX158" fmla="*/ 579331 w 3253380"/>
                <a:gd name="connsiteY158" fmla="*/ 888634 h 3035870"/>
                <a:gd name="connsiteX159" fmla="*/ 586258 w 3253380"/>
                <a:gd name="connsiteY159" fmla="*/ 885622 h 3035870"/>
                <a:gd name="connsiteX160" fmla="*/ 599566 w 3253380"/>
                <a:gd name="connsiteY160" fmla="*/ 886143 h 3035870"/>
                <a:gd name="connsiteX161" fmla="*/ 614704 w 3253380"/>
                <a:gd name="connsiteY161" fmla="*/ 878834 h 3035870"/>
                <a:gd name="connsiteX162" fmla="*/ 629956 w 3253380"/>
                <a:gd name="connsiteY162" fmla="*/ 862756 h 3035870"/>
                <a:gd name="connsiteX163" fmla="*/ 637582 w 3253380"/>
                <a:gd name="connsiteY163" fmla="*/ 854380 h 3035870"/>
                <a:gd name="connsiteX164" fmla="*/ 638853 w 3253380"/>
                <a:gd name="connsiteY164" fmla="*/ 847199 h 3035870"/>
                <a:gd name="connsiteX165" fmla="*/ 639514 w 3253380"/>
                <a:gd name="connsiteY165" fmla="*/ 837526 h 3035870"/>
                <a:gd name="connsiteX166" fmla="*/ 642781 w 3253380"/>
                <a:gd name="connsiteY166" fmla="*/ 833472 h 3035870"/>
                <a:gd name="connsiteX167" fmla="*/ 651246 w 3253380"/>
                <a:gd name="connsiteY167" fmla="*/ 839751 h 3035870"/>
                <a:gd name="connsiteX168" fmla="*/ 661312 w 3253380"/>
                <a:gd name="connsiteY168" fmla="*/ 834387 h 3035870"/>
                <a:gd name="connsiteX169" fmla="*/ 668608 w 3253380"/>
                <a:gd name="connsiteY169" fmla="*/ 819478 h 3035870"/>
                <a:gd name="connsiteX170" fmla="*/ 688448 w 3253380"/>
                <a:gd name="connsiteY170" fmla="*/ 782618 h 3035870"/>
                <a:gd name="connsiteX171" fmla="*/ 695363 w 3253380"/>
                <a:gd name="connsiteY171" fmla="*/ 775170 h 3035870"/>
                <a:gd name="connsiteX172" fmla="*/ 697968 w 3253380"/>
                <a:gd name="connsiteY172" fmla="*/ 768103 h 3035870"/>
                <a:gd name="connsiteX173" fmla="*/ 695363 w 3253380"/>
                <a:gd name="connsiteY173" fmla="*/ 760401 h 3035870"/>
                <a:gd name="connsiteX174" fmla="*/ 696532 w 3253380"/>
                <a:gd name="connsiteY174" fmla="*/ 749165 h 3035870"/>
                <a:gd name="connsiteX175" fmla="*/ 709077 w 3253380"/>
                <a:gd name="connsiteY175" fmla="*/ 733913 h 3035870"/>
                <a:gd name="connsiteX176" fmla="*/ 714555 w 3253380"/>
                <a:gd name="connsiteY176" fmla="*/ 718876 h 3035870"/>
                <a:gd name="connsiteX177" fmla="*/ 724075 w 3253380"/>
                <a:gd name="connsiteY177" fmla="*/ 709204 h 3035870"/>
                <a:gd name="connsiteX178" fmla="*/ 730989 w 3253380"/>
                <a:gd name="connsiteY178" fmla="*/ 683974 h 3035870"/>
                <a:gd name="connsiteX179" fmla="*/ 747055 w 3253380"/>
                <a:gd name="connsiteY179" fmla="*/ 659926 h 3035870"/>
                <a:gd name="connsiteX180" fmla="*/ 762307 w 3253380"/>
                <a:gd name="connsiteY180" fmla="*/ 640188 h 3035870"/>
                <a:gd name="connsiteX181" fmla="*/ 761036 w 3253380"/>
                <a:gd name="connsiteY181" fmla="*/ 634176 h 3035870"/>
                <a:gd name="connsiteX182" fmla="*/ 756079 w 3253380"/>
                <a:gd name="connsiteY182" fmla="*/ 630363 h 3035870"/>
                <a:gd name="connsiteX183" fmla="*/ 736506 w 3253380"/>
                <a:gd name="connsiteY183" fmla="*/ 639133 h 3035870"/>
                <a:gd name="connsiteX184" fmla="*/ 721495 w 3253380"/>
                <a:gd name="connsiteY184" fmla="*/ 651665 h 3035870"/>
                <a:gd name="connsiteX185" fmla="*/ 711835 w 3253380"/>
                <a:gd name="connsiteY185" fmla="*/ 660816 h 3035870"/>
                <a:gd name="connsiteX186" fmla="*/ 686415 w 3253380"/>
                <a:gd name="connsiteY186" fmla="*/ 686821 h 3035870"/>
                <a:gd name="connsiteX187" fmla="*/ 662011 w 3253380"/>
                <a:gd name="connsiteY187" fmla="*/ 703688 h 3035870"/>
                <a:gd name="connsiteX188" fmla="*/ 642170 w 3253380"/>
                <a:gd name="connsiteY188" fmla="*/ 728523 h 3035870"/>
                <a:gd name="connsiteX189" fmla="*/ 597024 w 3253380"/>
                <a:gd name="connsiteY189" fmla="*/ 757274 h 3035870"/>
                <a:gd name="connsiteX190" fmla="*/ 556567 w 3253380"/>
                <a:gd name="connsiteY190" fmla="*/ 782491 h 3035870"/>
                <a:gd name="connsiteX191" fmla="*/ 515971 w 3253380"/>
                <a:gd name="connsiteY191" fmla="*/ 806945 h 3035870"/>
                <a:gd name="connsiteX192" fmla="*/ 511408 w 3253380"/>
                <a:gd name="connsiteY192" fmla="*/ 822617 h 3035870"/>
                <a:gd name="connsiteX193" fmla="*/ 500706 w 3253380"/>
                <a:gd name="connsiteY193" fmla="*/ 835048 h 3035870"/>
                <a:gd name="connsiteX194" fmla="*/ 460770 w 3253380"/>
                <a:gd name="connsiteY194" fmla="*/ 855168 h 3035870"/>
                <a:gd name="connsiteX195" fmla="*/ 439239 w 3253380"/>
                <a:gd name="connsiteY195" fmla="*/ 801709 h 3035870"/>
                <a:gd name="connsiteX196" fmla="*/ 459728 w 3253380"/>
                <a:gd name="connsiteY196" fmla="*/ 784982 h 3035870"/>
                <a:gd name="connsiteX197" fmla="*/ 453729 w 3253380"/>
                <a:gd name="connsiteY197" fmla="*/ 764849 h 3035870"/>
                <a:gd name="connsiteX198" fmla="*/ 365634 w 3253380"/>
                <a:gd name="connsiteY198" fmla="*/ 702900 h 3035870"/>
                <a:gd name="connsiteX199" fmla="*/ 330796 w 3253380"/>
                <a:gd name="connsiteY199" fmla="*/ 692960 h 3035870"/>
                <a:gd name="connsiteX200" fmla="*/ 364719 w 3253380"/>
                <a:gd name="connsiteY200" fmla="*/ 655974 h 3035870"/>
                <a:gd name="connsiteX201" fmla="*/ 350738 w 3253380"/>
                <a:gd name="connsiteY201" fmla="*/ 640938 h 3035870"/>
                <a:gd name="connsiteX202" fmla="*/ 324390 w 3253380"/>
                <a:gd name="connsiteY202" fmla="*/ 658325 h 3035870"/>
                <a:gd name="connsiteX203" fmla="*/ 299719 w 3253380"/>
                <a:gd name="connsiteY203" fmla="*/ 656495 h 3035870"/>
                <a:gd name="connsiteX204" fmla="*/ 251827 w 3253380"/>
                <a:gd name="connsiteY204" fmla="*/ 679246 h 3035870"/>
                <a:gd name="connsiteX205" fmla="*/ 226127 w 3253380"/>
                <a:gd name="connsiteY205" fmla="*/ 684203 h 3035870"/>
                <a:gd name="connsiteX206" fmla="*/ 185531 w 3253380"/>
                <a:gd name="connsiteY206" fmla="*/ 690558 h 3035870"/>
                <a:gd name="connsiteX207" fmla="*/ 159831 w 3253380"/>
                <a:gd name="connsiteY207" fmla="*/ 699455 h 3035870"/>
                <a:gd name="connsiteX208" fmla="*/ 116756 w 3253380"/>
                <a:gd name="connsiteY208" fmla="*/ 712915 h 3035870"/>
                <a:gd name="connsiteX209" fmla="*/ 51260 w 3253380"/>
                <a:gd name="connsiteY209" fmla="*/ 751605 h 3035870"/>
                <a:gd name="connsiteX210" fmla="*/ 11859 w 3253380"/>
                <a:gd name="connsiteY210" fmla="*/ 772120 h 3035870"/>
                <a:gd name="connsiteX211" fmla="*/ 0 w 3253380"/>
                <a:gd name="connsiteY211" fmla="*/ 756435 h 3035870"/>
                <a:gd name="connsiteX212" fmla="*/ 5478 w 3253380"/>
                <a:gd name="connsiteY212" fmla="*/ 746114 h 3035870"/>
                <a:gd name="connsiteX213" fmla="*/ 52201 w 3253380"/>
                <a:gd name="connsiteY213" fmla="*/ 656584 h 3035870"/>
                <a:gd name="connsiteX214" fmla="*/ 36262 w 3253380"/>
                <a:gd name="connsiteY214" fmla="*/ 616203 h 3035870"/>
                <a:gd name="connsiteX215" fmla="*/ 2720 w 3253380"/>
                <a:gd name="connsiteY215" fmla="*/ 531757 h 3035870"/>
                <a:gd name="connsiteX216" fmla="*/ 24518 w 3253380"/>
                <a:gd name="connsiteY216" fmla="*/ 506794 h 3035870"/>
                <a:gd name="connsiteX217" fmla="*/ 47740 w 3253380"/>
                <a:gd name="connsiteY217" fmla="*/ 577247 h 3035870"/>
                <a:gd name="connsiteX218" fmla="*/ 113388 w 3253380"/>
                <a:gd name="connsiteY218" fmla="*/ 539116 h 3035870"/>
                <a:gd name="connsiteX219" fmla="*/ 163250 w 3253380"/>
                <a:gd name="connsiteY219" fmla="*/ 488796 h 3035870"/>
                <a:gd name="connsiteX220" fmla="*/ 173545 w 3253380"/>
                <a:gd name="connsiteY220" fmla="*/ 473900 h 3035870"/>
                <a:gd name="connsiteX221" fmla="*/ 187259 w 3253380"/>
                <a:gd name="connsiteY221" fmla="*/ 468155 h 3035870"/>
                <a:gd name="connsiteX222" fmla="*/ 195216 w 3253380"/>
                <a:gd name="connsiteY222" fmla="*/ 488008 h 3035870"/>
                <a:gd name="connsiteX223" fmla="*/ 253022 w 3253380"/>
                <a:gd name="connsiteY223" fmla="*/ 501990 h 3035870"/>
                <a:gd name="connsiteX224" fmla="*/ 274426 w 3253380"/>
                <a:gd name="connsiteY224" fmla="*/ 463160 h 3035870"/>
                <a:gd name="connsiteX225" fmla="*/ 317234 w 3253380"/>
                <a:gd name="connsiteY225" fmla="*/ 446827 h 3035870"/>
                <a:gd name="connsiteX226" fmla="*/ 336668 w 3253380"/>
                <a:gd name="connsiteY226" fmla="*/ 437930 h 3035870"/>
                <a:gd name="connsiteX227" fmla="*/ 352861 w 3253380"/>
                <a:gd name="connsiteY227" fmla="*/ 408392 h 3035870"/>
                <a:gd name="connsiteX228" fmla="*/ 355860 w 3253380"/>
                <a:gd name="connsiteY228" fmla="*/ 402367 h 3035870"/>
                <a:gd name="connsiteX229" fmla="*/ 373998 w 3253380"/>
                <a:gd name="connsiteY229" fmla="*/ 367732 h 3035870"/>
                <a:gd name="connsiteX230" fmla="*/ 380251 w 3253380"/>
                <a:gd name="connsiteY230" fmla="*/ 351666 h 3035870"/>
                <a:gd name="connsiteX231" fmla="*/ 404286 w 3253380"/>
                <a:gd name="connsiteY231" fmla="*/ 338600 h 3035870"/>
                <a:gd name="connsiteX232" fmla="*/ 400740 w 3253380"/>
                <a:gd name="connsiteY232" fmla="*/ 311019 h 3035870"/>
                <a:gd name="connsiteX233" fmla="*/ 402964 w 3253380"/>
                <a:gd name="connsiteY233" fmla="*/ 306964 h 3035870"/>
                <a:gd name="connsiteX234" fmla="*/ 446421 w 3253380"/>
                <a:gd name="connsiteY234" fmla="*/ 289170 h 3035870"/>
                <a:gd name="connsiteX235" fmla="*/ 464698 w 3253380"/>
                <a:gd name="connsiteY235" fmla="*/ 321695 h 3035870"/>
                <a:gd name="connsiteX236" fmla="*/ 590643 w 3253380"/>
                <a:gd name="connsiteY236" fmla="*/ 294127 h 3035870"/>
                <a:gd name="connsiteX237" fmla="*/ 587250 w 3253380"/>
                <a:gd name="connsiteY237" fmla="*/ 226305 h 3035870"/>
                <a:gd name="connsiteX238" fmla="*/ 627821 w 3253380"/>
                <a:gd name="connsiteY238" fmla="*/ 209782 h 3035870"/>
                <a:gd name="connsiteX239" fmla="*/ 630833 w 3253380"/>
                <a:gd name="connsiteY239" fmla="*/ 184565 h 3035870"/>
                <a:gd name="connsiteX240" fmla="*/ 617119 w 3253380"/>
                <a:gd name="connsiteY240" fmla="*/ 154887 h 3035870"/>
                <a:gd name="connsiteX241" fmla="*/ 639705 w 3253380"/>
                <a:gd name="connsiteY241" fmla="*/ 151747 h 3035870"/>
                <a:gd name="connsiteX242" fmla="*/ 703116 w 3253380"/>
                <a:gd name="connsiteY242" fmla="*/ 147845 h 3035870"/>
                <a:gd name="connsiteX243" fmla="*/ 712013 w 3253380"/>
                <a:gd name="connsiteY243" fmla="*/ 168080 h 3035870"/>
                <a:gd name="connsiteX244" fmla="*/ 716843 w 3253380"/>
                <a:gd name="connsiteY244" fmla="*/ 167571 h 3035870"/>
                <a:gd name="connsiteX245" fmla="*/ 756778 w 3253380"/>
                <a:gd name="connsiteY245" fmla="*/ 169923 h 3035870"/>
                <a:gd name="connsiteX246" fmla="*/ 802052 w 3253380"/>
                <a:gd name="connsiteY246" fmla="*/ 178159 h 3035870"/>
                <a:gd name="connsiteX247" fmla="*/ 829074 w 3253380"/>
                <a:gd name="connsiteY247" fmla="*/ 178934 h 3035870"/>
                <a:gd name="connsiteX248" fmla="*/ 853478 w 3253380"/>
                <a:gd name="connsiteY248" fmla="*/ 181146 h 3035870"/>
                <a:gd name="connsiteX249" fmla="*/ 908932 w 3253380"/>
                <a:gd name="connsiteY249" fmla="*/ 170711 h 3035870"/>
                <a:gd name="connsiteX250" fmla="*/ 969941 w 3253380"/>
                <a:gd name="connsiteY250" fmla="*/ 117646 h 3035870"/>
                <a:gd name="connsiteX251" fmla="*/ 991739 w 3253380"/>
                <a:gd name="connsiteY251" fmla="*/ 118294 h 3035870"/>
                <a:gd name="connsiteX252" fmla="*/ 993951 w 3253380"/>
                <a:gd name="connsiteY252" fmla="*/ 117646 h 3035870"/>
                <a:gd name="connsiteX253" fmla="*/ 1058773 w 3253380"/>
                <a:gd name="connsiteY253" fmla="*/ 84968 h 3035870"/>
                <a:gd name="connsiteX254" fmla="*/ 1066463 w 3253380"/>
                <a:gd name="connsiteY254" fmla="*/ 86798 h 3035870"/>
                <a:gd name="connsiteX255" fmla="*/ 1074089 w 3253380"/>
                <a:gd name="connsiteY255" fmla="*/ 89149 h 3035870"/>
                <a:gd name="connsiteX256" fmla="*/ 1078016 w 3253380"/>
                <a:gd name="connsiteY256" fmla="*/ 96191 h 3035870"/>
                <a:gd name="connsiteX257" fmla="*/ 1139877 w 3253380"/>
                <a:gd name="connsiteY257" fmla="*/ 115027 h 3035870"/>
                <a:gd name="connsiteX258" fmla="*/ 1178630 w 3253380"/>
                <a:gd name="connsiteY258" fmla="*/ 110058 h 3035870"/>
                <a:gd name="connsiteX259" fmla="*/ 1182291 w 3253380"/>
                <a:gd name="connsiteY259" fmla="*/ 109409 h 3035870"/>
                <a:gd name="connsiteX260" fmla="*/ 1246998 w 3253380"/>
                <a:gd name="connsiteY260" fmla="*/ 114494 h 3035870"/>
                <a:gd name="connsiteX261" fmla="*/ 1280541 w 3253380"/>
                <a:gd name="connsiteY261" fmla="*/ 128856 h 3035870"/>
                <a:gd name="connsiteX262" fmla="*/ 1410007 w 3253380"/>
                <a:gd name="connsiteY262" fmla="*/ 71215 h 3035870"/>
                <a:gd name="connsiteX263" fmla="*/ 1402825 w 3253380"/>
                <a:gd name="connsiteY263" fmla="*/ 50701 h 3035870"/>
                <a:gd name="connsiteX264" fmla="*/ 1360284 w 3253380"/>
                <a:gd name="connsiteY264" fmla="*/ 68356 h 3035870"/>
                <a:gd name="connsiteX265" fmla="*/ 1340977 w 3253380"/>
                <a:gd name="connsiteY265" fmla="*/ 60386 h 3035870"/>
                <a:gd name="connsiteX266" fmla="*/ 1404643 w 3253380"/>
                <a:gd name="connsiteY266" fmla="*/ 0 h 3035870"/>
                <a:gd name="connsiteX267" fmla="*/ 1443549 w 3253380"/>
                <a:gd name="connsiteY267" fmla="*/ 46265 h 3035870"/>
                <a:gd name="connsiteX268" fmla="*/ 1428017 w 3253380"/>
                <a:gd name="connsiteY268" fmla="*/ 65864 h 3035870"/>
                <a:gd name="connsiteX269" fmla="*/ 1426848 w 3253380"/>
                <a:gd name="connsiteY269" fmla="*/ 80379 h 3035870"/>
                <a:gd name="connsiteX270" fmla="*/ 1378422 w 3253380"/>
                <a:gd name="connsiteY270" fmla="*/ 141388 h 3035870"/>
                <a:gd name="connsiteX271" fmla="*/ 1328699 w 3253380"/>
                <a:gd name="connsiteY271" fmla="*/ 157327 h 3035870"/>
                <a:gd name="connsiteX272" fmla="*/ 1288370 w 3253380"/>
                <a:gd name="connsiteY272" fmla="*/ 170520 h 3035870"/>
                <a:gd name="connsiteX273" fmla="*/ 1264106 w 3253380"/>
                <a:gd name="connsiteY273" fmla="*/ 179926 h 3035870"/>
                <a:gd name="connsiteX274" fmla="*/ 1254840 w 3253380"/>
                <a:gd name="connsiteY274" fmla="*/ 199410 h 3035870"/>
                <a:gd name="connsiteX275" fmla="*/ 1230183 w 3253380"/>
                <a:gd name="connsiteY275" fmla="*/ 240452 h 3035870"/>
                <a:gd name="connsiteX276" fmla="*/ 1189192 w 3253380"/>
                <a:gd name="connsiteY276" fmla="*/ 245281 h 3035870"/>
                <a:gd name="connsiteX277" fmla="*/ 1156146 w 3253380"/>
                <a:gd name="connsiteY277" fmla="*/ 262288 h 3035870"/>
                <a:gd name="connsiteX278" fmla="*/ 1129658 w 3253380"/>
                <a:gd name="connsiteY278" fmla="*/ 277959 h 3035870"/>
                <a:gd name="connsiteX279" fmla="*/ 1138796 w 3253380"/>
                <a:gd name="connsiteY279" fmla="*/ 305541 h 3035870"/>
                <a:gd name="connsiteX280" fmla="*/ 1120265 w 3253380"/>
                <a:gd name="connsiteY280" fmla="*/ 312468 h 3035870"/>
                <a:gd name="connsiteX281" fmla="*/ 975534 w 3253380"/>
                <a:gd name="connsiteY281" fmla="*/ 381103 h 3035870"/>
                <a:gd name="connsiteX282" fmla="*/ 984278 w 3253380"/>
                <a:gd name="connsiteY282" fmla="*/ 411684 h 3035870"/>
                <a:gd name="connsiteX283" fmla="*/ 1003852 w 3253380"/>
                <a:gd name="connsiteY283" fmla="*/ 458610 h 3035870"/>
                <a:gd name="connsiteX284" fmla="*/ 1026425 w 3253380"/>
                <a:gd name="connsiteY284" fmla="*/ 449979 h 3035870"/>
                <a:gd name="connsiteX285" fmla="*/ 1057222 w 3253380"/>
                <a:gd name="connsiteY285" fmla="*/ 482276 h 3035870"/>
                <a:gd name="connsiteX286" fmla="*/ 1076682 w 3253380"/>
                <a:gd name="connsiteY286" fmla="*/ 526965 h 3035870"/>
                <a:gd name="connsiteX287" fmla="*/ 1060870 w 3253380"/>
                <a:gd name="connsiteY287" fmla="*/ 548394 h 3035870"/>
                <a:gd name="connsiteX288" fmla="*/ 1082287 w 3253380"/>
                <a:gd name="connsiteY288" fmla="*/ 551674 h 3035870"/>
                <a:gd name="connsiteX289" fmla="*/ 1098810 w 3253380"/>
                <a:gd name="connsiteY289" fmla="*/ 544226 h 3035870"/>
                <a:gd name="connsiteX290" fmla="*/ 1117087 w 3253380"/>
                <a:gd name="connsiteY290" fmla="*/ 546310 h 3035870"/>
                <a:gd name="connsiteX291" fmla="*/ 1128526 w 3253380"/>
                <a:gd name="connsiteY291" fmla="*/ 537032 h 3035870"/>
                <a:gd name="connsiteX292" fmla="*/ 1131272 w 3253380"/>
                <a:gd name="connsiteY292" fmla="*/ 524614 h 3035870"/>
                <a:gd name="connsiteX293" fmla="*/ 1138440 w 3253380"/>
                <a:gd name="connsiteY293" fmla="*/ 515844 h 3035870"/>
                <a:gd name="connsiteX294" fmla="*/ 1153693 w 3253380"/>
                <a:gd name="connsiteY294" fmla="*/ 512590 h 3035870"/>
                <a:gd name="connsiteX295" fmla="*/ 1159692 w 3253380"/>
                <a:gd name="connsiteY295" fmla="*/ 502777 h 3035870"/>
                <a:gd name="connsiteX296" fmla="*/ 1159044 w 3253380"/>
                <a:gd name="connsiteY296" fmla="*/ 489711 h 3035870"/>
                <a:gd name="connsiteX297" fmla="*/ 1162310 w 3253380"/>
                <a:gd name="connsiteY297" fmla="*/ 480052 h 3035870"/>
                <a:gd name="connsiteX298" fmla="*/ 1171576 w 3253380"/>
                <a:gd name="connsiteY298" fmla="*/ 478336 h 3035870"/>
                <a:gd name="connsiteX299" fmla="*/ 1175491 w 3253380"/>
                <a:gd name="connsiteY299" fmla="*/ 485670 h 3035870"/>
                <a:gd name="connsiteX300" fmla="*/ 1180829 w 3253380"/>
                <a:gd name="connsiteY300" fmla="*/ 494160 h 3035870"/>
                <a:gd name="connsiteX301" fmla="*/ 1188455 w 3253380"/>
                <a:gd name="connsiteY301" fmla="*/ 493626 h 3035870"/>
                <a:gd name="connsiteX302" fmla="*/ 1194975 w 3253380"/>
                <a:gd name="connsiteY302" fmla="*/ 486445 h 3035870"/>
                <a:gd name="connsiteX303" fmla="*/ 1197200 w 3253380"/>
                <a:gd name="connsiteY303" fmla="*/ 477688 h 3035870"/>
                <a:gd name="connsiteX304" fmla="*/ 1196030 w 3253380"/>
                <a:gd name="connsiteY304" fmla="*/ 468536 h 3035870"/>
                <a:gd name="connsiteX305" fmla="*/ 1200339 w 3253380"/>
                <a:gd name="connsiteY305" fmla="*/ 464088 h 3035870"/>
                <a:gd name="connsiteX306" fmla="*/ 1211435 w 3253380"/>
                <a:gd name="connsiteY306" fmla="*/ 466312 h 3035870"/>
                <a:gd name="connsiteX307" fmla="*/ 1249922 w 3253380"/>
                <a:gd name="connsiteY307" fmla="*/ 461075 h 3035870"/>
                <a:gd name="connsiteX308" fmla="*/ 1257624 w 3253380"/>
                <a:gd name="connsiteY308" fmla="*/ 512056 h 3035870"/>
                <a:gd name="connsiteX309" fmla="*/ 1290365 w 3253380"/>
                <a:gd name="connsiteY309" fmla="*/ 518208 h 3035870"/>
                <a:gd name="connsiteX310" fmla="*/ 1258412 w 3253380"/>
                <a:gd name="connsiteY310" fmla="*/ 566684 h 3035870"/>
                <a:gd name="connsiteX311" fmla="*/ 1241698 w 3253380"/>
                <a:gd name="connsiteY311" fmla="*/ 575582 h 3035870"/>
                <a:gd name="connsiteX312" fmla="*/ 1207253 w 3253380"/>
                <a:gd name="connsiteY312" fmla="*/ 563698 h 3035870"/>
                <a:gd name="connsiteX313" fmla="*/ 1177359 w 3253380"/>
                <a:gd name="connsiteY313" fmla="*/ 581212 h 3035870"/>
                <a:gd name="connsiteX314" fmla="*/ 1179901 w 3253380"/>
                <a:gd name="connsiteY314" fmla="*/ 594545 h 3035870"/>
                <a:gd name="connsiteX315" fmla="*/ 1150413 w 3253380"/>
                <a:gd name="connsiteY315" fmla="*/ 609035 h 3035870"/>
                <a:gd name="connsiteX316" fmla="*/ 1140487 w 3253380"/>
                <a:gd name="connsiteY316" fmla="*/ 624605 h 3035870"/>
                <a:gd name="connsiteX317" fmla="*/ 1169085 w 3253380"/>
                <a:gd name="connsiteY317" fmla="*/ 645653 h 3035870"/>
                <a:gd name="connsiteX318" fmla="*/ 1177982 w 3253380"/>
                <a:gd name="connsiteY318" fmla="*/ 660816 h 3035870"/>
                <a:gd name="connsiteX319" fmla="*/ 1152396 w 3253380"/>
                <a:gd name="connsiteY319" fmla="*/ 661858 h 3035870"/>
                <a:gd name="connsiteX320" fmla="*/ 1107631 w 3253380"/>
                <a:gd name="connsiteY320" fmla="*/ 676882 h 3035870"/>
                <a:gd name="connsiteX321" fmla="*/ 1069271 w 3253380"/>
                <a:gd name="connsiteY321" fmla="*/ 654283 h 3035870"/>
                <a:gd name="connsiteX322" fmla="*/ 1038208 w 3253380"/>
                <a:gd name="connsiteY322" fmla="*/ 664337 h 3035870"/>
                <a:gd name="connsiteX323" fmla="*/ 1059739 w 3253380"/>
                <a:gd name="connsiteY323" fmla="*/ 744310 h 3035870"/>
                <a:gd name="connsiteX324" fmla="*/ 1120938 w 3253380"/>
                <a:gd name="connsiteY324" fmla="*/ 744729 h 3035870"/>
                <a:gd name="connsiteX325" fmla="*/ 1127204 w 3253380"/>
                <a:gd name="connsiteY325" fmla="*/ 742505 h 3035870"/>
                <a:gd name="connsiteX326" fmla="*/ 1165056 w 3253380"/>
                <a:gd name="connsiteY326" fmla="*/ 730074 h 3035870"/>
                <a:gd name="connsiteX327" fmla="*/ 1167534 w 3253380"/>
                <a:gd name="connsiteY327" fmla="*/ 786940 h 3035870"/>
                <a:gd name="connsiteX328" fmla="*/ 1184057 w 3253380"/>
                <a:gd name="connsiteY328" fmla="*/ 807721 h 3035870"/>
                <a:gd name="connsiteX329" fmla="*/ 1206936 w 3253380"/>
                <a:gd name="connsiteY329" fmla="*/ 802878 h 3035870"/>
                <a:gd name="connsiteX330" fmla="*/ 1231212 w 3253380"/>
                <a:gd name="connsiteY330" fmla="*/ 795417 h 3035870"/>
                <a:gd name="connsiteX331" fmla="*/ 1239385 w 3253380"/>
                <a:gd name="connsiteY331" fmla="*/ 783038 h 3035870"/>
                <a:gd name="connsiteX332" fmla="*/ 1245257 w 3253380"/>
                <a:gd name="connsiteY332" fmla="*/ 763171 h 3035870"/>
                <a:gd name="connsiteX333" fmla="*/ 1233119 w 3253380"/>
                <a:gd name="connsiteY333" fmla="*/ 746559 h 3035870"/>
                <a:gd name="connsiteX334" fmla="*/ 1220205 w 3253380"/>
                <a:gd name="connsiteY334" fmla="*/ 707348 h 3035870"/>
                <a:gd name="connsiteX335" fmla="*/ 1248168 w 3253380"/>
                <a:gd name="connsiteY335" fmla="*/ 695451 h 3035870"/>
                <a:gd name="connsiteX336" fmla="*/ 1258094 w 3253380"/>
                <a:gd name="connsiteY336" fmla="*/ 691550 h 3035870"/>
                <a:gd name="connsiteX337" fmla="*/ 1283146 w 3253380"/>
                <a:gd name="connsiteY337" fmla="*/ 680949 h 3035870"/>
                <a:gd name="connsiteX338" fmla="*/ 1308567 w 3253380"/>
                <a:gd name="connsiteY338" fmla="*/ 663829 h 3035870"/>
                <a:gd name="connsiteX339" fmla="*/ 1329449 w 3253380"/>
                <a:gd name="connsiteY339" fmla="*/ 626448 h 3035870"/>
                <a:gd name="connsiteX340" fmla="*/ 1359344 w 3253380"/>
                <a:gd name="connsiteY340" fmla="*/ 580183 h 3035870"/>
                <a:gd name="connsiteX341" fmla="*/ 1343545 w 3253380"/>
                <a:gd name="connsiteY341" fmla="*/ 557037 h 3035870"/>
                <a:gd name="connsiteX342" fmla="*/ 1345896 w 3253380"/>
                <a:gd name="connsiteY342" fmla="*/ 550377 h 3035870"/>
                <a:gd name="connsiteX343" fmla="*/ 1378129 w 3253380"/>
                <a:gd name="connsiteY343" fmla="*/ 543196 h 3035870"/>
                <a:gd name="connsiteX344" fmla="*/ 1418802 w 3253380"/>
                <a:gd name="connsiteY344" fmla="*/ 528554 h 3035870"/>
                <a:gd name="connsiteX345" fmla="*/ 1451149 w 3253380"/>
                <a:gd name="connsiteY345" fmla="*/ 539396 h 3035870"/>
                <a:gd name="connsiteX346" fmla="*/ 1474130 w 3253380"/>
                <a:gd name="connsiteY346" fmla="*/ 589715 h 3035870"/>
                <a:gd name="connsiteX347" fmla="*/ 1482099 w 3253380"/>
                <a:gd name="connsiteY347" fmla="*/ 577564 h 3035870"/>
                <a:gd name="connsiteX348" fmla="*/ 1512095 w 3253380"/>
                <a:gd name="connsiteY348" fmla="*/ 574171 h 3035870"/>
                <a:gd name="connsiteX349" fmla="*/ 1541595 w 3253380"/>
                <a:gd name="connsiteY349" fmla="*/ 568807 h 3035870"/>
                <a:gd name="connsiteX350" fmla="*/ 1546946 w 3253380"/>
                <a:gd name="connsiteY350" fmla="*/ 572862 h 3035870"/>
                <a:gd name="connsiteX351" fmla="*/ 1593402 w 3253380"/>
                <a:gd name="connsiteY351" fmla="*/ 584898 h 3035870"/>
                <a:gd name="connsiteX352" fmla="*/ 1609201 w 3253380"/>
                <a:gd name="connsiteY352" fmla="*/ 577437 h 3035870"/>
                <a:gd name="connsiteX353" fmla="*/ 1609595 w 3253380"/>
                <a:gd name="connsiteY353" fmla="*/ 544886 h 3035870"/>
                <a:gd name="connsiteX354" fmla="*/ 1649658 w 3253380"/>
                <a:gd name="connsiteY354" fmla="*/ 527092 h 3035870"/>
                <a:gd name="connsiteX355" fmla="*/ 1651348 w 3253380"/>
                <a:gd name="connsiteY355" fmla="*/ 515856 h 3035870"/>
                <a:gd name="connsiteX356" fmla="*/ 1646264 w 3253380"/>
                <a:gd name="connsiteY356" fmla="*/ 478730 h 3035870"/>
                <a:gd name="connsiteX357" fmla="*/ 1653178 w 3253380"/>
                <a:gd name="connsiteY357" fmla="*/ 459906 h 3035870"/>
                <a:gd name="connsiteX358" fmla="*/ 1628521 w 3253380"/>
                <a:gd name="connsiteY358" fmla="*/ 429846 h 3035870"/>
                <a:gd name="connsiteX359" fmla="*/ 1598232 w 3253380"/>
                <a:gd name="connsiteY359" fmla="*/ 427749 h 3035870"/>
                <a:gd name="connsiteX360" fmla="*/ 1602147 w 3253380"/>
                <a:gd name="connsiteY360" fmla="*/ 403053 h 3035870"/>
                <a:gd name="connsiteX361" fmla="*/ 1600723 w 3253380"/>
                <a:gd name="connsiteY361" fmla="*/ 400308 h 3035870"/>
                <a:gd name="connsiteX362" fmla="*/ 1583488 w 3253380"/>
                <a:gd name="connsiteY362" fmla="*/ 367757 h 3035870"/>
                <a:gd name="connsiteX363" fmla="*/ 1584009 w 3253380"/>
                <a:gd name="connsiteY363" fmla="*/ 344497 h 3035870"/>
                <a:gd name="connsiteX364" fmla="*/ 1543693 w 3253380"/>
                <a:gd name="connsiteY364" fmla="*/ 346595 h 3035870"/>
                <a:gd name="connsiteX365" fmla="*/ 1536638 w 3253380"/>
                <a:gd name="connsiteY365" fmla="*/ 331965 h 3035870"/>
                <a:gd name="connsiteX366" fmla="*/ 1496055 w 3253380"/>
                <a:gd name="connsiteY366" fmla="*/ 299020 h 3035870"/>
                <a:gd name="connsiteX367" fmla="*/ 1495534 w 3253380"/>
                <a:gd name="connsiteY367" fmla="*/ 281900 h 3035870"/>
                <a:gd name="connsiteX368" fmla="*/ 1491212 w 3253380"/>
                <a:gd name="connsiteY368" fmla="*/ 243070 h 3035870"/>
                <a:gd name="connsiteX369" fmla="*/ 1469821 w 3253380"/>
                <a:gd name="connsiteY369" fmla="*/ 218234 h 3035870"/>
                <a:gd name="connsiteX370" fmla="*/ 1461076 w 3253380"/>
                <a:gd name="connsiteY370" fmla="*/ 205702 h 3035870"/>
                <a:gd name="connsiteX371" fmla="*/ 1515730 w 3253380"/>
                <a:gd name="connsiteY371" fmla="*/ 193932 h 3035870"/>
                <a:gd name="connsiteX372" fmla="*/ 1527602 w 3253380"/>
                <a:gd name="connsiteY372" fmla="*/ 191454 h 3035870"/>
                <a:gd name="connsiteX373" fmla="*/ 1601727 w 3253380"/>
                <a:gd name="connsiteY373" fmla="*/ 187272 h 3035870"/>
                <a:gd name="connsiteX374" fmla="*/ 1604981 w 3253380"/>
                <a:gd name="connsiteY374" fmla="*/ 185823 h 3035870"/>
                <a:gd name="connsiteX375" fmla="*/ 1624568 w 3253380"/>
                <a:gd name="connsiteY375" fmla="*/ 174193 h 3035870"/>
                <a:gd name="connsiteX376" fmla="*/ 1652886 w 3253380"/>
                <a:gd name="connsiteY376" fmla="*/ 161483 h 3035870"/>
                <a:gd name="connsiteX377" fmla="*/ 1673222 w 3253380"/>
                <a:gd name="connsiteY377" fmla="*/ 152586 h 3035870"/>
                <a:gd name="connsiteX378" fmla="*/ 1781806 w 3253380"/>
                <a:gd name="connsiteY378" fmla="*/ 253632 h 3035870"/>
                <a:gd name="connsiteX379" fmla="*/ 1819631 w 3253380"/>
                <a:gd name="connsiteY379" fmla="*/ 258983 h 3035870"/>
                <a:gd name="connsiteX380" fmla="*/ 1841556 w 3253380"/>
                <a:gd name="connsiteY380" fmla="*/ 223166 h 3035870"/>
                <a:gd name="connsiteX381" fmla="*/ 1877069 w 3253380"/>
                <a:gd name="connsiteY381" fmla="*/ 263305 h 3035870"/>
                <a:gd name="connsiteX382" fmla="*/ 1905908 w 3253380"/>
                <a:gd name="connsiteY382" fmla="*/ 231135 h 3035870"/>
                <a:gd name="connsiteX383" fmla="*/ 1914119 w 3253380"/>
                <a:gd name="connsiteY383" fmla="*/ 227322 h 3035870"/>
                <a:gd name="connsiteX384" fmla="*/ 1917932 w 3253380"/>
                <a:gd name="connsiteY384" fmla="*/ 232152 h 3035870"/>
                <a:gd name="connsiteX385" fmla="*/ 1918453 w 3253380"/>
                <a:gd name="connsiteY385" fmla="*/ 239206 h 3035870"/>
                <a:gd name="connsiteX386" fmla="*/ 1936603 w 3253380"/>
                <a:gd name="connsiteY386" fmla="*/ 248879 h 3035870"/>
                <a:gd name="connsiteX387" fmla="*/ 1957740 w 3253380"/>
                <a:gd name="connsiteY387" fmla="*/ 236079 h 3035870"/>
                <a:gd name="connsiteX388" fmla="*/ 1963485 w 3253380"/>
                <a:gd name="connsiteY388" fmla="*/ 271490 h 3035870"/>
                <a:gd name="connsiteX389" fmla="*/ 1985919 w 3253380"/>
                <a:gd name="connsiteY389" fmla="*/ 328076 h 3035870"/>
                <a:gd name="connsiteX390" fmla="*/ 1985398 w 3253380"/>
                <a:gd name="connsiteY390" fmla="*/ 362851 h 3035870"/>
                <a:gd name="connsiteX391" fmla="*/ 2001857 w 3253380"/>
                <a:gd name="connsiteY391" fmla="*/ 378535 h 3035870"/>
                <a:gd name="connsiteX392" fmla="*/ 2023897 w 3253380"/>
                <a:gd name="connsiteY392" fmla="*/ 436824 h 3035870"/>
                <a:gd name="connsiteX393" fmla="*/ 2028587 w 3253380"/>
                <a:gd name="connsiteY393" fmla="*/ 433303 h 3035870"/>
                <a:gd name="connsiteX394" fmla="*/ 2072717 w 3253380"/>
                <a:gd name="connsiteY394" fmla="*/ 501939 h 3035870"/>
                <a:gd name="connsiteX395" fmla="*/ 2064620 w 3253380"/>
                <a:gd name="connsiteY395" fmla="*/ 533168 h 3035870"/>
                <a:gd name="connsiteX396" fmla="*/ 2075449 w 3253380"/>
                <a:gd name="connsiteY396" fmla="*/ 587669 h 3035870"/>
                <a:gd name="connsiteX397" fmla="*/ 2083800 w 3253380"/>
                <a:gd name="connsiteY397" fmla="*/ 644128 h 3035870"/>
                <a:gd name="connsiteX398" fmla="*/ 2058621 w 3253380"/>
                <a:gd name="connsiteY398" fmla="*/ 656838 h 3035870"/>
                <a:gd name="connsiteX399" fmla="*/ 2045441 w 3253380"/>
                <a:gd name="connsiteY399" fmla="*/ 679462 h 3035870"/>
                <a:gd name="connsiteX400" fmla="*/ 2061964 w 3253380"/>
                <a:gd name="connsiteY400" fmla="*/ 758786 h 3035870"/>
                <a:gd name="connsiteX401" fmla="*/ 2056880 w 3253380"/>
                <a:gd name="connsiteY401" fmla="*/ 786635 h 3035870"/>
                <a:gd name="connsiteX402" fmla="*/ 2070594 w 3253380"/>
                <a:gd name="connsiteY402" fmla="*/ 792240 h 3035870"/>
                <a:gd name="connsiteX403" fmla="*/ 2048555 w 3253380"/>
                <a:gd name="connsiteY403" fmla="*/ 878377 h 3035870"/>
                <a:gd name="connsiteX404" fmla="*/ 2097870 w 3253380"/>
                <a:gd name="connsiteY404" fmla="*/ 937187 h 3035870"/>
                <a:gd name="connsiteX405" fmla="*/ 2117571 w 3253380"/>
                <a:gd name="connsiteY405" fmla="*/ 1008440 h 3035870"/>
                <a:gd name="connsiteX406" fmla="*/ 2153859 w 3253380"/>
                <a:gd name="connsiteY406" fmla="*/ 996416 h 3035870"/>
                <a:gd name="connsiteX407" fmla="*/ 2197963 w 3253380"/>
                <a:gd name="connsiteY407" fmla="*/ 1009864 h 3035870"/>
                <a:gd name="connsiteX408" fmla="*/ 2221972 w 3253380"/>
                <a:gd name="connsiteY408" fmla="*/ 1006051 h 3035870"/>
                <a:gd name="connsiteX409" fmla="*/ 2221464 w 3253380"/>
                <a:gd name="connsiteY409" fmla="*/ 1082248 h 3035870"/>
                <a:gd name="connsiteX410" fmla="*/ 2208004 w 3253380"/>
                <a:gd name="connsiteY410" fmla="*/ 1115295 h 3035870"/>
                <a:gd name="connsiteX411" fmla="*/ 2146283 w 3253380"/>
                <a:gd name="connsiteY411" fmla="*/ 1221692 h 3035870"/>
                <a:gd name="connsiteX412" fmla="*/ 2060019 w 3253380"/>
                <a:gd name="connsiteY412" fmla="*/ 1253328 h 3035870"/>
                <a:gd name="connsiteX413" fmla="*/ 2048681 w 3253380"/>
                <a:gd name="connsiteY413" fmla="*/ 1281557 h 3035870"/>
                <a:gd name="connsiteX414" fmla="*/ 2081309 w 3253380"/>
                <a:gd name="connsiteY414" fmla="*/ 1305859 h 3035870"/>
                <a:gd name="connsiteX415" fmla="*/ 2061061 w 3253380"/>
                <a:gd name="connsiteY415" fmla="*/ 1356306 h 3035870"/>
                <a:gd name="connsiteX416" fmla="*/ 2031701 w 3253380"/>
                <a:gd name="connsiteY416" fmla="*/ 1369652 h 3035870"/>
                <a:gd name="connsiteX417" fmla="*/ 2055202 w 3253380"/>
                <a:gd name="connsiteY417" fmla="*/ 1482772 h 3035870"/>
                <a:gd name="connsiteX418" fmla="*/ 2114177 w 3253380"/>
                <a:gd name="connsiteY418" fmla="*/ 1532838 h 3035870"/>
                <a:gd name="connsiteX419" fmla="*/ 2163518 w 3253380"/>
                <a:gd name="connsiteY419" fmla="*/ 1574680 h 3035870"/>
                <a:gd name="connsiteX420" fmla="*/ 2221591 w 3253380"/>
                <a:gd name="connsiteY420" fmla="*/ 1623817 h 3035870"/>
                <a:gd name="connsiteX421" fmla="*/ 2226942 w 3253380"/>
                <a:gd name="connsiteY421" fmla="*/ 1639756 h 3035870"/>
                <a:gd name="connsiteX422" fmla="*/ 2228112 w 3253380"/>
                <a:gd name="connsiteY422" fmla="*/ 1647382 h 3035870"/>
                <a:gd name="connsiteX423" fmla="*/ 2244813 w 3253380"/>
                <a:gd name="connsiteY423" fmla="*/ 1660448 h 3035870"/>
                <a:gd name="connsiteX424" fmla="*/ 2291154 w 3253380"/>
                <a:gd name="connsiteY424" fmla="*/ 1697041 h 3035870"/>
                <a:gd name="connsiteX425" fmla="*/ 2364607 w 3253380"/>
                <a:gd name="connsiteY425" fmla="*/ 1654436 h 3035870"/>
                <a:gd name="connsiteX426" fmla="*/ 2418383 w 3253380"/>
                <a:gd name="connsiteY426" fmla="*/ 1659800 h 3035870"/>
                <a:gd name="connsiteX427" fmla="*/ 2462094 w 3253380"/>
                <a:gd name="connsiteY427" fmla="*/ 1661490 h 3035870"/>
                <a:gd name="connsiteX428" fmla="*/ 2504508 w 3253380"/>
                <a:gd name="connsiteY428" fmla="*/ 1661490 h 3035870"/>
                <a:gd name="connsiteX429" fmla="*/ 2531911 w 3253380"/>
                <a:gd name="connsiteY429" fmla="*/ 1698617 h 3035870"/>
                <a:gd name="connsiteX430" fmla="*/ 2571986 w 3253380"/>
                <a:gd name="connsiteY430" fmla="*/ 1708544 h 3035870"/>
                <a:gd name="connsiteX431" fmla="*/ 2622484 w 3253380"/>
                <a:gd name="connsiteY431" fmla="*/ 1753118 h 3035870"/>
                <a:gd name="connsiteX432" fmla="*/ 2665699 w 3253380"/>
                <a:gd name="connsiteY432" fmla="*/ 1732197 h 3035870"/>
                <a:gd name="connsiteX433" fmla="*/ 2711227 w 3253380"/>
                <a:gd name="connsiteY433" fmla="*/ 1707679 h 3035870"/>
                <a:gd name="connsiteX434" fmla="*/ 2777256 w 3253380"/>
                <a:gd name="connsiteY434" fmla="*/ 1734587 h 3035870"/>
                <a:gd name="connsiteX435" fmla="*/ 2811968 w 3253380"/>
                <a:gd name="connsiteY435" fmla="*/ 1708709 h 3035870"/>
                <a:gd name="connsiteX436" fmla="*/ 2899007 w 3253380"/>
                <a:gd name="connsiteY436" fmla="*/ 1751059 h 3035870"/>
                <a:gd name="connsiteX437" fmla="*/ 2979399 w 3253380"/>
                <a:gd name="connsiteY437" fmla="*/ 1690050 h 3035870"/>
                <a:gd name="connsiteX438" fmla="*/ 3076747 w 3253380"/>
                <a:gd name="connsiteY438" fmla="*/ 1650966 h 3035870"/>
                <a:gd name="connsiteX439" fmla="*/ 3117076 w 3253380"/>
                <a:gd name="connsiteY439" fmla="*/ 1682323 h 3035870"/>
                <a:gd name="connsiteX440" fmla="*/ 3133777 w 3253380"/>
                <a:gd name="connsiteY440" fmla="*/ 1717237 h 3035870"/>
                <a:gd name="connsiteX441" fmla="*/ 3175924 w 3253380"/>
                <a:gd name="connsiteY441" fmla="*/ 1693444 h 3035870"/>
                <a:gd name="connsiteX442" fmla="*/ 3236095 w 3253380"/>
                <a:gd name="connsiteY442" fmla="*/ 1701934 h 3035870"/>
                <a:gd name="connsiteX443" fmla="*/ 3240009 w 3253380"/>
                <a:gd name="connsiteY443" fmla="*/ 1722207 h 3035870"/>
                <a:gd name="connsiteX444" fmla="*/ 3221605 w 3253380"/>
                <a:gd name="connsiteY444" fmla="*/ 1755533 h 3035870"/>
                <a:gd name="connsiteX445" fmla="*/ 3253380 w 3253380"/>
                <a:gd name="connsiteY445" fmla="*/ 1878924 h 3035870"/>
                <a:gd name="connsiteX446" fmla="*/ 3250381 w 3253380"/>
                <a:gd name="connsiteY446" fmla="*/ 1945309 h 3035870"/>
                <a:gd name="connsiteX447" fmla="*/ 3201574 w 3253380"/>
                <a:gd name="connsiteY447" fmla="*/ 1953406 h 3035870"/>
                <a:gd name="connsiteX448" fmla="*/ 3144162 w 3253380"/>
                <a:gd name="connsiteY448" fmla="*/ 1933285 h 3035870"/>
                <a:gd name="connsiteX449" fmla="*/ 3143755 w 3253380"/>
                <a:gd name="connsiteY449" fmla="*/ 1987939 h 3035870"/>
                <a:gd name="connsiteX450" fmla="*/ 3174818 w 3253380"/>
                <a:gd name="connsiteY450" fmla="*/ 2045580 h 3035870"/>
                <a:gd name="connsiteX451" fmla="*/ 3127587 w 3253380"/>
                <a:gd name="connsiteY451" fmla="*/ 2069234 h 3035870"/>
                <a:gd name="connsiteX452" fmla="*/ 3087906 w 3253380"/>
                <a:gd name="connsiteY452" fmla="*/ 2110262 h 3035870"/>
                <a:gd name="connsiteX453" fmla="*/ 3075641 w 3253380"/>
                <a:gd name="connsiteY453" fmla="*/ 2263713 h 3035870"/>
                <a:gd name="connsiteX454" fmla="*/ 3033481 w 3253380"/>
                <a:gd name="connsiteY454" fmla="*/ 2318748 h 3035870"/>
                <a:gd name="connsiteX455" fmla="*/ 2969816 w 3253380"/>
                <a:gd name="connsiteY455" fmla="*/ 2354425 h 3035870"/>
                <a:gd name="connsiteX456" fmla="*/ 2907536 w 3253380"/>
                <a:gd name="connsiteY456" fmla="*/ 2393763 h 3035870"/>
                <a:gd name="connsiteX457" fmla="*/ 2857025 w 3253380"/>
                <a:gd name="connsiteY457" fmla="*/ 2420811 h 3035870"/>
                <a:gd name="connsiteX458" fmla="*/ 2815654 w 3253380"/>
                <a:gd name="connsiteY458" fmla="*/ 2430356 h 3035870"/>
                <a:gd name="connsiteX459" fmla="*/ 2707210 w 3253380"/>
                <a:gd name="connsiteY459" fmla="*/ 2447362 h 3035870"/>
                <a:gd name="connsiteX460" fmla="*/ 2686200 w 3253380"/>
                <a:gd name="connsiteY460" fmla="*/ 2420175 h 3035870"/>
                <a:gd name="connsiteX461" fmla="*/ 2590543 w 3253380"/>
                <a:gd name="connsiteY461" fmla="*/ 2406308 h 3035870"/>
                <a:gd name="connsiteX462" fmla="*/ 2567970 w 3253380"/>
                <a:gd name="connsiteY462" fmla="*/ 2376109 h 3035870"/>
                <a:gd name="connsiteX463" fmla="*/ 2477282 w 3253380"/>
                <a:gd name="connsiteY463" fmla="*/ 2351807 h 3035870"/>
                <a:gd name="connsiteX464" fmla="*/ 2452853 w 3253380"/>
                <a:gd name="connsiteY464" fmla="*/ 2360310 h 3035870"/>
                <a:gd name="connsiteX465" fmla="*/ 2371292 w 3253380"/>
                <a:gd name="connsiteY465" fmla="*/ 2320833 h 3035870"/>
                <a:gd name="connsiteX466" fmla="*/ 2322104 w 3253380"/>
                <a:gd name="connsiteY466" fmla="*/ 2342529 h 3035870"/>
                <a:gd name="connsiteX467" fmla="*/ 2302276 w 3253380"/>
                <a:gd name="connsiteY467" fmla="*/ 2369716 h 3035870"/>
                <a:gd name="connsiteX468" fmla="*/ 2269229 w 3253380"/>
                <a:gd name="connsiteY468" fmla="*/ 2381473 h 3035870"/>
                <a:gd name="connsiteX469" fmla="*/ 2251346 w 3253380"/>
                <a:gd name="connsiteY469" fmla="*/ 2400297 h 3035870"/>
                <a:gd name="connsiteX470" fmla="*/ 2276665 w 3253380"/>
                <a:gd name="connsiteY470" fmla="*/ 2447324 h 3035870"/>
                <a:gd name="connsiteX471" fmla="*/ 2261921 w 3253380"/>
                <a:gd name="connsiteY471" fmla="*/ 2478820 h 3035870"/>
                <a:gd name="connsiteX472" fmla="*/ 2208678 w 3253380"/>
                <a:gd name="connsiteY472" fmla="*/ 2497377 h 3035870"/>
                <a:gd name="connsiteX473" fmla="*/ 2184262 w 3253380"/>
                <a:gd name="connsiteY473" fmla="*/ 2532965 h 3035870"/>
                <a:gd name="connsiteX474" fmla="*/ 2080127 w 3253380"/>
                <a:gd name="connsiteY474" fmla="*/ 2583692 h 3035870"/>
                <a:gd name="connsiteX475" fmla="*/ 2007056 w 3253380"/>
                <a:gd name="connsiteY475" fmla="*/ 2584734 h 3035870"/>
                <a:gd name="connsiteX476" fmla="*/ 1853453 w 3253380"/>
                <a:gd name="connsiteY476" fmla="*/ 2700283 h 3035870"/>
                <a:gd name="connsiteX477" fmla="*/ 1807264 w 3253380"/>
                <a:gd name="connsiteY477" fmla="*/ 2735973 h 3035870"/>
                <a:gd name="connsiteX478" fmla="*/ 1788860 w 3253380"/>
                <a:gd name="connsiteY478" fmla="*/ 2748683 h 3035870"/>
                <a:gd name="connsiteX479" fmla="*/ 1723211 w 3253380"/>
                <a:gd name="connsiteY479" fmla="*/ 2770507 h 3035870"/>
                <a:gd name="connsiteX480" fmla="*/ 1696596 w 3253380"/>
                <a:gd name="connsiteY480" fmla="*/ 2738236 h 3035870"/>
                <a:gd name="connsiteX481" fmla="*/ 1560356 w 3253380"/>
                <a:gd name="connsiteY481" fmla="*/ 2684370 h 3035870"/>
                <a:gd name="connsiteX482" fmla="*/ 1528491 w 3253380"/>
                <a:gd name="connsiteY482" fmla="*/ 2711430 h 3035870"/>
                <a:gd name="connsiteX483" fmla="*/ 1505930 w 3253380"/>
                <a:gd name="connsiteY483" fmla="*/ 2772222 h 3035870"/>
                <a:gd name="connsiteX484" fmla="*/ 1472884 w 3253380"/>
                <a:gd name="connsiteY484" fmla="*/ 2777180 h 3035870"/>
                <a:gd name="connsiteX485" fmla="*/ 1424738 w 3253380"/>
                <a:gd name="connsiteY485" fmla="*/ 2772222 h 3035870"/>
                <a:gd name="connsiteX486" fmla="*/ 1371101 w 3253380"/>
                <a:gd name="connsiteY486" fmla="*/ 2790017 h 3035870"/>
                <a:gd name="connsiteX487" fmla="*/ 1354793 w 3253380"/>
                <a:gd name="connsiteY487" fmla="*/ 2828592 h 3035870"/>
                <a:gd name="connsiteX488" fmla="*/ 1415078 w 3253380"/>
                <a:gd name="connsiteY488" fmla="*/ 2851839 h 3035870"/>
                <a:gd name="connsiteX489" fmla="*/ 1380099 w 3253380"/>
                <a:gd name="connsiteY489" fmla="*/ 2886347 h 3035870"/>
                <a:gd name="connsiteX490" fmla="*/ 1316409 w 3253380"/>
                <a:gd name="connsiteY490" fmla="*/ 2890669 h 3035870"/>
                <a:gd name="connsiteX491" fmla="*/ 1299580 w 3253380"/>
                <a:gd name="connsiteY491" fmla="*/ 2908819 h 3035870"/>
                <a:gd name="connsiteX492" fmla="*/ 1273995 w 3253380"/>
                <a:gd name="connsiteY492" fmla="*/ 2906340 h 3035870"/>
                <a:gd name="connsiteX493" fmla="*/ 1258476 w 3253380"/>
                <a:gd name="connsiteY493" fmla="*/ 2862948 h 3035870"/>
                <a:gd name="connsiteX494" fmla="*/ 1214625 w 3253380"/>
                <a:gd name="connsiteY494" fmla="*/ 2888572 h 3035870"/>
                <a:gd name="connsiteX495" fmla="*/ 1174563 w 3253380"/>
                <a:gd name="connsiteY495" fmla="*/ 2860470 h 3035870"/>
                <a:gd name="connsiteX496" fmla="*/ 1094692 w 3253380"/>
                <a:gd name="connsiteY496" fmla="*/ 2896541 h 3035870"/>
                <a:gd name="connsiteX497" fmla="*/ 1058544 w 3253380"/>
                <a:gd name="connsiteY497" fmla="*/ 2922686 h 3035870"/>
                <a:gd name="connsiteX498" fmla="*/ 1011694 w 3253380"/>
                <a:gd name="connsiteY498" fmla="*/ 2959545 h 3035870"/>
                <a:gd name="connsiteX499" fmla="*/ 927400 w 3253380"/>
                <a:gd name="connsiteY499" fmla="*/ 2988550 h 3035870"/>
                <a:gd name="connsiteX500" fmla="*/ 908335 w 3253380"/>
                <a:gd name="connsiteY500" fmla="*/ 2976653 h 3035870"/>
                <a:gd name="connsiteX501" fmla="*/ 916304 w 3253380"/>
                <a:gd name="connsiteY501" fmla="*/ 2892486 h 3035870"/>
                <a:gd name="connsiteX502" fmla="*/ 811127 w 3253380"/>
                <a:gd name="connsiteY502" fmla="*/ 2943200 h 3035870"/>
                <a:gd name="connsiteX503" fmla="*/ 811903 w 3253380"/>
                <a:gd name="connsiteY503" fmla="*/ 3001896 h 3035870"/>
                <a:gd name="connsiteX504" fmla="*/ 792329 w 3253380"/>
                <a:gd name="connsiteY504" fmla="*/ 3025816 h 3035870"/>
                <a:gd name="connsiteX505" fmla="*/ 723046 w 3253380"/>
                <a:gd name="connsiteY505" fmla="*/ 3035870 h 3035870"/>
                <a:gd name="connsiteX506" fmla="*/ 710246 w 3253380"/>
                <a:gd name="connsiteY506" fmla="*/ 2970527 h 3035870"/>
                <a:gd name="connsiteX507" fmla="*/ 704234 w 3253380"/>
                <a:gd name="connsiteY507" fmla="*/ 2939806 h 3035870"/>
                <a:gd name="connsiteX508" fmla="*/ 699532 w 3253380"/>
                <a:gd name="connsiteY508" fmla="*/ 2915657 h 3035870"/>
                <a:gd name="connsiteX509" fmla="*/ 669917 w 3253380"/>
                <a:gd name="connsiteY509" fmla="*/ 2881162 h 3035870"/>
                <a:gd name="connsiteX510" fmla="*/ 706192 w 3253380"/>
                <a:gd name="connsiteY510" fmla="*/ 2777243 h 3035870"/>
                <a:gd name="connsiteX511" fmla="*/ 673565 w 3253380"/>
                <a:gd name="connsiteY511" fmla="*/ 2700524 h 3035870"/>
                <a:gd name="connsiteX512" fmla="*/ 729820 w 3253380"/>
                <a:gd name="connsiteY512" fmla="*/ 2693191 h 3035870"/>
                <a:gd name="connsiteX513" fmla="*/ 750309 w 3253380"/>
                <a:gd name="connsiteY513" fmla="*/ 2657780 h 3035870"/>
                <a:gd name="connsiteX514" fmla="*/ 736595 w 3253380"/>
                <a:gd name="connsiteY514" fmla="*/ 2577922 h 3035870"/>
                <a:gd name="connsiteX515" fmla="*/ 733468 w 3253380"/>
                <a:gd name="connsiteY515" fmla="*/ 2559365 h 3035870"/>
                <a:gd name="connsiteX516" fmla="*/ 766629 w 3253380"/>
                <a:gd name="connsiteY516" fmla="*/ 2494543 h 3035870"/>
                <a:gd name="connsiteX517" fmla="*/ 785275 w 3253380"/>
                <a:gd name="connsiteY517" fmla="*/ 2458065 h 3035870"/>
                <a:gd name="connsiteX518" fmla="*/ 779009 w 3253380"/>
                <a:gd name="connsiteY518" fmla="*/ 2434678 h 3035870"/>
                <a:gd name="connsiteX519" fmla="*/ 760096 w 3253380"/>
                <a:gd name="connsiteY519" fmla="*/ 2364085 h 3035870"/>
                <a:gd name="connsiteX520" fmla="*/ 809666 w 3253380"/>
                <a:gd name="connsiteY520" fmla="*/ 2335729 h 3035870"/>
                <a:gd name="connsiteX521" fmla="*/ 851673 w 3253380"/>
                <a:gd name="connsiteY521" fmla="*/ 2269864 h 3035870"/>
                <a:gd name="connsiteX522" fmla="*/ 888532 w 3253380"/>
                <a:gd name="connsiteY522" fmla="*/ 2283973 h 3035870"/>
                <a:gd name="connsiteX523" fmla="*/ 932649 w 3253380"/>
                <a:gd name="connsiteY523" fmla="*/ 2246986 h 3035870"/>
                <a:gd name="connsiteX524" fmla="*/ 917499 w 3253380"/>
                <a:gd name="connsiteY524" fmla="*/ 2113402 h 3035870"/>
                <a:gd name="connsiteX525" fmla="*/ 951295 w 3253380"/>
                <a:gd name="connsiteY525" fmla="*/ 2098366 h 3035870"/>
                <a:gd name="connsiteX526" fmla="*/ 952350 w 3253380"/>
                <a:gd name="connsiteY526" fmla="*/ 2057985 h 3035870"/>
                <a:gd name="connsiteX527" fmla="*/ 983656 w 3253380"/>
                <a:gd name="connsiteY527" fmla="*/ 2057858 h 3035870"/>
                <a:gd name="connsiteX528" fmla="*/ 998793 w 3253380"/>
                <a:gd name="connsiteY528" fmla="*/ 2083075 h 3035870"/>
                <a:gd name="connsiteX529" fmla="*/ 1049050 w 3253380"/>
                <a:gd name="connsiteY529" fmla="*/ 2055507 h 3035870"/>
                <a:gd name="connsiteX530" fmla="*/ 1047232 w 3253380"/>
                <a:gd name="connsiteY530" fmla="*/ 1999162 h 3035870"/>
                <a:gd name="connsiteX531" fmla="*/ 1055049 w 3253380"/>
                <a:gd name="connsiteY531" fmla="*/ 1953939 h 3035870"/>
                <a:gd name="connsiteX532" fmla="*/ 992413 w 3253380"/>
                <a:gd name="connsiteY532" fmla="*/ 1930540 h 3035870"/>
                <a:gd name="connsiteX533" fmla="*/ 984787 w 3253380"/>
                <a:gd name="connsiteY533" fmla="*/ 1927680 h 3035870"/>
                <a:gd name="connsiteX534" fmla="*/ 992222 w 3253380"/>
                <a:gd name="connsiteY534" fmla="*/ 1888279 h 3035870"/>
                <a:gd name="connsiteX535" fmla="*/ 890706 w 3253380"/>
                <a:gd name="connsiteY535" fmla="*/ 1857431 h 3035870"/>
                <a:gd name="connsiteX536" fmla="*/ 899450 w 3253380"/>
                <a:gd name="connsiteY536" fmla="*/ 1778094 h 3035870"/>
                <a:gd name="connsiteX537" fmla="*/ 882215 w 3253380"/>
                <a:gd name="connsiteY537" fmla="*/ 1729083 h 3035870"/>
                <a:gd name="connsiteX538" fmla="*/ 871780 w 3253380"/>
                <a:gd name="connsiteY538" fmla="*/ 1709866 h 3035870"/>
                <a:gd name="connsiteX539" fmla="*/ 898141 w 3253380"/>
                <a:gd name="connsiteY539" fmla="*/ 1659546 h 3035870"/>
                <a:gd name="connsiteX540" fmla="*/ 895930 w 3253380"/>
                <a:gd name="connsiteY540" fmla="*/ 1645044 h 3035870"/>
                <a:gd name="connsiteX541" fmla="*/ 931671 w 3253380"/>
                <a:gd name="connsiteY541" fmla="*/ 1581391 h 3035870"/>
                <a:gd name="connsiteX542" fmla="*/ 931938 w 3253380"/>
                <a:gd name="connsiteY542" fmla="*/ 1551331 h 3035870"/>
                <a:gd name="connsiteX543" fmla="*/ 952020 w 3253380"/>
                <a:gd name="connsiteY543" fmla="*/ 1521793 h 3035870"/>
                <a:gd name="connsiteX544" fmla="*/ 895790 w 3253380"/>
                <a:gd name="connsiteY544" fmla="*/ 1470952 h 3035870"/>
                <a:gd name="connsiteX545" fmla="*/ 924883 w 3253380"/>
                <a:gd name="connsiteY545" fmla="*/ 1439723 h 3035870"/>
                <a:gd name="connsiteX546" fmla="*/ 969255 w 3253380"/>
                <a:gd name="connsiteY546" fmla="*/ 1478667 h 3035870"/>
                <a:gd name="connsiteX547" fmla="*/ 1012470 w 3253380"/>
                <a:gd name="connsiteY547" fmla="*/ 1438147 h 3035870"/>
                <a:gd name="connsiteX548" fmla="*/ 1003191 w 3253380"/>
                <a:gd name="connsiteY548" fmla="*/ 1377367 h 3035870"/>
                <a:gd name="connsiteX549" fmla="*/ 1000649 w 3253380"/>
                <a:gd name="connsiteY549" fmla="*/ 1360653 h 3035870"/>
                <a:gd name="connsiteX550" fmla="*/ 977021 w 3253380"/>
                <a:gd name="connsiteY550" fmla="*/ 1364466 h 3035870"/>
                <a:gd name="connsiteX551" fmla="*/ 962925 w 3253380"/>
                <a:gd name="connsiteY551" fmla="*/ 1343812 h 3035870"/>
                <a:gd name="connsiteX552" fmla="*/ 853172 w 3253380"/>
                <a:gd name="connsiteY552" fmla="*/ 1359064 h 3035870"/>
                <a:gd name="connsiteX553" fmla="*/ 803717 w 3253380"/>
                <a:gd name="connsiteY553" fmla="*/ 1332932 h 3035870"/>
                <a:gd name="connsiteX554" fmla="*/ 768611 w 3253380"/>
                <a:gd name="connsiteY554" fmla="*/ 1333580 h 3035870"/>
                <a:gd name="connsiteX555" fmla="*/ 749686 w 3253380"/>
                <a:gd name="connsiteY555" fmla="*/ 1316193 h 3035870"/>
                <a:gd name="connsiteX556" fmla="*/ 736124 w 3253380"/>
                <a:gd name="connsiteY556" fmla="*/ 1320120 h 3035870"/>
                <a:gd name="connsiteX557" fmla="*/ 723414 w 3253380"/>
                <a:gd name="connsiteY557" fmla="*/ 1335537 h 3035870"/>
                <a:gd name="connsiteX558" fmla="*/ 678255 w 3253380"/>
                <a:gd name="connsiteY558" fmla="*/ 1330568 h 3035870"/>
                <a:gd name="connsiteX559" fmla="*/ 662469 w 3253380"/>
                <a:gd name="connsiteY559" fmla="*/ 1326386 h 3035870"/>
                <a:gd name="connsiteX560" fmla="*/ 694244 w 3253380"/>
                <a:gd name="connsiteY560" fmla="*/ 1289921 h 3035870"/>
                <a:gd name="connsiteX561" fmla="*/ 698172 w 3253380"/>
                <a:gd name="connsiteY561" fmla="*/ 1262988 h 3035870"/>
                <a:gd name="connsiteX562" fmla="*/ 710437 w 3253380"/>
                <a:gd name="connsiteY562" fmla="*/ 1246922 h 3035870"/>
                <a:gd name="connsiteX563" fmla="*/ 695833 w 3253380"/>
                <a:gd name="connsiteY563" fmla="*/ 1213062 h 3035870"/>
                <a:gd name="connsiteX564" fmla="*/ 703917 w 3253380"/>
                <a:gd name="connsiteY564" fmla="*/ 1181439 h 3035870"/>
                <a:gd name="connsiteX565" fmla="*/ 692477 w 3253380"/>
                <a:gd name="connsiteY565" fmla="*/ 1144579 h 3035870"/>
                <a:gd name="connsiteX566" fmla="*/ 675369 w 3253380"/>
                <a:gd name="connsiteY566" fmla="*/ 1145100 h 3035870"/>
                <a:gd name="connsiteX567" fmla="*/ 676170 w 3253380"/>
                <a:gd name="connsiteY567" fmla="*/ 1137131 h 3035870"/>
                <a:gd name="connsiteX568" fmla="*/ 734230 w 3253380"/>
                <a:gd name="connsiteY568" fmla="*/ 1105356 h 3035870"/>
                <a:gd name="connsiteX569" fmla="*/ 750665 w 3253380"/>
                <a:gd name="connsiteY569" fmla="*/ 1087561 h 3035870"/>
                <a:gd name="connsiteX570" fmla="*/ 747805 w 3253380"/>
                <a:gd name="connsiteY570" fmla="*/ 1057375 h 3035870"/>
                <a:gd name="connsiteX571" fmla="*/ 734751 w 3253380"/>
                <a:gd name="connsiteY571" fmla="*/ 1047715 h 3035870"/>
                <a:gd name="connsiteX572" fmla="*/ 719754 w 3253380"/>
                <a:gd name="connsiteY572" fmla="*/ 1016206 h 3035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Lst>
              <a:rect l="l" t="t" r="r" b="b"/>
              <a:pathLst>
                <a:path w="3253380" h="3035870">
                  <a:moveTo>
                    <a:pt x="1706574" y="546768"/>
                  </a:moveTo>
                  <a:lnTo>
                    <a:pt x="1688564" y="534998"/>
                  </a:lnTo>
                  <a:lnTo>
                    <a:pt x="1663651" y="542967"/>
                  </a:lnTo>
                  <a:lnTo>
                    <a:pt x="1653483" y="570015"/>
                  </a:lnTo>
                  <a:lnTo>
                    <a:pt x="1685589" y="573561"/>
                  </a:lnTo>
                  <a:close/>
                  <a:moveTo>
                    <a:pt x="513670" y="1285230"/>
                  </a:moveTo>
                  <a:lnTo>
                    <a:pt x="557254" y="1276219"/>
                  </a:lnTo>
                  <a:lnTo>
                    <a:pt x="561829" y="1301957"/>
                  </a:lnTo>
                  <a:lnTo>
                    <a:pt x="532062" y="1323005"/>
                  </a:lnTo>
                  <a:lnTo>
                    <a:pt x="521500" y="1319472"/>
                  </a:lnTo>
                  <a:close/>
                  <a:moveTo>
                    <a:pt x="757846" y="1233118"/>
                  </a:moveTo>
                  <a:lnTo>
                    <a:pt x="759397" y="1214562"/>
                  </a:lnTo>
                  <a:lnTo>
                    <a:pt x="749483" y="1208677"/>
                  </a:lnTo>
                  <a:lnTo>
                    <a:pt x="723643" y="1230907"/>
                  </a:lnTo>
                  <a:lnTo>
                    <a:pt x="721685" y="1245015"/>
                  </a:lnTo>
                  <a:lnTo>
                    <a:pt x="725854" y="1254828"/>
                  </a:lnTo>
                  <a:lnTo>
                    <a:pt x="757719" y="1239918"/>
                  </a:lnTo>
                  <a:close/>
                  <a:moveTo>
                    <a:pt x="449331" y="1338207"/>
                  </a:moveTo>
                  <a:lnTo>
                    <a:pt x="465855" y="1315468"/>
                  </a:lnTo>
                  <a:lnTo>
                    <a:pt x="485708" y="1326437"/>
                  </a:lnTo>
                  <a:lnTo>
                    <a:pt x="462740" y="1349315"/>
                  </a:lnTo>
                  <a:close/>
                  <a:moveTo>
                    <a:pt x="2090117" y="1946377"/>
                  </a:moveTo>
                  <a:lnTo>
                    <a:pt x="2105509" y="1945322"/>
                  </a:lnTo>
                  <a:lnTo>
                    <a:pt x="2113605" y="1949135"/>
                  </a:lnTo>
                  <a:lnTo>
                    <a:pt x="2115957" y="1955287"/>
                  </a:lnTo>
                  <a:lnTo>
                    <a:pt x="2157456" y="1957257"/>
                  </a:lnTo>
                  <a:lnTo>
                    <a:pt x="2199742" y="1926753"/>
                  </a:lnTo>
                  <a:lnTo>
                    <a:pt x="2208741" y="1911589"/>
                  </a:lnTo>
                  <a:lnTo>
                    <a:pt x="2223612" y="1899298"/>
                  </a:lnTo>
                  <a:lnTo>
                    <a:pt x="2255070" y="1885965"/>
                  </a:lnTo>
                  <a:lnTo>
                    <a:pt x="2293569" y="1860863"/>
                  </a:lnTo>
                  <a:lnTo>
                    <a:pt x="2302187" y="1850936"/>
                  </a:lnTo>
                  <a:lnTo>
                    <a:pt x="2349037" y="1824664"/>
                  </a:lnTo>
                  <a:lnTo>
                    <a:pt x="2371343" y="1808725"/>
                  </a:lnTo>
                  <a:lnTo>
                    <a:pt x="2399661" y="1799701"/>
                  </a:lnTo>
                  <a:lnTo>
                    <a:pt x="2417672" y="1803095"/>
                  </a:lnTo>
                  <a:lnTo>
                    <a:pt x="2422362" y="1800756"/>
                  </a:lnTo>
                  <a:lnTo>
                    <a:pt x="2420023" y="1794210"/>
                  </a:lnTo>
                  <a:lnTo>
                    <a:pt x="2423404" y="1787855"/>
                  </a:lnTo>
                  <a:lnTo>
                    <a:pt x="2420862" y="1770468"/>
                  </a:lnTo>
                  <a:lnTo>
                    <a:pt x="2407147" y="1758584"/>
                  </a:lnTo>
                  <a:lnTo>
                    <a:pt x="2390052" y="1762765"/>
                  </a:lnTo>
                  <a:lnTo>
                    <a:pt x="2355087" y="1749178"/>
                  </a:lnTo>
                  <a:lnTo>
                    <a:pt x="2335246" y="1758317"/>
                  </a:lnTo>
                  <a:lnTo>
                    <a:pt x="2317109" y="1758317"/>
                  </a:lnTo>
                  <a:lnTo>
                    <a:pt x="2281622" y="1778653"/>
                  </a:lnTo>
                  <a:lnTo>
                    <a:pt x="2267780" y="1791363"/>
                  </a:lnTo>
                  <a:lnTo>
                    <a:pt x="2265429" y="1801951"/>
                  </a:lnTo>
                  <a:lnTo>
                    <a:pt x="2255388" y="1810848"/>
                  </a:lnTo>
                  <a:lnTo>
                    <a:pt x="2242970" y="1814382"/>
                  </a:lnTo>
                  <a:lnTo>
                    <a:pt x="2209923" y="1845102"/>
                  </a:lnTo>
                  <a:lnTo>
                    <a:pt x="2197531" y="1853465"/>
                  </a:lnTo>
                  <a:lnTo>
                    <a:pt x="2188634" y="1866175"/>
                  </a:lnTo>
                  <a:lnTo>
                    <a:pt x="2161091" y="1887999"/>
                  </a:lnTo>
                  <a:lnTo>
                    <a:pt x="2140221" y="1904344"/>
                  </a:lnTo>
                  <a:lnTo>
                    <a:pt x="2120647" y="1911805"/>
                  </a:lnTo>
                  <a:lnTo>
                    <a:pt x="2110987" y="1924210"/>
                  </a:lnTo>
                  <a:lnTo>
                    <a:pt x="2087359" y="1939374"/>
                  </a:lnTo>
                  <a:lnTo>
                    <a:pt x="2086456" y="1943949"/>
                  </a:lnTo>
                  <a:close/>
                  <a:moveTo>
                    <a:pt x="1761253" y="2023477"/>
                  </a:moveTo>
                  <a:lnTo>
                    <a:pt x="1796371" y="2034204"/>
                  </a:lnTo>
                  <a:lnTo>
                    <a:pt x="1817114" y="2051325"/>
                  </a:lnTo>
                  <a:lnTo>
                    <a:pt x="1832506" y="2055507"/>
                  </a:lnTo>
                  <a:lnTo>
                    <a:pt x="1860952" y="2051986"/>
                  </a:lnTo>
                  <a:lnTo>
                    <a:pt x="1898549" y="2039822"/>
                  </a:lnTo>
                  <a:lnTo>
                    <a:pt x="1919559" y="2025968"/>
                  </a:lnTo>
                  <a:lnTo>
                    <a:pt x="1929218" y="2026756"/>
                  </a:lnTo>
                  <a:lnTo>
                    <a:pt x="1945271" y="2039466"/>
                  </a:lnTo>
                  <a:lnTo>
                    <a:pt x="1958579" y="2035425"/>
                  </a:lnTo>
                  <a:lnTo>
                    <a:pt x="1968493" y="2025091"/>
                  </a:lnTo>
                  <a:lnTo>
                    <a:pt x="1973717" y="2015165"/>
                  </a:lnTo>
                  <a:lnTo>
                    <a:pt x="1971175" y="2006013"/>
                  </a:lnTo>
                  <a:lnTo>
                    <a:pt x="1960485" y="2002200"/>
                  </a:lnTo>
                  <a:lnTo>
                    <a:pt x="1936336" y="1976182"/>
                  </a:lnTo>
                  <a:lnTo>
                    <a:pt x="1914017" y="1969522"/>
                  </a:lnTo>
                  <a:lnTo>
                    <a:pt x="1897494" y="1966764"/>
                  </a:lnTo>
                  <a:lnTo>
                    <a:pt x="1869303" y="1976437"/>
                  </a:lnTo>
                  <a:lnTo>
                    <a:pt x="1839675" y="1976182"/>
                  </a:lnTo>
                  <a:lnTo>
                    <a:pt x="1826228" y="1982067"/>
                  </a:lnTo>
                  <a:lnTo>
                    <a:pt x="1806921" y="1977759"/>
                  </a:lnTo>
                  <a:lnTo>
                    <a:pt x="1794389" y="1941534"/>
                  </a:lnTo>
                  <a:lnTo>
                    <a:pt x="1759931" y="1903111"/>
                  </a:lnTo>
                  <a:lnTo>
                    <a:pt x="1723911" y="1891227"/>
                  </a:lnTo>
                  <a:lnTo>
                    <a:pt x="1683073" y="1875403"/>
                  </a:lnTo>
                  <a:lnTo>
                    <a:pt x="1664541" y="1846170"/>
                  </a:lnTo>
                  <a:lnTo>
                    <a:pt x="1648488" y="1842230"/>
                  </a:lnTo>
                  <a:lnTo>
                    <a:pt x="1625394" y="1824194"/>
                  </a:lnTo>
                  <a:lnTo>
                    <a:pt x="1603456" y="1799371"/>
                  </a:lnTo>
                  <a:lnTo>
                    <a:pt x="1584289" y="1785911"/>
                  </a:lnTo>
                  <a:lnTo>
                    <a:pt x="1568757" y="1797413"/>
                  </a:lnTo>
                  <a:lnTo>
                    <a:pt x="1572570" y="1804328"/>
                  </a:lnTo>
                  <a:lnTo>
                    <a:pt x="1563953" y="1830333"/>
                  </a:lnTo>
                  <a:lnTo>
                    <a:pt x="1562910" y="1858066"/>
                  </a:lnTo>
                  <a:lnTo>
                    <a:pt x="1574782" y="1865502"/>
                  </a:lnTo>
                  <a:lnTo>
                    <a:pt x="1583679" y="1863812"/>
                  </a:lnTo>
                  <a:lnTo>
                    <a:pt x="1587861" y="1868248"/>
                  </a:lnTo>
                  <a:lnTo>
                    <a:pt x="1593593" y="1874132"/>
                  </a:lnTo>
                  <a:lnTo>
                    <a:pt x="1594381" y="1888774"/>
                  </a:lnTo>
                  <a:lnTo>
                    <a:pt x="1626156" y="1914512"/>
                  </a:lnTo>
                  <a:lnTo>
                    <a:pt x="1633859" y="1931125"/>
                  </a:lnTo>
                  <a:lnTo>
                    <a:pt x="1647954" y="1938560"/>
                  </a:lnTo>
                  <a:lnTo>
                    <a:pt x="1669485" y="1939615"/>
                  </a:lnTo>
                  <a:lnTo>
                    <a:pt x="1686009" y="1947317"/>
                  </a:lnTo>
                  <a:lnTo>
                    <a:pt x="1696063" y="1964311"/>
                  </a:lnTo>
                  <a:lnTo>
                    <a:pt x="1711201" y="1971238"/>
                  </a:lnTo>
                  <a:lnTo>
                    <a:pt x="1719157" y="1981699"/>
                  </a:lnTo>
                  <a:lnTo>
                    <a:pt x="1716157" y="2002480"/>
                  </a:lnTo>
                  <a:close/>
                  <a:moveTo>
                    <a:pt x="688016" y="1024214"/>
                  </a:moveTo>
                  <a:lnTo>
                    <a:pt x="662443" y="1037407"/>
                  </a:lnTo>
                  <a:lnTo>
                    <a:pt x="644827" y="1046838"/>
                  </a:lnTo>
                  <a:lnTo>
                    <a:pt x="629435" y="1054667"/>
                  </a:lnTo>
                  <a:lnTo>
                    <a:pt x="606722" y="1066691"/>
                  </a:lnTo>
                  <a:lnTo>
                    <a:pt x="594011" y="1070085"/>
                  </a:lnTo>
                  <a:lnTo>
                    <a:pt x="579395" y="1073758"/>
                  </a:lnTo>
                  <a:lnTo>
                    <a:pt x="561778" y="1078067"/>
                  </a:lnTo>
                  <a:lnTo>
                    <a:pt x="471536" y="1099369"/>
                  </a:lnTo>
                  <a:lnTo>
                    <a:pt x="461469" y="1097539"/>
                  </a:lnTo>
                  <a:lnTo>
                    <a:pt x="447387" y="1102381"/>
                  </a:lnTo>
                  <a:lnTo>
                    <a:pt x="380582" y="1091654"/>
                  </a:lnTo>
                  <a:lnTo>
                    <a:pt x="359953" y="1089963"/>
                  </a:lnTo>
                  <a:lnTo>
                    <a:pt x="354602" y="1084600"/>
                  </a:lnTo>
                  <a:lnTo>
                    <a:pt x="364135" y="1081600"/>
                  </a:lnTo>
                  <a:lnTo>
                    <a:pt x="371570" y="1073758"/>
                  </a:lnTo>
                  <a:lnTo>
                    <a:pt x="382272" y="1065522"/>
                  </a:lnTo>
                  <a:lnTo>
                    <a:pt x="363652" y="1030886"/>
                  </a:lnTo>
                  <a:lnTo>
                    <a:pt x="342261" y="1008428"/>
                  </a:lnTo>
                  <a:lnTo>
                    <a:pt x="346709" y="989070"/>
                  </a:lnTo>
                  <a:lnTo>
                    <a:pt x="350344" y="967119"/>
                  </a:lnTo>
                  <a:lnTo>
                    <a:pt x="349302" y="956659"/>
                  </a:lnTo>
                  <a:lnTo>
                    <a:pt x="349429" y="938496"/>
                  </a:lnTo>
                  <a:lnTo>
                    <a:pt x="357258" y="924769"/>
                  </a:lnTo>
                  <a:lnTo>
                    <a:pt x="370045" y="911309"/>
                  </a:lnTo>
                  <a:lnTo>
                    <a:pt x="390928" y="898599"/>
                  </a:lnTo>
                  <a:lnTo>
                    <a:pt x="410247" y="895319"/>
                  </a:lnTo>
                  <a:lnTo>
                    <a:pt x="421992" y="890617"/>
                  </a:lnTo>
                  <a:lnTo>
                    <a:pt x="435426" y="875453"/>
                  </a:lnTo>
                  <a:lnTo>
                    <a:pt x="443790" y="889053"/>
                  </a:lnTo>
                  <a:lnTo>
                    <a:pt x="454619" y="889968"/>
                  </a:lnTo>
                  <a:lnTo>
                    <a:pt x="462842" y="889168"/>
                  </a:lnTo>
                  <a:lnTo>
                    <a:pt x="479925" y="888519"/>
                  </a:lnTo>
                  <a:lnTo>
                    <a:pt x="502511" y="874678"/>
                  </a:lnTo>
                  <a:lnTo>
                    <a:pt x="524830" y="857163"/>
                  </a:lnTo>
                  <a:lnTo>
                    <a:pt x="552881" y="836891"/>
                  </a:lnTo>
                  <a:lnTo>
                    <a:pt x="566329" y="811025"/>
                  </a:lnTo>
                  <a:lnTo>
                    <a:pt x="565426" y="805268"/>
                  </a:lnTo>
                  <a:lnTo>
                    <a:pt x="569722" y="799268"/>
                  </a:lnTo>
                  <a:lnTo>
                    <a:pt x="582903" y="805268"/>
                  </a:lnTo>
                  <a:lnTo>
                    <a:pt x="584326" y="812068"/>
                  </a:lnTo>
                  <a:lnTo>
                    <a:pt x="577971" y="822236"/>
                  </a:lnTo>
                  <a:lnTo>
                    <a:pt x="564918" y="835048"/>
                  </a:lnTo>
                  <a:lnTo>
                    <a:pt x="554229" y="849804"/>
                  </a:lnTo>
                  <a:lnTo>
                    <a:pt x="530740" y="865628"/>
                  </a:lnTo>
                  <a:lnTo>
                    <a:pt x="490067" y="892955"/>
                  </a:lnTo>
                  <a:lnTo>
                    <a:pt x="489292" y="897391"/>
                  </a:lnTo>
                  <a:lnTo>
                    <a:pt x="498037" y="911372"/>
                  </a:lnTo>
                  <a:lnTo>
                    <a:pt x="504951" y="915287"/>
                  </a:lnTo>
                  <a:lnTo>
                    <a:pt x="525961" y="914512"/>
                  </a:lnTo>
                  <a:lnTo>
                    <a:pt x="564842" y="898433"/>
                  </a:lnTo>
                  <a:lnTo>
                    <a:pt x="579331" y="888634"/>
                  </a:lnTo>
                  <a:lnTo>
                    <a:pt x="586258" y="885622"/>
                  </a:lnTo>
                  <a:lnTo>
                    <a:pt x="599566" y="886143"/>
                  </a:lnTo>
                  <a:lnTo>
                    <a:pt x="614704" y="878834"/>
                  </a:lnTo>
                  <a:lnTo>
                    <a:pt x="629956" y="862756"/>
                  </a:lnTo>
                  <a:lnTo>
                    <a:pt x="637582" y="854380"/>
                  </a:lnTo>
                  <a:lnTo>
                    <a:pt x="638853" y="847199"/>
                  </a:lnTo>
                  <a:lnTo>
                    <a:pt x="639514" y="837526"/>
                  </a:lnTo>
                  <a:lnTo>
                    <a:pt x="642781" y="833472"/>
                  </a:lnTo>
                  <a:lnTo>
                    <a:pt x="651246" y="839751"/>
                  </a:lnTo>
                  <a:lnTo>
                    <a:pt x="661312" y="834387"/>
                  </a:lnTo>
                  <a:lnTo>
                    <a:pt x="668608" y="819478"/>
                  </a:lnTo>
                  <a:lnTo>
                    <a:pt x="688448" y="782618"/>
                  </a:lnTo>
                  <a:lnTo>
                    <a:pt x="695363" y="775170"/>
                  </a:lnTo>
                  <a:lnTo>
                    <a:pt x="697968" y="768103"/>
                  </a:lnTo>
                  <a:lnTo>
                    <a:pt x="695363" y="760401"/>
                  </a:lnTo>
                  <a:lnTo>
                    <a:pt x="696532" y="749165"/>
                  </a:lnTo>
                  <a:lnTo>
                    <a:pt x="709077" y="733913"/>
                  </a:lnTo>
                  <a:lnTo>
                    <a:pt x="714555" y="718876"/>
                  </a:lnTo>
                  <a:lnTo>
                    <a:pt x="724075" y="709204"/>
                  </a:lnTo>
                  <a:lnTo>
                    <a:pt x="730989" y="683974"/>
                  </a:lnTo>
                  <a:lnTo>
                    <a:pt x="747055" y="659926"/>
                  </a:lnTo>
                  <a:lnTo>
                    <a:pt x="762307" y="640188"/>
                  </a:lnTo>
                  <a:lnTo>
                    <a:pt x="761036" y="634176"/>
                  </a:lnTo>
                  <a:lnTo>
                    <a:pt x="756079" y="630363"/>
                  </a:lnTo>
                  <a:lnTo>
                    <a:pt x="736506" y="639133"/>
                  </a:lnTo>
                  <a:lnTo>
                    <a:pt x="721495" y="651665"/>
                  </a:lnTo>
                  <a:lnTo>
                    <a:pt x="711835" y="660816"/>
                  </a:lnTo>
                  <a:lnTo>
                    <a:pt x="686415" y="686821"/>
                  </a:lnTo>
                  <a:lnTo>
                    <a:pt x="662011" y="703688"/>
                  </a:lnTo>
                  <a:lnTo>
                    <a:pt x="642170" y="728523"/>
                  </a:lnTo>
                  <a:lnTo>
                    <a:pt x="597024" y="757274"/>
                  </a:lnTo>
                  <a:lnTo>
                    <a:pt x="556567" y="782491"/>
                  </a:lnTo>
                  <a:lnTo>
                    <a:pt x="515971" y="806945"/>
                  </a:lnTo>
                  <a:lnTo>
                    <a:pt x="511408" y="822617"/>
                  </a:lnTo>
                  <a:lnTo>
                    <a:pt x="500706" y="835048"/>
                  </a:lnTo>
                  <a:lnTo>
                    <a:pt x="460770" y="855168"/>
                  </a:lnTo>
                  <a:lnTo>
                    <a:pt x="439239" y="801709"/>
                  </a:lnTo>
                  <a:lnTo>
                    <a:pt x="459728" y="784982"/>
                  </a:lnTo>
                  <a:lnTo>
                    <a:pt x="453729" y="764849"/>
                  </a:lnTo>
                  <a:lnTo>
                    <a:pt x="365634" y="702900"/>
                  </a:lnTo>
                  <a:lnTo>
                    <a:pt x="330796" y="692960"/>
                  </a:lnTo>
                  <a:lnTo>
                    <a:pt x="364719" y="655974"/>
                  </a:lnTo>
                  <a:lnTo>
                    <a:pt x="350738" y="640938"/>
                  </a:lnTo>
                  <a:lnTo>
                    <a:pt x="324390" y="658325"/>
                  </a:lnTo>
                  <a:lnTo>
                    <a:pt x="299719" y="656495"/>
                  </a:lnTo>
                  <a:lnTo>
                    <a:pt x="251827" y="679246"/>
                  </a:lnTo>
                  <a:lnTo>
                    <a:pt x="226127" y="684203"/>
                  </a:lnTo>
                  <a:lnTo>
                    <a:pt x="185531" y="690558"/>
                  </a:lnTo>
                  <a:lnTo>
                    <a:pt x="159831" y="699455"/>
                  </a:lnTo>
                  <a:lnTo>
                    <a:pt x="116756" y="712915"/>
                  </a:lnTo>
                  <a:lnTo>
                    <a:pt x="51260" y="751605"/>
                  </a:lnTo>
                  <a:lnTo>
                    <a:pt x="11859" y="772120"/>
                  </a:lnTo>
                  <a:lnTo>
                    <a:pt x="0" y="756435"/>
                  </a:lnTo>
                  <a:lnTo>
                    <a:pt x="5478" y="746114"/>
                  </a:lnTo>
                  <a:lnTo>
                    <a:pt x="52201" y="656584"/>
                  </a:lnTo>
                  <a:lnTo>
                    <a:pt x="36262" y="616203"/>
                  </a:lnTo>
                  <a:lnTo>
                    <a:pt x="2720" y="531757"/>
                  </a:lnTo>
                  <a:lnTo>
                    <a:pt x="24518" y="506794"/>
                  </a:lnTo>
                  <a:lnTo>
                    <a:pt x="47740" y="577247"/>
                  </a:lnTo>
                  <a:lnTo>
                    <a:pt x="113388" y="539116"/>
                  </a:lnTo>
                  <a:lnTo>
                    <a:pt x="163250" y="488796"/>
                  </a:lnTo>
                  <a:lnTo>
                    <a:pt x="173545" y="473900"/>
                  </a:lnTo>
                  <a:lnTo>
                    <a:pt x="187259" y="468155"/>
                  </a:lnTo>
                  <a:lnTo>
                    <a:pt x="195216" y="488008"/>
                  </a:lnTo>
                  <a:lnTo>
                    <a:pt x="253022" y="501990"/>
                  </a:lnTo>
                  <a:lnTo>
                    <a:pt x="274426" y="463160"/>
                  </a:lnTo>
                  <a:lnTo>
                    <a:pt x="317234" y="446827"/>
                  </a:lnTo>
                  <a:lnTo>
                    <a:pt x="336668" y="437930"/>
                  </a:lnTo>
                  <a:lnTo>
                    <a:pt x="352861" y="408392"/>
                  </a:lnTo>
                  <a:lnTo>
                    <a:pt x="355860" y="402367"/>
                  </a:lnTo>
                  <a:lnTo>
                    <a:pt x="373998" y="367732"/>
                  </a:lnTo>
                  <a:lnTo>
                    <a:pt x="380251" y="351666"/>
                  </a:lnTo>
                  <a:lnTo>
                    <a:pt x="404286" y="338600"/>
                  </a:lnTo>
                  <a:lnTo>
                    <a:pt x="400740" y="311019"/>
                  </a:lnTo>
                  <a:lnTo>
                    <a:pt x="402964" y="306964"/>
                  </a:lnTo>
                  <a:lnTo>
                    <a:pt x="446421" y="289170"/>
                  </a:lnTo>
                  <a:lnTo>
                    <a:pt x="464698" y="321695"/>
                  </a:lnTo>
                  <a:lnTo>
                    <a:pt x="590643" y="294127"/>
                  </a:lnTo>
                  <a:lnTo>
                    <a:pt x="587250" y="226305"/>
                  </a:lnTo>
                  <a:lnTo>
                    <a:pt x="627821" y="209782"/>
                  </a:lnTo>
                  <a:lnTo>
                    <a:pt x="630833" y="184565"/>
                  </a:lnTo>
                  <a:lnTo>
                    <a:pt x="617119" y="154887"/>
                  </a:lnTo>
                  <a:lnTo>
                    <a:pt x="639705" y="151747"/>
                  </a:lnTo>
                  <a:lnTo>
                    <a:pt x="703116" y="147845"/>
                  </a:lnTo>
                  <a:lnTo>
                    <a:pt x="712013" y="168080"/>
                  </a:lnTo>
                  <a:lnTo>
                    <a:pt x="716843" y="167571"/>
                  </a:lnTo>
                  <a:lnTo>
                    <a:pt x="756778" y="169923"/>
                  </a:lnTo>
                  <a:lnTo>
                    <a:pt x="802052" y="178159"/>
                  </a:lnTo>
                  <a:lnTo>
                    <a:pt x="829074" y="178934"/>
                  </a:lnTo>
                  <a:lnTo>
                    <a:pt x="853478" y="181146"/>
                  </a:lnTo>
                  <a:lnTo>
                    <a:pt x="908932" y="170711"/>
                  </a:lnTo>
                  <a:lnTo>
                    <a:pt x="969941" y="117646"/>
                  </a:lnTo>
                  <a:lnTo>
                    <a:pt x="991739" y="118294"/>
                  </a:lnTo>
                  <a:lnTo>
                    <a:pt x="993951" y="117646"/>
                  </a:lnTo>
                  <a:lnTo>
                    <a:pt x="1058773" y="84968"/>
                  </a:lnTo>
                  <a:lnTo>
                    <a:pt x="1066463" y="86798"/>
                  </a:lnTo>
                  <a:lnTo>
                    <a:pt x="1074089" y="89149"/>
                  </a:lnTo>
                  <a:lnTo>
                    <a:pt x="1078016" y="96191"/>
                  </a:lnTo>
                  <a:lnTo>
                    <a:pt x="1139877" y="115027"/>
                  </a:lnTo>
                  <a:lnTo>
                    <a:pt x="1178630" y="110058"/>
                  </a:lnTo>
                  <a:lnTo>
                    <a:pt x="1182291" y="109409"/>
                  </a:lnTo>
                  <a:lnTo>
                    <a:pt x="1246998" y="114494"/>
                  </a:lnTo>
                  <a:lnTo>
                    <a:pt x="1280541" y="128856"/>
                  </a:lnTo>
                  <a:lnTo>
                    <a:pt x="1410007" y="71215"/>
                  </a:lnTo>
                  <a:lnTo>
                    <a:pt x="1402825" y="50701"/>
                  </a:lnTo>
                  <a:lnTo>
                    <a:pt x="1360284" y="68356"/>
                  </a:lnTo>
                  <a:lnTo>
                    <a:pt x="1340977" y="60386"/>
                  </a:lnTo>
                  <a:lnTo>
                    <a:pt x="1404643" y="0"/>
                  </a:lnTo>
                  <a:lnTo>
                    <a:pt x="1443549" y="46265"/>
                  </a:lnTo>
                  <a:lnTo>
                    <a:pt x="1428017" y="65864"/>
                  </a:lnTo>
                  <a:lnTo>
                    <a:pt x="1426848" y="80379"/>
                  </a:lnTo>
                  <a:lnTo>
                    <a:pt x="1378422" y="141388"/>
                  </a:lnTo>
                  <a:lnTo>
                    <a:pt x="1328699" y="157327"/>
                  </a:lnTo>
                  <a:lnTo>
                    <a:pt x="1288370" y="170520"/>
                  </a:lnTo>
                  <a:lnTo>
                    <a:pt x="1264106" y="179926"/>
                  </a:lnTo>
                  <a:lnTo>
                    <a:pt x="1254840" y="199410"/>
                  </a:lnTo>
                  <a:lnTo>
                    <a:pt x="1230183" y="240452"/>
                  </a:lnTo>
                  <a:lnTo>
                    <a:pt x="1189192" y="245281"/>
                  </a:lnTo>
                  <a:lnTo>
                    <a:pt x="1156146" y="262288"/>
                  </a:lnTo>
                  <a:lnTo>
                    <a:pt x="1129658" y="277959"/>
                  </a:lnTo>
                  <a:lnTo>
                    <a:pt x="1138796" y="305541"/>
                  </a:lnTo>
                  <a:lnTo>
                    <a:pt x="1120265" y="312468"/>
                  </a:lnTo>
                  <a:lnTo>
                    <a:pt x="975534" y="381103"/>
                  </a:lnTo>
                  <a:lnTo>
                    <a:pt x="984278" y="411684"/>
                  </a:lnTo>
                  <a:lnTo>
                    <a:pt x="1003852" y="458610"/>
                  </a:lnTo>
                  <a:lnTo>
                    <a:pt x="1026425" y="449979"/>
                  </a:lnTo>
                  <a:lnTo>
                    <a:pt x="1057222" y="482276"/>
                  </a:lnTo>
                  <a:lnTo>
                    <a:pt x="1076682" y="526965"/>
                  </a:lnTo>
                  <a:lnTo>
                    <a:pt x="1060870" y="548394"/>
                  </a:lnTo>
                  <a:lnTo>
                    <a:pt x="1082287" y="551674"/>
                  </a:lnTo>
                  <a:lnTo>
                    <a:pt x="1098810" y="544226"/>
                  </a:lnTo>
                  <a:lnTo>
                    <a:pt x="1117087" y="546310"/>
                  </a:lnTo>
                  <a:lnTo>
                    <a:pt x="1128526" y="537032"/>
                  </a:lnTo>
                  <a:lnTo>
                    <a:pt x="1131272" y="524614"/>
                  </a:lnTo>
                  <a:lnTo>
                    <a:pt x="1138440" y="515844"/>
                  </a:lnTo>
                  <a:lnTo>
                    <a:pt x="1153693" y="512590"/>
                  </a:lnTo>
                  <a:lnTo>
                    <a:pt x="1159692" y="502777"/>
                  </a:lnTo>
                  <a:lnTo>
                    <a:pt x="1159044" y="489711"/>
                  </a:lnTo>
                  <a:lnTo>
                    <a:pt x="1162310" y="480052"/>
                  </a:lnTo>
                  <a:lnTo>
                    <a:pt x="1171576" y="478336"/>
                  </a:lnTo>
                  <a:lnTo>
                    <a:pt x="1175491" y="485670"/>
                  </a:lnTo>
                  <a:lnTo>
                    <a:pt x="1180829" y="494160"/>
                  </a:lnTo>
                  <a:lnTo>
                    <a:pt x="1188455" y="493626"/>
                  </a:lnTo>
                  <a:lnTo>
                    <a:pt x="1194975" y="486445"/>
                  </a:lnTo>
                  <a:lnTo>
                    <a:pt x="1197200" y="477688"/>
                  </a:lnTo>
                  <a:lnTo>
                    <a:pt x="1196030" y="468536"/>
                  </a:lnTo>
                  <a:lnTo>
                    <a:pt x="1200339" y="464088"/>
                  </a:lnTo>
                  <a:lnTo>
                    <a:pt x="1211435" y="466312"/>
                  </a:lnTo>
                  <a:lnTo>
                    <a:pt x="1249922" y="461075"/>
                  </a:lnTo>
                  <a:lnTo>
                    <a:pt x="1257624" y="512056"/>
                  </a:lnTo>
                  <a:lnTo>
                    <a:pt x="1290365" y="518208"/>
                  </a:lnTo>
                  <a:lnTo>
                    <a:pt x="1258412" y="566684"/>
                  </a:lnTo>
                  <a:lnTo>
                    <a:pt x="1241698" y="575582"/>
                  </a:lnTo>
                  <a:lnTo>
                    <a:pt x="1207253" y="563698"/>
                  </a:lnTo>
                  <a:lnTo>
                    <a:pt x="1177359" y="581212"/>
                  </a:lnTo>
                  <a:lnTo>
                    <a:pt x="1179901" y="594545"/>
                  </a:lnTo>
                  <a:lnTo>
                    <a:pt x="1150413" y="609035"/>
                  </a:lnTo>
                  <a:lnTo>
                    <a:pt x="1140487" y="624605"/>
                  </a:lnTo>
                  <a:lnTo>
                    <a:pt x="1169085" y="645653"/>
                  </a:lnTo>
                  <a:lnTo>
                    <a:pt x="1177982" y="660816"/>
                  </a:lnTo>
                  <a:lnTo>
                    <a:pt x="1152396" y="661858"/>
                  </a:lnTo>
                  <a:lnTo>
                    <a:pt x="1107631" y="676882"/>
                  </a:lnTo>
                  <a:lnTo>
                    <a:pt x="1069271" y="654283"/>
                  </a:lnTo>
                  <a:lnTo>
                    <a:pt x="1038208" y="664337"/>
                  </a:lnTo>
                  <a:lnTo>
                    <a:pt x="1059739" y="744310"/>
                  </a:lnTo>
                  <a:lnTo>
                    <a:pt x="1120938" y="744729"/>
                  </a:lnTo>
                  <a:lnTo>
                    <a:pt x="1127204" y="742505"/>
                  </a:lnTo>
                  <a:lnTo>
                    <a:pt x="1165056" y="730074"/>
                  </a:lnTo>
                  <a:lnTo>
                    <a:pt x="1167534" y="786940"/>
                  </a:lnTo>
                  <a:lnTo>
                    <a:pt x="1184057" y="807721"/>
                  </a:lnTo>
                  <a:lnTo>
                    <a:pt x="1206936" y="802878"/>
                  </a:lnTo>
                  <a:lnTo>
                    <a:pt x="1231212" y="795417"/>
                  </a:lnTo>
                  <a:lnTo>
                    <a:pt x="1239385" y="783038"/>
                  </a:lnTo>
                  <a:lnTo>
                    <a:pt x="1245257" y="763171"/>
                  </a:lnTo>
                  <a:lnTo>
                    <a:pt x="1233119" y="746559"/>
                  </a:lnTo>
                  <a:lnTo>
                    <a:pt x="1220205" y="707348"/>
                  </a:lnTo>
                  <a:lnTo>
                    <a:pt x="1248168" y="695451"/>
                  </a:lnTo>
                  <a:lnTo>
                    <a:pt x="1258094" y="691550"/>
                  </a:lnTo>
                  <a:lnTo>
                    <a:pt x="1283146" y="680949"/>
                  </a:lnTo>
                  <a:lnTo>
                    <a:pt x="1308567" y="663829"/>
                  </a:lnTo>
                  <a:lnTo>
                    <a:pt x="1329449" y="626448"/>
                  </a:lnTo>
                  <a:lnTo>
                    <a:pt x="1359344" y="580183"/>
                  </a:lnTo>
                  <a:lnTo>
                    <a:pt x="1343545" y="557037"/>
                  </a:lnTo>
                  <a:lnTo>
                    <a:pt x="1345896" y="550377"/>
                  </a:lnTo>
                  <a:lnTo>
                    <a:pt x="1378129" y="543196"/>
                  </a:lnTo>
                  <a:lnTo>
                    <a:pt x="1418802" y="528554"/>
                  </a:lnTo>
                  <a:lnTo>
                    <a:pt x="1451149" y="539396"/>
                  </a:lnTo>
                  <a:lnTo>
                    <a:pt x="1474130" y="589715"/>
                  </a:lnTo>
                  <a:lnTo>
                    <a:pt x="1482099" y="577564"/>
                  </a:lnTo>
                  <a:lnTo>
                    <a:pt x="1512095" y="574171"/>
                  </a:lnTo>
                  <a:lnTo>
                    <a:pt x="1541595" y="568807"/>
                  </a:lnTo>
                  <a:lnTo>
                    <a:pt x="1546946" y="572862"/>
                  </a:lnTo>
                  <a:lnTo>
                    <a:pt x="1593402" y="584898"/>
                  </a:lnTo>
                  <a:lnTo>
                    <a:pt x="1609201" y="577437"/>
                  </a:lnTo>
                  <a:lnTo>
                    <a:pt x="1609595" y="544886"/>
                  </a:lnTo>
                  <a:lnTo>
                    <a:pt x="1649658" y="527092"/>
                  </a:lnTo>
                  <a:lnTo>
                    <a:pt x="1651348" y="515856"/>
                  </a:lnTo>
                  <a:lnTo>
                    <a:pt x="1646264" y="478730"/>
                  </a:lnTo>
                  <a:lnTo>
                    <a:pt x="1653178" y="459906"/>
                  </a:lnTo>
                  <a:lnTo>
                    <a:pt x="1628521" y="429846"/>
                  </a:lnTo>
                  <a:lnTo>
                    <a:pt x="1598232" y="427749"/>
                  </a:lnTo>
                  <a:lnTo>
                    <a:pt x="1602147" y="403053"/>
                  </a:lnTo>
                  <a:lnTo>
                    <a:pt x="1600723" y="400308"/>
                  </a:lnTo>
                  <a:lnTo>
                    <a:pt x="1583488" y="367757"/>
                  </a:lnTo>
                  <a:lnTo>
                    <a:pt x="1584009" y="344497"/>
                  </a:lnTo>
                  <a:lnTo>
                    <a:pt x="1543693" y="346595"/>
                  </a:lnTo>
                  <a:lnTo>
                    <a:pt x="1536638" y="331965"/>
                  </a:lnTo>
                  <a:lnTo>
                    <a:pt x="1496055" y="299020"/>
                  </a:lnTo>
                  <a:lnTo>
                    <a:pt x="1495534" y="281900"/>
                  </a:lnTo>
                  <a:lnTo>
                    <a:pt x="1491212" y="243070"/>
                  </a:lnTo>
                  <a:lnTo>
                    <a:pt x="1469821" y="218234"/>
                  </a:lnTo>
                  <a:lnTo>
                    <a:pt x="1461076" y="205702"/>
                  </a:lnTo>
                  <a:lnTo>
                    <a:pt x="1515730" y="193932"/>
                  </a:lnTo>
                  <a:lnTo>
                    <a:pt x="1527602" y="191454"/>
                  </a:lnTo>
                  <a:lnTo>
                    <a:pt x="1601727" y="187272"/>
                  </a:lnTo>
                  <a:lnTo>
                    <a:pt x="1604981" y="185823"/>
                  </a:lnTo>
                  <a:lnTo>
                    <a:pt x="1624568" y="174193"/>
                  </a:lnTo>
                  <a:lnTo>
                    <a:pt x="1652886" y="161483"/>
                  </a:lnTo>
                  <a:lnTo>
                    <a:pt x="1673222" y="152586"/>
                  </a:lnTo>
                  <a:lnTo>
                    <a:pt x="1781806" y="253632"/>
                  </a:lnTo>
                  <a:lnTo>
                    <a:pt x="1819631" y="258983"/>
                  </a:lnTo>
                  <a:lnTo>
                    <a:pt x="1841556" y="223166"/>
                  </a:lnTo>
                  <a:lnTo>
                    <a:pt x="1877069" y="263305"/>
                  </a:lnTo>
                  <a:lnTo>
                    <a:pt x="1905908" y="231135"/>
                  </a:lnTo>
                  <a:lnTo>
                    <a:pt x="1914119" y="227322"/>
                  </a:lnTo>
                  <a:lnTo>
                    <a:pt x="1917932" y="232152"/>
                  </a:lnTo>
                  <a:lnTo>
                    <a:pt x="1918453" y="239206"/>
                  </a:lnTo>
                  <a:lnTo>
                    <a:pt x="1936603" y="248879"/>
                  </a:lnTo>
                  <a:lnTo>
                    <a:pt x="1957740" y="236079"/>
                  </a:lnTo>
                  <a:lnTo>
                    <a:pt x="1963485" y="271490"/>
                  </a:lnTo>
                  <a:lnTo>
                    <a:pt x="1985919" y="328076"/>
                  </a:lnTo>
                  <a:lnTo>
                    <a:pt x="1985398" y="362851"/>
                  </a:lnTo>
                  <a:lnTo>
                    <a:pt x="2001857" y="378535"/>
                  </a:lnTo>
                  <a:lnTo>
                    <a:pt x="2023897" y="436824"/>
                  </a:lnTo>
                  <a:lnTo>
                    <a:pt x="2028587" y="433303"/>
                  </a:lnTo>
                  <a:lnTo>
                    <a:pt x="2072717" y="501939"/>
                  </a:lnTo>
                  <a:lnTo>
                    <a:pt x="2064620" y="533168"/>
                  </a:lnTo>
                  <a:lnTo>
                    <a:pt x="2075449" y="587669"/>
                  </a:lnTo>
                  <a:lnTo>
                    <a:pt x="2083800" y="644128"/>
                  </a:lnTo>
                  <a:lnTo>
                    <a:pt x="2058621" y="656838"/>
                  </a:lnTo>
                  <a:lnTo>
                    <a:pt x="2045441" y="679462"/>
                  </a:lnTo>
                  <a:lnTo>
                    <a:pt x="2061964" y="758786"/>
                  </a:lnTo>
                  <a:lnTo>
                    <a:pt x="2056880" y="786635"/>
                  </a:lnTo>
                  <a:lnTo>
                    <a:pt x="2070594" y="792240"/>
                  </a:lnTo>
                  <a:lnTo>
                    <a:pt x="2048555" y="878377"/>
                  </a:lnTo>
                  <a:lnTo>
                    <a:pt x="2097870" y="937187"/>
                  </a:lnTo>
                  <a:lnTo>
                    <a:pt x="2117571" y="1008440"/>
                  </a:lnTo>
                  <a:lnTo>
                    <a:pt x="2153859" y="996416"/>
                  </a:lnTo>
                  <a:lnTo>
                    <a:pt x="2197963" y="1009864"/>
                  </a:lnTo>
                  <a:lnTo>
                    <a:pt x="2221972" y="1006051"/>
                  </a:lnTo>
                  <a:lnTo>
                    <a:pt x="2221464" y="1082248"/>
                  </a:lnTo>
                  <a:lnTo>
                    <a:pt x="2208004" y="1115295"/>
                  </a:lnTo>
                  <a:lnTo>
                    <a:pt x="2146283" y="1221692"/>
                  </a:lnTo>
                  <a:lnTo>
                    <a:pt x="2060019" y="1253328"/>
                  </a:lnTo>
                  <a:lnTo>
                    <a:pt x="2048681" y="1281557"/>
                  </a:lnTo>
                  <a:lnTo>
                    <a:pt x="2081309" y="1305859"/>
                  </a:lnTo>
                  <a:lnTo>
                    <a:pt x="2061061" y="1356306"/>
                  </a:lnTo>
                  <a:lnTo>
                    <a:pt x="2031701" y="1369652"/>
                  </a:lnTo>
                  <a:lnTo>
                    <a:pt x="2055202" y="1482772"/>
                  </a:lnTo>
                  <a:lnTo>
                    <a:pt x="2114177" y="1532838"/>
                  </a:lnTo>
                  <a:lnTo>
                    <a:pt x="2163518" y="1574680"/>
                  </a:lnTo>
                  <a:lnTo>
                    <a:pt x="2221591" y="1623817"/>
                  </a:lnTo>
                  <a:lnTo>
                    <a:pt x="2226942" y="1639756"/>
                  </a:lnTo>
                  <a:lnTo>
                    <a:pt x="2228112" y="1647382"/>
                  </a:lnTo>
                  <a:lnTo>
                    <a:pt x="2244813" y="1660448"/>
                  </a:lnTo>
                  <a:lnTo>
                    <a:pt x="2291154" y="1697041"/>
                  </a:lnTo>
                  <a:lnTo>
                    <a:pt x="2364607" y="1654436"/>
                  </a:lnTo>
                  <a:lnTo>
                    <a:pt x="2418383" y="1659800"/>
                  </a:lnTo>
                  <a:lnTo>
                    <a:pt x="2462094" y="1661490"/>
                  </a:lnTo>
                  <a:lnTo>
                    <a:pt x="2504508" y="1661490"/>
                  </a:lnTo>
                  <a:lnTo>
                    <a:pt x="2531911" y="1698617"/>
                  </a:lnTo>
                  <a:lnTo>
                    <a:pt x="2571986" y="1708544"/>
                  </a:lnTo>
                  <a:lnTo>
                    <a:pt x="2622484" y="1753118"/>
                  </a:lnTo>
                  <a:lnTo>
                    <a:pt x="2665699" y="1732197"/>
                  </a:lnTo>
                  <a:lnTo>
                    <a:pt x="2711227" y="1707679"/>
                  </a:lnTo>
                  <a:lnTo>
                    <a:pt x="2777256" y="1734587"/>
                  </a:lnTo>
                  <a:lnTo>
                    <a:pt x="2811968" y="1708709"/>
                  </a:lnTo>
                  <a:lnTo>
                    <a:pt x="2899007" y="1751059"/>
                  </a:lnTo>
                  <a:lnTo>
                    <a:pt x="2979399" y="1690050"/>
                  </a:lnTo>
                  <a:lnTo>
                    <a:pt x="3076747" y="1650966"/>
                  </a:lnTo>
                  <a:lnTo>
                    <a:pt x="3117076" y="1682323"/>
                  </a:lnTo>
                  <a:lnTo>
                    <a:pt x="3133777" y="1717237"/>
                  </a:lnTo>
                  <a:lnTo>
                    <a:pt x="3175924" y="1693444"/>
                  </a:lnTo>
                  <a:lnTo>
                    <a:pt x="3236095" y="1701934"/>
                  </a:lnTo>
                  <a:lnTo>
                    <a:pt x="3240009" y="1722207"/>
                  </a:lnTo>
                  <a:lnTo>
                    <a:pt x="3221605" y="1755533"/>
                  </a:lnTo>
                  <a:lnTo>
                    <a:pt x="3253380" y="1878924"/>
                  </a:lnTo>
                  <a:lnTo>
                    <a:pt x="3250381" y="1945309"/>
                  </a:lnTo>
                  <a:lnTo>
                    <a:pt x="3201574" y="1953406"/>
                  </a:lnTo>
                  <a:lnTo>
                    <a:pt x="3144162" y="1933285"/>
                  </a:lnTo>
                  <a:lnTo>
                    <a:pt x="3143755" y="1987939"/>
                  </a:lnTo>
                  <a:lnTo>
                    <a:pt x="3174818" y="2045580"/>
                  </a:lnTo>
                  <a:lnTo>
                    <a:pt x="3127587" y="2069234"/>
                  </a:lnTo>
                  <a:lnTo>
                    <a:pt x="3087906" y="2110262"/>
                  </a:lnTo>
                  <a:lnTo>
                    <a:pt x="3075641" y="2263713"/>
                  </a:lnTo>
                  <a:lnTo>
                    <a:pt x="3033481" y="2318748"/>
                  </a:lnTo>
                  <a:lnTo>
                    <a:pt x="2969816" y="2354425"/>
                  </a:lnTo>
                  <a:lnTo>
                    <a:pt x="2907536" y="2393763"/>
                  </a:lnTo>
                  <a:lnTo>
                    <a:pt x="2857025" y="2420811"/>
                  </a:lnTo>
                  <a:lnTo>
                    <a:pt x="2815654" y="2430356"/>
                  </a:lnTo>
                  <a:lnTo>
                    <a:pt x="2707210" y="2447362"/>
                  </a:lnTo>
                  <a:lnTo>
                    <a:pt x="2686200" y="2420175"/>
                  </a:lnTo>
                  <a:lnTo>
                    <a:pt x="2590543" y="2406308"/>
                  </a:lnTo>
                  <a:lnTo>
                    <a:pt x="2567970" y="2376109"/>
                  </a:lnTo>
                  <a:lnTo>
                    <a:pt x="2477282" y="2351807"/>
                  </a:lnTo>
                  <a:lnTo>
                    <a:pt x="2452853" y="2360310"/>
                  </a:lnTo>
                  <a:lnTo>
                    <a:pt x="2371292" y="2320833"/>
                  </a:lnTo>
                  <a:lnTo>
                    <a:pt x="2322104" y="2342529"/>
                  </a:lnTo>
                  <a:lnTo>
                    <a:pt x="2302276" y="2369716"/>
                  </a:lnTo>
                  <a:lnTo>
                    <a:pt x="2269229" y="2381473"/>
                  </a:lnTo>
                  <a:lnTo>
                    <a:pt x="2251346" y="2400297"/>
                  </a:lnTo>
                  <a:lnTo>
                    <a:pt x="2276665" y="2447324"/>
                  </a:lnTo>
                  <a:lnTo>
                    <a:pt x="2261921" y="2478820"/>
                  </a:lnTo>
                  <a:lnTo>
                    <a:pt x="2208678" y="2497377"/>
                  </a:lnTo>
                  <a:lnTo>
                    <a:pt x="2184262" y="2532965"/>
                  </a:lnTo>
                  <a:lnTo>
                    <a:pt x="2080127" y="2583692"/>
                  </a:lnTo>
                  <a:lnTo>
                    <a:pt x="2007056" y="2584734"/>
                  </a:lnTo>
                  <a:lnTo>
                    <a:pt x="1853453" y="2700283"/>
                  </a:lnTo>
                  <a:lnTo>
                    <a:pt x="1807264" y="2735973"/>
                  </a:lnTo>
                  <a:lnTo>
                    <a:pt x="1788860" y="2748683"/>
                  </a:lnTo>
                  <a:lnTo>
                    <a:pt x="1723211" y="2770507"/>
                  </a:lnTo>
                  <a:lnTo>
                    <a:pt x="1696596" y="2738236"/>
                  </a:lnTo>
                  <a:lnTo>
                    <a:pt x="1560356" y="2684370"/>
                  </a:lnTo>
                  <a:lnTo>
                    <a:pt x="1528491" y="2711430"/>
                  </a:lnTo>
                  <a:lnTo>
                    <a:pt x="1505930" y="2772222"/>
                  </a:lnTo>
                  <a:lnTo>
                    <a:pt x="1472884" y="2777180"/>
                  </a:lnTo>
                  <a:lnTo>
                    <a:pt x="1424738" y="2772222"/>
                  </a:lnTo>
                  <a:lnTo>
                    <a:pt x="1371101" y="2790017"/>
                  </a:lnTo>
                  <a:lnTo>
                    <a:pt x="1354793" y="2828592"/>
                  </a:lnTo>
                  <a:lnTo>
                    <a:pt x="1415078" y="2851839"/>
                  </a:lnTo>
                  <a:lnTo>
                    <a:pt x="1380099" y="2886347"/>
                  </a:lnTo>
                  <a:lnTo>
                    <a:pt x="1316409" y="2890669"/>
                  </a:lnTo>
                  <a:lnTo>
                    <a:pt x="1299580" y="2908819"/>
                  </a:lnTo>
                  <a:lnTo>
                    <a:pt x="1273995" y="2906340"/>
                  </a:lnTo>
                  <a:lnTo>
                    <a:pt x="1258476" y="2862948"/>
                  </a:lnTo>
                  <a:lnTo>
                    <a:pt x="1214625" y="2888572"/>
                  </a:lnTo>
                  <a:lnTo>
                    <a:pt x="1174563" y="2860470"/>
                  </a:lnTo>
                  <a:lnTo>
                    <a:pt x="1094692" y="2896541"/>
                  </a:lnTo>
                  <a:lnTo>
                    <a:pt x="1058544" y="2922686"/>
                  </a:lnTo>
                  <a:lnTo>
                    <a:pt x="1011694" y="2959545"/>
                  </a:lnTo>
                  <a:lnTo>
                    <a:pt x="927400" y="2988550"/>
                  </a:lnTo>
                  <a:lnTo>
                    <a:pt x="908335" y="2976653"/>
                  </a:lnTo>
                  <a:lnTo>
                    <a:pt x="916304" y="2892486"/>
                  </a:lnTo>
                  <a:lnTo>
                    <a:pt x="811127" y="2943200"/>
                  </a:lnTo>
                  <a:lnTo>
                    <a:pt x="811903" y="3001896"/>
                  </a:lnTo>
                  <a:lnTo>
                    <a:pt x="792329" y="3025816"/>
                  </a:lnTo>
                  <a:lnTo>
                    <a:pt x="723046" y="3035870"/>
                  </a:lnTo>
                  <a:lnTo>
                    <a:pt x="710246" y="2970527"/>
                  </a:lnTo>
                  <a:lnTo>
                    <a:pt x="704234" y="2939806"/>
                  </a:lnTo>
                  <a:lnTo>
                    <a:pt x="699532" y="2915657"/>
                  </a:lnTo>
                  <a:lnTo>
                    <a:pt x="669917" y="2881162"/>
                  </a:lnTo>
                  <a:lnTo>
                    <a:pt x="706192" y="2777243"/>
                  </a:lnTo>
                  <a:lnTo>
                    <a:pt x="673565" y="2700524"/>
                  </a:lnTo>
                  <a:lnTo>
                    <a:pt x="729820" y="2693191"/>
                  </a:lnTo>
                  <a:lnTo>
                    <a:pt x="750309" y="2657780"/>
                  </a:lnTo>
                  <a:lnTo>
                    <a:pt x="736595" y="2577922"/>
                  </a:lnTo>
                  <a:lnTo>
                    <a:pt x="733468" y="2559365"/>
                  </a:lnTo>
                  <a:lnTo>
                    <a:pt x="766629" y="2494543"/>
                  </a:lnTo>
                  <a:lnTo>
                    <a:pt x="785275" y="2458065"/>
                  </a:lnTo>
                  <a:lnTo>
                    <a:pt x="779009" y="2434678"/>
                  </a:lnTo>
                  <a:lnTo>
                    <a:pt x="760096" y="2364085"/>
                  </a:lnTo>
                  <a:lnTo>
                    <a:pt x="809666" y="2335729"/>
                  </a:lnTo>
                  <a:lnTo>
                    <a:pt x="851673" y="2269864"/>
                  </a:lnTo>
                  <a:lnTo>
                    <a:pt x="888532" y="2283973"/>
                  </a:lnTo>
                  <a:lnTo>
                    <a:pt x="932649" y="2246986"/>
                  </a:lnTo>
                  <a:lnTo>
                    <a:pt x="917499" y="2113402"/>
                  </a:lnTo>
                  <a:lnTo>
                    <a:pt x="951295" y="2098366"/>
                  </a:lnTo>
                  <a:lnTo>
                    <a:pt x="952350" y="2057985"/>
                  </a:lnTo>
                  <a:lnTo>
                    <a:pt x="983656" y="2057858"/>
                  </a:lnTo>
                  <a:lnTo>
                    <a:pt x="998793" y="2083075"/>
                  </a:lnTo>
                  <a:lnTo>
                    <a:pt x="1049050" y="2055507"/>
                  </a:lnTo>
                  <a:lnTo>
                    <a:pt x="1047232" y="1999162"/>
                  </a:lnTo>
                  <a:lnTo>
                    <a:pt x="1055049" y="1953939"/>
                  </a:lnTo>
                  <a:lnTo>
                    <a:pt x="992413" y="1930540"/>
                  </a:lnTo>
                  <a:lnTo>
                    <a:pt x="984787" y="1927680"/>
                  </a:lnTo>
                  <a:lnTo>
                    <a:pt x="992222" y="1888279"/>
                  </a:lnTo>
                  <a:lnTo>
                    <a:pt x="890706" y="1857431"/>
                  </a:lnTo>
                  <a:lnTo>
                    <a:pt x="899450" y="1778094"/>
                  </a:lnTo>
                  <a:lnTo>
                    <a:pt x="882215" y="1729083"/>
                  </a:lnTo>
                  <a:lnTo>
                    <a:pt x="871780" y="1709866"/>
                  </a:lnTo>
                  <a:lnTo>
                    <a:pt x="898141" y="1659546"/>
                  </a:lnTo>
                  <a:lnTo>
                    <a:pt x="895930" y="1645044"/>
                  </a:lnTo>
                  <a:lnTo>
                    <a:pt x="931671" y="1581391"/>
                  </a:lnTo>
                  <a:lnTo>
                    <a:pt x="931938" y="1551331"/>
                  </a:lnTo>
                  <a:lnTo>
                    <a:pt x="952020" y="1521793"/>
                  </a:lnTo>
                  <a:lnTo>
                    <a:pt x="895790" y="1470952"/>
                  </a:lnTo>
                  <a:lnTo>
                    <a:pt x="924883" y="1439723"/>
                  </a:lnTo>
                  <a:lnTo>
                    <a:pt x="969255" y="1478667"/>
                  </a:lnTo>
                  <a:lnTo>
                    <a:pt x="1012470" y="1438147"/>
                  </a:lnTo>
                  <a:lnTo>
                    <a:pt x="1003191" y="1377367"/>
                  </a:lnTo>
                  <a:lnTo>
                    <a:pt x="1000649" y="1360653"/>
                  </a:lnTo>
                  <a:lnTo>
                    <a:pt x="977021" y="1364466"/>
                  </a:lnTo>
                  <a:lnTo>
                    <a:pt x="962925" y="1343812"/>
                  </a:lnTo>
                  <a:lnTo>
                    <a:pt x="853172" y="1359064"/>
                  </a:lnTo>
                  <a:lnTo>
                    <a:pt x="803717" y="1332932"/>
                  </a:lnTo>
                  <a:lnTo>
                    <a:pt x="768611" y="1333580"/>
                  </a:lnTo>
                  <a:lnTo>
                    <a:pt x="749686" y="1316193"/>
                  </a:lnTo>
                  <a:lnTo>
                    <a:pt x="736124" y="1320120"/>
                  </a:lnTo>
                  <a:lnTo>
                    <a:pt x="723414" y="1335537"/>
                  </a:lnTo>
                  <a:lnTo>
                    <a:pt x="678255" y="1330568"/>
                  </a:lnTo>
                  <a:lnTo>
                    <a:pt x="662469" y="1326386"/>
                  </a:lnTo>
                  <a:lnTo>
                    <a:pt x="694244" y="1289921"/>
                  </a:lnTo>
                  <a:lnTo>
                    <a:pt x="698172" y="1262988"/>
                  </a:lnTo>
                  <a:lnTo>
                    <a:pt x="710437" y="1246922"/>
                  </a:lnTo>
                  <a:lnTo>
                    <a:pt x="695833" y="1213062"/>
                  </a:lnTo>
                  <a:lnTo>
                    <a:pt x="703917" y="1181439"/>
                  </a:lnTo>
                  <a:lnTo>
                    <a:pt x="692477" y="1144579"/>
                  </a:lnTo>
                  <a:lnTo>
                    <a:pt x="675369" y="1145100"/>
                  </a:lnTo>
                  <a:lnTo>
                    <a:pt x="676170" y="1137131"/>
                  </a:lnTo>
                  <a:lnTo>
                    <a:pt x="734230" y="1105356"/>
                  </a:lnTo>
                  <a:lnTo>
                    <a:pt x="750665" y="1087561"/>
                  </a:lnTo>
                  <a:lnTo>
                    <a:pt x="747805" y="1057375"/>
                  </a:lnTo>
                  <a:lnTo>
                    <a:pt x="734751" y="1047715"/>
                  </a:lnTo>
                  <a:lnTo>
                    <a:pt x="719754" y="1016206"/>
                  </a:lnTo>
                  <a:close/>
                </a:path>
              </a:pathLst>
            </a:custGeom>
            <a:noFill/>
            <a:ln w="3810" cap="flat">
              <a:solidFill>
                <a:srgbClr val="E6E4E2"/>
              </a:solidFill>
              <a:prstDash val="solid"/>
              <a:miter/>
            </a:ln>
          </p:spPr>
          <p:txBody>
            <a:bodyPr rtlCol="0" anchor="ctr"/>
            <a:lstStyle/>
            <a:p>
              <a:endParaRPr lang="de-CH"/>
            </a:p>
          </p:txBody>
        </p:sp>
        <p:sp>
          <p:nvSpPr>
            <p:cNvPr id="86" name="Freihandform: Form 85">
              <a:extLst>
                <a:ext uri="{FF2B5EF4-FFF2-40B4-BE49-F238E27FC236}">
                  <a16:creationId xmlns:a16="http://schemas.microsoft.com/office/drawing/2014/main" id="{76CC5384-E068-7984-FDA4-86B6A95E9CCB}"/>
                </a:ext>
              </a:extLst>
            </p:cNvPr>
            <p:cNvSpPr/>
            <p:nvPr/>
          </p:nvSpPr>
          <p:spPr>
            <a:xfrm>
              <a:off x="5339598" y="2047160"/>
              <a:ext cx="1377328" cy="1531935"/>
            </a:xfrm>
            <a:custGeom>
              <a:avLst/>
              <a:gdLst>
                <a:gd name="connsiteX0" fmla="*/ 682970 w 1377328"/>
                <a:gd name="connsiteY0" fmla="*/ 421509 h 1531935"/>
                <a:gd name="connsiteX1" fmla="*/ 643162 w 1377328"/>
                <a:gd name="connsiteY1" fmla="*/ 393546 h 1531935"/>
                <a:gd name="connsiteX2" fmla="*/ 621898 w 1377328"/>
                <a:gd name="connsiteY2" fmla="*/ 369397 h 1531935"/>
                <a:gd name="connsiteX3" fmla="*/ 598790 w 1377328"/>
                <a:gd name="connsiteY3" fmla="*/ 347166 h 1531935"/>
                <a:gd name="connsiteX4" fmla="*/ 582343 w 1377328"/>
                <a:gd name="connsiteY4" fmla="*/ 339070 h 1531935"/>
                <a:gd name="connsiteX5" fmla="*/ 575569 w 1377328"/>
                <a:gd name="connsiteY5" fmla="*/ 343760 h 1531935"/>
                <a:gd name="connsiteX6" fmla="*/ 582737 w 1377328"/>
                <a:gd name="connsiteY6" fmla="*/ 352784 h 1531935"/>
                <a:gd name="connsiteX7" fmla="*/ 576484 w 1377328"/>
                <a:gd name="connsiteY7" fmla="*/ 363766 h 1531935"/>
                <a:gd name="connsiteX8" fmla="*/ 576865 w 1377328"/>
                <a:gd name="connsiteY8" fmla="*/ 373693 h 1531935"/>
                <a:gd name="connsiteX9" fmla="*/ 580386 w 1377328"/>
                <a:gd name="connsiteY9" fmla="*/ 382984 h 1531935"/>
                <a:gd name="connsiteX10" fmla="*/ 577907 w 1377328"/>
                <a:gd name="connsiteY10" fmla="*/ 396444 h 1531935"/>
                <a:gd name="connsiteX11" fmla="*/ 581428 w 1377328"/>
                <a:gd name="connsiteY11" fmla="*/ 409243 h 1531935"/>
                <a:gd name="connsiteX12" fmla="*/ 592791 w 1377328"/>
                <a:gd name="connsiteY12" fmla="*/ 421407 h 1531935"/>
                <a:gd name="connsiteX13" fmla="*/ 627643 w 1377328"/>
                <a:gd name="connsiteY13" fmla="*/ 459703 h 1531935"/>
                <a:gd name="connsiteX14" fmla="*/ 674670 w 1377328"/>
                <a:gd name="connsiteY14" fmla="*/ 491974 h 1531935"/>
                <a:gd name="connsiteX15" fmla="*/ 692554 w 1377328"/>
                <a:gd name="connsiteY15" fmla="*/ 504544 h 1531935"/>
                <a:gd name="connsiteX16" fmla="*/ 702722 w 1377328"/>
                <a:gd name="connsiteY16" fmla="*/ 503362 h 1531935"/>
                <a:gd name="connsiteX17" fmla="*/ 713424 w 1377328"/>
                <a:gd name="connsiteY17" fmla="*/ 486623 h 1531935"/>
                <a:gd name="connsiteX18" fmla="*/ 719296 w 1377328"/>
                <a:gd name="connsiteY18" fmla="*/ 476302 h 1531935"/>
                <a:gd name="connsiteX19" fmla="*/ 717732 w 1377328"/>
                <a:gd name="connsiteY19" fmla="*/ 460885 h 1531935"/>
                <a:gd name="connsiteX20" fmla="*/ 703243 w 1377328"/>
                <a:gd name="connsiteY20" fmla="*/ 437612 h 1531935"/>
                <a:gd name="connsiteX21" fmla="*/ 1115575 w 1377328"/>
                <a:gd name="connsiteY21" fmla="*/ 842763 h 1531935"/>
                <a:gd name="connsiteX22" fmla="*/ 1135415 w 1377328"/>
                <a:gd name="connsiteY22" fmla="*/ 839369 h 1531935"/>
                <a:gd name="connsiteX23" fmla="*/ 1193997 w 1377328"/>
                <a:gd name="connsiteY23" fmla="*/ 844453 h 1531935"/>
                <a:gd name="connsiteX24" fmla="*/ 1204444 w 1377328"/>
                <a:gd name="connsiteY24" fmla="*/ 844707 h 1531935"/>
                <a:gd name="connsiteX25" fmla="*/ 1201178 w 1377328"/>
                <a:gd name="connsiteY25" fmla="*/ 863404 h 1531935"/>
                <a:gd name="connsiteX26" fmla="*/ 1117786 w 1377328"/>
                <a:gd name="connsiteY26" fmla="*/ 866289 h 1531935"/>
                <a:gd name="connsiteX27" fmla="*/ 1206275 w 1377328"/>
                <a:gd name="connsiteY27" fmla="*/ 656914 h 1531935"/>
                <a:gd name="connsiteX28" fmla="*/ 1271097 w 1377328"/>
                <a:gd name="connsiteY28" fmla="*/ 701209 h 1531935"/>
                <a:gd name="connsiteX29" fmla="*/ 1276969 w 1377328"/>
                <a:gd name="connsiteY29" fmla="*/ 706293 h 1531935"/>
                <a:gd name="connsiteX30" fmla="*/ 1298373 w 1377328"/>
                <a:gd name="connsiteY30" fmla="*/ 722117 h 1531935"/>
                <a:gd name="connsiteX31" fmla="*/ 1377329 w 1377328"/>
                <a:gd name="connsiteY31" fmla="*/ 785109 h 1531935"/>
                <a:gd name="connsiteX32" fmla="*/ 1368978 w 1377328"/>
                <a:gd name="connsiteY32" fmla="*/ 836484 h 1531935"/>
                <a:gd name="connsiteX33" fmla="*/ 1311693 w 1377328"/>
                <a:gd name="connsiteY33" fmla="*/ 869022 h 1531935"/>
                <a:gd name="connsiteX34" fmla="*/ 1302033 w 1377328"/>
                <a:gd name="connsiteY34" fmla="*/ 867586 h 1531935"/>
                <a:gd name="connsiteX35" fmla="*/ 1297725 w 1377328"/>
                <a:gd name="connsiteY35" fmla="*/ 861307 h 1531935"/>
                <a:gd name="connsiteX36" fmla="*/ 1302287 w 1377328"/>
                <a:gd name="connsiteY36" fmla="*/ 852956 h 1531935"/>
                <a:gd name="connsiteX37" fmla="*/ 1319141 w 1377328"/>
                <a:gd name="connsiteY37" fmla="*/ 842496 h 1531935"/>
                <a:gd name="connsiteX38" fmla="*/ 1311693 w 1377328"/>
                <a:gd name="connsiteY38" fmla="*/ 809691 h 1531935"/>
                <a:gd name="connsiteX39" fmla="*/ 1297203 w 1377328"/>
                <a:gd name="connsiteY39" fmla="*/ 799891 h 1531935"/>
                <a:gd name="connsiteX40" fmla="*/ 1283375 w 1377328"/>
                <a:gd name="connsiteY40" fmla="*/ 780928 h 1531935"/>
                <a:gd name="connsiteX41" fmla="*/ 1263534 w 1377328"/>
                <a:gd name="connsiteY41" fmla="*/ 781576 h 1531935"/>
                <a:gd name="connsiteX42" fmla="*/ 1252972 w 1377328"/>
                <a:gd name="connsiteY42" fmla="*/ 775056 h 1531935"/>
                <a:gd name="connsiteX43" fmla="*/ 1235737 w 1377328"/>
                <a:gd name="connsiteY43" fmla="*/ 763159 h 1531935"/>
                <a:gd name="connsiteX44" fmla="*/ 1219557 w 1377328"/>
                <a:gd name="connsiteY44" fmla="*/ 757655 h 1531935"/>
                <a:gd name="connsiteX45" fmla="*/ 1187972 w 1377328"/>
                <a:gd name="connsiteY45" fmla="*/ 767341 h 1531935"/>
                <a:gd name="connsiteX46" fmla="*/ 1165793 w 1377328"/>
                <a:gd name="connsiteY46" fmla="*/ 765243 h 1531935"/>
                <a:gd name="connsiteX47" fmla="*/ 1149269 w 1377328"/>
                <a:gd name="connsiteY47" fmla="*/ 774916 h 1531935"/>
                <a:gd name="connsiteX48" fmla="*/ 1136216 w 1377328"/>
                <a:gd name="connsiteY48" fmla="*/ 765904 h 1531935"/>
                <a:gd name="connsiteX49" fmla="*/ 1152917 w 1377328"/>
                <a:gd name="connsiteY49" fmla="*/ 740153 h 1531935"/>
                <a:gd name="connsiteX50" fmla="*/ 1182545 w 1377328"/>
                <a:gd name="connsiteY50" fmla="*/ 719118 h 1531935"/>
                <a:gd name="connsiteX51" fmla="*/ 1192077 w 1377328"/>
                <a:gd name="connsiteY51" fmla="*/ 704082 h 1531935"/>
                <a:gd name="connsiteX52" fmla="*/ 1199386 w 1377328"/>
                <a:gd name="connsiteY52" fmla="*/ 694282 h 1531935"/>
                <a:gd name="connsiteX53" fmla="*/ 1199894 w 1377328"/>
                <a:gd name="connsiteY53" fmla="*/ 673374 h 1531935"/>
                <a:gd name="connsiteX54" fmla="*/ 1206249 w 1377328"/>
                <a:gd name="connsiteY54" fmla="*/ 666841 h 1531935"/>
                <a:gd name="connsiteX55" fmla="*/ 835518 w 1377328"/>
                <a:gd name="connsiteY55" fmla="*/ 211472 h 1531935"/>
                <a:gd name="connsiteX56" fmla="*/ 829913 w 1377328"/>
                <a:gd name="connsiteY56" fmla="*/ 207164 h 1531935"/>
                <a:gd name="connsiteX57" fmla="*/ 825337 w 1377328"/>
                <a:gd name="connsiteY57" fmla="*/ 209706 h 1531935"/>
                <a:gd name="connsiteX58" fmla="*/ 825337 w 1377328"/>
                <a:gd name="connsiteY58" fmla="*/ 218730 h 1531935"/>
                <a:gd name="connsiteX59" fmla="*/ 828324 w 1377328"/>
                <a:gd name="connsiteY59" fmla="*/ 226165 h 1531935"/>
                <a:gd name="connsiteX60" fmla="*/ 823125 w 1377328"/>
                <a:gd name="connsiteY60" fmla="*/ 228529 h 1531935"/>
                <a:gd name="connsiteX61" fmla="*/ 822465 w 1377328"/>
                <a:gd name="connsiteY61" fmla="*/ 234020 h 1531935"/>
                <a:gd name="connsiteX62" fmla="*/ 839433 w 1377328"/>
                <a:gd name="connsiteY62" fmla="*/ 260165 h 1531935"/>
                <a:gd name="connsiteX63" fmla="*/ 844911 w 1377328"/>
                <a:gd name="connsiteY63" fmla="*/ 274146 h 1531935"/>
                <a:gd name="connsiteX64" fmla="*/ 850783 w 1377328"/>
                <a:gd name="connsiteY64" fmla="*/ 277680 h 1531935"/>
                <a:gd name="connsiteX65" fmla="*/ 851177 w 1377328"/>
                <a:gd name="connsiteY65" fmla="*/ 286043 h 1531935"/>
                <a:gd name="connsiteX66" fmla="*/ 865006 w 1377328"/>
                <a:gd name="connsiteY66" fmla="*/ 310752 h 1531935"/>
                <a:gd name="connsiteX67" fmla="*/ 872060 w 1377328"/>
                <a:gd name="connsiteY67" fmla="*/ 314285 h 1531935"/>
                <a:gd name="connsiteX68" fmla="*/ 875186 w 1377328"/>
                <a:gd name="connsiteY68" fmla="*/ 321606 h 1531935"/>
                <a:gd name="connsiteX69" fmla="*/ 881059 w 1377328"/>
                <a:gd name="connsiteY69" fmla="*/ 325648 h 1531935"/>
                <a:gd name="connsiteX70" fmla="*/ 884452 w 1377328"/>
                <a:gd name="connsiteY70" fmla="*/ 325000 h 1531935"/>
                <a:gd name="connsiteX71" fmla="*/ 883931 w 1377328"/>
                <a:gd name="connsiteY71" fmla="*/ 319115 h 1531935"/>
                <a:gd name="connsiteX72" fmla="*/ 888634 w 1377328"/>
                <a:gd name="connsiteY72" fmla="*/ 315988 h 1531935"/>
                <a:gd name="connsiteX73" fmla="*/ 890985 w 1377328"/>
                <a:gd name="connsiteY73" fmla="*/ 305655 h 1531935"/>
                <a:gd name="connsiteX74" fmla="*/ 888100 w 1377328"/>
                <a:gd name="connsiteY74" fmla="*/ 292945 h 1531935"/>
                <a:gd name="connsiteX75" fmla="*/ 881986 w 1377328"/>
                <a:gd name="connsiteY75" fmla="*/ 280133 h 1531935"/>
                <a:gd name="connsiteX76" fmla="*/ 875453 w 1377328"/>
                <a:gd name="connsiteY76" fmla="*/ 269024 h 1531935"/>
                <a:gd name="connsiteX77" fmla="*/ 864624 w 1377328"/>
                <a:gd name="connsiteY77" fmla="*/ 221831 h 1531935"/>
                <a:gd name="connsiteX78" fmla="*/ 857303 w 1377328"/>
                <a:gd name="connsiteY78" fmla="*/ 212032 h 1531935"/>
                <a:gd name="connsiteX79" fmla="*/ 846093 w 1377328"/>
                <a:gd name="connsiteY79" fmla="*/ 212565 h 1531935"/>
                <a:gd name="connsiteX80" fmla="*/ 663650 w 1377328"/>
                <a:gd name="connsiteY80" fmla="*/ 966802 h 1531935"/>
                <a:gd name="connsiteX81" fmla="*/ 639374 w 1377328"/>
                <a:gd name="connsiteY81" fmla="*/ 984062 h 1531935"/>
                <a:gd name="connsiteX82" fmla="*/ 669879 w 1377328"/>
                <a:gd name="connsiteY82" fmla="*/ 1038563 h 1531935"/>
                <a:gd name="connsiteX83" fmla="*/ 654207 w 1377328"/>
                <a:gd name="connsiteY83" fmla="*/ 1056472 h 1531935"/>
                <a:gd name="connsiteX84" fmla="*/ 608946 w 1377328"/>
                <a:gd name="connsiteY84" fmla="*/ 1090053 h 1531935"/>
                <a:gd name="connsiteX85" fmla="*/ 561677 w 1377328"/>
                <a:gd name="connsiteY85" fmla="*/ 1178541 h 1531935"/>
                <a:gd name="connsiteX86" fmla="*/ 544073 w 1377328"/>
                <a:gd name="connsiteY86" fmla="*/ 1171233 h 1531935"/>
                <a:gd name="connsiteX87" fmla="*/ 555830 w 1377328"/>
                <a:gd name="connsiteY87" fmla="*/ 1132530 h 1531935"/>
                <a:gd name="connsiteX88" fmla="*/ 527639 w 1377328"/>
                <a:gd name="connsiteY88" fmla="*/ 1121548 h 1531935"/>
                <a:gd name="connsiteX89" fmla="*/ 509616 w 1377328"/>
                <a:gd name="connsiteY89" fmla="*/ 1139203 h 1531935"/>
                <a:gd name="connsiteX90" fmla="*/ 477128 w 1377328"/>
                <a:gd name="connsiteY90" fmla="*/ 1170432 h 1531935"/>
                <a:gd name="connsiteX91" fmla="*/ 478819 w 1377328"/>
                <a:gd name="connsiteY91" fmla="*/ 1224425 h 1531935"/>
                <a:gd name="connsiteX92" fmla="*/ 470875 w 1377328"/>
                <a:gd name="connsiteY92" fmla="*/ 1269762 h 1531935"/>
                <a:gd name="connsiteX93" fmla="*/ 469413 w 1377328"/>
                <a:gd name="connsiteY93" fmla="*/ 1278405 h 1531935"/>
                <a:gd name="connsiteX94" fmla="*/ 427660 w 1377328"/>
                <a:gd name="connsiteY94" fmla="*/ 1339414 h 1531935"/>
                <a:gd name="connsiteX95" fmla="*/ 422182 w 1377328"/>
                <a:gd name="connsiteY95" fmla="*/ 1347256 h 1531935"/>
                <a:gd name="connsiteX96" fmla="*/ 450628 w 1377328"/>
                <a:gd name="connsiteY96" fmla="*/ 1399673 h 1531935"/>
                <a:gd name="connsiteX97" fmla="*/ 468117 w 1377328"/>
                <a:gd name="connsiteY97" fmla="*/ 1431944 h 1531935"/>
                <a:gd name="connsiteX98" fmla="*/ 464202 w 1377328"/>
                <a:gd name="connsiteY98" fmla="*/ 1439151 h 1531935"/>
                <a:gd name="connsiteX99" fmla="*/ 432897 w 1377328"/>
                <a:gd name="connsiteY99" fmla="*/ 1494695 h 1531935"/>
                <a:gd name="connsiteX100" fmla="*/ 379107 w 1377328"/>
                <a:gd name="connsiteY100" fmla="*/ 1489331 h 1531935"/>
                <a:gd name="connsiteX101" fmla="*/ 305655 w 1377328"/>
                <a:gd name="connsiteY101" fmla="*/ 1531935 h 1531935"/>
                <a:gd name="connsiteX102" fmla="*/ 259314 w 1377328"/>
                <a:gd name="connsiteY102" fmla="*/ 1495343 h 1531935"/>
                <a:gd name="connsiteX103" fmla="*/ 242701 w 1377328"/>
                <a:gd name="connsiteY103" fmla="*/ 1482302 h 1531935"/>
                <a:gd name="connsiteX104" fmla="*/ 241519 w 1377328"/>
                <a:gd name="connsiteY104" fmla="*/ 1474676 h 1531935"/>
                <a:gd name="connsiteX105" fmla="*/ 236168 w 1377328"/>
                <a:gd name="connsiteY105" fmla="*/ 1458725 h 1531935"/>
                <a:gd name="connsiteX106" fmla="*/ 178095 w 1377328"/>
                <a:gd name="connsiteY106" fmla="*/ 1409587 h 1531935"/>
                <a:gd name="connsiteX107" fmla="*/ 128767 w 1377328"/>
                <a:gd name="connsiteY107" fmla="*/ 1367745 h 1531935"/>
                <a:gd name="connsiteX108" fmla="*/ 69779 w 1377328"/>
                <a:gd name="connsiteY108" fmla="*/ 1317680 h 1531935"/>
                <a:gd name="connsiteX109" fmla="*/ 46278 w 1377328"/>
                <a:gd name="connsiteY109" fmla="*/ 1204559 h 1531935"/>
                <a:gd name="connsiteX110" fmla="*/ 75651 w 1377328"/>
                <a:gd name="connsiteY110" fmla="*/ 1191213 h 1531935"/>
                <a:gd name="connsiteX111" fmla="*/ 95886 w 1377328"/>
                <a:gd name="connsiteY111" fmla="*/ 1140766 h 1531935"/>
                <a:gd name="connsiteX112" fmla="*/ 63259 w 1377328"/>
                <a:gd name="connsiteY112" fmla="*/ 1116464 h 1531935"/>
                <a:gd name="connsiteX113" fmla="*/ 74596 w 1377328"/>
                <a:gd name="connsiteY113" fmla="*/ 1088235 h 1531935"/>
                <a:gd name="connsiteX114" fmla="*/ 160873 w 1377328"/>
                <a:gd name="connsiteY114" fmla="*/ 1056599 h 1531935"/>
                <a:gd name="connsiteX115" fmla="*/ 222594 w 1377328"/>
                <a:gd name="connsiteY115" fmla="*/ 950215 h 1531935"/>
                <a:gd name="connsiteX116" fmla="*/ 236041 w 1377328"/>
                <a:gd name="connsiteY116" fmla="*/ 917168 h 1531935"/>
                <a:gd name="connsiteX117" fmla="*/ 236562 w 1377328"/>
                <a:gd name="connsiteY117" fmla="*/ 840971 h 1531935"/>
                <a:gd name="connsiteX118" fmla="*/ 212540 w 1377328"/>
                <a:gd name="connsiteY118" fmla="*/ 844784 h 1531935"/>
                <a:gd name="connsiteX119" fmla="*/ 168436 w 1377328"/>
                <a:gd name="connsiteY119" fmla="*/ 831336 h 1531935"/>
                <a:gd name="connsiteX120" fmla="*/ 132148 w 1377328"/>
                <a:gd name="connsiteY120" fmla="*/ 843360 h 1531935"/>
                <a:gd name="connsiteX121" fmla="*/ 112447 w 1377328"/>
                <a:gd name="connsiteY121" fmla="*/ 772107 h 1531935"/>
                <a:gd name="connsiteX122" fmla="*/ 63132 w 1377328"/>
                <a:gd name="connsiteY122" fmla="*/ 713297 h 1531935"/>
                <a:gd name="connsiteX123" fmla="*/ 85184 w 1377328"/>
                <a:gd name="connsiteY123" fmla="*/ 627160 h 1531935"/>
                <a:gd name="connsiteX124" fmla="*/ 71470 w 1377328"/>
                <a:gd name="connsiteY124" fmla="*/ 621554 h 1531935"/>
                <a:gd name="connsiteX125" fmla="*/ 76554 w 1377328"/>
                <a:gd name="connsiteY125" fmla="*/ 593706 h 1531935"/>
                <a:gd name="connsiteX126" fmla="*/ 60030 w 1377328"/>
                <a:gd name="connsiteY126" fmla="*/ 514382 h 1531935"/>
                <a:gd name="connsiteX127" fmla="*/ 73211 w 1377328"/>
                <a:gd name="connsiteY127" fmla="*/ 491758 h 1531935"/>
                <a:gd name="connsiteX128" fmla="*/ 98390 w 1377328"/>
                <a:gd name="connsiteY128" fmla="*/ 479048 h 1531935"/>
                <a:gd name="connsiteX129" fmla="*/ 90052 w 1377328"/>
                <a:gd name="connsiteY129" fmla="*/ 422602 h 1531935"/>
                <a:gd name="connsiteX130" fmla="*/ 79223 w 1377328"/>
                <a:gd name="connsiteY130" fmla="*/ 368100 h 1531935"/>
                <a:gd name="connsiteX131" fmla="*/ 87306 w 1377328"/>
                <a:gd name="connsiteY131" fmla="*/ 336859 h 1531935"/>
                <a:gd name="connsiteX132" fmla="*/ 43189 w 1377328"/>
                <a:gd name="connsiteY132" fmla="*/ 268223 h 1531935"/>
                <a:gd name="connsiteX133" fmla="*/ 38499 w 1377328"/>
                <a:gd name="connsiteY133" fmla="*/ 271744 h 1531935"/>
                <a:gd name="connsiteX134" fmla="*/ 16447 w 1377328"/>
                <a:gd name="connsiteY134" fmla="*/ 213455 h 1531935"/>
                <a:gd name="connsiteX135" fmla="*/ 0 w 1377328"/>
                <a:gd name="connsiteY135" fmla="*/ 197771 h 1531935"/>
                <a:gd name="connsiteX136" fmla="*/ 521 w 1377328"/>
                <a:gd name="connsiteY136" fmla="*/ 162996 h 1531935"/>
                <a:gd name="connsiteX137" fmla="*/ 113794 w 1377328"/>
                <a:gd name="connsiteY137" fmla="*/ 138707 h 1531935"/>
                <a:gd name="connsiteX138" fmla="*/ 169783 w 1377328"/>
                <a:gd name="connsiteY138" fmla="*/ 152942 h 1531935"/>
                <a:gd name="connsiteX139" fmla="*/ 192483 w 1377328"/>
                <a:gd name="connsiteY139" fmla="*/ 158306 h 1531935"/>
                <a:gd name="connsiteX140" fmla="*/ 248726 w 1377328"/>
                <a:gd name="connsiteY140" fmla="*/ 102482 h 1531935"/>
                <a:gd name="connsiteX141" fmla="*/ 226293 w 1377328"/>
                <a:gd name="connsiteY141" fmla="*/ 42223 h 1531935"/>
                <a:gd name="connsiteX142" fmla="*/ 321810 w 1377328"/>
                <a:gd name="connsiteY142" fmla="*/ 26679 h 1531935"/>
                <a:gd name="connsiteX143" fmla="*/ 336681 w 1377328"/>
                <a:gd name="connsiteY143" fmla="*/ 52175 h 1531935"/>
                <a:gd name="connsiteX144" fmla="*/ 355085 w 1377328"/>
                <a:gd name="connsiteY144" fmla="*/ 78968 h 1531935"/>
                <a:gd name="connsiteX145" fmla="*/ 359394 w 1377328"/>
                <a:gd name="connsiteY145" fmla="*/ 132351 h 1531935"/>
                <a:gd name="connsiteX146" fmla="*/ 455305 w 1377328"/>
                <a:gd name="connsiteY146" fmla="*/ 124395 h 1531935"/>
                <a:gd name="connsiteX147" fmla="*/ 441743 w 1377328"/>
                <a:gd name="connsiteY147" fmla="*/ 108050 h 1531935"/>
                <a:gd name="connsiteX148" fmla="*/ 441997 w 1377328"/>
                <a:gd name="connsiteY148" fmla="*/ 97983 h 1531935"/>
                <a:gd name="connsiteX149" fmla="*/ 474370 w 1377328"/>
                <a:gd name="connsiteY149" fmla="*/ 99013 h 1531935"/>
                <a:gd name="connsiteX150" fmla="*/ 505828 w 1377328"/>
                <a:gd name="connsiteY150" fmla="*/ 75372 h 1531935"/>
                <a:gd name="connsiteX151" fmla="*/ 530092 w 1377328"/>
                <a:gd name="connsiteY151" fmla="*/ 86086 h 1531935"/>
                <a:gd name="connsiteX152" fmla="*/ 542497 w 1377328"/>
                <a:gd name="connsiteY152" fmla="*/ 116934 h 1531935"/>
                <a:gd name="connsiteX153" fmla="*/ 548369 w 1377328"/>
                <a:gd name="connsiteY153" fmla="*/ 129746 h 1531935"/>
                <a:gd name="connsiteX154" fmla="*/ 579420 w 1377328"/>
                <a:gd name="connsiteY154" fmla="*/ 138884 h 1531935"/>
                <a:gd name="connsiteX155" fmla="*/ 590656 w 1377328"/>
                <a:gd name="connsiteY155" fmla="*/ 132606 h 1531935"/>
                <a:gd name="connsiteX156" fmla="*/ 616610 w 1377328"/>
                <a:gd name="connsiteY156" fmla="*/ 120988 h 1531935"/>
                <a:gd name="connsiteX157" fmla="*/ 681343 w 1377328"/>
                <a:gd name="connsiteY157" fmla="*/ 102152 h 1531935"/>
                <a:gd name="connsiteX158" fmla="*/ 691003 w 1377328"/>
                <a:gd name="connsiteY158" fmla="*/ 110274 h 1531935"/>
                <a:gd name="connsiteX159" fmla="*/ 692172 w 1377328"/>
                <a:gd name="connsiteY159" fmla="*/ 125526 h 1531935"/>
                <a:gd name="connsiteX160" fmla="*/ 643632 w 1377328"/>
                <a:gd name="connsiteY160" fmla="*/ 144210 h 1531935"/>
                <a:gd name="connsiteX161" fmla="*/ 665684 w 1377328"/>
                <a:gd name="connsiteY161" fmla="*/ 166834 h 1531935"/>
                <a:gd name="connsiteX162" fmla="*/ 679513 w 1377328"/>
                <a:gd name="connsiteY162" fmla="*/ 185391 h 1531935"/>
                <a:gd name="connsiteX163" fmla="*/ 685004 w 1377328"/>
                <a:gd name="connsiteY163" fmla="*/ 196093 h 1531935"/>
                <a:gd name="connsiteX164" fmla="*/ 741361 w 1377328"/>
                <a:gd name="connsiteY164" fmla="*/ 183383 h 1531935"/>
                <a:gd name="connsiteX165" fmla="*/ 748682 w 1377328"/>
                <a:gd name="connsiteY165" fmla="*/ 119336 h 1531935"/>
                <a:gd name="connsiteX166" fmla="*/ 772691 w 1377328"/>
                <a:gd name="connsiteY166" fmla="*/ 104707 h 1531935"/>
                <a:gd name="connsiteX167" fmla="*/ 782224 w 1377328"/>
                <a:gd name="connsiteY167" fmla="*/ 123518 h 1531935"/>
                <a:gd name="connsiteX168" fmla="*/ 788579 w 1377328"/>
                <a:gd name="connsiteY168" fmla="*/ 122857 h 1531935"/>
                <a:gd name="connsiteX169" fmla="*/ 794185 w 1377328"/>
                <a:gd name="connsiteY169" fmla="*/ 117519 h 1531935"/>
                <a:gd name="connsiteX170" fmla="*/ 793803 w 1377328"/>
                <a:gd name="connsiteY170" fmla="*/ 111888 h 1531935"/>
                <a:gd name="connsiteX171" fmla="*/ 787918 w 1377328"/>
                <a:gd name="connsiteY171" fmla="*/ 104707 h 1531935"/>
                <a:gd name="connsiteX172" fmla="*/ 793002 w 1377328"/>
                <a:gd name="connsiteY172" fmla="*/ 90179 h 1531935"/>
                <a:gd name="connsiteX173" fmla="*/ 800044 w 1377328"/>
                <a:gd name="connsiteY173" fmla="*/ 75816 h 1531935"/>
                <a:gd name="connsiteX174" fmla="*/ 798989 w 1377328"/>
                <a:gd name="connsiteY174" fmla="*/ 64962 h 1531935"/>
                <a:gd name="connsiteX175" fmla="*/ 789202 w 1377328"/>
                <a:gd name="connsiteY175" fmla="*/ 43011 h 1531935"/>
                <a:gd name="connsiteX176" fmla="*/ 817533 w 1377328"/>
                <a:gd name="connsiteY176" fmla="*/ 44054 h 1531935"/>
                <a:gd name="connsiteX177" fmla="*/ 850160 w 1377328"/>
                <a:gd name="connsiteY177" fmla="*/ 0 h 1531935"/>
                <a:gd name="connsiteX178" fmla="*/ 930031 w 1377328"/>
                <a:gd name="connsiteY178" fmla="*/ 44054 h 1531935"/>
                <a:gd name="connsiteX179" fmla="*/ 933285 w 1377328"/>
                <a:gd name="connsiteY179" fmla="*/ 93445 h 1531935"/>
                <a:gd name="connsiteX180" fmla="*/ 948169 w 1377328"/>
                <a:gd name="connsiteY180" fmla="*/ 106524 h 1531935"/>
                <a:gd name="connsiteX181" fmla="*/ 957167 w 1377328"/>
                <a:gd name="connsiteY181" fmla="*/ 123912 h 1531935"/>
                <a:gd name="connsiteX182" fmla="*/ 965658 w 1377328"/>
                <a:gd name="connsiteY182" fmla="*/ 139990 h 1531935"/>
                <a:gd name="connsiteX183" fmla="*/ 967209 w 1377328"/>
                <a:gd name="connsiteY183" fmla="*/ 166796 h 1531935"/>
                <a:gd name="connsiteX184" fmla="*/ 973741 w 1377328"/>
                <a:gd name="connsiteY184" fmla="*/ 188480 h 1531935"/>
                <a:gd name="connsiteX185" fmla="*/ 988485 w 1377328"/>
                <a:gd name="connsiteY185" fmla="*/ 217497 h 1531935"/>
                <a:gd name="connsiteX186" fmla="*/ 992146 w 1377328"/>
                <a:gd name="connsiteY186" fmla="*/ 225987 h 1531935"/>
                <a:gd name="connsiteX187" fmla="*/ 997878 w 1377328"/>
                <a:gd name="connsiteY187" fmla="*/ 250963 h 1531935"/>
                <a:gd name="connsiteX188" fmla="*/ 1017198 w 1377328"/>
                <a:gd name="connsiteY188" fmla="*/ 304537 h 1531935"/>
                <a:gd name="connsiteX189" fmla="*/ 1034687 w 1377328"/>
                <a:gd name="connsiteY189" fmla="*/ 364274 h 1531935"/>
                <a:gd name="connsiteX190" fmla="*/ 1056472 w 1377328"/>
                <a:gd name="connsiteY190" fmla="*/ 386479 h 1531935"/>
                <a:gd name="connsiteX191" fmla="*/ 1056727 w 1377328"/>
                <a:gd name="connsiteY191" fmla="*/ 396825 h 1531935"/>
                <a:gd name="connsiteX192" fmla="*/ 1064963 w 1377328"/>
                <a:gd name="connsiteY192" fmla="*/ 418522 h 1531935"/>
                <a:gd name="connsiteX193" fmla="*/ 1090675 w 1377328"/>
                <a:gd name="connsiteY193" fmla="*/ 426885 h 1531935"/>
                <a:gd name="connsiteX194" fmla="*/ 1152803 w 1377328"/>
                <a:gd name="connsiteY194" fmla="*/ 442823 h 1531935"/>
                <a:gd name="connsiteX195" fmla="*/ 1166784 w 1377328"/>
                <a:gd name="connsiteY195" fmla="*/ 433418 h 1531935"/>
                <a:gd name="connsiteX196" fmla="*/ 1176952 w 1377328"/>
                <a:gd name="connsiteY196" fmla="*/ 460872 h 1531935"/>
                <a:gd name="connsiteX197" fmla="*/ 1173686 w 1377328"/>
                <a:gd name="connsiteY197" fmla="*/ 481208 h 1531935"/>
                <a:gd name="connsiteX198" fmla="*/ 1183727 w 1377328"/>
                <a:gd name="connsiteY198" fmla="*/ 486445 h 1531935"/>
                <a:gd name="connsiteX199" fmla="*/ 1242448 w 1377328"/>
                <a:gd name="connsiteY199" fmla="*/ 461025 h 1531935"/>
                <a:gd name="connsiteX200" fmla="*/ 1254332 w 1377328"/>
                <a:gd name="connsiteY200" fmla="*/ 499155 h 1531935"/>
                <a:gd name="connsiteX201" fmla="*/ 1279511 w 1377328"/>
                <a:gd name="connsiteY201" fmla="*/ 496613 h 1531935"/>
                <a:gd name="connsiteX202" fmla="*/ 1292958 w 1377328"/>
                <a:gd name="connsiteY202" fmla="*/ 507328 h 1531935"/>
                <a:gd name="connsiteX203" fmla="*/ 1312138 w 1377328"/>
                <a:gd name="connsiteY203" fmla="*/ 505370 h 1531935"/>
                <a:gd name="connsiteX204" fmla="*/ 1321544 w 1377328"/>
                <a:gd name="connsiteY204" fmla="*/ 509412 h 1531935"/>
                <a:gd name="connsiteX205" fmla="*/ 1322586 w 1377328"/>
                <a:gd name="connsiteY205" fmla="*/ 517127 h 1531935"/>
                <a:gd name="connsiteX206" fmla="*/ 1318938 w 1377328"/>
                <a:gd name="connsiteY206" fmla="*/ 523406 h 1531935"/>
                <a:gd name="connsiteX207" fmla="*/ 1308999 w 1377328"/>
                <a:gd name="connsiteY207" fmla="*/ 531388 h 1531935"/>
                <a:gd name="connsiteX208" fmla="*/ 1298437 w 1377328"/>
                <a:gd name="connsiteY208" fmla="*/ 534261 h 1531935"/>
                <a:gd name="connsiteX209" fmla="*/ 1287620 w 1377328"/>
                <a:gd name="connsiteY209" fmla="*/ 520394 h 1531935"/>
                <a:gd name="connsiteX210" fmla="*/ 1247430 w 1377328"/>
                <a:gd name="connsiteY210" fmla="*/ 522237 h 1531935"/>
                <a:gd name="connsiteX211" fmla="*/ 1185570 w 1377328"/>
                <a:gd name="connsiteY211" fmla="*/ 548369 h 1531935"/>
                <a:gd name="connsiteX212" fmla="*/ 1158421 w 1377328"/>
                <a:gd name="connsiteY212" fmla="*/ 615949 h 1531935"/>
                <a:gd name="connsiteX213" fmla="*/ 1122527 w 1377328"/>
                <a:gd name="connsiteY213" fmla="*/ 642336 h 1531935"/>
                <a:gd name="connsiteX214" fmla="*/ 1123176 w 1377328"/>
                <a:gd name="connsiteY214" fmla="*/ 649962 h 1531935"/>
                <a:gd name="connsiteX215" fmla="*/ 1146549 w 1377328"/>
                <a:gd name="connsiteY215" fmla="*/ 675852 h 1531935"/>
                <a:gd name="connsiteX216" fmla="*/ 1138453 w 1377328"/>
                <a:gd name="connsiteY216" fmla="*/ 689312 h 1531935"/>
                <a:gd name="connsiteX217" fmla="*/ 1124472 w 1377328"/>
                <a:gd name="connsiteY217" fmla="*/ 700027 h 1531935"/>
                <a:gd name="connsiteX218" fmla="*/ 1082299 w 1377328"/>
                <a:gd name="connsiteY218" fmla="*/ 744894 h 1531935"/>
                <a:gd name="connsiteX219" fmla="*/ 1069754 w 1377328"/>
                <a:gd name="connsiteY219" fmla="*/ 754427 h 1531935"/>
                <a:gd name="connsiteX220" fmla="*/ 1053714 w 1377328"/>
                <a:gd name="connsiteY220" fmla="*/ 754173 h 1531935"/>
                <a:gd name="connsiteX221" fmla="*/ 1050969 w 1377328"/>
                <a:gd name="connsiteY221" fmla="*/ 739264 h 1531935"/>
                <a:gd name="connsiteX222" fmla="*/ 1030226 w 1377328"/>
                <a:gd name="connsiteY222" fmla="*/ 717440 h 1531935"/>
                <a:gd name="connsiteX223" fmla="*/ 1006216 w 1377328"/>
                <a:gd name="connsiteY223" fmla="*/ 692477 h 1531935"/>
                <a:gd name="connsiteX224" fmla="*/ 991205 w 1377328"/>
                <a:gd name="connsiteY224" fmla="*/ 693011 h 1531935"/>
                <a:gd name="connsiteX225" fmla="*/ 965912 w 1377328"/>
                <a:gd name="connsiteY225" fmla="*/ 694053 h 1531935"/>
                <a:gd name="connsiteX226" fmla="*/ 961476 w 1377328"/>
                <a:gd name="connsiteY226" fmla="*/ 699137 h 1531935"/>
                <a:gd name="connsiteX227" fmla="*/ 971530 w 1377328"/>
                <a:gd name="connsiteY227" fmla="*/ 706853 h 1531935"/>
                <a:gd name="connsiteX228" fmla="*/ 980669 w 1377328"/>
                <a:gd name="connsiteY228" fmla="*/ 714034 h 1531935"/>
                <a:gd name="connsiteX229" fmla="*/ 1002581 w 1377328"/>
                <a:gd name="connsiteY229" fmla="*/ 734561 h 1531935"/>
                <a:gd name="connsiteX230" fmla="*/ 1011847 w 1377328"/>
                <a:gd name="connsiteY230" fmla="*/ 748008 h 1531935"/>
                <a:gd name="connsiteX231" fmla="*/ 1021506 w 1377328"/>
                <a:gd name="connsiteY231" fmla="*/ 759130 h 1531935"/>
                <a:gd name="connsiteX232" fmla="*/ 1023337 w 1377328"/>
                <a:gd name="connsiteY232" fmla="*/ 766845 h 1531935"/>
                <a:gd name="connsiteX233" fmla="*/ 1016283 w 1377328"/>
                <a:gd name="connsiteY233" fmla="*/ 783965 h 1531935"/>
                <a:gd name="connsiteX234" fmla="*/ 1025688 w 1377328"/>
                <a:gd name="connsiteY234" fmla="*/ 817419 h 1531935"/>
                <a:gd name="connsiteX235" fmla="*/ 1029209 w 1377328"/>
                <a:gd name="connsiteY235" fmla="*/ 837679 h 1531935"/>
                <a:gd name="connsiteX236" fmla="*/ 1004678 w 1377328"/>
                <a:gd name="connsiteY236" fmla="*/ 852715 h 1531935"/>
                <a:gd name="connsiteX237" fmla="*/ 987316 w 1377328"/>
                <a:gd name="connsiteY237" fmla="*/ 843042 h 1531935"/>
                <a:gd name="connsiteX238" fmla="*/ 979893 w 1377328"/>
                <a:gd name="connsiteY238" fmla="*/ 821155 h 1531935"/>
                <a:gd name="connsiteX239" fmla="*/ 964476 w 1377328"/>
                <a:gd name="connsiteY239" fmla="*/ 825197 h 1531935"/>
                <a:gd name="connsiteX240" fmla="*/ 956252 w 1377328"/>
                <a:gd name="connsiteY240" fmla="*/ 832264 h 1531935"/>
                <a:gd name="connsiteX241" fmla="*/ 971657 w 1377328"/>
                <a:gd name="connsiteY241" fmla="*/ 859045 h 1531935"/>
                <a:gd name="connsiteX242" fmla="*/ 862031 w 1377328"/>
                <a:gd name="connsiteY242" fmla="*/ 867026 h 1531935"/>
                <a:gd name="connsiteX243" fmla="*/ 829811 w 1377328"/>
                <a:gd name="connsiteY243" fmla="*/ 897874 h 1531935"/>
                <a:gd name="connsiteX244" fmla="*/ 816618 w 1377328"/>
                <a:gd name="connsiteY244" fmla="*/ 880741 h 1531935"/>
                <a:gd name="connsiteX245" fmla="*/ 797044 w 1377328"/>
                <a:gd name="connsiteY245" fmla="*/ 878796 h 1531935"/>
                <a:gd name="connsiteX246" fmla="*/ 777204 w 1377328"/>
                <a:gd name="connsiteY246" fmla="*/ 913038 h 1531935"/>
                <a:gd name="connsiteX247" fmla="*/ 799256 w 1377328"/>
                <a:gd name="connsiteY247" fmla="*/ 936691 h 1531935"/>
                <a:gd name="connsiteX248" fmla="*/ 746152 w 1377328"/>
                <a:gd name="connsiteY248" fmla="*/ 955756 h 1531935"/>
                <a:gd name="connsiteX249" fmla="*/ 714581 w 1377328"/>
                <a:gd name="connsiteY249" fmla="*/ 941648 h 1531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377328" h="1531935">
                  <a:moveTo>
                    <a:pt x="682970" y="421509"/>
                  </a:moveTo>
                  <a:lnTo>
                    <a:pt x="643162" y="393546"/>
                  </a:lnTo>
                  <a:lnTo>
                    <a:pt x="621898" y="369397"/>
                  </a:lnTo>
                  <a:lnTo>
                    <a:pt x="598790" y="347166"/>
                  </a:lnTo>
                  <a:lnTo>
                    <a:pt x="582343" y="339070"/>
                  </a:lnTo>
                  <a:lnTo>
                    <a:pt x="575569" y="343760"/>
                  </a:lnTo>
                  <a:lnTo>
                    <a:pt x="582737" y="352784"/>
                  </a:lnTo>
                  <a:lnTo>
                    <a:pt x="576484" y="363766"/>
                  </a:lnTo>
                  <a:lnTo>
                    <a:pt x="576865" y="373693"/>
                  </a:lnTo>
                  <a:lnTo>
                    <a:pt x="580386" y="382984"/>
                  </a:lnTo>
                  <a:lnTo>
                    <a:pt x="577907" y="396444"/>
                  </a:lnTo>
                  <a:lnTo>
                    <a:pt x="581428" y="409243"/>
                  </a:lnTo>
                  <a:lnTo>
                    <a:pt x="592791" y="421407"/>
                  </a:lnTo>
                  <a:lnTo>
                    <a:pt x="627643" y="459703"/>
                  </a:lnTo>
                  <a:lnTo>
                    <a:pt x="674670" y="491974"/>
                  </a:lnTo>
                  <a:lnTo>
                    <a:pt x="692554" y="504544"/>
                  </a:lnTo>
                  <a:lnTo>
                    <a:pt x="702722" y="503362"/>
                  </a:lnTo>
                  <a:lnTo>
                    <a:pt x="713424" y="486623"/>
                  </a:lnTo>
                  <a:lnTo>
                    <a:pt x="719296" y="476302"/>
                  </a:lnTo>
                  <a:lnTo>
                    <a:pt x="717732" y="460885"/>
                  </a:lnTo>
                  <a:lnTo>
                    <a:pt x="703243" y="437612"/>
                  </a:lnTo>
                  <a:close/>
                  <a:moveTo>
                    <a:pt x="1115575" y="842763"/>
                  </a:moveTo>
                  <a:lnTo>
                    <a:pt x="1135415" y="839369"/>
                  </a:lnTo>
                  <a:lnTo>
                    <a:pt x="1193997" y="844453"/>
                  </a:lnTo>
                  <a:lnTo>
                    <a:pt x="1204444" y="844707"/>
                  </a:lnTo>
                  <a:lnTo>
                    <a:pt x="1201178" y="863404"/>
                  </a:lnTo>
                  <a:lnTo>
                    <a:pt x="1117786" y="866289"/>
                  </a:lnTo>
                  <a:close/>
                  <a:moveTo>
                    <a:pt x="1206275" y="656914"/>
                  </a:moveTo>
                  <a:lnTo>
                    <a:pt x="1271097" y="701209"/>
                  </a:lnTo>
                  <a:lnTo>
                    <a:pt x="1276969" y="706293"/>
                  </a:lnTo>
                  <a:lnTo>
                    <a:pt x="1298373" y="722117"/>
                  </a:lnTo>
                  <a:lnTo>
                    <a:pt x="1377329" y="785109"/>
                  </a:lnTo>
                  <a:lnTo>
                    <a:pt x="1368978" y="836484"/>
                  </a:lnTo>
                  <a:lnTo>
                    <a:pt x="1311693" y="869022"/>
                  </a:lnTo>
                  <a:lnTo>
                    <a:pt x="1302033" y="867586"/>
                  </a:lnTo>
                  <a:lnTo>
                    <a:pt x="1297725" y="861307"/>
                  </a:lnTo>
                  <a:lnTo>
                    <a:pt x="1302287" y="852956"/>
                  </a:lnTo>
                  <a:lnTo>
                    <a:pt x="1319141" y="842496"/>
                  </a:lnTo>
                  <a:lnTo>
                    <a:pt x="1311693" y="809691"/>
                  </a:lnTo>
                  <a:lnTo>
                    <a:pt x="1297203" y="799891"/>
                  </a:lnTo>
                  <a:lnTo>
                    <a:pt x="1283375" y="780928"/>
                  </a:lnTo>
                  <a:lnTo>
                    <a:pt x="1263534" y="781576"/>
                  </a:lnTo>
                  <a:lnTo>
                    <a:pt x="1252972" y="775056"/>
                  </a:lnTo>
                  <a:lnTo>
                    <a:pt x="1235737" y="763159"/>
                  </a:lnTo>
                  <a:lnTo>
                    <a:pt x="1219557" y="757655"/>
                  </a:lnTo>
                  <a:lnTo>
                    <a:pt x="1187972" y="767341"/>
                  </a:lnTo>
                  <a:lnTo>
                    <a:pt x="1165793" y="765243"/>
                  </a:lnTo>
                  <a:lnTo>
                    <a:pt x="1149269" y="774916"/>
                  </a:lnTo>
                  <a:lnTo>
                    <a:pt x="1136216" y="765904"/>
                  </a:lnTo>
                  <a:lnTo>
                    <a:pt x="1152917" y="740153"/>
                  </a:lnTo>
                  <a:lnTo>
                    <a:pt x="1182545" y="719118"/>
                  </a:lnTo>
                  <a:lnTo>
                    <a:pt x="1192077" y="704082"/>
                  </a:lnTo>
                  <a:lnTo>
                    <a:pt x="1199386" y="694282"/>
                  </a:lnTo>
                  <a:lnTo>
                    <a:pt x="1199894" y="673374"/>
                  </a:lnTo>
                  <a:lnTo>
                    <a:pt x="1206249" y="666841"/>
                  </a:lnTo>
                  <a:close/>
                  <a:moveTo>
                    <a:pt x="835518" y="211472"/>
                  </a:moveTo>
                  <a:lnTo>
                    <a:pt x="829913" y="207164"/>
                  </a:lnTo>
                  <a:lnTo>
                    <a:pt x="825337" y="209706"/>
                  </a:lnTo>
                  <a:lnTo>
                    <a:pt x="825337" y="218730"/>
                  </a:lnTo>
                  <a:lnTo>
                    <a:pt x="828324" y="226165"/>
                  </a:lnTo>
                  <a:lnTo>
                    <a:pt x="823125" y="228529"/>
                  </a:lnTo>
                  <a:lnTo>
                    <a:pt x="822465" y="234020"/>
                  </a:lnTo>
                  <a:lnTo>
                    <a:pt x="839433" y="260165"/>
                  </a:lnTo>
                  <a:lnTo>
                    <a:pt x="844911" y="274146"/>
                  </a:lnTo>
                  <a:lnTo>
                    <a:pt x="850783" y="277680"/>
                  </a:lnTo>
                  <a:lnTo>
                    <a:pt x="851177" y="286043"/>
                  </a:lnTo>
                  <a:lnTo>
                    <a:pt x="865006" y="310752"/>
                  </a:lnTo>
                  <a:lnTo>
                    <a:pt x="872060" y="314285"/>
                  </a:lnTo>
                  <a:lnTo>
                    <a:pt x="875186" y="321606"/>
                  </a:lnTo>
                  <a:lnTo>
                    <a:pt x="881059" y="325648"/>
                  </a:lnTo>
                  <a:lnTo>
                    <a:pt x="884452" y="325000"/>
                  </a:lnTo>
                  <a:lnTo>
                    <a:pt x="883931" y="319115"/>
                  </a:lnTo>
                  <a:lnTo>
                    <a:pt x="888634" y="315988"/>
                  </a:lnTo>
                  <a:lnTo>
                    <a:pt x="890985" y="305655"/>
                  </a:lnTo>
                  <a:lnTo>
                    <a:pt x="888100" y="292945"/>
                  </a:lnTo>
                  <a:lnTo>
                    <a:pt x="881986" y="280133"/>
                  </a:lnTo>
                  <a:lnTo>
                    <a:pt x="875453" y="269024"/>
                  </a:lnTo>
                  <a:lnTo>
                    <a:pt x="864624" y="221831"/>
                  </a:lnTo>
                  <a:lnTo>
                    <a:pt x="857303" y="212032"/>
                  </a:lnTo>
                  <a:lnTo>
                    <a:pt x="846093" y="212565"/>
                  </a:lnTo>
                  <a:close/>
                  <a:moveTo>
                    <a:pt x="663650" y="966802"/>
                  </a:moveTo>
                  <a:lnTo>
                    <a:pt x="639374" y="984062"/>
                  </a:lnTo>
                  <a:lnTo>
                    <a:pt x="669879" y="1038563"/>
                  </a:lnTo>
                  <a:lnTo>
                    <a:pt x="654207" y="1056472"/>
                  </a:lnTo>
                  <a:lnTo>
                    <a:pt x="608946" y="1090053"/>
                  </a:lnTo>
                  <a:lnTo>
                    <a:pt x="561677" y="1178541"/>
                  </a:lnTo>
                  <a:lnTo>
                    <a:pt x="544073" y="1171233"/>
                  </a:lnTo>
                  <a:lnTo>
                    <a:pt x="555830" y="1132530"/>
                  </a:lnTo>
                  <a:lnTo>
                    <a:pt x="527639" y="1121548"/>
                  </a:lnTo>
                  <a:lnTo>
                    <a:pt x="509616" y="1139203"/>
                  </a:lnTo>
                  <a:lnTo>
                    <a:pt x="477128" y="1170432"/>
                  </a:lnTo>
                  <a:lnTo>
                    <a:pt x="478819" y="1224425"/>
                  </a:lnTo>
                  <a:lnTo>
                    <a:pt x="470875" y="1269762"/>
                  </a:lnTo>
                  <a:lnTo>
                    <a:pt x="469413" y="1278405"/>
                  </a:lnTo>
                  <a:lnTo>
                    <a:pt x="427660" y="1339414"/>
                  </a:lnTo>
                  <a:lnTo>
                    <a:pt x="422182" y="1347256"/>
                  </a:lnTo>
                  <a:lnTo>
                    <a:pt x="450628" y="1399673"/>
                  </a:lnTo>
                  <a:lnTo>
                    <a:pt x="468117" y="1431944"/>
                  </a:lnTo>
                  <a:lnTo>
                    <a:pt x="464202" y="1439151"/>
                  </a:lnTo>
                  <a:lnTo>
                    <a:pt x="432897" y="1494695"/>
                  </a:lnTo>
                  <a:lnTo>
                    <a:pt x="379107" y="1489331"/>
                  </a:lnTo>
                  <a:lnTo>
                    <a:pt x="305655" y="1531935"/>
                  </a:lnTo>
                  <a:lnTo>
                    <a:pt x="259314" y="1495343"/>
                  </a:lnTo>
                  <a:lnTo>
                    <a:pt x="242701" y="1482302"/>
                  </a:lnTo>
                  <a:lnTo>
                    <a:pt x="241519" y="1474676"/>
                  </a:lnTo>
                  <a:lnTo>
                    <a:pt x="236168" y="1458725"/>
                  </a:lnTo>
                  <a:lnTo>
                    <a:pt x="178095" y="1409587"/>
                  </a:lnTo>
                  <a:lnTo>
                    <a:pt x="128767" y="1367745"/>
                  </a:lnTo>
                  <a:lnTo>
                    <a:pt x="69779" y="1317680"/>
                  </a:lnTo>
                  <a:lnTo>
                    <a:pt x="46278" y="1204559"/>
                  </a:lnTo>
                  <a:lnTo>
                    <a:pt x="75651" y="1191213"/>
                  </a:lnTo>
                  <a:lnTo>
                    <a:pt x="95886" y="1140766"/>
                  </a:lnTo>
                  <a:lnTo>
                    <a:pt x="63259" y="1116464"/>
                  </a:lnTo>
                  <a:lnTo>
                    <a:pt x="74596" y="1088235"/>
                  </a:lnTo>
                  <a:lnTo>
                    <a:pt x="160873" y="1056599"/>
                  </a:lnTo>
                  <a:lnTo>
                    <a:pt x="222594" y="950215"/>
                  </a:lnTo>
                  <a:lnTo>
                    <a:pt x="236041" y="917168"/>
                  </a:lnTo>
                  <a:lnTo>
                    <a:pt x="236562" y="840971"/>
                  </a:lnTo>
                  <a:lnTo>
                    <a:pt x="212540" y="844784"/>
                  </a:lnTo>
                  <a:lnTo>
                    <a:pt x="168436" y="831336"/>
                  </a:lnTo>
                  <a:lnTo>
                    <a:pt x="132148" y="843360"/>
                  </a:lnTo>
                  <a:lnTo>
                    <a:pt x="112447" y="772107"/>
                  </a:lnTo>
                  <a:lnTo>
                    <a:pt x="63132" y="713297"/>
                  </a:lnTo>
                  <a:lnTo>
                    <a:pt x="85184" y="627160"/>
                  </a:lnTo>
                  <a:lnTo>
                    <a:pt x="71470" y="621554"/>
                  </a:lnTo>
                  <a:lnTo>
                    <a:pt x="76554" y="593706"/>
                  </a:lnTo>
                  <a:lnTo>
                    <a:pt x="60030" y="514382"/>
                  </a:lnTo>
                  <a:lnTo>
                    <a:pt x="73211" y="491758"/>
                  </a:lnTo>
                  <a:lnTo>
                    <a:pt x="98390" y="479048"/>
                  </a:lnTo>
                  <a:lnTo>
                    <a:pt x="90052" y="422602"/>
                  </a:lnTo>
                  <a:lnTo>
                    <a:pt x="79223" y="368100"/>
                  </a:lnTo>
                  <a:lnTo>
                    <a:pt x="87306" y="336859"/>
                  </a:lnTo>
                  <a:lnTo>
                    <a:pt x="43189" y="268223"/>
                  </a:lnTo>
                  <a:lnTo>
                    <a:pt x="38499" y="271744"/>
                  </a:lnTo>
                  <a:lnTo>
                    <a:pt x="16447" y="213455"/>
                  </a:lnTo>
                  <a:lnTo>
                    <a:pt x="0" y="197771"/>
                  </a:lnTo>
                  <a:lnTo>
                    <a:pt x="521" y="162996"/>
                  </a:lnTo>
                  <a:lnTo>
                    <a:pt x="113794" y="138707"/>
                  </a:lnTo>
                  <a:lnTo>
                    <a:pt x="169783" y="152942"/>
                  </a:lnTo>
                  <a:lnTo>
                    <a:pt x="192483" y="158306"/>
                  </a:lnTo>
                  <a:lnTo>
                    <a:pt x="248726" y="102482"/>
                  </a:lnTo>
                  <a:lnTo>
                    <a:pt x="226293" y="42223"/>
                  </a:lnTo>
                  <a:lnTo>
                    <a:pt x="321810" y="26679"/>
                  </a:lnTo>
                  <a:lnTo>
                    <a:pt x="336681" y="52175"/>
                  </a:lnTo>
                  <a:lnTo>
                    <a:pt x="355085" y="78968"/>
                  </a:lnTo>
                  <a:lnTo>
                    <a:pt x="359394" y="132351"/>
                  </a:lnTo>
                  <a:lnTo>
                    <a:pt x="455305" y="124395"/>
                  </a:lnTo>
                  <a:lnTo>
                    <a:pt x="441743" y="108050"/>
                  </a:lnTo>
                  <a:lnTo>
                    <a:pt x="441997" y="97983"/>
                  </a:lnTo>
                  <a:lnTo>
                    <a:pt x="474370" y="99013"/>
                  </a:lnTo>
                  <a:lnTo>
                    <a:pt x="505828" y="75372"/>
                  </a:lnTo>
                  <a:lnTo>
                    <a:pt x="530092" y="86086"/>
                  </a:lnTo>
                  <a:lnTo>
                    <a:pt x="542497" y="116934"/>
                  </a:lnTo>
                  <a:lnTo>
                    <a:pt x="548369" y="129746"/>
                  </a:lnTo>
                  <a:lnTo>
                    <a:pt x="579420" y="138884"/>
                  </a:lnTo>
                  <a:lnTo>
                    <a:pt x="590656" y="132606"/>
                  </a:lnTo>
                  <a:lnTo>
                    <a:pt x="616610" y="120988"/>
                  </a:lnTo>
                  <a:lnTo>
                    <a:pt x="681343" y="102152"/>
                  </a:lnTo>
                  <a:lnTo>
                    <a:pt x="691003" y="110274"/>
                  </a:lnTo>
                  <a:lnTo>
                    <a:pt x="692172" y="125526"/>
                  </a:lnTo>
                  <a:lnTo>
                    <a:pt x="643632" y="144210"/>
                  </a:lnTo>
                  <a:lnTo>
                    <a:pt x="665684" y="166834"/>
                  </a:lnTo>
                  <a:lnTo>
                    <a:pt x="679513" y="185391"/>
                  </a:lnTo>
                  <a:lnTo>
                    <a:pt x="685004" y="196093"/>
                  </a:lnTo>
                  <a:lnTo>
                    <a:pt x="741361" y="183383"/>
                  </a:lnTo>
                  <a:lnTo>
                    <a:pt x="748682" y="119336"/>
                  </a:lnTo>
                  <a:lnTo>
                    <a:pt x="772691" y="104707"/>
                  </a:lnTo>
                  <a:lnTo>
                    <a:pt x="782224" y="123518"/>
                  </a:lnTo>
                  <a:lnTo>
                    <a:pt x="788579" y="122857"/>
                  </a:lnTo>
                  <a:lnTo>
                    <a:pt x="794185" y="117519"/>
                  </a:lnTo>
                  <a:lnTo>
                    <a:pt x="793803" y="111888"/>
                  </a:lnTo>
                  <a:lnTo>
                    <a:pt x="787918" y="104707"/>
                  </a:lnTo>
                  <a:lnTo>
                    <a:pt x="793002" y="90179"/>
                  </a:lnTo>
                  <a:lnTo>
                    <a:pt x="800044" y="75816"/>
                  </a:lnTo>
                  <a:lnTo>
                    <a:pt x="798989" y="64962"/>
                  </a:lnTo>
                  <a:lnTo>
                    <a:pt x="789202" y="43011"/>
                  </a:lnTo>
                  <a:lnTo>
                    <a:pt x="817533" y="44054"/>
                  </a:lnTo>
                  <a:lnTo>
                    <a:pt x="850160" y="0"/>
                  </a:lnTo>
                  <a:lnTo>
                    <a:pt x="930031" y="44054"/>
                  </a:lnTo>
                  <a:lnTo>
                    <a:pt x="933285" y="93445"/>
                  </a:lnTo>
                  <a:lnTo>
                    <a:pt x="948169" y="106524"/>
                  </a:lnTo>
                  <a:lnTo>
                    <a:pt x="957167" y="123912"/>
                  </a:lnTo>
                  <a:lnTo>
                    <a:pt x="965658" y="139990"/>
                  </a:lnTo>
                  <a:lnTo>
                    <a:pt x="967209" y="166796"/>
                  </a:lnTo>
                  <a:lnTo>
                    <a:pt x="973741" y="188480"/>
                  </a:lnTo>
                  <a:lnTo>
                    <a:pt x="988485" y="217497"/>
                  </a:lnTo>
                  <a:lnTo>
                    <a:pt x="992146" y="225987"/>
                  </a:lnTo>
                  <a:lnTo>
                    <a:pt x="997878" y="250963"/>
                  </a:lnTo>
                  <a:lnTo>
                    <a:pt x="1017198" y="304537"/>
                  </a:lnTo>
                  <a:lnTo>
                    <a:pt x="1034687" y="364274"/>
                  </a:lnTo>
                  <a:lnTo>
                    <a:pt x="1056472" y="386479"/>
                  </a:lnTo>
                  <a:lnTo>
                    <a:pt x="1056727" y="396825"/>
                  </a:lnTo>
                  <a:lnTo>
                    <a:pt x="1064963" y="418522"/>
                  </a:lnTo>
                  <a:lnTo>
                    <a:pt x="1090675" y="426885"/>
                  </a:lnTo>
                  <a:lnTo>
                    <a:pt x="1152803" y="442823"/>
                  </a:lnTo>
                  <a:lnTo>
                    <a:pt x="1166784" y="433418"/>
                  </a:lnTo>
                  <a:lnTo>
                    <a:pt x="1176952" y="460872"/>
                  </a:lnTo>
                  <a:lnTo>
                    <a:pt x="1173686" y="481208"/>
                  </a:lnTo>
                  <a:lnTo>
                    <a:pt x="1183727" y="486445"/>
                  </a:lnTo>
                  <a:lnTo>
                    <a:pt x="1242448" y="461025"/>
                  </a:lnTo>
                  <a:lnTo>
                    <a:pt x="1254332" y="499155"/>
                  </a:lnTo>
                  <a:lnTo>
                    <a:pt x="1279511" y="496613"/>
                  </a:lnTo>
                  <a:lnTo>
                    <a:pt x="1292958" y="507328"/>
                  </a:lnTo>
                  <a:lnTo>
                    <a:pt x="1312138" y="505370"/>
                  </a:lnTo>
                  <a:lnTo>
                    <a:pt x="1321544" y="509412"/>
                  </a:lnTo>
                  <a:lnTo>
                    <a:pt x="1322586" y="517127"/>
                  </a:lnTo>
                  <a:lnTo>
                    <a:pt x="1318938" y="523406"/>
                  </a:lnTo>
                  <a:lnTo>
                    <a:pt x="1308999" y="531388"/>
                  </a:lnTo>
                  <a:lnTo>
                    <a:pt x="1298437" y="534261"/>
                  </a:lnTo>
                  <a:lnTo>
                    <a:pt x="1287620" y="520394"/>
                  </a:lnTo>
                  <a:lnTo>
                    <a:pt x="1247430" y="522237"/>
                  </a:lnTo>
                  <a:lnTo>
                    <a:pt x="1185570" y="548369"/>
                  </a:lnTo>
                  <a:lnTo>
                    <a:pt x="1158421" y="615949"/>
                  </a:lnTo>
                  <a:lnTo>
                    <a:pt x="1122527" y="642336"/>
                  </a:lnTo>
                  <a:lnTo>
                    <a:pt x="1123176" y="649962"/>
                  </a:lnTo>
                  <a:lnTo>
                    <a:pt x="1146549" y="675852"/>
                  </a:lnTo>
                  <a:lnTo>
                    <a:pt x="1138453" y="689312"/>
                  </a:lnTo>
                  <a:lnTo>
                    <a:pt x="1124472" y="700027"/>
                  </a:lnTo>
                  <a:lnTo>
                    <a:pt x="1082299" y="744894"/>
                  </a:lnTo>
                  <a:lnTo>
                    <a:pt x="1069754" y="754427"/>
                  </a:lnTo>
                  <a:lnTo>
                    <a:pt x="1053714" y="754173"/>
                  </a:lnTo>
                  <a:lnTo>
                    <a:pt x="1050969" y="739264"/>
                  </a:lnTo>
                  <a:lnTo>
                    <a:pt x="1030226" y="717440"/>
                  </a:lnTo>
                  <a:lnTo>
                    <a:pt x="1006216" y="692477"/>
                  </a:lnTo>
                  <a:lnTo>
                    <a:pt x="991205" y="693011"/>
                  </a:lnTo>
                  <a:lnTo>
                    <a:pt x="965912" y="694053"/>
                  </a:lnTo>
                  <a:lnTo>
                    <a:pt x="961476" y="699137"/>
                  </a:lnTo>
                  <a:lnTo>
                    <a:pt x="971530" y="706853"/>
                  </a:lnTo>
                  <a:lnTo>
                    <a:pt x="980669" y="714034"/>
                  </a:lnTo>
                  <a:lnTo>
                    <a:pt x="1002581" y="734561"/>
                  </a:lnTo>
                  <a:lnTo>
                    <a:pt x="1011847" y="748008"/>
                  </a:lnTo>
                  <a:lnTo>
                    <a:pt x="1021506" y="759130"/>
                  </a:lnTo>
                  <a:lnTo>
                    <a:pt x="1023337" y="766845"/>
                  </a:lnTo>
                  <a:lnTo>
                    <a:pt x="1016283" y="783965"/>
                  </a:lnTo>
                  <a:lnTo>
                    <a:pt x="1025688" y="817419"/>
                  </a:lnTo>
                  <a:lnTo>
                    <a:pt x="1029209" y="837679"/>
                  </a:lnTo>
                  <a:lnTo>
                    <a:pt x="1004678" y="852715"/>
                  </a:lnTo>
                  <a:lnTo>
                    <a:pt x="987316" y="843042"/>
                  </a:lnTo>
                  <a:lnTo>
                    <a:pt x="979893" y="821155"/>
                  </a:lnTo>
                  <a:lnTo>
                    <a:pt x="964476" y="825197"/>
                  </a:lnTo>
                  <a:lnTo>
                    <a:pt x="956252" y="832264"/>
                  </a:lnTo>
                  <a:lnTo>
                    <a:pt x="971657" y="859045"/>
                  </a:lnTo>
                  <a:lnTo>
                    <a:pt x="862031" y="867026"/>
                  </a:lnTo>
                  <a:lnTo>
                    <a:pt x="829811" y="897874"/>
                  </a:lnTo>
                  <a:lnTo>
                    <a:pt x="816618" y="880741"/>
                  </a:lnTo>
                  <a:lnTo>
                    <a:pt x="797044" y="878796"/>
                  </a:lnTo>
                  <a:lnTo>
                    <a:pt x="777204" y="913038"/>
                  </a:lnTo>
                  <a:lnTo>
                    <a:pt x="799256" y="936691"/>
                  </a:lnTo>
                  <a:lnTo>
                    <a:pt x="746152" y="955756"/>
                  </a:lnTo>
                  <a:lnTo>
                    <a:pt x="714581" y="941648"/>
                  </a:lnTo>
                  <a:close/>
                </a:path>
              </a:pathLst>
            </a:custGeom>
            <a:solidFill>
              <a:srgbClr val="FFFFFF"/>
            </a:solidFill>
            <a:ln w="12700" cap="flat">
              <a:noFill/>
              <a:prstDash val="solid"/>
              <a:miter/>
            </a:ln>
          </p:spPr>
          <p:txBody>
            <a:bodyPr rtlCol="0" anchor="ctr"/>
            <a:lstStyle/>
            <a:p>
              <a:endParaRPr lang="de-CH"/>
            </a:p>
          </p:txBody>
        </p:sp>
        <p:sp>
          <p:nvSpPr>
            <p:cNvPr id="87" name="Freihandform: Form 86">
              <a:extLst>
                <a:ext uri="{FF2B5EF4-FFF2-40B4-BE49-F238E27FC236}">
                  <a16:creationId xmlns:a16="http://schemas.microsoft.com/office/drawing/2014/main" id="{40751EBE-EAE7-7AB6-865E-835FF1B1653F}"/>
                </a:ext>
              </a:extLst>
            </p:cNvPr>
            <p:cNvSpPr/>
            <p:nvPr/>
          </p:nvSpPr>
          <p:spPr>
            <a:xfrm>
              <a:off x="5339598" y="2047160"/>
              <a:ext cx="1377328" cy="1531935"/>
            </a:xfrm>
            <a:custGeom>
              <a:avLst/>
              <a:gdLst>
                <a:gd name="connsiteX0" fmla="*/ 682970 w 1377328"/>
                <a:gd name="connsiteY0" fmla="*/ 421509 h 1531935"/>
                <a:gd name="connsiteX1" fmla="*/ 643162 w 1377328"/>
                <a:gd name="connsiteY1" fmla="*/ 393546 h 1531935"/>
                <a:gd name="connsiteX2" fmla="*/ 621898 w 1377328"/>
                <a:gd name="connsiteY2" fmla="*/ 369397 h 1531935"/>
                <a:gd name="connsiteX3" fmla="*/ 598790 w 1377328"/>
                <a:gd name="connsiteY3" fmla="*/ 347166 h 1531935"/>
                <a:gd name="connsiteX4" fmla="*/ 582343 w 1377328"/>
                <a:gd name="connsiteY4" fmla="*/ 339070 h 1531935"/>
                <a:gd name="connsiteX5" fmla="*/ 575569 w 1377328"/>
                <a:gd name="connsiteY5" fmla="*/ 343760 h 1531935"/>
                <a:gd name="connsiteX6" fmla="*/ 582737 w 1377328"/>
                <a:gd name="connsiteY6" fmla="*/ 352784 h 1531935"/>
                <a:gd name="connsiteX7" fmla="*/ 576484 w 1377328"/>
                <a:gd name="connsiteY7" fmla="*/ 363766 h 1531935"/>
                <a:gd name="connsiteX8" fmla="*/ 576865 w 1377328"/>
                <a:gd name="connsiteY8" fmla="*/ 373693 h 1531935"/>
                <a:gd name="connsiteX9" fmla="*/ 580386 w 1377328"/>
                <a:gd name="connsiteY9" fmla="*/ 382984 h 1531935"/>
                <a:gd name="connsiteX10" fmla="*/ 577907 w 1377328"/>
                <a:gd name="connsiteY10" fmla="*/ 396444 h 1531935"/>
                <a:gd name="connsiteX11" fmla="*/ 581428 w 1377328"/>
                <a:gd name="connsiteY11" fmla="*/ 409243 h 1531935"/>
                <a:gd name="connsiteX12" fmla="*/ 592791 w 1377328"/>
                <a:gd name="connsiteY12" fmla="*/ 421407 h 1531935"/>
                <a:gd name="connsiteX13" fmla="*/ 627643 w 1377328"/>
                <a:gd name="connsiteY13" fmla="*/ 459703 h 1531935"/>
                <a:gd name="connsiteX14" fmla="*/ 674670 w 1377328"/>
                <a:gd name="connsiteY14" fmla="*/ 491974 h 1531935"/>
                <a:gd name="connsiteX15" fmla="*/ 692554 w 1377328"/>
                <a:gd name="connsiteY15" fmla="*/ 504544 h 1531935"/>
                <a:gd name="connsiteX16" fmla="*/ 702722 w 1377328"/>
                <a:gd name="connsiteY16" fmla="*/ 503362 h 1531935"/>
                <a:gd name="connsiteX17" fmla="*/ 713424 w 1377328"/>
                <a:gd name="connsiteY17" fmla="*/ 486623 h 1531935"/>
                <a:gd name="connsiteX18" fmla="*/ 719296 w 1377328"/>
                <a:gd name="connsiteY18" fmla="*/ 476302 h 1531935"/>
                <a:gd name="connsiteX19" fmla="*/ 717732 w 1377328"/>
                <a:gd name="connsiteY19" fmla="*/ 460885 h 1531935"/>
                <a:gd name="connsiteX20" fmla="*/ 703243 w 1377328"/>
                <a:gd name="connsiteY20" fmla="*/ 437612 h 1531935"/>
                <a:gd name="connsiteX21" fmla="*/ 1115575 w 1377328"/>
                <a:gd name="connsiteY21" fmla="*/ 842763 h 1531935"/>
                <a:gd name="connsiteX22" fmla="*/ 1135415 w 1377328"/>
                <a:gd name="connsiteY22" fmla="*/ 839369 h 1531935"/>
                <a:gd name="connsiteX23" fmla="*/ 1193997 w 1377328"/>
                <a:gd name="connsiteY23" fmla="*/ 844453 h 1531935"/>
                <a:gd name="connsiteX24" fmla="*/ 1204444 w 1377328"/>
                <a:gd name="connsiteY24" fmla="*/ 844707 h 1531935"/>
                <a:gd name="connsiteX25" fmla="*/ 1201178 w 1377328"/>
                <a:gd name="connsiteY25" fmla="*/ 863404 h 1531935"/>
                <a:gd name="connsiteX26" fmla="*/ 1117786 w 1377328"/>
                <a:gd name="connsiteY26" fmla="*/ 866289 h 1531935"/>
                <a:gd name="connsiteX27" fmla="*/ 1206275 w 1377328"/>
                <a:gd name="connsiteY27" fmla="*/ 656914 h 1531935"/>
                <a:gd name="connsiteX28" fmla="*/ 1271097 w 1377328"/>
                <a:gd name="connsiteY28" fmla="*/ 701209 h 1531935"/>
                <a:gd name="connsiteX29" fmla="*/ 1276969 w 1377328"/>
                <a:gd name="connsiteY29" fmla="*/ 706293 h 1531935"/>
                <a:gd name="connsiteX30" fmla="*/ 1298373 w 1377328"/>
                <a:gd name="connsiteY30" fmla="*/ 722117 h 1531935"/>
                <a:gd name="connsiteX31" fmla="*/ 1377329 w 1377328"/>
                <a:gd name="connsiteY31" fmla="*/ 785109 h 1531935"/>
                <a:gd name="connsiteX32" fmla="*/ 1368978 w 1377328"/>
                <a:gd name="connsiteY32" fmla="*/ 836484 h 1531935"/>
                <a:gd name="connsiteX33" fmla="*/ 1311693 w 1377328"/>
                <a:gd name="connsiteY33" fmla="*/ 869022 h 1531935"/>
                <a:gd name="connsiteX34" fmla="*/ 1302033 w 1377328"/>
                <a:gd name="connsiteY34" fmla="*/ 867586 h 1531935"/>
                <a:gd name="connsiteX35" fmla="*/ 1297725 w 1377328"/>
                <a:gd name="connsiteY35" fmla="*/ 861307 h 1531935"/>
                <a:gd name="connsiteX36" fmla="*/ 1302287 w 1377328"/>
                <a:gd name="connsiteY36" fmla="*/ 852956 h 1531935"/>
                <a:gd name="connsiteX37" fmla="*/ 1319141 w 1377328"/>
                <a:gd name="connsiteY37" fmla="*/ 842496 h 1531935"/>
                <a:gd name="connsiteX38" fmla="*/ 1311693 w 1377328"/>
                <a:gd name="connsiteY38" fmla="*/ 809691 h 1531935"/>
                <a:gd name="connsiteX39" fmla="*/ 1297203 w 1377328"/>
                <a:gd name="connsiteY39" fmla="*/ 799891 h 1531935"/>
                <a:gd name="connsiteX40" fmla="*/ 1283375 w 1377328"/>
                <a:gd name="connsiteY40" fmla="*/ 780928 h 1531935"/>
                <a:gd name="connsiteX41" fmla="*/ 1263534 w 1377328"/>
                <a:gd name="connsiteY41" fmla="*/ 781576 h 1531935"/>
                <a:gd name="connsiteX42" fmla="*/ 1252972 w 1377328"/>
                <a:gd name="connsiteY42" fmla="*/ 775056 h 1531935"/>
                <a:gd name="connsiteX43" fmla="*/ 1235737 w 1377328"/>
                <a:gd name="connsiteY43" fmla="*/ 763159 h 1531935"/>
                <a:gd name="connsiteX44" fmla="*/ 1219557 w 1377328"/>
                <a:gd name="connsiteY44" fmla="*/ 757655 h 1531935"/>
                <a:gd name="connsiteX45" fmla="*/ 1187972 w 1377328"/>
                <a:gd name="connsiteY45" fmla="*/ 767341 h 1531935"/>
                <a:gd name="connsiteX46" fmla="*/ 1165793 w 1377328"/>
                <a:gd name="connsiteY46" fmla="*/ 765243 h 1531935"/>
                <a:gd name="connsiteX47" fmla="*/ 1149269 w 1377328"/>
                <a:gd name="connsiteY47" fmla="*/ 774916 h 1531935"/>
                <a:gd name="connsiteX48" fmla="*/ 1136216 w 1377328"/>
                <a:gd name="connsiteY48" fmla="*/ 765904 h 1531935"/>
                <a:gd name="connsiteX49" fmla="*/ 1152917 w 1377328"/>
                <a:gd name="connsiteY49" fmla="*/ 740153 h 1531935"/>
                <a:gd name="connsiteX50" fmla="*/ 1182545 w 1377328"/>
                <a:gd name="connsiteY50" fmla="*/ 719118 h 1531935"/>
                <a:gd name="connsiteX51" fmla="*/ 1192077 w 1377328"/>
                <a:gd name="connsiteY51" fmla="*/ 704082 h 1531935"/>
                <a:gd name="connsiteX52" fmla="*/ 1199386 w 1377328"/>
                <a:gd name="connsiteY52" fmla="*/ 694282 h 1531935"/>
                <a:gd name="connsiteX53" fmla="*/ 1199894 w 1377328"/>
                <a:gd name="connsiteY53" fmla="*/ 673374 h 1531935"/>
                <a:gd name="connsiteX54" fmla="*/ 1206249 w 1377328"/>
                <a:gd name="connsiteY54" fmla="*/ 666841 h 1531935"/>
                <a:gd name="connsiteX55" fmla="*/ 835518 w 1377328"/>
                <a:gd name="connsiteY55" fmla="*/ 211472 h 1531935"/>
                <a:gd name="connsiteX56" fmla="*/ 829913 w 1377328"/>
                <a:gd name="connsiteY56" fmla="*/ 207164 h 1531935"/>
                <a:gd name="connsiteX57" fmla="*/ 825337 w 1377328"/>
                <a:gd name="connsiteY57" fmla="*/ 209706 h 1531935"/>
                <a:gd name="connsiteX58" fmla="*/ 825337 w 1377328"/>
                <a:gd name="connsiteY58" fmla="*/ 218730 h 1531935"/>
                <a:gd name="connsiteX59" fmla="*/ 828324 w 1377328"/>
                <a:gd name="connsiteY59" fmla="*/ 226165 h 1531935"/>
                <a:gd name="connsiteX60" fmla="*/ 823125 w 1377328"/>
                <a:gd name="connsiteY60" fmla="*/ 228529 h 1531935"/>
                <a:gd name="connsiteX61" fmla="*/ 822465 w 1377328"/>
                <a:gd name="connsiteY61" fmla="*/ 234020 h 1531935"/>
                <a:gd name="connsiteX62" fmla="*/ 839433 w 1377328"/>
                <a:gd name="connsiteY62" fmla="*/ 260165 h 1531935"/>
                <a:gd name="connsiteX63" fmla="*/ 844911 w 1377328"/>
                <a:gd name="connsiteY63" fmla="*/ 274146 h 1531935"/>
                <a:gd name="connsiteX64" fmla="*/ 850783 w 1377328"/>
                <a:gd name="connsiteY64" fmla="*/ 277680 h 1531935"/>
                <a:gd name="connsiteX65" fmla="*/ 851177 w 1377328"/>
                <a:gd name="connsiteY65" fmla="*/ 286043 h 1531935"/>
                <a:gd name="connsiteX66" fmla="*/ 865006 w 1377328"/>
                <a:gd name="connsiteY66" fmla="*/ 310752 h 1531935"/>
                <a:gd name="connsiteX67" fmla="*/ 872060 w 1377328"/>
                <a:gd name="connsiteY67" fmla="*/ 314285 h 1531935"/>
                <a:gd name="connsiteX68" fmla="*/ 875186 w 1377328"/>
                <a:gd name="connsiteY68" fmla="*/ 321606 h 1531935"/>
                <a:gd name="connsiteX69" fmla="*/ 881059 w 1377328"/>
                <a:gd name="connsiteY69" fmla="*/ 325648 h 1531935"/>
                <a:gd name="connsiteX70" fmla="*/ 884452 w 1377328"/>
                <a:gd name="connsiteY70" fmla="*/ 325000 h 1531935"/>
                <a:gd name="connsiteX71" fmla="*/ 883931 w 1377328"/>
                <a:gd name="connsiteY71" fmla="*/ 319115 h 1531935"/>
                <a:gd name="connsiteX72" fmla="*/ 888634 w 1377328"/>
                <a:gd name="connsiteY72" fmla="*/ 315988 h 1531935"/>
                <a:gd name="connsiteX73" fmla="*/ 890985 w 1377328"/>
                <a:gd name="connsiteY73" fmla="*/ 305655 h 1531935"/>
                <a:gd name="connsiteX74" fmla="*/ 888100 w 1377328"/>
                <a:gd name="connsiteY74" fmla="*/ 292945 h 1531935"/>
                <a:gd name="connsiteX75" fmla="*/ 881986 w 1377328"/>
                <a:gd name="connsiteY75" fmla="*/ 280133 h 1531935"/>
                <a:gd name="connsiteX76" fmla="*/ 875453 w 1377328"/>
                <a:gd name="connsiteY76" fmla="*/ 269024 h 1531935"/>
                <a:gd name="connsiteX77" fmla="*/ 864624 w 1377328"/>
                <a:gd name="connsiteY77" fmla="*/ 221831 h 1531935"/>
                <a:gd name="connsiteX78" fmla="*/ 857303 w 1377328"/>
                <a:gd name="connsiteY78" fmla="*/ 212032 h 1531935"/>
                <a:gd name="connsiteX79" fmla="*/ 846093 w 1377328"/>
                <a:gd name="connsiteY79" fmla="*/ 212565 h 1531935"/>
                <a:gd name="connsiteX80" fmla="*/ 663650 w 1377328"/>
                <a:gd name="connsiteY80" fmla="*/ 966802 h 1531935"/>
                <a:gd name="connsiteX81" fmla="*/ 639374 w 1377328"/>
                <a:gd name="connsiteY81" fmla="*/ 984062 h 1531935"/>
                <a:gd name="connsiteX82" fmla="*/ 669879 w 1377328"/>
                <a:gd name="connsiteY82" fmla="*/ 1038563 h 1531935"/>
                <a:gd name="connsiteX83" fmla="*/ 654207 w 1377328"/>
                <a:gd name="connsiteY83" fmla="*/ 1056472 h 1531935"/>
                <a:gd name="connsiteX84" fmla="*/ 608946 w 1377328"/>
                <a:gd name="connsiteY84" fmla="*/ 1090053 h 1531935"/>
                <a:gd name="connsiteX85" fmla="*/ 561677 w 1377328"/>
                <a:gd name="connsiteY85" fmla="*/ 1178541 h 1531935"/>
                <a:gd name="connsiteX86" fmla="*/ 544073 w 1377328"/>
                <a:gd name="connsiteY86" fmla="*/ 1171233 h 1531935"/>
                <a:gd name="connsiteX87" fmla="*/ 555830 w 1377328"/>
                <a:gd name="connsiteY87" fmla="*/ 1132530 h 1531935"/>
                <a:gd name="connsiteX88" fmla="*/ 527639 w 1377328"/>
                <a:gd name="connsiteY88" fmla="*/ 1121548 h 1531935"/>
                <a:gd name="connsiteX89" fmla="*/ 509616 w 1377328"/>
                <a:gd name="connsiteY89" fmla="*/ 1139203 h 1531935"/>
                <a:gd name="connsiteX90" fmla="*/ 477128 w 1377328"/>
                <a:gd name="connsiteY90" fmla="*/ 1170432 h 1531935"/>
                <a:gd name="connsiteX91" fmla="*/ 478819 w 1377328"/>
                <a:gd name="connsiteY91" fmla="*/ 1224425 h 1531935"/>
                <a:gd name="connsiteX92" fmla="*/ 470875 w 1377328"/>
                <a:gd name="connsiteY92" fmla="*/ 1269762 h 1531935"/>
                <a:gd name="connsiteX93" fmla="*/ 469413 w 1377328"/>
                <a:gd name="connsiteY93" fmla="*/ 1278405 h 1531935"/>
                <a:gd name="connsiteX94" fmla="*/ 427660 w 1377328"/>
                <a:gd name="connsiteY94" fmla="*/ 1339414 h 1531935"/>
                <a:gd name="connsiteX95" fmla="*/ 422182 w 1377328"/>
                <a:gd name="connsiteY95" fmla="*/ 1347256 h 1531935"/>
                <a:gd name="connsiteX96" fmla="*/ 450628 w 1377328"/>
                <a:gd name="connsiteY96" fmla="*/ 1399673 h 1531935"/>
                <a:gd name="connsiteX97" fmla="*/ 468117 w 1377328"/>
                <a:gd name="connsiteY97" fmla="*/ 1431944 h 1531935"/>
                <a:gd name="connsiteX98" fmla="*/ 464202 w 1377328"/>
                <a:gd name="connsiteY98" fmla="*/ 1439151 h 1531935"/>
                <a:gd name="connsiteX99" fmla="*/ 432897 w 1377328"/>
                <a:gd name="connsiteY99" fmla="*/ 1494695 h 1531935"/>
                <a:gd name="connsiteX100" fmla="*/ 379107 w 1377328"/>
                <a:gd name="connsiteY100" fmla="*/ 1489331 h 1531935"/>
                <a:gd name="connsiteX101" fmla="*/ 305655 w 1377328"/>
                <a:gd name="connsiteY101" fmla="*/ 1531935 h 1531935"/>
                <a:gd name="connsiteX102" fmla="*/ 259314 w 1377328"/>
                <a:gd name="connsiteY102" fmla="*/ 1495343 h 1531935"/>
                <a:gd name="connsiteX103" fmla="*/ 242701 w 1377328"/>
                <a:gd name="connsiteY103" fmla="*/ 1482302 h 1531935"/>
                <a:gd name="connsiteX104" fmla="*/ 241519 w 1377328"/>
                <a:gd name="connsiteY104" fmla="*/ 1474676 h 1531935"/>
                <a:gd name="connsiteX105" fmla="*/ 236168 w 1377328"/>
                <a:gd name="connsiteY105" fmla="*/ 1458725 h 1531935"/>
                <a:gd name="connsiteX106" fmla="*/ 178095 w 1377328"/>
                <a:gd name="connsiteY106" fmla="*/ 1409587 h 1531935"/>
                <a:gd name="connsiteX107" fmla="*/ 128767 w 1377328"/>
                <a:gd name="connsiteY107" fmla="*/ 1367745 h 1531935"/>
                <a:gd name="connsiteX108" fmla="*/ 69779 w 1377328"/>
                <a:gd name="connsiteY108" fmla="*/ 1317680 h 1531935"/>
                <a:gd name="connsiteX109" fmla="*/ 46278 w 1377328"/>
                <a:gd name="connsiteY109" fmla="*/ 1204559 h 1531935"/>
                <a:gd name="connsiteX110" fmla="*/ 75651 w 1377328"/>
                <a:gd name="connsiteY110" fmla="*/ 1191213 h 1531935"/>
                <a:gd name="connsiteX111" fmla="*/ 95886 w 1377328"/>
                <a:gd name="connsiteY111" fmla="*/ 1140766 h 1531935"/>
                <a:gd name="connsiteX112" fmla="*/ 63259 w 1377328"/>
                <a:gd name="connsiteY112" fmla="*/ 1116464 h 1531935"/>
                <a:gd name="connsiteX113" fmla="*/ 74596 w 1377328"/>
                <a:gd name="connsiteY113" fmla="*/ 1088235 h 1531935"/>
                <a:gd name="connsiteX114" fmla="*/ 160873 w 1377328"/>
                <a:gd name="connsiteY114" fmla="*/ 1056599 h 1531935"/>
                <a:gd name="connsiteX115" fmla="*/ 222594 w 1377328"/>
                <a:gd name="connsiteY115" fmla="*/ 950215 h 1531935"/>
                <a:gd name="connsiteX116" fmla="*/ 236041 w 1377328"/>
                <a:gd name="connsiteY116" fmla="*/ 917168 h 1531935"/>
                <a:gd name="connsiteX117" fmla="*/ 236562 w 1377328"/>
                <a:gd name="connsiteY117" fmla="*/ 840971 h 1531935"/>
                <a:gd name="connsiteX118" fmla="*/ 212540 w 1377328"/>
                <a:gd name="connsiteY118" fmla="*/ 844784 h 1531935"/>
                <a:gd name="connsiteX119" fmla="*/ 168436 w 1377328"/>
                <a:gd name="connsiteY119" fmla="*/ 831336 h 1531935"/>
                <a:gd name="connsiteX120" fmla="*/ 132148 w 1377328"/>
                <a:gd name="connsiteY120" fmla="*/ 843360 h 1531935"/>
                <a:gd name="connsiteX121" fmla="*/ 112447 w 1377328"/>
                <a:gd name="connsiteY121" fmla="*/ 772107 h 1531935"/>
                <a:gd name="connsiteX122" fmla="*/ 63132 w 1377328"/>
                <a:gd name="connsiteY122" fmla="*/ 713297 h 1531935"/>
                <a:gd name="connsiteX123" fmla="*/ 85184 w 1377328"/>
                <a:gd name="connsiteY123" fmla="*/ 627160 h 1531935"/>
                <a:gd name="connsiteX124" fmla="*/ 71470 w 1377328"/>
                <a:gd name="connsiteY124" fmla="*/ 621554 h 1531935"/>
                <a:gd name="connsiteX125" fmla="*/ 76554 w 1377328"/>
                <a:gd name="connsiteY125" fmla="*/ 593706 h 1531935"/>
                <a:gd name="connsiteX126" fmla="*/ 60030 w 1377328"/>
                <a:gd name="connsiteY126" fmla="*/ 514382 h 1531935"/>
                <a:gd name="connsiteX127" fmla="*/ 73211 w 1377328"/>
                <a:gd name="connsiteY127" fmla="*/ 491758 h 1531935"/>
                <a:gd name="connsiteX128" fmla="*/ 98390 w 1377328"/>
                <a:gd name="connsiteY128" fmla="*/ 479048 h 1531935"/>
                <a:gd name="connsiteX129" fmla="*/ 90052 w 1377328"/>
                <a:gd name="connsiteY129" fmla="*/ 422602 h 1531935"/>
                <a:gd name="connsiteX130" fmla="*/ 79223 w 1377328"/>
                <a:gd name="connsiteY130" fmla="*/ 368100 h 1531935"/>
                <a:gd name="connsiteX131" fmla="*/ 87306 w 1377328"/>
                <a:gd name="connsiteY131" fmla="*/ 336859 h 1531935"/>
                <a:gd name="connsiteX132" fmla="*/ 43189 w 1377328"/>
                <a:gd name="connsiteY132" fmla="*/ 268223 h 1531935"/>
                <a:gd name="connsiteX133" fmla="*/ 38499 w 1377328"/>
                <a:gd name="connsiteY133" fmla="*/ 271744 h 1531935"/>
                <a:gd name="connsiteX134" fmla="*/ 16447 w 1377328"/>
                <a:gd name="connsiteY134" fmla="*/ 213455 h 1531935"/>
                <a:gd name="connsiteX135" fmla="*/ 0 w 1377328"/>
                <a:gd name="connsiteY135" fmla="*/ 197771 h 1531935"/>
                <a:gd name="connsiteX136" fmla="*/ 521 w 1377328"/>
                <a:gd name="connsiteY136" fmla="*/ 162996 h 1531935"/>
                <a:gd name="connsiteX137" fmla="*/ 113794 w 1377328"/>
                <a:gd name="connsiteY137" fmla="*/ 138707 h 1531935"/>
                <a:gd name="connsiteX138" fmla="*/ 169783 w 1377328"/>
                <a:gd name="connsiteY138" fmla="*/ 152942 h 1531935"/>
                <a:gd name="connsiteX139" fmla="*/ 192483 w 1377328"/>
                <a:gd name="connsiteY139" fmla="*/ 158306 h 1531935"/>
                <a:gd name="connsiteX140" fmla="*/ 248726 w 1377328"/>
                <a:gd name="connsiteY140" fmla="*/ 102482 h 1531935"/>
                <a:gd name="connsiteX141" fmla="*/ 226293 w 1377328"/>
                <a:gd name="connsiteY141" fmla="*/ 42223 h 1531935"/>
                <a:gd name="connsiteX142" fmla="*/ 321810 w 1377328"/>
                <a:gd name="connsiteY142" fmla="*/ 26679 h 1531935"/>
                <a:gd name="connsiteX143" fmla="*/ 336681 w 1377328"/>
                <a:gd name="connsiteY143" fmla="*/ 52175 h 1531935"/>
                <a:gd name="connsiteX144" fmla="*/ 355085 w 1377328"/>
                <a:gd name="connsiteY144" fmla="*/ 78968 h 1531935"/>
                <a:gd name="connsiteX145" fmla="*/ 359394 w 1377328"/>
                <a:gd name="connsiteY145" fmla="*/ 132351 h 1531935"/>
                <a:gd name="connsiteX146" fmla="*/ 455305 w 1377328"/>
                <a:gd name="connsiteY146" fmla="*/ 124395 h 1531935"/>
                <a:gd name="connsiteX147" fmla="*/ 441743 w 1377328"/>
                <a:gd name="connsiteY147" fmla="*/ 108050 h 1531935"/>
                <a:gd name="connsiteX148" fmla="*/ 441997 w 1377328"/>
                <a:gd name="connsiteY148" fmla="*/ 97983 h 1531935"/>
                <a:gd name="connsiteX149" fmla="*/ 474370 w 1377328"/>
                <a:gd name="connsiteY149" fmla="*/ 99013 h 1531935"/>
                <a:gd name="connsiteX150" fmla="*/ 505828 w 1377328"/>
                <a:gd name="connsiteY150" fmla="*/ 75372 h 1531935"/>
                <a:gd name="connsiteX151" fmla="*/ 530092 w 1377328"/>
                <a:gd name="connsiteY151" fmla="*/ 86086 h 1531935"/>
                <a:gd name="connsiteX152" fmla="*/ 542497 w 1377328"/>
                <a:gd name="connsiteY152" fmla="*/ 116934 h 1531935"/>
                <a:gd name="connsiteX153" fmla="*/ 548369 w 1377328"/>
                <a:gd name="connsiteY153" fmla="*/ 129746 h 1531935"/>
                <a:gd name="connsiteX154" fmla="*/ 579420 w 1377328"/>
                <a:gd name="connsiteY154" fmla="*/ 138884 h 1531935"/>
                <a:gd name="connsiteX155" fmla="*/ 590656 w 1377328"/>
                <a:gd name="connsiteY155" fmla="*/ 132606 h 1531935"/>
                <a:gd name="connsiteX156" fmla="*/ 616610 w 1377328"/>
                <a:gd name="connsiteY156" fmla="*/ 120988 h 1531935"/>
                <a:gd name="connsiteX157" fmla="*/ 681343 w 1377328"/>
                <a:gd name="connsiteY157" fmla="*/ 102152 h 1531935"/>
                <a:gd name="connsiteX158" fmla="*/ 691003 w 1377328"/>
                <a:gd name="connsiteY158" fmla="*/ 110274 h 1531935"/>
                <a:gd name="connsiteX159" fmla="*/ 692172 w 1377328"/>
                <a:gd name="connsiteY159" fmla="*/ 125526 h 1531935"/>
                <a:gd name="connsiteX160" fmla="*/ 643632 w 1377328"/>
                <a:gd name="connsiteY160" fmla="*/ 144210 h 1531935"/>
                <a:gd name="connsiteX161" fmla="*/ 665684 w 1377328"/>
                <a:gd name="connsiteY161" fmla="*/ 166834 h 1531935"/>
                <a:gd name="connsiteX162" fmla="*/ 679513 w 1377328"/>
                <a:gd name="connsiteY162" fmla="*/ 185391 h 1531935"/>
                <a:gd name="connsiteX163" fmla="*/ 685004 w 1377328"/>
                <a:gd name="connsiteY163" fmla="*/ 196093 h 1531935"/>
                <a:gd name="connsiteX164" fmla="*/ 741361 w 1377328"/>
                <a:gd name="connsiteY164" fmla="*/ 183383 h 1531935"/>
                <a:gd name="connsiteX165" fmla="*/ 748682 w 1377328"/>
                <a:gd name="connsiteY165" fmla="*/ 119336 h 1531935"/>
                <a:gd name="connsiteX166" fmla="*/ 772691 w 1377328"/>
                <a:gd name="connsiteY166" fmla="*/ 104707 h 1531935"/>
                <a:gd name="connsiteX167" fmla="*/ 782224 w 1377328"/>
                <a:gd name="connsiteY167" fmla="*/ 123518 h 1531935"/>
                <a:gd name="connsiteX168" fmla="*/ 788579 w 1377328"/>
                <a:gd name="connsiteY168" fmla="*/ 122857 h 1531935"/>
                <a:gd name="connsiteX169" fmla="*/ 794185 w 1377328"/>
                <a:gd name="connsiteY169" fmla="*/ 117519 h 1531935"/>
                <a:gd name="connsiteX170" fmla="*/ 793803 w 1377328"/>
                <a:gd name="connsiteY170" fmla="*/ 111888 h 1531935"/>
                <a:gd name="connsiteX171" fmla="*/ 787918 w 1377328"/>
                <a:gd name="connsiteY171" fmla="*/ 104707 h 1531935"/>
                <a:gd name="connsiteX172" fmla="*/ 793002 w 1377328"/>
                <a:gd name="connsiteY172" fmla="*/ 90179 h 1531935"/>
                <a:gd name="connsiteX173" fmla="*/ 800044 w 1377328"/>
                <a:gd name="connsiteY173" fmla="*/ 75816 h 1531935"/>
                <a:gd name="connsiteX174" fmla="*/ 798989 w 1377328"/>
                <a:gd name="connsiteY174" fmla="*/ 64962 h 1531935"/>
                <a:gd name="connsiteX175" fmla="*/ 789202 w 1377328"/>
                <a:gd name="connsiteY175" fmla="*/ 43011 h 1531935"/>
                <a:gd name="connsiteX176" fmla="*/ 817533 w 1377328"/>
                <a:gd name="connsiteY176" fmla="*/ 44054 h 1531935"/>
                <a:gd name="connsiteX177" fmla="*/ 850160 w 1377328"/>
                <a:gd name="connsiteY177" fmla="*/ 0 h 1531935"/>
                <a:gd name="connsiteX178" fmla="*/ 930031 w 1377328"/>
                <a:gd name="connsiteY178" fmla="*/ 44054 h 1531935"/>
                <a:gd name="connsiteX179" fmla="*/ 933285 w 1377328"/>
                <a:gd name="connsiteY179" fmla="*/ 93445 h 1531935"/>
                <a:gd name="connsiteX180" fmla="*/ 948169 w 1377328"/>
                <a:gd name="connsiteY180" fmla="*/ 106524 h 1531935"/>
                <a:gd name="connsiteX181" fmla="*/ 957167 w 1377328"/>
                <a:gd name="connsiteY181" fmla="*/ 123912 h 1531935"/>
                <a:gd name="connsiteX182" fmla="*/ 965658 w 1377328"/>
                <a:gd name="connsiteY182" fmla="*/ 139990 h 1531935"/>
                <a:gd name="connsiteX183" fmla="*/ 967209 w 1377328"/>
                <a:gd name="connsiteY183" fmla="*/ 166796 h 1531935"/>
                <a:gd name="connsiteX184" fmla="*/ 973741 w 1377328"/>
                <a:gd name="connsiteY184" fmla="*/ 188480 h 1531935"/>
                <a:gd name="connsiteX185" fmla="*/ 988485 w 1377328"/>
                <a:gd name="connsiteY185" fmla="*/ 217497 h 1531935"/>
                <a:gd name="connsiteX186" fmla="*/ 992146 w 1377328"/>
                <a:gd name="connsiteY186" fmla="*/ 225987 h 1531935"/>
                <a:gd name="connsiteX187" fmla="*/ 997878 w 1377328"/>
                <a:gd name="connsiteY187" fmla="*/ 250963 h 1531935"/>
                <a:gd name="connsiteX188" fmla="*/ 1017198 w 1377328"/>
                <a:gd name="connsiteY188" fmla="*/ 304537 h 1531935"/>
                <a:gd name="connsiteX189" fmla="*/ 1034687 w 1377328"/>
                <a:gd name="connsiteY189" fmla="*/ 364274 h 1531935"/>
                <a:gd name="connsiteX190" fmla="*/ 1056472 w 1377328"/>
                <a:gd name="connsiteY190" fmla="*/ 386479 h 1531935"/>
                <a:gd name="connsiteX191" fmla="*/ 1056727 w 1377328"/>
                <a:gd name="connsiteY191" fmla="*/ 396825 h 1531935"/>
                <a:gd name="connsiteX192" fmla="*/ 1064963 w 1377328"/>
                <a:gd name="connsiteY192" fmla="*/ 418522 h 1531935"/>
                <a:gd name="connsiteX193" fmla="*/ 1090675 w 1377328"/>
                <a:gd name="connsiteY193" fmla="*/ 426885 h 1531935"/>
                <a:gd name="connsiteX194" fmla="*/ 1152803 w 1377328"/>
                <a:gd name="connsiteY194" fmla="*/ 442823 h 1531935"/>
                <a:gd name="connsiteX195" fmla="*/ 1166784 w 1377328"/>
                <a:gd name="connsiteY195" fmla="*/ 433418 h 1531935"/>
                <a:gd name="connsiteX196" fmla="*/ 1176952 w 1377328"/>
                <a:gd name="connsiteY196" fmla="*/ 460872 h 1531935"/>
                <a:gd name="connsiteX197" fmla="*/ 1173686 w 1377328"/>
                <a:gd name="connsiteY197" fmla="*/ 481208 h 1531935"/>
                <a:gd name="connsiteX198" fmla="*/ 1183727 w 1377328"/>
                <a:gd name="connsiteY198" fmla="*/ 486445 h 1531935"/>
                <a:gd name="connsiteX199" fmla="*/ 1242448 w 1377328"/>
                <a:gd name="connsiteY199" fmla="*/ 461025 h 1531935"/>
                <a:gd name="connsiteX200" fmla="*/ 1254332 w 1377328"/>
                <a:gd name="connsiteY200" fmla="*/ 499155 h 1531935"/>
                <a:gd name="connsiteX201" fmla="*/ 1279511 w 1377328"/>
                <a:gd name="connsiteY201" fmla="*/ 496613 h 1531935"/>
                <a:gd name="connsiteX202" fmla="*/ 1292958 w 1377328"/>
                <a:gd name="connsiteY202" fmla="*/ 507328 h 1531935"/>
                <a:gd name="connsiteX203" fmla="*/ 1312138 w 1377328"/>
                <a:gd name="connsiteY203" fmla="*/ 505370 h 1531935"/>
                <a:gd name="connsiteX204" fmla="*/ 1321544 w 1377328"/>
                <a:gd name="connsiteY204" fmla="*/ 509412 h 1531935"/>
                <a:gd name="connsiteX205" fmla="*/ 1322586 w 1377328"/>
                <a:gd name="connsiteY205" fmla="*/ 517127 h 1531935"/>
                <a:gd name="connsiteX206" fmla="*/ 1318938 w 1377328"/>
                <a:gd name="connsiteY206" fmla="*/ 523406 h 1531935"/>
                <a:gd name="connsiteX207" fmla="*/ 1308999 w 1377328"/>
                <a:gd name="connsiteY207" fmla="*/ 531388 h 1531935"/>
                <a:gd name="connsiteX208" fmla="*/ 1298437 w 1377328"/>
                <a:gd name="connsiteY208" fmla="*/ 534261 h 1531935"/>
                <a:gd name="connsiteX209" fmla="*/ 1287620 w 1377328"/>
                <a:gd name="connsiteY209" fmla="*/ 520394 h 1531935"/>
                <a:gd name="connsiteX210" fmla="*/ 1247430 w 1377328"/>
                <a:gd name="connsiteY210" fmla="*/ 522237 h 1531935"/>
                <a:gd name="connsiteX211" fmla="*/ 1185570 w 1377328"/>
                <a:gd name="connsiteY211" fmla="*/ 548369 h 1531935"/>
                <a:gd name="connsiteX212" fmla="*/ 1158421 w 1377328"/>
                <a:gd name="connsiteY212" fmla="*/ 615949 h 1531935"/>
                <a:gd name="connsiteX213" fmla="*/ 1122527 w 1377328"/>
                <a:gd name="connsiteY213" fmla="*/ 642336 h 1531935"/>
                <a:gd name="connsiteX214" fmla="*/ 1123176 w 1377328"/>
                <a:gd name="connsiteY214" fmla="*/ 649962 h 1531935"/>
                <a:gd name="connsiteX215" fmla="*/ 1146549 w 1377328"/>
                <a:gd name="connsiteY215" fmla="*/ 675852 h 1531935"/>
                <a:gd name="connsiteX216" fmla="*/ 1138453 w 1377328"/>
                <a:gd name="connsiteY216" fmla="*/ 689312 h 1531935"/>
                <a:gd name="connsiteX217" fmla="*/ 1124472 w 1377328"/>
                <a:gd name="connsiteY217" fmla="*/ 700027 h 1531935"/>
                <a:gd name="connsiteX218" fmla="*/ 1082299 w 1377328"/>
                <a:gd name="connsiteY218" fmla="*/ 744894 h 1531935"/>
                <a:gd name="connsiteX219" fmla="*/ 1069754 w 1377328"/>
                <a:gd name="connsiteY219" fmla="*/ 754427 h 1531935"/>
                <a:gd name="connsiteX220" fmla="*/ 1053714 w 1377328"/>
                <a:gd name="connsiteY220" fmla="*/ 754173 h 1531935"/>
                <a:gd name="connsiteX221" fmla="*/ 1050969 w 1377328"/>
                <a:gd name="connsiteY221" fmla="*/ 739264 h 1531935"/>
                <a:gd name="connsiteX222" fmla="*/ 1030226 w 1377328"/>
                <a:gd name="connsiteY222" fmla="*/ 717440 h 1531935"/>
                <a:gd name="connsiteX223" fmla="*/ 1006216 w 1377328"/>
                <a:gd name="connsiteY223" fmla="*/ 692477 h 1531935"/>
                <a:gd name="connsiteX224" fmla="*/ 991205 w 1377328"/>
                <a:gd name="connsiteY224" fmla="*/ 693011 h 1531935"/>
                <a:gd name="connsiteX225" fmla="*/ 965912 w 1377328"/>
                <a:gd name="connsiteY225" fmla="*/ 694053 h 1531935"/>
                <a:gd name="connsiteX226" fmla="*/ 961476 w 1377328"/>
                <a:gd name="connsiteY226" fmla="*/ 699137 h 1531935"/>
                <a:gd name="connsiteX227" fmla="*/ 971530 w 1377328"/>
                <a:gd name="connsiteY227" fmla="*/ 706853 h 1531935"/>
                <a:gd name="connsiteX228" fmla="*/ 980669 w 1377328"/>
                <a:gd name="connsiteY228" fmla="*/ 714034 h 1531935"/>
                <a:gd name="connsiteX229" fmla="*/ 1002581 w 1377328"/>
                <a:gd name="connsiteY229" fmla="*/ 734561 h 1531935"/>
                <a:gd name="connsiteX230" fmla="*/ 1011847 w 1377328"/>
                <a:gd name="connsiteY230" fmla="*/ 748008 h 1531935"/>
                <a:gd name="connsiteX231" fmla="*/ 1021506 w 1377328"/>
                <a:gd name="connsiteY231" fmla="*/ 759130 h 1531935"/>
                <a:gd name="connsiteX232" fmla="*/ 1023337 w 1377328"/>
                <a:gd name="connsiteY232" fmla="*/ 766845 h 1531935"/>
                <a:gd name="connsiteX233" fmla="*/ 1016283 w 1377328"/>
                <a:gd name="connsiteY233" fmla="*/ 783965 h 1531935"/>
                <a:gd name="connsiteX234" fmla="*/ 1025688 w 1377328"/>
                <a:gd name="connsiteY234" fmla="*/ 817419 h 1531935"/>
                <a:gd name="connsiteX235" fmla="*/ 1029209 w 1377328"/>
                <a:gd name="connsiteY235" fmla="*/ 837679 h 1531935"/>
                <a:gd name="connsiteX236" fmla="*/ 1004678 w 1377328"/>
                <a:gd name="connsiteY236" fmla="*/ 852715 h 1531935"/>
                <a:gd name="connsiteX237" fmla="*/ 987316 w 1377328"/>
                <a:gd name="connsiteY237" fmla="*/ 843042 h 1531935"/>
                <a:gd name="connsiteX238" fmla="*/ 979893 w 1377328"/>
                <a:gd name="connsiteY238" fmla="*/ 821155 h 1531935"/>
                <a:gd name="connsiteX239" fmla="*/ 964476 w 1377328"/>
                <a:gd name="connsiteY239" fmla="*/ 825197 h 1531935"/>
                <a:gd name="connsiteX240" fmla="*/ 956252 w 1377328"/>
                <a:gd name="connsiteY240" fmla="*/ 832264 h 1531935"/>
                <a:gd name="connsiteX241" fmla="*/ 971657 w 1377328"/>
                <a:gd name="connsiteY241" fmla="*/ 859045 h 1531935"/>
                <a:gd name="connsiteX242" fmla="*/ 862031 w 1377328"/>
                <a:gd name="connsiteY242" fmla="*/ 867026 h 1531935"/>
                <a:gd name="connsiteX243" fmla="*/ 829811 w 1377328"/>
                <a:gd name="connsiteY243" fmla="*/ 897874 h 1531935"/>
                <a:gd name="connsiteX244" fmla="*/ 816618 w 1377328"/>
                <a:gd name="connsiteY244" fmla="*/ 880741 h 1531935"/>
                <a:gd name="connsiteX245" fmla="*/ 797044 w 1377328"/>
                <a:gd name="connsiteY245" fmla="*/ 878796 h 1531935"/>
                <a:gd name="connsiteX246" fmla="*/ 777204 w 1377328"/>
                <a:gd name="connsiteY246" fmla="*/ 913038 h 1531935"/>
                <a:gd name="connsiteX247" fmla="*/ 799256 w 1377328"/>
                <a:gd name="connsiteY247" fmla="*/ 936691 h 1531935"/>
                <a:gd name="connsiteX248" fmla="*/ 746152 w 1377328"/>
                <a:gd name="connsiteY248" fmla="*/ 955756 h 1531935"/>
                <a:gd name="connsiteX249" fmla="*/ 714581 w 1377328"/>
                <a:gd name="connsiteY249" fmla="*/ 941648 h 1531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377328" h="1531935">
                  <a:moveTo>
                    <a:pt x="682970" y="421509"/>
                  </a:moveTo>
                  <a:lnTo>
                    <a:pt x="643162" y="393546"/>
                  </a:lnTo>
                  <a:lnTo>
                    <a:pt x="621898" y="369397"/>
                  </a:lnTo>
                  <a:lnTo>
                    <a:pt x="598790" y="347166"/>
                  </a:lnTo>
                  <a:lnTo>
                    <a:pt x="582343" y="339070"/>
                  </a:lnTo>
                  <a:lnTo>
                    <a:pt x="575569" y="343760"/>
                  </a:lnTo>
                  <a:lnTo>
                    <a:pt x="582737" y="352784"/>
                  </a:lnTo>
                  <a:lnTo>
                    <a:pt x="576484" y="363766"/>
                  </a:lnTo>
                  <a:lnTo>
                    <a:pt x="576865" y="373693"/>
                  </a:lnTo>
                  <a:lnTo>
                    <a:pt x="580386" y="382984"/>
                  </a:lnTo>
                  <a:lnTo>
                    <a:pt x="577907" y="396444"/>
                  </a:lnTo>
                  <a:lnTo>
                    <a:pt x="581428" y="409243"/>
                  </a:lnTo>
                  <a:lnTo>
                    <a:pt x="592791" y="421407"/>
                  </a:lnTo>
                  <a:lnTo>
                    <a:pt x="627643" y="459703"/>
                  </a:lnTo>
                  <a:lnTo>
                    <a:pt x="674670" y="491974"/>
                  </a:lnTo>
                  <a:lnTo>
                    <a:pt x="692554" y="504544"/>
                  </a:lnTo>
                  <a:lnTo>
                    <a:pt x="702722" y="503362"/>
                  </a:lnTo>
                  <a:lnTo>
                    <a:pt x="713424" y="486623"/>
                  </a:lnTo>
                  <a:lnTo>
                    <a:pt x="719296" y="476302"/>
                  </a:lnTo>
                  <a:lnTo>
                    <a:pt x="717732" y="460885"/>
                  </a:lnTo>
                  <a:lnTo>
                    <a:pt x="703243" y="437612"/>
                  </a:lnTo>
                  <a:close/>
                  <a:moveTo>
                    <a:pt x="1115575" y="842763"/>
                  </a:moveTo>
                  <a:lnTo>
                    <a:pt x="1135415" y="839369"/>
                  </a:lnTo>
                  <a:lnTo>
                    <a:pt x="1193997" y="844453"/>
                  </a:lnTo>
                  <a:lnTo>
                    <a:pt x="1204444" y="844707"/>
                  </a:lnTo>
                  <a:lnTo>
                    <a:pt x="1201178" y="863404"/>
                  </a:lnTo>
                  <a:lnTo>
                    <a:pt x="1117786" y="866289"/>
                  </a:lnTo>
                  <a:close/>
                  <a:moveTo>
                    <a:pt x="1206275" y="656914"/>
                  </a:moveTo>
                  <a:lnTo>
                    <a:pt x="1271097" y="701209"/>
                  </a:lnTo>
                  <a:lnTo>
                    <a:pt x="1276969" y="706293"/>
                  </a:lnTo>
                  <a:lnTo>
                    <a:pt x="1298373" y="722117"/>
                  </a:lnTo>
                  <a:lnTo>
                    <a:pt x="1377329" y="785109"/>
                  </a:lnTo>
                  <a:lnTo>
                    <a:pt x="1368978" y="836484"/>
                  </a:lnTo>
                  <a:lnTo>
                    <a:pt x="1311693" y="869022"/>
                  </a:lnTo>
                  <a:lnTo>
                    <a:pt x="1302033" y="867586"/>
                  </a:lnTo>
                  <a:lnTo>
                    <a:pt x="1297725" y="861307"/>
                  </a:lnTo>
                  <a:lnTo>
                    <a:pt x="1302287" y="852956"/>
                  </a:lnTo>
                  <a:lnTo>
                    <a:pt x="1319141" y="842496"/>
                  </a:lnTo>
                  <a:lnTo>
                    <a:pt x="1311693" y="809691"/>
                  </a:lnTo>
                  <a:lnTo>
                    <a:pt x="1297203" y="799891"/>
                  </a:lnTo>
                  <a:lnTo>
                    <a:pt x="1283375" y="780928"/>
                  </a:lnTo>
                  <a:lnTo>
                    <a:pt x="1263534" y="781576"/>
                  </a:lnTo>
                  <a:lnTo>
                    <a:pt x="1252972" y="775056"/>
                  </a:lnTo>
                  <a:lnTo>
                    <a:pt x="1235737" y="763159"/>
                  </a:lnTo>
                  <a:lnTo>
                    <a:pt x="1219557" y="757655"/>
                  </a:lnTo>
                  <a:lnTo>
                    <a:pt x="1187972" y="767341"/>
                  </a:lnTo>
                  <a:lnTo>
                    <a:pt x="1165793" y="765243"/>
                  </a:lnTo>
                  <a:lnTo>
                    <a:pt x="1149269" y="774916"/>
                  </a:lnTo>
                  <a:lnTo>
                    <a:pt x="1136216" y="765904"/>
                  </a:lnTo>
                  <a:lnTo>
                    <a:pt x="1152917" y="740153"/>
                  </a:lnTo>
                  <a:lnTo>
                    <a:pt x="1182545" y="719118"/>
                  </a:lnTo>
                  <a:lnTo>
                    <a:pt x="1192077" y="704082"/>
                  </a:lnTo>
                  <a:lnTo>
                    <a:pt x="1199386" y="694282"/>
                  </a:lnTo>
                  <a:lnTo>
                    <a:pt x="1199894" y="673374"/>
                  </a:lnTo>
                  <a:lnTo>
                    <a:pt x="1206249" y="666841"/>
                  </a:lnTo>
                  <a:close/>
                  <a:moveTo>
                    <a:pt x="835518" y="211472"/>
                  </a:moveTo>
                  <a:lnTo>
                    <a:pt x="829913" y="207164"/>
                  </a:lnTo>
                  <a:lnTo>
                    <a:pt x="825337" y="209706"/>
                  </a:lnTo>
                  <a:lnTo>
                    <a:pt x="825337" y="218730"/>
                  </a:lnTo>
                  <a:lnTo>
                    <a:pt x="828324" y="226165"/>
                  </a:lnTo>
                  <a:lnTo>
                    <a:pt x="823125" y="228529"/>
                  </a:lnTo>
                  <a:lnTo>
                    <a:pt x="822465" y="234020"/>
                  </a:lnTo>
                  <a:lnTo>
                    <a:pt x="839433" y="260165"/>
                  </a:lnTo>
                  <a:lnTo>
                    <a:pt x="844911" y="274146"/>
                  </a:lnTo>
                  <a:lnTo>
                    <a:pt x="850783" y="277680"/>
                  </a:lnTo>
                  <a:lnTo>
                    <a:pt x="851177" y="286043"/>
                  </a:lnTo>
                  <a:lnTo>
                    <a:pt x="865006" y="310752"/>
                  </a:lnTo>
                  <a:lnTo>
                    <a:pt x="872060" y="314285"/>
                  </a:lnTo>
                  <a:lnTo>
                    <a:pt x="875186" y="321606"/>
                  </a:lnTo>
                  <a:lnTo>
                    <a:pt x="881059" y="325648"/>
                  </a:lnTo>
                  <a:lnTo>
                    <a:pt x="884452" y="325000"/>
                  </a:lnTo>
                  <a:lnTo>
                    <a:pt x="883931" y="319115"/>
                  </a:lnTo>
                  <a:lnTo>
                    <a:pt x="888634" y="315988"/>
                  </a:lnTo>
                  <a:lnTo>
                    <a:pt x="890985" y="305655"/>
                  </a:lnTo>
                  <a:lnTo>
                    <a:pt x="888100" y="292945"/>
                  </a:lnTo>
                  <a:lnTo>
                    <a:pt x="881986" y="280133"/>
                  </a:lnTo>
                  <a:lnTo>
                    <a:pt x="875453" y="269024"/>
                  </a:lnTo>
                  <a:lnTo>
                    <a:pt x="864624" y="221831"/>
                  </a:lnTo>
                  <a:lnTo>
                    <a:pt x="857303" y="212032"/>
                  </a:lnTo>
                  <a:lnTo>
                    <a:pt x="846093" y="212565"/>
                  </a:lnTo>
                  <a:close/>
                  <a:moveTo>
                    <a:pt x="663650" y="966802"/>
                  </a:moveTo>
                  <a:lnTo>
                    <a:pt x="639374" y="984062"/>
                  </a:lnTo>
                  <a:lnTo>
                    <a:pt x="669879" y="1038563"/>
                  </a:lnTo>
                  <a:lnTo>
                    <a:pt x="654207" y="1056472"/>
                  </a:lnTo>
                  <a:lnTo>
                    <a:pt x="608946" y="1090053"/>
                  </a:lnTo>
                  <a:lnTo>
                    <a:pt x="561677" y="1178541"/>
                  </a:lnTo>
                  <a:lnTo>
                    <a:pt x="544073" y="1171233"/>
                  </a:lnTo>
                  <a:lnTo>
                    <a:pt x="555830" y="1132530"/>
                  </a:lnTo>
                  <a:lnTo>
                    <a:pt x="527639" y="1121548"/>
                  </a:lnTo>
                  <a:lnTo>
                    <a:pt x="509616" y="1139203"/>
                  </a:lnTo>
                  <a:lnTo>
                    <a:pt x="477128" y="1170432"/>
                  </a:lnTo>
                  <a:lnTo>
                    <a:pt x="478819" y="1224425"/>
                  </a:lnTo>
                  <a:lnTo>
                    <a:pt x="470875" y="1269762"/>
                  </a:lnTo>
                  <a:lnTo>
                    <a:pt x="469413" y="1278405"/>
                  </a:lnTo>
                  <a:lnTo>
                    <a:pt x="427660" y="1339414"/>
                  </a:lnTo>
                  <a:lnTo>
                    <a:pt x="422182" y="1347256"/>
                  </a:lnTo>
                  <a:lnTo>
                    <a:pt x="450628" y="1399673"/>
                  </a:lnTo>
                  <a:lnTo>
                    <a:pt x="468117" y="1431944"/>
                  </a:lnTo>
                  <a:lnTo>
                    <a:pt x="464202" y="1439151"/>
                  </a:lnTo>
                  <a:lnTo>
                    <a:pt x="432897" y="1494695"/>
                  </a:lnTo>
                  <a:lnTo>
                    <a:pt x="379107" y="1489331"/>
                  </a:lnTo>
                  <a:lnTo>
                    <a:pt x="305655" y="1531935"/>
                  </a:lnTo>
                  <a:lnTo>
                    <a:pt x="259314" y="1495343"/>
                  </a:lnTo>
                  <a:lnTo>
                    <a:pt x="242701" y="1482302"/>
                  </a:lnTo>
                  <a:lnTo>
                    <a:pt x="241519" y="1474676"/>
                  </a:lnTo>
                  <a:lnTo>
                    <a:pt x="236168" y="1458725"/>
                  </a:lnTo>
                  <a:lnTo>
                    <a:pt x="178095" y="1409587"/>
                  </a:lnTo>
                  <a:lnTo>
                    <a:pt x="128767" y="1367745"/>
                  </a:lnTo>
                  <a:lnTo>
                    <a:pt x="69779" y="1317680"/>
                  </a:lnTo>
                  <a:lnTo>
                    <a:pt x="46278" y="1204559"/>
                  </a:lnTo>
                  <a:lnTo>
                    <a:pt x="75651" y="1191213"/>
                  </a:lnTo>
                  <a:lnTo>
                    <a:pt x="95886" y="1140766"/>
                  </a:lnTo>
                  <a:lnTo>
                    <a:pt x="63259" y="1116464"/>
                  </a:lnTo>
                  <a:lnTo>
                    <a:pt x="74596" y="1088235"/>
                  </a:lnTo>
                  <a:lnTo>
                    <a:pt x="160873" y="1056599"/>
                  </a:lnTo>
                  <a:lnTo>
                    <a:pt x="222594" y="950215"/>
                  </a:lnTo>
                  <a:lnTo>
                    <a:pt x="236041" y="917168"/>
                  </a:lnTo>
                  <a:lnTo>
                    <a:pt x="236562" y="840971"/>
                  </a:lnTo>
                  <a:lnTo>
                    <a:pt x="212540" y="844784"/>
                  </a:lnTo>
                  <a:lnTo>
                    <a:pt x="168436" y="831336"/>
                  </a:lnTo>
                  <a:lnTo>
                    <a:pt x="132148" y="843360"/>
                  </a:lnTo>
                  <a:lnTo>
                    <a:pt x="112447" y="772107"/>
                  </a:lnTo>
                  <a:lnTo>
                    <a:pt x="63132" y="713297"/>
                  </a:lnTo>
                  <a:lnTo>
                    <a:pt x="85184" y="627160"/>
                  </a:lnTo>
                  <a:lnTo>
                    <a:pt x="71470" y="621554"/>
                  </a:lnTo>
                  <a:lnTo>
                    <a:pt x="76554" y="593706"/>
                  </a:lnTo>
                  <a:lnTo>
                    <a:pt x="60030" y="514382"/>
                  </a:lnTo>
                  <a:lnTo>
                    <a:pt x="73211" y="491758"/>
                  </a:lnTo>
                  <a:lnTo>
                    <a:pt x="98390" y="479048"/>
                  </a:lnTo>
                  <a:lnTo>
                    <a:pt x="90052" y="422602"/>
                  </a:lnTo>
                  <a:lnTo>
                    <a:pt x="79223" y="368100"/>
                  </a:lnTo>
                  <a:lnTo>
                    <a:pt x="87306" y="336859"/>
                  </a:lnTo>
                  <a:lnTo>
                    <a:pt x="43189" y="268223"/>
                  </a:lnTo>
                  <a:lnTo>
                    <a:pt x="38499" y="271744"/>
                  </a:lnTo>
                  <a:lnTo>
                    <a:pt x="16447" y="213455"/>
                  </a:lnTo>
                  <a:lnTo>
                    <a:pt x="0" y="197771"/>
                  </a:lnTo>
                  <a:lnTo>
                    <a:pt x="521" y="162996"/>
                  </a:lnTo>
                  <a:lnTo>
                    <a:pt x="113794" y="138707"/>
                  </a:lnTo>
                  <a:lnTo>
                    <a:pt x="169783" y="152942"/>
                  </a:lnTo>
                  <a:lnTo>
                    <a:pt x="192483" y="158306"/>
                  </a:lnTo>
                  <a:lnTo>
                    <a:pt x="248726" y="102482"/>
                  </a:lnTo>
                  <a:lnTo>
                    <a:pt x="226293" y="42223"/>
                  </a:lnTo>
                  <a:lnTo>
                    <a:pt x="321810" y="26679"/>
                  </a:lnTo>
                  <a:lnTo>
                    <a:pt x="336681" y="52175"/>
                  </a:lnTo>
                  <a:lnTo>
                    <a:pt x="355085" y="78968"/>
                  </a:lnTo>
                  <a:lnTo>
                    <a:pt x="359394" y="132351"/>
                  </a:lnTo>
                  <a:lnTo>
                    <a:pt x="455305" y="124395"/>
                  </a:lnTo>
                  <a:lnTo>
                    <a:pt x="441743" y="108050"/>
                  </a:lnTo>
                  <a:lnTo>
                    <a:pt x="441997" y="97983"/>
                  </a:lnTo>
                  <a:lnTo>
                    <a:pt x="474370" y="99013"/>
                  </a:lnTo>
                  <a:lnTo>
                    <a:pt x="505828" y="75372"/>
                  </a:lnTo>
                  <a:lnTo>
                    <a:pt x="530092" y="86086"/>
                  </a:lnTo>
                  <a:lnTo>
                    <a:pt x="542497" y="116934"/>
                  </a:lnTo>
                  <a:lnTo>
                    <a:pt x="548369" y="129746"/>
                  </a:lnTo>
                  <a:lnTo>
                    <a:pt x="579420" y="138884"/>
                  </a:lnTo>
                  <a:lnTo>
                    <a:pt x="590656" y="132606"/>
                  </a:lnTo>
                  <a:lnTo>
                    <a:pt x="616610" y="120988"/>
                  </a:lnTo>
                  <a:lnTo>
                    <a:pt x="681343" y="102152"/>
                  </a:lnTo>
                  <a:lnTo>
                    <a:pt x="691003" y="110274"/>
                  </a:lnTo>
                  <a:lnTo>
                    <a:pt x="692172" y="125526"/>
                  </a:lnTo>
                  <a:lnTo>
                    <a:pt x="643632" y="144210"/>
                  </a:lnTo>
                  <a:lnTo>
                    <a:pt x="665684" y="166834"/>
                  </a:lnTo>
                  <a:lnTo>
                    <a:pt x="679513" y="185391"/>
                  </a:lnTo>
                  <a:lnTo>
                    <a:pt x="685004" y="196093"/>
                  </a:lnTo>
                  <a:lnTo>
                    <a:pt x="741361" y="183383"/>
                  </a:lnTo>
                  <a:lnTo>
                    <a:pt x="748682" y="119336"/>
                  </a:lnTo>
                  <a:lnTo>
                    <a:pt x="772691" y="104707"/>
                  </a:lnTo>
                  <a:lnTo>
                    <a:pt x="782224" y="123518"/>
                  </a:lnTo>
                  <a:lnTo>
                    <a:pt x="788579" y="122857"/>
                  </a:lnTo>
                  <a:lnTo>
                    <a:pt x="794185" y="117519"/>
                  </a:lnTo>
                  <a:lnTo>
                    <a:pt x="793803" y="111888"/>
                  </a:lnTo>
                  <a:lnTo>
                    <a:pt x="787918" y="104707"/>
                  </a:lnTo>
                  <a:lnTo>
                    <a:pt x="793002" y="90179"/>
                  </a:lnTo>
                  <a:lnTo>
                    <a:pt x="800044" y="75816"/>
                  </a:lnTo>
                  <a:lnTo>
                    <a:pt x="798989" y="64962"/>
                  </a:lnTo>
                  <a:lnTo>
                    <a:pt x="789202" y="43011"/>
                  </a:lnTo>
                  <a:lnTo>
                    <a:pt x="817533" y="44054"/>
                  </a:lnTo>
                  <a:lnTo>
                    <a:pt x="850160" y="0"/>
                  </a:lnTo>
                  <a:lnTo>
                    <a:pt x="930031" y="44054"/>
                  </a:lnTo>
                  <a:lnTo>
                    <a:pt x="933285" y="93445"/>
                  </a:lnTo>
                  <a:lnTo>
                    <a:pt x="948169" y="106524"/>
                  </a:lnTo>
                  <a:lnTo>
                    <a:pt x="957167" y="123912"/>
                  </a:lnTo>
                  <a:lnTo>
                    <a:pt x="965658" y="139990"/>
                  </a:lnTo>
                  <a:lnTo>
                    <a:pt x="967209" y="166796"/>
                  </a:lnTo>
                  <a:lnTo>
                    <a:pt x="973741" y="188480"/>
                  </a:lnTo>
                  <a:lnTo>
                    <a:pt x="988485" y="217497"/>
                  </a:lnTo>
                  <a:lnTo>
                    <a:pt x="992146" y="225987"/>
                  </a:lnTo>
                  <a:lnTo>
                    <a:pt x="997878" y="250963"/>
                  </a:lnTo>
                  <a:lnTo>
                    <a:pt x="1017198" y="304537"/>
                  </a:lnTo>
                  <a:lnTo>
                    <a:pt x="1034687" y="364274"/>
                  </a:lnTo>
                  <a:lnTo>
                    <a:pt x="1056472" y="386479"/>
                  </a:lnTo>
                  <a:lnTo>
                    <a:pt x="1056727" y="396825"/>
                  </a:lnTo>
                  <a:lnTo>
                    <a:pt x="1064963" y="418522"/>
                  </a:lnTo>
                  <a:lnTo>
                    <a:pt x="1090675" y="426885"/>
                  </a:lnTo>
                  <a:lnTo>
                    <a:pt x="1152803" y="442823"/>
                  </a:lnTo>
                  <a:lnTo>
                    <a:pt x="1166784" y="433418"/>
                  </a:lnTo>
                  <a:lnTo>
                    <a:pt x="1176952" y="460872"/>
                  </a:lnTo>
                  <a:lnTo>
                    <a:pt x="1173686" y="481208"/>
                  </a:lnTo>
                  <a:lnTo>
                    <a:pt x="1183727" y="486445"/>
                  </a:lnTo>
                  <a:lnTo>
                    <a:pt x="1242448" y="461025"/>
                  </a:lnTo>
                  <a:lnTo>
                    <a:pt x="1254332" y="499155"/>
                  </a:lnTo>
                  <a:lnTo>
                    <a:pt x="1279511" y="496613"/>
                  </a:lnTo>
                  <a:lnTo>
                    <a:pt x="1292958" y="507328"/>
                  </a:lnTo>
                  <a:lnTo>
                    <a:pt x="1312138" y="505370"/>
                  </a:lnTo>
                  <a:lnTo>
                    <a:pt x="1321544" y="509412"/>
                  </a:lnTo>
                  <a:lnTo>
                    <a:pt x="1322586" y="517127"/>
                  </a:lnTo>
                  <a:lnTo>
                    <a:pt x="1318938" y="523406"/>
                  </a:lnTo>
                  <a:lnTo>
                    <a:pt x="1308999" y="531388"/>
                  </a:lnTo>
                  <a:lnTo>
                    <a:pt x="1298437" y="534261"/>
                  </a:lnTo>
                  <a:lnTo>
                    <a:pt x="1287620" y="520394"/>
                  </a:lnTo>
                  <a:lnTo>
                    <a:pt x="1247430" y="522237"/>
                  </a:lnTo>
                  <a:lnTo>
                    <a:pt x="1185570" y="548369"/>
                  </a:lnTo>
                  <a:lnTo>
                    <a:pt x="1158421" y="615949"/>
                  </a:lnTo>
                  <a:lnTo>
                    <a:pt x="1122527" y="642336"/>
                  </a:lnTo>
                  <a:lnTo>
                    <a:pt x="1123176" y="649962"/>
                  </a:lnTo>
                  <a:lnTo>
                    <a:pt x="1146549" y="675852"/>
                  </a:lnTo>
                  <a:lnTo>
                    <a:pt x="1138453" y="689312"/>
                  </a:lnTo>
                  <a:lnTo>
                    <a:pt x="1124472" y="700027"/>
                  </a:lnTo>
                  <a:lnTo>
                    <a:pt x="1082299" y="744894"/>
                  </a:lnTo>
                  <a:lnTo>
                    <a:pt x="1069754" y="754427"/>
                  </a:lnTo>
                  <a:lnTo>
                    <a:pt x="1053714" y="754173"/>
                  </a:lnTo>
                  <a:lnTo>
                    <a:pt x="1050969" y="739264"/>
                  </a:lnTo>
                  <a:lnTo>
                    <a:pt x="1030226" y="717440"/>
                  </a:lnTo>
                  <a:lnTo>
                    <a:pt x="1006216" y="692477"/>
                  </a:lnTo>
                  <a:lnTo>
                    <a:pt x="991205" y="693011"/>
                  </a:lnTo>
                  <a:lnTo>
                    <a:pt x="965912" y="694053"/>
                  </a:lnTo>
                  <a:lnTo>
                    <a:pt x="961476" y="699137"/>
                  </a:lnTo>
                  <a:lnTo>
                    <a:pt x="971530" y="706853"/>
                  </a:lnTo>
                  <a:lnTo>
                    <a:pt x="980669" y="714034"/>
                  </a:lnTo>
                  <a:lnTo>
                    <a:pt x="1002581" y="734561"/>
                  </a:lnTo>
                  <a:lnTo>
                    <a:pt x="1011847" y="748008"/>
                  </a:lnTo>
                  <a:lnTo>
                    <a:pt x="1021506" y="759130"/>
                  </a:lnTo>
                  <a:lnTo>
                    <a:pt x="1023337" y="766845"/>
                  </a:lnTo>
                  <a:lnTo>
                    <a:pt x="1016283" y="783965"/>
                  </a:lnTo>
                  <a:lnTo>
                    <a:pt x="1025688" y="817419"/>
                  </a:lnTo>
                  <a:lnTo>
                    <a:pt x="1029209" y="837679"/>
                  </a:lnTo>
                  <a:lnTo>
                    <a:pt x="1004678" y="852715"/>
                  </a:lnTo>
                  <a:lnTo>
                    <a:pt x="987316" y="843042"/>
                  </a:lnTo>
                  <a:lnTo>
                    <a:pt x="979893" y="821155"/>
                  </a:lnTo>
                  <a:lnTo>
                    <a:pt x="964476" y="825197"/>
                  </a:lnTo>
                  <a:lnTo>
                    <a:pt x="956252" y="832264"/>
                  </a:lnTo>
                  <a:lnTo>
                    <a:pt x="971657" y="859045"/>
                  </a:lnTo>
                  <a:lnTo>
                    <a:pt x="862031" y="867026"/>
                  </a:lnTo>
                  <a:lnTo>
                    <a:pt x="829811" y="897874"/>
                  </a:lnTo>
                  <a:lnTo>
                    <a:pt x="816618" y="880741"/>
                  </a:lnTo>
                  <a:lnTo>
                    <a:pt x="797044" y="878796"/>
                  </a:lnTo>
                  <a:lnTo>
                    <a:pt x="777204" y="913038"/>
                  </a:lnTo>
                  <a:lnTo>
                    <a:pt x="799256" y="936691"/>
                  </a:lnTo>
                  <a:lnTo>
                    <a:pt x="746152" y="955756"/>
                  </a:lnTo>
                  <a:lnTo>
                    <a:pt x="714581" y="941648"/>
                  </a:lnTo>
                  <a:close/>
                </a:path>
              </a:pathLst>
            </a:custGeom>
            <a:noFill/>
            <a:ln w="3810" cap="flat">
              <a:solidFill>
                <a:srgbClr val="E6E4E2"/>
              </a:solidFill>
              <a:prstDash val="solid"/>
              <a:miter/>
            </a:ln>
          </p:spPr>
          <p:txBody>
            <a:bodyPr rtlCol="0" anchor="ctr"/>
            <a:lstStyle/>
            <a:p>
              <a:endParaRPr lang="de-CH"/>
            </a:p>
          </p:txBody>
        </p:sp>
        <p:sp>
          <p:nvSpPr>
            <p:cNvPr id="88" name="Freihandform: Form 87">
              <a:extLst>
                <a:ext uri="{FF2B5EF4-FFF2-40B4-BE49-F238E27FC236}">
                  <a16:creationId xmlns:a16="http://schemas.microsoft.com/office/drawing/2014/main" id="{6CB052A5-1BB0-144B-7A09-A577FE627413}"/>
                </a:ext>
              </a:extLst>
            </p:cNvPr>
            <p:cNvSpPr/>
            <p:nvPr/>
          </p:nvSpPr>
          <p:spPr>
            <a:xfrm>
              <a:off x="6497701" y="2930443"/>
              <a:ext cx="1128437" cy="1375777"/>
            </a:xfrm>
            <a:custGeom>
              <a:avLst/>
              <a:gdLst>
                <a:gd name="connsiteX0" fmla="*/ 561422 w 1128437"/>
                <a:gd name="connsiteY0" fmla="*/ 925125 h 1375777"/>
                <a:gd name="connsiteX1" fmla="*/ 572252 w 1128437"/>
                <a:gd name="connsiteY1" fmla="*/ 962493 h 1375777"/>
                <a:gd name="connsiteX2" fmla="*/ 523965 w 1128437"/>
                <a:gd name="connsiteY2" fmla="*/ 1005771 h 1375777"/>
                <a:gd name="connsiteX3" fmla="*/ 518220 w 1128437"/>
                <a:gd name="connsiteY3" fmla="*/ 1048897 h 1375777"/>
                <a:gd name="connsiteX4" fmla="*/ 574730 w 1128437"/>
                <a:gd name="connsiteY4" fmla="*/ 1106398 h 1375777"/>
                <a:gd name="connsiteX5" fmla="*/ 575518 w 1128437"/>
                <a:gd name="connsiteY5" fmla="*/ 1212922 h 1375777"/>
                <a:gd name="connsiteX6" fmla="*/ 547200 w 1128437"/>
                <a:gd name="connsiteY6" fmla="*/ 1223776 h 1375777"/>
                <a:gd name="connsiteX7" fmla="*/ 499041 w 1128437"/>
                <a:gd name="connsiteY7" fmla="*/ 1262339 h 1375777"/>
                <a:gd name="connsiteX8" fmla="*/ 447361 w 1128437"/>
                <a:gd name="connsiteY8" fmla="*/ 1223128 h 1375777"/>
                <a:gd name="connsiteX9" fmla="*/ 397499 w 1128437"/>
                <a:gd name="connsiteY9" fmla="*/ 1239067 h 1375777"/>
                <a:gd name="connsiteX10" fmla="*/ 360576 w 1128437"/>
                <a:gd name="connsiteY10" fmla="*/ 1206008 h 1375777"/>
                <a:gd name="connsiteX11" fmla="*/ 283577 w 1128437"/>
                <a:gd name="connsiteY11" fmla="*/ 1192535 h 1375777"/>
                <a:gd name="connsiteX12" fmla="*/ 252908 w 1128437"/>
                <a:gd name="connsiteY12" fmla="*/ 1226522 h 1375777"/>
                <a:gd name="connsiteX13" fmla="*/ 243388 w 1128437"/>
                <a:gd name="connsiteY13" fmla="*/ 1299847 h 1375777"/>
                <a:gd name="connsiteX14" fmla="*/ 251217 w 1128437"/>
                <a:gd name="connsiteY14" fmla="*/ 1340888 h 1375777"/>
                <a:gd name="connsiteX15" fmla="*/ 180358 w 1128437"/>
                <a:gd name="connsiteY15" fmla="*/ 1357094 h 1375777"/>
                <a:gd name="connsiteX16" fmla="*/ 165614 w 1128437"/>
                <a:gd name="connsiteY16" fmla="*/ 1375778 h 1375777"/>
                <a:gd name="connsiteX17" fmla="*/ 57425 w 1128437"/>
                <a:gd name="connsiteY17" fmla="*/ 1318010 h 1375777"/>
                <a:gd name="connsiteX18" fmla="*/ 16714 w 1128437"/>
                <a:gd name="connsiteY18" fmla="*/ 1203377 h 1375777"/>
                <a:gd name="connsiteX19" fmla="*/ 48286 w 1128437"/>
                <a:gd name="connsiteY19" fmla="*/ 1080266 h 1375777"/>
                <a:gd name="connsiteX20" fmla="*/ 52341 w 1128437"/>
                <a:gd name="connsiteY20" fmla="*/ 1013601 h 1375777"/>
                <a:gd name="connsiteX21" fmla="*/ 31064 w 1128437"/>
                <a:gd name="connsiteY21" fmla="*/ 997014 h 1375777"/>
                <a:gd name="connsiteX22" fmla="*/ 0 w 1128437"/>
                <a:gd name="connsiteY22" fmla="*/ 939373 h 1375777"/>
                <a:gd name="connsiteX23" fmla="*/ 394 w 1128437"/>
                <a:gd name="connsiteY23" fmla="*/ 884732 h 1375777"/>
                <a:gd name="connsiteX24" fmla="*/ 57819 w 1128437"/>
                <a:gd name="connsiteY24" fmla="*/ 904852 h 1375777"/>
                <a:gd name="connsiteX25" fmla="*/ 106626 w 1128437"/>
                <a:gd name="connsiteY25" fmla="*/ 896768 h 1375777"/>
                <a:gd name="connsiteX26" fmla="*/ 109626 w 1128437"/>
                <a:gd name="connsiteY26" fmla="*/ 830370 h 1375777"/>
                <a:gd name="connsiteX27" fmla="*/ 77914 w 1128437"/>
                <a:gd name="connsiteY27" fmla="*/ 706980 h 1375777"/>
                <a:gd name="connsiteX28" fmla="*/ 96305 w 1128437"/>
                <a:gd name="connsiteY28" fmla="*/ 673654 h 1375777"/>
                <a:gd name="connsiteX29" fmla="*/ 184273 w 1128437"/>
                <a:gd name="connsiteY29" fmla="*/ 645284 h 1375777"/>
                <a:gd name="connsiteX30" fmla="*/ 168347 w 1128437"/>
                <a:gd name="connsiteY30" fmla="*/ 592753 h 1375777"/>
                <a:gd name="connsiteX31" fmla="*/ 162348 w 1128437"/>
                <a:gd name="connsiteY31" fmla="*/ 568044 h 1375777"/>
                <a:gd name="connsiteX32" fmla="*/ 171219 w 1128437"/>
                <a:gd name="connsiteY32" fmla="*/ 467913 h 1375777"/>
                <a:gd name="connsiteX33" fmla="*/ 213112 w 1128437"/>
                <a:gd name="connsiteY33" fmla="*/ 427406 h 1375777"/>
                <a:gd name="connsiteX34" fmla="*/ 194059 w 1128437"/>
                <a:gd name="connsiteY34" fmla="*/ 402964 h 1375777"/>
                <a:gd name="connsiteX35" fmla="*/ 138846 w 1128437"/>
                <a:gd name="connsiteY35" fmla="*/ 400473 h 1375777"/>
                <a:gd name="connsiteX36" fmla="*/ 130636 w 1128437"/>
                <a:gd name="connsiteY36" fmla="*/ 336045 h 1375777"/>
                <a:gd name="connsiteX37" fmla="*/ 154658 w 1128437"/>
                <a:gd name="connsiteY37" fmla="*/ 317615 h 1375777"/>
                <a:gd name="connsiteX38" fmla="*/ 143943 w 1128437"/>
                <a:gd name="connsiteY38" fmla="*/ 285331 h 1375777"/>
                <a:gd name="connsiteX39" fmla="*/ 112117 w 1128437"/>
                <a:gd name="connsiteY39" fmla="*/ 271210 h 1375777"/>
                <a:gd name="connsiteX40" fmla="*/ 123708 w 1128437"/>
                <a:gd name="connsiteY40" fmla="*/ 248345 h 1375777"/>
                <a:gd name="connsiteX41" fmla="*/ 151518 w 1128437"/>
                <a:gd name="connsiteY41" fmla="*/ 221679 h 1375777"/>
                <a:gd name="connsiteX42" fmla="*/ 177612 w 1128437"/>
                <a:gd name="connsiteY42" fmla="*/ 210036 h 1375777"/>
                <a:gd name="connsiteX43" fmla="*/ 209846 w 1128437"/>
                <a:gd name="connsiteY43" fmla="*/ 213048 h 1375777"/>
                <a:gd name="connsiteX44" fmla="*/ 285408 w 1128437"/>
                <a:gd name="connsiteY44" fmla="*/ 180625 h 1375777"/>
                <a:gd name="connsiteX45" fmla="*/ 284111 w 1128437"/>
                <a:gd name="connsiteY45" fmla="*/ 146396 h 1375777"/>
                <a:gd name="connsiteX46" fmla="*/ 311502 w 1128437"/>
                <a:gd name="connsiteY46" fmla="*/ 134245 h 1375777"/>
                <a:gd name="connsiteX47" fmla="*/ 309163 w 1128437"/>
                <a:gd name="connsiteY47" fmla="*/ 108609 h 1375777"/>
                <a:gd name="connsiteX48" fmla="*/ 306024 w 1128437"/>
                <a:gd name="connsiteY48" fmla="*/ 75016 h 1375777"/>
                <a:gd name="connsiteX49" fmla="*/ 344802 w 1128437"/>
                <a:gd name="connsiteY49" fmla="*/ 25878 h 1375777"/>
                <a:gd name="connsiteX50" fmla="*/ 344523 w 1128437"/>
                <a:gd name="connsiteY50" fmla="*/ 12939 h 1375777"/>
                <a:gd name="connsiteX51" fmla="*/ 366448 w 1128437"/>
                <a:gd name="connsiteY51" fmla="*/ 1182 h 1375777"/>
                <a:gd name="connsiteX52" fmla="*/ 378840 w 1128437"/>
                <a:gd name="connsiteY52" fmla="*/ 0 h 1375777"/>
                <a:gd name="connsiteX53" fmla="*/ 388640 w 1128437"/>
                <a:gd name="connsiteY53" fmla="*/ 5224 h 1375777"/>
                <a:gd name="connsiteX54" fmla="*/ 390470 w 1128437"/>
                <a:gd name="connsiteY54" fmla="*/ 14769 h 1375777"/>
                <a:gd name="connsiteX55" fmla="*/ 380810 w 1128437"/>
                <a:gd name="connsiteY55" fmla="*/ 38042 h 1375777"/>
                <a:gd name="connsiteX56" fmla="*/ 386937 w 1128437"/>
                <a:gd name="connsiteY56" fmla="*/ 62865 h 1375777"/>
                <a:gd name="connsiteX57" fmla="*/ 385373 w 1128437"/>
                <a:gd name="connsiteY57" fmla="*/ 77520 h 1375777"/>
                <a:gd name="connsiteX58" fmla="*/ 375460 w 1128437"/>
                <a:gd name="connsiteY58" fmla="*/ 97894 h 1375777"/>
                <a:gd name="connsiteX59" fmla="*/ 367630 w 1128437"/>
                <a:gd name="connsiteY59" fmla="*/ 132529 h 1375777"/>
                <a:gd name="connsiteX60" fmla="*/ 358224 w 1128437"/>
                <a:gd name="connsiteY60" fmla="*/ 169389 h 1375777"/>
                <a:gd name="connsiteX61" fmla="*/ 377150 w 1128437"/>
                <a:gd name="connsiteY61" fmla="*/ 192521 h 1375777"/>
                <a:gd name="connsiteX62" fmla="*/ 392809 w 1128437"/>
                <a:gd name="connsiteY62" fmla="*/ 204037 h 1375777"/>
                <a:gd name="connsiteX63" fmla="*/ 391373 w 1128437"/>
                <a:gd name="connsiteY63" fmla="*/ 210303 h 1375777"/>
                <a:gd name="connsiteX64" fmla="*/ 385246 w 1128437"/>
                <a:gd name="connsiteY64" fmla="*/ 233321 h 1375777"/>
                <a:gd name="connsiteX65" fmla="*/ 388640 w 1128437"/>
                <a:gd name="connsiteY65" fmla="*/ 275379 h 1375777"/>
                <a:gd name="connsiteX66" fmla="*/ 401439 w 1128437"/>
                <a:gd name="connsiteY66" fmla="*/ 293568 h 1375777"/>
                <a:gd name="connsiteX67" fmla="*/ 411340 w 1128437"/>
                <a:gd name="connsiteY67" fmla="*/ 294216 h 1375777"/>
                <a:gd name="connsiteX68" fmla="*/ 411849 w 1128437"/>
                <a:gd name="connsiteY68" fmla="*/ 282586 h 1375777"/>
                <a:gd name="connsiteX69" fmla="*/ 426618 w 1128437"/>
                <a:gd name="connsiteY69" fmla="*/ 265847 h 1375777"/>
                <a:gd name="connsiteX70" fmla="*/ 449840 w 1128437"/>
                <a:gd name="connsiteY70" fmla="*/ 253175 h 1375777"/>
                <a:gd name="connsiteX71" fmla="*/ 449052 w 1128437"/>
                <a:gd name="connsiteY71" fmla="*/ 237757 h 1375777"/>
                <a:gd name="connsiteX72" fmla="*/ 443180 w 1128437"/>
                <a:gd name="connsiteY72" fmla="*/ 229508 h 1375777"/>
                <a:gd name="connsiteX73" fmla="*/ 446700 w 1128437"/>
                <a:gd name="connsiteY73" fmla="*/ 215794 h 1375777"/>
                <a:gd name="connsiteX74" fmla="*/ 443180 w 1128437"/>
                <a:gd name="connsiteY74" fmla="*/ 204545 h 1375777"/>
                <a:gd name="connsiteX75" fmla="*/ 424902 w 1128437"/>
                <a:gd name="connsiteY75" fmla="*/ 186382 h 1375777"/>
                <a:gd name="connsiteX76" fmla="*/ 419564 w 1128437"/>
                <a:gd name="connsiteY76" fmla="*/ 170965 h 1375777"/>
                <a:gd name="connsiteX77" fmla="*/ 439265 w 1128437"/>
                <a:gd name="connsiteY77" fmla="*/ 121420 h 1375777"/>
                <a:gd name="connsiteX78" fmla="*/ 438489 w 1128437"/>
                <a:gd name="connsiteY78" fmla="*/ 105609 h 1375777"/>
                <a:gd name="connsiteX79" fmla="*/ 473061 w 1128437"/>
                <a:gd name="connsiteY79" fmla="*/ 112663 h 1375777"/>
                <a:gd name="connsiteX80" fmla="*/ 569112 w 1128437"/>
                <a:gd name="connsiteY80" fmla="*/ 132148 h 1375777"/>
                <a:gd name="connsiteX81" fmla="*/ 577857 w 1128437"/>
                <a:gd name="connsiteY81" fmla="*/ 144299 h 1375777"/>
                <a:gd name="connsiteX82" fmla="*/ 621974 w 1128437"/>
                <a:gd name="connsiteY82" fmla="*/ 212006 h 1375777"/>
                <a:gd name="connsiteX83" fmla="*/ 662685 w 1128437"/>
                <a:gd name="connsiteY83" fmla="*/ 175935 h 1375777"/>
                <a:gd name="connsiteX84" fmla="*/ 747258 w 1128437"/>
                <a:gd name="connsiteY84" fmla="*/ 132923 h 1375777"/>
                <a:gd name="connsiteX85" fmla="*/ 790715 w 1128437"/>
                <a:gd name="connsiteY85" fmla="*/ 164038 h 1375777"/>
                <a:gd name="connsiteX86" fmla="*/ 828413 w 1128437"/>
                <a:gd name="connsiteY86" fmla="*/ 131754 h 1375777"/>
                <a:gd name="connsiteX87" fmla="*/ 861574 w 1128437"/>
                <a:gd name="connsiteY87" fmla="*/ 148226 h 1375777"/>
                <a:gd name="connsiteX88" fmla="*/ 863785 w 1128437"/>
                <a:gd name="connsiteY88" fmla="*/ 187704 h 1375777"/>
                <a:gd name="connsiteX89" fmla="*/ 907496 w 1128437"/>
                <a:gd name="connsiteY89" fmla="*/ 215794 h 1375777"/>
                <a:gd name="connsiteX90" fmla="*/ 905945 w 1128437"/>
                <a:gd name="connsiteY90" fmla="*/ 279574 h 1375777"/>
                <a:gd name="connsiteX91" fmla="*/ 911283 w 1128437"/>
                <a:gd name="connsiteY91" fmla="*/ 294610 h 1375777"/>
                <a:gd name="connsiteX92" fmla="*/ 984113 w 1128437"/>
                <a:gd name="connsiteY92" fmla="*/ 242714 h 1375777"/>
                <a:gd name="connsiteX93" fmla="*/ 1083799 w 1128437"/>
                <a:gd name="connsiteY93" fmla="*/ 191225 h 1375777"/>
                <a:gd name="connsiteX94" fmla="*/ 1108991 w 1128437"/>
                <a:gd name="connsiteY94" fmla="*/ 228733 h 1375777"/>
                <a:gd name="connsiteX95" fmla="*/ 1121777 w 1128437"/>
                <a:gd name="connsiteY95" fmla="*/ 247569 h 1375777"/>
                <a:gd name="connsiteX96" fmla="*/ 1122171 w 1128437"/>
                <a:gd name="connsiteY96" fmla="*/ 253175 h 1375777"/>
                <a:gd name="connsiteX97" fmla="*/ 1128438 w 1128437"/>
                <a:gd name="connsiteY97" fmla="*/ 323106 h 1375777"/>
                <a:gd name="connsiteX98" fmla="*/ 957104 w 1128437"/>
                <a:gd name="connsiteY98" fmla="*/ 425703 h 1375777"/>
                <a:gd name="connsiteX99" fmla="*/ 978622 w 1128437"/>
                <a:gd name="connsiteY99" fmla="*/ 463350 h 1375777"/>
                <a:gd name="connsiteX100" fmla="*/ 971708 w 1128437"/>
                <a:gd name="connsiteY100" fmla="*/ 507925 h 1375777"/>
                <a:gd name="connsiteX101" fmla="*/ 909212 w 1128437"/>
                <a:gd name="connsiteY101" fmla="*/ 565159 h 1375777"/>
                <a:gd name="connsiteX102" fmla="*/ 873051 w 1128437"/>
                <a:gd name="connsiteY102" fmla="*/ 571959 h 1375777"/>
                <a:gd name="connsiteX103" fmla="*/ 869924 w 1128437"/>
                <a:gd name="connsiteY103" fmla="*/ 594177 h 1375777"/>
                <a:gd name="connsiteX104" fmla="*/ 884414 w 1128437"/>
                <a:gd name="connsiteY104" fmla="*/ 648551 h 1375777"/>
                <a:gd name="connsiteX105" fmla="*/ 854914 w 1128437"/>
                <a:gd name="connsiteY105" fmla="*/ 659914 h 1375777"/>
                <a:gd name="connsiteX106" fmla="*/ 843818 w 1128437"/>
                <a:gd name="connsiteY106" fmla="*/ 740052 h 1375777"/>
                <a:gd name="connsiteX107" fmla="*/ 780928 w 1128437"/>
                <a:gd name="connsiteY107" fmla="*/ 767887 h 1375777"/>
                <a:gd name="connsiteX108" fmla="*/ 751300 w 1128437"/>
                <a:gd name="connsiteY108" fmla="*/ 715203 h 1375777"/>
                <a:gd name="connsiteX109" fmla="*/ 710055 w 1128437"/>
                <a:gd name="connsiteY109" fmla="*/ 746712 h 1375777"/>
                <a:gd name="connsiteX110" fmla="*/ 701578 w 1128437"/>
                <a:gd name="connsiteY110" fmla="*/ 807492 h 1375777"/>
                <a:gd name="connsiteX111" fmla="*/ 632663 w 1128437"/>
                <a:gd name="connsiteY111" fmla="*/ 857811 h 1375777"/>
                <a:gd name="connsiteX112" fmla="*/ 598867 w 1128437"/>
                <a:gd name="connsiteY112" fmla="*/ 849969 h 1375777"/>
                <a:gd name="connsiteX113" fmla="*/ 558410 w 1128437"/>
                <a:gd name="connsiteY113" fmla="*/ 879635 h 1375777"/>
                <a:gd name="connsiteX114" fmla="*/ 561422 w 1128437"/>
                <a:gd name="connsiteY114" fmla="*/ 925125 h 1375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1128437" h="1375777">
                  <a:moveTo>
                    <a:pt x="561422" y="925125"/>
                  </a:moveTo>
                  <a:lnTo>
                    <a:pt x="572252" y="962493"/>
                  </a:lnTo>
                  <a:lnTo>
                    <a:pt x="523965" y="1005771"/>
                  </a:lnTo>
                  <a:lnTo>
                    <a:pt x="518220" y="1048897"/>
                  </a:lnTo>
                  <a:lnTo>
                    <a:pt x="574730" y="1106398"/>
                  </a:lnTo>
                  <a:lnTo>
                    <a:pt x="575518" y="1212922"/>
                  </a:lnTo>
                  <a:lnTo>
                    <a:pt x="547200" y="1223776"/>
                  </a:lnTo>
                  <a:lnTo>
                    <a:pt x="499041" y="1262339"/>
                  </a:lnTo>
                  <a:lnTo>
                    <a:pt x="447361" y="1223128"/>
                  </a:lnTo>
                  <a:lnTo>
                    <a:pt x="397499" y="1239067"/>
                  </a:lnTo>
                  <a:lnTo>
                    <a:pt x="360576" y="1206008"/>
                  </a:lnTo>
                  <a:lnTo>
                    <a:pt x="283577" y="1192535"/>
                  </a:lnTo>
                  <a:lnTo>
                    <a:pt x="252908" y="1226522"/>
                  </a:lnTo>
                  <a:lnTo>
                    <a:pt x="243388" y="1299847"/>
                  </a:lnTo>
                  <a:lnTo>
                    <a:pt x="251217" y="1340888"/>
                  </a:lnTo>
                  <a:lnTo>
                    <a:pt x="180358" y="1357094"/>
                  </a:lnTo>
                  <a:lnTo>
                    <a:pt x="165614" y="1375778"/>
                  </a:lnTo>
                  <a:lnTo>
                    <a:pt x="57425" y="1318010"/>
                  </a:lnTo>
                  <a:lnTo>
                    <a:pt x="16714" y="1203377"/>
                  </a:lnTo>
                  <a:lnTo>
                    <a:pt x="48286" y="1080266"/>
                  </a:lnTo>
                  <a:lnTo>
                    <a:pt x="52341" y="1013601"/>
                  </a:lnTo>
                  <a:lnTo>
                    <a:pt x="31064" y="997014"/>
                  </a:lnTo>
                  <a:lnTo>
                    <a:pt x="0" y="939373"/>
                  </a:lnTo>
                  <a:lnTo>
                    <a:pt x="394" y="884732"/>
                  </a:lnTo>
                  <a:lnTo>
                    <a:pt x="57819" y="904852"/>
                  </a:lnTo>
                  <a:lnTo>
                    <a:pt x="106626" y="896768"/>
                  </a:lnTo>
                  <a:lnTo>
                    <a:pt x="109626" y="830370"/>
                  </a:lnTo>
                  <a:lnTo>
                    <a:pt x="77914" y="706980"/>
                  </a:lnTo>
                  <a:lnTo>
                    <a:pt x="96305" y="673654"/>
                  </a:lnTo>
                  <a:lnTo>
                    <a:pt x="184273" y="645284"/>
                  </a:lnTo>
                  <a:lnTo>
                    <a:pt x="168347" y="592753"/>
                  </a:lnTo>
                  <a:lnTo>
                    <a:pt x="162348" y="568044"/>
                  </a:lnTo>
                  <a:lnTo>
                    <a:pt x="171219" y="467913"/>
                  </a:lnTo>
                  <a:lnTo>
                    <a:pt x="213112" y="427406"/>
                  </a:lnTo>
                  <a:lnTo>
                    <a:pt x="194059" y="402964"/>
                  </a:lnTo>
                  <a:lnTo>
                    <a:pt x="138846" y="400473"/>
                  </a:lnTo>
                  <a:lnTo>
                    <a:pt x="130636" y="336045"/>
                  </a:lnTo>
                  <a:lnTo>
                    <a:pt x="154658" y="317615"/>
                  </a:lnTo>
                  <a:lnTo>
                    <a:pt x="143943" y="285331"/>
                  </a:lnTo>
                  <a:lnTo>
                    <a:pt x="112117" y="271210"/>
                  </a:lnTo>
                  <a:lnTo>
                    <a:pt x="123708" y="248345"/>
                  </a:lnTo>
                  <a:lnTo>
                    <a:pt x="151518" y="221679"/>
                  </a:lnTo>
                  <a:lnTo>
                    <a:pt x="177612" y="210036"/>
                  </a:lnTo>
                  <a:lnTo>
                    <a:pt x="209846" y="213048"/>
                  </a:lnTo>
                  <a:lnTo>
                    <a:pt x="285408" y="180625"/>
                  </a:lnTo>
                  <a:lnTo>
                    <a:pt x="284111" y="146396"/>
                  </a:lnTo>
                  <a:lnTo>
                    <a:pt x="311502" y="134245"/>
                  </a:lnTo>
                  <a:lnTo>
                    <a:pt x="309163" y="108609"/>
                  </a:lnTo>
                  <a:lnTo>
                    <a:pt x="306024" y="75016"/>
                  </a:lnTo>
                  <a:lnTo>
                    <a:pt x="344802" y="25878"/>
                  </a:lnTo>
                  <a:lnTo>
                    <a:pt x="344523" y="12939"/>
                  </a:lnTo>
                  <a:lnTo>
                    <a:pt x="366448" y="1182"/>
                  </a:lnTo>
                  <a:lnTo>
                    <a:pt x="378840" y="0"/>
                  </a:lnTo>
                  <a:lnTo>
                    <a:pt x="388640" y="5224"/>
                  </a:lnTo>
                  <a:lnTo>
                    <a:pt x="390470" y="14769"/>
                  </a:lnTo>
                  <a:lnTo>
                    <a:pt x="380810" y="38042"/>
                  </a:lnTo>
                  <a:lnTo>
                    <a:pt x="386937" y="62865"/>
                  </a:lnTo>
                  <a:lnTo>
                    <a:pt x="385373" y="77520"/>
                  </a:lnTo>
                  <a:lnTo>
                    <a:pt x="375460" y="97894"/>
                  </a:lnTo>
                  <a:lnTo>
                    <a:pt x="367630" y="132529"/>
                  </a:lnTo>
                  <a:lnTo>
                    <a:pt x="358224" y="169389"/>
                  </a:lnTo>
                  <a:lnTo>
                    <a:pt x="377150" y="192521"/>
                  </a:lnTo>
                  <a:lnTo>
                    <a:pt x="392809" y="204037"/>
                  </a:lnTo>
                  <a:lnTo>
                    <a:pt x="391373" y="210303"/>
                  </a:lnTo>
                  <a:lnTo>
                    <a:pt x="385246" y="233321"/>
                  </a:lnTo>
                  <a:lnTo>
                    <a:pt x="388640" y="275379"/>
                  </a:lnTo>
                  <a:lnTo>
                    <a:pt x="401439" y="293568"/>
                  </a:lnTo>
                  <a:lnTo>
                    <a:pt x="411340" y="294216"/>
                  </a:lnTo>
                  <a:lnTo>
                    <a:pt x="411849" y="282586"/>
                  </a:lnTo>
                  <a:lnTo>
                    <a:pt x="426618" y="265847"/>
                  </a:lnTo>
                  <a:lnTo>
                    <a:pt x="449840" y="253175"/>
                  </a:lnTo>
                  <a:lnTo>
                    <a:pt x="449052" y="237757"/>
                  </a:lnTo>
                  <a:lnTo>
                    <a:pt x="443180" y="229508"/>
                  </a:lnTo>
                  <a:lnTo>
                    <a:pt x="446700" y="215794"/>
                  </a:lnTo>
                  <a:lnTo>
                    <a:pt x="443180" y="204545"/>
                  </a:lnTo>
                  <a:lnTo>
                    <a:pt x="424902" y="186382"/>
                  </a:lnTo>
                  <a:lnTo>
                    <a:pt x="419564" y="170965"/>
                  </a:lnTo>
                  <a:lnTo>
                    <a:pt x="439265" y="121420"/>
                  </a:lnTo>
                  <a:lnTo>
                    <a:pt x="438489" y="105609"/>
                  </a:lnTo>
                  <a:lnTo>
                    <a:pt x="473061" y="112663"/>
                  </a:lnTo>
                  <a:lnTo>
                    <a:pt x="569112" y="132148"/>
                  </a:lnTo>
                  <a:lnTo>
                    <a:pt x="577857" y="144299"/>
                  </a:lnTo>
                  <a:lnTo>
                    <a:pt x="621974" y="212006"/>
                  </a:lnTo>
                  <a:lnTo>
                    <a:pt x="662685" y="175935"/>
                  </a:lnTo>
                  <a:lnTo>
                    <a:pt x="747258" y="132923"/>
                  </a:lnTo>
                  <a:lnTo>
                    <a:pt x="790715" y="164038"/>
                  </a:lnTo>
                  <a:lnTo>
                    <a:pt x="828413" y="131754"/>
                  </a:lnTo>
                  <a:lnTo>
                    <a:pt x="861574" y="148226"/>
                  </a:lnTo>
                  <a:lnTo>
                    <a:pt x="863785" y="187704"/>
                  </a:lnTo>
                  <a:lnTo>
                    <a:pt x="907496" y="215794"/>
                  </a:lnTo>
                  <a:lnTo>
                    <a:pt x="905945" y="279574"/>
                  </a:lnTo>
                  <a:lnTo>
                    <a:pt x="911283" y="294610"/>
                  </a:lnTo>
                  <a:lnTo>
                    <a:pt x="984113" y="242714"/>
                  </a:lnTo>
                  <a:lnTo>
                    <a:pt x="1083799" y="191225"/>
                  </a:lnTo>
                  <a:lnTo>
                    <a:pt x="1108991" y="228733"/>
                  </a:lnTo>
                  <a:lnTo>
                    <a:pt x="1121777" y="247569"/>
                  </a:lnTo>
                  <a:lnTo>
                    <a:pt x="1122171" y="253175"/>
                  </a:lnTo>
                  <a:lnTo>
                    <a:pt x="1128438" y="323106"/>
                  </a:lnTo>
                  <a:lnTo>
                    <a:pt x="957104" y="425703"/>
                  </a:lnTo>
                  <a:lnTo>
                    <a:pt x="978622" y="463350"/>
                  </a:lnTo>
                  <a:lnTo>
                    <a:pt x="971708" y="507925"/>
                  </a:lnTo>
                  <a:lnTo>
                    <a:pt x="909212" y="565159"/>
                  </a:lnTo>
                  <a:lnTo>
                    <a:pt x="873051" y="571959"/>
                  </a:lnTo>
                  <a:lnTo>
                    <a:pt x="869924" y="594177"/>
                  </a:lnTo>
                  <a:lnTo>
                    <a:pt x="884414" y="648551"/>
                  </a:lnTo>
                  <a:lnTo>
                    <a:pt x="854914" y="659914"/>
                  </a:lnTo>
                  <a:lnTo>
                    <a:pt x="843818" y="740052"/>
                  </a:lnTo>
                  <a:lnTo>
                    <a:pt x="780928" y="767887"/>
                  </a:lnTo>
                  <a:lnTo>
                    <a:pt x="751300" y="715203"/>
                  </a:lnTo>
                  <a:lnTo>
                    <a:pt x="710055" y="746712"/>
                  </a:lnTo>
                  <a:lnTo>
                    <a:pt x="701578" y="807492"/>
                  </a:lnTo>
                  <a:lnTo>
                    <a:pt x="632663" y="857811"/>
                  </a:lnTo>
                  <a:lnTo>
                    <a:pt x="598867" y="849969"/>
                  </a:lnTo>
                  <a:lnTo>
                    <a:pt x="558410" y="879635"/>
                  </a:lnTo>
                  <a:lnTo>
                    <a:pt x="561422" y="925125"/>
                  </a:lnTo>
                  <a:close/>
                </a:path>
              </a:pathLst>
            </a:custGeom>
            <a:solidFill>
              <a:srgbClr val="FFFFFF"/>
            </a:solidFill>
            <a:ln w="12700" cap="flat">
              <a:noFill/>
              <a:prstDash val="solid"/>
              <a:miter/>
            </a:ln>
          </p:spPr>
          <p:txBody>
            <a:bodyPr rtlCol="0" anchor="ctr"/>
            <a:lstStyle/>
            <a:p>
              <a:endParaRPr lang="de-CH"/>
            </a:p>
          </p:txBody>
        </p:sp>
        <p:sp>
          <p:nvSpPr>
            <p:cNvPr id="89" name="Freihandform: Form 88">
              <a:extLst>
                <a:ext uri="{FF2B5EF4-FFF2-40B4-BE49-F238E27FC236}">
                  <a16:creationId xmlns:a16="http://schemas.microsoft.com/office/drawing/2014/main" id="{A6D2C1AC-8EB4-A5B8-0BAA-DD729941BF22}"/>
                </a:ext>
              </a:extLst>
            </p:cNvPr>
            <p:cNvSpPr/>
            <p:nvPr/>
          </p:nvSpPr>
          <p:spPr>
            <a:xfrm>
              <a:off x="6497701" y="2930443"/>
              <a:ext cx="1128437" cy="1375777"/>
            </a:xfrm>
            <a:custGeom>
              <a:avLst/>
              <a:gdLst>
                <a:gd name="connsiteX0" fmla="*/ 561422 w 1128437"/>
                <a:gd name="connsiteY0" fmla="*/ 925125 h 1375777"/>
                <a:gd name="connsiteX1" fmla="*/ 572252 w 1128437"/>
                <a:gd name="connsiteY1" fmla="*/ 962493 h 1375777"/>
                <a:gd name="connsiteX2" fmla="*/ 523965 w 1128437"/>
                <a:gd name="connsiteY2" fmla="*/ 1005771 h 1375777"/>
                <a:gd name="connsiteX3" fmla="*/ 518220 w 1128437"/>
                <a:gd name="connsiteY3" fmla="*/ 1048897 h 1375777"/>
                <a:gd name="connsiteX4" fmla="*/ 574730 w 1128437"/>
                <a:gd name="connsiteY4" fmla="*/ 1106398 h 1375777"/>
                <a:gd name="connsiteX5" fmla="*/ 575518 w 1128437"/>
                <a:gd name="connsiteY5" fmla="*/ 1212922 h 1375777"/>
                <a:gd name="connsiteX6" fmla="*/ 547200 w 1128437"/>
                <a:gd name="connsiteY6" fmla="*/ 1223776 h 1375777"/>
                <a:gd name="connsiteX7" fmla="*/ 499041 w 1128437"/>
                <a:gd name="connsiteY7" fmla="*/ 1262339 h 1375777"/>
                <a:gd name="connsiteX8" fmla="*/ 447361 w 1128437"/>
                <a:gd name="connsiteY8" fmla="*/ 1223128 h 1375777"/>
                <a:gd name="connsiteX9" fmla="*/ 397499 w 1128437"/>
                <a:gd name="connsiteY9" fmla="*/ 1239067 h 1375777"/>
                <a:gd name="connsiteX10" fmla="*/ 360576 w 1128437"/>
                <a:gd name="connsiteY10" fmla="*/ 1206008 h 1375777"/>
                <a:gd name="connsiteX11" fmla="*/ 283577 w 1128437"/>
                <a:gd name="connsiteY11" fmla="*/ 1192535 h 1375777"/>
                <a:gd name="connsiteX12" fmla="*/ 252908 w 1128437"/>
                <a:gd name="connsiteY12" fmla="*/ 1226522 h 1375777"/>
                <a:gd name="connsiteX13" fmla="*/ 243388 w 1128437"/>
                <a:gd name="connsiteY13" fmla="*/ 1299847 h 1375777"/>
                <a:gd name="connsiteX14" fmla="*/ 251217 w 1128437"/>
                <a:gd name="connsiteY14" fmla="*/ 1340888 h 1375777"/>
                <a:gd name="connsiteX15" fmla="*/ 180358 w 1128437"/>
                <a:gd name="connsiteY15" fmla="*/ 1357094 h 1375777"/>
                <a:gd name="connsiteX16" fmla="*/ 165614 w 1128437"/>
                <a:gd name="connsiteY16" fmla="*/ 1375778 h 1375777"/>
                <a:gd name="connsiteX17" fmla="*/ 57425 w 1128437"/>
                <a:gd name="connsiteY17" fmla="*/ 1318010 h 1375777"/>
                <a:gd name="connsiteX18" fmla="*/ 16714 w 1128437"/>
                <a:gd name="connsiteY18" fmla="*/ 1203377 h 1375777"/>
                <a:gd name="connsiteX19" fmla="*/ 48286 w 1128437"/>
                <a:gd name="connsiteY19" fmla="*/ 1080266 h 1375777"/>
                <a:gd name="connsiteX20" fmla="*/ 52341 w 1128437"/>
                <a:gd name="connsiteY20" fmla="*/ 1013601 h 1375777"/>
                <a:gd name="connsiteX21" fmla="*/ 31064 w 1128437"/>
                <a:gd name="connsiteY21" fmla="*/ 997014 h 1375777"/>
                <a:gd name="connsiteX22" fmla="*/ 0 w 1128437"/>
                <a:gd name="connsiteY22" fmla="*/ 939373 h 1375777"/>
                <a:gd name="connsiteX23" fmla="*/ 394 w 1128437"/>
                <a:gd name="connsiteY23" fmla="*/ 884732 h 1375777"/>
                <a:gd name="connsiteX24" fmla="*/ 57819 w 1128437"/>
                <a:gd name="connsiteY24" fmla="*/ 904852 h 1375777"/>
                <a:gd name="connsiteX25" fmla="*/ 106626 w 1128437"/>
                <a:gd name="connsiteY25" fmla="*/ 896768 h 1375777"/>
                <a:gd name="connsiteX26" fmla="*/ 109626 w 1128437"/>
                <a:gd name="connsiteY26" fmla="*/ 830370 h 1375777"/>
                <a:gd name="connsiteX27" fmla="*/ 77914 w 1128437"/>
                <a:gd name="connsiteY27" fmla="*/ 706980 h 1375777"/>
                <a:gd name="connsiteX28" fmla="*/ 96305 w 1128437"/>
                <a:gd name="connsiteY28" fmla="*/ 673654 h 1375777"/>
                <a:gd name="connsiteX29" fmla="*/ 184273 w 1128437"/>
                <a:gd name="connsiteY29" fmla="*/ 645284 h 1375777"/>
                <a:gd name="connsiteX30" fmla="*/ 168347 w 1128437"/>
                <a:gd name="connsiteY30" fmla="*/ 592753 h 1375777"/>
                <a:gd name="connsiteX31" fmla="*/ 162348 w 1128437"/>
                <a:gd name="connsiteY31" fmla="*/ 568044 h 1375777"/>
                <a:gd name="connsiteX32" fmla="*/ 171219 w 1128437"/>
                <a:gd name="connsiteY32" fmla="*/ 467913 h 1375777"/>
                <a:gd name="connsiteX33" fmla="*/ 213112 w 1128437"/>
                <a:gd name="connsiteY33" fmla="*/ 427406 h 1375777"/>
                <a:gd name="connsiteX34" fmla="*/ 194059 w 1128437"/>
                <a:gd name="connsiteY34" fmla="*/ 402964 h 1375777"/>
                <a:gd name="connsiteX35" fmla="*/ 138846 w 1128437"/>
                <a:gd name="connsiteY35" fmla="*/ 400473 h 1375777"/>
                <a:gd name="connsiteX36" fmla="*/ 130636 w 1128437"/>
                <a:gd name="connsiteY36" fmla="*/ 336045 h 1375777"/>
                <a:gd name="connsiteX37" fmla="*/ 154658 w 1128437"/>
                <a:gd name="connsiteY37" fmla="*/ 317615 h 1375777"/>
                <a:gd name="connsiteX38" fmla="*/ 143943 w 1128437"/>
                <a:gd name="connsiteY38" fmla="*/ 285331 h 1375777"/>
                <a:gd name="connsiteX39" fmla="*/ 112117 w 1128437"/>
                <a:gd name="connsiteY39" fmla="*/ 271210 h 1375777"/>
                <a:gd name="connsiteX40" fmla="*/ 123708 w 1128437"/>
                <a:gd name="connsiteY40" fmla="*/ 248345 h 1375777"/>
                <a:gd name="connsiteX41" fmla="*/ 151518 w 1128437"/>
                <a:gd name="connsiteY41" fmla="*/ 221679 h 1375777"/>
                <a:gd name="connsiteX42" fmla="*/ 177612 w 1128437"/>
                <a:gd name="connsiteY42" fmla="*/ 210036 h 1375777"/>
                <a:gd name="connsiteX43" fmla="*/ 209846 w 1128437"/>
                <a:gd name="connsiteY43" fmla="*/ 213048 h 1375777"/>
                <a:gd name="connsiteX44" fmla="*/ 285408 w 1128437"/>
                <a:gd name="connsiteY44" fmla="*/ 180625 h 1375777"/>
                <a:gd name="connsiteX45" fmla="*/ 284111 w 1128437"/>
                <a:gd name="connsiteY45" fmla="*/ 146396 h 1375777"/>
                <a:gd name="connsiteX46" fmla="*/ 311502 w 1128437"/>
                <a:gd name="connsiteY46" fmla="*/ 134245 h 1375777"/>
                <a:gd name="connsiteX47" fmla="*/ 309163 w 1128437"/>
                <a:gd name="connsiteY47" fmla="*/ 108609 h 1375777"/>
                <a:gd name="connsiteX48" fmla="*/ 306024 w 1128437"/>
                <a:gd name="connsiteY48" fmla="*/ 75016 h 1375777"/>
                <a:gd name="connsiteX49" fmla="*/ 344802 w 1128437"/>
                <a:gd name="connsiteY49" fmla="*/ 25878 h 1375777"/>
                <a:gd name="connsiteX50" fmla="*/ 344523 w 1128437"/>
                <a:gd name="connsiteY50" fmla="*/ 12939 h 1375777"/>
                <a:gd name="connsiteX51" fmla="*/ 366448 w 1128437"/>
                <a:gd name="connsiteY51" fmla="*/ 1182 h 1375777"/>
                <a:gd name="connsiteX52" fmla="*/ 378840 w 1128437"/>
                <a:gd name="connsiteY52" fmla="*/ 0 h 1375777"/>
                <a:gd name="connsiteX53" fmla="*/ 388640 w 1128437"/>
                <a:gd name="connsiteY53" fmla="*/ 5224 h 1375777"/>
                <a:gd name="connsiteX54" fmla="*/ 390470 w 1128437"/>
                <a:gd name="connsiteY54" fmla="*/ 14769 h 1375777"/>
                <a:gd name="connsiteX55" fmla="*/ 380810 w 1128437"/>
                <a:gd name="connsiteY55" fmla="*/ 38042 h 1375777"/>
                <a:gd name="connsiteX56" fmla="*/ 386937 w 1128437"/>
                <a:gd name="connsiteY56" fmla="*/ 62865 h 1375777"/>
                <a:gd name="connsiteX57" fmla="*/ 385373 w 1128437"/>
                <a:gd name="connsiteY57" fmla="*/ 77520 h 1375777"/>
                <a:gd name="connsiteX58" fmla="*/ 375460 w 1128437"/>
                <a:gd name="connsiteY58" fmla="*/ 97894 h 1375777"/>
                <a:gd name="connsiteX59" fmla="*/ 367630 w 1128437"/>
                <a:gd name="connsiteY59" fmla="*/ 132529 h 1375777"/>
                <a:gd name="connsiteX60" fmla="*/ 358224 w 1128437"/>
                <a:gd name="connsiteY60" fmla="*/ 169389 h 1375777"/>
                <a:gd name="connsiteX61" fmla="*/ 377150 w 1128437"/>
                <a:gd name="connsiteY61" fmla="*/ 192521 h 1375777"/>
                <a:gd name="connsiteX62" fmla="*/ 392809 w 1128437"/>
                <a:gd name="connsiteY62" fmla="*/ 204037 h 1375777"/>
                <a:gd name="connsiteX63" fmla="*/ 391373 w 1128437"/>
                <a:gd name="connsiteY63" fmla="*/ 210303 h 1375777"/>
                <a:gd name="connsiteX64" fmla="*/ 385246 w 1128437"/>
                <a:gd name="connsiteY64" fmla="*/ 233321 h 1375777"/>
                <a:gd name="connsiteX65" fmla="*/ 388640 w 1128437"/>
                <a:gd name="connsiteY65" fmla="*/ 275379 h 1375777"/>
                <a:gd name="connsiteX66" fmla="*/ 401439 w 1128437"/>
                <a:gd name="connsiteY66" fmla="*/ 293568 h 1375777"/>
                <a:gd name="connsiteX67" fmla="*/ 411340 w 1128437"/>
                <a:gd name="connsiteY67" fmla="*/ 294216 h 1375777"/>
                <a:gd name="connsiteX68" fmla="*/ 411849 w 1128437"/>
                <a:gd name="connsiteY68" fmla="*/ 282586 h 1375777"/>
                <a:gd name="connsiteX69" fmla="*/ 426618 w 1128437"/>
                <a:gd name="connsiteY69" fmla="*/ 265847 h 1375777"/>
                <a:gd name="connsiteX70" fmla="*/ 449840 w 1128437"/>
                <a:gd name="connsiteY70" fmla="*/ 253175 h 1375777"/>
                <a:gd name="connsiteX71" fmla="*/ 449052 w 1128437"/>
                <a:gd name="connsiteY71" fmla="*/ 237757 h 1375777"/>
                <a:gd name="connsiteX72" fmla="*/ 443180 w 1128437"/>
                <a:gd name="connsiteY72" fmla="*/ 229508 h 1375777"/>
                <a:gd name="connsiteX73" fmla="*/ 446700 w 1128437"/>
                <a:gd name="connsiteY73" fmla="*/ 215794 h 1375777"/>
                <a:gd name="connsiteX74" fmla="*/ 443180 w 1128437"/>
                <a:gd name="connsiteY74" fmla="*/ 204545 h 1375777"/>
                <a:gd name="connsiteX75" fmla="*/ 424902 w 1128437"/>
                <a:gd name="connsiteY75" fmla="*/ 186382 h 1375777"/>
                <a:gd name="connsiteX76" fmla="*/ 419564 w 1128437"/>
                <a:gd name="connsiteY76" fmla="*/ 170965 h 1375777"/>
                <a:gd name="connsiteX77" fmla="*/ 439265 w 1128437"/>
                <a:gd name="connsiteY77" fmla="*/ 121420 h 1375777"/>
                <a:gd name="connsiteX78" fmla="*/ 438489 w 1128437"/>
                <a:gd name="connsiteY78" fmla="*/ 105609 h 1375777"/>
                <a:gd name="connsiteX79" fmla="*/ 473061 w 1128437"/>
                <a:gd name="connsiteY79" fmla="*/ 112663 h 1375777"/>
                <a:gd name="connsiteX80" fmla="*/ 569112 w 1128437"/>
                <a:gd name="connsiteY80" fmla="*/ 132148 h 1375777"/>
                <a:gd name="connsiteX81" fmla="*/ 577857 w 1128437"/>
                <a:gd name="connsiteY81" fmla="*/ 144299 h 1375777"/>
                <a:gd name="connsiteX82" fmla="*/ 621974 w 1128437"/>
                <a:gd name="connsiteY82" fmla="*/ 212006 h 1375777"/>
                <a:gd name="connsiteX83" fmla="*/ 662685 w 1128437"/>
                <a:gd name="connsiteY83" fmla="*/ 175935 h 1375777"/>
                <a:gd name="connsiteX84" fmla="*/ 747258 w 1128437"/>
                <a:gd name="connsiteY84" fmla="*/ 132923 h 1375777"/>
                <a:gd name="connsiteX85" fmla="*/ 790715 w 1128437"/>
                <a:gd name="connsiteY85" fmla="*/ 164038 h 1375777"/>
                <a:gd name="connsiteX86" fmla="*/ 828413 w 1128437"/>
                <a:gd name="connsiteY86" fmla="*/ 131754 h 1375777"/>
                <a:gd name="connsiteX87" fmla="*/ 861574 w 1128437"/>
                <a:gd name="connsiteY87" fmla="*/ 148226 h 1375777"/>
                <a:gd name="connsiteX88" fmla="*/ 863785 w 1128437"/>
                <a:gd name="connsiteY88" fmla="*/ 187704 h 1375777"/>
                <a:gd name="connsiteX89" fmla="*/ 907496 w 1128437"/>
                <a:gd name="connsiteY89" fmla="*/ 215794 h 1375777"/>
                <a:gd name="connsiteX90" fmla="*/ 905945 w 1128437"/>
                <a:gd name="connsiteY90" fmla="*/ 279574 h 1375777"/>
                <a:gd name="connsiteX91" fmla="*/ 911283 w 1128437"/>
                <a:gd name="connsiteY91" fmla="*/ 294610 h 1375777"/>
                <a:gd name="connsiteX92" fmla="*/ 984113 w 1128437"/>
                <a:gd name="connsiteY92" fmla="*/ 242714 h 1375777"/>
                <a:gd name="connsiteX93" fmla="*/ 1083799 w 1128437"/>
                <a:gd name="connsiteY93" fmla="*/ 191225 h 1375777"/>
                <a:gd name="connsiteX94" fmla="*/ 1108991 w 1128437"/>
                <a:gd name="connsiteY94" fmla="*/ 228733 h 1375777"/>
                <a:gd name="connsiteX95" fmla="*/ 1121777 w 1128437"/>
                <a:gd name="connsiteY95" fmla="*/ 247569 h 1375777"/>
                <a:gd name="connsiteX96" fmla="*/ 1122171 w 1128437"/>
                <a:gd name="connsiteY96" fmla="*/ 253175 h 1375777"/>
                <a:gd name="connsiteX97" fmla="*/ 1128438 w 1128437"/>
                <a:gd name="connsiteY97" fmla="*/ 323106 h 1375777"/>
                <a:gd name="connsiteX98" fmla="*/ 957104 w 1128437"/>
                <a:gd name="connsiteY98" fmla="*/ 425703 h 1375777"/>
                <a:gd name="connsiteX99" fmla="*/ 978622 w 1128437"/>
                <a:gd name="connsiteY99" fmla="*/ 463350 h 1375777"/>
                <a:gd name="connsiteX100" fmla="*/ 971708 w 1128437"/>
                <a:gd name="connsiteY100" fmla="*/ 507925 h 1375777"/>
                <a:gd name="connsiteX101" fmla="*/ 909212 w 1128437"/>
                <a:gd name="connsiteY101" fmla="*/ 565159 h 1375777"/>
                <a:gd name="connsiteX102" fmla="*/ 873051 w 1128437"/>
                <a:gd name="connsiteY102" fmla="*/ 571959 h 1375777"/>
                <a:gd name="connsiteX103" fmla="*/ 869924 w 1128437"/>
                <a:gd name="connsiteY103" fmla="*/ 594177 h 1375777"/>
                <a:gd name="connsiteX104" fmla="*/ 884414 w 1128437"/>
                <a:gd name="connsiteY104" fmla="*/ 648551 h 1375777"/>
                <a:gd name="connsiteX105" fmla="*/ 854914 w 1128437"/>
                <a:gd name="connsiteY105" fmla="*/ 659914 h 1375777"/>
                <a:gd name="connsiteX106" fmla="*/ 843818 w 1128437"/>
                <a:gd name="connsiteY106" fmla="*/ 740052 h 1375777"/>
                <a:gd name="connsiteX107" fmla="*/ 780928 w 1128437"/>
                <a:gd name="connsiteY107" fmla="*/ 767887 h 1375777"/>
                <a:gd name="connsiteX108" fmla="*/ 751300 w 1128437"/>
                <a:gd name="connsiteY108" fmla="*/ 715203 h 1375777"/>
                <a:gd name="connsiteX109" fmla="*/ 710055 w 1128437"/>
                <a:gd name="connsiteY109" fmla="*/ 746712 h 1375777"/>
                <a:gd name="connsiteX110" fmla="*/ 701578 w 1128437"/>
                <a:gd name="connsiteY110" fmla="*/ 807492 h 1375777"/>
                <a:gd name="connsiteX111" fmla="*/ 632663 w 1128437"/>
                <a:gd name="connsiteY111" fmla="*/ 857811 h 1375777"/>
                <a:gd name="connsiteX112" fmla="*/ 598867 w 1128437"/>
                <a:gd name="connsiteY112" fmla="*/ 849969 h 1375777"/>
                <a:gd name="connsiteX113" fmla="*/ 558410 w 1128437"/>
                <a:gd name="connsiteY113" fmla="*/ 879635 h 1375777"/>
                <a:gd name="connsiteX114" fmla="*/ 561422 w 1128437"/>
                <a:gd name="connsiteY114" fmla="*/ 925125 h 1375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1128437" h="1375777">
                  <a:moveTo>
                    <a:pt x="561422" y="925125"/>
                  </a:moveTo>
                  <a:lnTo>
                    <a:pt x="572252" y="962493"/>
                  </a:lnTo>
                  <a:lnTo>
                    <a:pt x="523965" y="1005771"/>
                  </a:lnTo>
                  <a:lnTo>
                    <a:pt x="518220" y="1048897"/>
                  </a:lnTo>
                  <a:lnTo>
                    <a:pt x="574730" y="1106398"/>
                  </a:lnTo>
                  <a:lnTo>
                    <a:pt x="575518" y="1212922"/>
                  </a:lnTo>
                  <a:lnTo>
                    <a:pt x="547200" y="1223776"/>
                  </a:lnTo>
                  <a:lnTo>
                    <a:pt x="499041" y="1262339"/>
                  </a:lnTo>
                  <a:lnTo>
                    <a:pt x="447361" y="1223128"/>
                  </a:lnTo>
                  <a:lnTo>
                    <a:pt x="397499" y="1239067"/>
                  </a:lnTo>
                  <a:lnTo>
                    <a:pt x="360576" y="1206008"/>
                  </a:lnTo>
                  <a:lnTo>
                    <a:pt x="283577" y="1192535"/>
                  </a:lnTo>
                  <a:lnTo>
                    <a:pt x="252908" y="1226522"/>
                  </a:lnTo>
                  <a:lnTo>
                    <a:pt x="243388" y="1299847"/>
                  </a:lnTo>
                  <a:lnTo>
                    <a:pt x="251217" y="1340888"/>
                  </a:lnTo>
                  <a:lnTo>
                    <a:pt x="180358" y="1357094"/>
                  </a:lnTo>
                  <a:lnTo>
                    <a:pt x="165614" y="1375778"/>
                  </a:lnTo>
                  <a:lnTo>
                    <a:pt x="57425" y="1318010"/>
                  </a:lnTo>
                  <a:lnTo>
                    <a:pt x="16714" y="1203377"/>
                  </a:lnTo>
                  <a:lnTo>
                    <a:pt x="48286" y="1080266"/>
                  </a:lnTo>
                  <a:lnTo>
                    <a:pt x="52341" y="1013601"/>
                  </a:lnTo>
                  <a:lnTo>
                    <a:pt x="31064" y="997014"/>
                  </a:lnTo>
                  <a:lnTo>
                    <a:pt x="0" y="939373"/>
                  </a:lnTo>
                  <a:lnTo>
                    <a:pt x="394" y="884732"/>
                  </a:lnTo>
                  <a:lnTo>
                    <a:pt x="57819" y="904852"/>
                  </a:lnTo>
                  <a:lnTo>
                    <a:pt x="106626" y="896768"/>
                  </a:lnTo>
                  <a:lnTo>
                    <a:pt x="109626" y="830370"/>
                  </a:lnTo>
                  <a:lnTo>
                    <a:pt x="77914" y="706980"/>
                  </a:lnTo>
                  <a:lnTo>
                    <a:pt x="96305" y="673654"/>
                  </a:lnTo>
                  <a:lnTo>
                    <a:pt x="184273" y="645284"/>
                  </a:lnTo>
                  <a:lnTo>
                    <a:pt x="168347" y="592753"/>
                  </a:lnTo>
                  <a:lnTo>
                    <a:pt x="162348" y="568044"/>
                  </a:lnTo>
                  <a:lnTo>
                    <a:pt x="171219" y="467913"/>
                  </a:lnTo>
                  <a:lnTo>
                    <a:pt x="213112" y="427406"/>
                  </a:lnTo>
                  <a:lnTo>
                    <a:pt x="194059" y="402964"/>
                  </a:lnTo>
                  <a:lnTo>
                    <a:pt x="138846" y="400473"/>
                  </a:lnTo>
                  <a:lnTo>
                    <a:pt x="130636" y="336045"/>
                  </a:lnTo>
                  <a:lnTo>
                    <a:pt x="154658" y="317615"/>
                  </a:lnTo>
                  <a:lnTo>
                    <a:pt x="143943" y="285331"/>
                  </a:lnTo>
                  <a:lnTo>
                    <a:pt x="112117" y="271210"/>
                  </a:lnTo>
                  <a:lnTo>
                    <a:pt x="123708" y="248345"/>
                  </a:lnTo>
                  <a:lnTo>
                    <a:pt x="151518" y="221679"/>
                  </a:lnTo>
                  <a:lnTo>
                    <a:pt x="177612" y="210036"/>
                  </a:lnTo>
                  <a:lnTo>
                    <a:pt x="209846" y="213048"/>
                  </a:lnTo>
                  <a:lnTo>
                    <a:pt x="285408" y="180625"/>
                  </a:lnTo>
                  <a:lnTo>
                    <a:pt x="284111" y="146396"/>
                  </a:lnTo>
                  <a:lnTo>
                    <a:pt x="311502" y="134245"/>
                  </a:lnTo>
                  <a:lnTo>
                    <a:pt x="309163" y="108609"/>
                  </a:lnTo>
                  <a:lnTo>
                    <a:pt x="306024" y="75016"/>
                  </a:lnTo>
                  <a:lnTo>
                    <a:pt x="344802" y="25878"/>
                  </a:lnTo>
                  <a:lnTo>
                    <a:pt x="344523" y="12939"/>
                  </a:lnTo>
                  <a:lnTo>
                    <a:pt x="366448" y="1182"/>
                  </a:lnTo>
                  <a:lnTo>
                    <a:pt x="378840" y="0"/>
                  </a:lnTo>
                  <a:lnTo>
                    <a:pt x="388640" y="5224"/>
                  </a:lnTo>
                  <a:lnTo>
                    <a:pt x="390470" y="14769"/>
                  </a:lnTo>
                  <a:lnTo>
                    <a:pt x="380810" y="38042"/>
                  </a:lnTo>
                  <a:lnTo>
                    <a:pt x="386937" y="62865"/>
                  </a:lnTo>
                  <a:lnTo>
                    <a:pt x="385373" y="77520"/>
                  </a:lnTo>
                  <a:lnTo>
                    <a:pt x="375460" y="97894"/>
                  </a:lnTo>
                  <a:lnTo>
                    <a:pt x="367630" y="132529"/>
                  </a:lnTo>
                  <a:lnTo>
                    <a:pt x="358224" y="169389"/>
                  </a:lnTo>
                  <a:lnTo>
                    <a:pt x="377150" y="192521"/>
                  </a:lnTo>
                  <a:lnTo>
                    <a:pt x="392809" y="204037"/>
                  </a:lnTo>
                  <a:lnTo>
                    <a:pt x="391373" y="210303"/>
                  </a:lnTo>
                  <a:lnTo>
                    <a:pt x="385246" y="233321"/>
                  </a:lnTo>
                  <a:lnTo>
                    <a:pt x="388640" y="275379"/>
                  </a:lnTo>
                  <a:lnTo>
                    <a:pt x="401439" y="293568"/>
                  </a:lnTo>
                  <a:lnTo>
                    <a:pt x="411340" y="294216"/>
                  </a:lnTo>
                  <a:lnTo>
                    <a:pt x="411849" y="282586"/>
                  </a:lnTo>
                  <a:lnTo>
                    <a:pt x="426618" y="265847"/>
                  </a:lnTo>
                  <a:lnTo>
                    <a:pt x="449840" y="253175"/>
                  </a:lnTo>
                  <a:lnTo>
                    <a:pt x="449052" y="237757"/>
                  </a:lnTo>
                  <a:lnTo>
                    <a:pt x="443180" y="229508"/>
                  </a:lnTo>
                  <a:lnTo>
                    <a:pt x="446700" y="215794"/>
                  </a:lnTo>
                  <a:lnTo>
                    <a:pt x="443180" y="204545"/>
                  </a:lnTo>
                  <a:lnTo>
                    <a:pt x="424902" y="186382"/>
                  </a:lnTo>
                  <a:lnTo>
                    <a:pt x="419564" y="170965"/>
                  </a:lnTo>
                  <a:lnTo>
                    <a:pt x="439265" y="121420"/>
                  </a:lnTo>
                  <a:lnTo>
                    <a:pt x="438489" y="105609"/>
                  </a:lnTo>
                  <a:lnTo>
                    <a:pt x="473061" y="112663"/>
                  </a:lnTo>
                  <a:lnTo>
                    <a:pt x="569112" y="132148"/>
                  </a:lnTo>
                  <a:lnTo>
                    <a:pt x="577857" y="144299"/>
                  </a:lnTo>
                  <a:lnTo>
                    <a:pt x="621974" y="212006"/>
                  </a:lnTo>
                  <a:lnTo>
                    <a:pt x="662685" y="175935"/>
                  </a:lnTo>
                  <a:lnTo>
                    <a:pt x="747258" y="132923"/>
                  </a:lnTo>
                  <a:lnTo>
                    <a:pt x="790715" y="164038"/>
                  </a:lnTo>
                  <a:lnTo>
                    <a:pt x="828413" y="131754"/>
                  </a:lnTo>
                  <a:lnTo>
                    <a:pt x="861574" y="148226"/>
                  </a:lnTo>
                  <a:lnTo>
                    <a:pt x="863785" y="187704"/>
                  </a:lnTo>
                  <a:lnTo>
                    <a:pt x="907496" y="215794"/>
                  </a:lnTo>
                  <a:lnTo>
                    <a:pt x="905945" y="279574"/>
                  </a:lnTo>
                  <a:lnTo>
                    <a:pt x="911283" y="294610"/>
                  </a:lnTo>
                  <a:lnTo>
                    <a:pt x="984113" y="242714"/>
                  </a:lnTo>
                  <a:lnTo>
                    <a:pt x="1083799" y="191225"/>
                  </a:lnTo>
                  <a:lnTo>
                    <a:pt x="1108991" y="228733"/>
                  </a:lnTo>
                  <a:lnTo>
                    <a:pt x="1121777" y="247569"/>
                  </a:lnTo>
                  <a:lnTo>
                    <a:pt x="1122171" y="253175"/>
                  </a:lnTo>
                  <a:lnTo>
                    <a:pt x="1128438" y="323106"/>
                  </a:lnTo>
                  <a:lnTo>
                    <a:pt x="957104" y="425703"/>
                  </a:lnTo>
                  <a:lnTo>
                    <a:pt x="978622" y="463350"/>
                  </a:lnTo>
                  <a:lnTo>
                    <a:pt x="971708" y="507925"/>
                  </a:lnTo>
                  <a:lnTo>
                    <a:pt x="909212" y="565159"/>
                  </a:lnTo>
                  <a:lnTo>
                    <a:pt x="873051" y="571959"/>
                  </a:lnTo>
                  <a:lnTo>
                    <a:pt x="869924" y="594177"/>
                  </a:lnTo>
                  <a:lnTo>
                    <a:pt x="884414" y="648551"/>
                  </a:lnTo>
                  <a:lnTo>
                    <a:pt x="854914" y="659914"/>
                  </a:lnTo>
                  <a:lnTo>
                    <a:pt x="843818" y="740052"/>
                  </a:lnTo>
                  <a:lnTo>
                    <a:pt x="780928" y="767887"/>
                  </a:lnTo>
                  <a:lnTo>
                    <a:pt x="751300" y="715203"/>
                  </a:lnTo>
                  <a:lnTo>
                    <a:pt x="710055" y="746712"/>
                  </a:lnTo>
                  <a:lnTo>
                    <a:pt x="701578" y="807492"/>
                  </a:lnTo>
                  <a:lnTo>
                    <a:pt x="632663" y="857811"/>
                  </a:lnTo>
                  <a:lnTo>
                    <a:pt x="598867" y="849969"/>
                  </a:lnTo>
                  <a:lnTo>
                    <a:pt x="558410" y="879635"/>
                  </a:lnTo>
                  <a:lnTo>
                    <a:pt x="561422" y="925125"/>
                  </a:lnTo>
                  <a:close/>
                </a:path>
              </a:pathLst>
            </a:custGeom>
            <a:noFill/>
            <a:ln w="3810" cap="flat">
              <a:solidFill>
                <a:srgbClr val="E6E4E2"/>
              </a:solidFill>
              <a:prstDash val="solid"/>
              <a:miter/>
            </a:ln>
          </p:spPr>
          <p:txBody>
            <a:bodyPr rtlCol="0" anchor="ctr"/>
            <a:lstStyle/>
            <a:p>
              <a:endParaRPr lang="de-CH"/>
            </a:p>
          </p:txBody>
        </p:sp>
        <p:sp>
          <p:nvSpPr>
            <p:cNvPr id="90" name="Freihandform: Form 89">
              <a:extLst>
                <a:ext uri="{FF2B5EF4-FFF2-40B4-BE49-F238E27FC236}">
                  <a16:creationId xmlns:a16="http://schemas.microsoft.com/office/drawing/2014/main" id="{F4A59BB9-E562-A682-A1A5-492FE746499D}"/>
                </a:ext>
              </a:extLst>
            </p:cNvPr>
            <p:cNvSpPr/>
            <p:nvPr/>
          </p:nvSpPr>
          <p:spPr>
            <a:xfrm>
              <a:off x="6462138" y="2231890"/>
              <a:ext cx="1245803" cy="993048"/>
            </a:xfrm>
            <a:custGeom>
              <a:avLst/>
              <a:gdLst>
                <a:gd name="connsiteX0" fmla="*/ 853833 w 1245803"/>
                <a:gd name="connsiteY0" fmla="*/ 403028 h 993048"/>
                <a:gd name="connsiteX1" fmla="*/ 867929 w 1245803"/>
                <a:gd name="connsiteY1" fmla="*/ 395059 h 993048"/>
                <a:gd name="connsiteX2" fmla="*/ 873280 w 1245803"/>
                <a:gd name="connsiteY2" fmla="*/ 380696 h 993048"/>
                <a:gd name="connsiteX3" fmla="*/ 862972 w 1245803"/>
                <a:gd name="connsiteY3" fmla="*/ 370744 h 993048"/>
                <a:gd name="connsiteX4" fmla="*/ 849919 w 1245803"/>
                <a:gd name="connsiteY4" fmla="*/ 366041 h 993048"/>
                <a:gd name="connsiteX5" fmla="*/ 832824 w 1245803"/>
                <a:gd name="connsiteY5" fmla="*/ 353331 h 993048"/>
                <a:gd name="connsiteX6" fmla="*/ 832430 w 1245803"/>
                <a:gd name="connsiteY6" fmla="*/ 339617 h 993048"/>
                <a:gd name="connsiteX7" fmla="*/ 824486 w 1245803"/>
                <a:gd name="connsiteY7" fmla="*/ 315569 h 993048"/>
                <a:gd name="connsiteX8" fmla="*/ 825909 w 1245803"/>
                <a:gd name="connsiteY8" fmla="*/ 288255 h 993048"/>
                <a:gd name="connsiteX9" fmla="*/ 810619 w 1245803"/>
                <a:gd name="connsiteY9" fmla="*/ 251942 h 993048"/>
                <a:gd name="connsiteX10" fmla="*/ 814152 w 1245803"/>
                <a:gd name="connsiteY10" fmla="*/ 243833 h 993048"/>
                <a:gd name="connsiteX11" fmla="*/ 806730 w 1245803"/>
                <a:gd name="connsiteY11" fmla="*/ 229979 h 993048"/>
                <a:gd name="connsiteX12" fmla="*/ 810619 w 1245803"/>
                <a:gd name="connsiteY12" fmla="*/ 222073 h 993048"/>
                <a:gd name="connsiteX13" fmla="*/ 813491 w 1245803"/>
                <a:gd name="connsiteY13" fmla="*/ 213697 h 993048"/>
                <a:gd name="connsiteX14" fmla="*/ 813491 w 1245803"/>
                <a:gd name="connsiteY14" fmla="*/ 206782 h 993048"/>
                <a:gd name="connsiteX15" fmla="*/ 806730 w 1245803"/>
                <a:gd name="connsiteY15" fmla="*/ 210176 h 993048"/>
                <a:gd name="connsiteX16" fmla="*/ 799929 w 1245803"/>
                <a:gd name="connsiteY16" fmla="*/ 206363 h 993048"/>
                <a:gd name="connsiteX17" fmla="*/ 798481 w 1245803"/>
                <a:gd name="connsiteY17" fmla="*/ 198000 h 993048"/>
                <a:gd name="connsiteX18" fmla="*/ 790016 w 1245803"/>
                <a:gd name="connsiteY18" fmla="*/ 196169 h 993048"/>
                <a:gd name="connsiteX19" fmla="*/ 786736 w 1245803"/>
                <a:gd name="connsiteY19" fmla="*/ 207672 h 993048"/>
                <a:gd name="connsiteX20" fmla="*/ 778652 w 1245803"/>
                <a:gd name="connsiteY20" fmla="*/ 211193 h 993048"/>
                <a:gd name="connsiteX21" fmla="*/ 770289 w 1245803"/>
                <a:gd name="connsiteY21" fmla="*/ 213544 h 993048"/>
                <a:gd name="connsiteX22" fmla="*/ 762473 w 1245803"/>
                <a:gd name="connsiteY22" fmla="*/ 210023 h 993048"/>
                <a:gd name="connsiteX23" fmla="*/ 756728 w 1245803"/>
                <a:gd name="connsiteY23" fmla="*/ 216162 h 993048"/>
                <a:gd name="connsiteX24" fmla="*/ 754249 w 1245803"/>
                <a:gd name="connsiteY24" fmla="*/ 230144 h 993048"/>
                <a:gd name="connsiteX25" fmla="*/ 747195 w 1245803"/>
                <a:gd name="connsiteY25" fmla="*/ 237452 h 993048"/>
                <a:gd name="connsiteX26" fmla="*/ 749737 w 1245803"/>
                <a:gd name="connsiteY26" fmla="*/ 242295 h 993048"/>
                <a:gd name="connsiteX27" fmla="*/ 757185 w 1245803"/>
                <a:gd name="connsiteY27" fmla="*/ 240070 h 993048"/>
                <a:gd name="connsiteX28" fmla="*/ 763451 w 1245803"/>
                <a:gd name="connsiteY28" fmla="*/ 255882 h 993048"/>
                <a:gd name="connsiteX29" fmla="*/ 782898 w 1245803"/>
                <a:gd name="connsiteY29" fmla="*/ 285420 h 993048"/>
                <a:gd name="connsiteX30" fmla="*/ 784067 w 1245803"/>
                <a:gd name="connsiteY30" fmla="*/ 304486 h 993048"/>
                <a:gd name="connsiteX31" fmla="*/ 790588 w 1245803"/>
                <a:gd name="connsiteY31" fmla="*/ 311273 h 993048"/>
                <a:gd name="connsiteX32" fmla="*/ 801950 w 1245803"/>
                <a:gd name="connsiteY32" fmla="*/ 320818 h 993048"/>
                <a:gd name="connsiteX33" fmla="*/ 793727 w 1245803"/>
                <a:gd name="connsiteY33" fmla="*/ 333884 h 993048"/>
                <a:gd name="connsiteX34" fmla="*/ 797248 w 1245803"/>
                <a:gd name="connsiteY34" fmla="*/ 346290 h 993048"/>
                <a:gd name="connsiteX35" fmla="*/ 806386 w 1245803"/>
                <a:gd name="connsiteY35" fmla="*/ 348641 h 993048"/>
                <a:gd name="connsiteX36" fmla="*/ 810962 w 1245803"/>
                <a:gd name="connsiteY36" fmla="*/ 356267 h 993048"/>
                <a:gd name="connsiteX37" fmla="*/ 820215 w 1245803"/>
                <a:gd name="connsiteY37" fmla="*/ 358885 h 993048"/>
                <a:gd name="connsiteX38" fmla="*/ 833129 w 1245803"/>
                <a:gd name="connsiteY38" fmla="*/ 380188 h 993048"/>
                <a:gd name="connsiteX39" fmla="*/ 847224 w 1245803"/>
                <a:gd name="connsiteY39" fmla="*/ 388805 h 993048"/>
                <a:gd name="connsiteX40" fmla="*/ 853122 w 1245803"/>
                <a:gd name="connsiteY40" fmla="*/ 394169 h 993048"/>
                <a:gd name="connsiteX41" fmla="*/ 602502 w 1245803"/>
                <a:gd name="connsiteY41" fmla="*/ 252463 h 993048"/>
                <a:gd name="connsiteX42" fmla="*/ 604446 w 1245803"/>
                <a:gd name="connsiteY42" fmla="*/ 224361 h 993048"/>
                <a:gd name="connsiteX43" fmla="*/ 630413 w 1245803"/>
                <a:gd name="connsiteY43" fmla="*/ 208422 h 993048"/>
                <a:gd name="connsiteX44" fmla="*/ 611882 w 1245803"/>
                <a:gd name="connsiteY44" fmla="*/ 172338 h 993048"/>
                <a:gd name="connsiteX45" fmla="*/ 611374 w 1245803"/>
                <a:gd name="connsiteY45" fmla="*/ 162398 h 993048"/>
                <a:gd name="connsiteX46" fmla="*/ 590084 w 1245803"/>
                <a:gd name="connsiteY46" fmla="*/ 140791 h 993048"/>
                <a:gd name="connsiteX47" fmla="*/ 588521 w 1245803"/>
                <a:gd name="connsiteY47" fmla="*/ 112435 h 993048"/>
                <a:gd name="connsiteX48" fmla="*/ 655071 w 1245803"/>
                <a:gd name="connsiteY48" fmla="*/ 53879 h 993048"/>
                <a:gd name="connsiteX49" fmla="*/ 669294 w 1245803"/>
                <a:gd name="connsiteY49" fmla="*/ 57793 h 993048"/>
                <a:gd name="connsiteX50" fmla="*/ 693062 w 1245803"/>
                <a:gd name="connsiteY50" fmla="*/ 44460 h 993048"/>
                <a:gd name="connsiteX51" fmla="*/ 740687 w 1245803"/>
                <a:gd name="connsiteY51" fmla="*/ 35563 h 993048"/>
                <a:gd name="connsiteX52" fmla="*/ 750995 w 1245803"/>
                <a:gd name="connsiteY52" fmla="*/ 41435 h 993048"/>
                <a:gd name="connsiteX53" fmla="*/ 773442 w 1245803"/>
                <a:gd name="connsiteY53" fmla="*/ 44969 h 993048"/>
                <a:gd name="connsiteX54" fmla="*/ 782339 w 1245803"/>
                <a:gd name="connsiteY54" fmla="*/ 37343 h 993048"/>
                <a:gd name="connsiteX55" fmla="*/ 810021 w 1245803"/>
                <a:gd name="connsiteY55" fmla="*/ 41003 h 993048"/>
                <a:gd name="connsiteX56" fmla="*/ 814330 w 1245803"/>
                <a:gd name="connsiteY56" fmla="*/ 19828 h 993048"/>
                <a:gd name="connsiteX57" fmla="*/ 829582 w 1245803"/>
                <a:gd name="connsiteY57" fmla="*/ 13028 h 993048"/>
                <a:gd name="connsiteX58" fmla="*/ 839090 w 1245803"/>
                <a:gd name="connsiteY58" fmla="*/ 1398 h 993048"/>
                <a:gd name="connsiteX59" fmla="*/ 845750 w 1245803"/>
                <a:gd name="connsiteY59" fmla="*/ 4538 h 993048"/>
                <a:gd name="connsiteX60" fmla="*/ 841695 w 1245803"/>
                <a:gd name="connsiteY60" fmla="*/ 18125 h 993048"/>
                <a:gd name="connsiteX61" fmla="*/ 825376 w 1245803"/>
                <a:gd name="connsiteY61" fmla="*/ 31979 h 993048"/>
                <a:gd name="connsiteX62" fmla="*/ 819020 w 1245803"/>
                <a:gd name="connsiteY62" fmla="*/ 47015 h 993048"/>
                <a:gd name="connsiteX63" fmla="*/ 838861 w 1245803"/>
                <a:gd name="connsiteY63" fmla="*/ 51858 h 993048"/>
                <a:gd name="connsiteX64" fmla="*/ 860392 w 1245803"/>
                <a:gd name="connsiteY64" fmla="*/ 57997 h 993048"/>
                <a:gd name="connsiteX65" fmla="*/ 864701 w 1245803"/>
                <a:gd name="connsiteY65" fmla="*/ 71457 h 993048"/>
                <a:gd name="connsiteX66" fmla="*/ 894328 w 1245803"/>
                <a:gd name="connsiteY66" fmla="*/ 72105 h 993048"/>
                <a:gd name="connsiteX67" fmla="*/ 911690 w 1245803"/>
                <a:gd name="connsiteY67" fmla="*/ 82184 h 993048"/>
                <a:gd name="connsiteX68" fmla="*/ 925773 w 1245803"/>
                <a:gd name="connsiteY68" fmla="*/ 79045 h 993048"/>
                <a:gd name="connsiteX69" fmla="*/ 933857 w 1245803"/>
                <a:gd name="connsiteY69" fmla="*/ 69487 h 993048"/>
                <a:gd name="connsiteX70" fmla="*/ 936729 w 1245803"/>
                <a:gd name="connsiteY70" fmla="*/ 48045 h 993048"/>
                <a:gd name="connsiteX71" fmla="*/ 953443 w 1245803"/>
                <a:gd name="connsiteY71" fmla="*/ 42706 h 993048"/>
                <a:gd name="connsiteX72" fmla="*/ 977326 w 1245803"/>
                <a:gd name="connsiteY72" fmla="*/ 36021 h 993048"/>
                <a:gd name="connsiteX73" fmla="*/ 989591 w 1245803"/>
                <a:gd name="connsiteY73" fmla="*/ 37864 h 993048"/>
                <a:gd name="connsiteX74" fmla="*/ 1005517 w 1245803"/>
                <a:gd name="connsiteY74" fmla="*/ 29361 h 993048"/>
                <a:gd name="connsiteX75" fmla="*/ 1014414 w 1245803"/>
                <a:gd name="connsiteY75" fmla="*/ 31712 h 993048"/>
                <a:gd name="connsiteX76" fmla="*/ 1025853 w 1245803"/>
                <a:gd name="connsiteY76" fmla="*/ 40876 h 993048"/>
                <a:gd name="connsiteX77" fmla="*/ 1050664 w 1245803"/>
                <a:gd name="connsiteY77" fmla="*/ 32500 h 993048"/>
                <a:gd name="connsiteX78" fmla="*/ 1072195 w 1245803"/>
                <a:gd name="connsiteY78" fmla="*/ 28446 h 993048"/>
                <a:gd name="connsiteX79" fmla="*/ 1094107 w 1245803"/>
                <a:gd name="connsiteY79" fmla="*/ 18392 h 993048"/>
                <a:gd name="connsiteX80" fmla="*/ 1114215 w 1245803"/>
                <a:gd name="connsiteY80" fmla="*/ 7156 h 993048"/>
                <a:gd name="connsiteX81" fmla="*/ 1114723 w 1245803"/>
                <a:gd name="connsiteY81" fmla="*/ 216 h 993048"/>
                <a:gd name="connsiteX82" fmla="*/ 1146054 w 1245803"/>
                <a:gd name="connsiteY82" fmla="*/ 4805 h 993048"/>
                <a:gd name="connsiteX83" fmla="*/ 1164458 w 1245803"/>
                <a:gd name="connsiteY83" fmla="*/ 1271 h 993048"/>
                <a:gd name="connsiteX84" fmla="*/ 1172084 w 1245803"/>
                <a:gd name="connsiteY84" fmla="*/ 0 h 993048"/>
                <a:gd name="connsiteX85" fmla="*/ 1178605 w 1245803"/>
                <a:gd name="connsiteY85" fmla="*/ 4182 h 993048"/>
                <a:gd name="connsiteX86" fmla="*/ 1181464 w 1245803"/>
                <a:gd name="connsiteY86" fmla="*/ 14769 h 993048"/>
                <a:gd name="connsiteX87" fmla="*/ 1148710 w 1245803"/>
                <a:gd name="connsiteY87" fmla="*/ 55569 h 993048"/>
                <a:gd name="connsiteX88" fmla="*/ 1158103 w 1245803"/>
                <a:gd name="connsiteY88" fmla="*/ 101707 h 993048"/>
                <a:gd name="connsiteX89" fmla="*/ 1175592 w 1245803"/>
                <a:gd name="connsiteY89" fmla="*/ 115968 h 993048"/>
                <a:gd name="connsiteX90" fmla="*/ 1196869 w 1245803"/>
                <a:gd name="connsiteY90" fmla="*/ 102355 h 993048"/>
                <a:gd name="connsiteX91" fmla="*/ 1245804 w 1245803"/>
                <a:gd name="connsiteY91" fmla="*/ 131589 h 993048"/>
                <a:gd name="connsiteX92" fmla="*/ 1177308 w 1245803"/>
                <a:gd name="connsiteY92" fmla="*/ 234059 h 993048"/>
                <a:gd name="connsiteX93" fmla="*/ 1171945 w 1245803"/>
                <a:gd name="connsiteY93" fmla="*/ 242168 h 993048"/>
                <a:gd name="connsiteX94" fmla="*/ 1176266 w 1245803"/>
                <a:gd name="connsiteY94" fmla="*/ 248523 h 993048"/>
                <a:gd name="connsiteX95" fmla="*/ 1182520 w 1245803"/>
                <a:gd name="connsiteY95" fmla="*/ 297266 h 993048"/>
                <a:gd name="connsiteX96" fmla="*/ 1182786 w 1245803"/>
                <a:gd name="connsiteY96" fmla="*/ 306291 h 993048"/>
                <a:gd name="connsiteX97" fmla="*/ 1180549 w 1245803"/>
                <a:gd name="connsiteY97" fmla="*/ 339871 h 993048"/>
                <a:gd name="connsiteX98" fmla="*/ 1147020 w 1245803"/>
                <a:gd name="connsiteY98" fmla="*/ 377404 h 993048"/>
                <a:gd name="connsiteX99" fmla="*/ 1162158 w 1245803"/>
                <a:gd name="connsiteY99" fmla="*/ 422487 h 993048"/>
                <a:gd name="connsiteX100" fmla="*/ 1137869 w 1245803"/>
                <a:gd name="connsiteY100" fmla="*/ 503121 h 993048"/>
                <a:gd name="connsiteX101" fmla="*/ 1090650 w 1245803"/>
                <a:gd name="connsiteY101" fmla="*/ 533625 h 993048"/>
                <a:gd name="connsiteX102" fmla="*/ 1042491 w 1245803"/>
                <a:gd name="connsiteY102" fmla="*/ 551254 h 993048"/>
                <a:gd name="connsiteX103" fmla="*/ 1031141 w 1245803"/>
                <a:gd name="connsiteY103" fmla="*/ 589957 h 993048"/>
                <a:gd name="connsiteX104" fmla="*/ 1063095 w 1245803"/>
                <a:gd name="connsiteY104" fmla="*/ 600938 h 993048"/>
                <a:gd name="connsiteX105" fmla="*/ 1096903 w 1245803"/>
                <a:gd name="connsiteY105" fmla="*/ 653216 h 993048"/>
                <a:gd name="connsiteX106" fmla="*/ 1145838 w 1245803"/>
                <a:gd name="connsiteY106" fmla="*/ 741310 h 993048"/>
                <a:gd name="connsiteX107" fmla="*/ 1190984 w 1245803"/>
                <a:gd name="connsiteY107" fmla="*/ 768878 h 993048"/>
                <a:gd name="connsiteX108" fmla="*/ 1158764 w 1245803"/>
                <a:gd name="connsiteY108" fmla="*/ 832010 h 993048"/>
                <a:gd name="connsiteX109" fmla="*/ 1175846 w 1245803"/>
                <a:gd name="connsiteY109" fmla="*/ 863519 h 993048"/>
                <a:gd name="connsiteX110" fmla="*/ 1119350 w 1245803"/>
                <a:gd name="connsiteY110" fmla="*/ 889651 h 993048"/>
                <a:gd name="connsiteX111" fmla="*/ 1019651 w 1245803"/>
                <a:gd name="connsiteY111" fmla="*/ 941153 h 993048"/>
                <a:gd name="connsiteX112" fmla="*/ 946821 w 1245803"/>
                <a:gd name="connsiteY112" fmla="*/ 993048 h 993048"/>
                <a:gd name="connsiteX113" fmla="*/ 941483 w 1245803"/>
                <a:gd name="connsiteY113" fmla="*/ 978012 h 993048"/>
                <a:gd name="connsiteX114" fmla="*/ 943047 w 1245803"/>
                <a:gd name="connsiteY114" fmla="*/ 914220 h 993048"/>
                <a:gd name="connsiteX115" fmla="*/ 899323 w 1245803"/>
                <a:gd name="connsiteY115" fmla="*/ 886130 h 993048"/>
                <a:gd name="connsiteX116" fmla="*/ 897112 w 1245803"/>
                <a:gd name="connsiteY116" fmla="*/ 846652 h 993048"/>
                <a:gd name="connsiteX117" fmla="*/ 863951 w 1245803"/>
                <a:gd name="connsiteY117" fmla="*/ 830129 h 993048"/>
                <a:gd name="connsiteX118" fmla="*/ 826253 w 1245803"/>
                <a:gd name="connsiteY118" fmla="*/ 862400 h 993048"/>
                <a:gd name="connsiteX119" fmla="*/ 782796 w 1245803"/>
                <a:gd name="connsiteY119" fmla="*/ 831298 h 993048"/>
                <a:gd name="connsiteX120" fmla="*/ 698223 w 1245803"/>
                <a:gd name="connsiteY120" fmla="*/ 874297 h 993048"/>
                <a:gd name="connsiteX121" fmla="*/ 657550 w 1245803"/>
                <a:gd name="connsiteY121" fmla="*/ 910368 h 993048"/>
                <a:gd name="connsiteX122" fmla="*/ 613445 w 1245803"/>
                <a:gd name="connsiteY122" fmla="*/ 842674 h 993048"/>
                <a:gd name="connsiteX123" fmla="*/ 604688 w 1245803"/>
                <a:gd name="connsiteY123" fmla="*/ 830523 h 993048"/>
                <a:gd name="connsiteX124" fmla="*/ 508637 w 1245803"/>
                <a:gd name="connsiteY124" fmla="*/ 811038 h 993048"/>
                <a:gd name="connsiteX125" fmla="*/ 474065 w 1245803"/>
                <a:gd name="connsiteY125" fmla="*/ 803984 h 993048"/>
                <a:gd name="connsiteX126" fmla="*/ 462067 w 1245803"/>
                <a:gd name="connsiteY126" fmla="*/ 777852 h 993048"/>
                <a:gd name="connsiteX127" fmla="*/ 451111 w 1245803"/>
                <a:gd name="connsiteY127" fmla="*/ 732998 h 993048"/>
                <a:gd name="connsiteX128" fmla="*/ 454619 w 1245803"/>
                <a:gd name="connsiteY128" fmla="*/ 713144 h 993048"/>
                <a:gd name="connsiteX129" fmla="*/ 455788 w 1245803"/>
                <a:gd name="connsiteY129" fmla="*/ 701908 h 993048"/>
                <a:gd name="connsiteX130" fmla="*/ 450958 w 1245803"/>
                <a:gd name="connsiteY130" fmla="*/ 696545 h 993048"/>
                <a:gd name="connsiteX131" fmla="*/ 448480 w 1245803"/>
                <a:gd name="connsiteY131" fmla="*/ 683085 h 993048"/>
                <a:gd name="connsiteX132" fmla="*/ 434498 w 1245803"/>
                <a:gd name="connsiteY132" fmla="*/ 683606 h 993048"/>
                <a:gd name="connsiteX133" fmla="*/ 417416 w 1245803"/>
                <a:gd name="connsiteY133" fmla="*/ 677327 h 993048"/>
                <a:gd name="connsiteX134" fmla="*/ 411404 w 1245803"/>
                <a:gd name="connsiteY134" fmla="*/ 671709 h 993048"/>
                <a:gd name="connsiteX135" fmla="*/ 410235 w 1245803"/>
                <a:gd name="connsiteY135" fmla="*/ 664007 h 993048"/>
                <a:gd name="connsiteX136" fmla="*/ 400842 w 1245803"/>
                <a:gd name="connsiteY136" fmla="*/ 659939 h 993048"/>
                <a:gd name="connsiteX137" fmla="*/ 377747 w 1245803"/>
                <a:gd name="connsiteY137" fmla="*/ 665303 h 993048"/>
                <a:gd name="connsiteX138" fmla="*/ 346150 w 1245803"/>
                <a:gd name="connsiteY138" fmla="*/ 689618 h 993048"/>
                <a:gd name="connsiteX139" fmla="*/ 331673 w 1245803"/>
                <a:gd name="connsiteY139" fmla="*/ 697244 h 993048"/>
                <a:gd name="connsiteX140" fmla="*/ 304664 w 1245803"/>
                <a:gd name="connsiteY140" fmla="*/ 699315 h 993048"/>
                <a:gd name="connsiteX141" fmla="*/ 265631 w 1245803"/>
                <a:gd name="connsiteY141" fmla="*/ 683898 h 993048"/>
                <a:gd name="connsiteX142" fmla="*/ 232584 w 1245803"/>
                <a:gd name="connsiteY142" fmla="*/ 688880 h 993048"/>
                <a:gd name="connsiteX143" fmla="*/ 214701 w 1245803"/>
                <a:gd name="connsiteY143" fmla="*/ 692274 h 993048"/>
                <a:gd name="connsiteX144" fmla="*/ 189141 w 1245803"/>
                <a:gd name="connsiteY144" fmla="*/ 684165 h 993048"/>
                <a:gd name="connsiteX145" fmla="*/ 246413 w 1245803"/>
                <a:gd name="connsiteY145" fmla="*/ 651614 h 993048"/>
                <a:gd name="connsiteX146" fmla="*/ 254763 w 1245803"/>
                <a:gd name="connsiteY146" fmla="*/ 600252 h 993048"/>
                <a:gd name="connsiteX147" fmla="*/ 175820 w 1245803"/>
                <a:gd name="connsiteY147" fmla="*/ 537260 h 993048"/>
                <a:gd name="connsiteX148" fmla="*/ 154416 w 1245803"/>
                <a:gd name="connsiteY148" fmla="*/ 521436 h 993048"/>
                <a:gd name="connsiteX149" fmla="*/ 148544 w 1245803"/>
                <a:gd name="connsiteY149" fmla="*/ 516352 h 993048"/>
                <a:gd name="connsiteX150" fmla="*/ 83722 w 1245803"/>
                <a:gd name="connsiteY150" fmla="*/ 472057 h 993048"/>
                <a:gd name="connsiteX151" fmla="*/ 92721 w 1245803"/>
                <a:gd name="connsiteY151" fmla="*/ 444870 h 993048"/>
                <a:gd name="connsiteX152" fmla="*/ 101860 w 1245803"/>
                <a:gd name="connsiteY152" fmla="*/ 429046 h 993048"/>
                <a:gd name="connsiteX153" fmla="*/ 99648 w 1245803"/>
                <a:gd name="connsiteY153" fmla="*/ 423174 h 993048"/>
                <a:gd name="connsiteX154" fmla="*/ 92594 w 1245803"/>
                <a:gd name="connsiteY154" fmla="*/ 422119 h 993048"/>
                <a:gd name="connsiteX155" fmla="*/ 63767 w 1245803"/>
                <a:gd name="connsiteY155" fmla="*/ 466160 h 993048"/>
                <a:gd name="connsiteX156" fmla="*/ 56586 w 1245803"/>
                <a:gd name="connsiteY156" fmla="*/ 475451 h 993048"/>
                <a:gd name="connsiteX157" fmla="*/ 50231 w 1245803"/>
                <a:gd name="connsiteY157" fmla="*/ 477929 h 993048"/>
                <a:gd name="connsiteX158" fmla="*/ 42134 w 1245803"/>
                <a:gd name="connsiteY158" fmla="*/ 475451 h 993048"/>
                <a:gd name="connsiteX159" fmla="*/ 24010 w 1245803"/>
                <a:gd name="connsiteY159" fmla="*/ 490995 h 993048"/>
                <a:gd name="connsiteX160" fmla="*/ 648 w 1245803"/>
                <a:gd name="connsiteY160" fmla="*/ 465117 h 993048"/>
                <a:gd name="connsiteX161" fmla="*/ 0 w 1245803"/>
                <a:gd name="connsiteY161" fmla="*/ 457491 h 993048"/>
                <a:gd name="connsiteX162" fmla="*/ 35881 w 1245803"/>
                <a:gd name="connsiteY162" fmla="*/ 431092 h 993048"/>
                <a:gd name="connsiteX163" fmla="*/ 63030 w 1245803"/>
                <a:gd name="connsiteY163" fmla="*/ 363525 h 993048"/>
                <a:gd name="connsiteX164" fmla="*/ 124903 w 1245803"/>
                <a:gd name="connsiteY164" fmla="*/ 337380 h 993048"/>
                <a:gd name="connsiteX165" fmla="*/ 165080 w 1245803"/>
                <a:gd name="connsiteY165" fmla="*/ 335549 h 993048"/>
                <a:gd name="connsiteX166" fmla="*/ 175909 w 1245803"/>
                <a:gd name="connsiteY166" fmla="*/ 349404 h 993048"/>
                <a:gd name="connsiteX167" fmla="*/ 171995 w 1245803"/>
                <a:gd name="connsiteY167" fmla="*/ 360004 h 993048"/>
                <a:gd name="connsiteX168" fmla="*/ 166389 w 1245803"/>
                <a:gd name="connsiteY168" fmla="*/ 368367 h 993048"/>
                <a:gd name="connsiteX169" fmla="*/ 153590 w 1245803"/>
                <a:gd name="connsiteY169" fmla="*/ 376209 h 993048"/>
                <a:gd name="connsiteX170" fmla="*/ 152688 w 1245803"/>
                <a:gd name="connsiteY170" fmla="*/ 381827 h 993048"/>
                <a:gd name="connsiteX171" fmla="*/ 165843 w 1245803"/>
                <a:gd name="connsiteY171" fmla="*/ 398948 h 993048"/>
                <a:gd name="connsiteX172" fmla="*/ 183637 w 1245803"/>
                <a:gd name="connsiteY172" fmla="*/ 410311 h 993048"/>
                <a:gd name="connsiteX173" fmla="*/ 201139 w 1245803"/>
                <a:gd name="connsiteY173" fmla="*/ 426834 h 993048"/>
                <a:gd name="connsiteX174" fmla="*/ 208422 w 1245803"/>
                <a:gd name="connsiteY174" fmla="*/ 429376 h 993048"/>
                <a:gd name="connsiteX175" fmla="*/ 214294 w 1245803"/>
                <a:gd name="connsiteY175" fmla="*/ 437739 h 993048"/>
                <a:gd name="connsiteX176" fmla="*/ 233220 w 1245803"/>
                <a:gd name="connsiteY176" fmla="*/ 452522 h 993048"/>
                <a:gd name="connsiteX177" fmla="*/ 245485 w 1245803"/>
                <a:gd name="connsiteY177" fmla="*/ 459309 h 993048"/>
                <a:gd name="connsiteX178" fmla="*/ 256924 w 1245803"/>
                <a:gd name="connsiteY178" fmla="*/ 478908 h 993048"/>
                <a:gd name="connsiteX179" fmla="*/ 264627 w 1245803"/>
                <a:gd name="connsiteY179" fmla="*/ 477205 h 993048"/>
                <a:gd name="connsiteX180" fmla="*/ 277553 w 1245803"/>
                <a:gd name="connsiteY180" fmla="*/ 459690 h 993048"/>
                <a:gd name="connsiteX181" fmla="*/ 281480 w 1245803"/>
                <a:gd name="connsiteY181" fmla="*/ 453424 h 993048"/>
                <a:gd name="connsiteX182" fmla="*/ 278341 w 1245803"/>
                <a:gd name="connsiteY182" fmla="*/ 438909 h 993048"/>
                <a:gd name="connsiteX183" fmla="*/ 269444 w 1245803"/>
                <a:gd name="connsiteY183" fmla="*/ 418649 h 993048"/>
                <a:gd name="connsiteX184" fmla="*/ 269571 w 1245803"/>
                <a:gd name="connsiteY184" fmla="*/ 396304 h 993048"/>
                <a:gd name="connsiteX185" fmla="*/ 359089 w 1245803"/>
                <a:gd name="connsiteY185" fmla="*/ 377493 h 993048"/>
                <a:gd name="connsiteX186" fmla="*/ 372549 w 1245803"/>
                <a:gd name="connsiteY186" fmla="*/ 413437 h 993048"/>
                <a:gd name="connsiteX187" fmla="*/ 402545 w 1245803"/>
                <a:gd name="connsiteY187" fmla="*/ 407082 h 993048"/>
                <a:gd name="connsiteX188" fmla="*/ 443002 w 1245803"/>
                <a:gd name="connsiteY188" fmla="*/ 387216 h 993048"/>
                <a:gd name="connsiteX189" fmla="*/ 503553 w 1245803"/>
                <a:gd name="connsiteY189" fmla="*/ 383162 h 993048"/>
                <a:gd name="connsiteX190" fmla="*/ 527563 w 1245803"/>
                <a:gd name="connsiteY190" fmla="*/ 352657 h 993048"/>
                <a:gd name="connsiteX191" fmla="*/ 572595 w 1245803"/>
                <a:gd name="connsiteY191" fmla="*/ 314756 h 99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1245803" h="993048">
                  <a:moveTo>
                    <a:pt x="853833" y="403028"/>
                  </a:moveTo>
                  <a:lnTo>
                    <a:pt x="867929" y="395059"/>
                  </a:lnTo>
                  <a:lnTo>
                    <a:pt x="873280" y="380696"/>
                  </a:lnTo>
                  <a:lnTo>
                    <a:pt x="862972" y="370744"/>
                  </a:lnTo>
                  <a:lnTo>
                    <a:pt x="849919" y="366041"/>
                  </a:lnTo>
                  <a:lnTo>
                    <a:pt x="832824" y="353331"/>
                  </a:lnTo>
                  <a:lnTo>
                    <a:pt x="832430" y="339617"/>
                  </a:lnTo>
                  <a:lnTo>
                    <a:pt x="824486" y="315569"/>
                  </a:lnTo>
                  <a:lnTo>
                    <a:pt x="825909" y="288255"/>
                  </a:lnTo>
                  <a:lnTo>
                    <a:pt x="810619" y="251942"/>
                  </a:lnTo>
                  <a:lnTo>
                    <a:pt x="814152" y="243833"/>
                  </a:lnTo>
                  <a:lnTo>
                    <a:pt x="806730" y="229979"/>
                  </a:lnTo>
                  <a:lnTo>
                    <a:pt x="810619" y="222073"/>
                  </a:lnTo>
                  <a:lnTo>
                    <a:pt x="813491" y="213697"/>
                  </a:lnTo>
                  <a:lnTo>
                    <a:pt x="813491" y="206782"/>
                  </a:lnTo>
                  <a:lnTo>
                    <a:pt x="806730" y="210176"/>
                  </a:lnTo>
                  <a:lnTo>
                    <a:pt x="799929" y="206363"/>
                  </a:lnTo>
                  <a:lnTo>
                    <a:pt x="798481" y="198000"/>
                  </a:lnTo>
                  <a:lnTo>
                    <a:pt x="790016" y="196169"/>
                  </a:lnTo>
                  <a:lnTo>
                    <a:pt x="786736" y="207672"/>
                  </a:lnTo>
                  <a:lnTo>
                    <a:pt x="778652" y="211193"/>
                  </a:lnTo>
                  <a:lnTo>
                    <a:pt x="770289" y="213544"/>
                  </a:lnTo>
                  <a:lnTo>
                    <a:pt x="762473" y="210023"/>
                  </a:lnTo>
                  <a:lnTo>
                    <a:pt x="756728" y="216162"/>
                  </a:lnTo>
                  <a:lnTo>
                    <a:pt x="754249" y="230144"/>
                  </a:lnTo>
                  <a:lnTo>
                    <a:pt x="747195" y="237452"/>
                  </a:lnTo>
                  <a:lnTo>
                    <a:pt x="749737" y="242295"/>
                  </a:lnTo>
                  <a:lnTo>
                    <a:pt x="757185" y="240070"/>
                  </a:lnTo>
                  <a:lnTo>
                    <a:pt x="763451" y="255882"/>
                  </a:lnTo>
                  <a:lnTo>
                    <a:pt x="782898" y="285420"/>
                  </a:lnTo>
                  <a:lnTo>
                    <a:pt x="784067" y="304486"/>
                  </a:lnTo>
                  <a:lnTo>
                    <a:pt x="790588" y="311273"/>
                  </a:lnTo>
                  <a:lnTo>
                    <a:pt x="801950" y="320818"/>
                  </a:lnTo>
                  <a:lnTo>
                    <a:pt x="793727" y="333884"/>
                  </a:lnTo>
                  <a:lnTo>
                    <a:pt x="797248" y="346290"/>
                  </a:lnTo>
                  <a:lnTo>
                    <a:pt x="806386" y="348641"/>
                  </a:lnTo>
                  <a:lnTo>
                    <a:pt x="810962" y="356267"/>
                  </a:lnTo>
                  <a:lnTo>
                    <a:pt x="820215" y="358885"/>
                  </a:lnTo>
                  <a:lnTo>
                    <a:pt x="833129" y="380188"/>
                  </a:lnTo>
                  <a:lnTo>
                    <a:pt x="847224" y="388805"/>
                  </a:lnTo>
                  <a:lnTo>
                    <a:pt x="853122" y="394169"/>
                  </a:lnTo>
                  <a:close/>
                  <a:moveTo>
                    <a:pt x="602502" y="252463"/>
                  </a:moveTo>
                  <a:lnTo>
                    <a:pt x="604446" y="224361"/>
                  </a:lnTo>
                  <a:lnTo>
                    <a:pt x="630413" y="208422"/>
                  </a:lnTo>
                  <a:lnTo>
                    <a:pt x="611882" y="172338"/>
                  </a:lnTo>
                  <a:lnTo>
                    <a:pt x="611374" y="162398"/>
                  </a:lnTo>
                  <a:lnTo>
                    <a:pt x="590084" y="140791"/>
                  </a:lnTo>
                  <a:lnTo>
                    <a:pt x="588521" y="112435"/>
                  </a:lnTo>
                  <a:lnTo>
                    <a:pt x="655071" y="53879"/>
                  </a:lnTo>
                  <a:lnTo>
                    <a:pt x="669294" y="57793"/>
                  </a:lnTo>
                  <a:lnTo>
                    <a:pt x="693062" y="44460"/>
                  </a:lnTo>
                  <a:lnTo>
                    <a:pt x="740687" y="35563"/>
                  </a:lnTo>
                  <a:lnTo>
                    <a:pt x="750995" y="41435"/>
                  </a:lnTo>
                  <a:lnTo>
                    <a:pt x="773442" y="44969"/>
                  </a:lnTo>
                  <a:lnTo>
                    <a:pt x="782339" y="37343"/>
                  </a:lnTo>
                  <a:lnTo>
                    <a:pt x="810021" y="41003"/>
                  </a:lnTo>
                  <a:lnTo>
                    <a:pt x="814330" y="19828"/>
                  </a:lnTo>
                  <a:lnTo>
                    <a:pt x="829582" y="13028"/>
                  </a:lnTo>
                  <a:lnTo>
                    <a:pt x="839090" y="1398"/>
                  </a:lnTo>
                  <a:lnTo>
                    <a:pt x="845750" y="4538"/>
                  </a:lnTo>
                  <a:lnTo>
                    <a:pt x="841695" y="18125"/>
                  </a:lnTo>
                  <a:lnTo>
                    <a:pt x="825376" y="31979"/>
                  </a:lnTo>
                  <a:lnTo>
                    <a:pt x="819020" y="47015"/>
                  </a:lnTo>
                  <a:lnTo>
                    <a:pt x="838861" y="51858"/>
                  </a:lnTo>
                  <a:lnTo>
                    <a:pt x="860392" y="57997"/>
                  </a:lnTo>
                  <a:lnTo>
                    <a:pt x="864701" y="71457"/>
                  </a:lnTo>
                  <a:lnTo>
                    <a:pt x="894328" y="72105"/>
                  </a:lnTo>
                  <a:lnTo>
                    <a:pt x="911690" y="82184"/>
                  </a:lnTo>
                  <a:lnTo>
                    <a:pt x="925773" y="79045"/>
                  </a:lnTo>
                  <a:lnTo>
                    <a:pt x="933857" y="69487"/>
                  </a:lnTo>
                  <a:lnTo>
                    <a:pt x="936729" y="48045"/>
                  </a:lnTo>
                  <a:lnTo>
                    <a:pt x="953443" y="42706"/>
                  </a:lnTo>
                  <a:lnTo>
                    <a:pt x="977326" y="36021"/>
                  </a:lnTo>
                  <a:lnTo>
                    <a:pt x="989591" y="37864"/>
                  </a:lnTo>
                  <a:lnTo>
                    <a:pt x="1005517" y="29361"/>
                  </a:lnTo>
                  <a:lnTo>
                    <a:pt x="1014414" y="31712"/>
                  </a:lnTo>
                  <a:lnTo>
                    <a:pt x="1025853" y="40876"/>
                  </a:lnTo>
                  <a:lnTo>
                    <a:pt x="1050664" y="32500"/>
                  </a:lnTo>
                  <a:lnTo>
                    <a:pt x="1072195" y="28446"/>
                  </a:lnTo>
                  <a:lnTo>
                    <a:pt x="1094107" y="18392"/>
                  </a:lnTo>
                  <a:lnTo>
                    <a:pt x="1114215" y="7156"/>
                  </a:lnTo>
                  <a:lnTo>
                    <a:pt x="1114723" y="216"/>
                  </a:lnTo>
                  <a:lnTo>
                    <a:pt x="1146054" y="4805"/>
                  </a:lnTo>
                  <a:lnTo>
                    <a:pt x="1164458" y="1271"/>
                  </a:lnTo>
                  <a:lnTo>
                    <a:pt x="1172084" y="0"/>
                  </a:lnTo>
                  <a:lnTo>
                    <a:pt x="1178605" y="4182"/>
                  </a:lnTo>
                  <a:lnTo>
                    <a:pt x="1181464" y="14769"/>
                  </a:lnTo>
                  <a:lnTo>
                    <a:pt x="1148710" y="55569"/>
                  </a:lnTo>
                  <a:lnTo>
                    <a:pt x="1158103" y="101707"/>
                  </a:lnTo>
                  <a:lnTo>
                    <a:pt x="1175592" y="115968"/>
                  </a:lnTo>
                  <a:lnTo>
                    <a:pt x="1196869" y="102355"/>
                  </a:lnTo>
                  <a:lnTo>
                    <a:pt x="1245804" y="131589"/>
                  </a:lnTo>
                  <a:lnTo>
                    <a:pt x="1177308" y="234059"/>
                  </a:lnTo>
                  <a:lnTo>
                    <a:pt x="1171945" y="242168"/>
                  </a:lnTo>
                  <a:lnTo>
                    <a:pt x="1176266" y="248523"/>
                  </a:lnTo>
                  <a:lnTo>
                    <a:pt x="1182520" y="297266"/>
                  </a:lnTo>
                  <a:lnTo>
                    <a:pt x="1182786" y="306291"/>
                  </a:lnTo>
                  <a:lnTo>
                    <a:pt x="1180549" y="339871"/>
                  </a:lnTo>
                  <a:lnTo>
                    <a:pt x="1147020" y="377404"/>
                  </a:lnTo>
                  <a:lnTo>
                    <a:pt x="1162158" y="422487"/>
                  </a:lnTo>
                  <a:lnTo>
                    <a:pt x="1137869" y="503121"/>
                  </a:lnTo>
                  <a:lnTo>
                    <a:pt x="1090650" y="533625"/>
                  </a:lnTo>
                  <a:lnTo>
                    <a:pt x="1042491" y="551254"/>
                  </a:lnTo>
                  <a:lnTo>
                    <a:pt x="1031141" y="589957"/>
                  </a:lnTo>
                  <a:lnTo>
                    <a:pt x="1063095" y="600938"/>
                  </a:lnTo>
                  <a:lnTo>
                    <a:pt x="1096903" y="653216"/>
                  </a:lnTo>
                  <a:lnTo>
                    <a:pt x="1145838" y="741310"/>
                  </a:lnTo>
                  <a:lnTo>
                    <a:pt x="1190984" y="768878"/>
                  </a:lnTo>
                  <a:lnTo>
                    <a:pt x="1158764" y="832010"/>
                  </a:lnTo>
                  <a:lnTo>
                    <a:pt x="1175846" y="863519"/>
                  </a:lnTo>
                  <a:lnTo>
                    <a:pt x="1119350" y="889651"/>
                  </a:lnTo>
                  <a:lnTo>
                    <a:pt x="1019651" y="941153"/>
                  </a:lnTo>
                  <a:lnTo>
                    <a:pt x="946821" y="993048"/>
                  </a:lnTo>
                  <a:lnTo>
                    <a:pt x="941483" y="978012"/>
                  </a:lnTo>
                  <a:lnTo>
                    <a:pt x="943047" y="914220"/>
                  </a:lnTo>
                  <a:lnTo>
                    <a:pt x="899323" y="886130"/>
                  </a:lnTo>
                  <a:lnTo>
                    <a:pt x="897112" y="846652"/>
                  </a:lnTo>
                  <a:lnTo>
                    <a:pt x="863951" y="830129"/>
                  </a:lnTo>
                  <a:lnTo>
                    <a:pt x="826253" y="862400"/>
                  </a:lnTo>
                  <a:lnTo>
                    <a:pt x="782796" y="831298"/>
                  </a:lnTo>
                  <a:lnTo>
                    <a:pt x="698223" y="874297"/>
                  </a:lnTo>
                  <a:lnTo>
                    <a:pt x="657550" y="910368"/>
                  </a:lnTo>
                  <a:lnTo>
                    <a:pt x="613445" y="842674"/>
                  </a:lnTo>
                  <a:lnTo>
                    <a:pt x="604688" y="830523"/>
                  </a:lnTo>
                  <a:lnTo>
                    <a:pt x="508637" y="811038"/>
                  </a:lnTo>
                  <a:lnTo>
                    <a:pt x="474065" y="803984"/>
                  </a:lnTo>
                  <a:lnTo>
                    <a:pt x="462067" y="777852"/>
                  </a:lnTo>
                  <a:lnTo>
                    <a:pt x="451111" y="732998"/>
                  </a:lnTo>
                  <a:lnTo>
                    <a:pt x="454619" y="713144"/>
                  </a:lnTo>
                  <a:lnTo>
                    <a:pt x="455788" y="701908"/>
                  </a:lnTo>
                  <a:lnTo>
                    <a:pt x="450958" y="696545"/>
                  </a:lnTo>
                  <a:lnTo>
                    <a:pt x="448480" y="683085"/>
                  </a:lnTo>
                  <a:lnTo>
                    <a:pt x="434498" y="683606"/>
                  </a:lnTo>
                  <a:lnTo>
                    <a:pt x="417416" y="677327"/>
                  </a:lnTo>
                  <a:lnTo>
                    <a:pt x="411404" y="671709"/>
                  </a:lnTo>
                  <a:lnTo>
                    <a:pt x="410235" y="664007"/>
                  </a:lnTo>
                  <a:lnTo>
                    <a:pt x="400842" y="659939"/>
                  </a:lnTo>
                  <a:lnTo>
                    <a:pt x="377747" y="665303"/>
                  </a:lnTo>
                  <a:lnTo>
                    <a:pt x="346150" y="689618"/>
                  </a:lnTo>
                  <a:lnTo>
                    <a:pt x="331673" y="697244"/>
                  </a:lnTo>
                  <a:lnTo>
                    <a:pt x="304664" y="699315"/>
                  </a:lnTo>
                  <a:lnTo>
                    <a:pt x="265631" y="683898"/>
                  </a:lnTo>
                  <a:lnTo>
                    <a:pt x="232584" y="688880"/>
                  </a:lnTo>
                  <a:lnTo>
                    <a:pt x="214701" y="692274"/>
                  </a:lnTo>
                  <a:lnTo>
                    <a:pt x="189141" y="684165"/>
                  </a:lnTo>
                  <a:lnTo>
                    <a:pt x="246413" y="651614"/>
                  </a:lnTo>
                  <a:lnTo>
                    <a:pt x="254763" y="600252"/>
                  </a:lnTo>
                  <a:lnTo>
                    <a:pt x="175820" y="537260"/>
                  </a:lnTo>
                  <a:lnTo>
                    <a:pt x="154416" y="521436"/>
                  </a:lnTo>
                  <a:lnTo>
                    <a:pt x="148544" y="516352"/>
                  </a:lnTo>
                  <a:lnTo>
                    <a:pt x="83722" y="472057"/>
                  </a:lnTo>
                  <a:lnTo>
                    <a:pt x="92721" y="444870"/>
                  </a:lnTo>
                  <a:lnTo>
                    <a:pt x="101860" y="429046"/>
                  </a:lnTo>
                  <a:lnTo>
                    <a:pt x="99648" y="423174"/>
                  </a:lnTo>
                  <a:lnTo>
                    <a:pt x="92594" y="422119"/>
                  </a:lnTo>
                  <a:lnTo>
                    <a:pt x="63767" y="466160"/>
                  </a:lnTo>
                  <a:lnTo>
                    <a:pt x="56586" y="475451"/>
                  </a:lnTo>
                  <a:lnTo>
                    <a:pt x="50231" y="477929"/>
                  </a:lnTo>
                  <a:lnTo>
                    <a:pt x="42134" y="475451"/>
                  </a:lnTo>
                  <a:lnTo>
                    <a:pt x="24010" y="490995"/>
                  </a:lnTo>
                  <a:lnTo>
                    <a:pt x="648" y="465117"/>
                  </a:lnTo>
                  <a:lnTo>
                    <a:pt x="0" y="457491"/>
                  </a:lnTo>
                  <a:lnTo>
                    <a:pt x="35881" y="431092"/>
                  </a:lnTo>
                  <a:lnTo>
                    <a:pt x="63030" y="363525"/>
                  </a:lnTo>
                  <a:lnTo>
                    <a:pt x="124903" y="337380"/>
                  </a:lnTo>
                  <a:lnTo>
                    <a:pt x="165080" y="335549"/>
                  </a:lnTo>
                  <a:lnTo>
                    <a:pt x="175909" y="349404"/>
                  </a:lnTo>
                  <a:lnTo>
                    <a:pt x="171995" y="360004"/>
                  </a:lnTo>
                  <a:lnTo>
                    <a:pt x="166389" y="368367"/>
                  </a:lnTo>
                  <a:lnTo>
                    <a:pt x="153590" y="376209"/>
                  </a:lnTo>
                  <a:lnTo>
                    <a:pt x="152688" y="381827"/>
                  </a:lnTo>
                  <a:lnTo>
                    <a:pt x="165843" y="398948"/>
                  </a:lnTo>
                  <a:lnTo>
                    <a:pt x="183637" y="410311"/>
                  </a:lnTo>
                  <a:lnTo>
                    <a:pt x="201139" y="426834"/>
                  </a:lnTo>
                  <a:lnTo>
                    <a:pt x="208422" y="429376"/>
                  </a:lnTo>
                  <a:lnTo>
                    <a:pt x="214294" y="437739"/>
                  </a:lnTo>
                  <a:lnTo>
                    <a:pt x="233220" y="452522"/>
                  </a:lnTo>
                  <a:lnTo>
                    <a:pt x="245485" y="459309"/>
                  </a:lnTo>
                  <a:lnTo>
                    <a:pt x="256924" y="478908"/>
                  </a:lnTo>
                  <a:lnTo>
                    <a:pt x="264627" y="477205"/>
                  </a:lnTo>
                  <a:lnTo>
                    <a:pt x="277553" y="459690"/>
                  </a:lnTo>
                  <a:lnTo>
                    <a:pt x="281480" y="453424"/>
                  </a:lnTo>
                  <a:lnTo>
                    <a:pt x="278341" y="438909"/>
                  </a:lnTo>
                  <a:lnTo>
                    <a:pt x="269444" y="418649"/>
                  </a:lnTo>
                  <a:lnTo>
                    <a:pt x="269571" y="396304"/>
                  </a:lnTo>
                  <a:lnTo>
                    <a:pt x="359089" y="377493"/>
                  </a:lnTo>
                  <a:lnTo>
                    <a:pt x="372549" y="413437"/>
                  </a:lnTo>
                  <a:lnTo>
                    <a:pt x="402545" y="407082"/>
                  </a:lnTo>
                  <a:lnTo>
                    <a:pt x="443002" y="387216"/>
                  </a:lnTo>
                  <a:lnTo>
                    <a:pt x="503553" y="383162"/>
                  </a:lnTo>
                  <a:lnTo>
                    <a:pt x="527563" y="352657"/>
                  </a:lnTo>
                  <a:lnTo>
                    <a:pt x="572595" y="314756"/>
                  </a:lnTo>
                  <a:close/>
                </a:path>
              </a:pathLst>
            </a:custGeom>
            <a:solidFill>
              <a:srgbClr val="FFFFFF"/>
            </a:solidFill>
            <a:ln w="12700" cap="flat">
              <a:noFill/>
              <a:prstDash val="solid"/>
              <a:miter/>
            </a:ln>
          </p:spPr>
          <p:txBody>
            <a:bodyPr rtlCol="0" anchor="ctr"/>
            <a:lstStyle/>
            <a:p>
              <a:endParaRPr lang="de-CH"/>
            </a:p>
          </p:txBody>
        </p:sp>
        <p:sp>
          <p:nvSpPr>
            <p:cNvPr id="91" name="Freihandform: Form 90">
              <a:extLst>
                <a:ext uri="{FF2B5EF4-FFF2-40B4-BE49-F238E27FC236}">
                  <a16:creationId xmlns:a16="http://schemas.microsoft.com/office/drawing/2014/main" id="{FDCB1883-A09A-00A6-F978-92ACA82A7E09}"/>
                </a:ext>
              </a:extLst>
            </p:cNvPr>
            <p:cNvSpPr/>
            <p:nvPr/>
          </p:nvSpPr>
          <p:spPr>
            <a:xfrm>
              <a:off x="6462138" y="2231890"/>
              <a:ext cx="1245803" cy="993048"/>
            </a:xfrm>
            <a:custGeom>
              <a:avLst/>
              <a:gdLst>
                <a:gd name="connsiteX0" fmla="*/ 853833 w 1245803"/>
                <a:gd name="connsiteY0" fmla="*/ 403028 h 993048"/>
                <a:gd name="connsiteX1" fmla="*/ 867929 w 1245803"/>
                <a:gd name="connsiteY1" fmla="*/ 395059 h 993048"/>
                <a:gd name="connsiteX2" fmla="*/ 873280 w 1245803"/>
                <a:gd name="connsiteY2" fmla="*/ 380696 h 993048"/>
                <a:gd name="connsiteX3" fmla="*/ 862972 w 1245803"/>
                <a:gd name="connsiteY3" fmla="*/ 370744 h 993048"/>
                <a:gd name="connsiteX4" fmla="*/ 849919 w 1245803"/>
                <a:gd name="connsiteY4" fmla="*/ 366041 h 993048"/>
                <a:gd name="connsiteX5" fmla="*/ 832824 w 1245803"/>
                <a:gd name="connsiteY5" fmla="*/ 353331 h 993048"/>
                <a:gd name="connsiteX6" fmla="*/ 832430 w 1245803"/>
                <a:gd name="connsiteY6" fmla="*/ 339617 h 993048"/>
                <a:gd name="connsiteX7" fmla="*/ 824486 w 1245803"/>
                <a:gd name="connsiteY7" fmla="*/ 315569 h 993048"/>
                <a:gd name="connsiteX8" fmla="*/ 825909 w 1245803"/>
                <a:gd name="connsiteY8" fmla="*/ 288255 h 993048"/>
                <a:gd name="connsiteX9" fmla="*/ 810619 w 1245803"/>
                <a:gd name="connsiteY9" fmla="*/ 251942 h 993048"/>
                <a:gd name="connsiteX10" fmla="*/ 814152 w 1245803"/>
                <a:gd name="connsiteY10" fmla="*/ 243833 h 993048"/>
                <a:gd name="connsiteX11" fmla="*/ 806730 w 1245803"/>
                <a:gd name="connsiteY11" fmla="*/ 229979 h 993048"/>
                <a:gd name="connsiteX12" fmla="*/ 810619 w 1245803"/>
                <a:gd name="connsiteY12" fmla="*/ 222073 h 993048"/>
                <a:gd name="connsiteX13" fmla="*/ 813491 w 1245803"/>
                <a:gd name="connsiteY13" fmla="*/ 213697 h 993048"/>
                <a:gd name="connsiteX14" fmla="*/ 813491 w 1245803"/>
                <a:gd name="connsiteY14" fmla="*/ 206782 h 993048"/>
                <a:gd name="connsiteX15" fmla="*/ 806730 w 1245803"/>
                <a:gd name="connsiteY15" fmla="*/ 210176 h 993048"/>
                <a:gd name="connsiteX16" fmla="*/ 799929 w 1245803"/>
                <a:gd name="connsiteY16" fmla="*/ 206363 h 993048"/>
                <a:gd name="connsiteX17" fmla="*/ 798481 w 1245803"/>
                <a:gd name="connsiteY17" fmla="*/ 198000 h 993048"/>
                <a:gd name="connsiteX18" fmla="*/ 790016 w 1245803"/>
                <a:gd name="connsiteY18" fmla="*/ 196169 h 993048"/>
                <a:gd name="connsiteX19" fmla="*/ 786736 w 1245803"/>
                <a:gd name="connsiteY19" fmla="*/ 207672 h 993048"/>
                <a:gd name="connsiteX20" fmla="*/ 778652 w 1245803"/>
                <a:gd name="connsiteY20" fmla="*/ 211193 h 993048"/>
                <a:gd name="connsiteX21" fmla="*/ 770289 w 1245803"/>
                <a:gd name="connsiteY21" fmla="*/ 213544 h 993048"/>
                <a:gd name="connsiteX22" fmla="*/ 762473 w 1245803"/>
                <a:gd name="connsiteY22" fmla="*/ 210023 h 993048"/>
                <a:gd name="connsiteX23" fmla="*/ 756728 w 1245803"/>
                <a:gd name="connsiteY23" fmla="*/ 216162 h 993048"/>
                <a:gd name="connsiteX24" fmla="*/ 754249 w 1245803"/>
                <a:gd name="connsiteY24" fmla="*/ 230144 h 993048"/>
                <a:gd name="connsiteX25" fmla="*/ 747195 w 1245803"/>
                <a:gd name="connsiteY25" fmla="*/ 237452 h 993048"/>
                <a:gd name="connsiteX26" fmla="*/ 749737 w 1245803"/>
                <a:gd name="connsiteY26" fmla="*/ 242295 h 993048"/>
                <a:gd name="connsiteX27" fmla="*/ 757185 w 1245803"/>
                <a:gd name="connsiteY27" fmla="*/ 240070 h 993048"/>
                <a:gd name="connsiteX28" fmla="*/ 763451 w 1245803"/>
                <a:gd name="connsiteY28" fmla="*/ 255882 h 993048"/>
                <a:gd name="connsiteX29" fmla="*/ 782898 w 1245803"/>
                <a:gd name="connsiteY29" fmla="*/ 285420 h 993048"/>
                <a:gd name="connsiteX30" fmla="*/ 784067 w 1245803"/>
                <a:gd name="connsiteY30" fmla="*/ 304486 h 993048"/>
                <a:gd name="connsiteX31" fmla="*/ 790588 w 1245803"/>
                <a:gd name="connsiteY31" fmla="*/ 311273 h 993048"/>
                <a:gd name="connsiteX32" fmla="*/ 801950 w 1245803"/>
                <a:gd name="connsiteY32" fmla="*/ 320818 h 993048"/>
                <a:gd name="connsiteX33" fmla="*/ 793727 w 1245803"/>
                <a:gd name="connsiteY33" fmla="*/ 333884 h 993048"/>
                <a:gd name="connsiteX34" fmla="*/ 797248 w 1245803"/>
                <a:gd name="connsiteY34" fmla="*/ 346290 h 993048"/>
                <a:gd name="connsiteX35" fmla="*/ 806386 w 1245803"/>
                <a:gd name="connsiteY35" fmla="*/ 348641 h 993048"/>
                <a:gd name="connsiteX36" fmla="*/ 810962 w 1245803"/>
                <a:gd name="connsiteY36" fmla="*/ 356267 h 993048"/>
                <a:gd name="connsiteX37" fmla="*/ 820215 w 1245803"/>
                <a:gd name="connsiteY37" fmla="*/ 358885 h 993048"/>
                <a:gd name="connsiteX38" fmla="*/ 833129 w 1245803"/>
                <a:gd name="connsiteY38" fmla="*/ 380188 h 993048"/>
                <a:gd name="connsiteX39" fmla="*/ 847224 w 1245803"/>
                <a:gd name="connsiteY39" fmla="*/ 388805 h 993048"/>
                <a:gd name="connsiteX40" fmla="*/ 853122 w 1245803"/>
                <a:gd name="connsiteY40" fmla="*/ 394169 h 993048"/>
                <a:gd name="connsiteX41" fmla="*/ 602502 w 1245803"/>
                <a:gd name="connsiteY41" fmla="*/ 252463 h 993048"/>
                <a:gd name="connsiteX42" fmla="*/ 604446 w 1245803"/>
                <a:gd name="connsiteY42" fmla="*/ 224361 h 993048"/>
                <a:gd name="connsiteX43" fmla="*/ 630413 w 1245803"/>
                <a:gd name="connsiteY43" fmla="*/ 208422 h 993048"/>
                <a:gd name="connsiteX44" fmla="*/ 611882 w 1245803"/>
                <a:gd name="connsiteY44" fmla="*/ 172338 h 993048"/>
                <a:gd name="connsiteX45" fmla="*/ 611374 w 1245803"/>
                <a:gd name="connsiteY45" fmla="*/ 162398 h 993048"/>
                <a:gd name="connsiteX46" fmla="*/ 590084 w 1245803"/>
                <a:gd name="connsiteY46" fmla="*/ 140791 h 993048"/>
                <a:gd name="connsiteX47" fmla="*/ 588521 w 1245803"/>
                <a:gd name="connsiteY47" fmla="*/ 112435 h 993048"/>
                <a:gd name="connsiteX48" fmla="*/ 655071 w 1245803"/>
                <a:gd name="connsiteY48" fmla="*/ 53879 h 993048"/>
                <a:gd name="connsiteX49" fmla="*/ 669294 w 1245803"/>
                <a:gd name="connsiteY49" fmla="*/ 57793 h 993048"/>
                <a:gd name="connsiteX50" fmla="*/ 693062 w 1245803"/>
                <a:gd name="connsiteY50" fmla="*/ 44460 h 993048"/>
                <a:gd name="connsiteX51" fmla="*/ 740687 w 1245803"/>
                <a:gd name="connsiteY51" fmla="*/ 35563 h 993048"/>
                <a:gd name="connsiteX52" fmla="*/ 750995 w 1245803"/>
                <a:gd name="connsiteY52" fmla="*/ 41435 h 993048"/>
                <a:gd name="connsiteX53" fmla="*/ 773442 w 1245803"/>
                <a:gd name="connsiteY53" fmla="*/ 44969 h 993048"/>
                <a:gd name="connsiteX54" fmla="*/ 782339 w 1245803"/>
                <a:gd name="connsiteY54" fmla="*/ 37343 h 993048"/>
                <a:gd name="connsiteX55" fmla="*/ 810021 w 1245803"/>
                <a:gd name="connsiteY55" fmla="*/ 41003 h 993048"/>
                <a:gd name="connsiteX56" fmla="*/ 814330 w 1245803"/>
                <a:gd name="connsiteY56" fmla="*/ 19828 h 993048"/>
                <a:gd name="connsiteX57" fmla="*/ 829582 w 1245803"/>
                <a:gd name="connsiteY57" fmla="*/ 13028 h 993048"/>
                <a:gd name="connsiteX58" fmla="*/ 839090 w 1245803"/>
                <a:gd name="connsiteY58" fmla="*/ 1398 h 993048"/>
                <a:gd name="connsiteX59" fmla="*/ 845750 w 1245803"/>
                <a:gd name="connsiteY59" fmla="*/ 4538 h 993048"/>
                <a:gd name="connsiteX60" fmla="*/ 841695 w 1245803"/>
                <a:gd name="connsiteY60" fmla="*/ 18125 h 993048"/>
                <a:gd name="connsiteX61" fmla="*/ 825376 w 1245803"/>
                <a:gd name="connsiteY61" fmla="*/ 31979 h 993048"/>
                <a:gd name="connsiteX62" fmla="*/ 819020 w 1245803"/>
                <a:gd name="connsiteY62" fmla="*/ 47015 h 993048"/>
                <a:gd name="connsiteX63" fmla="*/ 838861 w 1245803"/>
                <a:gd name="connsiteY63" fmla="*/ 51858 h 993048"/>
                <a:gd name="connsiteX64" fmla="*/ 860392 w 1245803"/>
                <a:gd name="connsiteY64" fmla="*/ 57997 h 993048"/>
                <a:gd name="connsiteX65" fmla="*/ 864701 w 1245803"/>
                <a:gd name="connsiteY65" fmla="*/ 71457 h 993048"/>
                <a:gd name="connsiteX66" fmla="*/ 894328 w 1245803"/>
                <a:gd name="connsiteY66" fmla="*/ 72105 h 993048"/>
                <a:gd name="connsiteX67" fmla="*/ 911690 w 1245803"/>
                <a:gd name="connsiteY67" fmla="*/ 82184 h 993048"/>
                <a:gd name="connsiteX68" fmla="*/ 925773 w 1245803"/>
                <a:gd name="connsiteY68" fmla="*/ 79045 h 993048"/>
                <a:gd name="connsiteX69" fmla="*/ 933857 w 1245803"/>
                <a:gd name="connsiteY69" fmla="*/ 69487 h 993048"/>
                <a:gd name="connsiteX70" fmla="*/ 936729 w 1245803"/>
                <a:gd name="connsiteY70" fmla="*/ 48045 h 993048"/>
                <a:gd name="connsiteX71" fmla="*/ 953443 w 1245803"/>
                <a:gd name="connsiteY71" fmla="*/ 42706 h 993048"/>
                <a:gd name="connsiteX72" fmla="*/ 977326 w 1245803"/>
                <a:gd name="connsiteY72" fmla="*/ 36021 h 993048"/>
                <a:gd name="connsiteX73" fmla="*/ 989591 w 1245803"/>
                <a:gd name="connsiteY73" fmla="*/ 37864 h 993048"/>
                <a:gd name="connsiteX74" fmla="*/ 1005517 w 1245803"/>
                <a:gd name="connsiteY74" fmla="*/ 29361 h 993048"/>
                <a:gd name="connsiteX75" fmla="*/ 1014414 w 1245803"/>
                <a:gd name="connsiteY75" fmla="*/ 31712 h 993048"/>
                <a:gd name="connsiteX76" fmla="*/ 1025853 w 1245803"/>
                <a:gd name="connsiteY76" fmla="*/ 40876 h 993048"/>
                <a:gd name="connsiteX77" fmla="*/ 1050664 w 1245803"/>
                <a:gd name="connsiteY77" fmla="*/ 32500 h 993048"/>
                <a:gd name="connsiteX78" fmla="*/ 1072195 w 1245803"/>
                <a:gd name="connsiteY78" fmla="*/ 28446 h 993048"/>
                <a:gd name="connsiteX79" fmla="*/ 1094107 w 1245803"/>
                <a:gd name="connsiteY79" fmla="*/ 18392 h 993048"/>
                <a:gd name="connsiteX80" fmla="*/ 1114215 w 1245803"/>
                <a:gd name="connsiteY80" fmla="*/ 7156 h 993048"/>
                <a:gd name="connsiteX81" fmla="*/ 1114723 w 1245803"/>
                <a:gd name="connsiteY81" fmla="*/ 216 h 993048"/>
                <a:gd name="connsiteX82" fmla="*/ 1146054 w 1245803"/>
                <a:gd name="connsiteY82" fmla="*/ 4805 h 993048"/>
                <a:gd name="connsiteX83" fmla="*/ 1164458 w 1245803"/>
                <a:gd name="connsiteY83" fmla="*/ 1271 h 993048"/>
                <a:gd name="connsiteX84" fmla="*/ 1172084 w 1245803"/>
                <a:gd name="connsiteY84" fmla="*/ 0 h 993048"/>
                <a:gd name="connsiteX85" fmla="*/ 1178605 w 1245803"/>
                <a:gd name="connsiteY85" fmla="*/ 4182 h 993048"/>
                <a:gd name="connsiteX86" fmla="*/ 1181464 w 1245803"/>
                <a:gd name="connsiteY86" fmla="*/ 14769 h 993048"/>
                <a:gd name="connsiteX87" fmla="*/ 1148710 w 1245803"/>
                <a:gd name="connsiteY87" fmla="*/ 55569 h 993048"/>
                <a:gd name="connsiteX88" fmla="*/ 1158103 w 1245803"/>
                <a:gd name="connsiteY88" fmla="*/ 101707 h 993048"/>
                <a:gd name="connsiteX89" fmla="*/ 1175592 w 1245803"/>
                <a:gd name="connsiteY89" fmla="*/ 115968 h 993048"/>
                <a:gd name="connsiteX90" fmla="*/ 1196869 w 1245803"/>
                <a:gd name="connsiteY90" fmla="*/ 102355 h 993048"/>
                <a:gd name="connsiteX91" fmla="*/ 1245804 w 1245803"/>
                <a:gd name="connsiteY91" fmla="*/ 131589 h 993048"/>
                <a:gd name="connsiteX92" fmla="*/ 1177308 w 1245803"/>
                <a:gd name="connsiteY92" fmla="*/ 234059 h 993048"/>
                <a:gd name="connsiteX93" fmla="*/ 1171945 w 1245803"/>
                <a:gd name="connsiteY93" fmla="*/ 242168 h 993048"/>
                <a:gd name="connsiteX94" fmla="*/ 1176266 w 1245803"/>
                <a:gd name="connsiteY94" fmla="*/ 248523 h 993048"/>
                <a:gd name="connsiteX95" fmla="*/ 1182520 w 1245803"/>
                <a:gd name="connsiteY95" fmla="*/ 297266 h 993048"/>
                <a:gd name="connsiteX96" fmla="*/ 1182786 w 1245803"/>
                <a:gd name="connsiteY96" fmla="*/ 306291 h 993048"/>
                <a:gd name="connsiteX97" fmla="*/ 1180549 w 1245803"/>
                <a:gd name="connsiteY97" fmla="*/ 339871 h 993048"/>
                <a:gd name="connsiteX98" fmla="*/ 1147020 w 1245803"/>
                <a:gd name="connsiteY98" fmla="*/ 377404 h 993048"/>
                <a:gd name="connsiteX99" fmla="*/ 1162158 w 1245803"/>
                <a:gd name="connsiteY99" fmla="*/ 422487 h 993048"/>
                <a:gd name="connsiteX100" fmla="*/ 1137869 w 1245803"/>
                <a:gd name="connsiteY100" fmla="*/ 503121 h 993048"/>
                <a:gd name="connsiteX101" fmla="*/ 1090650 w 1245803"/>
                <a:gd name="connsiteY101" fmla="*/ 533625 h 993048"/>
                <a:gd name="connsiteX102" fmla="*/ 1042491 w 1245803"/>
                <a:gd name="connsiteY102" fmla="*/ 551254 h 993048"/>
                <a:gd name="connsiteX103" fmla="*/ 1031141 w 1245803"/>
                <a:gd name="connsiteY103" fmla="*/ 589957 h 993048"/>
                <a:gd name="connsiteX104" fmla="*/ 1063095 w 1245803"/>
                <a:gd name="connsiteY104" fmla="*/ 600938 h 993048"/>
                <a:gd name="connsiteX105" fmla="*/ 1096903 w 1245803"/>
                <a:gd name="connsiteY105" fmla="*/ 653216 h 993048"/>
                <a:gd name="connsiteX106" fmla="*/ 1145838 w 1245803"/>
                <a:gd name="connsiteY106" fmla="*/ 741310 h 993048"/>
                <a:gd name="connsiteX107" fmla="*/ 1190984 w 1245803"/>
                <a:gd name="connsiteY107" fmla="*/ 768878 h 993048"/>
                <a:gd name="connsiteX108" fmla="*/ 1158764 w 1245803"/>
                <a:gd name="connsiteY108" fmla="*/ 832010 h 993048"/>
                <a:gd name="connsiteX109" fmla="*/ 1175846 w 1245803"/>
                <a:gd name="connsiteY109" fmla="*/ 863519 h 993048"/>
                <a:gd name="connsiteX110" fmla="*/ 1119350 w 1245803"/>
                <a:gd name="connsiteY110" fmla="*/ 889651 h 993048"/>
                <a:gd name="connsiteX111" fmla="*/ 1019651 w 1245803"/>
                <a:gd name="connsiteY111" fmla="*/ 941153 h 993048"/>
                <a:gd name="connsiteX112" fmla="*/ 946821 w 1245803"/>
                <a:gd name="connsiteY112" fmla="*/ 993048 h 993048"/>
                <a:gd name="connsiteX113" fmla="*/ 941483 w 1245803"/>
                <a:gd name="connsiteY113" fmla="*/ 978012 h 993048"/>
                <a:gd name="connsiteX114" fmla="*/ 943047 w 1245803"/>
                <a:gd name="connsiteY114" fmla="*/ 914220 h 993048"/>
                <a:gd name="connsiteX115" fmla="*/ 899323 w 1245803"/>
                <a:gd name="connsiteY115" fmla="*/ 886130 h 993048"/>
                <a:gd name="connsiteX116" fmla="*/ 897112 w 1245803"/>
                <a:gd name="connsiteY116" fmla="*/ 846652 h 993048"/>
                <a:gd name="connsiteX117" fmla="*/ 863951 w 1245803"/>
                <a:gd name="connsiteY117" fmla="*/ 830129 h 993048"/>
                <a:gd name="connsiteX118" fmla="*/ 826253 w 1245803"/>
                <a:gd name="connsiteY118" fmla="*/ 862400 h 993048"/>
                <a:gd name="connsiteX119" fmla="*/ 782796 w 1245803"/>
                <a:gd name="connsiteY119" fmla="*/ 831298 h 993048"/>
                <a:gd name="connsiteX120" fmla="*/ 698223 w 1245803"/>
                <a:gd name="connsiteY120" fmla="*/ 874297 h 993048"/>
                <a:gd name="connsiteX121" fmla="*/ 657550 w 1245803"/>
                <a:gd name="connsiteY121" fmla="*/ 910368 h 993048"/>
                <a:gd name="connsiteX122" fmla="*/ 613445 w 1245803"/>
                <a:gd name="connsiteY122" fmla="*/ 842674 h 993048"/>
                <a:gd name="connsiteX123" fmla="*/ 604688 w 1245803"/>
                <a:gd name="connsiteY123" fmla="*/ 830523 h 993048"/>
                <a:gd name="connsiteX124" fmla="*/ 508637 w 1245803"/>
                <a:gd name="connsiteY124" fmla="*/ 811038 h 993048"/>
                <a:gd name="connsiteX125" fmla="*/ 474065 w 1245803"/>
                <a:gd name="connsiteY125" fmla="*/ 803984 h 993048"/>
                <a:gd name="connsiteX126" fmla="*/ 462067 w 1245803"/>
                <a:gd name="connsiteY126" fmla="*/ 777852 h 993048"/>
                <a:gd name="connsiteX127" fmla="*/ 451111 w 1245803"/>
                <a:gd name="connsiteY127" fmla="*/ 732998 h 993048"/>
                <a:gd name="connsiteX128" fmla="*/ 454619 w 1245803"/>
                <a:gd name="connsiteY128" fmla="*/ 713144 h 993048"/>
                <a:gd name="connsiteX129" fmla="*/ 455788 w 1245803"/>
                <a:gd name="connsiteY129" fmla="*/ 701908 h 993048"/>
                <a:gd name="connsiteX130" fmla="*/ 450958 w 1245803"/>
                <a:gd name="connsiteY130" fmla="*/ 696545 h 993048"/>
                <a:gd name="connsiteX131" fmla="*/ 448480 w 1245803"/>
                <a:gd name="connsiteY131" fmla="*/ 683085 h 993048"/>
                <a:gd name="connsiteX132" fmla="*/ 434498 w 1245803"/>
                <a:gd name="connsiteY132" fmla="*/ 683606 h 993048"/>
                <a:gd name="connsiteX133" fmla="*/ 417416 w 1245803"/>
                <a:gd name="connsiteY133" fmla="*/ 677327 h 993048"/>
                <a:gd name="connsiteX134" fmla="*/ 411404 w 1245803"/>
                <a:gd name="connsiteY134" fmla="*/ 671709 h 993048"/>
                <a:gd name="connsiteX135" fmla="*/ 410235 w 1245803"/>
                <a:gd name="connsiteY135" fmla="*/ 664007 h 993048"/>
                <a:gd name="connsiteX136" fmla="*/ 400842 w 1245803"/>
                <a:gd name="connsiteY136" fmla="*/ 659939 h 993048"/>
                <a:gd name="connsiteX137" fmla="*/ 377747 w 1245803"/>
                <a:gd name="connsiteY137" fmla="*/ 665303 h 993048"/>
                <a:gd name="connsiteX138" fmla="*/ 346150 w 1245803"/>
                <a:gd name="connsiteY138" fmla="*/ 689618 h 993048"/>
                <a:gd name="connsiteX139" fmla="*/ 331673 w 1245803"/>
                <a:gd name="connsiteY139" fmla="*/ 697244 h 993048"/>
                <a:gd name="connsiteX140" fmla="*/ 304664 w 1245803"/>
                <a:gd name="connsiteY140" fmla="*/ 699315 h 993048"/>
                <a:gd name="connsiteX141" fmla="*/ 265631 w 1245803"/>
                <a:gd name="connsiteY141" fmla="*/ 683898 h 993048"/>
                <a:gd name="connsiteX142" fmla="*/ 232584 w 1245803"/>
                <a:gd name="connsiteY142" fmla="*/ 688880 h 993048"/>
                <a:gd name="connsiteX143" fmla="*/ 214701 w 1245803"/>
                <a:gd name="connsiteY143" fmla="*/ 692274 h 993048"/>
                <a:gd name="connsiteX144" fmla="*/ 189141 w 1245803"/>
                <a:gd name="connsiteY144" fmla="*/ 684165 h 993048"/>
                <a:gd name="connsiteX145" fmla="*/ 246413 w 1245803"/>
                <a:gd name="connsiteY145" fmla="*/ 651614 h 993048"/>
                <a:gd name="connsiteX146" fmla="*/ 254763 w 1245803"/>
                <a:gd name="connsiteY146" fmla="*/ 600252 h 993048"/>
                <a:gd name="connsiteX147" fmla="*/ 175820 w 1245803"/>
                <a:gd name="connsiteY147" fmla="*/ 537260 h 993048"/>
                <a:gd name="connsiteX148" fmla="*/ 154416 w 1245803"/>
                <a:gd name="connsiteY148" fmla="*/ 521436 h 993048"/>
                <a:gd name="connsiteX149" fmla="*/ 148544 w 1245803"/>
                <a:gd name="connsiteY149" fmla="*/ 516352 h 993048"/>
                <a:gd name="connsiteX150" fmla="*/ 83722 w 1245803"/>
                <a:gd name="connsiteY150" fmla="*/ 472057 h 993048"/>
                <a:gd name="connsiteX151" fmla="*/ 92721 w 1245803"/>
                <a:gd name="connsiteY151" fmla="*/ 444870 h 993048"/>
                <a:gd name="connsiteX152" fmla="*/ 101860 w 1245803"/>
                <a:gd name="connsiteY152" fmla="*/ 429046 h 993048"/>
                <a:gd name="connsiteX153" fmla="*/ 99648 w 1245803"/>
                <a:gd name="connsiteY153" fmla="*/ 423174 h 993048"/>
                <a:gd name="connsiteX154" fmla="*/ 92594 w 1245803"/>
                <a:gd name="connsiteY154" fmla="*/ 422119 h 993048"/>
                <a:gd name="connsiteX155" fmla="*/ 63767 w 1245803"/>
                <a:gd name="connsiteY155" fmla="*/ 466160 h 993048"/>
                <a:gd name="connsiteX156" fmla="*/ 56586 w 1245803"/>
                <a:gd name="connsiteY156" fmla="*/ 475451 h 993048"/>
                <a:gd name="connsiteX157" fmla="*/ 50231 w 1245803"/>
                <a:gd name="connsiteY157" fmla="*/ 477929 h 993048"/>
                <a:gd name="connsiteX158" fmla="*/ 42134 w 1245803"/>
                <a:gd name="connsiteY158" fmla="*/ 475451 h 993048"/>
                <a:gd name="connsiteX159" fmla="*/ 24010 w 1245803"/>
                <a:gd name="connsiteY159" fmla="*/ 490995 h 993048"/>
                <a:gd name="connsiteX160" fmla="*/ 648 w 1245803"/>
                <a:gd name="connsiteY160" fmla="*/ 465117 h 993048"/>
                <a:gd name="connsiteX161" fmla="*/ 0 w 1245803"/>
                <a:gd name="connsiteY161" fmla="*/ 457491 h 993048"/>
                <a:gd name="connsiteX162" fmla="*/ 35881 w 1245803"/>
                <a:gd name="connsiteY162" fmla="*/ 431092 h 993048"/>
                <a:gd name="connsiteX163" fmla="*/ 63030 w 1245803"/>
                <a:gd name="connsiteY163" fmla="*/ 363525 h 993048"/>
                <a:gd name="connsiteX164" fmla="*/ 124903 w 1245803"/>
                <a:gd name="connsiteY164" fmla="*/ 337380 h 993048"/>
                <a:gd name="connsiteX165" fmla="*/ 165080 w 1245803"/>
                <a:gd name="connsiteY165" fmla="*/ 335549 h 993048"/>
                <a:gd name="connsiteX166" fmla="*/ 175909 w 1245803"/>
                <a:gd name="connsiteY166" fmla="*/ 349404 h 993048"/>
                <a:gd name="connsiteX167" fmla="*/ 171995 w 1245803"/>
                <a:gd name="connsiteY167" fmla="*/ 360004 h 993048"/>
                <a:gd name="connsiteX168" fmla="*/ 166389 w 1245803"/>
                <a:gd name="connsiteY168" fmla="*/ 368367 h 993048"/>
                <a:gd name="connsiteX169" fmla="*/ 153590 w 1245803"/>
                <a:gd name="connsiteY169" fmla="*/ 376209 h 993048"/>
                <a:gd name="connsiteX170" fmla="*/ 152688 w 1245803"/>
                <a:gd name="connsiteY170" fmla="*/ 381827 h 993048"/>
                <a:gd name="connsiteX171" fmla="*/ 165843 w 1245803"/>
                <a:gd name="connsiteY171" fmla="*/ 398948 h 993048"/>
                <a:gd name="connsiteX172" fmla="*/ 183637 w 1245803"/>
                <a:gd name="connsiteY172" fmla="*/ 410311 h 993048"/>
                <a:gd name="connsiteX173" fmla="*/ 201139 w 1245803"/>
                <a:gd name="connsiteY173" fmla="*/ 426834 h 993048"/>
                <a:gd name="connsiteX174" fmla="*/ 208422 w 1245803"/>
                <a:gd name="connsiteY174" fmla="*/ 429376 h 993048"/>
                <a:gd name="connsiteX175" fmla="*/ 214294 w 1245803"/>
                <a:gd name="connsiteY175" fmla="*/ 437739 h 993048"/>
                <a:gd name="connsiteX176" fmla="*/ 233220 w 1245803"/>
                <a:gd name="connsiteY176" fmla="*/ 452522 h 993048"/>
                <a:gd name="connsiteX177" fmla="*/ 245485 w 1245803"/>
                <a:gd name="connsiteY177" fmla="*/ 459309 h 993048"/>
                <a:gd name="connsiteX178" fmla="*/ 256924 w 1245803"/>
                <a:gd name="connsiteY178" fmla="*/ 478908 h 993048"/>
                <a:gd name="connsiteX179" fmla="*/ 264627 w 1245803"/>
                <a:gd name="connsiteY179" fmla="*/ 477205 h 993048"/>
                <a:gd name="connsiteX180" fmla="*/ 277553 w 1245803"/>
                <a:gd name="connsiteY180" fmla="*/ 459690 h 993048"/>
                <a:gd name="connsiteX181" fmla="*/ 281480 w 1245803"/>
                <a:gd name="connsiteY181" fmla="*/ 453424 h 993048"/>
                <a:gd name="connsiteX182" fmla="*/ 278341 w 1245803"/>
                <a:gd name="connsiteY182" fmla="*/ 438909 h 993048"/>
                <a:gd name="connsiteX183" fmla="*/ 269444 w 1245803"/>
                <a:gd name="connsiteY183" fmla="*/ 418649 h 993048"/>
                <a:gd name="connsiteX184" fmla="*/ 269571 w 1245803"/>
                <a:gd name="connsiteY184" fmla="*/ 396304 h 993048"/>
                <a:gd name="connsiteX185" fmla="*/ 359089 w 1245803"/>
                <a:gd name="connsiteY185" fmla="*/ 377493 h 993048"/>
                <a:gd name="connsiteX186" fmla="*/ 372549 w 1245803"/>
                <a:gd name="connsiteY186" fmla="*/ 413437 h 993048"/>
                <a:gd name="connsiteX187" fmla="*/ 402545 w 1245803"/>
                <a:gd name="connsiteY187" fmla="*/ 407082 h 993048"/>
                <a:gd name="connsiteX188" fmla="*/ 443002 w 1245803"/>
                <a:gd name="connsiteY188" fmla="*/ 387216 h 993048"/>
                <a:gd name="connsiteX189" fmla="*/ 503553 w 1245803"/>
                <a:gd name="connsiteY189" fmla="*/ 383162 h 993048"/>
                <a:gd name="connsiteX190" fmla="*/ 527563 w 1245803"/>
                <a:gd name="connsiteY190" fmla="*/ 352657 h 993048"/>
                <a:gd name="connsiteX191" fmla="*/ 572595 w 1245803"/>
                <a:gd name="connsiteY191" fmla="*/ 314756 h 99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1245803" h="993048">
                  <a:moveTo>
                    <a:pt x="853833" y="403028"/>
                  </a:moveTo>
                  <a:lnTo>
                    <a:pt x="867929" y="395059"/>
                  </a:lnTo>
                  <a:lnTo>
                    <a:pt x="873280" y="380696"/>
                  </a:lnTo>
                  <a:lnTo>
                    <a:pt x="862972" y="370744"/>
                  </a:lnTo>
                  <a:lnTo>
                    <a:pt x="849919" y="366041"/>
                  </a:lnTo>
                  <a:lnTo>
                    <a:pt x="832824" y="353331"/>
                  </a:lnTo>
                  <a:lnTo>
                    <a:pt x="832430" y="339617"/>
                  </a:lnTo>
                  <a:lnTo>
                    <a:pt x="824486" y="315569"/>
                  </a:lnTo>
                  <a:lnTo>
                    <a:pt x="825909" y="288255"/>
                  </a:lnTo>
                  <a:lnTo>
                    <a:pt x="810619" y="251942"/>
                  </a:lnTo>
                  <a:lnTo>
                    <a:pt x="814152" y="243833"/>
                  </a:lnTo>
                  <a:lnTo>
                    <a:pt x="806730" y="229979"/>
                  </a:lnTo>
                  <a:lnTo>
                    <a:pt x="810619" y="222073"/>
                  </a:lnTo>
                  <a:lnTo>
                    <a:pt x="813491" y="213697"/>
                  </a:lnTo>
                  <a:lnTo>
                    <a:pt x="813491" y="206782"/>
                  </a:lnTo>
                  <a:lnTo>
                    <a:pt x="806730" y="210176"/>
                  </a:lnTo>
                  <a:lnTo>
                    <a:pt x="799929" y="206363"/>
                  </a:lnTo>
                  <a:lnTo>
                    <a:pt x="798481" y="198000"/>
                  </a:lnTo>
                  <a:lnTo>
                    <a:pt x="790016" y="196169"/>
                  </a:lnTo>
                  <a:lnTo>
                    <a:pt x="786736" y="207672"/>
                  </a:lnTo>
                  <a:lnTo>
                    <a:pt x="778652" y="211193"/>
                  </a:lnTo>
                  <a:lnTo>
                    <a:pt x="770289" y="213544"/>
                  </a:lnTo>
                  <a:lnTo>
                    <a:pt x="762473" y="210023"/>
                  </a:lnTo>
                  <a:lnTo>
                    <a:pt x="756728" y="216162"/>
                  </a:lnTo>
                  <a:lnTo>
                    <a:pt x="754249" y="230144"/>
                  </a:lnTo>
                  <a:lnTo>
                    <a:pt x="747195" y="237452"/>
                  </a:lnTo>
                  <a:lnTo>
                    <a:pt x="749737" y="242295"/>
                  </a:lnTo>
                  <a:lnTo>
                    <a:pt x="757185" y="240070"/>
                  </a:lnTo>
                  <a:lnTo>
                    <a:pt x="763451" y="255882"/>
                  </a:lnTo>
                  <a:lnTo>
                    <a:pt x="782898" y="285420"/>
                  </a:lnTo>
                  <a:lnTo>
                    <a:pt x="784067" y="304486"/>
                  </a:lnTo>
                  <a:lnTo>
                    <a:pt x="790588" y="311273"/>
                  </a:lnTo>
                  <a:lnTo>
                    <a:pt x="801950" y="320818"/>
                  </a:lnTo>
                  <a:lnTo>
                    <a:pt x="793727" y="333884"/>
                  </a:lnTo>
                  <a:lnTo>
                    <a:pt x="797248" y="346290"/>
                  </a:lnTo>
                  <a:lnTo>
                    <a:pt x="806386" y="348641"/>
                  </a:lnTo>
                  <a:lnTo>
                    <a:pt x="810962" y="356267"/>
                  </a:lnTo>
                  <a:lnTo>
                    <a:pt x="820215" y="358885"/>
                  </a:lnTo>
                  <a:lnTo>
                    <a:pt x="833129" y="380188"/>
                  </a:lnTo>
                  <a:lnTo>
                    <a:pt x="847224" y="388805"/>
                  </a:lnTo>
                  <a:lnTo>
                    <a:pt x="853122" y="394169"/>
                  </a:lnTo>
                  <a:close/>
                  <a:moveTo>
                    <a:pt x="602502" y="252463"/>
                  </a:moveTo>
                  <a:lnTo>
                    <a:pt x="604446" y="224361"/>
                  </a:lnTo>
                  <a:lnTo>
                    <a:pt x="630413" y="208422"/>
                  </a:lnTo>
                  <a:lnTo>
                    <a:pt x="611882" y="172338"/>
                  </a:lnTo>
                  <a:lnTo>
                    <a:pt x="611374" y="162398"/>
                  </a:lnTo>
                  <a:lnTo>
                    <a:pt x="590084" y="140791"/>
                  </a:lnTo>
                  <a:lnTo>
                    <a:pt x="588521" y="112435"/>
                  </a:lnTo>
                  <a:lnTo>
                    <a:pt x="655071" y="53879"/>
                  </a:lnTo>
                  <a:lnTo>
                    <a:pt x="669294" y="57793"/>
                  </a:lnTo>
                  <a:lnTo>
                    <a:pt x="693062" y="44460"/>
                  </a:lnTo>
                  <a:lnTo>
                    <a:pt x="740687" y="35563"/>
                  </a:lnTo>
                  <a:lnTo>
                    <a:pt x="750995" y="41435"/>
                  </a:lnTo>
                  <a:lnTo>
                    <a:pt x="773442" y="44969"/>
                  </a:lnTo>
                  <a:lnTo>
                    <a:pt x="782339" y="37343"/>
                  </a:lnTo>
                  <a:lnTo>
                    <a:pt x="810021" y="41003"/>
                  </a:lnTo>
                  <a:lnTo>
                    <a:pt x="814330" y="19828"/>
                  </a:lnTo>
                  <a:lnTo>
                    <a:pt x="829582" y="13028"/>
                  </a:lnTo>
                  <a:lnTo>
                    <a:pt x="839090" y="1398"/>
                  </a:lnTo>
                  <a:lnTo>
                    <a:pt x="845750" y="4538"/>
                  </a:lnTo>
                  <a:lnTo>
                    <a:pt x="841695" y="18125"/>
                  </a:lnTo>
                  <a:lnTo>
                    <a:pt x="825376" y="31979"/>
                  </a:lnTo>
                  <a:lnTo>
                    <a:pt x="819020" y="47015"/>
                  </a:lnTo>
                  <a:lnTo>
                    <a:pt x="838861" y="51858"/>
                  </a:lnTo>
                  <a:lnTo>
                    <a:pt x="860392" y="57997"/>
                  </a:lnTo>
                  <a:lnTo>
                    <a:pt x="864701" y="71457"/>
                  </a:lnTo>
                  <a:lnTo>
                    <a:pt x="894328" y="72105"/>
                  </a:lnTo>
                  <a:lnTo>
                    <a:pt x="911690" y="82184"/>
                  </a:lnTo>
                  <a:lnTo>
                    <a:pt x="925773" y="79045"/>
                  </a:lnTo>
                  <a:lnTo>
                    <a:pt x="933857" y="69487"/>
                  </a:lnTo>
                  <a:lnTo>
                    <a:pt x="936729" y="48045"/>
                  </a:lnTo>
                  <a:lnTo>
                    <a:pt x="953443" y="42706"/>
                  </a:lnTo>
                  <a:lnTo>
                    <a:pt x="977326" y="36021"/>
                  </a:lnTo>
                  <a:lnTo>
                    <a:pt x="989591" y="37864"/>
                  </a:lnTo>
                  <a:lnTo>
                    <a:pt x="1005517" y="29361"/>
                  </a:lnTo>
                  <a:lnTo>
                    <a:pt x="1014414" y="31712"/>
                  </a:lnTo>
                  <a:lnTo>
                    <a:pt x="1025853" y="40876"/>
                  </a:lnTo>
                  <a:lnTo>
                    <a:pt x="1050664" y="32500"/>
                  </a:lnTo>
                  <a:lnTo>
                    <a:pt x="1072195" y="28446"/>
                  </a:lnTo>
                  <a:lnTo>
                    <a:pt x="1094107" y="18392"/>
                  </a:lnTo>
                  <a:lnTo>
                    <a:pt x="1114215" y="7156"/>
                  </a:lnTo>
                  <a:lnTo>
                    <a:pt x="1114723" y="216"/>
                  </a:lnTo>
                  <a:lnTo>
                    <a:pt x="1146054" y="4805"/>
                  </a:lnTo>
                  <a:lnTo>
                    <a:pt x="1164458" y="1271"/>
                  </a:lnTo>
                  <a:lnTo>
                    <a:pt x="1172084" y="0"/>
                  </a:lnTo>
                  <a:lnTo>
                    <a:pt x="1178605" y="4182"/>
                  </a:lnTo>
                  <a:lnTo>
                    <a:pt x="1181464" y="14769"/>
                  </a:lnTo>
                  <a:lnTo>
                    <a:pt x="1148710" y="55569"/>
                  </a:lnTo>
                  <a:lnTo>
                    <a:pt x="1158103" y="101707"/>
                  </a:lnTo>
                  <a:lnTo>
                    <a:pt x="1175592" y="115968"/>
                  </a:lnTo>
                  <a:lnTo>
                    <a:pt x="1196869" y="102355"/>
                  </a:lnTo>
                  <a:lnTo>
                    <a:pt x="1245804" y="131589"/>
                  </a:lnTo>
                  <a:lnTo>
                    <a:pt x="1177308" y="234059"/>
                  </a:lnTo>
                  <a:lnTo>
                    <a:pt x="1171945" y="242168"/>
                  </a:lnTo>
                  <a:lnTo>
                    <a:pt x="1176266" y="248523"/>
                  </a:lnTo>
                  <a:lnTo>
                    <a:pt x="1182520" y="297266"/>
                  </a:lnTo>
                  <a:lnTo>
                    <a:pt x="1182786" y="306291"/>
                  </a:lnTo>
                  <a:lnTo>
                    <a:pt x="1180549" y="339871"/>
                  </a:lnTo>
                  <a:lnTo>
                    <a:pt x="1147020" y="377404"/>
                  </a:lnTo>
                  <a:lnTo>
                    <a:pt x="1162158" y="422487"/>
                  </a:lnTo>
                  <a:lnTo>
                    <a:pt x="1137869" y="503121"/>
                  </a:lnTo>
                  <a:lnTo>
                    <a:pt x="1090650" y="533625"/>
                  </a:lnTo>
                  <a:lnTo>
                    <a:pt x="1042491" y="551254"/>
                  </a:lnTo>
                  <a:lnTo>
                    <a:pt x="1031141" y="589957"/>
                  </a:lnTo>
                  <a:lnTo>
                    <a:pt x="1063095" y="600938"/>
                  </a:lnTo>
                  <a:lnTo>
                    <a:pt x="1096903" y="653216"/>
                  </a:lnTo>
                  <a:lnTo>
                    <a:pt x="1145838" y="741310"/>
                  </a:lnTo>
                  <a:lnTo>
                    <a:pt x="1190984" y="768878"/>
                  </a:lnTo>
                  <a:lnTo>
                    <a:pt x="1158764" y="832010"/>
                  </a:lnTo>
                  <a:lnTo>
                    <a:pt x="1175846" y="863519"/>
                  </a:lnTo>
                  <a:lnTo>
                    <a:pt x="1119350" y="889651"/>
                  </a:lnTo>
                  <a:lnTo>
                    <a:pt x="1019651" y="941153"/>
                  </a:lnTo>
                  <a:lnTo>
                    <a:pt x="946821" y="993048"/>
                  </a:lnTo>
                  <a:lnTo>
                    <a:pt x="941483" y="978012"/>
                  </a:lnTo>
                  <a:lnTo>
                    <a:pt x="943047" y="914220"/>
                  </a:lnTo>
                  <a:lnTo>
                    <a:pt x="899323" y="886130"/>
                  </a:lnTo>
                  <a:lnTo>
                    <a:pt x="897112" y="846652"/>
                  </a:lnTo>
                  <a:lnTo>
                    <a:pt x="863951" y="830129"/>
                  </a:lnTo>
                  <a:lnTo>
                    <a:pt x="826253" y="862400"/>
                  </a:lnTo>
                  <a:lnTo>
                    <a:pt x="782796" y="831298"/>
                  </a:lnTo>
                  <a:lnTo>
                    <a:pt x="698223" y="874297"/>
                  </a:lnTo>
                  <a:lnTo>
                    <a:pt x="657550" y="910368"/>
                  </a:lnTo>
                  <a:lnTo>
                    <a:pt x="613445" y="842674"/>
                  </a:lnTo>
                  <a:lnTo>
                    <a:pt x="604688" y="830523"/>
                  </a:lnTo>
                  <a:lnTo>
                    <a:pt x="508637" y="811038"/>
                  </a:lnTo>
                  <a:lnTo>
                    <a:pt x="474065" y="803984"/>
                  </a:lnTo>
                  <a:lnTo>
                    <a:pt x="462067" y="777852"/>
                  </a:lnTo>
                  <a:lnTo>
                    <a:pt x="451111" y="732998"/>
                  </a:lnTo>
                  <a:lnTo>
                    <a:pt x="454619" y="713144"/>
                  </a:lnTo>
                  <a:lnTo>
                    <a:pt x="455788" y="701908"/>
                  </a:lnTo>
                  <a:lnTo>
                    <a:pt x="450958" y="696545"/>
                  </a:lnTo>
                  <a:lnTo>
                    <a:pt x="448480" y="683085"/>
                  </a:lnTo>
                  <a:lnTo>
                    <a:pt x="434498" y="683606"/>
                  </a:lnTo>
                  <a:lnTo>
                    <a:pt x="417416" y="677327"/>
                  </a:lnTo>
                  <a:lnTo>
                    <a:pt x="411404" y="671709"/>
                  </a:lnTo>
                  <a:lnTo>
                    <a:pt x="410235" y="664007"/>
                  </a:lnTo>
                  <a:lnTo>
                    <a:pt x="400842" y="659939"/>
                  </a:lnTo>
                  <a:lnTo>
                    <a:pt x="377747" y="665303"/>
                  </a:lnTo>
                  <a:lnTo>
                    <a:pt x="346150" y="689618"/>
                  </a:lnTo>
                  <a:lnTo>
                    <a:pt x="331673" y="697244"/>
                  </a:lnTo>
                  <a:lnTo>
                    <a:pt x="304664" y="699315"/>
                  </a:lnTo>
                  <a:lnTo>
                    <a:pt x="265631" y="683898"/>
                  </a:lnTo>
                  <a:lnTo>
                    <a:pt x="232584" y="688880"/>
                  </a:lnTo>
                  <a:lnTo>
                    <a:pt x="214701" y="692274"/>
                  </a:lnTo>
                  <a:lnTo>
                    <a:pt x="189141" y="684165"/>
                  </a:lnTo>
                  <a:lnTo>
                    <a:pt x="246413" y="651614"/>
                  </a:lnTo>
                  <a:lnTo>
                    <a:pt x="254763" y="600252"/>
                  </a:lnTo>
                  <a:lnTo>
                    <a:pt x="175820" y="537260"/>
                  </a:lnTo>
                  <a:lnTo>
                    <a:pt x="154416" y="521436"/>
                  </a:lnTo>
                  <a:lnTo>
                    <a:pt x="148544" y="516352"/>
                  </a:lnTo>
                  <a:lnTo>
                    <a:pt x="83722" y="472057"/>
                  </a:lnTo>
                  <a:lnTo>
                    <a:pt x="92721" y="444870"/>
                  </a:lnTo>
                  <a:lnTo>
                    <a:pt x="101860" y="429046"/>
                  </a:lnTo>
                  <a:lnTo>
                    <a:pt x="99648" y="423174"/>
                  </a:lnTo>
                  <a:lnTo>
                    <a:pt x="92594" y="422119"/>
                  </a:lnTo>
                  <a:lnTo>
                    <a:pt x="63767" y="466160"/>
                  </a:lnTo>
                  <a:lnTo>
                    <a:pt x="56586" y="475451"/>
                  </a:lnTo>
                  <a:lnTo>
                    <a:pt x="50231" y="477929"/>
                  </a:lnTo>
                  <a:lnTo>
                    <a:pt x="42134" y="475451"/>
                  </a:lnTo>
                  <a:lnTo>
                    <a:pt x="24010" y="490995"/>
                  </a:lnTo>
                  <a:lnTo>
                    <a:pt x="648" y="465117"/>
                  </a:lnTo>
                  <a:lnTo>
                    <a:pt x="0" y="457491"/>
                  </a:lnTo>
                  <a:lnTo>
                    <a:pt x="35881" y="431092"/>
                  </a:lnTo>
                  <a:lnTo>
                    <a:pt x="63030" y="363525"/>
                  </a:lnTo>
                  <a:lnTo>
                    <a:pt x="124903" y="337380"/>
                  </a:lnTo>
                  <a:lnTo>
                    <a:pt x="165080" y="335549"/>
                  </a:lnTo>
                  <a:lnTo>
                    <a:pt x="175909" y="349404"/>
                  </a:lnTo>
                  <a:lnTo>
                    <a:pt x="171995" y="360004"/>
                  </a:lnTo>
                  <a:lnTo>
                    <a:pt x="166389" y="368367"/>
                  </a:lnTo>
                  <a:lnTo>
                    <a:pt x="153590" y="376209"/>
                  </a:lnTo>
                  <a:lnTo>
                    <a:pt x="152688" y="381827"/>
                  </a:lnTo>
                  <a:lnTo>
                    <a:pt x="165843" y="398948"/>
                  </a:lnTo>
                  <a:lnTo>
                    <a:pt x="183637" y="410311"/>
                  </a:lnTo>
                  <a:lnTo>
                    <a:pt x="201139" y="426834"/>
                  </a:lnTo>
                  <a:lnTo>
                    <a:pt x="208422" y="429376"/>
                  </a:lnTo>
                  <a:lnTo>
                    <a:pt x="214294" y="437739"/>
                  </a:lnTo>
                  <a:lnTo>
                    <a:pt x="233220" y="452522"/>
                  </a:lnTo>
                  <a:lnTo>
                    <a:pt x="245485" y="459309"/>
                  </a:lnTo>
                  <a:lnTo>
                    <a:pt x="256924" y="478908"/>
                  </a:lnTo>
                  <a:lnTo>
                    <a:pt x="264627" y="477205"/>
                  </a:lnTo>
                  <a:lnTo>
                    <a:pt x="277553" y="459690"/>
                  </a:lnTo>
                  <a:lnTo>
                    <a:pt x="281480" y="453424"/>
                  </a:lnTo>
                  <a:lnTo>
                    <a:pt x="278341" y="438909"/>
                  </a:lnTo>
                  <a:lnTo>
                    <a:pt x="269444" y="418649"/>
                  </a:lnTo>
                  <a:lnTo>
                    <a:pt x="269571" y="396304"/>
                  </a:lnTo>
                  <a:lnTo>
                    <a:pt x="359089" y="377493"/>
                  </a:lnTo>
                  <a:lnTo>
                    <a:pt x="372549" y="413437"/>
                  </a:lnTo>
                  <a:lnTo>
                    <a:pt x="402545" y="407082"/>
                  </a:lnTo>
                  <a:lnTo>
                    <a:pt x="443002" y="387216"/>
                  </a:lnTo>
                  <a:lnTo>
                    <a:pt x="503553" y="383162"/>
                  </a:lnTo>
                  <a:lnTo>
                    <a:pt x="527563" y="352657"/>
                  </a:lnTo>
                  <a:lnTo>
                    <a:pt x="572595" y="314756"/>
                  </a:lnTo>
                  <a:close/>
                </a:path>
              </a:pathLst>
            </a:custGeom>
            <a:noFill/>
            <a:ln w="3810" cap="flat">
              <a:solidFill>
                <a:srgbClr val="E6E4E2"/>
              </a:solidFill>
              <a:prstDash val="solid"/>
              <a:miter/>
            </a:ln>
          </p:spPr>
          <p:txBody>
            <a:bodyPr rtlCol="0" anchor="ctr"/>
            <a:lstStyle/>
            <a:p>
              <a:endParaRPr lang="de-CH"/>
            </a:p>
          </p:txBody>
        </p:sp>
        <p:sp>
          <p:nvSpPr>
            <p:cNvPr id="92" name="Freihandform: Form 91">
              <a:extLst>
                <a:ext uri="{FF2B5EF4-FFF2-40B4-BE49-F238E27FC236}">
                  <a16:creationId xmlns:a16="http://schemas.microsoft.com/office/drawing/2014/main" id="{A17A5BDF-F845-E176-3A99-A407F45BF391}"/>
                </a:ext>
              </a:extLst>
            </p:cNvPr>
            <p:cNvSpPr/>
            <p:nvPr/>
          </p:nvSpPr>
          <p:spPr>
            <a:xfrm>
              <a:off x="5761819" y="2962472"/>
              <a:ext cx="949071" cy="672687"/>
            </a:xfrm>
            <a:custGeom>
              <a:avLst/>
              <a:gdLst>
                <a:gd name="connsiteX0" fmla="*/ 303024 w 949071"/>
                <a:gd name="connsiteY0" fmla="*/ 371456 h 672687"/>
                <a:gd name="connsiteX1" fmla="*/ 300482 w 949071"/>
                <a:gd name="connsiteY1" fmla="*/ 377328 h 672687"/>
                <a:gd name="connsiteX2" fmla="*/ 303113 w 949071"/>
                <a:gd name="connsiteY2" fmla="*/ 380874 h 672687"/>
                <a:gd name="connsiteX3" fmla="*/ 311184 w 949071"/>
                <a:gd name="connsiteY3" fmla="*/ 386225 h 672687"/>
                <a:gd name="connsiteX4" fmla="*/ 314997 w 949071"/>
                <a:gd name="connsiteY4" fmla="*/ 392110 h 672687"/>
                <a:gd name="connsiteX5" fmla="*/ 321124 w 949071"/>
                <a:gd name="connsiteY5" fmla="*/ 392758 h 672687"/>
                <a:gd name="connsiteX6" fmla="*/ 323869 w 949071"/>
                <a:gd name="connsiteY6" fmla="*/ 395300 h 672687"/>
                <a:gd name="connsiteX7" fmla="*/ 322827 w 949071"/>
                <a:gd name="connsiteY7" fmla="*/ 400384 h 672687"/>
                <a:gd name="connsiteX8" fmla="*/ 325966 w 949071"/>
                <a:gd name="connsiteY8" fmla="*/ 401426 h 672687"/>
                <a:gd name="connsiteX9" fmla="*/ 331304 w 949071"/>
                <a:gd name="connsiteY9" fmla="*/ 397245 h 672687"/>
                <a:gd name="connsiteX10" fmla="*/ 347217 w 949071"/>
                <a:gd name="connsiteY10" fmla="*/ 378040 h 672687"/>
                <a:gd name="connsiteX11" fmla="*/ 349061 w 949071"/>
                <a:gd name="connsiteY11" fmla="*/ 365329 h 672687"/>
                <a:gd name="connsiteX12" fmla="*/ 367706 w 949071"/>
                <a:gd name="connsiteY12" fmla="*/ 351882 h 672687"/>
                <a:gd name="connsiteX13" fmla="*/ 378675 w 949071"/>
                <a:gd name="connsiteY13" fmla="*/ 337507 h 672687"/>
                <a:gd name="connsiteX14" fmla="*/ 387153 w 949071"/>
                <a:gd name="connsiteY14" fmla="*/ 334965 h 672687"/>
                <a:gd name="connsiteX15" fmla="*/ 403854 w 949071"/>
                <a:gd name="connsiteY15" fmla="*/ 317857 h 672687"/>
                <a:gd name="connsiteX16" fmla="*/ 404642 w 949071"/>
                <a:gd name="connsiteY16" fmla="*/ 304638 h 672687"/>
                <a:gd name="connsiteX17" fmla="*/ 409599 w 949071"/>
                <a:gd name="connsiteY17" fmla="*/ 296148 h 672687"/>
                <a:gd name="connsiteX18" fmla="*/ 409866 w 949071"/>
                <a:gd name="connsiteY18" fmla="*/ 279942 h 672687"/>
                <a:gd name="connsiteX19" fmla="*/ 409078 w 949071"/>
                <a:gd name="connsiteY19" fmla="*/ 273155 h 672687"/>
                <a:gd name="connsiteX20" fmla="*/ 406066 w 949071"/>
                <a:gd name="connsiteY20" fmla="*/ 270143 h 672687"/>
                <a:gd name="connsiteX21" fmla="*/ 402037 w 949071"/>
                <a:gd name="connsiteY21" fmla="*/ 271960 h 672687"/>
                <a:gd name="connsiteX22" fmla="*/ 396025 w 949071"/>
                <a:gd name="connsiteY22" fmla="*/ 273663 h 672687"/>
                <a:gd name="connsiteX23" fmla="*/ 390419 w 949071"/>
                <a:gd name="connsiteY23" fmla="*/ 272100 h 672687"/>
                <a:gd name="connsiteX24" fmla="*/ 387877 w 949071"/>
                <a:gd name="connsiteY24" fmla="*/ 281366 h 672687"/>
                <a:gd name="connsiteX25" fmla="*/ 378485 w 949071"/>
                <a:gd name="connsiteY25" fmla="*/ 293275 h 672687"/>
                <a:gd name="connsiteX26" fmla="*/ 375472 w 949071"/>
                <a:gd name="connsiteY26" fmla="*/ 305032 h 672687"/>
                <a:gd name="connsiteX27" fmla="*/ 356165 w 949071"/>
                <a:gd name="connsiteY27" fmla="*/ 318899 h 672687"/>
                <a:gd name="connsiteX28" fmla="*/ 314222 w 949071"/>
                <a:gd name="connsiteY28" fmla="*/ 340506 h 672687"/>
                <a:gd name="connsiteX29" fmla="*/ 309252 w 949071"/>
                <a:gd name="connsiteY29" fmla="*/ 358301 h 672687"/>
                <a:gd name="connsiteX30" fmla="*/ 709268 w 949071"/>
                <a:gd name="connsiteY30" fmla="*/ 601752 h 672687"/>
                <a:gd name="connsiteX31" fmla="*/ 772565 w 949071"/>
                <a:gd name="connsiteY31" fmla="*/ 565807 h 672687"/>
                <a:gd name="connsiteX32" fmla="*/ 701311 w 949071"/>
                <a:gd name="connsiteY32" fmla="*/ 523470 h 672687"/>
                <a:gd name="connsiteX33" fmla="*/ 693748 w 949071"/>
                <a:gd name="connsiteY33" fmla="*/ 495228 h 672687"/>
                <a:gd name="connsiteX34" fmla="*/ 682118 w 949071"/>
                <a:gd name="connsiteY34" fmla="*/ 452750 h 672687"/>
                <a:gd name="connsiteX35" fmla="*/ 673641 w 949071"/>
                <a:gd name="connsiteY35" fmla="*/ 431066 h 672687"/>
                <a:gd name="connsiteX36" fmla="*/ 674429 w 949071"/>
                <a:gd name="connsiteY36" fmla="*/ 420898 h 672687"/>
                <a:gd name="connsiteX37" fmla="*/ 671887 w 949071"/>
                <a:gd name="connsiteY37" fmla="*/ 410311 h 672687"/>
                <a:gd name="connsiteX38" fmla="*/ 674747 w 949071"/>
                <a:gd name="connsiteY38" fmla="*/ 401960 h 672687"/>
                <a:gd name="connsiteX39" fmla="*/ 669015 w 949071"/>
                <a:gd name="connsiteY39" fmla="*/ 395605 h 672687"/>
                <a:gd name="connsiteX40" fmla="*/ 668366 w 949071"/>
                <a:gd name="connsiteY40" fmla="*/ 386708 h 672687"/>
                <a:gd name="connsiteX41" fmla="*/ 652695 w 949071"/>
                <a:gd name="connsiteY41" fmla="*/ 343188 h 672687"/>
                <a:gd name="connsiteX42" fmla="*/ 667171 w 949071"/>
                <a:gd name="connsiteY42" fmla="*/ 325279 h 672687"/>
                <a:gd name="connsiteX43" fmla="*/ 673971 w 949071"/>
                <a:gd name="connsiteY43" fmla="*/ 312480 h 672687"/>
                <a:gd name="connsiteX44" fmla="*/ 693278 w 949071"/>
                <a:gd name="connsiteY44" fmla="*/ 319649 h 672687"/>
                <a:gd name="connsiteX45" fmla="*/ 682983 w 949071"/>
                <a:gd name="connsiteY45" fmla="*/ 373248 h 672687"/>
                <a:gd name="connsiteX46" fmla="*/ 700586 w 949071"/>
                <a:gd name="connsiteY46" fmla="*/ 373248 h 672687"/>
                <a:gd name="connsiteX47" fmla="*/ 712992 w 949071"/>
                <a:gd name="connsiteY47" fmla="*/ 358733 h 672687"/>
                <a:gd name="connsiteX48" fmla="*/ 739874 w 949071"/>
                <a:gd name="connsiteY48" fmla="*/ 327224 h 672687"/>
                <a:gd name="connsiteX49" fmla="*/ 765459 w 949071"/>
                <a:gd name="connsiteY49" fmla="*/ 327224 h 672687"/>
                <a:gd name="connsiteX50" fmla="*/ 771446 w 949071"/>
                <a:gd name="connsiteY50" fmla="*/ 378472 h 672687"/>
                <a:gd name="connsiteX51" fmla="*/ 874805 w 949071"/>
                <a:gd name="connsiteY51" fmla="*/ 368532 h 672687"/>
                <a:gd name="connsiteX52" fmla="*/ 930006 w 949071"/>
                <a:gd name="connsiteY52" fmla="*/ 371074 h 672687"/>
                <a:gd name="connsiteX53" fmla="*/ 949071 w 949071"/>
                <a:gd name="connsiteY53" fmla="*/ 395516 h 672687"/>
                <a:gd name="connsiteX54" fmla="*/ 907127 w 949071"/>
                <a:gd name="connsiteY54" fmla="*/ 436036 h 672687"/>
                <a:gd name="connsiteX55" fmla="*/ 898230 w 949071"/>
                <a:gd name="connsiteY55" fmla="*/ 536155 h 672687"/>
                <a:gd name="connsiteX56" fmla="*/ 904229 w 949071"/>
                <a:gd name="connsiteY56" fmla="*/ 560863 h 672687"/>
                <a:gd name="connsiteX57" fmla="*/ 920143 w 949071"/>
                <a:gd name="connsiteY57" fmla="*/ 613394 h 672687"/>
                <a:gd name="connsiteX58" fmla="*/ 832188 w 949071"/>
                <a:gd name="connsiteY58" fmla="*/ 641763 h 672687"/>
                <a:gd name="connsiteX59" fmla="*/ 828273 w 949071"/>
                <a:gd name="connsiteY59" fmla="*/ 621491 h 672687"/>
                <a:gd name="connsiteX60" fmla="*/ 768103 w 949071"/>
                <a:gd name="connsiteY60" fmla="*/ 613000 h 672687"/>
                <a:gd name="connsiteX61" fmla="*/ 725969 w 949071"/>
                <a:gd name="connsiteY61" fmla="*/ 636794 h 672687"/>
                <a:gd name="connsiteX62" fmla="*/ 428690 w 949071"/>
                <a:gd name="connsiteY62" fmla="*/ 0 h 672687"/>
                <a:gd name="connsiteX63" fmla="*/ 536726 w 949071"/>
                <a:gd name="connsiteY63" fmla="*/ 11630 h 672687"/>
                <a:gd name="connsiteX64" fmla="*/ 540260 w 949071"/>
                <a:gd name="connsiteY64" fmla="*/ 31369 h 672687"/>
                <a:gd name="connsiteX65" fmla="*/ 532558 w 949071"/>
                <a:gd name="connsiteY65" fmla="*/ 36593 h 672687"/>
                <a:gd name="connsiteX66" fmla="*/ 523152 w 949071"/>
                <a:gd name="connsiteY66" fmla="*/ 37864 h 672687"/>
                <a:gd name="connsiteX67" fmla="*/ 512450 w 949071"/>
                <a:gd name="connsiteY67" fmla="*/ 43609 h 672687"/>
                <a:gd name="connsiteX68" fmla="*/ 502409 w 949071"/>
                <a:gd name="connsiteY68" fmla="*/ 56675 h 672687"/>
                <a:gd name="connsiteX69" fmla="*/ 488428 w 949071"/>
                <a:gd name="connsiteY69" fmla="*/ 62687 h 672687"/>
                <a:gd name="connsiteX70" fmla="*/ 483738 w 949071"/>
                <a:gd name="connsiteY70" fmla="*/ 74710 h 672687"/>
                <a:gd name="connsiteX71" fmla="*/ 491440 w 949071"/>
                <a:gd name="connsiteY71" fmla="*/ 77329 h 672687"/>
                <a:gd name="connsiteX72" fmla="*/ 495342 w 949071"/>
                <a:gd name="connsiteY72" fmla="*/ 77329 h 672687"/>
                <a:gd name="connsiteX73" fmla="*/ 498876 w 949071"/>
                <a:gd name="connsiteY73" fmla="*/ 70783 h 672687"/>
                <a:gd name="connsiteX74" fmla="*/ 505396 w 949071"/>
                <a:gd name="connsiteY74" fmla="*/ 70783 h 672687"/>
                <a:gd name="connsiteX75" fmla="*/ 507086 w 949071"/>
                <a:gd name="connsiteY75" fmla="*/ 77329 h 672687"/>
                <a:gd name="connsiteX76" fmla="*/ 510607 w 949071"/>
                <a:gd name="connsiteY76" fmla="*/ 75486 h 672687"/>
                <a:gd name="connsiteX77" fmla="*/ 514776 w 949071"/>
                <a:gd name="connsiteY77" fmla="*/ 77329 h 672687"/>
                <a:gd name="connsiteX78" fmla="*/ 515183 w 949071"/>
                <a:gd name="connsiteY78" fmla="*/ 82566 h 672687"/>
                <a:gd name="connsiteX79" fmla="*/ 520788 w 949071"/>
                <a:gd name="connsiteY79" fmla="*/ 82566 h 672687"/>
                <a:gd name="connsiteX80" fmla="*/ 535151 w 949071"/>
                <a:gd name="connsiteY80" fmla="*/ 71584 h 672687"/>
                <a:gd name="connsiteX81" fmla="*/ 497694 w 949071"/>
                <a:gd name="connsiteY81" fmla="*/ 123454 h 672687"/>
                <a:gd name="connsiteX82" fmla="*/ 543094 w 949071"/>
                <a:gd name="connsiteY82" fmla="*/ 165156 h 672687"/>
                <a:gd name="connsiteX83" fmla="*/ 601180 w 949071"/>
                <a:gd name="connsiteY83" fmla="*/ 149599 h 672687"/>
                <a:gd name="connsiteX84" fmla="*/ 601447 w 949071"/>
                <a:gd name="connsiteY84" fmla="*/ 222403 h 672687"/>
                <a:gd name="connsiteX85" fmla="*/ 601701 w 949071"/>
                <a:gd name="connsiteY85" fmla="*/ 266711 h 672687"/>
                <a:gd name="connsiteX86" fmla="*/ 583093 w 949071"/>
                <a:gd name="connsiteY86" fmla="*/ 302973 h 672687"/>
                <a:gd name="connsiteX87" fmla="*/ 587021 w 949071"/>
                <a:gd name="connsiteY87" fmla="*/ 396304 h 672687"/>
                <a:gd name="connsiteX88" fmla="*/ 598613 w 949071"/>
                <a:gd name="connsiteY88" fmla="*/ 450538 h 672687"/>
                <a:gd name="connsiteX89" fmla="*/ 571921 w 949071"/>
                <a:gd name="connsiteY89" fmla="*/ 474459 h 672687"/>
                <a:gd name="connsiteX90" fmla="*/ 669015 w 949071"/>
                <a:gd name="connsiteY90" fmla="*/ 570383 h 672687"/>
                <a:gd name="connsiteX91" fmla="*/ 571654 w 949071"/>
                <a:gd name="connsiteY91" fmla="*/ 609467 h 672687"/>
                <a:gd name="connsiteX92" fmla="*/ 491262 w 949071"/>
                <a:gd name="connsiteY92" fmla="*/ 670476 h 672687"/>
                <a:gd name="connsiteX93" fmla="*/ 404223 w 949071"/>
                <a:gd name="connsiteY93" fmla="*/ 628113 h 672687"/>
                <a:gd name="connsiteX94" fmla="*/ 369524 w 949071"/>
                <a:gd name="connsiteY94" fmla="*/ 653991 h 672687"/>
                <a:gd name="connsiteX95" fmla="*/ 303431 w 949071"/>
                <a:gd name="connsiteY95" fmla="*/ 627083 h 672687"/>
                <a:gd name="connsiteX96" fmla="*/ 258017 w 949071"/>
                <a:gd name="connsiteY96" fmla="*/ 651766 h 672687"/>
                <a:gd name="connsiteX97" fmla="*/ 214802 w 949071"/>
                <a:gd name="connsiteY97" fmla="*/ 672687 h 672687"/>
                <a:gd name="connsiteX98" fmla="*/ 164305 w 949071"/>
                <a:gd name="connsiteY98" fmla="*/ 628113 h 672687"/>
                <a:gd name="connsiteX99" fmla="*/ 124230 w 949071"/>
                <a:gd name="connsiteY99" fmla="*/ 618186 h 672687"/>
                <a:gd name="connsiteX100" fmla="*/ 96839 w 949071"/>
                <a:gd name="connsiteY100" fmla="*/ 581072 h 672687"/>
                <a:gd name="connsiteX101" fmla="*/ 54425 w 949071"/>
                <a:gd name="connsiteY101" fmla="*/ 581072 h 672687"/>
                <a:gd name="connsiteX102" fmla="*/ 10715 w 949071"/>
                <a:gd name="connsiteY102" fmla="*/ 579369 h 672687"/>
                <a:gd name="connsiteX103" fmla="*/ 42020 w 949071"/>
                <a:gd name="connsiteY103" fmla="*/ 523826 h 672687"/>
                <a:gd name="connsiteX104" fmla="*/ 45935 w 949071"/>
                <a:gd name="connsiteY104" fmla="*/ 516631 h 672687"/>
                <a:gd name="connsiteX105" fmla="*/ 28446 w 949071"/>
                <a:gd name="connsiteY105" fmla="*/ 484348 h 672687"/>
                <a:gd name="connsiteX106" fmla="*/ 0 w 949071"/>
                <a:gd name="connsiteY106" fmla="*/ 431943 h 672687"/>
                <a:gd name="connsiteX107" fmla="*/ 5478 w 949071"/>
                <a:gd name="connsiteY107" fmla="*/ 424089 h 672687"/>
                <a:gd name="connsiteX108" fmla="*/ 47231 w 949071"/>
                <a:gd name="connsiteY108" fmla="*/ 363080 h 672687"/>
                <a:gd name="connsiteX109" fmla="*/ 48693 w 949071"/>
                <a:gd name="connsiteY109" fmla="*/ 354449 h 672687"/>
                <a:gd name="connsiteX110" fmla="*/ 56637 w 949071"/>
                <a:gd name="connsiteY110" fmla="*/ 309112 h 672687"/>
                <a:gd name="connsiteX111" fmla="*/ 54946 w 949071"/>
                <a:gd name="connsiteY111" fmla="*/ 255119 h 672687"/>
                <a:gd name="connsiteX112" fmla="*/ 87395 w 949071"/>
                <a:gd name="connsiteY112" fmla="*/ 223903 h 672687"/>
                <a:gd name="connsiteX113" fmla="*/ 105419 w 949071"/>
                <a:gd name="connsiteY113" fmla="*/ 206248 h 672687"/>
                <a:gd name="connsiteX114" fmla="*/ 133597 w 949071"/>
                <a:gd name="connsiteY114" fmla="*/ 217217 h 672687"/>
                <a:gd name="connsiteX115" fmla="*/ 121853 w 949071"/>
                <a:gd name="connsiteY115" fmla="*/ 255920 h 672687"/>
                <a:gd name="connsiteX116" fmla="*/ 139457 w 949071"/>
                <a:gd name="connsiteY116" fmla="*/ 263228 h 672687"/>
                <a:gd name="connsiteX117" fmla="*/ 186726 w 949071"/>
                <a:gd name="connsiteY117" fmla="*/ 174740 h 672687"/>
                <a:gd name="connsiteX118" fmla="*/ 231987 w 949071"/>
                <a:gd name="connsiteY118" fmla="*/ 141160 h 672687"/>
                <a:gd name="connsiteX119" fmla="*/ 247659 w 949071"/>
                <a:gd name="connsiteY119" fmla="*/ 123251 h 672687"/>
                <a:gd name="connsiteX120" fmla="*/ 217154 w 949071"/>
                <a:gd name="connsiteY120" fmla="*/ 68749 h 672687"/>
                <a:gd name="connsiteX121" fmla="*/ 241430 w 949071"/>
                <a:gd name="connsiteY121" fmla="*/ 51489 h 672687"/>
                <a:gd name="connsiteX122" fmla="*/ 292271 w 949071"/>
                <a:gd name="connsiteY122" fmla="*/ 26399 h 672687"/>
                <a:gd name="connsiteX123" fmla="*/ 323843 w 949071"/>
                <a:gd name="connsiteY123" fmla="*/ 40520 h 672687"/>
                <a:gd name="connsiteX124" fmla="*/ 376947 w 949071"/>
                <a:gd name="connsiteY124" fmla="*/ 21455 h 672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949071" h="672687">
                  <a:moveTo>
                    <a:pt x="303024" y="371456"/>
                  </a:moveTo>
                  <a:lnTo>
                    <a:pt x="300482" y="377328"/>
                  </a:lnTo>
                  <a:lnTo>
                    <a:pt x="303113" y="380874"/>
                  </a:lnTo>
                  <a:lnTo>
                    <a:pt x="311184" y="386225"/>
                  </a:lnTo>
                  <a:lnTo>
                    <a:pt x="314997" y="392110"/>
                  </a:lnTo>
                  <a:lnTo>
                    <a:pt x="321124" y="392758"/>
                  </a:lnTo>
                  <a:lnTo>
                    <a:pt x="323869" y="395300"/>
                  </a:lnTo>
                  <a:lnTo>
                    <a:pt x="322827" y="400384"/>
                  </a:lnTo>
                  <a:lnTo>
                    <a:pt x="325966" y="401426"/>
                  </a:lnTo>
                  <a:lnTo>
                    <a:pt x="331304" y="397245"/>
                  </a:lnTo>
                  <a:lnTo>
                    <a:pt x="347217" y="378040"/>
                  </a:lnTo>
                  <a:lnTo>
                    <a:pt x="349061" y="365329"/>
                  </a:lnTo>
                  <a:lnTo>
                    <a:pt x="367706" y="351882"/>
                  </a:lnTo>
                  <a:lnTo>
                    <a:pt x="378675" y="337507"/>
                  </a:lnTo>
                  <a:lnTo>
                    <a:pt x="387153" y="334965"/>
                  </a:lnTo>
                  <a:lnTo>
                    <a:pt x="403854" y="317857"/>
                  </a:lnTo>
                  <a:lnTo>
                    <a:pt x="404642" y="304638"/>
                  </a:lnTo>
                  <a:lnTo>
                    <a:pt x="409599" y="296148"/>
                  </a:lnTo>
                  <a:lnTo>
                    <a:pt x="409866" y="279942"/>
                  </a:lnTo>
                  <a:lnTo>
                    <a:pt x="409078" y="273155"/>
                  </a:lnTo>
                  <a:lnTo>
                    <a:pt x="406066" y="270143"/>
                  </a:lnTo>
                  <a:lnTo>
                    <a:pt x="402037" y="271960"/>
                  </a:lnTo>
                  <a:lnTo>
                    <a:pt x="396025" y="273663"/>
                  </a:lnTo>
                  <a:lnTo>
                    <a:pt x="390419" y="272100"/>
                  </a:lnTo>
                  <a:lnTo>
                    <a:pt x="387877" y="281366"/>
                  </a:lnTo>
                  <a:lnTo>
                    <a:pt x="378485" y="293275"/>
                  </a:lnTo>
                  <a:lnTo>
                    <a:pt x="375472" y="305032"/>
                  </a:lnTo>
                  <a:lnTo>
                    <a:pt x="356165" y="318899"/>
                  </a:lnTo>
                  <a:lnTo>
                    <a:pt x="314222" y="340506"/>
                  </a:lnTo>
                  <a:lnTo>
                    <a:pt x="309252" y="358301"/>
                  </a:lnTo>
                  <a:close/>
                  <a:moveTo>
                    <a:pt x="709268" y="601752"/>
                  </a:moveTo>
                  <a:lnTo>
                    <a:pt x="772565" y="565807"/>
                  </a:lnTo>
                  <a:lnTo>
                    <a:pt x="701311" y="523470"/>
                  </a:lnTo>
                  <a:lnTo>
                    <a:pt x="693748" y="495228"/>
                  </a:lnTo>
                  <a:lnTo>
                    <a:pt x="682118" y="452750"/>
                  </a:lnTo>
                  <a:lnTo>
                    <a:pt x="673641" y="431066"/>
                  </a:lnTo>
                  <a:lnTo>
                    <a:pt x="674429" y="420898"/>
                  </a:lnTo>
                  <a:lnTo>
                    <a:pt x="671887" y="410311"/>
                  </a:lnTo>
                  <a:lnTo>
                    <a:pt x="674747" y="401960"/>
                  </a:lnTo>
                  <a:lnTo>
                    <a:pt x="669015" y="395605"/>
                  </a:lnTo>
                  <a:lnTo>
                    <a:pt x="668366" y="386708"/>
                  </a:lnTo>
                  <a:lnTo>
                    <a:pt x="652695" y="343188"/>
                  </a:lnTo>
                  <a:lnTo>
                    <a:pt x="667171" y="325279"/>
                  </a:lnTo>
                  <a:lnTo>
                    <a:pt x="673971" y="312480"/>
                  </a:lnTo>
                  <a:lnTo>
                    <a:pt x="693278" y="319649"/>
                  </a:lnTo>
                  <a:lnTo>
                    <a:pt x="682983" y="373248"/>
                  </a:lnTo>
                  <a:lnTo>
                    <a:pt x="700586" y="373248"/>
                  </a:lnTo>
                  <a:lnTo>
                    <a:pt x="712992" y="358733"/>
                  </a:lnTo>
                  <a:lnTo>
                    <a:pt x="739874" y="327224"/>
                  </a:lnTo>
                  <a:lnTo>
                    <a:pt x="765459" y="327224"/>
                  </a:lnTo>
                  <a:lnTo>
                    <a:pt x="771446" y="378472"/>
                  </a:lnTo>
                  <a:lnTo>
                    <a:pt x="874805" y="368532"/>
                  </a:lnTo>
                  <a:lnTo>
                    <a:pt x="930006" y="371074"/>
                  </a:lnTo>
                  <a:lnTo>
                    <a:pt x="949071" y="395516"/>
                  </a:lnTo>
                  <a:lnTo>
                    <a:pt x="907127" y="436036"/>
                  </a:lnTo>
                  <a:lnTo>
                    <a:pt x="898230" y="536155"/>
                  </a:lnTo>
                  <a:lnTo>
                    <a:pt x="904229" y="560863"/>
                  </a:lnTo>
                  <a:lnTo>
                    <a:pt x="920143" y="613394"/>
                  </a:lnTo>
                  <a:lnTo>
                    <a:pt x="832188" y="641763"/>
                  </a:lnTo>
                  <a:lnTo>
                    <a:pt x="828273" y="621491"/>
                  </a:lnTo>
                  <a:lnTo>
                    <a:pt x="768103" y="613000"/>
                  </a:lnTo>
                  <a:lnTo>
                    <a:pt x="725969" y="636794"/>
                  </a:lnTo>
                  <a:close/>
                  <a:moveTo>
                    <a:pt x="428690" y="0"/>
                  </a:moveTo>
                  <a:lnTo>
                    <a:pt x="536726" y="11630"/>
                  </a:lnTo>
                  <a:lnTo>
                    <a:pt x="540260" y="31369"/>
                  </a:lnTo>
                  <a:lnTo>
                    <a:pt x="532558" y="36593"/>
                  </a:lnTo>
                  <a:lnTo>
                    <a:pt x="523152" y="37864"/>
                  </a:lnTo>
                  <a:lnTo>
                    <a:pt x="512450" y="43609"/>
                  </a:lnTo>
                  <a:lnTo>
                    <a:pt x="502409" y="56675"/>
                  </a:lnTo>
                  <a:lnTo>
                    <a:pt x="488428" y="62687"/>
                  </a:lnTo>
                  <a:lnTo>
                    <a:pt x="483738" y="74710"/>
                  </a:lnTo>
                  <a:lnTo>
                    <a:pt x="491440" y="77329"/>
                  </a:lnTo>
                  <a:lnTo>
                    <a:pt x="495342" y="77329"/>
                  </a:lnTo>
                  <a:lnTo>
                    <a:pt x="498876" y="70783"/>
                  </a:lnTo>
                  <a:lnTo>
                    <a:pt x="505396" y="70783"/>
                  </a:lnTo>
                  <a:lnTo>
                    <a:pt x="507086" y="77329"/>
                  </a:lnTo>
                  <a:lnTo>
                    <a:pt x="510607" y="75486"/>
                  </a:lnTo>
                  <a:lnTo>
                    <a:pt x="514776" y="77329"/>
                  </a:lnTo>
                  <a:lnTo>
                    <a:pt x="515183" y="82566"/>
                  </a:lnTo>
                  <a:lnTo>
                    <a:pt x="520788" y="82566"/>
                  </a:lnTo>
                  <a:lnTo>
                    <a:pt x="535151" y="71584"/>
                  </a:lnTo>
                  <a:lnTo>
                    <a:pt x="497694" y="123454"/>
                  </a:lnTo>
                  <a:lnTo>
                    <a:pt x="543094" y="165156"/>
                  </a:lnTo>
                  <a:lnTo>
                    <a:pt x="601180" y="149599"/>
                  </a:lnTo>
                  <a:lnTo>
                    <a:pt x="601447" y="222403"/>
                  </a:lnTo>
                  <a:lnTo>
                    <a:pt x="601701" y="266711"/>
                  </a:lnTo>
                  <a:lnTo>
                    <a:pt x="583093" y="302973"/>
                  </a:lnTo>
                  <a:lnTo>
                    <a:pt x="587021" y="396304"/>
                  </a:lnTo>
                  <a:lnTo>
                    <a:pt x="598613" y="450538"/>
                  </a:lnTo>
                  <a:lnTo>
                    <a:pt x="571921" y="474459"/>
                  </a:lnTo>
                  <a:lnTo>
                    <a:pt x="669015" y="570383"/>
                  </a:lnTo>
                  <a:lnTo>
                    <a:pt x="571654" y="609467"/>
                  </a:lnTo>
                  <a:lnTo>
                    <a:pt x="491262" y="670476"/>
                  </a:lnTo>
                  <a:lnTo>
                    <a:pt x="404223" y="628113"/>
                  </a:lnTo>
                  <a:lnTo>
                    <a:pt x="369524" y="653991"/>
                  </a:lnTo>
                  <a:lnTo>
                    <a:pt x="303431" y="627083"/>
                  </a:lnTo>
                  <a:lnTo>
                    <a:pt x="258017" y="651766"/>
                  </a:lnTo>
                  <a:lnTo>
                    <a:pt x="214802" y="672687"/>
                  </a:lnTo>
                  <a:lnTo>
                    <a:pt x="164305" y="628113"/>
                  </a:lnTo>
                  <a:lnTo>
                    <a:pt x="124230" y="618186"/>
                  </a:lnTo>
                  <a:lnTo>
                    <a:pt x="96839" y="581072"/>
                  </a:lnTo>
                  <a:lnTo>
                    <a:pt x="54425" y="581072"/>
                  </a:lnTo>
                  <a:lnTo>
                    <a:pt x="10715" y="579369"/>
                  </a:lnTo>
                  <a:lnTo>
                    <a:pt x="42020" y="523826"/>
                  </a:lnTo>
                  <a:lnTo>
                    <a:pt x="45935" y="516631"/>
                  </a:lnTo>
                  <a:lnTo>
                    <a:pt x="28446" y="484348"/>
                  </a:lnTo>
                  <a:lnTo>
                    <a:pt x="0" y="431943"/>
                  </a:lnTo>
                  <a:lnTo>
                    <a:pt x="5478" y="424089"/>
                  </a:lnTo>
                  <a:lnTo>
                    <a:pt x="47231" y="363080"/>
                  </a:lnTo>
                  <a:lnTo>
                    <a:pt x="48693" y="354449"/>
                  </a:lnTo>
                  <a:lnTo>
                    <a:pt x="56637" y="309112"/>
                  </a:lnTo>
                  <a:lnTo>
                    <a:pt x="54946" y="255119"/>
                  </a:lnTo>
                  <a:lnTo>
                    <a:pt x="87395" y="223903"/>
                  </a:lnTo>
                  <a:lnTo>
                    <a:pt x="105419" y="206248"/>
                  </a:lnTo>
                  <a:lnTo>
                    <a:pt x="133597" y="217217"/>
                  </a:lnTo>
                  <a:lnTo>
                    <a:pt x="121853" y="255920"/>
                  </a:lnTo>
                  <a:lnTo>
                    <a:pt x="139457" y="263228"/>
                  </a:lnTo>
                  <a:lnTo>
                    <a:pt x="186726" y="174740"/>
                  </a:lnTo>
                  <a:lnTo>
                    <a:pt x="231987" y="141160"/>
                  </a:lnTo>
                  <a:lnTo>
                    <a:pt x="247659" y="123251"/>
                  </a:lnTo>
                  <a:lnTo>
                    <a:pt x="217154" y="68749"/>
                  </a:lnTo>
                  <a:lnTo>
                    <a:pt x="241430" y="51489"/>
                  </a:lnTo>
                  <a:lnTo>
                    <a:pt x="292271" y="26399"/>
                  </a:lnTo>
                  <a:lnTo>
                    <a:pt x="323843" y="40520"/>
                  </a:lnTo>
                  <a:lnTo>
                    <a:pt x="376947" y="21455"/>
                  </a:lnTo>
                  <a:close/>
                </a:path>
              </a:pathLst>
            </a:custGeom>
            <a:solidFill>
              <a:srgbClr val="FFFFFF"/>
            </a:solidFill>
            <a:ln w="12700" cap="flat">
              <a:noFill/>
              <a:prstDash val="solid"/>
              <a:miter/>
            </a:ln>
          </p:spPr>
          <p:txBody>
            <a:bodyPr rtlCol="0" anchor="ctr"/>
            <a:lstStyle/>
            <a:p>
              <a:endParaRPr lang="de-CH"/>
            </a:p>
          </p:txBody>
        </p:sp>
        <p:sp>
          <p:nvSpPr>
            <p:cNvPr id="93" name="Freihandform: Form 92">
              <a:extLst>
                <a:ext uri="{FF2B5EF4-FFF2-40B4-BE49-F238E27FC236}">
                  <a16:creationId xmlns:a16="http://schemas.microsoft.com/office/drawing/2014/main" id="{9E0E3490-8CD8-78A4-DA84-02C141613965}"/>
                </a:ext>
              </a:extLst>
            </p:cNvPr>
            <p:cNvSpPr/>
            <p:nvPr/>
          </p:nvSpPr>
          <p:spPr>
            <a:xfrm>
              <a:off x="5761819" y="2962472"/>
              <a:ext cx="949071" cy="672687"/>
            </a:xfrm>
            <a:custGeom>
              <a:avLst/>
              <a:gdLst>
                <a:gd name="connsiteX0" fmla="*/ 303024 w 949071"/>
                <a:gd name="connsiteY0" fmla="*/ 371456 h 672687"/>
                <a:gd name="connsiteX1" fmla="*/ 300482 w 949071"/>
                <a:gd name="connsiteY1" fmla="*/ 377328 h 672687"/>
                <a:gd name="connsiteX2" fmla="*/ 303113 w 949071"/>
                <a:gd name="connsiteY2" fmla="*/ 380874 h 672687"/>
                <a:gd name="connsiteX3" fmla="*/ 311184 w 949071"/>
                <a:gd name="connsiteY3" fmla="*/ 386225 h 672687"/>
                <a:gd name="connsiteX4" fmla="*/ 314997 w 949071"/>
                <a:gd name="connsiteY4" fmla="*/ 392110 h 672687"/>
                <a:gd name="connsiteX5" fmla="*/ 321124 w 949071"/>
                <a:gd name="connsiteY5" fmla="*/ 392758 h 672687"/>
                <a:gd name="connsiteX6" fmla="*/ 323869 w 949071"/>
                <a:gd name="connsiteY6" fmla="*/ 395300 h 672687"/>
                <a:gd name="connsiteX7" fmla="*/ 322827 w 949071"/>
                <a:gd name="connsiteY7" fmla="*/ 400384 h 672687"/>
                <a:gd name="connsiteX8" fmla="*/ 325966 w 949071"/>
                <a:gd name="connsiteY8" fmla="*/ 401426 h 672687"/>
                <a:gd name="connsiteX9" fmla="*/ 331304 w 949071"/>
                <a:gd name="connsiteY9" fmla="*/ 397245 h 672687"/>
                <a:gd name="connsiteX10" fmla="*/ 347217 w 949071"/>
                <a:gd name="connsiteY10" fmla="*/ 378040 h 672687"/>
                <a:gd name="connsiteX11" fmla="*/ 349061 w 949071"/>
                <a:gd name="connsiteY11" fmla="*/ 365329 h 672687"/>
                <a:gd name="connsiteX12" fmla="*/ 367706 w 949071"/>
                <a:gd name="connsiteY12" fmla="*/ 351882 h 672687"/>
                <a:gd name="connsiteX13" fmla="*/ 378675 w 949071"/>
                <a:gd name="connsiteY13" fmla="*/ 337507 h 672687"/>
                <a:gd name="connsiteX14" fmla="*/ 387153 w 949071"/>
                <a:gd name="connsiteY14" fmla="*/ 334965 h 672687"/>
                <a:gd name="connsiteX15" fmla="*/ 403854 w 949071"/>
                <a:gd name="connsiteY15" fmla="*/ 317857 h 672687"/>
                <a:gd name="connsiteX16" fmla="*/ 404642 w 949071"/>
                <a:gd name="connsiteY16" fmla="*/ 304638 h 672687"/>
                <a:gd name="connsiteX17" fmla="*/ 409599 w 949071"/>
                <a:gd name="connsiteY17" fmla="*/ 296148 h 672687"/>
                <a:gd name="connsiteX18" fmla="*/ 409866 w 949071"/>
                <a:gd name="connsiteY18" fmla="*/ 279942 h 672687"/>
                <a:gd name="connsiteX19" fmla="*/ 409078 w 949071"/>
                <a:gd name="connsiteY19" fmla="*/ 273155 h 672687"/>
                <a:gd name="connsiteX20" fmla="*/ 406066 w 949071"/>
                <a:gd name="connsiteY20" fmla="*/ 270143 h 672687"/>
                <a:gd name="connsiteX21" fmla="*/ 402037 w 949071"/>
                <a:gd name="connsiteY21" fmla="*/ 271960 h 672687"/>
                <a:gd name="connsiteX22" fmla="*/ 396025 w 949071"/>
                <a:gd name="connsiteY22" fmla="*/ 273663 h 672687"/>
                <a:gd name="connsiteX23" fmla="*/ 390419 w 949071"/>
                <a:gd name="connsiteY23" fmla="*/ 272100 h 672687"/>
                <a:gd name="connsiteX24" fmla="*/ 387877 w 949071"/>
                <a:gd name="connsiteY24" fmla="*/ 281366 h 672687"/>
                <a:gd name="connsiteX25" fmla="*/ 378485 w 949071"/>
                <a:gd name="connsiteY25" fmla="*/ 293275 h 672687"/>
                <a:gd name="connsiteX26" fmla="*/ 375472 w 949071"/>
                <a:gd name="connsiteY26" fmla="*/ 305032 h 672687"/>
                <a:gd name="connsiteX27" fmla="*/ 356165 w 949071"/>
                <a:gd name="connsiteY27" fmla="*/ 318899 h 672687"/>
                <a:gd name="connsiteX28" fmla="*/ 314222 w 949071"/>
                <a:gd name="connsiteY28" fmla="*/ 340506 h 672687"/>
                <a:gd name="connsiteX29" fmla="*/ 309252 w 949071"/>
                <a:gd name="connsiteY29" fmla="*/ 358301 h 672687"/>
                <a:gd name="connsiteX30" fmla="*/ 709268 w 949071"/>
                <a:gd name="connsiteY30" fmla="*/ 601752 h 672687"/>
                <a:gd name="connsiteX31" fmla="*/ 772565 w 949071"/>
                <a:gd name="connsiteY31" fmla="*/ 565807 h 672687"/>
                <a:gd name="connsiteX32" fmla="*/ 701311 w 949071"/>
                <a:gd name="connsiteY32" fmla="*/ 523470 h 672687"/>
                <a:gd name="connsiteX33" fmla="*/ 693748 w 949071"/>
                <a:gd name="connsiteY33" fmla="*/ 495228 h 672687"/>
                <a:gd name="connsiteX34" fmla="*/ 682118 w 949071"/>
                <a:gd name="connsiteY34" fmla="*/ 452750 h 672687"/>
                <a:gd name="connsiteX35" fmla="*/ 673641 w 949071"/>
                <a:gd name="connsiteY35" fmla="*/ 431066 h 672687"/>
                <a:gd name="connsiteX36" fmla="*/ 674429 w 949071"/>
                <a:gd name="connsiteY36" fmla="*/ 420898 h 672687"/>
                <a:gd name="connsiteX37" fmla="*/ 671887 w 949071"/>
                <a:gd name="connsiteY37" fmla="*/ 410311 h 672687"/>
                <a:gd name="connsiteX38" fmla="*/ 674747 w 949071"/>
                <a:gd name="connsiteY38" fmla="*/ 401960 h 672687"/>
                <a:gd name="connsiteX39" fmla="*/ 669015 w 949071"/>
                <a:gd name="connsiteY39" fmla="*/ 395605 h 672687"/>
                <a:gd name="connsiteX40" fmla="*/ 668366 w 949071"/>
                <a:gd name="connsiteY40" fmla="*/ 386708 h 672687"/>
                <a:gd name="connsiteX41" fmla="*/ 652695 w 949071"/>
                <a:gd name="connsiteY41" fmla="*/ 343188 h 672687"/>
                <a:gd name="connsiteX42" fmla="*/ 667171 w 949071"/>
                <a:gd name="connsiteY42" fmla="*/ 325279 h 672687"/>
                <a:gd name="connsiteX43" fmla="*/ 673971 w 949071"/>
                <a:gd name="connsiteY43" fmla="*/ 312480 h 672687"/>
                <a:gd name="connsiteX44" fmla="*/ 693278 w 949071"/>
                <a:gd name="connsiteY44" fmla="*/ 319649 h 672687"/>
                <a:gd name="connsiteX45" fmla="*/ 682983 w 949071"/>
                <a:gd name="connsiteY45" fmla="*/ 373248 h 672687"/>
                <a:gd name="connsiteX46" fmla="*/ 700586 w 949071"/>
                <a:gd name="connsiteY46" fmla="*/ 373248 h 672687"/>
                <a:gd name="connsiteX47" fmla="*/ 712992 w 949071"/>
                <a:gd name="connsiteY47" fmla="*/ 358733 h 672687"/>
                <a:gd name="connsiteX48" fmla="*/ 739874 w 949071"/>
                <a:gd name="connsiteY48" fmla="*/ 327224 h 672687"/>
                <a:gd name="connsiteX49" fmla="*/ 765459 w 949071"/>
                <a:gd name="connsiteY49" fmla="*/ 327224 h 672687"/>
                <a:gd name="connsiteX50" fmla="*/ 771446 w 949071"/>
                <a:gd name="connsiteY50" fmla="*/ 378472 h 672687"/>
                <a:gd name="connsiteX51" fmla="*/ 874805 w 949071"/>
                <a:gd name="connsiteY51" fmla="*/ 368532 h 672687"/>
                <a:gd name="connsiteX52" fmla="*/ 930006 w 949071"/>
                <a:gd name="connsiteY52" fmla="*/ 371074 h 672687"/>
                <a:gd name="connsiteX53" fmla="*/ 949071 w 949071"/>
                <a:gd name="connsiteY53" fmla="*/ 395516 h 672687"/>
                <a:gd name="connsiteX54" fmla="*/ 907127 w 949071"/>
                <a:gd name="connsiteY54" fmla="*/ 436036 h 672687"/>
                <a:gd name="connsiteX55" fmla="*/ 898230 w 949071"/>
                <a:gd name="connsiteY55" fmla="*/ 536155 h 672687"/>
                <a:gd name="connsiteX56" fmla="*/ 904229 w 949071"/>
                <a:gd name="connsiteY56" fmla="*/ 560863 h 672687"/>
                <a:gd name="connsiteX57" fmla="*/ 920143 w 949071"/>
                <a:gd name="connsiteY57" fmla="*/ 613394 h 672687"/>
                <a:gd name="connsiteX58" fmla="*/ 832188 w 949071"/>
                <a:gd name="connsiteY58" fmla="*/ 641763 h 672687"/>
                <a:gd name="connsiteX59" fmla="*/ 828273 w 949071"/>
                <a:gd name="connsiteY59" fmla="*/ 621491 h 672687"/>
                <a:gd name="connsiteX60" fmla="*/ 768103 w 949071"/>
                <a:gd name="connsiteY60" fmla="*/ 613000 h 672687"/>
                <a:gd name="connsiteX61" fmla="*/ 725969 w 949071"/>
                <a:gd name="connsiteY61" fmla="*/ 636794 h 672687"/>
                <a:gd name="connsiteX62" fmla="*/ 428690 w 949071"/>
                <a:gd name="connsiteY62" fmla="*/ 0 h 672687"/>
                <a:gd name="connsiteX63" fmla="*/ 536726 w 949071"/>
                <a:gd name="connsiteY63" fmla="*/ 11630 h 672687"/>
                <a:gd name="connsiteX64" fmla="*/ 540260 w 949071"/>
                <a:gd name="connsiteY64" fmla="*/ 31369 h 672687"/>
                <a:gd name="connsiteX65" fmla="*/ 532558 w 949071"/>
                <a:gd name="connsiteY65" fmla="*/ 36593 h 672687"/>
                <a:gd name="connsiteX66" fmla="*/ 523152 w 949071"/>
                <a:gd name="connsiteY66" fmla="*/ 37864 h 672687"/>
                <a:gd name="connsiteX67" fmla="*/ 512450 w 949071"/>
                <a:gd name="connsiteY67" fmla="*/ 43609 h 672687"/>
                <a:gd name="connsiteX68" fmla="*/ 502409 w 949071"/>
                <a:gd name="connsiteY68" fmla="*/ 56675 h 672687"/>
                <a:gd name="connsiteX69" fmla="*/ 488428 w 949071"/>
                <a:gd name="connsiteY69" fmla="*/ 62687 h 672687"/>
                <a:gd name="connsiteX70" fmla="*/ 483738 w 949071"/>
                <a:gd name="connsiteY70" fmla="*/ 74710 h 672687"/>
                <a:gd name="connsiteX71" fmla="*/ 491440 w 949071"/>
                <a:gd name="connsiteY71" fmla="*/ 77329 h 672687"/>
                <a:gd name="connsiteX72" fmla="*/ 495342 w 949071"/>
                <a:gd name="connsiteY72" fmla="*/ 77329 h 672687"/>
                <a:gd name="connsiteX73" fmla="*/ 498876 w 949071"/>
                <a:gd name="connsiteY73" fmla="*/ 70783 h 672687"/>
                <a:gd name="connsiteX74" fmla="*/ 505396 w 949071"/>
                <a:gd name="connsiteY74" fmla="*/ 70783 h 672687"/>
                <a:gd name="connsiteX75" fmla="*/ 507086 w 949071"/>
                <a:gd name="connsiteY75" fmla="*/ 77329 h 672687"/>
                <a:gd name="connsiteX76" fmla="*/ 510607 w 949071"/>
                <a:gd name="connsiteY76" fmla="*/ 75486 h 672687"/>
                <a:gd name="connsiteX77" fmla="*/ 514776 w 949071"/>
                <a:gd name="connsiteY77" fmla="*/ 77329 h 672687"/>
                <a:gd name="connsiteX78" fmla="*/ 515183 w 949071"/>
                <a:gd name="connsiteY78" fmla="*/ 82566 h 672687"/>
                <a:gd name="connsiteX79" fmla="*/ 520788 w 949071"/>
                <a:gd name="connsiteY79" fmla="*/ 82566 h 672687"/>
                <a:gd name="connsiteX80" fmla="*/ 535151 w 949071"/>
                <a:gd name="connsiteY80" fmla="*/ 71584 h 672687"/>
                <a:gd name="connsiteX81" fmla="*/ 497694 w 949071"/>
                <a:gd name="connsiteY81" fmla="*/ 123454 h 672687"/>
                <a:gd name="connsiteX82" fmla="*/ 543094 w 949071"/>
                <a:gd name="connsiteY82" fmla="*/ 165156 h 672687"/>
                <a:gd name="connsiteX83" fmla="*/ 601180 w 949071"/>
                <a:gd name="connsiteY83" fmla="*/ 149599 h 672687"/>
                <a:gd name="connsiteX84" fmla="*/ 601447 w 949071"/>
                <a:gd name="connsiteY84" fmla="*/ 222403 h 672687"/>
                <a:gd name="connsiteX85" fmla="*/ 601701 w 949071"/>
                <a:gd name="connsiteY85" fmla="*/ 266711 h 672687"/>
                <a:gd name="connsiteX86" fmla="*/ 583093 w 949071"/>
                <a:gd name="connsiteY86" fmla="*/ 302973 h 672687"/>
                <a:gd name="connsiteX87" fmla="*/ 587021 w 949071"/>
                <a:gd name="connsiteY87" fmla="*/ 396304 h 672687"/>
                <a:gd name="connsiteX88" fmla="*/ 598613 w 949071"/>
                <a:gd name="connsiteY88" fmla="*/ 450538 h 672687"/>
                <a:gd name="connsiteX89" fmla="*/ 571921 w 949071"/>
                <a:gd name="connsiteY89" fmla="*/ 474459 h 672687"/>
                <a:gd name="connsiteX90" fmla="*/ 669015 w 949071"/>
                <a:gd name="connsiteY90" fmla="*/ 570383 h 672687"/>
                <a:gd name="connsiteX91" fmla="*/ 571654 w 949071"/>
                <a:gd name="connsiteY91" fmla="*/ 609467 h 672687"/>
                <a:gd name="connsiteX92" fmla="*/ 491262 w 949071"/>
                <a:gd name="connsiteY92" fmla="*/ 670476 h 672687"/>
                <a:gd name="connsiteX93" fmla="*/ 404223 w 949071"/>
                <a:gd name="connsiteY93" fmla="*/ 628113 h 672687"/>
                <a:gd name="connsiteX94" fmla="*/ 369524 w 949071"/>
                <a:gd name="connsiteY94" fmla="*/ 653991 h 672687"/>
                <a:gd name="connsiteX95" fmla="*/ 303431 w 949071"/>
                <a:gd name="connsiteY95" fmla="*/ 627083 h 672687"/>
                <a:gd name="connsiteX96" fmla="*/ 258017 w 949071"/>
                <a:gd name="connsiteY96" fmla="*/ 651766 h 672687"/>
                <a:gd name="connsiteX97" fmla="*/ 214802 w 949071"/>
                <a:gd name="connsiteY97" fmla="*/ 672687 h 672687"/>
                <a:gd name="connsiteX98" fmla="*/ 164305 w 949071"/>
                <a:gd name="connsiteY98" fmla="*/ 628113 h 672687"/>
                <a:gd name="connsiteX99" fmla="*/ 124230 w 949071"/>
                <a:gd name="connsiteY99" fmla="*/ 618186 h 672687"/>
                <a:gd name="connsiteX100" fmla="*/ 96839 w 949071"/>
                <a:gd name="connsiteY100" fmla="*/ 581072 h 672687"/>
                <a:gd name="connsiteX101" fmla="*/ 54425 w 949071"/>
                <a:gd name="connsiteY101" fmla="*/ 581072 h 672687"/>
                <a:gd name="connsiteX102" fmla="*/ 10715 w 949071"/>
                <a:gd name="connsiteY102" fmla="*/ 579369 h 672687"/>
                <a:gd name="connsiteX103" fmla="*/ 42020 w 949071"/>
                <a:gd name="connsiteY103" fmla="*/ 523826 h 672687"/>
                <a:gd name="connsiteX104" fmla="*/ 45935 w 949071"/>
                <a:gd name="connsiteY104" fmla="*/ 516631 h 672687"/>
                <a:gd name="connsiteX105" fmla="*/ 28446 w 949071"/>
                <a:gd name="connsiteY105" fmla="*/ 484348 h 672687"/>
                <a:gd name="connsiteX106" fmla="*/ 0 w 949071"/>
                <a:gd name="connsiteY106" fmla="*/ 431943 h 672687"/>
                <a:gd name="connsiteX107" fmla="*/ 5478 w 949071"/>
                <a:gd name="connsiteY107" fmla="*/ 424089 h 672687"/>
                <a:gd name="connsiteX108" fmla="*/ 47231 w 949071"/>
                <a:gd name="connsiteY108" fmla="*/ 363080 h 672687"/>
                <a:gd name="connsiteX109" fmla="*/ 48693 w 949071"/>
                <a:gd name="connsiteY109" fmla="*/ 354449 h 672687"/>
                <a:gd name="connsiteX110" fmla="*/ 56637 w 949071"/>
                <a:gd name="connsiteY110" fmla="*/ 309112 h 672687"/>
                <a:gd name="connsiteX111" fmla="*/ 54946 w 949071"/>
                <a:gd name="connsiteY111" fmla="*/ 255119 h 672687"/>
                <a:gd name="connsiteX112" fmla="*/ 87395 w 949071"/>
                <a:gd name="connsiteY112" fmla="*/ 223903 h 672687"/>
                <a:gd name="connsiteX113" fmla="*/ 105419 w 949071"/>
                <a:gd name="connsiteY113" fmla="*/ 206248 h 672687"/>
                <a:gd name="connsiteX114" fmla="*/ 133597 w 949071"/>
                <a:gd name="connsiteY114" fmla="*/ 217217 h 672687"/>
                <a:gd name="connsiteX115" fmla="*/ 121853 w 949071"/>
                <a:gd name="connsiteY115" fmla="*/ 255920 h 672687"/>
                <a:gd name="connsiteX116" fmla="*/ 139457 w 949071"/>
                <a:gd name="connsiteY116" fmla="*/ 263228 h 672687"/>
                <a:gd name="connsiteX117" fmla="*/ 186726 w 949071"/>
                <a:gd name="connsiteY117" fmla="*/ 174740 h 672687"/>
                <a:gd name="connsiteX118" fmla="*/ 231987 w 949071"/>
                <a:gd name="connsiteY118" fmla="*/ 141160 h 672687"/>
                <a:gd name="connsiteX119" fmla="*/ 247659 w 949071"/>
                <a:gd name="connsiteY119" fmla="*/ 123251 h 672687"/>
                <a:gd name="connsiteX120" fmla="*/ 217154 w 949071"/>
                <a:gd name="connsiteY120" fmla="*/ 68749 h 672687"/>
                <a:gd name="connsiteX121" fmla="*/ 241430 w 949071"/>
                <a:gd name="connsiteY121" fmla="*/ 51489 h 672687"/>
                <a:gd name="connsiteX122" fmla="*/ 292271 w 949071"/>
                <a:gd name="connsiteY122" fmla="*/ 26399 h 672687"/>
                <a:gd name="connsiteX123" fmla="*/ 323843 w 949071"/>
                <a:gd name="connsiteY123" fmla="*/ 40520 h 672687"/>
                <a:gd name="connsiteX124" fmla="*/ 376947 w 949071"/>
                <a:gd name="connsiteY124" fmla="*/ 21455 h 672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949071" h="672687">
                  <a:moveTo>
                    <a:pt x="303024" y="371456"/>
                  </a:moveTo>
                  <a:lnTo>
                    <a:pt x="300482" y="377328"/>
                  </a:lnTo>
                  <a:lnTo>
                    <a:pt x="303113" y="380874"/>
                  </a:lnTo>
                  <a:lnTo>
                    <a:pt x="311184" y="386225"/>
                  </a:lnTo>
                  <a:lnTo>
                    <a:pt x="314997" y="392110"/>
                  </a:lnTo>
                  <a:lnTo>
                    <a:pt x="321124" y="392758"/>
                  </a:lnTo>
                  <a:lnTo>
                    <a:pt x="323869" y="395300"/>
                  </a:lnTo>
                  <a:lnTo>
                    <a:pt x="322827" y="400384"/>
                  </a:lnTo>
                  <a:lnTo>
                    <a:pt x="325966" y="401426"/>
                  </a:lnTo>
                  <a:lnTo>
                    <a:pt x="331304" y="397245"/>
                  </a:lnTo>
                  <a:lnTo>
                    <a:pt x="347217" y="378040"/>
                  </a:lnTo>
                  <a:lnTo>
                    <a:pt x="349061" y="365329"/>
                  </a:lnTo>
                  <a:lnTo>
                    <a:pt x="367706" y="351882"/>
                  </a:lnTo>
                  <a:lnTo>
                    <a:pt x="378675" y="337507"/>
                  </a:lnTo>
                  <a:lnTo>
                    <a:pt x="387153" y="334965"/>
                  </a:lnTo>
                  <a:lnTo>
                    <a:pt x="403854" y="317857"/>
                  </a:lnTo>
                  <a:lnTo>
                    <a:pt x="404642" y="304638"/>
                  </a:lnTo>
                  <a:lnTo>
                    <a:pt x="409599" y="296148"/>
                  </a:lnTo>
                  <a:lnTo>
                    <a:pt x="409866" y="279942"/>
                  </a:lnTo>
                  <a:lnTo>
                    <a:pt x="409078" y="273155"/>
                  </a:lnTo>
                  <a:lnTo>
                    <a:pt x="406066" y="270143"/>
                  </a:lnTo>
                  <a:lnTo>
                    <a:pt x="402037" y="271960"/>
                  </a:lnTo>
                  <a:lnTo>
                    <a:pt x="396025" y="273663"/>
                  </a:lnTo>
                  <a:lnTo>
                    <a:pt x="390419" y="272100"/>
                  </a:lnTo>
                  <a:lnTo>
                    <a:pt x="387877" y="281366"/>
                  </a:lnTo>
                  <a:lnTo>
                    <a:pt x="378485" y="293275"/>
                  </a:lnTo>
                  <a:lnTo>
                    <a:pt x="375472" y="305032"/>
                  </a:lnTo>
                  <a:lnTo>
                    <a:pt x="356165" y="318899"/>
                  </a:lnTo>
                  <a:lnTo>
                    <a:pt x="314222" y="340506"/>
                  </a:lnTo>
                  <a:lnTo>
                    <a:pt x="309252" y="358301"/>
                  </a:lnTo>
                  <a:close/>
                  <a:moveTo>
                    <a:pt x="709268" y="601752"/>
                  </a:moveTo>
                  <a:lnTo>
                    <a:pt x="772565" y="565807"/>
                  </a:lnTo>
                  <a:lnTo>
                    <a:pt x="701311" y="523470"/>
                  </a:lnTo>
                  <a:lnTo>
                    <a:pt x="693748" y="495228"/>
                  </a:lnTo>
                  <a:lnTo>
                    <a:pt x="682118" y="452750"/>
                  </a:lnTo>
                  <a:lnTo>
                    <a:pt x="673641" y="431066"/>
                  </a:lnTo>
                  <a:lnTo>
                    <a:pt x="674429" y="420898"/>
                  </a:lnTo>
                  <a:lnTo>
                    <a:pt x="671887" y="410311"/>
                  </a:lnTo>
                  <a:lnTo>
                    <a:pt x="674747" y="401960"/>
                  </a:lnTo>
                  <a:lnTo>
                    <a:pt x="669015" y="395605"/>
                  </a:lnTo>
                  <a:lnTo>
                    <a:pt x="668366" y="386708"/>
                  </a:lnTo>
                  <a:lnTo>
                    <a:pt x="652695" y="343188"/>
                  </a:lnTo>
                  <a:lnTo>
                    <a:pt x="667171" y="325279"/>
                  </a:lnTo>
                  <a:lnTo>
                    <a:pt x="673971" y="312480"/>
                  </a:lnTo>
                  <a:lnTo>
                    <a:pt x="693278" y="319649"/>
                  </a:lnTo>
                  <a:lnTo>
                    <a:pt x="682983" y="373248"/>
                  </a:lnTo>
                  <a:lnTo>
                    <a:pt x="700586" y="373248"/>
                  </a:lnTo>
                  <a:lnTo>
                    <a:pt x="712992" y="358733"/>
                  </a:lnTo>
                  <a:lnTo>
                    <a:pt x="739874" y="327224"/>
                  </a:lnTo>
                  <a:lnTo>
                    <a:pt x="765459" y="327224"/>
                  </a:lnTo>
                  <a:lnTo>
                    <a:pt x="771446" y="378472"/>
                  </a:lnTo>
                  <a:lnTo>
                    <a:pt x="874805" y="368532"/>
                  </a:lnTo>
                  <a:lnTo>
                    <a:pt x="930006" y="371074"/>
                  </a:lnTo>
                  <a:lnTo>
                    <a:pt x="949071" y="395516"/>
                  </a:lnTo>
                  <a:lnTo>
                    <a:pt x="907127" y="436036"/>
                  </a:lnTo>
                  <a:lnTo>
                    <a:pt x="898230" y="536155"/>
                  </a:lnTo>
                  <a:lnTo>
                    <a:pt x="904229" y="560863"/>
                  </a:lnTo>
                  <a:lnTo>
                    <a:pt x="920143" y="613394"/>
                  </a:lnTo>
                  <a:lnTo>
                    <a:pt x="832188" y="641763"/>
                  </a:lnTo>
                  <a:lnTo>
                    <a:pt x="828273" y="621491"/>
                  </a:lnTo>
                  <a:lnTo>
                    <a:pt x="768103" y="613000"/>
                  </a:lnTo>
                  <a:lnTo>
                    <a:pt x="725969" y="636794"/>
                  </a:lnTo>
                  <a:close/>
                  <a:moveTo>
                    <a:pt x="428690" y="0"/>
                  </a:moveTo>
                  <a:lnTo>
                    <a:pt x="536726" y="11630"/>
                  </a:lnTo>
                  <a:lnTo>
                    <a:pt x="540260" y="31369"/>
                  </a:lnTo>
                  <a:lnTo>
                    <a:pt x="532558" y="36593"/>
                  </a:lnTo>
                  <a:lnTo>
                    <a:pt x="523152" y="37864"/>
                  </a:lnTo>
                  <a:lnTo>
                    <a:pt x="512450" y="43609"/>
                  </a:lnTo>
                  <a:lnTo>
                    <a:pt x="502409" y="56675"/>
                  </a:lnTo>
                  <a:lnTo>
                    <a:pt x="488428" y="62687"/>
                  </a:lnTo>
                  <a:lnTo>
                    <a:pt x="483738" y="74710"/>
                  </a:lnTo>
                  <a:lnTo>
                    <a:pt x="491440" y="77329"/>
                  </a:lnTo>
                  <a:lnTo>
                    <a:pt x="495342" y="77329"/>
                  </a:lnTo>
                  <a:lnTo>
                    <a:pt x="498876" y="70783"/>
                  </a:lnTo>
                  <a:lnTo>
                    <a:pt x="505396" y="70783"/>
                  </a:lnTo>
                  <a:lnTo>
                    <a:pt x="507086" y="77329"/>
                  </a:lnTo>
                  <a:lnTo>
                    <a:pt x="510607" y="75486"/>
                  </a:lnTo>
                  <a:lnTo>
                    <a:pt x="514776" y="77329"/>
                  </a:lnTo>
                  <a:lnTo>
                    <a:pt x="515183" y="82566"/>
                  </a:lnTo>
                  <a:lnTo>
                    <a:pt x="520788" y="82566"/>
                  </a:lnTo>
                  <a:lnTo>
                    <a:pt x="535151" y="71584"/>
                  </a:lnTo>
                  <a:lnTo>
                    <a:pt x="497694" y="123454"/>
                  </a:lnTo>
                  <a:lnTo>
                    <a:pt x="543094" y="165156"/>
                  </a:lnTo>
                  <a:lnTo>
                    <a:pt x="601180" y="149599"/>
                  </a:lnTo>
                  <a:lnTo>
                    <a:pt x="601447" y="222403"/>
                  </a:lnTo>
                  <a:lnTo>
                    <a:pt x="601701" y="266711"/>
                  </a:lnTo>
                  <a:lnTo>
                    <a:pt x="583093" y="302973"/>
                  </a:lnTo>
                  <a:lnTo>
                    <a:pt x="587021" y="396304"/>
                  </a:lnTo>
                  <a:lnTo>
                    <a:pt x="598613" y="450538"/>
                  </a:lnTo>
                  <a:lnTo>
                    <a:pt x="571921" y="474459"/>
                  </a:lnTo>
                  <a:lnTo>
                    <a:pt x="669015" y="570383"/>
                  </a:lnTo>
                  <a:lnTo>
                    <a:pt x="571654" y="609467"/>
                  </a:lnTo>
                  <a:lnTo>
                    <a:pt x="491262" y="670476"/>
                  </a:lnTo>
                  <a:lnTo>
                    <a:pt x="404223" y="628113"/>
                  </a:lnTo>
                  <a:lnTo>
                    <a:pt x="369524" y="653991"/>
                  </a:lnTo>
                  <a:lnTo>
                    <a:pt x="303431" y="627083"/>
                  </a:lnTo>
                  <a:lnTo>
                    <a:pt x="258017" y="651766"/>
                  </a:lnTo>
                  <a:lnTo>
                    <a:pt x="214802" y="672687"/>
                  </a:lnTo>
                  <a:lnTo>
                    <a:pt x="164305" y="628113"/>
                  </a:lnTo>
                  <a:lnTo>
                    <a:pt x="124230" y="618186"/>
                  </a:lnTo>
                  <a:lnTo>
                    <a:pt x="96839" y="581072"/>
                  </a:lnTo>
                  <a:lnTo>
                    <a:pt x="54425" y="581072"/>
                  </a:lnTo>
                  <a:lnTo>
                    <a:pt x="10715" y="579369"/>
                  </a:lnTo>
                  <a:lnTo>
                    <a:pt x="42020" y="523826"/>
                  </a:lnTo>
                  <a:lnTo>
                    <a:pt x="45935" y="516631"/>
                  </a:lnTo>
                  <a:lnTo>
                    <a:pt x="28446" y="484348"/>
                  </a:lnTo>
                  <a:lnTo>
                    <a:pt x="0" y="431943"/>
                  </a:lnTo>
                  <a:lnTo>
                    <a:pt x="5478" y="424089"/>
                  </a:lnTo>
                  <a:lnTo>
                    <a:pt x="47231" y="363080"/>
                  </a:lnTo>
                  <a:lnTo>
                    <a:pt x="48693" y="354449"/>
                  </a:lnTo>
                  <a:lnTo>
                    <a:pt x="56637" y="309112"/>
                  </a:lnTo>
                  <a:lnTo>
                    <a:pt x="54946" y="255119"/>
                  </a:lnTo>
                  <a:lnTo>
                    <a:pt x="87395" y="223903"/>
                  </a:lnTo>
                  <a:lnTo>
                    <a:pt x="105419" y="206248"/>
                  </a:lnTo>
                  <a:lnTo>
                    <a:pt x="133597" y="217217"/>
                  </a:lnTo>
                  <a:lnTo>
                    <a:pt x="121853" y="255920"/>
                  </a:lnTo>
                  <a:lnTo>
                    <a:pt x="139457" y="263228"/>
                  </a:lnTo>
                  <a:lnTo>
                    <a:pt x="186726" y="174740"/>
                  </a:lnTo>
                  <a:lnTo>
                    <a:pt x="231987" y="141160"/>
                  </a:lnTo>
                  <a:lnTo>
                    <a:pt x="247659" y="123251"/>
                  </a:lnTo>
                  <a:lnTo>
                    <a:pt x="217154" y="68749"/>
                  </a:lnTo>
                  <a:lnTo>
                    <a:pt x="241430" y="51489"/>
                  </a:lnTo>
                  <a:lnTo>
                    <a:pt x="292271" y="26399"/>
                  </a:lnTo>
                  <a:lnTo>
                    <a:pt x="323843" y="40520"/>
                  </a:lnTo>
                  <a:lnTo>
                    <a:pt x="376947" y="21455"/>
                  </a:lnTo>
                  <a:close/>
                </a:path>
              </a:pathLst>
            </a:custGeom>
            <a:noFill/>
            <a:ln w="3810" cap="flat">
              <a:solidFill>
                <a:srgbClr val="E6E4E2"/>
              </a:solidFill>
              <a:prstDash val="solid"/>
              <a:miter/>
            </a:ln>
          </p:spPr>
          <p:txBody>
            <a:bodyPr rtlCol="0" anchor="ctr"/>
            <a:lstStyle/>
            <a:p>
              <a:endParaRPr lang="de-CH"/>
            </a:p>
          </p:txBody>
        </p:sp>
        <p:sp>
          <p:nvSpPr>
            <p:cNvPr id="94" name="Freihandform: Form 93">
              <a:extLst>
                <a:ext uri="{FF2B5EF4-FFF2-40B4-BE49-F238E27FC236}">
                  <a16:creationId xmlns:a16="http://schemas.microsoft.com/office/drawing/2014/main" id="{5B75B660-3DEC-1351-8EBB-3D3065E5F472}"/>
                </a:ext>
              </a:extLst>
            </p:cNvPr>
            <p:cNvSpPr/>
            <p:nvPr/>
          </p:nvSpPr>
          <p:spPr>
            <a:xfrm>
              <a:off x="6116777" y="2888868"/>
              <a:ext cx="725727" cy="675343"/>
            </a:xfrm>
            <a:custGeom>
              <a:avLst/>
              <a:gdLst>
                <a:gd name="connsiteX0" fmla="*/ 469795 w 725727"/>
                <a:gd name="connsiteY0" fmla="*/ 92289 h 675343"/>
                <a:gd name="connsiteX1" fmla="*/ 506997 w 725727"/>
                <a:gd name="connsiteY1" fmla="*/ 92416 h 675343"/>
                <a:gd name="connsiteX2" fmla="*/ 515348 w 725727"/>
                <a:gd name="connsiteY2" fmla="*/ 95949 h 675343"/>
                <a:gd name="connsiteX3" fmla="*/ 533485 w 725727"/>
                <a:gd name="connsiteY3" fmla="*/ 112816 h 675343"/>
                <a:gd name="connsiteX4" fmla="*/ 566252 w 725727"/>
                <a:gd name="connsiteY4" fmla="*/ 119997 h 675343"/>
                <a:gd name="connsiteX5" fmla="*/ 602006 w 725727"/>
                <a:gd name="connsiteY5" fmla="*/ 115154 h 675343"/>
                <a:gd name="connsiteX6" fmla="*/ 627312 w 725727"/>
                <a:gd name="connsiteY6" fmla="*/ 98822 h 675343"/>
                <a:gd name="connsiteX7" fmla="*/ 674289 w 725727"/>
                <a:gd name="connsiteY7" fmla="*/ 86277 h 675343"/>
                <a:gd name="connsiteX8" fmla="*/ 696621 w 725727"/>
                <a:gd name="connsiteY8" fmla="*/ 75295 h 675343"/>
                <a:gd name="connsiteX9" fmla="*/ 703014 w 725727"/>
                <a:gd name="connsiteY9" fmla="*/ 66945 h 675343"/>
                <a:gd name="connsiteX10" fmla="*/ 725460 w 725727"/>
                <a:gd name="connsiteY10" fmla="*/ 54501 h 675343"/>
                <a:gd name="connsiteX11" fmla="*/ 725727 w 725727"/>
                <a:gd name="connsiteY11" fmla="*/ 67453 h 675343"/>
                <a:gd name="connsiteX12" fmla="*/ 686961 w 725727"/>
                <a:gd name="connsiteY12" fmla="*/ 116591 h 675343"/>
                <a:gd name="connsiteX13" fmla="*/ 690101 w 725727"/>
                <a:gd name="connsiteY13" fmla="*/ 150184 h 675343"/>
                <a:gd name="connsiteX14" fmla="*/ 692439 w 725727"/>
                <a:gd name="connsiteY14" fmla="*/ 175820 h 675343"/>
                <a:gd name="connsiteX15" fmla="*/ 665036 w 725727"/>
                <a:gd name="connsiteY15" fmla="*/ 187971 h 675343"/>
                <a:gd name="connsiteX16" fmla="*/ 666333 w 725727"/>
                <a:gd name="connsiteY16" fmla="*/ 222200 h 675343"/>
                <a:gd name="connsiteX17" fmla="*/ 590770 w 725727"/>
                <a:gd name="connsiteY17" fmla="*/ 254623 h 675343"/>
                <a:gd name="connsiteX18" fmla="*/ 558550 w 725727"/>
                <a:gd name="connsiteY18" fmla="*/ 251611 h 675343"/>
                <a:gd name="connsiteX19" fmla="*/ 532443 w 725727"/>
                <a:gd name="connsiteY19" fmla="*/ 263254 h 675343"/>
                <a:gd name="connsiteX20" fmla="*/ 504633 w 725727"/>
                <a:gd name="connsiteY20" fmla="*/ 289920 h 675343"/>
                <a:gd name="connsiteX21" fmla="*/ 493042 w 725727"/>
                <a:gd name="connsiteY21" fmla="*/ 312785 h 675343"/>
                <a:gd name="connsiteX22" fmla="*/ 524868 w 725727"/>
                <a:gd name="connsiteY22" fmla="*/ 326906 h 675343"/>
                <a:gd name="connsiteX23" fmla="*/ 535583 w 725727"/>
                <a:gd name="connsiteY23" fmla="*/ 359178 h 675343"/>
                <a:gd name="connsiteX24" fmla="*/ 511573 w 725727"/>
                <a:gd name="connsiteY24" fmla="*/ 377620 h 675343"/>
                <a:gd name="connsiteX25" fmla="*/ 519784 w 725727"/>
                <a:gd name="connsiteY25" fmla="*/ 442048 h 675343"/>
                <a:gd name="connsiteX26" fmla="*/ 416424 w 725727"/>
                <a:gd name="connsiteY26" fmla="*/ 451975 h 675343"/>
                <a:gd name="connsiteX27" fmla="*/ 410438 w 725727"/>
                <a:gd name="connsiteY27" fmla="*/ 400740 h 675343"/>
                <a:gd name="connsiteX28" fmla="*/ 384840 w 725727"/>
                <a:gd name="connsiteY28" fmla="*/ 400740 h 675343"/>
                <a:gd name="connsiteX29" fmla="*/ 357970 w 725727"/>
                <a:gd name="connsiteY29" fmla="*/ 432249 h 675343"/>
                <a:gd name="connsiteX30" fmla="*/ 345565 w 725727"/>
                <a:gd name="connsiteY30" fmla="*/ 446751 h 675343"/>
                <a:gd name="connsiteX31" fmla="*/ 327949 w 725727"/>
                <a:gd name="connsiteY31" fmla="*/ 446751 h 675343"/>
                <a:gd name="connsiteX32" fmla="*/ 338257 w 725727"/>
                <a:gd name="connsiteY32" fmla="*/ 393165 h 675343"/>
                <a:gd name="connsiteX33" fmla="*/ 318950 w 725727"/>
                <a:gd name="connsiteY33" fmla="*/ 385996 h 675343"/>
                <a:gd name="connsiteX34" fmla="*/ 312150 w 725727"/>
                <a:gd name="connsiteY34" fmla="*/ 398795 h 675343"/>
                <a:gd name="connsiteX35" fmla="*/ 297673 w 725727"/>
                <a:gd name="connsiteY35" fmla="*/ 416704 h 675343"/>
                <a:gd name="connsiteX36" fmla="*/ 313332 w 725727"/>
                <a:gd name="connsiteY36" fmla="*/ 460224 h 675343"/>
                <a:gd name="connsiteX37" fmla="*/ 313980 w 725727"/>
                <a:gd name="connsiteY37" fmla="*/ 469108 h 675343"/>
                <a:gd name="connsiteX38" fmla="*/ 319712 w 725727"/>
                <a:gd name="connsiteY38" fmla="*/ 475514 h 675343"/>
                <a:gd name="connsiteX39" fmla="*/ 316865 w 725727"/>
                <a:gd name="connsiteY39" fmla="*/ 483877 h 675343"/>
                <a:gd name="connsiteX40" fmla="*/ 319471 w 725727"/>
                <a:gd name="connsiteY40" fmla="*/ 494452 h 675343"/>
                <a:gd name="connsiteX41" fmla="*/ 318670 w 725727"/>
                <a:gd name="connsiteY41" fmla="*/ 504671 h 675343"/>
                <a:gd name="connsiteX42" fmla="*/ 327161 w 725727"/>
                <a:gd name="connsiteY42" fmla="*/ 526355 h 675343"/>
                <a:gd name="connsiteX43" fmla="*/ 338790 w 725727"/>
                <a:gd name="connsiteY43" fmla="*/ 568832 h 675343"/>
                <a:gd name="connsiteX44" fmla="*/ 346353 w 725727"/>
                <a:gd name="connsiteY44" fmla="*/ 597074 h 675343"/>
                <a:gd name="connsiteX45" fmla="*/ 417594 w 725727"/>
                <a:gd name="connsiteY45" fmla="*/ 639412 h 675343"/>
                <a:gd name="connsiteX46" fmla="*/ 354310 w 725727"/>
                <a:gd name="connsiteY46" fmla="*/ 675344 h 675343"/>
                <a:gd name="connsiteX47" fmla="*/ 313980 w 725727"/>
                <a:gd name="connsiteY47" fmla="*/ 643988 h 675343"/>
                <a:gd name="connsiteX48" fmla="*/ 216900 w 725727"/>
                <a:gd name="connsiteY48" fmla="*/ 548051 h 675343"/>
                <a:gd name="connsiteX49" fmla="*/ 243642 w 725727"/>
                <a:gd name="connsiteY49" fmla="*/ 524131 h 675343"/>
                <a:gd name="connsiteX50" fmla="*/ 232038 w 725727"/>
                <a:gd name="connsiteY50" fmla="*/ 469896 h 675343"/>
                <a:gd name="connsiteX51" fmla="*/ 228110 w 725727"/>
                <a:gd name="connsiteY51" fmla="*/ 376565 h 675343"/>
                <a:gd name="connsiteX52" fmla="*/ 246769 w 725727"/>
                <a:gd name="connsiteY52" fmla="*/ 340366 h 675343"/>
                <a:gd name="connsiteX53" fmla="*/ 246515 w 725727"/>
                <a:gd name="connsiteY53" fmla="*/ 296059 h 675343"/>
                <a:gd name="connsiteX54" fmla="*/ 246260 w 725727"/>
                <a:gd name="connsiteY54" fmla="*/ 223255 h 675343"/>
                <a:gd name="connsiteX55" fmla="*/ 188174 w 725727"/>
                <a:gd name="connsiteY55" fmla="*/ 238812 h 675343"/>
                <a:gd name="connsiteX56" fmla="*/ 142774 w 725727"/>
                <a:gd name="connsiteY56" fmla="*/ 197110 h 675343"/>
                <a:gd name="connsiteX57" fmla="*/ 180218 w 725727"/>
                <a:gd name="connsiteY57" fmla="*/ 145227 h 675343"/>
                <a:gd name="connsiteX58" fmla="*/ 219632 w 725727"/>
                <a:gd name="connsiteY58" fmla="*/ 122221 h 675343"/>
                <a:gd name="connsiteX59" fmla="*/ 226941 w 725727"/>
                <a:gd name="connsiteY59" fmla="*/ 114900 h 675343"/>
                <a:gd name="connsiteX60" fmla="*/ 241291 w 725727"/>
                <a:gd name="connsiteY60" fmla="*/ 104313 h 675343"/>
                <a:gd name="connsiteX61" fmla="*/ 245472 w 725727"/>
                <a:gd name="connsiteY61" fmla="*/ 97780 h 675343"/>
                <a:gd name="connsiteX62" fmla="*/ 244557 w 725727"/>
                <a:gd name="connsiteY62" fmla="*/ 91107 h 675343"/>
                <a:gd name="connsiteX63" fmla="*/ 236207 w 725727"/>
                <a:gd name="connsiteY63" fmla="*/ 74380 h 675343"/>
                <a:gd name="connsiteX64" fmla="*/ 229826 w 725727"/>
                <a:gd name="connsiteY64" fmla="*/ 71253 h 675343"/>
                <a:gd name="connsiteX65" fmla="*/ 232813 w 725727"/>
                <a:gd name="connsiteY65" fmla="*/ 84447 h 675343"/>
                <a:gd name="connsiteX66" fmla="*/ 230080 w 725727"/>
                <a:gd name="connsiteY66" fmla="*/ 91908 h 675343"/>
                <a:gd name="connsiteX67" fmla="*/ 222505 w 725727"/>
                <a:gd name="connsiteY67" fmla="*/ 96597 h 675343"/>
                <a:gd name="connsiteX68" fmla="*/ 212464 w 725727"/>
                <a:gd name="connsiteY68" fmla="*/ 97780 h 675343"/>
                <a:gd name="connsiteX69" fmla="*/ 200058 w 725727"/>
                <a:gd name="connsiteY69" fmla="*/ 105482 h 675343"/>
                <a:gd name="connsiteX70" fmla="*/ 185327 w 725727"/>
                <a:gd name="connsiteY70" fmla="*/ 104974 h 675343"/>
                <a:gd name="connsiteX71" fmla="*/ 181781 w 725727"/>
                <a:gd name="connsiteY71" fmla="*/ 85235 h 675343"/>
                <a:gd name="connsiteX72" fmla="*/ 73732 w 725727"/>
                <a:gd name="connsiteY72" fmla="*/ 73605 h 675343"/>
                <a:gd name="connsiteX73" fmla="*/ 22052 w 725727"/>
                <a:gd name="connsiteY73" fmla="*/ 95034 h 675343"/>
                <a:gd name="connsiteX74" fmla="*/ 0 w 725727"/>
                <a:gd name="connsiteY74" fmla="*/ 71380 h 675343"/>
                <a:gd name="connsiteX75" fmla="*/ 19841 w 725727"/>
                <a:gd name="connsiteY75" fmla="*/ 37139 h 675343"/>
                <a:gd name="connsiteX76" fmla="*/ 39415 w 725727"/>
                <a:gd name="connsiteY76" fmla="*/ 39084 h 675343"/>
                <a:gd name="connsiteX77" fmla="*/ 52595 w 725727"/>
                <a:gd name="connsiteY77" fmla="*/ 56217 h 675343"/>
                <a:gd name="connsiteX78" fmla="*/ 84815 w 725727"/>
                <a:gd name="connsiteY78" fmla="*/ 25370 h 675343"/>
                <a:gd name="connsiteX79" fmla="*/ 194441 w 725727"/>
                <a:gd name="connsiteY79" fmla="*/ 17388 h 675343"/>
                <a:gd name="connsiteX80" fmla="*/ 201889 w 725727"/>
                <a:gd name="connsiteY80" fmla="*/ 44320 h 675343"/>
                <a:gd name="connsiteX81" fmla="*/ 194962 w 725727"/>
                <a:gd name="connsiteY81" fmla="*/ 52696 h 675343"/>
                <a:gd name="connsiteX82" fmla="*/ 194441 w 725727"/>
                <a:gd name="connsiteY82" fmla="*/ 72677 h 675343"/>
                <a:gd name="connsiteX83" fmla="*/ 209579 w 725727"/>
                <a:gd name="connsiteY83" fmla="*/ 73478 h 675343"/>
                <a:gd name="connsiteX84" fmla="*/ 228771 w 725727"/>
                <a:gd name="connsiteY84" fmla="*/ 66271 h 675343"/>
                <a:gd name="connsiteX85" fmla="*/ 236207 w 725727"/>
                <a:gd name="connsiteY85" fmla="*/ 69804 h 675343"/>
                <a:gd name="connsiteX86" fmla="*/ 265834 w 725727"/>
                <a:gd name="connsiteY86" fmla="*/ 61187 h 675343"/>
                <a:gd name="connsiteX87" fmla="*/ 280832 w 725727"/>
                <a:gd name="connsiteY87" fmla="*/ 34521 h 675343"/>
                <a:gd name="connsiteX88" fmla="*/ 295703 w 725727"/>
                <a:gd name="connsiteY88" fmla="*/ 18442 h 675343"/>
                <a:gd name="connsiteX89" fmla="*/ 298334 w 725727"/>
                <a:gd name="connsiteY89" fmla="*/ 7588 h 675343"/>
                <a:gd name="connsiteX90" fmla="*/ 307206 w 725727"/>
                <a:gd name="connsiteY90" fmla="*/ 0 h 675343"/>
                <a:gd name="connsiteX91" fmla="*/ 338396 w 725727"/>
                <a:gd name="connsiteY91" fmla="*/ 1055 h 675343"/>
                <a:gd name="connsiteX92" fmla="*/ 340608 w 725727"/>
                <a:gd name="connsiteY92" fmla="*/ 24581 h 675343"/>
                <a:gd name="connsiteX93" fmla="*/ 424000 w 725727"/>
                <a:gd name="connsiteY93" fmla="*/ 21709 h 675343"/>
                <a:gd name="connsiteX94" fmla="*/ 427253 w 725727"/>
                <a:gd name="connsiteY94" fmla="*/ 3012 h 675343"/>
                <a:gd name="connsiteX95" fmla="*/ 493169 w 725727"/>
                <a:gd name="connsiteY95" fmla="*/ 8897 h 675343"/>
                <a:gd name="connsiteX96" fmla="*/ 495762 w 725727"/>
                <a:gd name="connsiteY96" fmla="*/ 15570 h 675343"/>
                <a:gd name="connsiteX97" fmla="*/ 488860 w 725727"/>
                <a:gd name="connsiteY97" fmla="*/ 24327 h 675343"/>
                <a:gd name="connsiteX98" fmla="*/ 453106 w 725727"/>
                <a:gd name="connsiteY98" fmla="*/ 27861 h 675343"/>
                <a:gd name="connsiteX99" fmla="*/ 409116 w 725727"/>
                <a:gd name="connsiteY99" fmla="*/ 50853 h 675343"/>
                <a:gd name="connsiteX100" fmla="*/ 409383 w 725727"/>
                <a:gd name="connsiteY100" fmla="*/ 67580 h 675343"/>
                <a:gd name="connsiteX101" fmla="*/ 420860 w 725727"/>
                <a:gd name="connsiteY101" fmla="*/ 72931 h 675343"/>
                <a:gd name="connsiteX102" fmla="*/ 423479 w 725727"/>
                <a:gd name="connsiteY102" fmla="*/ 80913 h 675343"/>
                <a:gd name="connsiteX103" fmla="*/ 458063 w 725727"/>
                <a:gd name="connsiteY103" fmla="*/ 86544 h 675343"/>
                <a:gd name="connsiteX104" fmla="*/ 469795 w 725727"/>
                <a:gd name="connsiteY104" fmla="*/ 92289 h 675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725727" h="675343">
                  <a:moveTo>
                    <a:pt x="469795" y="92289"/>
                  </a:moveTo>
                  <a:lnTo>
                    <a:pt x="506997" y="92416"/>
                  </a:lnTo>
                  <a:lnTo>
                    <a:pt x="515348" y="95949"/>
                  </a:lnTo>
                  <a:lnTo>
                    <a:pt x="533485" y="112816"/>
                  </a:lnTo>
                  <a:lnTo>
                    <a:pt x="566252" y="119997"/>
                  </a:lnTo>
                  <a:lnTo>
                    <a:pt x="602006" y="115154"/>
                  </a:lnTo>
                  <a:lnTo>
                    <a:pt x="627312" y="98822"/>
                  </a:lnTo>
                  <a:lnTo>
                    <a:pt x="674289" y="86277"/>
                  </a:lnTo>
                  <a:lnTo>
                    <a:pt x="696621" y="75295"/>
                  </a:lnTo>
                  <a:lnTo>
                    <a:pt x="703014" y="66945"/>
                  </a:lnTo>
                  <a:lnTo>
                    <a:pt x="725460" y="54501"/>
                  </a:lnTo>
                  <a:lnTo>
                    <a:pt x="725727" y="67453"/>
                  </a:lnTo>
                  <a:lnTo>
                    <a:pt x="686961" y="116591"/>
                  </a:lnTo>
                  <a:lnTo>
                    <a:pt x="690101" y="150184"/>
                  </a:lnTo>
                  <a:lnTo>
                    <a:pt x="692439" y="175820"/>
                  </a:lnTo>
                  <a:lnTo>
                    <a:pt x="665036" y="187971"/>
                  </a:lnTo>
                  <a:lnTo>
                    <a:pt x="666333" y="222200"/>
                  </a:lnTo>
                  <a:lnTo>
                    <a:pt x="590770" y="254623"/>
                  </a:lnTo>
                  <a:lnTo>
                    <a:pt x="558550" y="251611"/>
                  </a:lnTo>
                  <a:lnTo>
                    <a:pt x="532443" y="263254"/>
                  </a:lnTo>
                  <a:lnTo>
                    <a:pt x="504633" y="289920"/>
                  </a:lnTo>
                  <a:lnTo>
                    <a:pt x="493042" y="312785"/>
                  </a:lnTo>
                  <a:lnTo>
                    <a:pt x="524868" y="326906"/>
                  </a:lnTo>
                  <a:lnTo>
                    <a:pt x="535583" y="359178"/>
                  </a:lnTo>
                  <a:lnTo>
                    <a:pt x="511573" y="377620"/>
                  </a:lnTo>
                  <a:lnTo>
                    <a:pt x="519784" y="442048"/>
                  </a:lnTo>
                  <a:lnTo>
                    <a:pt x="416424" y="451975"/>
                  </a:lnTo>
                  <a:lnTo>
                    <a:pt x="410438" y="400740"/>
                  </a:lnTo>
                  <a:lnTo>
                    <a:pt x="384840" y="400740"/>
                  </a:lnTo>
                  <a:lnTo>
                    <a:pt x="357970" y="432249"/>
                  </a:lnTo>
                  <a:lnTo>
                    <a:pt x="345565" y="446751"/>
                  </a:lnTo>
                  <a:lnTo>
                    <a:pt x="327949" y="446751"/>
                  </a:lnTo>
                  <a:lnTo>
                    <a:pt x="338257" y="393165"/>
                  </a:lnTo>
                  <a:lnTo>
                    <a:pt x="318950" y="385996"/>
                  </a:lnTo>
                  <a:lnTo>
                    <a:pt x="312150" y="398795"/>
                  </a:lnTo>
                  <a:lnTo>
                    <a:pt x="297673" y="416704"/>
                  </a:lnTo>
                  <a:lnTo>
                    <a:pt x="313332" y="460224"/>
                  </a:lnTo>
                  <a:lnTo>
                    <a:pt x="313980" y="469108"/>
                  </a:lnTo>
                  <a:lnTo>
                    <a:pt x="319712" y="475514"/>
                  </a:lnTo>
                  <a:lnTo>
                    <a:pt x="316865" y="483877"/>
                  </a:lnTo>
                  <a:lnTo>
                    <a:pt x="319471" y="494452"/>
                  </a:lnTo>
                  <a:lnTo>
                    <a:pt x="318670" y="504671"/>
                  </a:lnTo>
                  <a:lnTo>
                    <a:pt x="327161" y="526355"/>
                  </a:lnTo>
                  <a:lnTo>
                    <a:pt x="338790" y="568832"/>
                  </a:lnTo>
                  <a:lnTo>
                    <a:pt x="346353" y="597074"/>
                  </a:lnTo>
                  <a:lnTo>
                    <a:pt x="417594" y="639412"/>
                  </a:lnTo>
                  <a:lnTo>
                    <a:pt x="354310" y="675344"/>
                  </a:lnTo>
                  <a:lnTo>
                    <a:pt x="313980" y="643988"/>
                  </a:lnTo>
                  <a:lnTo>
                    <a:pt x="216900" y="548051"/>
                  </a:lnTo>
                  <a:lnTo>
                    <a:pt x="243642" y="524131"/>
                  </a:lnTo>
                  <a:lnTo>
                    <a:pt x="232038" y="469896"/>
                  </a:lnTo>
                  <a:lnTo>
                    <a:pt x="228110" y="376565"/>
                  </a:lnTo>
                  <a:lnTo>
                    <a:pt x="246769" y="340366"/>
                  </a:lnTo>
                  <a:lnTo>
                    <a:pt x="246515" y="296059"/>
                  </a:lnTo>
                  <a:lnTo>
                    <a:pt x="246260" y="223255"/>
                  </a:lnTo>
                  <a:lnTo>
                    <a:pt x="188174" y="238812"/>
                  </a:lnTo>
                  <a:lnTo>
                    <a:pt x="142774" y="197110"/>
                  </a:lnTo>
                  <a:lnTo>
                    <a:pt x="180218" y="145227"/>
                  </a:lnTo>
                  <a:lnTo>
                    <a:pt x="219632" y="122221"/>
                  </a:lnTo>
                  <a:lnTo>
                    <a:pt x="226941" y="114900"/>
                  </a:lnTo>
                  <a:lnTo>
                    <a:pt x="241291" y="104313"/>
                  </a:lnTo>
                  <a:lnTo>
                    <a:pt x="245472" y="97780"/>
                  </a:lnTo>
                  <a:lnTo>
                    <a:pt x="244557" y="91107"/>
                  </a:lnTo>
                  <a:lnTo>
                    <a:pt x="236207" y="74380"/>
                  </a:lnTo>
                  <a:lnTo>
                    <a:pt x="229826" y="71253"/>
                  </a:lnTo>
                  <a:lnTo>
                    <a:pt x="232813" y="84447"/>
                  </a:lnTo>
                  <a:lnTo>
                    <a:pt x="230080" y="91908"/>
                  </a:lnTo>
                  <a:lnTo>
                    <a:pt x="222505" y="96597"/>
                  </a:lnTo>
                  <a:lnTo>
                    <a:pt x="212464" y="97780"/>
                  </a:lnTo>
                  <a:lnTo>
                    <a:pt x="200058" y="105482"/>
                  </a:lnTo>
                  <a:lnTo>
                    <a:pt x="185327" y="104974"/>
                  </a:lnTo>
                  <a:lnTo>
                    <a:pt x="181781" y="85235"/>
                  </a:lnTo>
                  <a:lnTo>
                    <a:pt x="73732" y="73605"/>
                  </a:lnTo>
                  <a:lnTo>
                    <a:pt x="22052" y="95034"/>
                  </a:lnTo>
                  <a:lnTo>
                    <a:pt x="0" y="71380"/>
                  </a:lnTo>
                  <a:lnTo>
                    <a:pt x="19841" y="37139"/>
                  </a:lnTo>
                  <a:lnTo>
                    <a:pt x="39415" y="39084"/>
                  </a:lnTo>
                  <a:lnTo>
                    <a:pt x="52595" y="56217"/>
                  </a:lnTo>
                  <a:lnTo>
                    <a:pt x="84815" y="25370"/>
                  </a:lnTo>
                  <a:lnTo>
                    <a:pt x="194441" y="17388"/>
                  </a:lnTo>
                  <a:lnTo>
                    <a:pt x="201889" y="44320"/>
                  </a:lnTo>
                  <a:lnTo>
                    <a:pt x="194962" y="52696"/>
                  </a:lnTo>
                  <a:lnTo>
                    <a:pt x="194441" y="72677"/>
                  </a:lnTo>
                  <a:lnTo>
                    <a:pt x="209579" y="73478"/>
                  </a:lnTo>
                  <a:lnTo>
                    <a:pt x="228771" y="66271"/>
                  </a:lnTo>
                  <a:lnTo>
                    <a:pt x="236207" y="69804"/>
                  </a:lnTo>
                  <a:lnTo>
                    <a:pt x="265834" y="61187"/>
                  </a:lnTo>
                  <a:lnTo>
                    <a:pt x="280832" y="34521"/>
                  </a:lnTo>
                  <a:lnTo>
                    <a:pt x="295703" y="18442"/>
                  </a:lnTo>
                  <a:lnTo>
                    <a:pt x="298334" y="7588"/>
                  </a:lnTo>
                  <a:lnTo>
                    <a:pt x="307206" y="0"/>
                  </a:lnTo>
                  <a:lnTo>
                    <a:pt x="338396" y="1055"/>
                  </a:lnTo>
                  <a:lnTo>
                    <a:pt x="340608" y="24581"/>
                  </a:lnTo>
                  <a:lnTo>
                    <a:pt x="424000" y="21709"/>
                  </a:lnTo>
                  <a:lnTo>
                    <a:pt x="427253" y="3012"/>
                  </a:lnTo>
                  <a:lnTo>
                    <a:pt x="493169" y="8897"/>
                  </a:lnTo>
                  <a:lnTo>
                    <a:pt x="495762" y="15570"/>
                  </a:lnTo>
                  <a:lnTo>
                    <a:pt x="488860" y="24327"/>
                  </a:lnTo>
                  <a:lnTo>
                    <a:pt x="453106" y="27861"/>
                  </a:lnTo>
                  <a:lnTo>
                    <a:pt x="409116" y="50853"/>
                  </a:lnTo>
                  <a:lnTo>
                    <a:pt x="409383" y="67580"/>
                  </a:lnTo>
                  <a:lnTo>
                    <a:pt x="420860" y="72931"/>
                  </a:lnTo>
                  <a:lnTo>
                    <a:pt x="423479" y="80913"/>
                  </a:lnTo>
                  <a:lnTo>
                    <a:pt x="458063" y="86544"/>
                  </a:lnTo>
                  <a:lnTo>
                    <a:pt x="469795" y="92289"/>
                  </a:lnTo>
                  <a:close/>
                </a:path>
              </a:pathLst>
            </a:custGeom>
            <a:solidFill>
              <a:srgbClr val="FFFFFF"/>
            </a:solidFill>
            <a:ln w="12700" cap="flat">
              <a:noFill/>
              <a:prstDash val="solid"/>
              <a:miter/>
            </a:ln>
          </p:spPr>
          <p:txBody>
            <a:bodyPr rtlCol="0" anchor="ctr"/>
            <a:lstStyle/>
            <a:p>
              <a:endParaRPr lang="de-CH"/>
            </a:p>
          </p:txBody>
        </p:sp>
        <p:sp>
          <p:nvSpPr>
            <p:cNvPr id="95" name="Freihandform: Form 94">
              <a:extLst>
                <a:ext uri="{FF2B5EF4-FFF2-40B4-BE49-F238E27FC236}">
                  <a16:creationId xmlns:a16="http://schemas.microsoft.com/office/drawing/2014/main" id="{D4247505-99F7-AA31-35BE-A6891044A8E2}"/>
                </a:ext>
              </a:extLst>
            </p:cNvPr>
            <p:cNvSpPr/>
            <p:nvPr/>
          </p:nvSpPr>
          <p:spPr>
            <a:xfrm>
              <a:off x="6116777" y="2888868"/>
              <a:ext cx="725727" cy="675343"/>
            </a:xfrm>
            <a:custGeom>
              <a:avLst/>
              <a:gdLst>
                <a:gd name="connsiteX0" fmla="*/ 469795 w 725727"/>
                <a:gd name="connsiteY0" fmla="*/ 92289 h 675343"/>
                <a:gd name="connsiteX1" fmla="*/ 506997 w 725727"/>
                <a:gd name="connsiteY1" fmla="*/ 92416 h 675343"/>
                <a:gd name="connsiteX2" fmla="*/ 515348 w 725727"/>
                <a:gd name="connsiteY2" fmla="*/ 95949 h 675343"/>
                <a:gd name="connsiteX3" fmla="*/ 533485 w 725727"/>
                <a:gd name="connsiteY3" fmla="*/ 112816 h 675343"/>
                <a:gd name="connsiteX4" fmla="*/ 566252 w 725727"/>
                <a:gd name="connsiteY4" fmla="*/ 119997 h 675343"/>
                <a:gd name="connsiteX5" fmla="*/ 602006 w 725727"/>
                <a:gd name="connsiteY5" fmla="*/ 115154 h 675343"/>
                <a:gd name="connsiteX6" fmla="*/ 627312 w 725727"/>
                <a:gd name="connsiteY6" fmla="*/ 98822 h 675343"/>
                <a:gd name="connsiteX7" fmla="*/ 674289 w 725727"/>
                <a:gd name="connsiteY7" fmla="*/ 86277 h 675343"/>
                <a:gd name="connsiteX8" fmla="*/ 696621 w 725727"/>
                <a:gd name="connsiteY8" fmla="*/ 75295 h 675343"/>
                <a:gd name="connsiteX9" fmla="*/ 703014 w 725727"/>
                <a:gd name="connsiteY9" fmla="*/ 66945 h 675343"/>
                <a:gd name="connsiteX10" fmla="*/ 725460 w 725727"/>
                <a:gd name="connsiteY10" fmla="*/ 54501 h 675343"/>
                <a:gd name="connsiteX11" fmla="*/ 725727 w 725727"/>
                <a:gd name="connsiteY11" fmla="*/ 67453 h 675343"/>
                <a:gd name="connsiteX12" fmla="*/ 686961 w 725727"/>
                <a:gd name="connsiteY12" fmla="*/ 116591 h 675343"/>
                <a:gd name="connsiteX13" fmla="*/ 690101 w 725727"/>
                <a:gd name="connsiteY13" fmla="*/ 150184 h 675343"/>
                <a:gd name="connsiteX14" fmla="*/ 692439 w 725727"/>
                <a:gd name="connsiteY14" fmla="*/ 175820 h 675343"/>
                <a:gd name="connsiteX15" fmla="*/ 665036 w 725727"/>
                <a:gd name="connsiteY15" fmla="*/ 187971 h 675343"/>
                <a:gd name="connsiteX16" fmla="*/ 666333 w 725727"/>
                <a:gd name="connsiteY16" fmla="*/ 222200 h 675343"/>
                <a:gd name="connsiteX17" fmla="*/ 590770 w 725727"/>
                <a:gd name="connsiteY17" fmla="*/ 254623 h 675343"/>
                <a:gd name="connsiteX18" fmla="*/ 558550 w 725727"/>
                <a:gd name="connsiteY18" fmla="*/ 251611 h 675343"/>
                <a:gd name="connsiteX19" fmla="*/ 532443 w 725727"/>
                <a:gd name="connsiteY19" fmla="*/ 263254 h 675343"/>
                <a:gd name="connsiteX20" fmla="*/ 504633 w 725727"/>
                <a:gd name="connsiteY20" fmla="*/ 289920 h 675343"/>
                <a:gd name="connsiteX21" fmla="*/ 493042 w 725727"/>
                <a:gd name="connsiteY21" fmla="*/ 312785 h 675343"/>
                <a:gd name="connsiteX22" fmla="*/ 524868 w 725727"/>
                <a:gd name="connsiteY22" fmla="*/ 326906 h 675343"/>
                <a:gd name="connsiteX23" fmla="*/ 535583 w 725727"/>
                <a:gd name="connsiteY23" fmla="*/ 359178 h 675343"/>
                <a:gd name="connsiteX24" fmla="*/ 511573 w 725727"/>
                <a:gd name="connsiteY24" fmla="*/ 377620 h 675343"/>
                <a:gd name="connsiteX25" fmla="*/ 519784 w 725727"/>
                <a:gd name="connsiteY25" fmla="*/ 442048 h 675343"/>
                <a:gd name="connsiteX26" fmla="*/ 416424 w 725727"/>
                <a:gd name="connsiteY26" fmla="*/ 451975 h 675343"/>
                <a:gd name="connsiteX27" fmla="*/ 410438 w 725727"/>
                <a:gd name="connsiteY27" fmla="*/ 400740 h 675343"/>
                <a:gd name="connsiteX28" fmla="*/ 384840 w 725727"/>
                <a:gd name="connsiteY28" fmla="*/ 400740 h 675343"/>
                <a:gd name="connsiteX29" fmla="*/ 357970 w 725727"/>
                <a:gd name="connsiteY29" fmla="*/ 432249 h 675343"/>
                <a:gd name="connsiteX30" fmla="*/ 345565 w 725727"/>
                <a:gd name="connsiteY30" fmla="*/ 446751 h 675343"/>
                <a:gd name="connsiteX31" fmla="*/ 327949 w 725727"/>
                <a:gd name="connsiteY31" fmla="*/ 446751 h 675343"/>
                <a:gd name="connsiteX32" fmla="*/ 338257 w 725727"/>
                <a:gd name="connsiteY32" fmla="*/ 393165 h 675343"/>
                <a:gd name="connsiteX33" fmla="*/ 318950 w 725727"/>
                <a:gd name="connsiteY33" fmla="*/ 385996 h 675343"/>
                <a:gd name="connsiteX34" fmla="*/ 312150 w 725727"/>
                <a:gd name="connsiteY34" fmla="*/ 398795 h 675343"/>
                <a:gd name="connsiteX35" fmla="*/ 297673 w 725727"/>
                <a:gd name="connsiteY35" fmla="*/ 416704 h 675343"/>
                <a:gd name="connsiteX36" fmla="*/ 313332 w 725727"/>
                <a:gd name="connsiteY36" fmla="*/ 460224 h 675343"/>
                <a:gd name="connsiteX37" fmla="*/ 313980 w 725727"/>
                <a:gd name="connsiteY37" fmla="*/ 469108 h 675343"/>
                <a:gd name="connsiteX38" fmla="*/ 319712 w 725727"/>
                <a:gd name="connsiteY38" fmla="*/ 475514 h 675343"/>
                <a:gd name="connsiteX39" fmla="*/ 316865 w 725727"/>
                <a:gd name="connsiteY39" fmla="*/ 483877 h 675343"/>
                <a:gd name="connsiteX40" fmla="*/ 319471 w 725727"/>
                <a:gd name="connsiteY40" fmla="*/ 494452 h 675343"/>
                <a:gd name="connsiteX41" fmla="*/ 318670 w 725727"/>
                <a:gd name="connsiteY41" fmla="*/ 504671 h 675343"/>
                <a:gd name="connsiteX42" fmla="*/ 327161 w 725727"/>
                <a:gd name="connsiteY42" fmla="*/ 526355 h 675343"/>
                <a:gd name="connsiteX43" fmla="*/ 338790 w 725727"/>
                <a:gd name="connsiteY43" fmla="*/ 568832 h 675343"/>
                <a:gd name="connsiteX44" fmla="*/ 346353 w 725727"/>
                <a:gd name="connsiteY44" fmla="*/ 597074 h 675343"/>
                <a:gd name="connsiteX45" fmla="*/ 417594 w 725727"/>
                <a:gd name="connsiteY45" fmla="*/ 639412 h 675343"/>
                <a:gd name="connsiteX46" fmla="*/ 354310 w 725727"/>
                <a:gd name="connsiteY46" fmla="*/ 675344 h 675343"/>
                <a:gd name="connsiteX47" fmla="*/ 313980 w 725727"/>
                <a:gd name="connsiteY47" fmla="*/ 643988 h 675343"/>
                <a:gd name="connsiteX48" fmla="*/ 216900 w 725727"/>
                <a:gd name="connsiteY48" fmla="*/ 548051 h 675343"/>
                <a:gd name="connsiteX49" fmla="*/ 243642 w 725727"/>
                <a:gd name="connsiteY49" fmla="*/ 524131 h 675343"/>
                <a:gd name="connsiteX50" fmla="*/ 232038 w 725727"/>
                <a:gd name="connsiteY50" fmla="*/ 469896 h 675343"/>
                <a:gd name="connsiteX51" fmla="*/ 228110 w 725727"/>
                <a:gd name="connsiteY51" fmla="*/ 376565 h 675343"/>
                <a:gd name="connsiteX52" fmla="*/ 246769 w 725727"/>
                <a:gd name="connsiteY52" fmla="*/ 340366 h 675343"/>
                <a:gd name="connsiteX53" fmla="*/ 246515 w 725727"/>
                <a:gd name="connsiteY53" fmla="*/ 296059 h 675343"/>
                <a:gd name="connsiteX54" fmla="*/ 246260 w 725727"/>
                <a:gd name="connsiteY54" fmla="*/ 223255 h 675343"/>
                <a:gd name="connsiteX55" fmla="*/ 188174 w 725727"/>
                <a:gd name="connsiteY55" fmla="*/ 238812 h 675343"/>
                <a:gd name="connsiteX56" fmla="*/ 142774 w 725727"/>
                <a:gd name="connsiteY56" fmla="*/ 197110 h 675343"/>
                <a:gd name="connsiteX57" fmla="*/ 180218 w 725727"/>
                <a:gd name="connsiteY57" fmla="*/ 145227 h 675343"/>
                <a:gd name="connsiteX58" fmla="*/ 219632 w 725727"/>
                <a:gd name="connsiteY58" fmla="*/ 122221 h 675343"/>
                <a:gd name="connsiteX59" fmla="*/ 226941 w 725727"/>
                <a:gd name="connsiteY59" fmla="*/ 114900 h 675343"/>
                <a:gd name="connsiteX60" fmla="*/ 241291 w 725727"/>
                <a:gd name="connsiteY60" fmla="*/ 104313 h 675343"/>
                <a:gd name="connsiteX61" fmla="*/ 245472 w 725727"/>
                <a:gd name="connsiteY61" fmla="*/ 97780 h 675343"/>
                <a:gd name="connsiteX62" fmla="*/ 244557 w 725727"/>
                <a:gd name="connsiteY62" fmla="*/ 91107 h 675343"/>
                <a:gd name="connsiteX63" fmla="*/ 236207 w 725727"/>
                <a:gd name="connsiteY63" fmla="*/ 74380 h 675343"/>
                <a:gd name="connsiteX64" fmla="*/ 229826 w 725727"/>
                <a:gd name="connsiteY64" fmla="*/ 71253 h 675343"/>
                <a:gd name="connsiteX65" fmla="*/ 232813 w 725727"/>
                <a:gd name="connsiteY65" fmla="*/ 84447 h 675343"/>
                <a:gd name="connsiteX66" fmla="*/ 230080 w 725727"/>
                <a:gd name="connsiteY66" fmla="*/ 91908 h 675343"/>
                <a:gd name="connsiteX67" fmla="*/ 222505 w 725727"/>
                <a:gd name="connsiteY67" fmla="*/ 96597 h 675343"/>
                <a:gd name="connsiteX68" fmla="*/ 212464 w 725727"/>
                <a:gd name="connsiteY68" fmla="*/ 97780 h 675343"/>
                <a:gd name="connsiteX69" fmla="*/ 200058 w 725727"/>
                <a:gd name="connsiteY69" fmla="*/ 105482 h 675343"/>
                <a:gd name="connsiteX70" fmla="*/ 185327 w 725727"/>
                <a:gd name="connsiteY70" fmla="*/ 104974 h 675343"/>
                <a:gd name="connsiteX71" fmla="*/ 181781 w 725727"/>
                <a:gd name="connsiteY71" fmla="*/ 85235 h 675343"/>
                <a:gd name="connsiteX72" fmla="*/ 73732 w 725727"/>
                <a:gd name="connsiteY72" fmla="*/ 73605 h 675343"/>
                <a:gd name="connsiteX73" fmla="*/ 22052 w 725727"/>
                <a:gd name="connsiteY73" fmla="*/ 95034 h 675343"/>
                <a:gd name="connsiteX74" fmla="*/ 0 w 725727"/>
                <a:gd name="connsiteY74" fmla="*/ 71380 h 675343"/>
                <a:gd name="connsiteX75" fmla="*/ 19841 w 725727"/>
                <a:gd name="connsiteY75" fmla="*/ 37139 h 675343"/>
                <a:gd name="connsiteX76" fmla="*/ 39415 w 725727"/>
                <a:gd name="connsiteY76" fmla="*/ 39084 h 675343"/>
                <a:gd name="connsiteX77" fmla="*/ 52595 w 725727"/>
                <a:gd name="connsiteY77" fmla="*/ 56217 h 675343"/>
                <a:gd name="connsiteX78" fmla="*/ 84815 w 725727"/>
                <a:gd name="connsiteY78" fmla="*/ 25370 h 675343"/>
                <a:gd name="connsiteX79" fmla="*/ 194441 w 725727"/>
                <a:gd name="connsiteY79" fmla="*/ 17388 h 675343"/>
                <a:gd name="connsiteX80" fmla="*/ 201889 w 725727"/>
                <a:gd name="connsiteY80" fmla="*/ 44320 h 675343"/>
                <a:gd name="connsiteX81" fmla="*/ 194962 w 725727"/>
                <a:gd name="connsiteY81" fmla="*/ 52696 h 675343"/>
                <a:gd name="connsiteX82" fmla="*/ 194441 w 725727"/>
                <a:gd name="connsiteY82" fmla="*/ 72677 h 675343"/>
                <a:gd name="connsiteX83" fmla="*/ 209579 w 725727"/>
                <a:gd name="connsiteY83" fmla="*/ 73478 h 675343"/>
                <a:gd name="connsiteX84" fmla="*/ 228771 w 725727"/>
                <a:gd name="connsiteY84" fmla="*/ 66271 h 675343"/>
                <a:gd name="connsiteX85" fmla="*/ 236207 w 725727"/>
                <a:gd name="connsiteY85" fmla="*/ 69804 h 675343"/>
                <a:gd name="connsiteX86" fmla="*/ 265834 w 725727"/>
                <a:gd name="connsiteY86" fmla="*/ 61187 h 675343"/>
                <a:gd name="connsiteX87" fmla="*/ 280832 w 725727"/>
                <a:gd name="connsiteY87" fmla="*/ 34521 h 675343"/>
                <a:gd name="connsiteX88" fmla="*/ 295703 w 725727"/>
                <a:gd name="connsiteY88" fmla="*/ 18442 h 675343"/>
                <a:gd name="connsiteX89" fmla="*/ 298334 w 725727"/>
                <a:gd name="connsiteY89" fmla="*/ 7588 h 675343"/>
                <a:gd name="connsiteX90" fmla="*/ 307206 w 725727"/>
                <a:gd name="connsiteY90" fmla="*/ 0 h 675343"/>
                <a:gd name="connsiteX91" fmla="*/ 338396 w 725727"/>
                <a:gd name="connsiteY91" fmla="*/ 1055 h 675343"/>
                <a:gd name="connsiteX92" fmla="*/ 340608 w 725727"/>
                <a:gd name="connsiteY92" fmla="*/ 24581 h 675343"/>
                <a:gd name="connsiteX93" fmla="*/ 424000 w 725727"/>
                <a:gd name="connsiteY93" fmla="*/ 21709 h 675343"/>
                <a:gd name="connsiteX94" fmla="*/ 427253 w 725727"/>
                <a:gd name="connsiteY94" fmla="*/ 3012 h 675343"/>
                <a:gd name="connsiteX95" fmla="*/ 493169 w 725727"/>
                <a:gd name="connsiteY95" fmla="*/ 8897 h 675343"/>
                <a:gd name="connsiteX96" fmla="*/ 495762 w 725727"/>
                <a:gd name="connsiteY96" fmla="*/ 15570 h 675343"/>
                <a:gd name="connsiteX97" fmla="*/ 488860 w 725727"/>
                <a:gd name="connsiteY97" fmla="*/ 24327 h 675343"/>
                <a:gd name="connsiteX98" fmla="*/ 453106 w 725727"/>
                <a:gd name="connsiteY98" fmla="*/ 27861 h 675343"/>
                <a:gd name="connsiteX99" fmla="*/ 409116 w 725727"/>
                <a:gd name="connsiteY99" fmla="*/ 50853 h 675343"/>
                <a:gd name="connsiteX100" fmla="*/ 409383 w 725727"/>
                <a:gd name="connsiteY100" fmla="*/ 67580 h 675343"/>
                <a:gd name="connsiteX101" fmla="*/ 420860 w 725727"/>
                <a:gd name="connsiteY101" fmla="*/ 72931 h 675343"/>
                <a:gd name="connsiteX102" fmla="*/ 423479 w 725727"/>
                <a:gd name="connsiteY102" fmla="*/ 80913 h 675343"/>
                <a:gd name="connsiteX103" fmla="*/ 458063 w 725727"/>
                <a:gd name="connsiteY103" fmla="*/ 86544 h 675343"/>
                <a:gd name="connsiteX104" fmla="*/ 469795 w 725727"/>
                <a:gd name="connsiteY104" fmla="*/ 92289 h 675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725727" h="675343">
                  <a:moveTo>
                    <a:pt x="469795" y="92289"/>
                  </a:moveTo>
                  <a:lnTo>
                    <a:pt x="506997" y="92416"/>
                  </a:lnTo>
                  <a:lnTo>
                    <a:pt x="515348" y="95949"/>
                  </a:lnTo>
                  <a:lnTo>
                    <a:pt x="533485" y="112816"/>
                  </a:lnTo>
                  <a:lnTo>
                    <a:pt x="566252" y="119997"/>
                  </a:lnTo>
                  <a:lnTo>
                    <a:pt x="602006" y="115154"/>
                  </a:lnTo>
                  <a:lnTo>
                    <a:pt x="627312" y="98822"/>
                  </a:lnTo>
                  <a:lnTo>
                    <a:pt x="674289" y="86277"/>
                  </a:lnTo>
                  <a:lnTo>
                    <a:pt x="696621" y="75295"/>
                  </a:lnTo>
                  <a:lnTo>
                    <a:pt x="703014" y="66945"/>
                  </a:lnTo>
                  <a:lnTo>
                    <a:pt x="725460" y="54501"/>
                  </a:lnTo>
                  <a:lnTo>
                    <a:pt x="725727" y="67453"/>
                  </a:lnTo>
                  <a:lnTo>
                    <a:pt x="686961" y="116591"/>
                  </a:lnTo>
                  <a:lnTo>
                    <a:pt x="690101" y="150184"/>
                  </a:lnTo>
                  <a:lnTo>
                    <a:pt x="692439" y="175820"/>
                  </a:lnTo>
                  <a:lnTo>
                    <a:pt x="665036" y="187971"/>
                  </a:lnTo>
                  <a:lnTo>
                    <a:pt x="666333" y="222200"/>
                  </a:lnTo>
                  <a:lnTo>
                    <a:pt x="590770" y="254623"/>
                  </a:lnTo>
                  <a:lnTo>
                    <a:pt x="558550" y="251611"/>
                  </a:lnTo>
                  <a:lnTo>
                    <a:pt x="532443" y="263254"/>
                  </a:lnTo>
                  <a:lnTo>
                    <a:pt x="504633" y="289920"/>
                  </a:lnTo>
                  <a:lnTo>
                    <a:pt x="493042" y="312785"/>
                  </a:lnTo>
                  <a:lnTo>
                    <a:pt x="524868" y="326906"/>
                  </a:lnTo>
                  <a:lnTo>
                    <a:pt x="535583" y="359178"/>
                  </a:lnTo>
                  <a:lnTo>
                    <a:pt x="511573" y="377620"/>
                  </a:lnTo>
                  <a:lnTo>
                    <a:pt x="519784" y="442048"/>
                  </a:lnTo>
                  <a:lnTo>
                    <a:pt x="416424" y="451975"/>
                  </a:lnTo>
                  <a:lnTo>
                    <a:pt x="410438" y="400740"/>
                  </a:lnTo>
                  <a:lnTo>
                    <a:pt x="384840" y="400740"/>
                  </a:lnTo>
                  <a:lnTo>
                    <a:pt x="357970" y="432249"/>
                  </a:lnTo>
                  <a:lnTo>
                    <a:pt x="345565" y="446751"/>
                  </a:lnTo>
                  <a:lnTo>
                    <a:pt x="327949" y="446751"/>
                  </a:lnTo>
                  <a:lnTo>
                    <a:pt x="338257" y="393165"/>
                  </a:lnTo>
                  <a:lnTo>
                    <a:pt x="318950" y="385996"/>
                  </a:lnTo>
                  <a:lnTo>
                    <a:pt x="312150" y="398795"/>
                  </a:lnTo>
                  <a:lnTo>
                    <a:pt x="297673" y="416704"/>
                  </a:lnTo>
                  <a:lnTo>
                    <a:pt x="313332" y="460224"/>
                  </a:lnTo>
                  <a:lnTo>
                    <a:pt x="313980" y="469108"/>
                  </a:lnTo>
                  <a:lnTo>
                    <a:pt x="319712" y="475514"/>
                  </a:lnTo>
                  <a:lnTo>
                    <a:pt x="316865" y="483877"/>
                  </a:lnTo>
                  <a:lnTo>
                    <a:pt x="319471" y="494452"/>
                  </a:lnTo>
                  <a:lnTo>
                    <a:pt x="318670" y="504671"/>
                  </a:lnTo>
                  <a:lnTo>
                    <a:pt x="327161" y="526355"/>
                  </a:lnTo>
                  <a:lnTo>
                    <a:pt x="338790" y="568832"/>
                  </a:lnTo>
                  <a:lnTo>
                    <a:pt x="346353" y="597074"/>
                  </a:lnTo>
                  <a:lnTo>
                    <a:pt x="417594" y="639412"/>
                  </a:lnTo>
                  <a:lnTo>
                    <a:pt x="354310" y="675344"/>
                  </a:lnTo>
                  <a:lnTo>
                    <a:pt x="313980" y="643988"/>
                  </a:lnTo>
                  <a:lnTo>
                    <a:pt x="216900" y="548051"/>
                  </a:lnTo>
                  <a:lnTo>
                    <a:pt x="243642" y="524131"/>
                  </a:lnTo>
                  <a:lnTo>
                    <a:pt x="232038" y="469896"/>
                  </a:lnTo>
                  <a:lnTo>
                    <a:pt x="228110" y="376565"/>
                  </a:lnTo>
                  <a:lnTo>
                    <a:pt x="246769" y="340366"/>
                  </a:lnTo>
                  <a:lnTo>
                    <a:pt x="246515" y="296059"/>
                  </a:lnTo>
                  <a:lnTo>
                    <a:pt x="246260" y="223255"/>
                  </a:lnTo>
                  <a:lnTo>
                    <a:pt x="188174" y="238812"/>
                  </a:lnTo>
                  <a:lnTo>
                    <a:pt x="142774" y="197110"/>
                  </a:lnTo>
                  <a:lnTo>
                    <a:pt x="180218" y="145227"/>
                  </a:lnTo>
                  <a:lnTo>
                    <a:pt x="219632" y="122221"/>
                  </a:lnTo>
                  <a:lnTo>
                    <a:pt x="226941" y="114900"/>
                  </a:lnTo>
                  <a:lnTo>
                    <a:pt x="241291" y="104313"/>
                  </a:lnTo>
                  <a:lnTo>
                    <a:pt x="245472" y="97780"/>
                  </a:lnTo>
                  <a:lnTo>
                    <a:pt x="244557" y="91107"/>
                  </a:lnTo>
                  <a:lnTo>
                    <a:pt x="236207" y="74380"/>
                  </a:lnTo>
                  <a:lnTo>
                    <a:pt x="229826" y="71253"/>
                  </a:lnTo>
                  <a:lnTo>
                    <a:pt x="232813" y="84447"/>
                  </a:lnTo>
                  <a:lnTo>
                    <a:pt x="230080" y="91908"/>
                  </a:lnTo>
                  <a:lnTo>
                    <a:pt x="222505" y="96597"/>
                  </a:lnTo>
                  <a:lnTo>
                    <a:pt x="212464" y="97780"/>
                  </a:lnTo>
                  <a:lnTo>
                    <a:pt x="200058" y="105482"/>
                  </a:lnTo>
                  <a:lnTo>
                    <a:pt x="185327" y="104974"/>
                  </a:lnTo>
                  <a:lnTo>
                    <a:pt x="181781" y="85235"/>
                  </a:lnTo>
                  <a:lnTo>
                    <a:pt x="73732" y="73605"/>
                  </a:lnTo>
                  <a:lnTo>
                    <a:pt x="22052" y="95034"/>
                  </a:lnTo>
                  <a:lnTo>
                    <a:pt x="0" y="71380"/>
                  </a:lnTo>
                  <a:lnTo>
                    <a:pt x="19841" y="37139"/>
                  </a:lnTo>
                  <a:lnTo>
                    <a:pt x="39415" y="39084"/>
                  </a:lnTo>
                  <a:lnTo>
                    <a:pt x="52595" y="56217"/>
                  </a:lnTo>
                  <a:lnTo>
                    <a:pt x="84815" y="25370"/>
                  </a:lnTo>
                  <a:lnTo>
                    <a:pt x="194441" y="17388"/>
                  </a:lnTo>
                  <a:lnTo>
                    <a:pt x="201889" y="44320"/>
                  </a:lnTo>
                  <a:lnTo>
                    <a:pt x="194962" y="52696"/>
                  </a:lnTo>
                  <a:lnTo>
                    <a:pt x="194441" y="72677"/>
                  </a:lnTo>
                  <a:lnTo>
                    <a:pt x="209579" y="73478"/>
                  </a:lnTo>
                  <a:lnTo>
                    <a:pt x="228771" y="66271"/>
                  </a:lnTo>
                  <a:lnTo>
                    <a:pt x="236207" y="69804"/>
                  </a:lnTo>
                  <a:lnTo>
                    <a:pt x="265834" y="61187"/>
                  </a:lnTo>
                  <a:lnTo>
                    <a:pt x="280832" y="34521"/>
                  </a:lnTo>
                  <a:lnTo>
                    <a:pt x="295703" y="18442"/>
                  </a:lnTo>
                  <a:lnTo>
                    <a:pt x="298334" y="7588"/>
                  </a:lnTo>
                  <a:lnTo>
                    <a:pt x="307206" y="0"/>
                  </a:lnTo>
                  <a:lnTo>
                    <a:pt x="338396" y="1055"/>
                  </a:lnTo>
                  <a:lnTo>
                    <a:pt x="340608" y="24581"/>
                  </a:lnTo>
                  <a:lnTo>
                    <a:pt x="424000" y="21709"/>
                  </a:lnTo>
                  <a:lnTo>
                    <a:pt x="427253" y="3012"/>
                  </a:lnTo>
                  <a:lnTo>
                    <a:pt x="493169" y="8897"/>
                  </a:lnTo>
                  <a:lnTo>
                    <a:pt x="495762" y="15570"/>
                  </a:lnTo>
                  <a:lnTo>
                    <a:pt x="488860" y="24327"/>
                  </a:lnTo>
                  <a:lnTo>
                    <a:pt x="453106" y="27861"/>
                  </a:lnTo>
                  <a:lnTo>
                    <a:pt x="409116" y="50853"/>
                  </a:lnTo>
                  <a:lnTo>
                    <a:pt x="409383" y="67580"/>
                  </a:lnTo>
                  <a:lnTo>
                    <a:pt x="420860" y="72931"/>
                  </a:lnTo>
                  <a:lnTo>
                    <a:pt x="423479" y="80913"/>
                  </a:lnTo>
                  <a:lnTo>
                    <a:pt x="458063" y="86544"/>
                  </a:lnTo>
                  <a:lnTo>
                    <a:pt x="469795" y="92289"/>
                  </a:lnTo>
                  <a:close/>
                </a:path>
              </a:pathLst>
            </a:custGeom>
            <a:noFill/>
            <a:ln w="3810" cap="flat">
              <a:solidFill>
                <a:srgbClr val="E6E4E2"/>
              </a:solidFill>
              <a:prstDash val="solid"/>
              <a:miter/>
            </a:ln>
          </p:spPr>
          <p:txBody>
            <a:bodyPr rtlCol="0" anchor="ctr"/>
            <a:lstStyle/>
            <a:p>
              <a:endParaRPr lang="de-CH"/>
            </a:p>
          </p:txBody>
        </p:sp>
        <p:sp>
          <p:nvSpPr>
            <p:cNvPr id="96" name="Freihandform: Form 95">
              <a:extLst>
                <a:ext uri="{FF2B5EF4-FFF2-40B4-BE49-F238E27FC236}">
                  <a16:creationId xmlns:a16="http://schemas.microsoft.com/office/drawing/2014/main" id="{5A4E23D8-CD5A-7F94-27CF-A31DC82BDC52}"/>
                </a:ext>
              </a:extLst>
            </p:cNvPr>
            <p:cNvSpPr/>
            <p:nvPr/>
          </p:nvSpPr>
          <p:spPr>
            <a:xfrm>
              <a:off x="7454818" y="2363580"/>
              <a:ext cx="773581" cy="1126390"/>
            </a:xfrm>
            <a:custGeom>
              <a:avLst/>
              <a:gdLst>
                <a:gd name="connsiteX0" fmla="*/ 253162 w 773581"/>
                <a:gd name="connsiteY0" fmla="*/ 0 h 1126390"/>
                <a:gd name="connsiteX1" fmla="*/ 260063 w 773581"/>
                <a:gd name="connsiteY1" fmla="*/ 3139 h 1126390"/>
                <a:gd name="connsiteX2" fmla="*/ 347624 w 773581"/>
                <a:gd name="connsiteY2" fmla="*/ 92022 h 1126390"/>
                <a:gd name="connsiteX3" fmla="*/ 383772 w 773581"/>
                <a:gd name="connsiteY3" fmla="*/ 126136 h 1126390"/>
                <a:gd name="connsiteX4" fmla="*/ 420441 w 773581"/>
                <a:gd name="connsiteY4" fmla="*/ 125094 h 1126390"/>
                <a:gd name="connsiteX5" fmla="*/ 446942 w 773581"/>
                <a:gd name="connsiteY5" fmla="*/ 115549 h 1126390"/>
                <a:gd name="connsiteX6" fmla="*/ 463389 w 773581"/>
                <a:gd name="connsiteY6" fmla="*/ 129136 h 1126390"/>
                <a:gd name="connsiteX7" fmla="*/ 490398 w 773581"/>
                <a:gd name="connsiteY7" fmla="*/ 132923 h 1126390"/>
                <a:gd name="connsiteX8" fmla="*/ 524588 w 773581"/>
                <a:gd name="connsiteY8" fmla="*/ 132669 h 1126390"/>
                <a:gd name="connsiteX9" fmla="*/ 537501 w 773581"/>
                <a:gd name="connsiteY9" fmla="*/ 139990 h 1126390"/>
                <a:gd name="connsiteX10" fmla="*/ 563863 w 773581"/>
                <a:gd name="connsiteY10" fmla="*/ 143396 h 1126390"/>
                <a:gd name="connsiteX11" fmla="*/ 584873 w 773581"/>
                <a:gd name="connsiteY11" fmla="*/ 151874 h 1126390"/>
                <a:gd name="connsiteX12" fmla="*/ 630032 w 773581"/>
                <a:gd name="connsiteY12" fmla="*/ 161293 h 1126390"/>
                <a:gd name="connsiteX13" fmla="*/ 637468 w 773581"/>
                <a:gd name="connsiteY13" fmla="*/ 255920 h 1126390"/>
                <a:gd name="connsiteX14" fmla="*/ 641649 w 773581"/>
                <a:gd name="connsiteY14" fmla="*/ 308464 h 1126390"/>
                <a:gd name="connsiteX15" fmla="*/ 617894 w 773581"/>
                <a:gd name="connsiteY15" fmla="*/ 325458 h 1126390"/>
                <a:gd name="connsiteX16" fmla="*/ 532558 w 773581"/>
                <a:gd name="connsiteY16" fmla="*/ 393953 h 1126390"/>
                <a:gd name="connsiteX17" fmla="*/ 570129 w 773581"/>
                <a:gd name="connsiteY17" fmla="*/ 419945 h 1126390"/>
                <a:gd name="connsiteX18" fmla="*/ 619724 w 773581"/>
                <a:gd name="connsiteY18" fmla="*/ 431448 h 1126390"/>
                <a:gd name="connsiteX19" fmla="*/ 653914 w 773581"/>
                <a:gd name="connsiteY19" fmla="*/ 396685 h 1126390"/>
                <a:gd name="connsiteX20" fmla="*/ 699455 w 773581"/>
                <a:gd name="connsiteY20" fmla="*/ 408328 h 1126390"/>
                <a:gd name="connsiteX21" fmla="*/ 729998 w 773581"/>
                <a:gd name="connsiteY21" fmla="*/ 418000 h 1126390"/>
                <a:gd name="connsiteX22" fmla="*/ 765485 w 773581"/>
                <a:gd name="connsiteY22" fmla="*/ 510264 h 1126390"/>
                <a:gd name="connsiteX23" fmla="*/ 757922 w 773581"/>
                <a:gd name="connsiteY23" fmla="*/ 589347 h 1126390"/>
                <a:gd name="connsiteX24" fmla="*/ 736773 w 773581"/>
                <a:gd name="connsiteY24" fmla="*/ 657829 h 1126390"/>
                <a:gd name="connsiteX25" fmla="*/ 773581 w 773581"/>
                <a:gd name="connsiteY25" fmla="*/ 723058 h 1126390"/>
                <a:gd name="connsiteX26" fmla="*/ 766400 w 773581"/>
                <a:gd name="connsiteY26" fmla="*/ 755342 h 1126390"/>
                <a:gd name="connsiteX27" fmla="*/ 723719 w 773581"/>
                <a:gd name="connsiteY27" fmla="*/ 782923 h 1126390"/>
                <a:gd name="connsiteX28" fmla="*/ 694625 w 773581"/>
                <a:gd name="connsiteY28" fmla="*/ 829442 h 1126390"/>
                <a:gd name="connsiteX29" fmla="*/ 660969 w 773581"/>
                <a:gd name="connsiteY29" fmla="*/ 861472 h 1126390"/>
                <a:gd name="connsiteX30" fmla="*/ 579789 w 773581"/>
                <a:gd name="connsiteY30" fmla="*/ 861726 h 1126390"/>
                <a:gd name="connsiteX31" fmla="*/ 565299 w 773581"/>
                <a:gd name="connsiteY31" fmla="*/ 879241 h 1126390"/>
                <a:gd name="connsiteX32" fmla="*/ 545204 w 773581"/>
                <a:gd name="connsiteY32" fmla="*/ 914537 h 1126390"/>
                <a:gd name="connsiteX33" fmla="*/ 536066 w 773581"/>
                <a:gd name="connsiteY33" fmla="*/ 927197 h 1126390"/>
                <a:gd name="connsiteX34" fmla="*/ 489864 w 773581"/>
                <a:gd name="connsiteY34" fmla="*/ 957930 h 1126390"/>
                <a:gd name="connsiteX35" fmla="*/ 455025 w 773581"/>
                <a:gd name="connsiteY35" fmla="*/ 897798 h 1126390"/>
                <a:gd name="connsiteX36" fmla="*/ 394881 w 773581"/>
                <a:gd name="connsiteY36" fmla="*/ 887083 h 1126390"/>
                <a:gd name="connsiteX37" fmla="*/ 369816 w 773581"/>
                <a:gd name="connsiteY37" fmla="*/ 896756 h 1126390"/>
                <a:gd name="connsiteX38" fmla="*/ 354145 w 773581"/>
                <a:gd name="connsiteY38" fmla="*/ 916762 h 1126390"/>
                <a:gd name="connsiteX39" fmla="*/ 334062 w 773581"/>
                <a:gd name="connsiteY39" fmla="*/ 1006940 h 1126390"/>
                <a:gd name="connsiteX40" fmla="*/ 283158 w 773581"/>
                <a:gd name="connsiteY40" fmla="*/ 1079350 h 1126390"/>
                <a:gd name="connsiteX41" fmla="*/ 176672 w 773581"/>
                <a:gd name="connsiteY41" fmla="*/ 1096865 h 1126390"/>
                <a:gd name="connsiteX42" fmla="*/ 119120 w 773581"/>
                <a:gd name="connsiteY42" fmla="*/ 1126391 h 1126390"/>
                <a:gd name="connsiteX43" fmla="*/ 90941 w 773581"/>
                <a:gd name="connsiteY43" fmla="*/ 1082998 h 1126390"/>
                <a:gd name="connsiteX44" fmla="*/ 56878 w 773581"/>
                <a:gd name="connsiteY44" fmla="*/ 1074381 h 1126390"/>
                <a:gd name="connsiteX45" fmla="*/ 14591 w 773581"/>
                <a:gd name="connsiteY45" fmla="*/ 1074788 h 1126390"/>
                <a:gd name="connsiteX46" fmla="*/ 21505 w 773581"/>
                <a:gd name="connsiteY46" fmla="*/ 1030213 h 1126390"/>
                <a:gd name="connsiteX47" fmla="*/ 0 w 773581"/>
                <a:gd name="connsiteY47" fmla="*/ 992553 h 1126390"/>
                <a:gd name="connsiteX48" fmla="*/ 171308 w 773581"/>
                <a:gd name="connsiteY48" fmla="*/ 889956 h 1126390"/>
                <a:gd name="connsiteX49" fmla="*/ 165055 w 773581"/>
                <a:gd name="connsiteY49" fmla="*/ 820037 h 1126390"/>
                <a:gd name="connsiteX50" fmla="*/ 164661 w 773581"/>
                <a:gd name="connsiteY50" fmla="*/ 814419 h 1126390"/>
                <a:gd name="connsiteX51" fmla="*/ 151862 w 773581"/>
                <a:gd name="connsiteY51" fmla="*/ 795595 h 1126390"/>
                <a:gd name="connsiteX52" fmla="*/ 126682 w 773581"/>
                <a:gd name="connsiteY52" fmla="*/ 758075 h 1126390"/>
                <a:gd name="connsiteX53" fmla="*/ 183192 w 773581"/>
                <a:gd name="connsiteY53" fmla="*/ 731943 h 1126390"/>
                <a:gd name="connsiteX54" fmla="*/ 166110 w 773581"/>
                <a:gd name="connsiteY54" fmla="*/ 700434 h 1126390"/>
                <a:gd name="connsiteX55" fmla="*/ 198330 w 773581"/>
                <a:gd name="connsiteY55" fmla="*/ 637302 h 1126390"/>
                <a:gd name="connsiteX56" fmla="*/ 153183 w 773581"/>
                <a:gd name="connsiteY56" fmla="*/ 609734 h 1126390"/>
                <a:gd name="connsiteX57" fmla="*/ 104249 w 773581"/>
                <a:gd name="connsiteY57" fmla="*/ 521639 h 1126390"/>
                <a:gd name="connsiteX58" fmla="*/ 70453 w 773581"/>
                <a:gd name="connsiteY58" fmla="*/ 469362 h 1126390"/>
                <a:gd name="connsiteX59" fmla="*/ 38474 w 773581"/>
                <a:gd name="connsiteY59" fmla="*/ 458381 h 1126390"/>
                <a:gd name="connsiteX60" fmla="*/ 49824 w 773581"/>
                <a:gd name="connsiteY60" fmla="*/ 419678 h 1126390"/>
                <a:gd name="connsiteX61" fmla="*/ 97983 w 773581"/>
                <a:gd name="connsiteY61" fmla="*/ 402049 h 1126390"/>
                <a:gd name="connsiteX62" fmla="*/ 145214 w 773581"/>
                <a:gd name="connsiteY62" fmla="*/ 371583 h 1126390"/>
                <a:gd name="connsiteX63" fmla="*/ 169503 w 773581"/>
                <a:gd name="connsiteY63" fmla="*/ 290949 h 1126390"/>
                <a:gd name="connsiteX64" fmla="*/ 154352 w 773581"/>
                <a:gd name="connsiteY64" fmla="*/ 245866 h 1126390"/>
                <a:gd name="connsiteX65" fmla="*/ 187895 w 773581"/>
                <a:gd name="connsiteY65" fmla="*/ 208333 h 1126390"/>
                <a:gd name="connsiteX66" fmla="*/ 190107 w 773581"/>
                <a:gd name="connsiteY66" fmla="*/ 174752 h 1126390"/>
                <a:gd name="connsiteX67" fmla="*/ 189840 w 773581"/>
                <a:gd name="connsiteY67" fmla="*/ 165728 h 1126390"/>
                <a:gd name="connsiteX68" fmla="*/ 183586 w 773581"/>
                <a:gd name="connsiteY68" fmla="*/ 116985 h 1126390"/>
                <a:gd name="connsiteX69" fmla="*/ 179277 w 773581"/>
                <a:gd name="connsiteY69" fmla="*/ 110579 h 1126390"/>
                <a:gd name="connsiteX70" fmla="*/ 184628 w 773581"/>
                <a:gd name="connsiteY70" fmla="*/ 102470 h 1126390"/>
                <a:gd name="connsiteX71" fmla="*/ 253162 w 773581"/>
                <a:gd name="connsiteY71" fmla="*/ 0 h 1126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773581" h="1126390">
                  <a:moveTo>
                    <a:pt x="253162" y="0"/>
                  </a:moveTo>
                  <a:lnTo>
                    <a:pt x="260063" y="3139"/>
                  </a:lnTo>
                  <a:lnTo>
                    <a:pt x="347624" y="92022"/>
                  </a:lnTo>
                  <a:lnTo>
                    <a:pt x="383772" y="126136"/>
                  </a:lnTo>
                  <a:lnTo>
                    <a:pt x="420441" y="125094"/>
                  </a:lnTo>
                  <a:lnTo>
                    <a:pt x="446942" y="115549"/>
                  </a:lnTo>
                  <a:lnTo>
                    <a:pt x="463389" y="129136"/>
                  </a:lnTo>
                  <a:lnTo>
                    <a:pt x="490398" y="132923"/>
                  </a:lnTo>
                  <a:lnTo>
                    <a:pt x="524588" y="132669"/>
                  </a:lnTo>
                  <a:lnTo>
                    <a:pt x="537501" y="139990"/>
                  </a:lnTo>
                  <a:lnTo>
                    <a:pt x="563863" y="143396"/>
                  </a:lnTo>
                  <a:lnTo>
                    <a:pt x="584873" y="151874"/>
                  </a:lnTo>
                  <a:lnTo>
                    <a:pt x="630032" y="161293"/>
                  </a:lnTo>
                  <a:lnTo>
                    <a:pt x="637468" y="255920"/>
                  </a:lnTo>
                  <a:lnTo>
                    <a:pt x="641649" y="308464"/>
                  </a:lnTo>
                  <a:lnTo>
                    <a:pt x="617894" y="325458"/>
                  </a:lnTo>
                  <a:lnTo>
                    <a:pt x="532558" y="393953"/>
                  </a:lnTo>
                  <a:lnTo>
                    <a:pt x="570129" y="419945"/>
                  </a:lnTo>
                  <a:lnTo>
                    <a:pt x="619724" y="431448"/>
                  </a:lnTo>
                  <a:lnTo>
                    <a:pt x="653914" y="396685"/>
                  </a:lnTo>
                  <a:lnTo>
                    <a:pt x="699455" y="408328"/>
                  </a:lnTo>
                  <a:lnTo>
                    <a:pt x="729998" y="418000"/>
                  </a:lnTo>
                  <a:lnTo>
                    <a:pt x="765485" y="510264"/>
                  </a:lnTo>
                  <a:lnTo>
                    <a:pt x="757922" y="589347"/>
                  </a:lnTo>
                  <a:lnTo>
                    <a:pt x="736773" y="657829"/>
                  </a:lnTo>
                  <a:lnTo>
                    <a:pt x="773581" y="723058"/>
                  </a:lnTo>
                  <a:lnTo>
                    <a:pt x="766400" y="755342"/>
                  </a:lnTo>
                  <a:lnTo>
                    <a:pt x="723719" y="782923"/>
                  </a:lnTo>
                  <a:lnTo>
                    <a:pt x="694625" y="829442"/>
                  </a:lnTo>
                  <a:lnTo>
                    <a:pt x="660969" y="861472"/>
                  </a:lnTo>
                  <a:lnTo>
                    <a:pt x="579789" y="861726"/>
                  </a:lnTo>
                  <a:lnTo>
                    <a:pt x="565299" y="879241"/>
                  </a:lnTo>
                  <a:lnTo>
                    <a:pt x="545204" y="914537"/>
                  </a:lnTo>
                  <a:lnTo>
                    <a:pt x="536066" y="927197"/>
                  </a:lnTo>
                  <a:lnTo>
                    <a:pt x="489864" y="957930"/>
                  </a:lnTo>
                  <a:lnTo>
                    <a:pt x="455025" y="897798"/>
                  </a:lnTo>
                  <a:lnTo>
                    <a:pt x="394881" y="887083"/>
                  </a:lnTo>
                  <a:lnTo>
                    <a:pt x="369816" y="896756"/>
                  </a:lnTo>
                  <a:lnTo>
                    <a:pt x="354145" y="916762"/>
                  </a:lnTo>
                  <a:lnTo>
                    <a:pt x="334062" y="1006940"/>
                  </a:lnTo>
                  <a:lnTo>
                    <a:pt x="283158" y="1079350"/>
                  </a:lnTo>
                  <a:lnTo>
                    <a:pt x="176672" y="1096865"/>
                  </a:lnTo>
                  <a:lnTo>
                    <a:pt x="119120" y="1126391"/>
                  </a:lnTo>
                  <a:lnTo>
                    <a:pt x="90941" y="1082998"/>
                  </a:lnTo>
                  <a:lnTo>
                    <a:pt x="56878" y="1074381"/>
                  </a:lnTo>
                  <a:lnTo>
                    <a:pt x="14591" y="1074788"/>
                  </a:lnTo>
                  <a:lnTo>
                    <a:pt x="21505" y="1030213"/>
                  </a:lnTo>
                  <a:lnTo>
                    <a:pt x="0" y="992553"/>
                  </a:lnTo>
                  <a:lnTo>
                    <a:pt x="171308" y="889956"/>
                  </a:lnTo>
                  <a:lnTo>
                    <a:pt x="165055" y="820037"/>
                  </a:lnTo>
                  <a:lnTo>
                    <a:pt x="164661" y="814419"/>
                  </a:lnTo>
                  <a:lnTo>
                    <a:pt x="151862" y="795595"/>
                  </a:lnTo>
                  <a:lnTo>
                    <a:pt x="126682" y="758075"/>
                  </a:lnTo>
                  <a:lnTo>
                    <a:pt x="183192" y="731943"/>
                  </a:lnTo>
                  <a:lnTo>
                    <a:pt x="166110" y="700434"/>
                  </a:lnTo>
                  <a:lnTo>
                    <a:pt x="198330" y="637302"/>
                  </a:lnTo>
                  <a:lnTo>
                    <a:pt x="153183" y="609734"/>
                  </a:lnTo>
                  <a:lnTo>
                    <a:pt x="104249" y="521639"/>
                  </a:lnTo>
                  <a:lnTo>
                    <a:pt x="70453" y="469362"/>
                  </a:lnTo>
                  <a:lnTo>
                    <a:pt x="38474" y="458381"/>
                  </a:lnTo>
                  <a:lnTo>
                    <a:pt x="49824" y="419678"/>
                  </a:lnTo>
                  <a:lnTo>
                    <a:pt x="97983" y="402049"/>
                  </a:lnTo>
                  <a:lnTo>
                    <a:pt x="145214" y="371583"/>
                  </a:lnTo>
                  <a:lnTo>
                    <a:pt x="169503" y="290949"/>
                  </a:lnTo>
                  <a:lnTo>
                    <a:pt x="154352" y="245866"/>
                  </a:lnTo>
                  <a:lnTo>
                    <a:pt x="187895" y="208333"/>
                  </a:lnTo>
                  <a:lnTo>
                    <a:pt x="190107" y="174752"/>
                  </a:lnTo>
                  <a:lnTo>
                    <a:pt x="189840" y="165728"/>
                  </a:lnTo>
                  <a:lnTo>
                    <a:pt x="183586" y="116985"/>
                  </a:lnTo>
                  <a:lnTo>
                    <a:pt x="179277" y="110579"/>
                  </a:lnTo>
                  <a:lnTo>
                    <a:pt x="184628" y="102470"/>
                  </a:lnTo>
                  <a:lnTo>
                    <a:pt x="253162" y="0"/>
                  </a:lnTo>
                  <a:close/>
                </a:path>
              </a:pathLst>
            </a:custGeom>
            <a:solidFill>
              <a:srgbClr val="FFFFFF"/>
            </a:solidFill>
            <a:ln w="12700" cap="flat">
              <a:noFill/>
              <a:prstDash val="solid"/>
              <a:miter/>
            </a:ln>
          </p:spPr>
          <p:txBody>
            <a:bodyPr rtlCol="0" anchor="ctr"/>
            <a:lstStyle/>
            <a:p>
              <a:endParaRPr lang="de-CH"/>
            </a:p>
          </p:txBody>
        </p:sp>
        <p:sp>
          <p:nvSpPr>
            <p:cNvPr id="97" name="Freihandform: Form 96">
              <a:extLst>
                <a:ext uri="{FF2B5EF4-FFF2-40B4-BE49-F238E27FC236}">
                  <a16:creationId xmlns:a16="http://schemas.microsoft.com/office/drawing/2014/main" id="{F148BF89-A2B3-9236-1BEB-2CA5F8A41C60}"/>
                </a:ext>
              </a:extLst>
            </p:cNvPr>
            <p:cNvSpPr/>
            <p:nvPr/>
          </p:nvSpPr>
          <p:spPr>
            <a:xfrm>
              <a:off x="7454818" y="2363580"/>
              <a:ext cx="773581" cy="1126390"/>
            </a:xfrm>
            <a:custGeom>
              <a:avLst/>
              <a:gdLst>
                <a:gd name="connsiteX0" fmla="*/ 253162 w 773581"/>
                <a:gd name="connsiteY0" fmla="*/ 0 h 1126390"/>
                <a:gd name="connsiteX1" fmla="*/ 260063 w 773581"/>
                <a:gd name="connsiteY1" fmla="*/ 3139 h 1126390"/>
                <a:gd name="connsiteX2" fmla="*/ 347624 w 773581"/>
                <a:gd name="connsiteY2" fmla="*/ 92022 h 1126390"/>
                <a:gd name="connsiteX3" fmla="*/ 383772 w 773581"/>
                <a:gd name="connsiteY3" fmla="*/ 126136 h 1126390"/>
                <a:gd name="connsiteX4" fmla="*/ 420441 w 773581"/>
                <a:gd name="connsiteY4" fmla="*/ 125094 h 1126390"/>
                <a:gd name="connsiteX5" fmla="*/ 446942 w 773581"/>
                <a:gd name="connsiteY5" fmla="*/ 115549 h 1126390"/>
                <a:gd name="connsiteX6" fmla="*/ 463389 w 773581"/>
                <a:gd name="connsiteY6" fmla="*/ 129136 h 1126390"/>
                <a:gd name="connsiteX7" fmla="*/ 490398 w 773581"/>
                <a:gd name="connsiteY7" fmla="*/ 132923 h 1126390"/>
                <a:gd name="connsiteX8" fmla="*/ 524588 w 773581"/>
                <a:gd name="connsiteY8" fmla="*/ 132669 h 1126390"/>
                <a:gd name="connsiteX9" fmla="*/ 537501 w 773581"/>
                <a:gd name="connsiteY9" fmla="*/ 139990 h 1126390"/>
                <a:gd name="connsiteX10" fmla="*/ 563863 w 773581"/>
                <a:gd name="connsiteY10" fmla="*/ 143396 h 1126390"/>
                <a:gd name="connsiteX11" fmla="*/ 584873 w 773581"/>
                <a:gd name="connsiteY11" fmla="*/ 151874 h 1126390"/>
                <a:gd name="connsiteX12" fmla="*/ 630032 w 773581"/>
                <a:gd name="connsiteY12" fmla="*/ 161293 h 1126390"/>
                <a:gd name="connsiteX13" fmla="*/ 637468 w 773581"/>
                <a:gd name="connsiteY13" fmla="*/ 255920 h 1126390"/>
                <a:gd name="connsiteX14" fmla="*/ 641649 w 773581"/>
                <a:gd name="connsiteY14" fmla="*/ 308464 h 1126390"/>
                <a:gd name="connsiteX15" fmla="*/ 617894 w 773581"/>
                <a:gd name="connsiteY15" fmla="*/ 325458 h 1126390"/>
                <a:gd name="connsiteX16" fmla="*/ 532558 w 773581"/>
                <a:gd name="connsiteY16" fmla="*/ 393953 h 1126390"/>
                <a:gd name="connsiteX17" fmla="*/ 570129 w 773581"/>
                <a:gd name="connsiteY17" fmla="*/ 419945 h 1126390"/>
                <a:gd name="connsiteX18" fmla="*/ 619724 w 773581"/>
                <a:gd name="connsiteY18" fmla="*/ 431448 h 1126390"/>
                <a:gd name="connsiteX19" fmla="*/ 653914 w 773581"/>
                <a:gd name="connsiteY19" fmla="*/ 396685 h 1126390"/>
                <a:gd name="connsiteX20" fmla="*/ 699455 w 773581"/>
                <a:gd name="connsiteY20" fmla="*/ 408328 h 1126390"/>
                <a:gd name="connsiteX21" fmla="*/ 729998 w 773581"/>
                <a:gd name="connsiteY21" fmla="*/ 418000 h 1126390"/>
                <a:gd name="connsiteX22" fmla="*/ 765485 w 773581"/>
                <a:gd name="connsiteY22" fmla="*/ 510264 h 1126390"/>
                <a:gd name="connsiteX23" fmla="*/ 757922 w 773581"/>
                <a:gd name="connsiteY23" fmla="*/ 589347 h 1126390"/>
                <a:gd name="connsiteX24" fmla="*/ 736773 w 773581"/>
                <a:gd name="connsiteY24" fmla="*/ 657829 h 1126390"/>
                <a:gd name="connsiteX25" fmla="*/ 773581 w 773581"/>
                <a:gd name="connsiteY25" fmla="*/ 723058 h 1126390"/>
                <a:gd name="connsiteX26" fmla="*/ 766400 w 773581"/>
                <a:gd name="connsiteY26" fmla="*/ 755342 h 1126390"/>
                <a:gd name="connsiteX27" fmla="*/ 723719 w 773581"/>
                <a:gd name="connsiteY27" fmla="*/ 782923 h 1126390"/>
                <a:gd name="connsiteX28" fmla="*/ 694625 w 773581"/>
                <a:gd name="connsiteY28" fmla="*/ 829442 h 1126390"/>
                <a:gd name="connsiteX29" fmla="*/ 660969 w 773581"/>
                <a:gd name="connsiteY29" fmla="*/ 861472 h 1126390"/>
                <a:gd name="connsiteX30" fmla="*/ 579789 w 773581"/>
                <a:gd name="connsiteY30" fmla="*/ 861726 h 1126390"/>
                <a:gd name="connsiteX31" fmla="*/ 565299 w 773581"/>
                <a:gd name="connsiteY31" fmla="*/ 879241 h 1126390"/>
                <a:gd name="connsiteX32" fmla="*/ 545204 w 773581"/>
                <a:gd name="connsiteY32" fmla="*/ 914537 h 1126390"/>
                <a:gd name="connsiteX33" fmla="*/ 536066 w 773581"/>
                <a:gd name="connsiteY33" fmla="*/ 927197 h 1126390"/>
                <a:gd name="connsiteX34" fmla="*/ 489864 w 773581"/>
                <a:gd name="connsiteY34" fmla="*/ 957930 h 1126390"/>
                <a:gd name="connsiteX35" fmla="*/ 455025 w 773581"/>
                <a:gd name="connsiteY35" fmla="*/ 897798 h 1126390"/>
                <a:gd name="connsiteX36" fmla="*/ 394881 w 773581"/>
                <a:gd name="connsiteY36" fmla="*/ 887083 h 1126390"/>
                <a:gd name="connsiteX37" fmla="*/ 369816 w 773581"/>
                <a:gd name="connsiteY37" fmla="*/ 896756 h 1126390"/>
                <a:gd name="connsiteX38" fmla="*/ 354145 w 773581"/>
                <a:gd name="connsiteY38" fmla="*/ 916762 h 1126390"/>
                <a:gd name="connsiteX39" fmla="*/ 334062 w 773581"/>
                <a:gd name="connsiteY39" fmla="*/ 1006940 h 1126390"/>
                <a:gd name="connsiteX40" fmla="*/ 283158 w 773581"/>
                <a:gd name="connsiteY40" fmla="*/ 1079350 h 1126390"/>
                <a:gd name="connsiteX41" fmla="*/ 176672 w 773581"/>
                <a:gd name="connsiteY41" fmla="*/ 1096865 h 1126390"/>
                <a:gd name="connsiteX42" fmla="*/ 119120 w 773581"/>
                <a:gd name="connsiteY42" fmla="*/ 1126391 h 1126390"/>
                <a:gd name="connsiteX43" fmla="*/ 90941 w 773581"/>
                <a:gd name="connsiteY43" fmla="*/ 1082998 h 1126390"/>
                <a:gd name="connsiteX44" fmla="*/ 56878 w 773581"/>
                <a:gd name="connsiteY44" fmla="*/ 1074381 h 1126390"/>
                <a:gd name="connsiteX45" fmla="*/ 14591 w 773581"/>
                <a:gd name="connsiteY45" fmla="*/ 1074788 h 1126390"/>
                <a:gd name="connsiteX46" fmla="*/ 21505 w 773581"/>
                <a:gd name="connsiteY46" fmla="*/ 1030213 h 1126390"/>
                <a:gd name="connsiteX47" fmla="*/ 0 w 773581"/>
                <a:gd name="connsiteY47" fmla="*/ 992553 h 1126390"/>
                <a:gd name="connsiteX48" fmla="*/ 171308 w 773581"/>
                <a:gd name="connsiteY48" fmla="*/ 889956 h 1126390"/>
                <a:gd name="connsiteX49" fmla="*/ 165055 w 773581"/>
                <a:gd name="connsiteY49" fmla="*/ 820037 h 1126390"/>
                <a:gd name="connsiteX50" fmla="*/ 164661 w 773581"/>
                <a:gd name="connsiteY50" fmla="*/ 814419 h 1126390"/>
                <a:gd name="connsiteX51" fmla="*/ 151862 w 773581"/>
                <a:gd name="connsiteY51" fmla="*/ 795595 h 1126390"/>
                <a:gd name="connsiteX52" fmla="*/ 126682 w 773581"/>
                <a:gd name="connsiteY52" fmla="*/ 758075 h 1126390"/>
                <a:gd name="connsiteX53" fmla="*/ 183192 w 773581"/>
                <a:gd name="connsiteY53" fmla="*/ 731943 h 1126390"/>
                <a:gd name="connsiteX54" fmla="*/ 166110 w 773581"/>
                <a:gd name="connsiteY54" fmla="*/ 700434 h 1126390"/>
                <a:gd name="connsiteX55" fmla="*/ 198330 w 773581"/>
                <a:gd name="connsiteY55" fmla="*/ 637302 h 1126390"/>
                <a:gd name="connsiteX56" fmla="*/ 153183 w 773581"/>
                <a:gd name="connsiteY56" fmla="*/ 609734 h 1126390"/>
                <a:gd name="connsiteX57" fmla="*/ 104249 w 773581"/>
                <a:gd name="connsiteY57" fmla="*/ 521639 h 1126390"/>
                <a:gd name="connsiteX58" fmla="*/ 70453 w 773581"/>
                <a:gd name="connsiteY58" fmla="*/ 469362 h 1126390"/>
                <a:gd name="connsiteX59" fmla="*/ 38474 w 773581"/>
                <a:gd name="connsiteY59" fmla="*/ 458381 h 1126390"/>
                <a:gd name="connsiteX60" fmla="*/ 49824 w 773581"/>
                <a:gd name="connsiteY60" fmla="*/ 419678 h 1126390"/>
                <a:gd name="connsiteX61" fmla="*/ 97983 w 773581"/>
                <a:gd name="connsiteY61" fmla="*/ 402049 h 1126390"/>
                <a:gd name="connsiteX62" fmla="*/ 145214 w 773581"/>
                <a:gd name="connsiteY62" fmla="*/ 371583 h 1126390"/>
                <a:gd name="connsiteX63" fmla="*/ 169503 w 773581"/>
                <a:gd name="connsiteY63" fmla="*/ 290949 h 1126390"/>
                <a:gd name="connsiteX64" fmla="*/ 154352 w 773581"/>
                <a:gd name="connsiteY64" fmla="*/ 245866 h 1126390"/>
                <a:gd name="connsiteX65" fmla="*/ 187895 w 773581"/>
                <a:gd name="connsiteY65" fmla="*/ 208333 h 1126390"/>
                <a:gd name="connsiteX66" fmla="*/ 190107 w 773581"/>
                <a:gd name="connsiteY66" fmla="*/ 174752 h 1126390"/>
                <a:gd name="connsiteX67" fmla="*/ 189840 w 773581"/>
                <a:gd name="connsiteY67" fmla="*/ 165728 h 1126390"/>
                <a:gd name="connsiteX68" fmla="*/ 183586 w 773581"/>
                <a:gd name="connsiteY68" fmla="*/ 116985 h 1126390"/>
                <a:gd name="connsiteX69" fmla="*/ 179277 w 773581"/>
                <a:gd name="connsiteY69" fmla="*/ 110579 h 1126390"/>
                <a:gd name="connsiteX70" fmla="*/ 184628 w 773581"/>
                <a:gd name="connsiteY70" fmla="*/ 102470 h 1126390"/>
                <a:gd name="connsiteX71" fmla="*/ 253162 w 773581"/>
                <a:gd name="connsiteY71" fmla="*/ 0 h 1126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773581" h="1126390">
                  <a:moveTo>
                    <a:pt x="253162" y="0"/>
                  </a:moveTo>
                  <a:lnTo>
                    <a:pt x="260063" y="3139"/>
                  </a:lnTo>
                  <a:lnTo>
                    <a:pt x="347624" y="92022"/>
                  </a:lnTo>
                  <a:lnTo>
                    <a:pt x="383772" y="126136"/>
                  </a:lnTo>
                  <a:lnTo>
                    <a:pt x="420441" y="125094"/>
                  </a:lnTo>
                  <a:lnTo>
                    <a:pt x="446942" y="115549"/>
                  </a:lnTo>
                  <a:lnTo>
                    <a:pt x="463389" y="129136"/>
                  </a:lnTo>
                  <a:lnTo>
                    <a:pt x="490398" y="132923"/>
                  </a:lnTo>
                  <a:lnTo>
                    <a:pt x="524588" y="132669"/>
                  </a:lnTo>
                  <a:lnTo>
                    <a:pt x="537501" y="139990"/>
                  </a:lnTo>
                  <a:lnTo>
                    <a:pt x="563863" y="143396"/>
                  </a:lnTo>
                  <a:lnTo>
                    <a:pt x="584873" y="151874"/>
                  </a:lnTo>
                  <a:lnTo>
                    <a:pt x="630032" y="161293"/>
                  </a:lnTo>
                  <a:lnTo>
                    <a:pt x="637468" y="255920"/>
                  </a:lnTo>
                  <a:lnTo>
                    <a:pt x="641649" y="308464"/>
                  </a:lnTo>
                  <a:lnTo>
                    <a:pt x="617894" y="325458"/>
                  </a:lnTo>
                  <a:lnTo>
                    <a:pt x="532558" y="393953"/>
                  </a:lnTo>
                  <a:lnTo>
                    <a:pt x="570129" y="419945"/>
                  </a:lnTo>
                  <a:lnTo>
                    <a:pt x="619724" y="431448"/>
                  </a:lnTo>
                  <a:lnTo>
                    <a:pt x="653914" y="396685"/>
                  </a:lnTo>
                  <a:lnTo>
                    <a:pt x="699455" y="408328"/>
                  </a:lnTo>
                  <a:lnTo>
                    <a:pt x="729998" y="418000"/>
                  </a:lnTo>
                  <a:lnTo>
                    <a:pt x="765485" y="510264"/>
                  </a:lnTo>
                  <a:lnTo>
                    <a:pt x="757922" y="589347"/>
                  </a:lnTo>
                  <a:lnTo>
                    <a:pt x="736773" y="657829"/>
                  </a:lnTo>
                  <a:lnTo>
                    <a:pt x="773581" y="723058"/>
                  </a:lnTo>
                  <a:lnTo>
                    <a:pt x="766400" y="755342"/>
                  </a:lnTo>
                  <a:lnTo>
                    <a:pt x="723719" y="782923"/>
                  </a:lnTo>
                  <a:lnTo>
                    <a:pt x="694625" y="829442"/>
                  </a:lnTo>
                  <a:lnTo>
                    <a:pt x="660969" y="861472"/>
                  </a:lnTo>
                  <a:lnTo>
                    <a:pt x="579789" y="861726"/>
                  </a:lnTo>
                  <a:lnTo>
                    <a:pt x="565299" y="879241"/>
                  </a:lnTo>
                  <a:lnTo>
                    <a:pt x="545204" y="914537"/>
                  </a:lnTo>
                  <a:lnTo>
                    <a:pt x="536066" y="927197"/>
                  </a:lnTo>
                  <a:lnTo>
                    <a:pt x="489864" y="957930"/>
                  </a:lnTo>
                  <a:lnTo>
                    <a:pt x="455025" y="897798"/>
                  </a:lnTo>
                  <a:lnTo>
                    <a:pt x="394881" y="887083"/>
                  </a:lnTo>
                  <a:lnTo>
                    <a:pt x="369816" y="896756"/>
                  </a:lnTo>
                  <a:lnTo>
                    <a:pt x="354145" y="916762"/>
                  </a:lnTo>
                  <a:lnTo>
                    <a:pt x="334062" y="1006940"/>
                  </a:lnTo>
                  <a:lnTo>
                    <a:pt x="283158" y="1079350"/>
                  </a:lnTo>
                  <a:lnTo>
                    <a:pt x="176672" y="1096865"/>
                  </a:lnTo>
                  <a:lnTo>
                    <a:pt x="119120" y="1126391"/>
                  </a:lnTo>
                  <a:lnTo>
                    <a:pt x="90941" y="1082998"/>
                  </a:lnTo>
                  <a:lnTo>
                    <a:pt x="56878" y="1074381"/>
                  </a:lnTo>
                  <a:lnTo>
                    <a:pt x="14591" y="1074788"/>
                  </a:lnTo>
                  <a:lnTo>
                    <a:pt x="21505" y="1030213"/>
                  </a:lnTo>
                  <a:lnTo>
                    <a:pt x="0" y="992553"/>
                  </a:lnTo>
                  <a:lnTo>
                    <a:pt x="171308" y="889956"/>
                  </a:lnTo>
                  <a:lnTo>
                    <a:pt x="165055" y="820037"/>
                  </a:lnTo>
                  <a:lnTo>
                    <a:pt x="164661" y="814419"/>
                  </a:lnTo>
                  <a:lnTo>
                    <a:pt x="151862" y="795595"/>
                  </a:lnTo>
                  <a:lnTo>
                    <a:pt x="126682" y="758075"/>
                  </a:lnTo>
                  <a:lnTo>
                    <a:pt x="183192" y="731943"/>
                  </a:lnTo>
                  <a:lnTo>
                    <a:pt x="166110" y="700434"/>
                  </a:lnTo>
                  <a:lnTo>
                    <a:pt x="198330" y="637302"/>
                  </a:lnTo>
                  <a:lnTo>
                    <a:pt x="153183" y="609734"/>
                  </a:lnTo>
                  <a:lnTo>
                    <a:pt x="104249" y="521639"/>
                  </a:lnTo>
                  <a:lnTo>
                    <a:pt x="70453" y="469362"/>
                  </a:lnTo>
                  <a:lnTo>
                    <a:pt x="38474" y="458381"/>
                  </a:lnTo>
                  <a:lnTo>
                    <a:pt x="49824" y="419678"/>
                  </a:lnTo>
                  <a:lnTo>
                    <a:pt x="97983" y="402049"/>
                  </a:lnTo>
                  <a:lnTo>
                    <a:pt x="145214" y="371583"/>
                  </a:lnTo>
                  <a:lnTo>
                    <a:pt x="169503" y="290949"/>
                  </a:lnTo>
                  <a:lnTo>
                    <a:pt x="154352" y="245866"/>
                  </a:lnTo>
                  <a:lnTo>
                    <a:pt x="187895" y="208333"/>
                  </a:lnTo>
                  <a:lnTo>
                    <a:pt x="190107" y="174752"/>
                  </a:lnTo>
                  <a:lnTo>
                    <a:pt x="189840" y="165728"/>
                  </a:lnTo>
                  <a:lnTo>
                    <a:pt x="183586" y="116985"/>
                  </a:lnTo>
                  <a:lnTo>
                    <a:pt x="179277" y="110579"/>
                  </a:lnTo>
                  <a:lnTo>
                    <a:pt x="184628" y="102470"/>
                  </a:lnTo>
                  <a:lnTo>
                    <a:pt x="253162" y="0"/>
                  </a:lnTo>
                  <a:close/>
                </a:path>
              </a:pathLst>
            </a:custGeom>
            <a:noFill/>
            <a:ln w="3810" cap="flat">
              <a:solidFill>
                <a:srgbClr val="E6E4E2"/>
              </a:solidFill>
              <a:prstDash val="solid"/>
              <a:miter/>
            </a:ln>
          </p:spPr>
          <p:txBody>
            <a:bodyPr rtlCol="0" anchor="ctr"/>
            <a:lstStyle/>
            <a:p>
              <a:endParaRPr lang="de-CH"/>
            </a:p>
          </p:txBody>
        </p:sp>
        <p:sp>
          <p:nvSpPr>
            <p:cNvPr id="98" name="Freihandform: Form 97">
              <a:extLst>
                <a:ext uri="{FF2B5EF4-FFF2-40B4-BE49-F238E27FC236}">
                  <a16:creationId xmlns:a16="http://schemas.microsoft.com/office/drawing/2014/main" id="{022EBD6D-6F7A-C868-70DF-0B2620559F91}"/>
                </a:ext>
              </a:extLst>
            </p:cNvPr>
            <p:cNvSpPr/>
            <p:nvPr/>
          </p:nvSpPr>
          <p:spPr>
            <a:xfrm>
              <a:off x="6468506" y="2161742"/>
              <a:ext cx="624058" cy="483737"/>
            </a:xfrm>
            <a:custGeom>
              <a:avLst/>
              <a:gdLst>
                <a:gd name="connsiteX0" fmla="*/ 463757 w 624058"/>
                <a:gd name="connsiteY0" fmla="*/ 389530 h 483737"/>
                <a:gd name="connsiteX1" fmla="*/ 471472 w 624058"/>
                <a:gd name="connsiteY1" fmla="*/ 392783 h 483737"/>
                <a:gd name="connsiteX2" fmla="*/ 471994 w 624058"/>
                <a:gd name="connsiteY2" fmla="*/ 410972 h 483737"/>
                <a:gd name="connsiteX3" fmla="*/ 482950 w 624058"/>
                <a:gd name="connsiteY3" fmla="*/ 424559 h 483737"/>
                <a:gd name="connsiteX4" fmla="*/ 490398 w 624058"/>
                <a:gd name="connsiteY4" fmla="*/ 427177 h 483737"/>
                <a:gd name="connsiteX5" fmla="*/ 501087 w 624058"/>
                <a:gd name="connsiteY5" fmla="*/ 421292 h 483737"/>
                <a:gd name="connsiteX6" fmla="*/ 506565 w 624058"/>
                <a:gd name="connsiteY6" fmla="*/ 406777 h 483737"/>
                <a:gd name="connsiteX7" fmla="*/ 506438 w 624058"/>
                <a:gd name="connsiteY7" fmla="*/ 389530 h 483737"/>
                <a:gd name="connsiteX8" fmla="*/ 494554 w 624058"/>
                <a:gd name="connsiteY8" fmla="*/ 374366 h 483737"/>
                <a:gd name="connsiteX9" fmla="*/ 488034 w 624058"/>
                <a:gd name="connsiteY9" fmla="*/ 356470 h 483737"/>
                <a:gd name="connsiteX10" fmla="*/ 478895 w 624058"/>
                <a:gd name="connsiteY10" fmla="*/ 344968 h 483737"/>
                <a:gd name="connsiteX11" fmla="*/ 458165 w 624058"/>
                <a:gd name="connsiteY11" fmla="*/ 335816 h 483737"/>
                <a:gd name="connsiteX12" fmla="*/ 448899 w 624058"/>
                <a:gd name="connsiteY12" fmla="*/ 339871 h 483737"/>
                <a:gd name="connsiteX13" fmla="*/ 435858 w 624058"/>
                <a:gd name="connsiteY13" fmla="*/ 333338 h 483737"/>
                <a:gd name="connsiteX14" fmla="*/ 428804 w 624058"/>
                <a:gd name="connsiteY14" fmla="*/ 323526 h 483737"/>
                <a:gd name="connsiteX15" fmla="*/ 416094 w 624058"/>
                <a:gd name="connsiteY15" fmla="*/ 325877 h 483737"/>
                <a:gd name="connsiteX16" fmla="*/ 400842 w 624058"/>
                <a:gd name="connsiteY16" fmla="*/ 320793 h 483737"/>
                <a:gd name="connsiteX17" fmla="*/ 394588 w 624058"/>
                <a:gd name="connsiteY17" fmla="*/ 323424 h 483737"/>
                <a:gd name="connsiteX18" fmla="*/ 399406 w 624058"/>
                <a:gd name="connsiteY18" fmla="*/ 330351 h 483737"/>
                <a:gd name="connsiteX19" fmla="*/ 409053 w 624058"/>
                <a:gd name="connsiteY19" fmla="*/ 336083 h 483737"/>
                <a:gd name="connsiteX20" fmla="*/ 415077 w 624058"/>
                <a:gd name="connsiteY20" fmla="*/ 354793 h 483737"/>
                <a:gd name="connsiteX21" fmla="*/ 403968 w 624058"/>
                <a:gd name="connsiteY21" fmla="*/ 361593 h 483737"/>
                <a:gd name="connsiteX22" fmla="*/ 403727 w 624058"/>
                <a:gd name="connsiteY22" fmla="*/ 366295 h 483737"/>
                <a:gd name="connsiteX23" fmla="*/ 423415 w 624058"/>
                <a:gd name="connsiteY23" fmla="*/ 369562 h 483737"/>
                <a:gd name="connsiteX24" fmla="*/ 443751 w 624058"/>
                <a:gd name="connsiteY24" fmla="*/ 377925 h 483737"/>
                <a:gd name="connsiteX25" fmla="*/ 300774 w 624058"/>
                <a:gd name="connsiteY25" fmla="*/ 72181 h 483737"/>
                <a:gd name="connsiteX26" fmla="*/ 363792 w 624058"/>
                <a:gd name="connsiteY26" fmla="*/ 86824 h 483737"/>
                <a:gd name="connsiteX27" fmla="*/ 373197 w 624058"/>
                <a:gd name="connsiteY27" fmla="*/ 83951 h 483737"/>
                <a:gd name="connsiteX28" fmla="*/ 383238 w 624058"/>
                <a:gd name="connsiteY28" fmla="*/ 88514 h 483737"/>
                <a:gd name="connsiteX29" fmla="*/ 379730 w 624058"/>
                <a:gd name="connsiteY29" fmla="*/ 100411 h 483737"/>
                <a:gd name="connsiteX30" fmla="*/ 384967 w 624058"/>
                <a:gd name="connsiteY30" fmla="*/ 107605 h 483737"/>
                <a:gd name="connsiteX31" fmla="*/ 406218 w 624058"/>
                <a:gd name="connsiteY31" fmla="*/ 102241 h 483737"/>
                <a:gd name="connsiteX32" fmla="*/ 412738 w 624058"/>
                <a:gd name="connsiteY32" fmla="*/ 122895 h 483737"/>
                <a:gd name="connsiteX33" fmla="*/ 423059 w 624058"/>
                <a:gd name="connsiteY33" fmla="*/ 126937 h 483737"/>
                <a:gd name="connsiteX34" fmla="*/ 431689 w 624058"/>
                <a:gd name="connsiteY34" fmla="*/ 121192 h 483737"/>
                <a:gd name="connsiteX35" fmla="*/ 447717 w 624058"/>
                <a:gd name="connsiteY35" fmla="*/ 137918 h 483737"/>
                <a:gd name="connsiteX36" fmla="*/ 455343 w 624058"/>
                <a:gd name="connsiteY36" fmla="*/ 153616 h 483737"/>
                <a:gd name="connsiteX37" fmla="*/ 453500 w 624058"/>
                <a:gd name="connsiteY37" fmla="*/ 160784 h 483737"/>
                <a:gd name="connsiteX38" fmla="*/ 460033 w 624058"/>
                <a:gd name="connsiteY38" fmla="*/ 164851 h 483737"/>
                <a:gd name="connsiteX39" fmla="*/ 461063 w 624058"/>
                <a:gd name="connsiteY39" fmla="*/ 173100 h 483737"/>
                <a:gd name="connsiteX40" fmla="*/ 475947 w 624058"/>
                <a:gd name="connsiteY40" fmla="*/ 196868 h 483737"/>
                <a:gd name="connsiteX41" fmla="*/ 468231 w 624058"/>
                <a:gd name="connsiteY41" fmla="*/ 206287 h 483737"/>
                <a:gd name="connsiteX42" fmla="*/ 466808 w 624058"/>
                <a:gd name="connsiteY42" fmla="*/ 215438 h 483737"/>
                <a:gd name="connsiteX43" fmla="*/ 481818 w 624058"/>
                <a:gd name="connsiteY43" fmla="*/ 223064 h 483737"/>
                <a:gd name="connsiteX44" fmla="*/ 495520 w 624058"/>
                <a:gd name="connsiteY44" fmla="*/ 221793 h 483737"/>
                <a:gd name="connsiteX45" fmla="*/ 497999 w 624058"/>
                <a:gd name="connsiteY45" fmla="*/ 230817 h 483737"/>
                <a:gd name="connsiteX46" fmla="*/ 507252 w 624058"/>
                <a:gd name="connsiteY46" fmla="*/ 231211 h 483737"/>
                <a:gd name="connsiteX47" fmla="*/ 523838 w 624058"/>
                <a:gd name="connsiteY47" fmla="*/ 223496 h 483737"/>
                <a:gd name="connsiteX48" fmla="*/ 541328 w 624058"/>
                <a:gd name="connsiteY48" fmla="*/ 223102 h 483737"/>
                <a:gd name="connsiteX49" fmla="*/ 551890 w 624058"/>
                <a:gd name="connsiteY49" fmla="*/ 254471 h 483737"/>
                <a:gd name="connsiteX50" fmla="*/ 605527 w 624058"/>
                <a:gd name="connsiteY50" fmla="*/ 242574 h 483737"/>
                <a:gd name="connsiteX51" fmla="*/ 624058 w 624058"/>
                <a:gd name="connsiteY51" fmla="*/ 278658 h 483737"/>
                <a:gd name="connsiteX52" fmla="*/ 598091 w 624058"/>
                <a:gd name="connsiteY52" fmla="*/ 294597 h 483737"/>
                <a:gd name="connsiteX53" fmla="*/ 596147 w 624058"/>
                <a:gd name="connsiteY53" fmla="*/ 322699 h 483737"/>
                <a:gd name="connsiteX54" fmla="*/ 566252 w 624058"/>
                <a:gd name="connsiteY54" fmla="*/ 385043 h 483737"/>
                <a:gd name="connsiteX55" fmla="*/ 521220 w 624058"/>
                <a:gd name="connsiteY55" fmla="*/ 422945 h 483737"/>
                <a:gd name="connsiteX56" fmla="*/ 497210 w 624058"/>
                <a:gd name="connsiteY56" fmla="*/ 453449 h 483737"/>
                <a:gd name="connsiteX57" fmla="*/ 436672 w 624058"/>
                <a:gd name="connsiteY57" fmla="*/ 457517 h 483737"/>
                <a:gd name="connsiteX58" fmla="*/ 396202 w 624058"/>
                <a:gd name="connsiteY58" fmla="*/ 477383 h 483737"/>
                <a:gd name="connsiteX59" fmla="*/ 366207 w 624058"/>
                <a:gd name="connsiteY59" fmla="*/ 483738 h 483737"/>
                <a:gd name="connsiteX60" fmla="*/ 352746 w 624058"/>
                <a:gd name="connsiteY60" fmla="*/ 447793 h 483737"/>
                <a:gd name="connsiteX61" fmla="*/ 263228 w 624058"/>
                <a:gd name="connsiteY61" fmla="*/ 466604 h 483737"/>
                <a:gd name="connsiteX62" fmla="*/ 255119 w 624058"/>
                <a:gd name="connsiteY62" fmla="*/ 453526 h 483737"/>
                <a:gd name="connsiteX63" fmla="*/ 241964 w 624058"/>
                <a:gd name="connsiteY63" fmla="*/ 440714 h 483737"/>
                <a:gd name="connsiteX64" fmla="*/ 233207 w 624058"/>
                <a:gd name="connsiteY64" fmla="*/ 424000 h 483737"/>
                <a:gd name="connsiteX65" fmla="*/ 223039 w 624058"/>
                <a:gd name="connsiteY65" fmla="*/ 415102 h 483737"/>
                <a:gd name="connsiteX66" fmla="*/ 214281 w 624058"/>
                <a:gd name="connsiteY66" fmla="*/ 389339 h 483737"/>
                <a:gd name="connsiteX67" fmla="*/ 206185 w 624058"/>
                <a:gd name="connsiteY67" fmla="*/ 377315 h 483737"/>
                <a:gd name="connsiteX68" fmla="*/ 204914 w 624058"/>
                <a:gd name="connsiteY68" fmla="*/ 365418 h 483737"/>
                <a:gd name="connsiteX69" fmla="*/ 210926 w 624058"/>
                <a:gd name="connsiteY69" fmla="*/ 357716 h 483737"/>
                <a:gd name="connsiteX70" fmla="*/ 210926 w 624058"/>
                <a:gd name="connsiteY70" fmla="*/ 350649 h 483737"/>
                <a:gd name="connsiteX71" fmla="*/ 214968 w 624058"/>
                <a:gd name="connsiteY71" fmla="*/ 345311 h 483737"/>
                <a:gd name="connsiteX72" fmla="*/ 222149 w 624058"/>
                <a:gd name="connsiteY72" fmla="*/ 338231 h 483737"/>
                <a:gd name="connsiteX73" fmla="*/ 225784 w 624058"/>
                <a:gd name="connsiteY73" fmla="*/ 328559 h 483737"/>
                <a:gd name="connsiteX74" fmla="*/ 224119 w 624058"/>
                <a:gd name="connsiteY74" fmla="*/ 296554 h 483737"/>
                <a:gd name="connsiteX75" fmla="*/ 234541 w 624058"/>
                <a:gd name="connsiteY75" fmla="*/ 276816 h 483737"/>
                <a:gd name="connsiteX76" fmla="*/ 234033 w 624058"/>
                <a:gd name="connsiteY76" fmla="*/ 270282 h 483737"/>
                <a:gd name="connsiteX77" fmla="*/ 243146 w 624058"/>
                <a:gd name="connsiteY77" fmla="*/ 235762 h 483737"/>
                <a:gd name="connsiteX78" fmla="*/ 238838 w 624058"/>
                <a:gd name="connsiteY78" fmla="*/ 227131 h 483737"/>
                <a:gd name="connsiteX79" fmla="*/ 229724 w 624058"/>
                <a:gd name="connsiteY79" fmla="*/ 225860 h 483737"/>
                <a:gd name="connsiteX80" fmla="*/ 219683 w 624058"/>
                <a:gd name="connsiteY80" fmla="*/ 217624 h 483737"/>
                <a:gd name="connsiteX81" fmla="*/ 212616 w 624058"/>
                <a:gd name="connsiteY81" fmla="*/ 215273 h 483737"/>
                <a:gd name="connsiteX82" fmla="*/ 205181 w 624058"/>
                <a:gd name="connsiteY82" fmla="*/ 207558 h 483737"/>
                <a:gd name="connsiteX83" fmla="*/ 187819 w 624058"/>
                <a:gd name="connsiteY83" fmla="*/ 206388 h 483737"/>
                <a:gd name="connsiteX84" fmla="*/ 178921 w 624058"/>
                <a:gd name="connsiteY84" fmla="*/ 211091 h 483737"/>
                <a:gd name="connsiteX85" fmla="*/ 177384 w 624058"/>
                <a:gd name="connsiteY85" fmla="*/ 204164 h 483737"/>
                <a:gd name="connsiteX86" fmla="*/ 165105 w 624058"/>
                <a:gd name="connsiteY86" fmla="*/ 195153 h 483737"/>
                <a:gd name="connsiteX87" fmla="*/ 139151 w 624058"/>
                <a:gd name="connsiteY87" fmla="*/ 203109 h 483737"/>
                <a:gd name="connsiteX88" fmla="*/ 121637 w 624058"/>
                <a:gd name="connsiteY88" fmla="*/ 218946 h 483737"/>
                <a:gd name="connsiteX89" fmla="*/ 119959 w 624058"/>
                <a:gd name="connsiteY89" fmla="*/ 228873 h 483737"/>
                <a:gd name="connsiteX90" fmla="*/ 125679 w 624058"/>
                <a:gd name="connsiteY90" fmla="*/ 237770 h 483737"/>
                <a:gd name="connsiteX91" fmla="*/ 131703 w 624058"/>
                <a:gd name="connsiteY91" fmla="*/ 244303 h 483737"/>
                <a:gd name="connsiteX92" fmla="*/ 137563 w 624058"/>
                <a:gd name="connsiteY92" fmla="*/ 259847 h 483737"/>
                <a:gd name="connsiteX93" fmla="*/ 135211 w 624058"/>
                <a:gd name="connsiteY93" fmla="*/ 266787 h 483737"/>
                <a:gd name="connsiteX94" fmla="*/ 141732 w 624058"/>
                <a:gd name="connsiteY94" fmla="*/ 270829 h 483737"/>
                <a:gd name="connsiteX95" fmla="*/ 138351 w 624058"/>
                <a:gd name="connsiteY95" fmla="*/ 285344 h 483737"/>
                <a:gd name="connsiteX96" fmla="*/ 130114 w 624058"/>
                <a:gd name="connsiteY96" fmla="*/ 297635 h 483737"/>
                <a:gd name="connsiteX97" fmla="*/ 131157 w 624058"/>
                <a:gd name="connsiteY97" fmla="*/ 315010 h 483737"/>
                <a:gd name="connsiteX98" fmla="*/ 146714 w 624058"/>
                <a:gd name="connsiteY98" fmla="*/ 323640 h 483737"/>
                <a:gd name="connsiteX99" fmla="*/ 156501 w 624058"/>
                <a:gd name="connsiteY99" fmla="*/ 316446 h 483737"/>
                <a:gd name="connsiteX100" fmla="*/ 163021 w 624058"/>
                <a:gd name="connsiteY100" fmla="*/ 319979 h 483737"/>
                <a:gd name="connsiteX101" fmla="*/ 160682 w 624058"/>
                <a:gd name="connsiteY101" fmla="*/ 327694 h 483737"/>
                <a:gd name="connsiteX102" fmla="*/ 144744 w 624058"/>
                <a:gd name="connsiteY102" fmla="*/ 347421 h 483737"/>
                <a:gd name="connsiteX103" fmla="*/ 144744 w 624058"/>
                <a:gd name="connsiteY103" fmla="*/ 373960 h 483737"/>
                <a:gd name="connsiteX104" fmla="*/ 150616 w 624058"/>
                <a:gd name="connsiteY104" fmla="*/ 382196 h 483737"/>
                <a:gd name="connsiteX105" fmla="*/ 125437 w 624058"/>
                <a:gd name="connsiteY105" fmla="*/ 384738 h 483737"/>
                <a:gd name="connsiteX106" fmla="*/ 113553 w 624058"/>
                <a:gd name="connsiteY106" fmla="*/ 346607 h 483737"/>
                <a:gd name="connsiteX107" fmla="*/ 54832 w 624058"/>
                <a:gd name="connsiteY107" fmla="*/ 372028 h 483737"/>
                <a:gd name="connsiteX108" fmla="*/ 44778 w 624058"/>
                <a:gd name="connsiteY108" fmla="*/ 366791 h 483737"/>
                <a:gd name="connsiteX109" fmla="*/ 48045 w 624058"/>
                <a:gd name="connsiteY109" fmla="*/ 346455 h 483737"/>
                <a:gd name="connsiteX110" fmla="*/ 37877 w 624058"/>
                <a:gd name="connsiteY110" fmla="*/ 319001 h 483737"/>
                <a:gd name="connsiteX111" fmla="*/ 44931 w 624058"/>
                <a:gd name="connsiteY111" fmla="*/ 309328 h 483737"/>
                <a:gd name="connsiteX112" fmla="*/ 43748 w 624058"/>
                <a:gd name="connsiteY112" fmla="*/ 295728 h 483737"/>
                <a:gd name="connsiteX113" fmla="*/ 38410 w 624058"/>
                <a:gd name="connsiteY113" fmla="*/ 279790 h 483737"/>
                <a:gd name="connsiteX114" fmla="*/ 41423 w 624058"/>
                <a:gd name="connsiteY114" fmla="*/ 271427 h 483737"/>
                <a:gd name="connsiteX115" fmla="*/ 41664 w 624058"/>
                <a:gd name="connsiteY115" fmla="*/ 268884 h 483737"/>
                <a:gd name="connsiteX116" fmla="*/ 44931 w 624058"/>
                <a:gd name="connsiteY116" fmla="*/ 257255 h 483737"/>
                <a:gd name="connsiteX117" fmla="*/ 42579 w 624058"/>
                <a:gd name="connsiteY117" fmla="*/ 242002 h 483737"/>
                <a:gd name="connsiteX118" fmla="*/ 34889 w 624058"/>
                <a:gd name="connsiteY118" fmla="*/ 217688 h 483737"/>
                <a:gd name="connsiteX119" fmla="*/ 22472 w 624058"/>
                <a:gd name="connsiteY119" fmla="*/ 215336 h 483737"/>
                <a:gd name="connsiteX120" fmla="*/ 15443 w 624058"/>
                <a:gd name="connsiteY120" fmla="*/ 208791 h 483737"/>
                <a:gd name="connsiteX121" fmla="*/ 12049 w 624058"/>
                <a:gd name="connsiteY121" fmla="*/ 191149 h 483737"/>
                <a:gd name="connsiteX122" fmla="*/ 14261 w 624058"/>
                <a:gd name="connsiteY122" fmla="*/ 174562 h 483737"/>
                <a:gd name="connsiteX123" fmla="*/ 23666 w 624058"/>
                <a:gd name="connsiteY123" fmla="*/ 158611 h 483737"/>
                <a:gd name="connsiteX124" fmla="*/ 10956 w 624058"/>
                <a:gd name="connsiteY124" fmla="*/ 114824 h 483737"/>
                <a:gd name="connsiteX125" fmla="*/ 10689 w 624058"/>
                <a:gd name="connsiteY125" fmla="*/ 95225 h 483737"/>
                <a:gd name="connsiteX126" fmla="*/ 2847 w 624058"/>
                <a:gd name="connsiteY126" fmla="*/ 82400 h 483737"/>
                <a:gd name="connsiteX127" fmla="*/ 0 w 624058"/>
                <a:gd name="connsiteY127" fmla="*/ 66335 h 483737"/>
                <a:gd name="connsiteX128" fmla="*/ 4169 w 624058"/>
                <a:gd name="connsiteY128" fmla="*/ 54438 h 483737"/>
                <a:gd name="connsiteX129" fmla="*/ 24264 w 624058"/>
                <a:gd name="connsiteY129" fmla="*/ 29017 h 483737"/>
                <a:gd name="connsiteX130" fmla="*/ 25433 w 624058"/>
                <a:gd name="connsiteY130" fmla="*/ 15939 h 483737"/>
                <a:gd name="connsiteX131" fmla="*/ 32462 w 624058"/>
                <a:gd name="connsiteY131" fmla="*/ 7041 h 483737"/>
                <a:gd name="connsiteX132" fmla="*/ 31305 w 624058"/>
                <a:gd name="connsiteY132" fmla="*/ 0 h 483737"/>
                <a:gd name="connsiteX133" fmla="*/ 37558 w 624058"/>
                <a:gd name="connsiteY133" fmla="*/ 4449 h 483737"/>
                <a:gd name="connsiteX134" fmla="*/ 37699 w 624058"/>
                <a:gd name="connsiteY134" fmla="*/ 11109 h 483737"/>
                <a:gd name="connsiteX135" fmla="*/ 43698 w 624058"/>
                <a:gd name="connsiteY135" fmla="*/ 18938 h 483737"/>
                <a:gd name="connsiteX136" fmla="*/ 40190 w 624058"/>
                <a:gd name="connsiteY136" fmla="*/ 27174 h 483737"/>
                <a:gd name="connsiteX137" fmla="*/ 44346 w 624058"/>
                <a:gd name="connsiteY137" fmla="*/ 33059 h 483737"/>
                <a:gd name="connsiteX138" fmla="*/ 43952 w 624058"/>
                <a:gd name="connsiteY138" fmla="*/ 41435 h 483737"/>
                <a:gd name="connsiteX139" fmla="*/ 54120 w 624058"/>
                <a:gd name="connsiteY139" fmla="*/ 71940 h 483737"/>
                <a:gd name="connsiteX140" fmla="*/ 104109 w 624058"/>
                <a:gd name="connsiteY140" fmla="*/ 71012 h 483737"/>
                <a:gd name="connsiteX141" fmla="*/ 172630 w 624058"/>
                <a:gd name="connsiteY141" fmla="*/ 114227 h 483737"/>
                <a:gd name="connsiteX142" fmla="*/ 191543 w 624058"/>
                <a:gd name="connsiteY142" fmla="*/ 107566 h 483737"/>
                <a:gd name="connsiteX143" fmla="*/ 210087 w 624058"/>
                <a:gd name="connsiteY143" fmla="*/ 103512 h 483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624058" h="483737">
                  <a:moveTo>
                    <a:pt x="463757" y="389530"/>
                  </a:moveTo>
                  <a:lnTo>
                    <a:pt x="471472" y="392783"/>
                  </a:lnTo>
                  <a:lnTo>
                    <a:pt x="471994" y="410972"/>
                  </a:lnTo>
                  <a:lnTo>
                    <a:pt x="482950" y="424559"/>
                  </a:lnTo>
                  <a:lnTo>
                    <a:pt x="490398" y="427177"/>
                  </a:lnTo>
                  <a:lnTo>
                    <a:pt x="501087" y="421292"/>
                  </a:lnTo>
                  <a:lnTo>
                    <a:pt x="506565" y="406777"/>
                  </a:lnTo>
                  <a:lnTo>
                    <a:pt x="506438" y="389530"/>
                  </a:lnTo>
                  <a:lnTo>
                    <a:pt x="494554" y="374366"/>
                  </a:lnTo>
                  <a:lnTo>
                    <a:pt x="488034" y="356470"/>
                  </a:lnTo>
                  <a:lnTo>
                    <a:pt x="478895" y="344968"/>
                  </a:lnTo>
                  <a:lnTo>
                    <a:pt x="458165" y="335816"/>
                  </a:lnTo>
                  <a:lnTo>
                    <a:pt x="448899" y="339871"/>
                  </a:lnTo>
                  <a:lnTo>
                    <a:pt x="435858" y="333338"/>
                  </a:lnTo>
                  <a:lnTo>
                    <a:pt x="428804" y="323526"/>
                  </a:lnTo>
                  <a:lnTo>
                    <a:pt x="416094" y="325877"/>
                  </a:lnTo>
                  <a:lnTo>
                    <a:pt x="400842" y="320793"/>
                  </a:lnTo>
                  <a:lnTo>
                    <a:pt x="394588" y="323424"/>
                  </a:lnTo>
                  <a:lnTo>
                    <a:pt x="399406" y="330351"/>
                  </a:lnTo>
                  <a:lnTo>
                    <a:pt x="409053" y="336083"/>
                  </a:lnTo>
                  <a:lnTo>
                    <a:pt x="415077" y="354793"/>
                  </a:lnTo>
                  <a:lnTo>
                    <a:pt x="403968" y="361593"/>
                  </a:lnTo>
                  <a:lnTo>
                    <a:pt x="403727" y="366295"/>
                  </a:lnTo>
                  <a:lnTo>
                    <a:pt x="423415" y="369562"/>
                  </a:lnTo>
                  <a:lnTo>
                    <a:pt x="443751" y="377925"/>
                  </a:lnTo>
                  <a:close/>
                  <a:moveTo>
                    <a:pt x="300774" y="72181"/>
                  </a:moveTo>
                  <a:lnTo>
                    <a:pt x="363792" y="86824"/>
                  </a:lnTo>
                  <a:lnTo>
                    <a:pt x="373197" y="83951"/>
                  </a:lnTo>
                  <a:lnTo>
                    <a:pt x="383238" y="88514"/>
                  </a:lnTo>
                  <a:lnTo>
                    <a:pt x="379730" y="100411"/>
                  </a:lnTo>
                  <a:lnTo>
                    <a:pt x="384967" y="107605"/>
                  </a:lnTo>
                  <a:lnTo>
                    <a:pt x="406218" y="102241"/>
                  </a:lnTo>
                  <a:lnTo>
                    <a:pt x="412738" y="122895"/>
                  </a:lnTo>
                  <a:lnTo>
                    <a:pt x="423059" y="126937"/>
                  </a:lnTo>
                  <a:lnTo>
                    <a:pt x="431689" y="121192"/>
                  </a:lnTo>
                  <a:lnTo>
                    <a:pt x="447717" y="137918"/>
                  </a:lnTo>
                  <a:lnTo>
                    <a:pt x="455343" y="153616"/>
                  </a:lnTo>
                  <a:lnTo>
                    <a:pt x="453500" y="160784"/>
                  </a:lnTo>
                  <a:lnTo>
                    <a:pt x="460033" y="164851"/>
                  </a:lnTo>
                  <a:lnTo>
                    <a:pt x="461063" y="173100"/>
                  </a:lnTo>
                  <a:lnTo>
                    <a:pt x="475947" y="196868"/>
                  </a:lnTo>
                  <a:lnTo>
                    <a:pt x="468231" y="206287"/>
                  </a:lnTo>
                  <a:lnTo>
                    <a:pt x="466808" y="215438"/>
                  </a:lnTo>
                  <a:lnTo>
                    <a:pt x="481818" y="223064"/>
                  </a:lnTo>
                  <a:lnTo>
                    <a:pt x="495520" y="221793"/>
                  </a:lnTo>
                  <a:lnTo>
                    <a:pt x="497999" y="230817"/>
                  </a:lnTo>
                  <a:lnTo>
                    <a:pt x="507252" y="231211"/>
                  </a:lnTo>
                  <a:lnTo>
                    <a:pt x="523838" y="223496"/>
                  </a:lnTo>
                  <a:lnTo>
                    <a:pt x="541328" y="223102"/>
                  </a:lnTo>
                  <a:lnTo>
                    <a:pt x="551890" y="254471"/>
                  </a:lnTo>
                  <a:lnTo>
                    <a:pt x="605527" y="242574"/>
                  </a:lnTo>
                  <a:lnTo>
                    <a:pt x="624058" y="278658"/>
                  </a:lnTo>
                  <a:lnTo>
                    <a:pt x="598091" y="294597"/>
                  </a:lnTo>
                  <a:lnTo>
                    <a:pt x="596147" y="322699"/>
                  </a:lnTo>
                  <a:lnTo>
                    <a:pt x="566252" y="385043"/>
                  </a:lnTo>
                  <a:lnTo>
                    <a:pt x="521220" y="422945"/>
                  </a:lnTo>
                  <a:lnTo>
                    <a:pt x="497210" y="453449"/>
                  </a:lnTo>
                  <a:lnTo>
                    <a:pt x="436672" y="457517"/>
                  </a:lnTo>
                  <a:lnTo>
                    <a:pt x="396202" y="477383"/>
                  </a:lnTo>
                  <a:lnTo>
                    <a:pt x="366207" y="483738"/>
                  </a:lnTo>
                  <a:lnTo>
                    <a:pt x="352746" y="447793"/>
                  </a:lnTo>
                  <a:lnTo>
                    <a:pt x="263228" y="466604"/>
                  </a:lnTo>
                  <a:lnTo>
                    <a:pt x="255119" y="453526"/>
                  </a:lnTo>
                  <a:lnTo>
                    <a:pt x="241964" y="440714"/>
                  </a:lnTo>
                  <a:lnTo>
                    <a:pt x="233207" y="424000"/>
                  </a:lnTo>
                  <a:lnTo>
                    <a:pt x="223039" y="415102"/>
                  </a:lnTo>
                  <a:lnTo>
                    <a:pt x="214281" y="389339"/>
                  </a:lnTo>
                  <a:lnTo>
                    <a:pt x="206185" y="377315"/>
                  </a:lnTo>
                  <a:lnTo>
                    <a:pt x="204914" y="365418"/>
                  </a:lnTo>
                  <a:lnTo>
                    <a:pt x="210926" y="357716"/>
                  </a:lnTo>
                  <a:lnTo>
                    <a:pt x="210926" y="350649"/>
                  </a:lnTo>
                  <a:lnTo>
                    <a:pt x="214968" y="345311"/>
                  </a:lnTo>
                  <a:lnTo>
                    <a:pt x="222149" y="338231"/>
                  </a:lnTo>
                  <a:lnTo>
                    <a:pt x="225784" y="328559"/>
                  </a:lnTo>
                  <a:lnTo>
                    <a:pt x="224119" y="296554"/>
                  </a:lnTo>
                  <a:lnTo>
                    <a:pt x="234541" y="276816"/>
                  </a:lnTo>
                  <a:lnTo>
                    <a:pt x="234033" y="270282"/>
                  </a:lnTo>
                  <a:lnTo>
                    <a:pt x="243146" y="235762"/>
                  </a:lnTo>
                  <a:lnTo>
                    <a:pt x="238838" y="227131"/>
                  </a:lnTo>
                  <a:lnTo>
                    <a:pt x="229724" y="225860"/>
                  </a:lnTo>
                  <a:lnTo>
                    <a:pt x="219683" y="217624"/>
                  </a:lnTo>
                  <a:lnTo>
                    <a:pt x="212616" y="215273"/>
                  </a:lnTo>
                  <a:lnTo>
                    <a:pt x="205181" y="207558"/>
                  </a:lnTo>
                  <a:lnTo>
                    <a:pt x="187819" y="206388"/>
                  </a:lnTo>
                  <a:lnTo>
                    <a:pt x="178921" y="211091"/>
                  </a:lnTo>
                  <a:lnTo>
                    <a:pt x="177384" y="204164"/>
                  </a:lnTo>
                  <a:lnTo>
                    <a:pt x="165105" y="195153"/>
                  </a:lnTo>
                  <a:lnTo>
                    <a:pt x="139151" y="203109"/>
                  </a:lnTo>
                  <a:lnTo>
                    <a:pt x="121637" y="218946"/>
                  </a:lnTo>
                  <a:lnTo>
                    <a:pt x="119959" y="228873"/>
                  </a:lnTo>
                  <a:lnTo>
                    <a:pt x="125679" y="237770"/>
                  </a:lnTo>
                  <a:lnTo>
                    <a:pt x="131703" y="244303"/>
                  </a:lnTo>
                  <a:lnTo>
                    <a:pt x="137563" y="259847"/>
                  </a:lnTo>
                  <a:lnTo>
                    <a:pt x="135211" y="266787"/>
                  </a:lnTo>
                  <a:lnTo>
                    <a:pt x="141732" y="270829"/>
                  </a:lnTo>
                  <a:lnTo>
                    <a:pt x="138351" y="285344"/>
                  </a:lnTo>
                  <a:lnTo>
                    <a:pt x="130114" y="297635"/>
                  </a:lnTo>
                  <a:lnTo>
                    <a:pt x="131157" y="315010"/>
                  </a:lnTo>
                  <a:lnTo>
                    <a:pt x="146714" y="323640"/>
                  </a:lnTo>
                  <a:lnTo>
                    <a:pt x="156501" y="316446"/>
                  </a:lnTo>
                  <a:lnTo>
                    <a:pt x="163021" y="319979"/>
                  </a:lnTo>
                  <a:lnTo>
                    <a:pt x="160682" y="327694"/>
                  </a:lnTo>
                  <a:lnTo>
                    <a:pt x="144744" y="347421"/>
                  </a:lnTo>
                  <a:lnTo>
                    <a:pt x="144744" y="373960"/>
                  </a:lnTo>
                  <a:lnTo>
                    <a:pt x="150616" y="382196"/>
                  </a:lnTo>
                  <a:lnTo>
                    <a:pt x="125437" y="384738"/>
                  </a:lnTo>
                  <a:lnTo>
                    <a:pt x="113553" y="346607"/>
                  </a:lnTo>
                  <a:lnTo>
                    <a:pt x="54832" y="372028"/>
                  </a:lnTo>
                  <a:lnTo>
                    <a:pt x="44778" y="366791"/>
                  </a:lnTo>
                  <a:lnTo>
                    <a:pt x="48045" y="346455"/>
                  </a:lnTo>
                  <a:lnTo>
                    <a:pt x="37877" y="319001"/>
                  </a:lnTo>
                  <a:lnTo>
                    <a:pt x="44931" y="309328"/>
                  </a:lnTo>
                  <a:lnTo>
                    <a:pt x="43748" y="295728"/>
                  </a:lnTo>
                  <a:lnTo>
                    <a:pt x="38410" y="279790"/>
                  </a:lnTo>
                  <a:lnTo>
                    <a:pt x="41423" y="271427"/>
                  </a:lnTo>
                  <a:lnTo>
                    <a:pt x="41664" y="268884"/>
                  </a:lnTo>
                  <a:lnTo>
                    <a:pt x="44931" y="257255"/>
                  </a:lnTo>
                  <a:lnTo>
                    <a:pt x="42579" y="242002"/>
                  </a:lnTo>
                  <a:lnTo>
                    <a:pt x="34889" y="217688"/>
                  </a:lnTo>
                  <a:lnTo>
                    <a:pt x="22472" y="215336"/>
                  </a:lnTo>
                  <a:lnTo>
                    <a:pt x="15443" y="208791"/>
                  </a:lnTo>
                  <a:lnTo>
                    <a:pt x="12049" y="191149"/>
                  </a:lnTo>
                  <a:lnTo>
                    <a:pt x="14261" y="174562"/>
                  </a:lnTo>
                  <a:lnTo>
                    <a:pt x="23666" y="158611"/>
                  </a:lnTo>
                  <a:lnTo>
                    <a:pt x="10956" y="114824"/>
                  </a:lnTo>
                  <a:lnTo>
                    <a:pt x="10689" y="95225"/>
                  </a:lnTo>
                  <a:lnTo>
                    <a:pt x="2847" y="82400"/>
                  </a:lnTo>
                  <a:lnTo>
                    <a:pt x="0" y="66335"/>
                  </a:lnTo>
                  <a:lnTo>
                    <a:pt x="4169" y="54438"/>
                  </a:lnTo>
                  <a:lnTo>
                    <a:pt x="24264" y="29017"/>
                  </a:lnTo>
                  <a:lnTo>
                    <a:pt x="25433" y="15939"/>
                  </a:lnTo>
                  <a:lnTo>
                    <a:pt x="32462" y="7041"/>
                  </a:lnTo>
                  <a:lnTo>
                    <a:pt x="31305" y="0"/>
                  </a:lnTo>
                  <a:lnTo>
                    <a:pt x="37558" y="4449"/>
                  </a:lnTo>
                  <a:lnTo>
                    <a:pt x="37699" y="11109"/>
                  </a:lnTo>
                  <a:lnTo>
                    <a:pt x="43698" y="18938"/>
                  </a:lnTo>
                  <a:lnTo>
                    <a:pt x="40190" y="27174"/>
                  </a:lnTo>
                  <a:lnTo>
                    <a:pt x="44346" y="33059"/>
                  </a:lnTo>
                  <a:lnTo>
                    <a:pt x="43952" y="41435"/>
                  </a:lnTo>
                  <a:lnTo>
                    <a:pt x="54120" y="71940"/>
                  </a:lnTo>
                  <a:lnTo>
                    <a:pt x="104109" y="71012"/>
                  </a:lnTo>
                  <a:lnTo>
                    <a:pt x="172630" y="114227"/>
                  </a:lnTo>
                  <a:lnTo>
                    <a:pt x="191543" y="107566"/>
                  </a:lnTo>
                  <a:lnTo>
                    <a:pt x="210087" y="103512"/>
                  </a:lnTo>
                  <a:close/>
                </a:path>
              </a:pathLst>
            </a:custGeom>
            <a:solidFill>
              <a:srgbClr val="FFFFFF"/>
            </a:solidFill>
            <a:ln w="12700" cap="flat">
              <a:noFill/>
              <a:prstDash val="solid"/>
              <a:miter/>
            </a:ln>
          </p:spPr>
          <p:txBody>
            <a:bodyPr rtlCol="0" anchor="ctr"/>
            <a:lstStyle/>
            <a:p>
              <a:endParaRPr lang="de-CH"/>
            </a:p>
          </p:txBody>
        </p:sp>
        <p:sp>
          <p:nvSpPr>
            <p:cNvPr id="99" name="Freihandform: Form 98">
              <a:extLst>
                <a:ext uri="{FF2B5EF4-FFF2-40B4-BE49-F238E27FC236}">
                  <a16:creationId xmlns:a16="http://schemas.microsoft.com/office/drawing/2014/main" id="{90170C3D-3FE9-B8DD-1D92-9C0E77F76AEF}"/>
                </a:ext>
              </a:extLst>
            </p:cNvPr>
            <p:cNvSpPr/>
            <p:nvPr/>
          </p:nvSpPr>
          <p:spPr>
            <a:xfrm>
              <a:off x="6468506" y="2161742"/>
              <a:ext cx="624058" cy="483737"/>
            </a:xfrm>
            <a:custGeom>
              <a:avLst/>
              <a:gdLst>
                <a:gd name="connsiteX0" fmla="*/ 463757 w 624058"/>
                <a:gd name="connsiteY0" fmla="*/ 389530 h 483737"/>
                <a:gd name="connsiteX1" fmla="*/ 471472 w 624058"/>
                <a:gd name="connsiteY1" fmla="*/ 392783 h 483737"/>
                <a:gd name="connsiteX2" fmla="*/ 471994 w 624058"/>
                <a:gd name="connsiteY2" fmla="*/ 410972 h 483737"/>
                <a:gd name="connsiteX3" fmla="*/ 482950 w 624058"/>
                <a:gd name="connsiteY3" fmla="*/ 424559 h 483737"/>
                <a:gd name="connsiteX4" fmla="*/ 490398 w 624058"/>
                <a:gd name="connsiteY4" fmla="*/ 427177 h 483737"/>
                <a:gd name="connsiteX5" fmla="*/ 501087 w 624058"/>
                <a:gd name="connsiteY5" fmla="*/ 421292 h 483737"/>
                <a:gd name="connsiteX6" fmla="*/ 506565 w 624058"/>
                <a:gd name="connsiteY6" fmla="*/ 406777 h 483737"/>
                <a:gd name="connsiteX7" fmla="*/ 506438 w 624058"/>
                <a:gd name="connsiteY7" fmla="*/ 389530 h 483737"/>
                <a:gd name="connsiteX8" fmla="*/ 494554 w 624058"/>
                <a:gd name="connsiteY8" fmla="*/ 374366 h 483737"/>
                <a:gd name="connsiteX9" fmla="*/ 488034 w 624058"/>
                <a:gd name="connsiteY9" fmla="*/ 356470 h 483737"/>
                <a:gd name="connsiteX10" fmla="*/ 478895 w 624058"/>
                <a:gd name="connsiteY10" fmla="*/ 344968 h 483737"/>
                <a:gd name="connsiteX11" fmla="*/ 458165 w 624058"/>
                <a:gd name="connsiteY11" fmla="*/ 335816 h 483737"/>
                <a:gd name="connsiteX12" fmla="*/ 448899 w 624058"/>
                <a:gd name="connsiteY12" fmla="*/ 339871 h 483737"/>
                <a:gd name="connsiteX13" fmla="*/ 435858 w 624058"/>
                <a:gd name="connsiteY13" fmla="*/ 333338 h 483737"/>
                <a:gd name="connsiteX14" fmla="*/ 428804 w 624058"/>
                <a:gd name="connsiteY14" fmla="*/ 323526 h 483737"/>
                <a:gd name="connsiteX15" fmla="*/ 416094 w 624058"/>
                <a:gd name="connsiteY15" fmla="*/ 325877 h 483737"/>
                <a:gd name="connsiteX16" fmla="*/ 400842 w 624058"/>
                <a:gd name="connsiteY16" fmla="*/ 320793 h 483737"/>
                <a:gd name="connsiteX17" fmla="*/ 394588 w 624058"/>
                <a:gd name="connsiteY17" fmla="*/ 323424 h 483737"/>
                <a:gd name="connsiteX18" fmla="*/ 399406 w 624058"/>
                <a:gd name="connsiteY18" fmla="*/ 330351 h 483737"/>
                <a:gd name="connsiteX19" fmla="*/ 409053 w 624058"/>
                <a:gd name="connsiteY19" fmla="*/ 336083 h 483737"/>
                <a:gd name="connsiteX20" fmla="*/ 415077 w 624058"/>
                <a:gd name="connsiteY20" fmla="*/ 354793 h 483737"/>
                <a:gd name="connsiteX21" fmla="*/ 403968 w 624058"/>
                <a:gd name="connsiteY21" fmla="*/ 361593 h 483737"/>
                <a:gd name="connsiteX22" fmla="*/ 403727 w 624058"/>
                <a:gd name="connsiteY22" fmla="*/ 366295 h 483737"/>
                <a:gd name="connsiteX23" fmla="*/ 423415 w 624058"/>
                <a:gd name="connsiteY23" fmla="*/ 369562 h 483737"/>
                <a:gd name="connsiteX24" fmla="*/ 443751 w 624058"/>
                <a:gd name="connsiteY24" fmla="*/ 377925 h 483737"/>
                <a:gd name="connsiteX25" fmla="*/ 300774 w 624058"/>
                <a:gd name="connsiteY25" fmla="*/ 72181 h 483737"/>
                <a:gd name="connsiteX26" fmla="*/ 363792 w 624058"/>
                <a:gd name="connsiteY26" fmla="*/ 86824 h 483737"/>
                <a:gd name="connsiteX27" fmla="*/ 373197 w 624058"/>
                <a:gd name="connsiteY27" fmla="*/ 83951 h 483737"/>
                <a:gd name="connsiteX28" fmla="*/ 383238 w 624058"/>
                <a:gd name="connsiteY28" fmla="*/ 88514 h 483737"/>
                <a:gd name="connsiteX29" fmla="*/ 379730 w 624058"/>
                <a:gd name="connsiteY29" fmla="*/ 100411 h 483737"/>
                <a:gd name="connsiteX30" fmla="*/ 384967 w 624058"/>
                <a:gd name="connsiteY30" fmla="*/ 107605 h 483737"/>
                <a:gd name="connsiteX31" fmla="*/ 406218 w 624058"/>
                <a:gd name="connsiteY31" fmla="*/ 102241 h 483737"/>
                <a:gd name="connsiteX32" fmla="*/ 412738 w 624058"/>
                <a:gd name="connsiteY32" fmla="*/ 122895 h 483737"/>
                <a:gd name="connsiteX33" fmla="*/ 423059 w 624058"/>
                <a:gd name="connsiteY33" fmla="*/ 126937 h 483737"/>
                <a:gd name="connsiteX34" fmla="*/ 431689 w 624058"/>
                <a:gd name="connsiteY34" fmla="*/ 121192 h 483737"/>
                <a:gd name="connsiteX35" fmla="*/ 447717 w 624058"/>
                <a:gd name="connsiteY35" fmla="*/ 137918 h 483737"/>
                <a:gd name="connsiteX36" fmla="*/ 455343 w 624058"/>
                <a:gd name="connsiteY36" fmla="*/ 153616 h 483737"/>
                <a:gd name="connsiteX37" fmla="*/ 453500 w 624058"/>
                <a:gd name="connsiteY37" fmla="*/ 160784 h 483737"/>
                <a:gd name="connsiteX38" fmla="*/ 460033 w 624058"/>
                <a:gd name="connsiteY38" fmla="*/ 164851 h 483737"/>
                <a:gd name="connsiteX39" fmla="*/ 461063 w 624058"/>
                <a:gd name="connsiteY39" fmla="*/ 173100 h 483737"/>
                <a:gd name="connsiteX40" fmla="*/ 475947 w 624058"/>
                <a:gd name="connsiteY40" fmla="*/ 196868 h 483737"/>
                <a:gd name="connsiteX41" fmla="*/ 468231 w 624058"/>
                <a:gd name="connsiteY41" fmla="*/ 206287 h 483737"/>
                <a:gd name="connsiteX42" fmla="*/ 466808 w 624058"/>
                <a:gd name="connsiteY42" fmla="*/ 215438 h 483737"/>
                <a:gd name="connsiteX43" fmla="*/ 481818 w 624058"/>
                <a:gd name="connsiteY43" fmla="*/ 223064 h 483737"/>
                <a:gd name="connsiteX44" fmla="*/ 495520 w 624058"/>
                <a:gd name="connsiteY44" fmla="*/ 221793 h 483737"/>
                <a:gd name="connsiteX45" fmla="*/ 497999 w 624058"/>
                <a:gd name="connsiteY45" fmla="*/ 230817 h 483737"/>
                <a:gd name="connsiteX46" fmla="*/ 507252 w 624058"/>
                <a:gd name="connsiteY46" fmla="*/ 231211 h 483737"/>
                <a:gd name="connsiteX47" fmla="*/ 523838 w 624058"/>
                <a:gd name="connsiteY47" fmla="*/ 223496 h 483737"/>
                <a:gd name="connsiteX48" fmla="*/ 541328 w 624058"/>
                <a:gd name="connsiteY48" fmla="*/ 223102 h 483737"/>
                <a:gd name="connsiteX49" fmla="*/ 551890 w 624058"/>
                <a:gd name="connsiteY49" fmla="*/ 254471 h 483737"/>
                <a:gd name="connsiteX50" fmla="*/ 605527 w 624058"/>
                <a:gd name="connsiteY50" fmla="*/ 242574 h 483737"/>
                <a:gd name="connsiteX51" fmla="*/ 624058 w 624058"/>
                <a:gd name="connsiteY51" fmla="*/ 278658 h 483737"/>
                <a:gd name="connsiteX52" fmla="*/ 598091 w 624058"/>
                <a:gd name="connsiteY52" fmla="*/ 294597 h 483737"/>
                <a:gd name="connsiteX53" fmla="*/ 596147 w 624058"/>
                <a:gd name="connsiteY53" fmla="*/ 322699 h 483737"/>
                <a:gd name="connsiteX54" fmla="*/ 566252 w 624058"/>
                <a:gd name="connsiteY54" fmla="*/ 385043 h 483737"/>
                <a:gd name="connsiteX55" fmla="*/ 521220 w 624058"/>
                <a:gd name="connsiteY55" fmla="*/ 422945 h 483737"/>
                <a:gd name="connsiteX56" fmla="*/ 497210 w 624058"/>
                <a:gd name="connsiteY56" fmla="*/ 453449 h 483737"/>
                <a:gd name="connsiteX57" fmla="*/ 436672 w 624058"/>
                <a:gd name="connsiteY57" fmla="*/ 457517 h 483737"/>
                <a:gd name="connsiteX58" fmla="*/ 396202 w 624058"/>
                <a:gd name="connsiteY58" fmla="*/ 477383 h 483737"/>
                <a:gd name="connsiteX59" fmla="*/ 366207 w 624058"/>
                <a:gd name="connsiteY59" fmla="*/ 483738 h 483737"/>
                <a:gd name="connsiteX60" fmla="*/ 352746 w 624058"/>
                <a:gd name="connsiteY60" fmla="*/ 447793 h 483737"/>
                <a:gd name="connsiteX61" fmla="*/ 263228 w 624058"/>
                <a:gd name="connsiteY61" fmla="*/ 466604 h 483737"/>
                <a:gd name="connsiteX62" fmla="*/ 255119 w 624058"/>
                <a:gd name="connsiteY62" fmla="*/ 453526 h 483737"/>
                <a:gd name="connsiteX63" fmla="*/ 241964 w 624058"/>
                <a:gd name="connsiteY63" fmla="*/ 440714 h 483737"/>
                <a:gd name="connsiteX64" fmla="*/ 233207 w 624058"/>
                <a:gd name="connsiteY64" fmla="*/ 424000 h 483737"/>
                <a:gd name="connsiteX65" fmla="*/ 223039 w 624058"/>
                <a:gd name="connsiteY65" fmla="*/ 415102 h 483737"/>
                <a:gd name="connsiteX66" fmla="*/ 214281 w 624058"/>
                <a:gd name="connsiteY66" fmla="*/ 389339 h 483737"/>
                <a:gd name="connsiteX67" fmla="*/ 206185 w 624058"/>
                <a:gd name="connsiteY67" fmla="*/ 377315 h 483737"/>
                <a:gd name="connsiteX68" fmla="*/ 204914 w 624058"/>
                <a:gd name="connsiteY68" fmla="*/ 365418 h 483737"/>
                <a:gd name="connsiteX69" fmla="*/ 210926 w 624058"/>
                <a:gd name="connsiteY69" fmla="*/ 357716 h 483737"/>
                <a:gd name="connsiteX70" fmla="*/ 210926 w 624058"/>
                <a:gd name="connsiteY70" fmla="*/ 350649 h 483737"/>
                <a:gd name="connsiteX71" fmla="*/ 214968 w 624058"/>
                <a:gd name="connsiteY71" fmla="*/ 345311 h 483737"/>
                <a:gd name="connsiteX72" fmla="*/ 222149 w 624058"/>
                <a:gd name="connsiteY72" fmla="*/ 338231 h 483737"/>
                <a:gd name="connsiteX73" fmla="*/ 225784 w 624058"/>
                <a:gd name="connsiteY73" fmla="*/ 328559 h 483737"/>
                <a:gd name="connsiteX74" fmla="*/ 224119 w 624058"/>
                <a:gd name="connsiteY74" fmla="*/ 296554 h 483737"/>
                <a:gd name="connsiteX75" fmla="*/ 234541 w 624058"/>
                <a:gd name="connsiteY75" fmla="*/ 276816 h 483737"/>
                <a:gd name="connsiteX76" fmla="*/ 234033 w 624058"/>
                <a:gd name="connsiteY76" fmla="*/ 270282 h 483737"/>
                <a:gd name="connsiteX77" fmla="*/ 243146 w 624058"/>
                <a:gd name="connsiteY77" fmla="*/ 235762 h 483737"/>
                <a:gd name="connsiteX78" fmla="*/ 238838 w 624058"/>
                <a:gd name="connsiteY78" fmla="*/ 227131 h 483737"/>
                <a:gd name="connsiteX79" fmla="*/ 229724 w 624058"/>
                <a:gd name="connsiteY79" fmla="*/ 225860 h 483737"/>
                <a:gd name="connsiteX80" fmla="*/ 219683 w 624058"/>
                <a:gd name="connsiteY80" fmla="*/ 217624 h 483737"/>
                <a:gd name="connsiteX81" fmla="*/ 212616 w 624058"/>
                <a:gd name="connsiteY81" fmla="*/ 215273 h 483737"/>
                <a:gd name="connsiteX82" fmla="*/ 205181 w 624058"/>
                <a:gd name="connsiteY82" fmla="*/ 207558 h 483737"/>
                <a:gd name="connsiteX83" fmla="*/ 187819 w 624058"/>
                <a:gd name="connsiteY83" fmla="*/ 206388 h 483737"/>
                <a:gd name="connsiteX84" fmla="*/ 178921 w 624058"/>
                <a:gd name="connsiteY84" fmla="*/ 211091 h 483737"/>
                <a:gd name="connsiteX85" fmla="*/ 177384 w 624058"/>
                <a:gd name="connsiteY85" fmla="*/ 204164 h 483737"/>
                <a:gd name="connsiteX86" fmla="*/ 165105 w 624058"/>
                <a:gd name="connsiteY86" fmla="*/ 195153 h 483737"/>
                <a:gd name="connsiteX87" fmla="*/ 139151 w 624058"/>
                <a:gd name="connsiteY87" fmla="*/ 203109 h 483737"/>
                <a:gd name="connsiteX88" fmla="*/ 121637 w 624058"/>
                <a:gd name="connsiteY88" fmla="*/ 218946 h 483737"/>
                <a:gd name="connsiteX89" fmla="*/ 119959 w 624058"/>
                <a:gd name="connsiteY89" fmla="*/ 228873 h 483737"/>
                <a:gd name="connsiteX90" fmla="*/ 125679 w 624058"/>
                <a:gd name="connsiteY90" fmla="*/ 237770 h 483737"/>
                <a:gd name="connsiteX91" fmla="*/ 131703 w 624058"/>
                <a:gd name="connsiteY91" fmla="*/ 244303 h 483737"/>
                <a:gd name="connsiteX92" fmla="*/ 137563 w 624058"/>
                <a:gd name="connsiteY92" fmla="*/ 259847 h 483737"/>
                <a:gd name="connsiteX93" fmla="*/ 135211 w 624058"/>
                <a:gd name="connsiteY93" fmla="*/ 266787 h 483737"/>
                <a:gd name="connsiteX94" fmla="*/ 141732 w 624058"/>
                <a:gd name="connsiteY94" fmla="*/ 270829 h 483737"/>
                <a:gd name="connsiteX95" fmla="*/ 138351 w 624058"/>
                <a:gd name="connsiteY95" fmla="*/ 285344 h 483737"/>
                <a:gd name="connsiteX96" fmla="*/ 130114 w 624058"/>
                <a:gd name="connsiteY96" fmla="*/ 297635 h 483737"/>
                <a:gd name="connsiteX97" fmla="*/ 131157 w 624058"/>
                <a:gd name="connsiteY97" fmla="*/ 315010 h 483737"/>
                <a:gd name="connsiteX98" fmla="*/ 146714 w 624058"/>
                <a:gd name="connsiteY98" fmla="*/ 323640 h 483737"/>
                <a:gd name="connsiteX99" fmla="*/ 156501 w 624058"/>
                <a:gd name="connsiteY99" fmla="*/ 316446 h 483737"/>
                <a:gd name="connsiteX100" fmla="*/ 163021 w 624058"/>
                <a:gd name="connsiteY100" fmla="*/ 319979 h 483737"/>
                <a:gd name="connsiteX101" fmla="*/ 160682 w 624058"/>
                <a:gd name="connsiteY101" fmla="*/ 327694 h 483737"/>
                <a:gd name="connsiteX102" fmla="*/ 144744 w 624058"/>
                <a:gd name="connsiteY102" fmla="*/ 347421 h 483737"/>
                <a:gd name="connsiteX103" fmla="*/ 144744 w 624058"/>
                <a:gd name="connsiteY103" fmla="*/ 373960 h 483737"/>
                <a:gd name="connsiteX104" fmla="*/ 150616 w 624058"/>
                <a:gd name="connsiteY104" fmla="*/ 382196 h 483737"/>
                <a:gd name="connsiteX105" fmla="*/ 125437 w 624058"/>
                <a:gd name="connsiteY105" fmla="*/ 384738 h 483737"/>
                <a:gd name="connsiteX106" fmla="*/ 113553 w 624058"/>
                <a:gd name="connsiteY106" fmla="*/ 346607 h 483737"/>
                <a:gd name="connsiteX107" fmla="*/ 54832 w 624058"/>
                <a:gd name="connsiteY107" fmla="*/ 372028 h 483737"/>
                <a:gd name="connsiteX108" fmla="*/ 44778 w 624058"/>
                <a:gd name="connsiteY108" fmla="*/ 366791 h 483737"/>
                <a:gd name="connsiteX109" fmla="*/ 48045 w 624058"/>
                <a:gd name="connsiteY109" fmla="*/ 346455 h 483737"/>
                <a:gd name="connsiteX110" fmla="*/ 37877 w 624058"/>
                <a:gd name="connsiteY110" fmla="*/ 319001 h 483737"/>
                <a:gd name="connsiteX111" fmla="*/ 44931 w 624058"/>
                <a:gd name="connsiteY111" fmla="*/ 309328 h 483737"/>
                <a:gd name="connsiteX112" fmla="*/ 43748 w 624058"/>
                <a:gd name="connsiteY112" fmla="*/ 295728 h 483737"/>
                <a:gd name="connsiteX113" fmla="*/ 38410 w 624058"/>
                <a:gd name="connsiteY113" fmla="*/ 279790 h 483737"/>
                <a:gd name="connsiteX114" fmla="*/ 41423 w 624058"/>
                <a:gd name="connsiteY114" fmla="*/ 271427 h 483737"/>
                <a:gd name="connsiteX115" fmla="*/ 41664 w 624058"/>
                <a:gd name="connsiteY115" fmla="*/ 268884 h 483737"/>
                <a:gd name="connsiteX116" fmla="*/ 44931 w 624058"/>
                <a:gd name="connsiteY116" fmla="*/ 257255 h 483737"/>
                <a:gd name="connsiteX117" fmla="*/ 42579 w 624058"/>
                <a:gd name="connsiteY117" fmla="*/ 242002 h 483737"/>
                <a:gd name="connsiteX118" fmla="*/ 34889 w 624058"/>
                <a:gd name="connsiteY118" fmla="*/ 217688 h 483737"/>
                <a:gd name="connsiteX119" fmla="*/ 22472 w 624058"/>
                <a:gd name="connsiteY119" fmla="*/ 215336 h 483737"/>
                <a:gd name="connsiteX120" fmla="*/ 15443 w 624058"/>
                <a:gd name="connsiteY120" fmla="*/ 208791 h 483737"/>
                <a:gd name="connsiteX121" fmla="*/ 12049 w 624058"/>
                <a:gd name="connsiteY121" fmla="*/ 191149 h 483737"/>
                <a:gd name="connsiteX122" fmla="*/ 14261 w 624058"/>
                <a:gd name="connsiteY122" fmla="*/ 174562 h 483737"/>
                <a:gd name="connsiteX123" fmla="*/ 23666 w 624058"/>
                <a:gd name="connsiteY123" fmla="*/ 158611 h 483737"/>
                <a:gd name="connsiteX124" fmla="*/ 10956 w 624058"/>
                <a:gd name="connsiteY124" fmla="*/ 114824 h 483737"/>
                <a:gd name="connsiteX125" fmla="*/ 10689 w 624058"/>
                <a:gd name="connsiteY125" fmla="*/ 95225 h 483737"/>
                <a:gd name="connsiteX126" fmla="*/ 2847 w 624058"/>
                <a:gd name="connsiteY126" fmla="*/ 82400 h 483737"/>
                <a:gd name="connsiteX127" fmla="*/ 0 w 624058"/>
                <a:gd name="connsiteY127" fmla="*/ 66335 h 483737"/>
                <a:gd name="connsiteX128" fmla="*/ 4169 w 624058"/>
                <a:gd name="connsiteY128" fmla="*/ 54438 h 483737"/>
                <a:gd name="connsiteX129" fmla="*/ 24264 w 624058"/>
                <a:gd name="connsiteY129" fmla="*/ 29017 h 483737"/>
                <a:gd name="connsiteX130" fmla="*/ 25433 w 624058"/>
                <a:gd name="connsiteY130" fmla="*/ 15939 h 483737"/>
                <a:gd name="connsiteX131" fmla="*/ 32462 w 624058"/>
                <a:gd name="connsiteY131" fmla="*/ 7041 h 483737"/>
                <a:gd name="connsiteX132" fmla="*/ 31305 w 624058"/>
                <a:gd name="connsiteY132" fmla="*/ 0 h 483737"/>
                <a:gd name="connsiteX133" fmla="*/ 37558 w 624058"/>
                <a:gd name="connsiteY133" fmla="*/ 4449 h 483737"/>
                <a:gd name="connsiteX134" fmla="*/ 37699 w 624058"/>
                <a:gd name="connsiteY134" fmla="*/ 11109 h 483737"/>
                <a:gd name="connsiteX135" fmla="*/ 43698 w 624058"/>
                <a:gd name="connsiteY135" fmla="*/ 18938 h 483737"/>
                <a:gd name="connsiteX136" fmla="*/ 40190 w 624058"/>
                <a:gd name="connsiteY136" fmla="*/ 27174 h 483737"/>
                <a:gd name="connsiteX137" fmla="*/ 44346 w 624058"/>
                <a:gd name="connsiteY137" fmla="*/ 33059 h 483737"/>
                <a:gd name="connsiteX138" fmla="*/ 43952 w 624058"/>
                <a:gd name="connsiteY138" fmla="*/ 41435 h 483737"/>
                <a:gd name="connsiteX139" fmla="*/ 54120 w 624058"/>
                <a:gd name="connsiteY139" fmla="*/ 71940 h 483737"/>
                <a:gd name="connsiteX140" fmla="*/ 104109 w 624058"/>
                <a:gd name="connsiteY140" fmla="*/ 71012 h 483737"/>
                <a:gd name="connsiteX141" fmla="*/ 172630 w 624058"/>
                <a:gd name="connsiteY141" fmla="*/ 114227 h 483737"/>
                <a:gd name="connsiteX142" fmla="*/ 191543 w 624058"/>
                <a:gd name="connsiteY142" fmla="*/ 107566 h 483737"/>
                <a:gd name="connsiteX143" fmla="*/ 210087 w 624058"/>
                <a:gd name="connsiteY143" fmla="*/ 103512 h 483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624058" h="483737">
                  <a:moveTo>
                    <a:pt x="463757" y="389530"/>
                  </a:moveTo>
                  <a:lnTo>
                    <a:pt x="471472" y="392783"/>
                  </a:lnTo>
                  <a:lnTo>
                    <a:pt x="471994" y="410972"/>
                  </a:lnTo>
                  <a:lnTo>
                    <a:pt x="482950" y="424559"/>
                  </a:lnTo>
                  <a:lnTo>
                    <a:pt x="490398" y="427177"/>
                  </a:lnTo>
                  <a:lnTo>
                    <a:pt x="501087" y="421292"/>
                  </a:lnTo>
                  <a:lnTo>
                    <a:pt x="506565" y="406777"/>
                  </a:lnTo>
                  <a:lnTo>
                    <a:pt x="506438" y="389530"/>
                  </a:lnTo>
                  <a:lnTo>
                    <a:pt x="494554" y="374366"/>
                  </a:lnTo>
                  <a:lnTo>
                    <a:pt x="488034" y="356470"/>
                  </a:lnTo>
                  <a:lnTo>
                    <a:pt x="478895" y="344968"/>
                  </a:lnTo>
                  <a:lnTo>
                    <a:pt x="458165" y="335816"/>
                  </a:lnTo>
                  <a:lnTo>
                    <a:pt x="448899" y="339871"/>
                  </a:lnTo>
                  <a:lnTo>
                    <a:pt x="435858" y="333338"/>
                  </a:lnTo>
                  <a:lnTo>
                    <a:pt x="428804" y="323526"/>
                  </a:lnTo>
                  <a:lnTo>
                    <a:pt x="416094" y="325877"/>
                  </a:lnTo>
                  <a:lnTo>
                    <a:pt x="400842" y="320793"/>
                  </a:lnTo>
                  <a:lnTo>
                    <a:pt x="394588" y="323424"/>
                  </a:lnTo>
                  <a:lnTo>
                    <a:pt x="399406" y="330351"/>
                  </a:lnTo>
                  <a:lnTo>
                    <a:pt x="409053" y="336083"/>
                  </a:lnTo>
                  <a:lnTo>
                    <a:pt x="415077" y="354793"/>
                  </a:lnTo>
                  <a:lnTo>
                    <a:pt x="403968" y="361593"/>
                  </a:lnTo>
                  <a:lnTo>
                    <a:pt x="403727" y="366295"/>
                  </a:lnTo>
                  <a:lnTo>
                    <a:pt x="423415" y="369562"/>
                  </a:lnTo>
                  <a:lnTo>
                    <a:pt x="443751" y="377925"/>
                  </a:lnTo>
                  <a:close/>
                  <a:moveTo>
                    <a:pt x="300774" y="72181"/>
                  </a:moveTo>
                  <a:lnTo>
                    <a:pt x="363792" y="86824"/>
                  </a:lnTo>
                  <a:lnTo>
                    <a:pt x="373197" y="83951"/>
                  </a:lnTo>
                  <a:lnTo>
                    <a:pt x="383238" y="88514"/>
                  </a:lnTo>
                  <a:lnTo>
                    <a:pt x="379730" y="100411"/>
                  </a:lnTo>
                  <a:lnTo>
                    <a:pt x="384967" y="107605"/>
                  </a:lnTo>
                  <a:lnTo>
                    <a:pt x="406218" y="102241"/>
                  </a:lnTo>
                  <a:lnTo>
                    <a:pt x="412738" y="122895"/>
                  </a:lnTo>
                  <a:lnTo>
                    <a:pt x="423059" y="126937"/>
                  </a:lnTo>
                  <a:lnTo>
                    <a:pt x="431689" y="121192"/>
                  </a:lnTo>
                  <a:lnTo>
                    <a:pt x="447717" y="137918"/>
                  </a:lnTo>
                  <a:lnTo>
                    <a:pt x="455343" y="153616"/>
                  </a:lnTo>
                  <a:lnTo>
                    <a:pt x="453500" y="160784"/>
                  </a:lnTo>
                  <a:lnTo>
                    <a:pt x="460033" y="164851"/>
                  </a:lnTo>
                  <a:lnTo>
                    <a:pt x="461063" y="173100"/>
                  </a:lnTo>
                  <a:lnTo>
                    <a:pt x="475947" y="196868"/>
                  </a:lnTo>
                  <a:lnTo>
                    <a:pt x="468231" y="206287"/>
                  </a:lnTo>
                  <a:lnTo>
                    <a:pt x="466808" y="215438"/>
                  </a:lnTo>
                  <a:lnTo>
                    <a:pt x="481818" y="223064"/>
                  </a:lnTo>
                  <a:lnTo>
                    <a:pt x="495520" y="221793"/>
                  </a:lnTo>
                  <a:lnTo>
                    <a:pt x="497999" y="230817"/>
                  </a:lnTo>
                  <a:lnTo>
                    <a:pt x="507252" y="231211"/>
                  </a:lnTo>
                  <a:lnTo>
                    <a:pt x="523838" y="223496"/>
                  </a:lnTo>
                  <a:lnTo>
                    <a:pt x="541328" y="223102"/>
                  </a:lnTo>
                  <a:lnTo>
                    <a:pt x="551890" y="254471"/>
                  </a:lnTo>
                  <a:lnTo>
                    <a:pt x="605527" y="242574"/>
                  </a:lnTo>
                  <a:lnTo>
                    <a:pt x="624058" y="278658"/>
                  </a:lnTo>
                  <a:lnTo>
                    <a:pt x="598091" y="294597"/>
                  </a:lnTo>
                  <a:lnTo>
                    <a:pt x="596147" y="322699"/>
                  </a:lnTo>
                  <a:lnTo>
                    <a:pt x="566252" y="385043"/>
                  </a:lnTo>
                  <a:lnTo>
                    <a:pt x="521220" y="422945"/>
                  </a:lnTo>
                  <a:lnTo>
                    <a:pt x="497210" y="453449"/>
                  </a:lnTo>
                  <a:lnTo>
                    <a:pt x="436672" y="457517"/>
                  </a:lnTo>
                  <a:lnTo>
                    <a:pt x="396202" y="477383"/>
                  </a:lnTo>
                  <a:lnTo>
                    <a:pt x="366207" y="483738"/>
                  </a:lnTo>
                  <a:lnTo>
                    <a:pt x="352746" y="447793"/>
                  </a:lnTo>
                  <a:lnTo>
                    <a:pt x="263228" y="466604"/>
                  </a:lnTo>
                  <a:lnTo>
                    <a:pt x="255119" y="453526"/>
                  </a:lnTo>
                  <a:lnTo>
                    <a:pt x="241964" y="440714"/>
                  </a:lnTo>
                  <a:lnTo>
                    <a:pt x="233207" y="424000"/>
                  </a:lnTo>
                  <a:lnTo>
                    <a:pt x="223039" y="415102"/>
                  </a:lnTo>
                  <a:lnTo>
                    <a:pt x="214281" y="389339"/>
                  </a:lnTo>
                  <a:lnTo>
                    <a:pt x="206185" y="377315"/>
                  </a:lnTo>
                  <a:lnTo>
                    <a:pt x="204914" y="365418"/>
                  </a:lnTo>
                  <a:lnTo>
                    <a:pt x="210926" y="357716"/>
                  </a:lnTo>
                  <a:lnTo>
                    <a:pt x="210926" y="350649"/>
                  </a:lnTo>
                  <a:lnTo>
                    <a:pt x="214968" y="345311"/>
                  </a:lnTo>
                  <a:lnTo>
                    <a:pt x="222149" y="338231"/>
                  </a:lnTo>
                  <a:lnTo>
                    <a:pt x="225784" y="328559"/>
                  </a:lnTo>
                  <a:lnTo>
                    <a:pt x="224119" y="296554"/>
                  </a:lnTo>
                  <a:lnTo>
                    <a:pt x="234541" y="276816"/>
                  </a:lnTo>
                  <a:lnTo>
                    <a:pt x="234033" y="270282"/>
                  </a:lnTo>
                  <a:lnTo>
                    <a:pt x="243146" y="235762"/>
                  </a:lnTo>
                  <a:lnTo>
                    <a:pt x="238838" y="227131"/>
                  </a:lnTo>
                  <a:lnTo>
                    <a:pt x="229724" y="225860"/>
                  </a:lnTo>
                  <a:lnTo>
                    <a:pt x="219683" y="217624"/>
                  </a:lnTo>
                  <a:lnTo>
                    <a:pt x="212616" y="215273"/>
                  </a:lnTo>
                  <a:lnTo>
                    <a:pt x="205181" y="207558"/>
                  </a:lnTo>
                  <a:lnTo>
                    <a:pt x="187819" y="206388"/>
                  </a:lnTo>
                  <a:lnTo>
                    <a:pt x="178921" y="211091"/>
                  </a:lnTo>
                  <a:lnTo>
                    <a:pt x="177384" y="204164"/>
                  </a:lnTo>
                  <a:lnTo>
                    <a:pt x="165105" y="195153"/>
                  </a:lnTo>
                  <a:lnTo>
                    <a:pt x="139151" y="203109"/>
                  </a:lnTo>
                  <a:lnTo>
                    <a:pt x="121637" y="218946"/>
                  </a:lnTo>
                  <a:lnTo>
                    <a:pt x="119959" y="228873"/>
                  </a:lnTo>
                  <a:lnTo>
                    <a:pt x="125679" y="237770"/>
                  </a:lnTo>
                  <a:lnTo>
                    <a:pt x="131703" y="244303"/>
                  </a:lnTo>
                  <a:lnTo>
                    <a:pt x="137563" y="259847"/>
                  </a:lnTo>
                  <a:lnTo>
                    <a:pt x="135211" y="266787"/>
                  </a:lnTo>
                  <a:lnTo>
                    <a:pt x="141732" y="270829"/>
                  </a:lnTo>
                  <a:lnTo>
                    <a:pt x="138351" y="285344"/>
                  </a:lnTo>
                  <a:lnTo>
                    <a:pt x="130114" y="297635"/>
                  </a:lnTo>
                  <a:lnTo>
                    <a:pt x="131157" y="315010"/>
                  </a:lnTo>
                  <a:lnTo>
                    <a:pt x="146714" y="323640"/>
                  </a:lnTo>
                  <a:lnTo>
                    <a:pt x="156501" y="316446"/>
                  </a:lnTo>
                  <a:lnTo>
                    <a:pt x="163021" y="319979"/>
                  </a:lnTo>
                  <a:lnTo>
                    <a:pt x="160682" y="327694"/>
                  </a:lnTo>
                  <a:lnTo>
                    <a:pt x="144744" y="347421"/>
                  </a:lnTo>
                  <a:lnTo>
                    <a:pt x="144744" y="373960"/>
                  </a:lnTo>
                  <a:lnTo>
                    <a:pt x="150616" y="382196"/>
                  </a:lnTo>
                  <a:lnTo>
                    <a:pt x="125437" y="384738"/>
                  </a:lnTo>
                  <a:lnTo>
                    <a:pt x="113553" y="346607"/>
                  </a:lnTo>
                  <a:lnTo>
                    <a:pt x="54832" y="372028"/>
                  </a:lnTo>
                  <a:lnTo>
                    <a:pt x="44778" y="366791"/>
                  </a:lnTo>
                  <a:lnTo>
                    <a:pt x="48045" y="346455"/>
                  </a:lnTo>
                  <a:lnTo>
                    <a:pt x="37877" y="319001"/>
                  </a:lnTo>
                  <a:lnTo>
                    <a:pt x="44931" y="309328"/>
                  </a:lnTo>
                  <a:lnTo>
                    <a:pt x="43748" y="295728"/>
                  </a:lnTo>
                  <a:lnTo>
                    <a:pt x="38410" y="279790"/>
                  </a:lnTo>
                  <a:lnTo>
                    <a:pt x="41423" y="271427"/>
                  </a:lnTo>
                  <a:lnTo>
                    <a:pt x="41664" y="268884"/>
                  </a:lnTo>
                  <a:lnTo>
                    <a:pt x="44931" y="257255"/>
                  </a:lnTo>
                  <a:lnTo>
                    <a:pt x="42579" y="242002"/>
                  </a:lnTo>
                  <a:lnTo>
                    <a:pt x="34889" y="217688"/>
                  </a:lnTo>
                  <a:lnTo>
                    <a:pt x="22472" y="215336"/>
                  </a:lnTo>
                  <a:lnTo>
                    <a:pt x="15443" y="208791"/>
                  </a:lnTo>
                  <a:lnTo>
                    <a:pt x="12049" y="191149"/>
                  </a:lnTo>
                  <a:lnTo>
                    <a:pt x="14261" y="174562"/>
                  </a:lnTo>
                  <a:lnTo>
                    <a:pt x="23666" y="158611"/>
                  </a:lnTo>
                  <a:lnTo>
                    <a:pt x="10956" y="114824"/>
                  </a:lnTo>
                  <a:lnTo>
                    <a:pt x="10689" y="95225"/>
                  </a:lnTo>
                  <a:lnTo>
                    <a:pt x="2847" y="82400"/>
                  </a:lnTo>
                  <a:lnTo>
                    <a:pt x="0" y="66335"/>
                  </a:lnTo>
                  <a:lnTo>
                    <a:pt x="4169" y="54438"/>
                  </a:lnTo>
                  <a:lnTo>
                    <a:pt x="24264" y="29017"/>
                  </a:lnTo>
                  <a:lnTo>
                    <a:pt x="25433" y="15939"/>
                  </a:lnTo>
                  <a:lnTo>
                    <a:pt x="32462" y="7041"/>
                  </a:lnTo>
                  <a:lnTo>
                    <a:pt x="31305" y="0"/>
                  </a:lnTo>
                  <a:lnTo>
                    <a:pt x="37558" y="4449"/>
                  </a:lnTo>
                  <a:lnTo>
                    <a:pt x="37699" y="11109"/>
                  </a:lnTo>
                  <a:lnTo>
                    <a:pt x="43698" y="18938"/>
                  </a:lnTo>
                  <a:lnTo>
                    <a:pt x="40190" y="27174"/>
                  </a:lnTo>
                  <a:lnTo>
                    <a:pt x="44346" y="33059"/>
                  </a:lnTo>
                  <a:lnTo>
                    <a:pt x="43952" y="41435"/>
                  </a:lnTo>
                  <a:lnTo>
                    <a:pt x="54120" y="71940"/>
                  </a:lnTo>
                  <a:lnTo>
                    <a:pt x="104109" y="71012"/>
                  </a:lnTo>
                  <a:lnTo>
                    <a:pt x="172630" y="114227"/>
                  </a:lnTo>
                  <a:lnTo>
                    <a:pt x="191543" y="107566"/>
                  </a:lnTo>
                  <a:lnTo>
                    <a:pt x="210087" y="103512"/>
                  </a:lnTo>
                  <a:close/>
                </a:path>
              </a:pathLst>
            </a:custGeom>
            <a:noFill/>
            <a:ln w="3810" cap="flat">
              <a:solidFill>
                <a:srgbClr val="E6E4E2"/>
              </a:solidFill>
              <a:prstDash val="solid"/>
              <a:miter/>
            </a:ln>
          </p:spPr>
          <p:txBody>
            <a:bodyPr rtlCol="0" anchor="ctr"/>
            <a:lstStyle/>
            <a:p>
              <a:endParaRPr lang="de-CH"/>
            </a:p>
          </p:txBody>
        </p:sp>
        <p:sp>
          <p:nvSpPr>
            <p:cNvPr id="100" name="Freihandform: Form 99">
              <a:extLst>
                <a:ext uri="{FF2B5EF4-FFF2-40B4-BE49-F238E27FC236}">
                  <a16:creationId xmlns:a16="http://schemas.microsoft.com/office/drawing/2014/main" id="{A1A06CB6-32C1-0E6D-3BA4-5F9B6BA6426D}"/>
                </a:ext>
              </a:extLst>
            </p:cNvPr>
            <p:cNvSpPr/>
            <p:nvPr/>
          </p:nvSpPr>
          <p:spPr>
            <a:xfrm>
              <a:off x="3116304" y="2897994"/>
              <a:ext cx="1292919" cy="1686974"/>
            </a:xfrm>
            <a:custGeom>
              <a:avLst/>
              <a:gdLst>
                <a:gd name="connsiteX0" fmla="*/ 995603 w 1292919"/>
                <a:gd name="connsiteY0" fmla="*/ 217014 h 1686974"/>
                <a:gd name="connsiteX1" fmla="*/ 995476 w 1292919"/>
                <a:gd name="connsiteY1" fmla="*/ 223801 h 1686974"/>
                <a:gd name="connsiteX2" fmla="*/ 963624 w 1292919"/>
                <a:gd name="connsiteY2" fmla="*/ 238710 h 1686974"/>
                <a:gd name="connsiteX3" fmla="*/ 959442 w 1292919"/>
                <a:gd name="connsiteY3" fmla="*/ 228911 h 1686974"/>
                <a:gd name="connsiteX4" fmla="*/ 961400 w 1292919"/>
                <a:gd name="connsiteY4" fmla="*/ 214790 h 1686974"/>
                <a:gd name="connsiteX5" fmla="*/ 987240 w 1292919"/>
                <a:gd name="connsiteY5" fmla="*/ 192572 h 1686974"/>
                <a:gd name="connsiteX6" fmla="*/ 997154 w 1292919"/>
                <a:gd name="connsiteY6" fmla="*/ 198444 h 1686974"/>
                <a:gd name="connsiteX7" fmla="*/ 751427 w 1292919"/>
                <a:gd name="connsiteY7" fmla="*/ 269126 h 1686974"/>
                <a:gd name="connsiteX8" fmla="*/ 759269 w 1292919"/>
                <a:gd name="connsiteY8" fmla="*/ 303354 h 1686974"/>
                <a:gd name="connsiteX9" fmla="*/ 769832 w 1292919"/>
                <a:gd name="connsiteY9" fmla="*/ 306901 h 1686974"/>
                <a:gd name="connsiteX10" fmla="*/ 799586 w 1292919"/>
                <a:gd name="connsiteY10" fmla="*/ 285852 h 1686974"/>
                <a:gd name="connsiteX11" fmla="*/ 795011 w 1292919"/>
                <a:gd name="connsiteY11" fmla="*/ 260101 h 1686974"/>
                <a:gd name="connsiteX12" fmla="*/ 702239 w 1292919"/>
                <a:gd name="connsiteY12" fmla="*/ 924858 h 1686974"/>
                <a:gd name="connsiteX13" fmla="*/ 713449 w 1292919"/>
                <a:gd name="connsiteY13" fmla="*/ 926561 h 1686974"/>
                <a:gd name="connsiteX14" fmla="*/ 718165 w 1292919"/>
                <a:gd name="connsiteY14" fmla="*/ 934276 h 1686974"/>
                <a:gd name="connsiteX15" fmla="*/ 726376 w 1292919"/>
                <a:gd name="connsiteY15" fmla="*/ 926561 h 1686974"/>
                <a:gd name="connsiteX16" fmla="*/ 730557 w 1292919"/>
                <a:gd name="connsiteY16" fmla="*/ 928391 h 1686974"/>
                <a:gd name="connsiteX17" fmla="*/ 725473 w 1292919"/>
                <a:gd name="connsiteY17" fmla="*/ 933996 h 1686974"/>
                <a:gd name="connsiteX18" fmla="*/ 725219 w 1292919"/>
                <a:gd name="connsiteY18" fmla="*/ 943173 h 1686974"/>
                <a:gd name="connsiteX19" fmla="*/ 719347 w 1292919"/>
                <a:gd name="connsiteY19" fmla="*/ 945245 h 1686974"/>
                <a:gd name="connsiteX20" fmla="*/ 715165 w 1292919"/>
                <a:gd name="connsiteY20" fmla="*/ 952566 h 1686974"/>
                <a:gd name="connsiteX21" fmla="*/ 707539 w 1292919"/>
                <a:gd name="connsiteY21" fmla="*/ 955972 h 1686974"/>
                <a:gd name="connsiteX22" fmla="*/ 691105 w 1292919"/>
                <a:gd name="connsiteY22" fmla="*/ 975699 h 1686974"/>
                <a:gd name="connsiteX23" fmla="*/ 689910 w 1292919"/>
                <a:gd name="connsiteY23" fmla="*/ 989820 h 1686974"/>
                <a:gd name="connsiteX24" fmla="*/ 684572 w 1292919"/>
                <a:gd name="connsiteY24" fmla="*/ 999352 h 1686974"/>
                <a:gd name="connsiteX25" fmla="*/ 675675 w 1292919"/>
                <a:gd name="connsiteY25" fmla="*/ 1005250 h 1686974"/>
                <a:gd name="connsiteX26" fmla="*/ 681025 w 1292919"/>
                <a:gd name="connsiteY26" fmla="*/ 1011783 h 1686974"/>
                <a:gd name="connsiteX27" fmla="*/ 691092 w 1292919"/>
                <a:gd name="connsiteY27" fmla="*/ 1010512 h 1686974"/>
                <a:gd name="connsiteX28" fmla="*/ 695248 w 1292919"/>
                <a:gd name="connsiteY28" fmla="*/ 1000344 h 1686974"/>
                <a:gd name="connsiteX29" fmla="*/ 705823 w 1292919"/>
                <a:gd name="connsiteY29" fmla="*/ 1004157 h 1686974"/>
                <a:gd name="connsiteX30" fmla="*/ 707781 w 1292919"/>
                <a:gd name="connsiteY30" fmla="*/ 1009241 h 1686974"/>
                <a:gd name="connsiteX31" fmla="*/ 698121 w 1292919"/>
                <a:gd name="connsiteY31" fmla="*/ 1027811 h 1686974"/>
                <a:gd name="connsiteX32" fmla="*/ 703726 w 1292919"/>
                <a:gd name="connsiteY32" fmla="*/ 1045452 h 1686974"/>
                <a:gd name="connsiteX33" fmla="*/ 699277 w 1292919"/>
                <a:gd name="connsiteY33" fmla="*/ 1078651 h 1686974"/>
                <a:gd name="connsiteX34" fmla="*/ 701641 w 1292919"/>
                <a:gd name="connsiteY34" fmla="*/ 1102801 h 1686974"/>
                <a:gd name="connsiteX35" fmla="*/ 698769 w 1292919"/>
                <a:gd name="connsiteY35" fmla="*/ 1120061 h 1686974"/>
                <a:gd name="connsiteX36" fmla="*/ 703980 w 1292919"/>
                <a:gd name="connsiteY36" fmla="*/ 1122413 h 1686974"/>
                <a:gd name="connsiteX37" fmla="*/ 701120 w 1292919"/>
                <a:gd name="connsiteY37" fmla="*/ 1129480 h 1686974"/>
                <a:gd name="connsiteX38" fmla="*/ 708162 w 1292919"/>
                <a:gd name="connsiteY38" fmla="*/ 1148951 h 1686974"/>
                <a:gd name="connsiteX39" fmla="*/ 709979 w 1292919"/>
                <a:gd name="connsiteY39" fmla="*/ 1163060 h 1686974"/>
                <a:gd name="connsiteX40" fmla="*/ 717682 w 1292919"/>
                <a:gd name="connsiteY40" fmla="*/ 1160187 h 1686974"/>
                <a:gd name="connsiteX41" fmla="*/ 724736 w 1292919"/>
                <a:gd name="connsiteY41" fmla="*/ 1167902 h 1686974"/>
                <a:gd name="connsiteX42" fmla="*/ 729947 w 1292919"/>
                <a:gd name="connsiteY42" fmla="*/ 1165551 h 1686974"/>
                <a:gd name="connsiteX43" fmla="*/ 728257 w 1292919"/>
                <a:gd name="connsiteY43" fmla="*/ 1137055 h 1686974"/>
                <a:gd name="connsiteX44" fmla="*/ 727087 w 1292919"/>
                <a:gd name="connsiteY44" fmla="*/ 1106995 h 1686974"/>
                <a:gd name="connsiteX45" fmla="*/ 721736 w 1292919"/>
                <a:gd name="connsiteY45" fmla="*/ 1098098 h 1686974"/>
                <a:gd name="connsiteX46" fmla="*/ 720567 w 1292919"/>
                <a:gd name="connsiteY46" fmla="*/ 1075093 h 1686974"/>
                <a:gd name="connsiteX47" fmla="*/ 714034 w 1292919"/>
                <a:gd name="connsiteY47" fmla="*/ 1067390 h 1686974"/>
                <a:gd name="connsiteX48" fmla="*/ 712598 w 1292919"/>
                <a:gd name="connsiteY48" fmla="*/ 1039428 h 1686974"/>
                <a:gd name="connsiteX49" fmla="*/ 716411 w 1292919"/>
                <a:gd name="connsiteY49" fmla="*/ 1031319 h 1686974"/>
                <a:gd name="connsiteX50" fmla="*/ 714708 w 1292919"/>
                <a:gd name="connsiteY50" fmla="*/ 1023095 h 1686974"/>
                <a:gd name="connsiteX51" fmla="*/ 722677 w 1292919"/>
                <a:gd name="connsiteY51" fmla="*/ 1014859 h 1686974"/>
                <a:gd name="connsiteX52" fmla="*/ 714059 w 1292919"/>
                <a:gd name="connsiteY52" fmla="*/ 991713 h 1686974"/>
                <a:gd name="connsiteX53" fmla="*/ 724761 w 1292919"/>
                <a:gd name="connsiteY53" fmla="*/ 977478 h 1686974"/>
                <a:gd name="connsiteX54" fmla="*/ 731803 w 1292919"/>
                <a:gd name="connsiteY54" fmla="*/ 978647 h 1686974"/>
                <a:gd name="connsiteX55" fmla="*/ 737675 w 1292919"/>
                <a:gd name="connsiteY55" fmla="*/ 966878 h 1686974"/>
                <a:gd name="connsiteX56" fmla="*/ 735984 w 1292919"/>
                <a:gd name="connsiteY56" fmla="*/ 956824 h 1686974"/>
                <a:gd name="connsiteX57" fmla="*/ 747195 w 1292919"/>
                <a:gd name="connsiteY57" fmla="*/ 958527 h 1686974"/>
                <a:gd name="connsiteX58" fmla="*/ 755431 w 1292919"/>
                <a:gd name="connsiteY58" fmla="*/ 953303 h 1686974"/>
                <a:gd name="connsiteX59" fmla="*/ 761684 w 1292919"/>
                <a:gd name="connsiteY59" fmla="*/ 945588 h 1686974"/>
                <a:gd name="connsiteX60" fmla="*/ 763655 w 1292919"/>
                <a:gd name="connsiteY60" fmla="*/ 939703 h 1686974"/>
                <a:gd name="connsiteX61" fmla="*/ 760248 w 1292919"/>
                <a:gd name="connsiteY61" fmla="*/ 935522 h 1686974"/>
                <a:gd name="connsiteX62" fmla="*/ 754262 w 1292919"/>
                <a:gd name="connsiteY62" fmla="*/ 943249 h 1686974"/>
                <a:gd name="connsiteX63" fmla="*/ 747729 w 1292919"/>
                <a:gd name="connsiteY63" fmla="*/ 946097 h 1686974"/>
                <a:gd name="connsiteX64" fmla="*/ 741844 w 1292919"/>
                <a:gd name="connsiteY64" fmla="*/ 941407 h 1686974"/>
                <a:gd name="connsiteX65" fmla="*/ 740039 w 1292919"/>
                <a:gd name="connsiteY65" fmla="*/ 924019 h 1686974"/>
                <a:gd name="connsiteX66" fmla="*/ 728790 w 1292919"/>
                <a:gd name="connsiteY66" fmla="*/ 918935 h 1686974"/>
                <a:gd name="connsiteX67" fmla="*/ 728663 w 1292919"/>
                <a:gd name="connsiteY67" fmla="*/ 912669 h 1686974"/>
                <a:gd name="connsiteX68" fmla="*/ 719766 w 1292919"/>
                <a:gd name="connsiteY68" fmla="*/ 903772 h 1686974"/>
                <a:gd name="connsiteX69" fmla="*/ 714682 w 1292919"/>
                <a:gd name="connsiteY69" fmla="*/ 888735 h 1686974"/>
                <a:gd name="connsiteX70" fmla="*/ 717682 w 1292919"/>
                <a:gd name="connsiteY70" fmla="*/ 883779 h 1686974"/>
                <a:gd name="connsiteX71" fmla="*/ 735705 w 1292919"/>
                <a:gd name="connsiteY71" fmla="*/ 877906 h 1686974"/>
                <a:gd name="connsiteX72" fmla="*/ 738247 w 1292919"/>
                <a:gd name="connsiteY72" fmla="*/ 864560 h 1686974"/>
                <a:gd name="connsiteX73" fmla="*/ 746483 w 1292919"/>
                <a:gd name="connsiteY73" fmla="*/ 856845 h 1686974"/>
                <a:gd name="connsiteX74" fmla="*/ 739696 w 1292919"/>
                <a:gd name="connsiteY74" fmla="*/ 853452 h 1686974"/>
                <a:gd name="connsiteX75" fmla="*/ 730163 w 1292919"/>
                <a:gd name="connsiteY75" fmla="*/ 858943 h 1686974"/>
                <a:gd name="connsiteX76" fmla="*/ 727036 w 1292919"/>
                <a:gd name="connsiteY76" fmla="*/ 869276 h 1686974"/>
                <a:gd name="connsiteX77" fmla="*/ 722855 w 1292919"/>
                <a:gd name="connsiteY77" fmla="*/ 872797 h 1686974"/>
                <a:gd name="connsiteX78" fmla="*/ 716334 w 1292919"/>
                <a:gd name="connsiteY78" fmla="*/ 871627 h 1686974"/>
                <a:gd name="connsiteX79" fmla="*/ 712280 w 1292919"/>
                <a:gd name="connsiteY79" fmla="*/ 879330 h 1686974"/>
                <a:gd name="connsiteX80" fmla="*/ 698057 w 1292919"/>
                <a:gd name="connsiteY80" fmla="*/ 885075 h 1686974"/>
                <a:gd name="connsiteX81" fmla="*/ 698057 w 1292919"/>
                <a:gd name="connsiteY81" fmla="*/ 890566 h 1686974"/>
                <a:gd name="connsiteX82" fmla="*/ 704578 w 1292919"/>
                <a:gd name="connsiteY82" fmla="*/ 888735 h 1686974"/>
                <a:gd name="connsiteX83" fmla="*/ 708111 w 1292919"/>
                <a:gd name="connsiteY83" fmla="*/ 893578 h 1686974"/>
                <a:gd name="connsiteX84" fmla="*/ 708238 w 1292919"/>
                <a:gd name="connsiteY84" fmla="*/ 900899 h 1686974"/>
                <a:gd name="connsiteX85" fmla="*/ 701591 w 1292919"/>
                <a:gd name="connsiteY85" fmla="*/ 904814 h 1686974"/>
                <a:gd name="connsiteX86" fmla="*/ 699887 w 1292919"/>
                <a:gd name="connsiteY86" fmla="*/ 918922 h 1686974"/>
                <a:gd name="connsiteX87" fmla="*/ 50383 w 1292919"/>
                <a:gd name="connsiteY87" fmla="*/ 749330 h 1686974"/>
                <a:gd name="connsiteX88" fmla="*/ 77265 w 1292919"/>
                <a:gd name="connsiteY88" fmla="*/ 760693 h 1686974"/>
                <a:gd name="connsiteX89" fmla="*/ 73224 w 1292919"/>
                <a:gd name="connsiteY89" fmla="*/ 797031 h 1686974"/>
                <a:gd name="connsiteX90" fmla="*/ 44778 w 1292919"/>
                <a:gd name="connsiteY90" fmla="*/ 840945 h 1686974"/>
                <a:gd name="connsiteX91" fmla="*/ 20120 w 1292919"/>
                <a:gd name="connsiteY91" fmla="*/ 836764 h 1686974"/>
                <a:gd name="connsiteX92" fmla="*/ 0 w 1292919"/>
                <a:gd name="connsiteY92" fmla="*/ 807225 h 1686974"/>
                <a:gd name="connsiteX93" fmla="*/ 416056 w 1292919"/>
                <a:gd name="connsiteY93" fmla="*/ 247938 h 1686974"/>
                <a:gd name="connsiteX94" fmla="*/ 424661 w 1292919"/>
                <a:gd name="connsiteY94" fmla="*/ 236499 h 1686974"/>
                <a:gd name="connsiteX95" fmla="*/ 439544 w 1292919"/>
                <a:gd name="connsiteY95" fmla="*/ 227207 h 1686974"/>
                <a:gd name="connsiteX96" fmla="*/ 491859 w 1292919"/>
                <a:gd name="connsiteY96" fmla="*/ 255055 h 1686974"/>
                <a:gd name="connsiteX97" fmla="*/ 484945 w 1292919"/>
                <a:gd name="connsiteY97" fmla="*/ 286018 h 1686974"/>
                <a:gd name="connsiteX98" fmla="*/ 536371 w 1292919"/>
                <a:gd name="connsiteY98" fmla="*/ 342362 h 1686974"/>
                <a:gd name="connsiteX99" fmla="*/ 504392 w 1292919"/>
                <a:gd name="connsiteY99" fmla="*/ 372155 h 1686974"/>
                <a:gd name="connsiteX100" fmla="*/ 531159 w 1292919"/>
                <a:gd name="connsiteY100" fmla="*/ 389758 h 1686974"/>
                <a:gd name="connsiteX101" fmla="*/ 549945 w 1292919"/>
                <a:gd name="connsiteY101" fmla="*/ 367274 h 1686974"/>
                <a:gd name="connsiteX102" fmla="*/ 582572 w 1292919"/>
                <a:gd name="connsiteY102" fmla="*/ 381916 h 1686974"/>
                <a:gd name="connsiteX103" fmla="*/ 596414 w 1292919"/>
                <a:gd name="connsiteY103" fmla="*/ 431193 h 1686974"/>
                <a:gd name="connsiteX104" fmla="*/ 577081 w 1292919"/>
                <a:gd name="connsiteY104" fmla="*/ 451060 h 1686974"/>
                <a:gd name="connsiteX105" fmla="*/ 588050 w 1292919"/>
                <a:gd name="connsiteY105" fmla="*/ 468574 h 1686974"/>
                <a:gd name="connsiteX106" fmla="*/ 618974 w 1292919"/>
                <a:gd name="connsiteY106" fmla="*/ 445454 h 1686974"/>
                <a:gd name="connsiteX107" fmla="*/ 633337 w 1292919"/>
                <a:gd name="connsiteY107" fmla="*/ 426389 h 1686974"/>
                <a:gd name="connsiteX108" fmla="*/ 635815 w 1292919"/>
                <a:gd name="connsiteY108" fmla="*/ 422207 h 1686974"/>
                <a:gd name="connsiteX109" fmla="*/ 639628 w 1292919"/>
                <a:gd name="connsiteY109" fmla="*/ 418814 h 1686974"/>
                <a:gd name="connsiteX110" fmla="*/ 653063 w 1292919"/>
                <a:gd name="connsiteY110" fmla="*/ 403790 h 1686974"/>
                <a:gd name="connsiteX111" fmla="*/ 643149 w 1292919"/>
                <a:gd name="connsiteY111" fmla="*/ 370845 h 1686974"/>
                <a:gd name="connsiteX112" fmla="*/ 668989 w 1292919"/>
                <a:gd name="connsiteY112" fmla="*/ 324580 h 1686974"/>
                <a:gd name="connsiteX113" fmla="*/ 687114 w 1292919"/>
                <a:gd name="connsiteY113" fmla="*/ 322038 h 1686974"/>
                <a:gd name="connsiteX114" fmla="*/ 700561 w 1292919"/>
                <a:gd name="connsiteY114" fmla="*/ 333134 h 1686974"/>
                <a:gd name="connsiteX115" fmla="*/ 723528 w 1292919"/>
                <a:gd name="connsiteY115" fmla="*/ 310256 h 1686974"/>
                <a:gd name="connsiteX116" fmla="*/ 703688 w 1292919"/>
                <a:gd name="connsiteY116" fmla="*/ 299274 h 1686974"/>
                <a:gd name="connsiteX117" fmla="*/ 701209 w 1292919"/>
                <a:gd name="connsiteY117" fmla="*/ 287378 h 1686974"/>
                <a:gd name="connsiteX118" fmla="*/ 689770 w 1292919"/>
                <a:gd name="connsiteY118" fmla="*/ 271960 h 1686974"/>
                <a:gd name="connsiteX119" fmla="*/ 700726 w 1292919"/>
                <a:gd name="connsiteY119" fmla="*/ 257839 h 1686974"/>
                <a:gd name="connsiteX120" fmla="*/ 698184 w 1292919"/>
                <a:gd name="connsiteY120" fmla="*/ 246997 h 1686974"/>
                <a:gd name="connsiteX121" fmla="*/ 701311 w 1292919"/>
                <a:gd name="connsiteY121" fmla="*/ 243591 h 1686974"/>
                <a:gd name="connsiteX122" fmla="*/ 709280 w 1292919"/>
                <a:gd name="connsiteY122" fmla="*/ 248815 h 1686974"/>
                <a:gd name="connsiteX123" fmla="*/ 722982 w 1292919"/>
                <a:gd name="connsiteY123" fmla="*/ 246209 h 1686974"/>
                <a:gd name="connsiteX124" fmla="*/ 742301 w 1292919"/>
                <a:gd name="connsiteY124" fmla="*/ 228707 h 1686974"/>
                <a:gd name="connsiteX125" fmla="*/ 763299 w 1292919"/>
                <a:gd name="connsiteY125" fmla="*/ 206998 h 1686974"/>
                <a:gd name="connsiteX126" fmla="*/ 787448 w 1292919"/>
                <a:gd name="connsiteY126" fmla="*/ 183739 h 1686974"/>
                <a:gd name="connsiteX127" fmla="*/ 787982 w 1292919"/>
                <a:gd name="connsiteY127" fmla="*/ 171842 h 1686974"/>
                <a:gd name="connsiteX128" fmla="*/ 766832 w 1292919"/>
                <a:gd name="connsiteY128" fmla="*/ 142608 h 1686974"/>
                <a:gd name="connsiteX129" fmla="*/ 747767 w 1292919"/>
                <a:gd name="connsiteY129" fmla="*/ 138935 h 1686974"/>
                <a:gd name="connsiteX130" fmla="*/ 709789 w 1292919"/>
                <a:gd name="connsiteY130" fmla="*/ 158280 h 1686974"/>
                <a:gd name="connsiteX131" fmla="*/ 647407 w 1292919"/>
                <a:gd name="connsiteY131" fmla="*/ 187437 h 1686974"/>
                <a:gd name="connsiteX132" fmla="*/ 639781 w 1292919"/>
                <a:gd name="connsiteY132" fmla="*/ 155929 h 1686974"/>
                <a:gd name="connsiteX133" fmla="*/ 642386 w 1292919"/>
                <a:gd name="connsiteY133" fmla="*/ 103906 h 1686974"/>
                <a:gd name="connsiteX134" fmla="*/ 597901 w 1292919"/>
                <a:gd name="connsiteY134" fmla="*/ 84434 h 1686974"/>
                <a:gd name="connsiteX135" fmla="*/ 597774 w 1292919"/>
                <a:gd name="connsiteY135" fmla="*/ 73846 h 1686974"/>
                <a:gd name="connsiteX136" fmla="*/ 618390 w 1292919"/>
                <a:gd name="connsiteY136" fmla="*/ 75549 h 1686974"/>
                <a:gd name="connsiteX137" fmla="*/ 685194 w 1292919"/>
                <a:gd name="connsiteY137" fmla="*/ 86264 h 1686974"/>
                <a:gd name="connsiteX138" fmla="*/ 699290 w 1292919"/>
                <a:gd name="connsiteY138" fmla="*/ 81434 h 1686974"/>
                <a:gd name="connsiteX139" fmla="*/ 709344 w 1292919"/>
                <a:gd name="connsiteY139" fmla="*/ 83252 h 1686974"/>
                <a:gd name="connsiteX140" fmla="*/ 799586 w 1292919"/>
                <a:gd name="connsiteY140" fmla="*/ 61949 h 1686974"/>
                <a:gd name="connsiteX141" fmla="*/ 817215 w 1292919"/>
                <a:gd name="connsiteY141" fmla="*/ 57653 h 1686974"/>
                <a:gd name="connsiteX142" fmla="*/ 831819 w 1292919"/>
                <a:gd name="connsiteY142" fmla="*/ 53980 h 1686974"/>
                <a:gd name="connsiteX143" fmla="*/ 844529 w 1292919"/>
                <a:gd name="connsiteY143" fmla="*/ 50587 h 1686974"/>
                <a:gd name="connsiteX144" fmla="*/ 867243 w 1292919"/>
                <a:gd name="connsiteY144" fmla="*/ 38550 h 1686974"/>
                <a:gd name="connsiteX145" fmla="*/ 882635 w 1292919"/>
                <a:gd name="connsiteY145" fmla="*/ 30720 h 1686974"/>
                <a:gd name="connsiteX146" fmla="*/ 900251 w 1292919"/>
                <a:gd name="connsiteY146" fmla="*/ 21302 h 1686974"/>
                <a:gd name="connsiteX147" fmla="*/ 925824 w 1292919"/>
                <a:gd name="connsiteY147" fmla="*/ 8096 h 1686974"/>
                <a:gd name="connsiteX148" fmla="*/ 957600 w 1292919"/>
                <a:gd name="connsiteY148" fmla="*/ 0 h 1686974"/>
                <a:gd name="connsiteX149" fmla="*/ 972610 w 1292919"/>
                <a:gd name="connsiteY149" fmla="*/ 31508 h 1686974"/>
                <a:gd name="connsiteX150" fmla="*/ 985651 w 1292919"/>
                <a:gd name="connsiteY150" fmla="*/ 41168 h 1686974"/>
                <a:gd name="connsiteX151" fmla="*/ 988523 w 1292919"/>
                <a:gd name="connsiteY151" fmla="*/ 71355 h 1686974"/>
                <a:gd name="connsiteX152" fmla="*/ 972076 w 1292919"/>
                <a:gd name="connsiteY152" fmla="*/ 89149 h 1686974"/>
                <a:gd name="connsiteX153" fmla="*/ 914016 w 1292919"/>
                <a:gd name="connsiteY153" fmla="*/ 120925 h 1686974"/>
                <a:gd name="connsiteX154" fmla="*/ 913228 w 1292919"/>
                <a:gd name="connsiteY154" fmla="*/ 128894 h 1686974"/>
                <a:gd name="connsiteX155" fmla="*/ 930336 w 1292919"/>
                <a:gd name="connsiteY155" fmla="*/ 128360 h 1686974"/>
                <a:gd name="connsiteX156" fmla="*/ 941775 w 1292919"/>
                <a:gd name="connsiteY156" fmla="*/ 165220 h 1686974"/>
                <a:gd name="connsiteX157" fmla="*/ 933692 w 1292919"/>
                <a:gd name="connsiteY157" fmla="*/ 196856 h 1686974"/>
                <a:gd name="connsiteX158" fmla="*/ 948296 w 1292919"/>
                <a:gd name="connsiteY158" fmla="*/ 230703 h 1686974"/>
                <a:gd name="connsiteX159" fmla="*/ 936043 w 1292919"/>
                <a:gd name="connsiteY159" fmla="*/ 246769 h 1686974"/>
                <a:gd name="connsiteX160" fmla="*/ 932116 w 1292919"/>
                <a:gd name="connsiteY160" fmla="*/ 273701 h 1686974"/>
                <a:gd name="connsiteX161" fmla="*/ 900340 w 1292919"/>
                <a:gd name="connsiteY161" fmla="*/ 310180 h 1686974"/>
                <a:gd name="connsiteX162" fmla="*/ 916126 w 1292919"/>
                <a:gd name="connsiteY162" fmla="*/ 314349 h 1686974"/>
                <a:gd name="connsiteX163" fmla="*/ 961285 w 1292919"/>
                <a:gd name="connsiteY163" fmla="*/ 319331 h 1686974"/>
                <a:gd name="connsiteX164" fmla="*/ 973996 w 1292919"/>
                <a:gd name="connsiteY164" fmla="*/ 303901 h 1686974"/>
                <a:gd name="connsiteX165" fmla="*/ 987557 w 1292919"/>
                <a:gd name="connsiteY165" fmla="*/ 299973 h 1686974"/>
                <a:gd name="connsiteX166" fmla="*/ 1006470 w 1292919"/>
                <a:gd name="connsiteY166" fmla="*/ 317361 h 1686974"/>
                <a:gd name="connsiteX167" fmla="*/ 1041589 w 1292919"/>
                <a:gd name="connsiteY167" fmla="*/ 316713 h 1686974"/>
                <a:gd name="connsiteX168" fmla="*/ 1091031 w 1292919"/>
                <a:gd name="connsiteY168" fmla="*/ 342845 h 1686974"/>
                <a:gd name="connsiteX169" fmla="*/ 1200784 w 1292919"/>
                <a:gd name="connsiteY169" fmla="*/ 327593 h 1686974"/>
                <a:gd name="connsiteX170" fmla="*/ 1214879 w 1292919"/>
                <a:gd name="connsiteY170" fmla="*/ 348234 h 1686974"/>
                <a:gd name="connsiteX171" fmla="*/ 1238508 w 1292919"/>
                <a:gd name="connsiteY171" fmla="*/ 344421 h 1686974"/>
                <a:gd name="connsiteX172" fmla="*/ 1241113 w 1292919"/>
                <a:gd name="connsiteY172" fmla="*/ 361135 h 1686974"/>
                <a:gd name="connsiteX173" fmla="*/ 1250392 w 1292919"/>
                <a:gd name="connsiteY173" fmla="*/ 421915 h 1686974"/>
                <a:gd name="connsiteX174" fmla="*/ 1207177 w 1292919"/>
                <a:gd name="connsiteY174" fmla="*/ 462435 h 1686974"/>
                <a:gd name="connsiteX175" fmla="*/ 1162793 w 1292919"/>
                <a:gd name="connsiteY175" fmla="*/ 423491 h 1686974"/>
                <a:gd name="connsiteX176" fmla="*/ 1133699 w 1292919"/>
                <a:gd name="connsiteY176" fmla="*/ 454720 h 1686974"/>
                <a:gd name="connsiteX177" fmla="*/ 1189942 w 1292919"/>
                <a:gd name="connsiteY177" fmla="*/ 505561 h 1686974"/>
                <a:gd name="connsiteX178" fmla="*/ 1169860 w 1292919"/>
                <a:gd name="connsiteY178" fmla="*/ 535099 h 1686974"/>
                <a:gd name="connsiteX179" fmla="*/ 1169593 w 1292919"/>
                <a:gd name="connsiteY179" fmla="*/ 565159 h 1686974"/>
                <a:gd name="connsiteX180" fmla="*/ 1133839 w 1292919"/>
                <a:gd name="connsiteY180" fmla="*/ 628812 h 1686974"/>
                <a:gd name="connsiteX181" fmla="*/ 1136064 w 1292919"/>
                <a:gd name="connsiteY181" fmla="*/ 643314 h 1686974"/>
                <a:gd name="connsiteX182" fmla="*/ 1109690 w 1292919"/>
                <a:gd name="connsiteY182" fmla="*/ 693647 h 1686974"/>
                <a:gd name="connsiteX183" fmla="*/ 1120125 w 1292919"/>
                <a:gd name="connsiteY183" fmla="*/ 712852 h 1686974"/>
                <a:gd name="connsiteX184" fmla="*/ 1137360 w 1292919"/>
                <a:gd name="connsiteY184" fmla="*/ 761862 h 1686974"/>
                <a:gd name="connsiteX185" fmla="*/ 1128615 w 1292919"/>
                <a:gd name="connsiteY185" fmla="*/ 841212 h 1686974"/>
                <a:gd name="connsiteX186" fmla="*/ 1230132 w 1292919"/>
                <a:gd name="connsiteY186" fmla="*/ 872047 h 1686974"/>
                <a:gd name="connsiteX187" fmla="*/ 1222709 w 1292919"/>
                <a:gd name="connsiteY187" fmla="*/ 911449 h 1686974"/>
                <a:gd name="connsiteX188" fmla="*/ 1230271 w 1292919"/>
                <a:gd name="connsiteY188" fmla="*/ 914321 h 1686974"/>
                <a:gd name="connsiteX189" fmla="*/ 1292920 w 1292919"/>
                <a:gd name="connsiteY189" fmla="*/ 937721 h 1686974"/>
                <a:gd name="connsiteX190" fmla="*/ 1285091 w 1292919"/>
                <a:gd name="connsiteY190" fmla="*/ 982931 h 1686974"/>
                <a:gd name="connsiteX191" fmla="*/ 1286908 w 1292919"/>
                <a:gd name="connsiteY191" fmla="*/ 1039275 h 1686974"/>
                <a:gd name="connsiteX192" fmla="*/ 1236665 w 1292919"/>
                <a:gd name="connsiteY192" fmla="*/ 1066844 h 1686974"/>
                <a:gd name="connsiteX193" fmla="*/ 1221527 w 1292919"/>
                <a:gd name="connsiteY193" fmla="*/ 1041626 h 1686974"/>
                <a:gd name="connsiteX194" fmla="*/ 1190209 w 1292919"/>
                <a:gd name="connsiteY194" fmla="*/ 1041754 h 1686974"/>
                <a:gd name="connsiteX195" fmla="*/ 1189167 w 1292919"/>
                <a:gd name="connsiteY195" fmla="*/ 1082147 h 1686974"/>
                <a:gd name="connsiteX196" fmla="*/ 1155370 w 1292919"/>
                <a:gd name="connsiteY196" fmla="*/ 1097183 h 1686974"/>
                <a:gd name="connsiteX197" fmla="*/ 1170508 w 1292919"/>
                <a:gd name="connsiteY197" fmla="*/ 1230767 h 1686974"/>
                <a:gd name="connsiteX198" fmla="*/ 1126404 w 1292919"/>
                <a:gd name="connsiteY198" fmla="*/ 1267741 h 1686974"/>
                <a:gd name="connsiteX199" fmla="*/ 1089544 w 1292919"/>
                <a:gd name="connsiteY199" fmla="*/ 1253633 h 1686974"/>
                <a:gd name="connsiteX200" fmla="*/ 1047524 w 1292919"/>
                <a:gd name="connsiteY200" fmla="*/ 1319497 h 1686974"/>
                <a:gd name="connsiteX201" fmla="*/ 997954 w 1292919"/>
                <a:gd name="connsiteY201" fmla="*/ 1347853 h 1686974"/>
                <a:gd name="connsiteX202" fmla="*/ 964539 w 1292919"/>
                <a:gd name="connsiteY202" fmla="*/ 1369715 h 1686974"/>
                <a:gd name="connsiteX203" fmla="*/ 946402 w 1292919"/>
                <a:gd name="connsiteY203" fmla="*/ 1400436 h 1686974"/>
                <a:gd name="connsiteX204" fmla="*/ 912733 w 1292919"/>
                <a:gd name="connsiteY204" fmla="*/ 1413235 h 1686974"/>
                <a:gd name="connsiteX205" fmla="*/ 900454 w 1292919"/>
                <a:gd name="connsiteY205" fmla="*/ 1380048 h 1686974"/>
                <a:gd name="connsiteX206" fmla="*/ 862616 w 1292919"/>
                <a:gd name="connsiteY206" fmla="*/ 1406193 h 1686974"/>
                <a:gd name="connsiteX207" fmla="*/ 808064 w 1292919"/>
                <a:gd name="connsiteY207" fmla="*/ 1442138 h 1686974"/>
                <a:gd name="connsiteX208" fmla="*/ 793714 w 1292919"/>
                <a:gd name="connsiteY208" fmla="*/ 1487094 h 1686974"/>
                <a:gd name="connsiteX209" fmla="*/ 737332 w 1292919"/>
                <a:gd name="connsiteY209" fmla="*/ 1518869 h 1686974"/>
                <a:gd name="connsiteX210" fmla="*/ 724278 w 1292919"/>
                <a:gd name="connsiteY210" fmla="*/ 1543845 h 1686974"/>
                <a:gd name="connsiteX211" fmla="*/ 639209 w 1292919"/>
                <a:gd name="connsiteY211" fmla="*/ 1543845 h 1686974"/>
                <a:gd name="connsiteX212" fmla="*/ 591177 w 1292919"/>
                <a:gd name="connsiteY212" fmla="*/ 1577819 h 1686974"/>
                <a:gd name="connsiteX213" fmla="*/ 573573 w 1292919"/>
                <a:gd name="connsiteY213" fmla="*/ 1609595 h 1686974"/>
                <a:gd name="connsiteX214" fmla="*/ 556593 w 1292919"/>
                <a:gd name="connsiteY214" fmla="*/ 1640315 h 1686974"/>
                <a:gd name="connsiteX215" fmla="*/ 546018 w 1292919"/>
                <a:gd name="connsiteY215" fmla="*/ 1659520 h 1686974"/>
                <a:gd name="connsiteX216" fmla="*/ 476467 w 1292919"/>
                <a:gd name="connsiteY216" fmla="*/ 1686974 h 1686974"/>
                <a:gd name="connsiteX217" fmla="*/ 468511 w 1292919"/>
                <a:gd name="connsiteY217" fmla="*/ 1609200 h 1686974"/>
                <a:gd name="connsiteX218" fmla="*/ 479086 w 1292919"/>
                <a:gd name="connsiteY218" fmla="*/ 1577959 h 1686974"/>
                <a:gd name="connsiteX219" fmla="*/ 444883 w 1292919"/>
                <a:gd name="connsiteY219" fmla="*/ 1535354 h 1686974"/>
                <a:gd name="connsiteX220" fmla="*/ 439938 w 1292919"/>
                <a:gd name="connsiteY220" fmla="*/ 1524907 h 1686974"/>
                <a:gd name="connsiteX221" fmla="*/ 431829 w 1292919"/>
                <a:gd name="connsiteY221" fmla="*/ 1513925 h 1686974"/>
                <a:gd name="connsiteX222" fmla="*/ 437968 w 1292919"/>
                <a:gd name="connsiteY222" fmla="*/ 1501774 h 1686974"/>
                <a:gd name="connsiteX223" fmla="*/ 426758 w 1292919"/>
                <a:gd name="connsiteY223" fmla="*/ 1497580 h 1686974"/>
                <a:gd name="connsiteX224" fmla="*/ 413565 w 1292919"/>
                <a:gd name="connsiteY224" fmla="*/ 1492877 h 1686974"/>
                <a:gd name="connsiteX225" fmla="*/ 375434 w 1292919"/>
                <a:gd name="connsiteY225" fmla="*/ 1474307 h 1686974"/>
                <a:gd name="connsiteX226" fmla="*/ 328978 w 1292919"/>
                <a:gd name="connsiteY226" fmla="*/ 1461902 h 1686974"/>
                <a:gd name="connsiteX227" fmla="*/ 313179 w 1292919"/>
                <a:gd name="connsiteY227" fmla="*/ 1482556 h 1686974"/>
                <a:gd name="connsiteX228" fmla="*/ 296224 w 1292919"/>
                <a:gd name="connsiteY228" fmla="*/ 1477981 h 1686974"/>
                <a:gd name="connsiteX229" fmla="*/ 300800 w 1292919"/>
                <a:gd name="connsiteY229" fmla="*/ 1441769 h 1686974"/>
                <a:gd name="connsiteX230" fmla="*/ 281734 w 1292919"/>
                <a:gd name="connsiteY230" fmla="*/ 1433419 h 1686974"/>
                <a:gd name="connsiteX231" fmla="*/ 267512 w 1292919"/>
                <a:gd name="connsiteY231" fmla="*/ 1463211 h 1686974"/>
                <a:gd name="connsiteX232" fmla="*/ 218844 w 1292919"/>
                <a:gd name="connsiteY232" fmla="*/ 1520598 h 1686974"/>
                <a:gd name="connsiteX233" fmla="*/ 198228 w 1292919"/>
                <a:gd name="connsiteY233" fmla="*/ 1519136 h 1686974"/>
                <a:gd name="connsiteX234" fmla="*/ 181387 w 1292919"/>
                <a:gd name="connsiteY234" fmla="*/ 1482556 h 1686974"/>
                <a:gd name="connsiteX235" fmla="*/ 166783 w 1292919"/>
                <a:gd name="connsiteY235" fmla="*/ 1484907 h 1686974"/>
                <a:gd name="connsiteX236" fmla="*/ 161699 w 1292919"/>
                <a:gd name="connsiteY236" fmla="*/ 1462830 h 1686974"/>
                <a:gd name="connsiteX237" fmla="*/ 149955 w 1292919"/>
                <a:gd name="connsiteY237" fmla="*/ 1463732 h 1686974"/>
                <a:gd name="connsiteX238" fmla="*/ 125564 w 1292919"/>
                <a:gd name="connsiteY238" fmla="*/ 1422297 h 1686974"/>
                <a:gd name="connsiteX239" fmla="*/ 149447 w 1292919"/>
                <a:gd name="connsiteY239" fmla="*/ 1377201 h 1686974"/>
                <a:gd name="connsiteX240" fmla="*/ 166389 w 1292919"/>
                <a:gd name="connsiteY240" fmla="*/ 1387675 h 1686974"/>
                <a:gd name="connsiteX241" fmla="*/ 204901 w 1292919"/>
                <a:gd name="connsiteY241" fmla="*/ 1377507 h 1686974"/>
                <a:gd name="connsiteX242" fmla="*/ 214548 w 1292919"/>
                <a:gd name="connsiteY242" fmla="*/ 1378561 h 1686974"/>
                <a:gd name="connsiteX243" fmla="*/ 216251 w 1292919"/>
                <a:gd name="connsiteY243" fmla="*/ 1392161 h 1686974"/>
                <a:gd name="connsiteX244" fmla="*/ 222772 w 1292919"/>
                <a:gd name="connsiteY244" fmla="*/ 1393992 h 1686974"/>
                <a:gd name="connsiteX245" fmla="*/ 219759 w 1292919"/>
                <a:gd name="connsiteY245" fmla="*/ 1406409 h 1686974"/>
                <a:gd name="connsiteX246" fmla="*/ 225110 w 1292919"/>
                <a:gd name="connsiteY246" fmla="*/ 1409930 h 1686974"/>
                <a:gd name="connsiteX247" fmla="*/ 229826 w 1292919"/>
                <a:gd name="connsiteY247" fmla="*/ 1412282 h 1686974"/>
                <a:gd name="connsiteX248" fmla="*/ 235825 w 1292919"/>
                <a:gd name="connsiteY248" fmla="*/ 1398033 h 1686974"/>
                <a:gd name="connsiteX249" fmla="*/ 233474 w 1292919"/>
                <a:gd name="connsiteY249" fmla="*/ 1392161 h 1686974"/>
                <a:gd name="connsiteX250" fmla="*/ 237910 w 1292919"/>
                <a:gd name="connsiteY250" fmla="*/ 1379603 h 1686974"/>
                <a:gd name="connsiteX251" fmla="*/ 240795 w 1292919"/>
                <a:gd name="connsiteY251" fmla="*/ 1376464 h 1686974"/>
                <a:gd name="connsiteX252" fmla="*/ 280069 w 1292919"/>
                <a:gd name="connsiteY252" fmla="*/ 1331254 h 1686974"/>
                <a:gd name="connsiteX253" fmla="*/ 289462 w 1292919"/>
                <a:gd name="connsiteY253" fmla="*/ 1329157 h 1686974"/>
                <a:gd name="connsiteX254" fmla="*/ 294165 w 1292919"/>
                <a:gd name="connsiteY254" fmla="*/ 1326017 h 1686974"/>
                <a:gd name="connsiteX255" fmla="*/ 310981 w 1292919"/>
                <a:gd name="connsiteY255" fmla="*/ 1318175 h 1686974"/>
                <a:gd name="connsiteX256" fmla="*/ 302249 w 1292919"/>
                <a:gd name="connsiteY256" fmla="*/ 1290467 h 1686974"/>
                <a:gd name="connsiteX257" fmla="*/ 278099 w 1292919"/>
                <a:gd name="connsiteY257" fmla="*/ 1313472 h 1686974"/>
                <a:gd name="connsiteX258" fmla="*/ 248345 w 1292919"/>
                <a:gd name="connsiteY258" fmla="*/ 1293136 h 1686974"/>
                <a:gd name="connsiteX259" fmla="*/ 234770 w 1292919"/>
                <a:gd name="connsiteY259" fmla="*/ 1273270 h 1686974"/>
                <a:gd name="connsiteX260" fmla="*/ 232228 w 1292919"/>
                <a:gd name="connsiteY260" fmla="*/ 1267385 h 1686974"/>
                <a:gd name="connsiteX261" fmla="*/ 209350 w 1292919"/>
                <a:gd name="connsiteY261" fmla="*/ 1255883 h 1686974"/>
                <a:gd name="connsiteX262" fmla="*/ 188073 w 1292919"/>
                <a:gd name="connsiteY262" fmla="*/ 1255488 h 1686974"/>
                <a:gd name="connsiteX263" fmla="*/ 184679 w 1292919"/>
                <a:gd name="connsiteY263" fmla="*/ 1261373 h 1686974"/>
                <a:gd name="connsiteX264" fmla="*/ 172427 w 1292919"/>
                <a:gd name="connsiteY264" fmla="*/ 1275494 h 1686974"/>
                <a:gd name="connsiteX265" fmla="*/ 163288 w 1292919"/>
                <a:gd name="connsiteY265" fmla="*/ 1272749 h 1686974"/>
                <a:gd name="connsiteX266" fmla="*/ 153488 w 1292919"/>
                <a:gd name="connsiteY266" fmla="*/ 1269737 h 1686974"/>
                <a:gd name="connsiteX267" fmla="*/ 144108 w 1292919"/>
                <a:gd name="connsiteY267" fmla="*/ 1249870 h 1686974"/>
                <a:gd name="connsiteX268" fmla="*/ 130267 w 1292919"/>
                <a:gd name="connsiteY268" fmla="*/ 1244507 h 1686974"/>
                <a:gd name="connsiteX269" fmla="*/ 126454 w 1292919"/>
                <a:gd name="connsiteY269" fmla="*/ 1257979 h 1686974"/>
                <a:gd name="connsiteX270" fmla="*/ 128131 w 1292919"/>
                <a:gd name="connsiteY270" fmla="*/ 1266457 h 1686974"/>
                <a:gd name="connsiteX271" fmla="*/ 99686 w 1292919"/>
                <a:gd name="connsiteY271" fmla="*/ 1278761 h 1686974"/>
                <a:gd name="connsiteX272" fmla="*/ 90420 w 1292919"/>
                <a:gd name="connsiteY272" fmla="*/ 1275088 h 1686974"/>
                <a:gd name="connsiteX273" fmla="*/ 99559 w 1292919"/>
                <a:gd name="connsiteY273" fmla="*/ 1250786 h 1686974"/>
                <a:gd name="connsiteX274" fmla="*/ 103613 w 1292919"/>
                <a:gd name="connsiteY274" fmla="*/ 1223204 h 1686974"/>
                <a:gd name="connsiteX275" fmla="*/ 98263 w 1292919"/>
                <a:gd name="connsiteY275" fmla="*/ 1202156 h 1686974"/>
                <a:gd name="connsiteX276" fmla="*/ 108685 w 1292919"/>
                <a:gd name="connsiteY276" fmla="*/ 1178515 h 1686974"/>
                <a:gd name="connsiteX277" fmla="*/ 97093 w 1292919"/>
                <a:gd name="connsiteY277" fmla="*/ 1087282 h 1686974"/>
                <a:gd name="connsiteX278" fmla="*/ 109867 w 1292919"/>
                <a:gd name="connsiteY278" fmla="*/ 1068458 h 1686974"/>
                <a:gd name="connsiteX279" fmla="*/ 112485 w 1292919"/>
                <a:gd name="connsiteY279" fmla="*/ 1058379 h 1686974"/>
                <a:gd name="connsiteX280" fmla="*/ 140549 w 1292919"/>
                <a:gd name="connsiteY280" fmla="*/ 1057476 h 1686974"/>
                <a:gd name="connsiteX281" fmla="*/ 160377 w 1292919"/>
                <a:gd name="connsiteY281" fmla="*/ 1022193 h 1686974"/>
                <a:gd name="connsiteX282" fmla="*/ 193424 w 1292919"/>
                <a:gd name="connsiteY282" fmla="*/ 1020756 h 1686974"/>
                <a:gd name="connsiteX283" fmla="*/ 205422 w 1292919"/>
                <a:gd name="connsiteY283" fmla="*/ 1032780 h 1686974"/>
                <a:gd name="connsiteX284" fmla="*/ 212871 w 1292919"/>
                <a:gd name="connsiteY284" fmla="*/ 1036822 h 1686974"/>
                <a:gd name="connsiteX285" fmla="*/ 242752 w 1292919"/>
                <a:gd name="connsiteY285" fmla="*/ 1021265 h 1686974"/>
                <a:gd name="connsiteX286" fmla="*/ 250721 w 1292919"/>
                <a:gd name="connsiteY286" fmla="*/ 983769 h 1686974"/>
                <a:gd name="connsiteX287" fmla="*/ 235965 w 1292919"/>
                <a:gd name="connsiteY287" fmla="*/ 974097 h 1686974"/>
                <a:gd name="connsiteX288" fmla="*/ 261932 w 1292919"/>
                <a:gd name="connsiteY288" fmla="*/ 943390 h 1686974"/>
                <a:gd name="connsiteX289" fmla="*/ 277349 w 1292919"/>
                <a:gd name="connsiteY289" fmla="*/ 931086 h 1686974"/>
                <a:gd name="connsiteX290" fmla="*/ 295601 w 1292919"/>
                <a:gd name="connsiteY290" fmla="*/ 905081 h 1686974"/>
                <a:gd name="connsiteX291" fmla="*/ 293263 w 1292919"/>
                <a:gd name="connsiteY291" fmla="*/ 897226 h 1686974"/>
                <a:gd name="connsiteX292" fmla="*/ 305007 w 1292919"/>
                <a:gd name="connsiteY292" fmla="*/ 880118 h 1686974"/>
                <a:gd name="connsiteX293" fmla="*/ 349124 w 1292919"/>
                <a:gd name="connsiteY293" fmla="*/ 833967 h 1686974"/>
                <a:gd name="connsiteX294" fmla="*/ 357589 w 1292919"/>
                <a:gd name="connsiteY294" fmla="*/ 839992 h 1686974"/>
                <a:gd name="connsiteX295" fmla="*/ 382018 w 1292919"/>
                <a:gd name="connsiteY295" fmla="*/ 813059 h 1686974"/>
                <a:gd name="connsiteX296" fmla="*/ 383963 w 1292919"/>
                <a:gd name="connsiteY296" fmla="*/ 802471 h 1686974"/>
                <a:gd name="connsiteX297" fmla="*/ 394398 w 1292919"/>
                <a:gd name="connsiteY297" fmla="*/ 770454 h 1686974"/>
                <a:gd name="connsiteX298" fmla="*/ 372790 w 1292919"/>
                <a:gd name="connsiteY298" fmla="*/ 744564 h 1686974"/>
                <a:gd name="connsiteX299" fmla="*/ 354386 w 1292919"/>
                <a:gd name="connsiteY299" fmla="*/ 751109 h 1686974"/>
                <a:gd name="connsiteX300" fmla="*/ 331508 w 1292919"/>
                <a:gd name="connsiteY300" fmla="*/ 746140 h 1686974"/>
                <a:gd name="connsiteX301" fmla="*/ 339604 w 1292919"/>
                <a:gd name="connsiteY301" fmla="*/ 717783 h 1686974"/>
                <a:gd name="connsiteX302" fmla="*/ 369486 w 1292919"/>
                <a:gd name="connsiteY302" fmla="*/ 704056 h 1686974"/>
                <a:gd name="connsiteX303" fmla="*/ 390102 w 1292919"/>
                <a:gd name="connsiteY303" fmla="*/ 662227 h 1686974"/>
                <a:gd name="connsiteX304" fmla="*/ 430177 w 1292919"/>
                <a:gd name="connsiteY304" fmla="*/ 636616 h 1686974"/>
                <a:gd name="connsiteX305" fmla="*/ 443345 w 1292919"/>
                <a:gd name="connsiteY305" fmla="*/ 591253 h 1686974"/>
                <a:gd name="connsiteX306" fmla="*/ 430304 w 1292919"/>
                <a:gd name="connsiteY306" fmla="*/ 549818 h 1686974"/>
                <a:gd name="connsiteX307" fmla="*/ 444654 w 1292919"/>
                <a:gd name="connsiteY307" fmla="*/ 523292 h 1686974"/>
                <a:gd name="connsiteX308" fmla="*/ 472972 w 1292919"/>
                <a:gd name="connsiteY308" fmla="*/ 539230 h 1686974"/>
                <a:gd name="connsiteX309" fmla="*/ 500235 w 1292919"/>
                <a:gd name="connsiteY309" fmla="*/ 516886 h 1686974"/>
                <a:gd name="connsiteX310" fmla="*/ 485746 w 1292919"/>
                <a:gd name="connsiteY310" fmla="*/ 486356 h 1686974"/>
                <a:gd name="connsiteX311" fmla="*/ 460567 w 1292919"/>
                <a:gd name="connsiteY311" fmla="*/ 452381 h 1686974"/>
                <a:gd name="connsiteX312" fmla="*/ 478971 w 1292919"/>
                <a:gd name="connsiteY312" fmla="*/ 407031 h 1686974"/>
                <a:gd name="connsiteX313" fmla="*/ 494224 w 1292919"/>
                <a:gd name="connsiteY313" fmla="*/ 388602 h 1686974"/>
                <a:gd name="connsiteX314" fmla="*/ 490690 w 1292919"/>
                <a:gd name="connsiteY314" fmla="*/ 383886 h 1686974"/>
                <a:gd name="connsiteX315" fmla="*/ 463414 w 1292919"/>
                <a:gd name="connsiteY315" fmla="*/ 347293 h 1686974"/>
                <a:gd name="connsiteX316" fmla="*/ 439671 w 1292919"/>
                <a:gd name="connsiteY316" fmla="*/ 356318 h 1686974"/>
                <a:gd name="connsiteX317" fmla="*/ 452852 w 1292919"/>
                <a:gd name="connsiteY317" fmla="*/ 404540 h 1686974"/>
                <a:gd name="connsiteX318" fmla="*/ 433138 w 1292919"/>
                <a:gd name="connsiteY318" fmla="*/ 410158 h 1686974"/>
                <a:gd name="connsiteX319" fmla="*/ 391767 w 1292919"/>
                <a:gd name="connsiteY319" fmla="*/ 339858 h 1686974"/>
                <a:gd name="connsiteX320" fmla="*/ 365940 w 1292919"/>
                <a:gd name="connsiteY320" fmla="*/ 330681 h 1686974"/>
                <a:gd name="connsiteX321" fmla="*/ 359927 w 1292919"/>
                <a:gd name="connsiteY321" fmla="*/ 291216 h 1686974"/>
                <a:gd name="connsiteX322" fmla="*/ 366194 w 1292919"/>
                <a:gd name="connsiteY322" fmla="*/ 292004 h 1686974"/>
                <a:gd name="connsiteX323" fmla="*/ 370375 w 1292919"/>
                <a:gd name="connsiteY323" fmla="*/ 284937 h 1686974"/>
                <a:gd name="connsiteX324" fmla="*/ 371545 w 1292919"/>
                <a:gd name="connsiteY324" fmla="*/ 277235 h 1686974"/>
                <a:gd name="connsiteX325" fmla="*/ 385246 w 1292919"/>
                <a:gd name="connsiteY325" fmla="*/ 271617 h 1686974"/>
                <a:gd name="connsiteX326" fmla="*/ 200592 w 1292919"/>
                <a:gd name="connsiteY326" fmla="*/ 691422 h 1686974"/>
                <a:gd name="connsiteX327" fmla="*/ 212604 w 1292919"/>
                <a:gd name="connsiteY327" fmla="*/ 681890 h 1686974"/>
                <a:gd name="connsiteX328" fmla="*/ 234656 w 1292919"/>
                <a:gd name="connsiteY328" fmla="*/ 715610 h 1686974"/>
                <a:gd name="connsiteX329" fmla="*/ 244430 w 1292919"/>
                <a:gd name="connsiteY329" fmla="*/ 724621 h 1686974"/>
                <a:gd name="connsiteX330" fmla="*/ 253975 w 1292919"/>
                <a:gd name="connsiteY330" fmla="*/ 732463 h 1686974"/>
                <a:gd name="connsiteX331" fmla="*/ 273422 w 1292919"/>
                <a:gd name="connsiteY331" fmla="*/ 755990 h 1686974"/>
                <a:gd name="connsiteX332" fmla="*/ 241303 w 1292919"/>
                <a:gd name="connsiteY332" fmla="*/ 806183 h 1686974"/>
                <a:gd name="connsiteX333" fmla="*/ 235825 w 1292919"/>
                <a:gd name="connsiteY333" fmla="*/ 814152 h 1686974"/>
                <a:gd name="connsiteX334" fmla="*/ 240134 w 1292919"/>
                <a:gd name="connsiteY334" fmla="*/ 820431 h 1686974"/>
                <a:gd name="connsiteX335" fmla="*/ 232177 w 1292919"/>
                <a:gd name="connsiteY335" fmla="*/ 831145 h 1686974"/>
                <a:gd name="connsiteX336" fmla="*/ 210888 w 1292919"/>
                <a:gd name="connsiteY336" fmla="*/ 824994 h 1686974"/>
                <a:gd name="connsiteX337" fmla="*/ 184539 w 1292919"/>
                <a:gd name="connsiteY337" fmla="*/ 806831 h 1686974"/>
                <a:gd name="connsiteX338" fmla="*/ 162932 w 1292919"/>
                <a:gd name="connsiteY338" fmla="*/ 797807 h 1686974"/>
                <a:gd name="connsiteX339" fmla="*/ 140613 w 1292919"/>
                <a:gd name="connsiteY339" fmla="*/ 804085 h 1686974"/>
                <a:gd name="connsiteX340" fmla="*/ 128208 w 1292919"/>
                <a:gd name="connsiteY340" fmla="*/ 820024 h 1686974"/>
                <a:gd name="connsiteX341" fmla="*/ 117646 w 1292919"/>
                <a:gd name="connsiteY341" fmla="*/ 822655 h 1686974"/>
                <a:gd name="connsiteX342" fmla="*/ 90763 w 1292919"/>
                <a:gd name="connsiteY342" fmla="*/ 826570 h 1686974"/>
                <a:gd name="connsiteX343" fmla="*/ 80062 w 1292919"/>
                <a:gd name="connsiteY343" fmla="*/ 815321 h 1686974"/>
                <a:gd name="connsiteX344" fmla="*/ 92073 w 1292919"/>
                <a:gd name="connsiteY344" fmla="*/ 796256 h 1686974"/>
                <a:gd name="connsiteX345" fmla="*/ 137346 w 1292919"/>
                <a:gd name="connsiteY345" fmla="*/ 789901 h 1686974"/>
                <a:gd name="connsiteX346" fmla="*/ 165144 w 1292919"/>
                <a:gd name="connsiteY346" fmla="*/ 745212 h 1686974"/>
                <a:gd name="connsiteX347" fmla="*/ 181845 w 1292919"/>
                <a:gd name="connsiteY347" fmla="*/ 721062 h 1686974"/>
                <a:gd name="connsiteX348" fmla="*/ 237122 w 1292919"/>
                <a:gd name="connsiteY348" fmla="*/ 652478 h 1686974"/>
                <a:gd name="connsiteX349" fmla="*/ 215069 w 1292919"/>
                <a:gd name="connsiteY349" fmla="*/ 648665 h 1686974"/>
                <a:gd name="connsiteX350" fmla="*/ 194326 w 1292919"/>
                <a:gd name="connsiteY350" fmla="*/ 669192 h 1686974"/>
                <a:gd name="connsiteX351" fmla="*/ 157912 w 1292919"/>
                <a:gd name="connsiteY351" fmla="*/ 685398 h 1686974"/>
                <a:gd name="connsiteX352" fmla="*/ 141871 w 1292919"/>
                <a:gd name="connsiteY352" fmla="*/ 673501 h 1686974"/>
                <a:gd name="connsiteX353" fmla="*/ 135605 w 1292919"/>
                <a:gd name="connsiteY353" fmla="*/ 668010 h 1686974"/>
                <a:gd name="connsiteX354" fmla="*/ 102317 w 1292919"/>
                <a:gd name="connsiteY354" fmla="*/ 656113 h 1686974"/>
                <a:gd name="connsiteX355" fmla="*/ 72702 w 1292919"/>
                <a:gd name="connsiteY355" fmla="*/ 629206 h 1686974"/>
                <a:gd name="connsiteX356" fmla="*/ 61861 w 1292919"/>
                <a:gd name="connsiteY356" fmla="*/ 639527 h 1686974"/>
                <a:gd name="connsiteX357" fmla="*/ 53116 w 1292919"/>
                <a:gd name="connsiteY357" fmla="*/ 629727 h 1686974"/>
                <a:gd name="connsiteX358" fmla="*/ 74266 w 1292919"/>
                <a:gd name="connsiteY358" fmla="*/ 602794 h 1686974"/>
                <a:gd name="connsiteX359" fmla="*/ 59395 w 1292919"/>
                <a:gd name="connsiteY359" fmla="*/ 596922 h 1686974"/>
                <a:gd name="connsiteX360" fmla="*/ 39821 w 1292919"/>
                <a:gd name="connsiteY360" fmla="*/ 577691 h 1686974"/>
                <a:gd name="connsiteX361" fmla="*/ 92530 w 1292919"/>
                <a:gd name="connsiteY361" fmla="*/ 523711 h 1686974"/>
                <a:gd name="connsiteX362" fmla="*/ 123200 w 1292919"/>
                <a:gd name="connsiteY362" fmla="*/ 494046 h 1686974"/>
                <a:gd name="connsiteX363" fmla="*/ 132987 w 1292919"/>
                <a:gd name="connsiteY363" fmla="*/ 485949 h 1686974"/>
                <a:gd name="connsiteX364" fmla="*/ 144731 w 1292919"/>
                <a:gd name="connsiteY364" fmla="*/ 484106 h 1686974"/>
                <a:gd name="connsiteX365" fmla="*/ 171613 w 1292919"/>
                <a:gd name="connsiteY365" fmla="*/ 471955 h 1686974"/>
                <a:gd name="connsiteX366" fmla="*/ 201774 w 1292919"/>
                <a:gd name="connsiteY366" fmla="*/ 439150 h 1686974"/>
                <a:gd name="connsiteX367" fmla="*/ 216251 w 1292919"/>
                <a:gd name="connsiteY367" fmla="*/ 426872 h 1686974"/>
                <a:gd name="connsiteX368" fmla="*/ 226953 w 1292919"/>
                <a:gd name="connsiteY368" fmla="*/ 423860 h 1686974"/>
                <a:gd name="connsiteX369" fmla="*/ 229826 w 1292919"/>
                <a:gd name="connsiteY369" fmla="*/ 416806 h 1686974"/>
                <a:gd name="connsiteX370" fmla="*/ 239219 w 1292919"/>
                <a:gd name="connsiteY370" fmla="*/ 411048 h 1686974"/>
                <a:gd name="connsiteX371" fmla="*/ 248751 w 1292919"/>
                <a:gd name="connsiteY371" fmla="*/ 405036 h 1686974"/>
                <a:gd name="connsiteX372" fmla="*/ 257229 w 1292919"/>
                <a:gd name="connsiteY372" fmla="*/ 391182 h 1686974"/>
                <a:gd name="connsiteX373" fmla="*/ 294673 w 1292919"/>
                <a:gd name="connsiteY373" fmla="*/ 345946 h 1686974"/>
                <a:gd name="connsiteX374" fmla="*/ 334749 w 1292919"/>
                <a:gd name="connsiteY374" fmla="*/ 366600 h 1686974"/>
                <a:gd name="connsiteX375" fmla="*/ 355365 w 1292919"/>
                <a:gd name="connsiteY375" fmla="*/ 394054 h 1686974"/>
                <a:gd name="connsiteX376" fmla="*/ 347535 w 1292919"/>
                <a:gd name="connsiteY376" fmla="*/ 421369 h 1686974"/>
                <a:gd name="connsiteX377" fmla="*/ 373629 w 1292919"/>
                <a:gd name="connsiteY377" fmla="*/ 446077 h 1686974"/>
                <a:gd name="connsiteX378" fmla="*/ 351577 w 1292919"/>
                <a:gd name="connsiteY378" fmla="*/ 466096 h 1686974"/>
                <a:gd name="connsiteX379" fmla="*/ 327428 w 1292919"/>
                <a:gd name="connsiteY379" fmla="*/ 503210 h 1686974"/>
                <a:gd name="connsiteX380" fmla="*/ 322610 w 1292919"/>
                <a:gd name="connsiteY380" fmla="*/ 535214 h 1686974"/>
                <a:gd name="connsiteX381" fmla="*/ 326665 w 1292919"/>
                <a:gd name="connsiteY381" fmla="*/ 576395 h 1686974"/>
                <a:gd name="connsiteX382" fmla="*/ 375599 w 1292919"/>
                <a:gd name="connsiteY382" fmla="*/ 589461 h 1686974"/>
                <a:gd name="connsiteX383" fmla="*/ 364160 w 1292919"/>
                <a:gd name="connsiteY383" fmla="*/ 611818 h 1686974"/>
                <a:gd name="connsiteX384" fmla="*/ 354500 w 1292919"/>
                <a:gd name="connsiteY384" fmla="*/ 618478 h 1686974"/>
                <a:gd name="connsiteX385" fmla="*/ 345501 w 1292919"/>
                <a:gd name="connsiteY385" fmla="*/ 648030 h 1686974"/>
                <a:gd name="connsiteX386" fmla="*/ 333236 w 1292919"/>
                <a:gd name="connsiteY386" fmla="*/ 667095 h 1686974"/>
                <a:gd name="connsiteX387" fmla="*/ 322000 w 1292919"/>
                <a:gd name="connsiteY387" fmla="*/ 655656 h 1686974"/>
                <a:gd name="connsiteX388" fmla="*/ 263686 w 1292919"/>
                <a:gd name="connsiteY388" fmla="*/ 677606 h 168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Lst>
              <a:rect l="l" t="t" r="r" b="b"/>
              <a:pathLst>
                <a:path w="1292919" h="1686974">
                  <a:moveTo>
                    <a:pt x="995603" y="217014"/>
                  </a:moveTo>
                  <a:lnTo>
                    <a:pt x="995476" y="223801"/>
                  </a:lnTo>
                  <a:lnTo>
                    <a:pt x="963624" y="238710"/>
                  </a:lnTo>
                  <a:lnTo>
                    <a:pt x="959442" y="228911"/>
                  </a:lnTo>
                  <a:lnTo>
                    <a:pt x="961400" y="214790"/>
                  </a:lnTo>
                  <a:lnTo>
                    <a:pt x="987240" y="192572"/>
                  </a:lnTo>
                  <a:lnTo>
                    <a:pt x="997154" y="198444"/>
                  </a:lnTo>
                  <a:close/>
                  <a:moveTo>
                    <a:pt x="751427" y="269126"/>
                  </a:moveTo>
                  <a:lnTo>
                    <a:pt x="759269" y="303354"/>
                  </a:lnTo>
                  <a:lnTo>
                    <a:pt x="769832" y="306901"/>
                  </a:lnTo>
                  <a:lnTo>
                    <a:pt x="799586" y="285852"/>
                  </a:lnTo>
                  <a:lnTo>
                    <a:pt x="795011" y="260101"/>
                  </a:lnTo>
                  <a:close/>
                  <a:moveTo>
                    <a:pt x="702239" y="924858"/>
                  </a:moveTo>
                  <a:lnTo>
                    <a:pt x="713449" y="926561"/>
                  </a:lnTo>
                  <a:lnTo>
                    <a:pt x="718165" y="934276"/>
                  </a:lnTo>
                  <a:lnTo>
                    <a:pt x="726376" y="926561"/>
                  </a:lnTo>
                  <a:lnTo>
                    <a:pt x="730557" y="928391"/>
                  </a:lnTo>
                  <a:lnTo>
                    <a:pt x="725473" y="933996"/>
                  </a:lnTo>
                  <a:lnTo>
                    <a:pt x="725219" y="943173"/>
                  </a:lnTo>
                  <a:lnTo>
                    <a:pt x="719347" y="945245"/>
                  </a:lnTo>
                  <a:lnTo>
                    <a:pt x="715165" y="952566"/>
                  </a:lnTo>
                  <a:lnTo>
                    <a:pt x="707539" y="955972"/>
                  </a:lnTo>
                  <a:lnTo>
                    <a:pt x="691105" y="975699"/>
                  </a:lnTo>
                  <a:lnTo>
                    <a:pt x="689910" y="989820"/>
                  </a:lnTo>
                  <a:lnTo>
                    <a:pt x="684572" y="999352"/>
                  </a:lnTo>
                  <a:lnTo>
                    <a:pt x="675675" y="1005250"/>
                  </a:lnTo>
                  <a:lnTo>
                    <a:pt x="681025" y="1011783"/>
                  </a:lnTo>
                  <a:lnTo>
                    <a:pt x="691092" y="1010512"/>
                  </a:lnTo>
                  <a:lnTo>
                    <a:pt x="695248" y="1000344"/>
                  </a:lnTo>
                  <a:lnTo>
                    <a:pt x="705823" y="1004157"/>
                  </a:lnTo>
                  <a:lnTo>
                    <a:pt x="707781" y="1009241"/>
                  </a:lnTo>
                  <a:lnTo>
                    <a:pt x="698121" y="1027811"/>
                  </a:lnTo>
                  <a:lnTo>
                    <a:pt x="703726" y="1045452"/>
                  </a:lnTo>
                  <a:lnTo>
                    <a:pt x="699277" y="1078651"/>
                  </a:lnTo>
                  <a:lnTo>
                    <a:pt x="701641" y="1102801"/>
                  </a:lnTo>
                  <a:lnTo>
                    <a:pt x="698769" y="1120061"/>
                  </a:lnTo>
                  <a:lnTo>
                    <a:pt x="703980" y="1122413"/>
                  </a:lnTo>
                  <a:lnTo>
                    <a:pt x="701120" y="1129480"/>
                  </a:lnTo>
                  <a:lnTo>
                    <a:pt x="708162" y="1148951"/>
                  </a:lnTo>
                  <a:lnTo>
                    <a:pt x="709979" y="1163060"/>
                  </a:lnTo>
                  <a:lnTo>
                    <a:pt x="717682" y="1160187"/>
                  </a:lnTo>
                  <a:lnTo>
                    <a:pt x="724736" y="1167902"/>
                  </a:lnTo>
                  <a:lnTo>
                    <a:pt x="729947" y="1165551"/>
                  </a:lnTo>
                  <a:lnTo>
                    <a:pt x="728257" y="1137055"/>
                  </a:lnTo>
                  <a:lnTo>
                    <a:pt x="727087" y="1106995"/>
                  </a:lnTo>
                  <a:lnTo>
                    <a:pt x="721736" y="1098098"/>
                  </a:lnTo>
                  <a:lnTo>
                    <a:pt x="720567" y="1075093"/>
                  </a:lnTo>
                  <a:lnTo>
                    <a:pt x="714034" y="1067390"/>
                  </a:lnTo>
                  <a:lnTo>
                    <a:pt x="712598" y="1039428"/>
                  </a:lnTo>
                  <a:lnTo>
                    <a:pt x="716411" y="1031319"/>
                  </a:lnTo>
                  <a:lnTo>
                    <a:pt x="714708" y="1023095"/>
                  </a:lnTo>
                  <a:lnTo>
                    <a:pt x="722677" y="1014859"/>
                  </a:lnTo>
                  <a:lnTo>
                    <a:pt x="714059" y="991713"/>
                  </a:lnTo>
                  <a:lnTo>
                    <a:pt x="724761" y="977478"/>
                  </a:lnTo>
                  <a:lnTo>
                    <a:pt x="731803" y="978647"/>
                  </a:lnTo>
                  <a:lnTo>
                    <a:pt x="737675" y="966878"/>
                  </a:lnTo>
                  <a:lnTo>
                    <a:pt x="735984" y="956824"/>
                  </a:lnTo>
                  <a:lnTo>
                    <a:pt x="747195" y="958527"/>
                  </a:lnTo>
                  <a:lnTo>
                    <a:pt x="755431" y="953303"/>
                  </a:lnTo>
                  <a:lnTo>
                    <a:pt x="761684" y="945588"/>
                  </a:lnTo>
                  <a:lnTo>
                    <a:pt x="763655" y="939703"/>
                  </a:lnTo>
                  <a:lnTo>
                    <a:pt x="760248" y="935522"/>
                  </a:lnTo>
                  <a:lnTo>
                    <a:pt x="754262" y="943249"/>
                  </a:lnTo>
                  <a:lnTo>
                    <a:pt x="747729" y="946097"/>
                  </a:lnTo>
                  <a:lnTo>
                    <a:pt x="741844" y="941407"/>
                  </a:lnTo>
                  <a:lnTo>
                    <a:pt x="740039" y="924019"/>
                  </a:lnTo>
                  <a:lnTo>
                    <a:pt x="728790" y="918935"/>
                  </a:lnTo>
                  <a:lnTo>
                    <a:pt x="728663" y="912669"/>
                  </a:lnTo>
                  <a:lnTo>
                    <a:pt x="719766" y="903772"/>
                  </a:lnTo>
                  <a:lnTo>
                    <a:pt x="714682" y="888735"/>
                  </a:lnTo>
                  <a:lnTo>
                    <a:pt x="717682" y="883779"/>
                  </a:lnTo>
                  <a:lnTo>
                    <a:pt x="735705" y="877906"/>
                  </a:lnTo>
                  <a:lnTo>
                    <a:pt x="738247" y="864560"/>
                  </a:lnTo>
                  <a:lnTo>
                    <a:pt x="746483" y="856845"/>
                  </a:lnTo>
                  <a:lnTo>
                    <a:pt x="739696" y="853452"/>
                  </a:lnTo>
                  <a:lnTo>
                    <a:pt x="730163" y="858943"/>
                  </a:lnTo>
                  <a:lnTo>
                    <a:pt x="727036" y="869276"/>
                  </a:lnTo>
                  <a:lnTo>
                    <a:pt x="722855" y="872797"/>
                  </a:lnTo>
                  <a:lnTo>
                    <a:pt x="716334" y="871627"/>
                  </a:lnTo>
                  <a:lnTo>
                    <a:pt x="712280" y="879330"/>
                  </a:lnTo>
                  <a:lnTo>
                    <a:pt x="698057" y="885075"/>
                  </a:lnTo>
                  <a:lnTo>
                    <a:pt x="698057" y="890566"/>
                  </a:lnTo>
                  <a:lnTo>
                    <a:pt x="704578" y="888735"/>
                  </a:lnTo>
                  <a:lnTo>
                    <a:pt x="708111" y="893578"/>
                  </a:lnTo>
                  <a:lnTo>
                    <a:pt x="708238" y="900899"/>
                  </a:lnTo>
                  <a:lnTo>
                    <a:pt x="701591" y="904814"/>
                  </a:lnTo>
                  <a:lnTo>
                    <a:pt x="699887" y="918922"/>
                  </a:lnTo>
                  <a:close/>
                  <a:moveTo>
                    <a:pt x="50383" y="749330"/>
                  </a:moveTo>
                  <a:lnTo>
                    <a:pt x="77265" y="760693"/>
                  </a:lnTo>
                  <a:lnTo>
                    <a:pt x="73224" y="797031"/>
                  </a:lnTo>
                  <a:lnTo>
                    <a:pt x="44778" y="840945"/>
                  </a:lnTo>
                  <a:lnTo>
                    <a:pt x="20120" y="836764"/>
                  </a:lnTo>
                  <a:lnTo>
                    <a:pt x="0" y="807225"/>
                  </a:lnTo>
                  <a:close/>
                  <a:moveTo>
                    <a:pt x="416056" y="247938"/>
                  </a:moveTo>
                  <a:lnTo>
                    <a:pt x="424661" y="236499"/>
                  </a:lnTo>
                  <a:lnTo>
                    <a:pt x="439544" y="227207"/>
                  </a:lnTo>
                  <a:lnTo>
                    <a:pt x="491859" y="255055"/>
                  </a:lnTo>
                  <a:lnTo>
                    <a:pt x="484945" y="286018"/>
                  </a:lnTo>
                  <a:lnTo>
                    <a:pt x="536371" y="342362"/>
                  </a:lnTo>
                  <a:lnTo>
                    <a:pt x="504392" y="372155"/>
                  </a:lnTo>
                  <a:lnTo>
                    <a:pt x="531159" y="389758"/>
                  </a:lnTo>
                  <a:lnTo>
                    <a:pt x="549945" y="367274"/>
                  </a:lnTo>
                  <a:lnTo>
                    <a:pt x="582572" y="381916"/>
                  </a:lnTo>
                  <a:lnTo>
                    <a:pt x="596414" y="431193"/>
                  </a:lnTo>
                  <a:lnTo>
                    <a:pt x="577081" y="451060"/>
                  </a:lnTo>
                  <a:lnTo>
                    <a:pt x="588050" y="468574"/>
                  </a:lnTo>
                  <a:lnTo>
                    <a:pt x="618974" y="445454"/>
                  </a:lnTo>
                  <a:lnTo>
                    <a:pt x="633337" y="426389"/>
                  </a:lnTo>
                  <a:lnTo>
                    <a:pt x="635815" y="422207"/>
                  </a:lnTo>
                  <a:lnTo>
                    <a:pt x="639628" y="418814"/>
                  </a:lnTo>
                  <a:lnTo>
                    <a:pt x="653063" y="403790"/>
                  </a:lnTo>
                  <a:lnTo>
                    <a:pt x="643149" y="370845"/>
                  </a:lnTo>
                  <a:lnTo>
                    <a:pt x="668989" y="324580"/>
                  </a:lnTo>
                  <a:lnTo>
                    <a:pt x="687114" y="322038"/>
                  </a:lnTo>
                  <a:lnTo>
                    <a:pt x="700561" y="333134"/>
                  </a:lnTo>
                  <a:lnTo>
                    <a:pt x="723528" y="310256"/>
                  </a:lnTo>
                  <a:lnTo>
                    <a:pt x="703688" y="299274"/>
                  </a:lnTo>
                  <a:lnTo>
                    <a:pt x="701209" y="287378"/>
                  </a:lnTo>
                  <a:lnTo>
                    <a:pt x="689770" y="271960"/>
                  </a:lnTo>
                  <a:lnTo>
                    <a:pt x="700726" y="257839"/>
                  </a:lnTo>
                  <a:lnTo>
                    <a:pt x="698184" y="246997"/>
                  </a:lnTo>
                  <a:lnTo>
                    <a:pt x="701311" y="243591"/>
                  </a:lnTo>
                  <a:lnTo>
                    <a:pt x="709280" y="248815"/>
                  </a:lnTo>
                  <a:lnTo>
                    <a:pt x="722982" y="246209"/>
                  </a:lnTo>
                  <a:lnTo>
                    <a:pt x="742301" y="228707"/>
                  </a:lnTo>
                  <a:lnTo>
                    <a:pt x="763299" y="206998"/>
                  </a:lnTo>
                  <a:lnTo>
                    <a:pt x="787448" y="183739"/>
                  </a:lnTo>
                  <a:lnTo>
                    <a:pt x="787982" y="171842"/>
                  </a:lnTo>
                  <a:lnTo>
                    <a:pt x="766832" y="142608"/>
                  </a:lnTo>
                  <a:lnTo>
                    <a:pt x="747767" y="138935"/>
                  </a:lnTo>
                  <a:lnTo>
                    <a:pt x="709789" y="158280"/>
                  </a:lnTo>
                  <a:lnTo>
                    <a:pt x="647407" y="187437"/>
                  </a:lnTo>
                  <a:lnTo>
                    <a:pt x="639781" y="155929"/>
                  </a:lnTo>
                  <a:lnTo>
                    <a:pt x="642386" y="103906"/>
                  </a:lnTo>
                  <a:lnTo>
                    <a:pt x="597901" y="84434"/>
                  </a:lnTo>
                  <a:lnTo>
                    <a:pt x="597774" y="73846"/>
                  </a:lnTo>
                  <a:lnTo>
                    <a:pt x="618390" y="75549"/>
                  </a:lnTo>
                  <a:lnTo>
                    <a:pt x="685194" y="86264"/>
                  </a:lnTo>
                  <a:lnTo>
                    <a:pt x="699290" y="81434"/>
                  </a:lnTo>
                  <a:lnTo>
                    <a:pt x="709344" y="83252"/>
                  </a:lnTo>
                  <a:lnTo>
                    <a:pt x="799586" y="61949"/>
                  </a:lnTo>
                  <a:lnTo>
                    <a:pt x="817215" y="57653"/>
                  </a:lnTo>
                  <a:lnTo>
                    <a:pt x="831819" y="53980"/>
                  </a:lnTo>
                  <a:lnTo>
                    <a:pt x="844529" y="50587"/>
                  </a:lnTo>
                  <a:lnTo>
                    <a:pt x="867243" y="38550"/>
                  </a:lnTo>
                  <a:lnTo>
                    <a:pt x="882635" y="30720"/>
                  </a:lnTo>
                  <a:lnTo>
                    <a:pt x="900251" y="21302"/>
                  </a:lnTo>
                  <a:lnTo>
                    <a:pt x="925824" y="8096"/>
                  </a:lnTo>
                  <a:lnTo>
                    <a:pt x="957600" y="0"/>
                  </a:lnTo>
                  <a:lnTo>
                    <a:pt x="972610" y="31508"/>
                  </a:lnTo>
                  <a:lnTo>
                    <a:pt x="985651" y="41168"/>
                  </a:lnTo>
                  <a:lnTo>
                    <a:pt x="988523" y="71355"/>
                  </a:lnTo>
                  <a:lnTo>
                    <a:pt x="972076" y="89149"/>
                  </a:lnTo>
                  <a:lnTo>
                    <a:pt x="914016" y="120925"/>
                  </a:lnTo>
                  <a:lnTo>
                    <a:pt x="913228" y="128894"/>
                  </a:lnTo>
                  <a:lnTo>
                    <a:pt x="930336" y="128360"/>
                  </a:lnTo>
                  <a:lnTo>
                    <a:pt x="941775" y="165220"/>
                  </a:lnTo>
                  <a:lnTo>
                    <a:pt x="933692" y="196856"/>
                  </a:lnTo>
                  <a:lnTo>
                    <a:pt x="948296" y="230703"/>
                  </a:lnTo>
                  <a:lnTo>
                    <a:pt x="936043" y="246769"/>
                  </a:lnTo>
                  <a:lnTo>
                    <a:pt x="932116" y="273701"/>
                  </a:lnTo>
                  <a:lnTo>
                    <a:pt x="900340" y="310180"/>
                  </a:lnTo>
                  <a:lnTo>
                    <a:pt x="916126" y="314349"/>
                  </a:lnTo>
                  <a:lnTo>
                    <a:pt x="961285" y="319331"/>
                  </a:lnTo>
                  <a:lnTo>
                    <a:pt x="973996" y="303901"/>
                  </a:lnTo>
                  <a:lnTo>
                    <a:pt x="987557" y="299973"/>
                  </a:lnTo>
                  <a:lnTo>
                    <a:pt x="1006470" y="317361"/>
                  </a:lnTo>
                  <a:lnTo>
                    <a:pt x="1041589" y="316713"/>
                  </a:lnTo>
                  <a:lnTo>
                    <a:pt x="1091031" y="342845"/>
                  </a:lnTo>
                  <a:lnTo>
                    <a:pt x="1200784" y="327593"/>
                  </a:lnTo>
                  <a:lnTo>
                    <a:pt x="1214879" y="348234"/>
                  </a:lnTo>
                  <a:lnTo>
                    <a:pt x="1238508" y="344421"/>
                  </a:lnTo>
                  <a:lnTo>
                    <a:pt x="1241113" y="361135"/>
                  </a:lnTo>
                  <a:lnTo>
                    <a:pt x="1250392" y="421915"/>
                  </a:lnTo>
                  <a:lnTo>
                    <a:pt x="1207177" y="462435"/>
                  </a:lnTo>
                  <a:lnTo>
                    <a:pt x="1162793" y="423491"/>
                  </a:lnTo>
                  <a:lnTo>
                    <a:pt x="1133699" y="454720"/>
                  </a:lnTo>
                  <a:lnTo>
                    <a:pt x="1189942" y="505561"/>
                  </a:lnTo>
                  <a:lnTo>
                    <a:pt x="1169860" y="535099"/>
                  </a:lnTo>
                  <a:lnTo>
                    <a:pt x="1169593" y="565159"/>
                  </a:lnTo>
                  <a:lnTo>
                    <a:pt x="1133839" y="628812"/>
                  </a:lnTo>
                  <a:lnTo>
                    <a:pt x="1136064" y="643314"/>
                  </a:lnTo>
                  <a:lnTo>
                    <a:pt x="1109690" y="693647"/>
                  </a:lnTo>
                  <a:lnTo>
                    <a:pt x="1120125" y="712852"/>
                  </a:lnTo>
                  <a:lnTo>
                    <a:pt x="1137360" y="761862"/>
                  </a:lnTo>
                  <a:lnTo>
                    <a:pt x="1128615" y="841212"/>
                  </a:lnTo>
                  <a:lnTo>
                    <a:pt x="1230132" y="872047"/>
                  </a:lnTo>
                  <a:lnTo>
                    <a:pt x="1222709" y="911449"/>
                  </a:lnTo>
                  <a:lnTo>
                    <a:pt x="1230271" y="914321"/>
                  </a:lnTo>
                  <a:lnTo>
                    <a:pt x="1292920" y="937721"/>
                  </a:lnTo>
                  <a:lnTo>
                    <a:pt x="1285091" y="982931"/>
                  </a:lnTo>
                  <a:lnTo>
                    <a:pt x="1286908" y="1039275"/>
                  </a:lnTo>
                  <a:lnTo>
                    <a:pt x="1236665" y="1066844"/>
                  </a:lnTo>
                  <a:lnTo>
                    <a:pt x="1221527" y="1041626"/>
                  </a:lnTo>
                  <a:lnTo>
                    <a:pt x="1190209" y="1041754"/>
                  </a:lnTo>
                  <a:lnTo>
                    <a:pt x="1189167" y="1082147"/>
                  </a:lnTo>
                  <a:lnTo>
                    <a:pt x="1155370" y="1097183"/>
                  </a:lnTo>
                  <a:lnTo>
                    <a:pt x="1170508" y="1230767"/>
                  </a:lnTo>
                  <a:lnTo>
                    <a:pt x="1126404" y="1267741"/>
                  </a:lnTo>
                  <a:lnTo>
                    <a:pt x="1089544" y="1253633"/>
                  </a:lnTo>
                  <a:lnTo>
                    <a:pt x="1047524" y="1319497"/>
                  </a:lnTo>
                  <a:lnTo>
                    <a:pt x="997954" y="1347853"/>
                  </a:lnTo>
                  <a:lnTo>
                    <a:pt x="964539" y="1369715"/>
                  </a:lnTo>
                  <a:lnTo>
                    <a:pt x="946402" y="1400436"/>
                  </a:lnTo>
                  <a:lnTo>
                    <a:pt x="912733" y="1413235"/>
                  </a:lnTo>
                  <a:lnTo>
                    <a:pt x="900454" y="1380048"/>
                  </a:lnTo>
                  <a:lnTo>
                    <a:pt x="862616" y="1406193"/>
                  </a:lnTo>
                  <a:lnTo>
                    <a:pt x="808064" y="1442138"/>
                  </a:lnTo>
                  <a:lnTo>
                    <a:pt x="793714" y="1487094"/>
                  </a:lnTo>
                  <a:lnTo>
                    <a:pt x="737332" y="1518869"/>
                  </a:lnTo>
                  <a:lnTo>
                    <a:pt x="724278" y="1543845"/>
                  </a:lnTo>
                  <a:lnTo>
                    <a:pt x="639209" y="1543845"/>
                  </a:lnTo>
                  <a:lnTo>
                    <a:pt x="591177" y="1577819"/>
                  </a:lnTo>
                  <a:lnTo>
                    <a:pt x="573573" y="1609595"/>
                  </a:lnTo>
                  <a:lnTo>
                    <a:pt x="556593" y="1640315"/>
                  </a:lnTo>
                  <a:lnTo>
                    <a:pt x="546018" y="1659520"/>
                  </a:lnTo>
                  <a:lnTo>
                    <a:pt x="476467" y="1686974"/>
                  </a:lnTo>
                  <a:lnTo>
                    <a:pt x="468511" y="1609200"/>
                  </a:lnTo>
                  <a:lnTo>
                    <a:pt x="479086" y="1577959"/>
                  </a:lnTo>
                  <a:lnTo>
                    <a:pt x="444883" y="1535354"/>
                  </a:lnTo>
                  <a:lnTo>
                    <a:pt x="439938" y="1524907"/>
                  </a:lnTo>
                  <a:lnTo>
                    <a:pt x="431829" y="1513925"/>
                  </a:lnTo>
                  <a:lnTo>
                    <a:pt x="437968" y="1501774"/>
                  </a:lnTo>
                  <a:lnTo>
                    <a:pt x="426758" y="1497580"/>
                  </a:lnTo>
                  <a:lnTo>
                    <a:pt x="413565" y="1492877"/>
                  </a:lnTo>
                  <a:lnTo>
                    <a:pt x="375434" y="1474307"/>
                  </a:lnTo>
                  <a:lnTo>
                    <a:pt x="328978" y="1461902"/>
                  </a:lnTo>
                  <a:lnTo>
                    <a:pt x="313179" y="1482556"/>
                  </a:lnTo>
                  <a:lnTo>
                    <a:pt x="296224" y="1477981"/>
                  </a:lnTo>
                  <a:lnTo>
                    <a:pt x="300800" y="1441769"/>
                  </a:lnTo>
                  <a:lnTo>
                    <a:pt x="281734" y="1433419"/>
                  </a:lnTo>
                  <a:lnTo>
                    <a:pt x="267512" y="1463211"/>
                  </a:lnTo>
                  <a:lnTo>
                    <a:pt x="218844" y="1520598"/>
                  </a:lnTo>
                  <a:lnTo>
                    <a:pt x="198228" y="1519136"/>
                  </a:lnTo>
                  <a:lnTo>
                    <a:pt x="181387" y="1482556"/>
                  </a:lnTo>
                  <a:lnTo>
                    <a:pt x="166783" y="1484907"/>
                  </a:lnTo>
                  <a:lnTo>
                    <a:pt x="161699" y="1462830"/>
                  </a:lnTo>
                  <a:lnTo>
                    <a:pt x="149955" y="1463732"/>
                  </a:lnTo>
                  <a:lnTo>
                    <a:pt x="125564" y="1422297"/>
                  </a:lnTo>
                  <a:lnTo>
                    <a:pt x="149447" y="1377201"/>
                  </a:lnTo>
                  <a:lnTo>
                    <a:pt x="166389" y="1387675"/>
                  </a:lnTo>
                  <a:lnTo>
                    <a:pt x="204901" y="1377507"/>
                  </a:lnTo>
                  <a:lnTo>
                    <a:pt x="214548" y="1378561"/>
                  </a:lnTo>
                  <a:lnTo>
                    <a:pt x="216251" y="1392161"/>
                  </a:lnTo>
                  <a:lnTo>
                    <a:pt x="222772" y="1393992"/>
                  </a:lnTo>
                  <a:lnTo>
                    <a:pt x="219759" y="1406409"/>
                  </a:lnTo>
                  <a:lnTo>
                    <a:pt x="225110" y="1409930"/>
                  </a:lnTo>
                  <a:lnTo>
                    <a:pt x="229826" y="1412282"/>
                  </a:lnTo>
                  <a:lnTo>
                    <a:pt x="235825" y="1398033"/>
                  </a:lnTo>
                  <a:lnTo>
                    <a:pt x="233474" y="1392161"/>
                  </a:lnTo>
                  <a:lnTo>
                    <a:pt x="237910" y="1379603"/>
                  </a:lnTo>
                  <a:lnTo>
                    <a:pt x="240795" y="1376464"/>
                  </a:lnTo>
                  <a:lnTo>
                    <a:pt x="280069" y="1331254"/>
                  </a:lnTo>
                  <a:lnTo>
                    <a:pt x="289462" y="1329157"/>
                  </a:lnTo>
                  <a:lnTo>
                    <a:pt x="294165" y="1326017"/>
                  </a:lnTo>
                  <a:lnTo>
                    <a:pt x="310981" y="1318175"/>
                  </a:lnTo>
                  <a:lnTo>
                    <a:pt x="302249" y="1290467"/>
                  </a:lnTo>
                  <a:lnTo>
                    <a:pt x="278099" y="1313472"/>
                  </a:lnTo>
                  <a:lnTo>
                    <a:pt x="248345" y="1293136"/>
                  </a:lnTo>
                  <a:lnTo>
                    <a:pt x="234770" y="1273270"/>
                  </a:lnTo>
                  <a:lnTo>
                    <a:pt x="232228" y="1267385"/>
                  </a:lnTo>
                  <a:lnTo>
                    <a:pt x="209350" y="1255883"/>
                  </a:lnTo>
                  <a:lnTo>
                    <a:pt x="188073" y="1255488"/>
                  </a:lnTo>
                  <a:lnTo>
                    <a:pt x="184679" y="1261373"/>
                  </a:lnTo>
                  <a:lnTo>
                    <a:pt x="172427" y="1275494"/>
                  </a:lnTo>
                  <a:lnTo>
                    <a:pt x="163288" y="1272749"/>
                  </a:lnTo>
                  <a:lnTo>
                    <a:pt x="153488" y="1269737"/>
                  </a:lnTo>
                  <a:lnTo>
                    <a:pt x="144108" y="1249870"/>
                  </a:lnTo>
                  <a:lnTo>
                    <a:pt x="130267" y="1244507"/>
                  </a:lnTo>
                  <a:lnTo>
                    <a:pt x="126454" y="1257979"/>
                  </a:lnTo>
                  <a:lnTo>
                    <a:pt x="128131" y="1266457"/>
                  </a:lnTo>
                  <a:lnTo>
                    <a:pt x="99686" y="1278761"/>
                  </a:lnTo>
                  <a:lnTo>
                    <a:pt x="90420" y="1275088"/>
                  </a:lnTo>
                  <a:lnTo>
                    <a:pt x="99559" y="1250786"/>
                  </a:lnTo>
                  <a:lnTo>
                    <a:pt x="103613" y="1223204"/>
                  </a:lnTo>
                  <a:lnTo>
                    <a:pt x="98263" y="1202156"/>
                  </a:lnTo>
                  <a:lnTo>
                    <a:pt x="108685" y="1178515"/>
                  </a:lnTo>
                  <a:lnTo>
                    <a:pt x="97093" y="1087282"/>
                  </a:lnTo>
                  <a:lnTo>
                    <a:pt x="109867" y="1068458"/>
                  </a:lnTo>
                  <a:lnTo>
                    <a:pt x="112485" y="1058379"/>
                  </a:lnTo>
                  <a:lnTo>
                    <a:pt x="140549" y="1057476"/>
                  </a:lnTo>
                  <a:lnTo>
                    <a:pt x="160377" y="1022193"/>
                  </a:lnTo>
                  <a:lnTo>
                    <a:pt x="193424" y="1020756"/>
                  </a:lnTo>
                  <a:lnTo>
                    <a:pt x="205422" y="1032780"/>
                  </a:lnTo>
                  <a:lnTo>
                    <a:pt x="212871" y="1036822"/>
                  </a:lnTo>
                  <a:lnTo>
                    <a:pt x="242752" y="1021265"/>
                  </a:lnTo>
                  <a:lnTo>
                    <a:pt x="250721" y="983769"/>
                  </a:lnTo>
                  <a:lnTo>
                    <a:pt x="235965" y="974097"/>
                  </a:lnTo>
                  <a:lnTo>
                    <a:pt x="261932" y="943390"/>
                  </a:lnTo>
                  <a:lnTo>
                    <a:pt x="277349" y="931086"/>
                  </a:lnTo>
                  <a:lnTo>
                    <a:pt x="295601" y="905081"/>
                  </a:lnTo>
                  <a:lnTo>
                    <a:pt x="293263" y="897226"/>
                  </a:lnTo>
                  <a:lnTo>
                    <a:pt x="305007" y="880118"/>
                  </a:lnTo>
                  <a:lnTo>
                    <a:pt x="349124" y="833967"/>
                  </a:lnTo>
                  <a:lnTo>
                    <a:pt x="357589" y="839992"/>
                  </a:lnTo>
                  <a:lnTo>
                    <a:pt x="382018" y="813059"/>
                  </a:lnTo>
                  <a:lnTo>
                    <a:pt x="383963" y="802471"/>
                  </a:lnTo>
                  <a:lnTo>
                    <a:pt x="394398" y="770454"/>
                  </a:lnTo>
                  <a:lnTo>
                    <a:pt x="372790" y="744564"/>
                  </a:lnTo>
                  <a:lnTo>
                    <a:pt x="354386" y="751109"/>
                  </a:lnTo>
                  <a:lnTo>
                    <a:pt x="331508" y="746140"/>
                  </a:lnTo>
                  <a:lnTo>
                    <a:pt x="339604" y="717783"/>
                  </a:lnTo>
                  <a:lnTo>
                    <a:pt x="369486" y="704056"/>
                  </a:lnTo>
                  <a:lnTo>
                    <a:pt x="390102" y="662227"/>
                  </a:lnTo>
                  <a:lnTo>
                    <a:pt x="430177" y="636616"/>
                  </a:lnTo>
                  <a:lnTo>
                    <a:pt x="443345" y="591253"/>
                  </a:lnTo>
                  <a:lnTo>
                    <a:pt x="430304" y="549818"/>
                  </a:lnTo>
                  <a:lnTo>
                    <a:pt x="444654" y="523292"/>
                  </a:lnTo>
                  <a:lnTo>
                    <a:pt x="472972" y="539230"/>
                  </a:lnTo>
                  <a:lnTo>
                    <a:pt x="500235" y="516886"/>
                  </a:lnTo>
                  <a:lnTo>
                    <a:pt x="485746" y="486356"/>
                  </a:lnTo>
                  <a:lnTo>
                    <a:pt x="460567" y="452381"/>
                  </a:lnTo>
                  <a:lnTo>
                    <a:pt x="478971" y="407031"/>
                  </a:lnTo>
                  <a:lnTo>
                    <a:pt x="494224" y="388602"/>
                  </a:lnTo>
                  <a:lnTo>
                    <a:pt x="490690" y="383886"/>
                  </a:lnTo>
                  <a:lnTo>
                    <a:pt x="463414" y="347293"/>
                  </a:lnTo>
                  <a:lnTo>
                    <a:pt x="439671" y="356318"/>
                  </a:lnTo>
                  <a:lnTo>
                    <a:pt x="452852" y="404540"/>
                  </a:lnTo>
                  <a:lnTo>
                    <a:pt x="433138" y="410158"/>
                  </a:lnTo>
                  <a:lnTo>
                    <a:pt x="391767" y="339858"/>
                  </a:lnTo>
                  <a:lnTo>
                    <a:pt x="365940" y="330681"/>
                  </a:lnTo>
                  <a:lnTo>
                    <a:pt x="359927" y="291216"/>
                  </a:lnTo>
                  <a:lnTo>
                    <a:pt x="366194" y="292004"/>
                  </a:lnTo>
                  <a:lnTo>
                    <a:pt x="370375" y="284937"/>
                  </a:lnTo>
                  <a:lnTo>
                    <a:pt x="371545" y="277235"/>
                  </a:lnTo>
                  <a:lnTo>
                    <a:pt x="385246" y="271617"/>
                  </a:lnTo>
                  <a:close/>
                  <a:moveTo>
                    <a:pt x="200592" y="691422"/>
                  </a:moveTo>
                  <a:lnTo>
                    <a:pt x="212604" y="681890"/>
                  </a:lnTo>
                  <a:lnTo>
                    <a:pt x="234656" y="715610"/>
                  </a:lnTo>
                  <a:lnTo>
                    <a:pt x="244430" y="724621"/>
                  </a:lnTo>
                  <a:lnTo>
                    <a:pt x="253975" y="732463"/>
                  </a:lnTo>
                  <a:lnTo>
                    <a:pt x="273422" y="755990"/>
                  </a:lnTo>
                  <a:lnTo>
                    <a:pt x="241303" y="806183"/>
                  </a:lnTo>
                  <a:lnTo>
                    <a:pt x="235825" y="814152"/>
                  </a:lnTo>
                  <a:lnTo>
                    <a:pt x="240134" y="820431"/>
                  </a:lnTo>
                  <a:lnTo>
                    <a:pt x="232177" y="831145"/>
                  </a:lnTo>
                  <a:lnTo>
                    <a:pt x="210888" y="824994"/>
                  </a:lnTo>
                  <a:lnTo>
                    <a:pt x="184539" y="806831"/>
                  </a:lnTo>
                  <a:lnTo>
                    <a:pt x="162932" y="797807"/>
                  </a:lnTo>
                  <a:lnTo>
                    <a:pt x="140613" y="804085"/>
                  </a:lnTo>
                  <a:lnTo>
                    <a:pt x="128208" y="820024"/>
                  </a:lnTo>
                  <a:lnTo>
                    <a:pt x="117646" y="822655"/>
                  </a:lnTo>
                  <a:lnTo>
                    <a:pt x="90763" y="826570"/>
                  </a:lnTo>
                  <a:lnTo>
                    <a:pt x="80062" y="815321"/>
                  </a:lnTo>
                  <a:lnTo>
                    <a:pt x="92073" y="796256"/>
                  </a:lnTo>
                  <a:lnTo>
                    <a:pt x="137346" y="789901"/>
                  </a:lnTo>
                  <a:lnTo>
                    <a:pt x="165144" y="745212"/>
                  </a:lnTo>
                  <a:lnTo>
                    <a:pt x="181845" y="721062"/>
                  </a:lnTo>
                  <a:close/>
                  <a:moveTo>
                    <a:pt x="237122" y="652478"/>
                  </a:moveTo>
                  <a:lnTo>
                    <a:pt x="215069" y="648665"/>
                  </a:lnTo>
                  <a:lnTo>
                    <a:pt x="194326" y="669192"/>
                  </a:lnTo>
                  <a:lnTo>
                    <a:pt x="157912" y="685398"/>
                  </a:lnTo>
                  <a:lnTo>
                    <a:pt x="141871" y="673501"/>
                  </a:lnTo>
                  <a:lnTo>
                    <a:pt x="135605" y="668010"/>
                  </a:lnTo>
                  <a:lnTo>
                    <a:pt x="102317" y="656113"/>
                  </a:lnTo>
                  <a:lnTo>
                    <a:pt x="72702" y="629206"/>
                  </a:lnTo>
                  <a:lnTo>
                    <a:pt x="61861" y="639527"/>
                  </a:lnTo>
                  <a:lnTo>
                    <a:pt x="53116" y="629727"/>
                  </a:lnTo>
                  <a:lnTo>
                    <a:pt x="74266" y="602794"/>
                  </a:lnTo>
                  <a:lnTo>
                    <a:pt x="59395" y="596922"/>
                  </a:lnTo>
                  <a:lnTo>
                    <a:pt x="39821" y="577691"/>
                  </a:lnTo>
                  <a:lnTo>
                    <a:pt x="92530" y="523711"/>
                  </a:lnTo>
                  <a:lnTo>
                    <a:pt x="123200" y="494046"/>
                  </a:lnTo>
                  <a:lnTo>
                    <a:pt x="132987" y="485949"/>
                  </a:lnTo>
                  <a:lnTo>
                    <a:pt x="144731" y="484106"/>
                  </a:lnTo>
                  <a:lnTo>
                    <a:pt x="171613" y="471955"/>
                  </a:lnTo>
                  <a:lnTo>
                    <a:pt x="201774" y="439150"/>
                  </a:lnTo>
                  <a:lnTo>
                    <a:pt x="216251" y="426872"/>
                  </a:lnTo>
                  <a:lnTo>
                    <a:pt x="226953" y="423860"/>
                  </a:lnTo>
                  <a:lnTo>
                    <a:pt x="229826" y="416806"/>
                  </a:lnTo>
                  <a:lnTo>
                    <a:pt x="239219" y="411048"/>
                  </a:lnTo>
                  <a:lnTo>
                    <a:pt x="248751" y="405036"/>
                  </a:lnTo>
                  <a:lnTo>
                    <a:pt x="257229" y="391182"/>
                  </a:lnTo>
                  <a:lnTo>
                    <a:pt x="294673" y="345946"/>
                  </a:lnTo>
                  <a:lnTo>
                    <a:pt x="334749" y="366600"/>
                  </a:lnTo>
                  <a:lnTo>
                    <a:pt x="355365" y="394054"/>
                  </a:lnTo>
                  <a:lnTo>
                    <a:pt x="347535" y="421369"/>
                  </a:lnTo>
                  <a:lnTo>
                    <a:pt x="373629" y="446077"/>
                  </a:lnTo>
                  <a:lnTo>
                    <a:pt x="351577" y="466096"/>
                  </a:lnTo>
                  <a:lnTo>
                    <a:pt x="327428" y="503210"/>
                  </a:lnTo>
                  <a:lnTo>
                    <a:pt x="322610" y="535214"/>
                  </a:lnTo>
                  <a:lnTo>
                    <a:pt x="326665" y="576395"/>
                  </a:lnTo>
                  <a:lnTo>
                    <a:pt x="375599" y="589461"/>
                  </a:lnTo>
                  <a:lnTo>
                    <a:pt x="364160" y="611818"/>
                  </a:lnTo>
                  <a:lnTo>
                    <a:pt x="354500" y="618478"/>
                  </a:lnTo>
                  <a:lnTo>
                    <a:pt x="345501" y="648030"/>
                  </a:lnTo>
                  <a:lnTo>
                    <a:pt x="333236" y="667095"/>
                  </a:lnTo>
                  <a:lnTo>
                    <a:pt x="322000" y="655656"/>
                  </a:lnTo>
                  <a:lnTo>
                    <a:pt x="263686" y="677606"/>
                  </a:lnTo>
                  <a:close/>
                </a:path>
              </a:pathLst>
            </a:custGeom>
            <a:solidFill>
              <a:srgbClr val="FFFFFF"/>
            </a:solidFill>
            <a:ln w="12700" cap="flat">
              <a:noFill/>
              <a:prstDash val="solid"/>
              <a:miter/>
            </a:ln>
          </p:spPr>
          <p:txBody>
            <a:bodyPr rtlCol="0" anchor="ctr"/>
            <a:lstStyle/>
            <a:p>
              <a:endParaRPr lang="de-CH"/>
            </a:p>
          </p:txBody>
        </p:sp>
        <p:sp>
          <p:nvSpPr>
            <p:cNvPr id="101" name="Freihandform: Form 100">
              <a:extLst>
                <a:ext uri="{FF2B5EF4-FFF2-40B4-BE49-F238E27FC236}">
                  <a16:creationId xmlns:a16="http://schemas.microsoft.com/office/drawing/2014/main" id="{382F6455-F48F-5A5A-21BE-8AD42DAC20C6}"/>
                </a:ext>
              </a:extLst>
            </p:cNvPr>
            <p:cNvSpPr/>
            <p:nvPr/>
          </p:nvSpPr>
          <p:spPr>
            <a:xfrm>
              <a:off x="3116304" y="2897994"/>
              <a:ext cx="1292919" cy="1686974"/>
            </a:xfrm>
            <a:custGeom>
              <a:avLst/>
              <a:gdLst>
                <a:gd name="connsiteX0" fmla="*/ 995603 w 1292919"/>
                <a:gd name="connsiteY0" fmla="*/ 217014 h 1686974"/>
                <a:gd name="connsiteX1" fmla="*/ 995476 w 1292919"/>
                <a:gd name="connsiteY1" fmla="*/ 223801 h 1686974"/>
                <a:gd name="connsiteX2" fmla="*/ 963624 w 1292919"/>
                <a:gd name="connsiteY2" fmla="*/ 238710 h 1686974"/>
                <a:gd name="connsiteX3" fmla="*/ 959442 w 1292919"/>
                <a:gd name="connsiteY3" fmla="*/ 228911 h 1686974"/>
                <a:gd name="connsiteX4" fmla="*/ 961400 w 1292919"/>
                <a:gd name="connsiteY4" fmla="*/ 214790 h 1686974"/>
                <a:gd name="connsiteX5" fmla="*/ 987240 w 1292919"/>
                <a:gd name="connsiteY5" fmla="*/ 192572 h 1686974"/>
                <a:gd name="connsiteX6" fmla="*/ 997154 w 1292919"/>
                <a:gd name="connsiteY6" fmla="*/ 198444 h 1686974"/>
                <a:gd name="connsiteX7" fmla="*/ 751427 w 1292919"/>
                <a:gd name="connsiteY7" fmla="*/ 269126 h 1686974"/>
                <a:gd name="connsiteX8" fmla="*/ 759269 w 1292919"/>
                <a:gd name="connsiteY8" fmla="*/ 303354 h 1686974"/>
                <a:gd name="connsiteX9" fmla="*/ 769832 w 1292919"/>
                <a:gd name="connsiteY9" fmla="*/ 306901 h 1686974"/>
                <a:gd name="connsiteX10" fmla="*/ 799586 w 1292919"/>
                <a:gd name="connsiteY10" fmla="*/ 285852 h 1686974"/>
                <a:gd name="connsiteX11" fmla="*/ 795011 w 1292919"/>
                <a:gd name="connsiteY11" fmla="*/ 260101 h 1686974"/>
                <a:gd name="connsiteX12" fmla="*/ 702239 w 1292919"/>
                <a:gd name="connsiteY12" fmla="*/ 924858 h 1686974"/>
                <a:gd name="connsiteX13" fmla="*/ 713449 w 1292919"/>
                <a:gd name="connsiteY13" fmla="*/ 926561 h 1686974"/>
                <a:gd name="connsiteX14" fmla="*/ 718165 w 1292919"/>
                <a:gd name="connsiteY14" fmla="*/ 934276 h 1686974"/>
                <a:gd name="connsiteX15" fmla="*/ 726376 w 1292919"/>
                <a:gd name="connsiteY15" fmla="*/ 926561 h 1686974"/>
                <a:gd name="connsiteX16" fmla="*/ 730557 w 1292919"/>
                <a:gd name="connsiteY16" fmla="*/ 928391 h 1686974"/>
                <a:gd name="connsiteX17" fmla="*/ 725473 w 1292919"/>
                <a:gd name="connsiteY17" fmla="*/ 933996 h 1686974"/>
                <a:gd name="connsiteX18" fmla="*/ 725219 w 1292919"/>
                <a:gd name="connsiteY18" fmla="*/ 943173 h 1686974"/>
                <a:gd name="connsiteX19" fmla="*/ 719347 w 1292919"/>
                <a:gd name="connsiteY19" fmla="*/ 945245 h 1686974"/>
                <a:gd name="connsiteX20" fmla="*/ 715165 w 1292919"/>
                <a:gd name="connsiteY20" fmla="*/ 952566 h 1686974"/>
                <a:gd name="connsiteX21" fmla="*/ 707539 w 1292919"/>
                <a:gd name="connsiteY21" fmla="*/ 955972 h 1686974"/>
                <a:gd name="connsiteX22" fmla="*/ 691105 w 1292919"/>
                <a:gd name="connsiteY22" fmla="*/ 975699 h 1686974"/>
                <a:gd name="connsiteX23" fmla="*/ 689910 w 1292919"/>
                <a:gd name="connsiteY23" fmla="*/ 989820 h 1686974"/>
                <a:gd name="connsiteX24" fmla="*/ 684572 w 1292919"/>
                <a:gd name="connsiteY24" fmla="*/ 999352 h 1686974"/>
                <a:gd name="connsiteX25" fmla="*/ 675675 w 1292919"/>
                <a:gd name="connsiteY25" fmla="*/ 1005250 h 1686974"/>
                <a:gd name="connsiteX26" fmla="*/ 681025 w 1292919"/>
                <a:gd name="connsiteY26" fmla="*/ 1011783 h 1686974"/>
                <a:gd name="connsiteX27" fmla="*/ 691092 w 1292919"/>
                <a:gd name="connsiteY27" fmla="*/ 1010512 h 1686974"/>
                <a:gd name="connsiteX28" fmla="*/ 695248 w 1292919"/>
                <a:gd name="connsiteY28" fmla="*/ 1000344 h 1686974"/>
                <a:gd name="connsiteX29" fmla="*/ 705823 w 1292919"/>
                <a:gd name="connsiteY29" fmla="*/ 1004157 h 1686974"/>
                <a:gd name="connsiteX30" fmla="*/ 707781 w 1292919"/>
                <a:gd name="connsiteY30" fmla="*/ 1009241 h 1686974"/>
                <a:gd name="connsiteX31" fmla="*/ 698121 w 1292919"/>
                <a:gd name="connsiteY31" fmla="*/ 1027811 h 1686974"/>
                <a:gd name="connsiteX32" fmla="*/ 703726 w 1292919"/>
                <a:gd name="connsiteY32" fmla="*/ 1045452 h 1686974"/>
                <a:gd name="connsiteX33" fmla="*/ 699277 w 1292919"/>
                <a:gd name="connsiteY33" fmla="*/ 1078651 h 1686974"/>
                <a:gd name="connsiteX34" fmla="*/ 701641 w 1292919"/>
                <a:gd name="connsiteY34" fmla="*/ 1102801 h 1686974"/>
                <a:gd name="connsiteX35" fmla="*/ 698769 w 1292919"/>
                <a:gd name="connsiteY35" fmla="*/ 1120061 h 1686974"/>
                <a:gd name="connsiteX36" fmla="*/ 703980 w 1292919"/>
                <a:gd name="connsiteY36" fmla="*/ 1122413 h 1686974"/>
                <a:gd name="connsiteX37" fmla="*/ 701120 w 1292919"/>
                <a:gd name="connsiteY37" fmla="*/ 1129480 h 1686974"/>
                <a:gd name="connsiteX38" fmla="*/ 708162 w 1292919"/>
                <a:gd name="connsiteY38" fmla="*/ 1148951 h 1686974"/>
                <a:gd name="connsiteX39" fmla="*/ 709979 w 1292919"/>
                <a:gd name="connsiteY39" fmla="*/ 1163060 h 1686974"/>
                <a:gd name="connsiteX40" fmla="*/ 717682 w 1292919"/>
                <a:gd name="connsiteY40" fmla="*/ 1160187 h 1686974"/>
                <a:gd name="connsiteX41" fmla="*/ 724736 w 1292919"/>
                <a:gd name="connsiteY41" fmla="*/ 1167902 h 1686974"/>
                <a:gd name="connsiteX42" fmla="*/ 729947 w 1292919"/>
                <a:gd name="connsiteY42" fmla="*/ 1165551 h 1686974"/>
                <a:gd name="connsiteX43" fmla="*/ 728257 w 1292919"/>
                <a:gd name="connsiteY43" fmla="*/ 1137055 h 1686974"/>
                <a:gd name="connsiteX44" fmla="*/ 727087 w 1292919"/>
                <a:gd name="connsiteY44" fmla="*/ 1106995 h 1686974"/>
                <a:gd name="connsiteX45" fmla="*/ 721736 w 1292919"/>
                <a:gd name="connsiteY45" fmla="*/ 1098098 h 1686974"/>
                <a:gd name="connsiteX46" fmla="*/ 720567 w 1292919"/>
                <a:gd name="connsiteY46" fmla="*/ 1075093 h 1686974"/>
                <a:gd name="connsiteX47" fmla="*/ 714034 w 1292919"/>
                <a:gd name="connsiteY47" fmla="*/ 1067390 h 1686974"/>
                <a:gd name="connsiteX48" fmla="*/ 712598 w 1292919"/>
                <a:gd name="connsiteY48" fmla="*/ 1039428 h 1686974"/>
                <a:gd name="connsiteX49" fmla="*/ 716411 w 1292919"/>
                <a:gd name="connsiteY49" fmla="*/ 1031319 h 1686974"/>
                <a:gd name="connsiteX50" fmla="*/ 714708 w 1292919"/>
                <a:gd name="connsiteY50" fmla="*/ 1023095 h 1686974"/>
                <a:gd name="connsiteX51" fmla="*/ 722677 w 1292919"/>
                <a:gd name="connsiteY51" fmla="*/ 1014859 h 1686974"/>
                <a:gd name="connsiteX52" fmla="*/ 714059 w 1292919"/>
                <a:gd name="connsiteY52" fmla="*/ 991713 h 1686974"/>
                <a:gd name="connsiteX53" fmla="*/ 724761 w 1292919"/>
                <a:gd name="connsiteY53" fmla="*/ 977478 h 1686974"/>
                <a:gd name="connsiteX54" fmla="*/ 731803 w 1292919"/>
                <a:gd name="connsiteY54" fmla="*/ 978647 h 1686974"/>
                <a:gd name="connsiteX55" fmla="*/ 737675 w 1292919"/>
                <a:gd name="connsiteY55" fmla="*/ 966878 h 1686974"/>
                <a:gd name="connsiteX56" fmla="*/ 735984 w 1292919"/>
                <a:gd name="connsiteY56" fmla="*/ 956824 h 1686974"/>
                <a:gd name="connsiteX57" fmla="*/ 747195 w 1292919"/>
                <a:gd name="connsiteY57" fmla="*/ 958527 h 1686974"/>
                <a:gd name="connsiteX58" fmla="*/ 755431 w 1292919"/>
                <a:gd name="connsiteY58" fmla="*/ 953303 h 1686974"/>
                <a:gd name="connsiteX59" fmla="*/ 761684 w 1292919"/>
                <a:gd name="connsiteY59" fmla="*/ 945588 h 1686974"/>
                <a:gd name="connsiteX60" fmla="*/ 763655 w 1292919"/>
                <a:gd name="connsiteY60" fmla="*/ 939703 h 1686974"/>
                <a:gd name="connsiteX61" fmla="*/ 760248 w 1292919"/>
                <a:gd name="connsiteY61" fmla="*/ 935522 h 1686974"/>
                <a:gd name="connsiteX62" fmla="*/ 754262 w 1292919"/>
                <a:gd name="connsiteY62" fmla="*/ 943249 h 1686974"/>
                <a:gd name="connsiteX63" fmla="*/ 747729 w 1292919"/>
                <a:gd name="connsiteY63" fmla="*/ 946097 h 1686974"/>
                <a:gd name="connsiteX64" fmla="*/ 741844 w 1292919"/>
                <a:gd name="connsiteY64" fmla="*/ 941407 h 1686974"/>
                <a:gd name="connsiteX65" fmla="*/ 740039 w 1292919"/>
                <a:gd name="connsiteY65" fmla="*/ 924019 h 1686974"/>
                <a:gd name="connsiteX66" fmla="*/ 728790 w 1292919"/>
                <a:gd name="connsiteY66" fmla="*/ 918935 h 1686974"/>
                <a:gd name="connsiteX67" fmla="*/ 728663 w 1292919"/>
                <a:gd name="connsiteY67" fmla="*/ 912669 h 1686974"/>
                <a:gd name="connsiteX68" fmla="*/ 719766 w 1292919"/>
                <a:gd name="connsiteY68" fmla="*/ 903772 h 1686974"/>
                <a:gd name="connsiteX69" fmla="*/ 714682 w 1292919"/>
                <a:gd name="connsiteY69" fmla="*/ 888735 h 1686974"/>
                <a:gd name="connsiteX70" fmla="*/ 717682 w 1292919"/>
                <a:gd name="connsiteY70" fmla="*/ 883779 h 1686974"/>
                <a:gd name="connsiteX71" fmla="*/ 735705 w 1292919"/>
                <a:gd name="connsiteY71" fmla="*/ 877906 h 1686974"/>
                <a:gd name="connsiteX72" fmla="*/ 738247 w 1292919"/>
                <a:gd name="connsiteY72" fmla="*/ 864560 h 1686974"/>
                <a:gd name="connsiteX73" fmla="*/ 746483 w 1292919"/>
                <a:gd name="connsiteY73" fmla="*/ 856845 h 1686974"/>
                <a:gd name="connsiteX74" fmla="*/ 739696 w 1292919"/>
                <a:gd name="connsiteY74" fmla="*/ 853452 h 1686974"/>
                <a:gd name="connsiteX75" fmla="*/ 730163 w 1292919"/>
                <a:gd name="connsiteY75" fmla="*/ 858943 h 1686974"/>
                <a:gd name="connsiteX76" fmla="*/ 727036 w 1292919"/>
                <a:gd name="connsiteY76" fmla="*/ 869276 h 1686974"/>
                <a:gd name="connsiteX77" fmla="*/ 722855 w 1292919"/>
                <a:gd name="connsiteY77" fmla="*/ 872797 h 1686974"/>
                <a:gd name="connsiteX78" fmla="*/ 716334 w 1292919"/>
                <a:gd name="connsiteY78" fmla="*/ 871627 h 1686974"/>
                <a:gd name="connsiteX79" fmla="*/ 712280 w 1292919"/>
                <a:gd name="connsiteY79" fmla="*/ 879330 h 1686974"/>
                <a:gd name="connsiteX80" fmla="*/ 698057 w 1292919"/>
                <a:gd name="connsiteY80" fmla="*/ 885075 h 1686974"/>
                <a:gd name="connsiteX81" fmla="*/ 698057 w 1292919"/>
                <a:gd name="connsiteY81" fmla="*/ 890566 h 1686974"/>
                <a:gd name="connsiteX82" fmla="*/ 704578 w 1292919"/>
                <a:gd name="connsiteY82" fmla="*/ 888735 h 1686974"/>
                <a:gd name="connsiteX83" fmla="*/ 708111 w 1292919"/>
                <a:gd name="connsiteY83" fmla="*/ 893578 h 1686974"/>
                <a:gd name="connsiteX84" fmla="*/ 708238 w 1292919"/>
                <a:gd name="connsiteY84" fmla="*/ 900899 h 1686974"/>
                <a:gd name="connsiteX85" fmla="*/ 701591 w 1292919"/>
                <a:gd name="connsiteY85" fmla="*/ 904814 h 1686974"/>
                <a:gd name="connsiteX86" fmla="*/ 699887 w 1292919"/>
                <a:gd name="connsiteY86" fmla="*/ 918922 h 1686974"/>
                <a:gd name="connsiteX87" fmla="*/ 50383 w 1292919"/>
                <a:gd name="connsiteY87" fmla="*/ 749330 h 1686974"/>
                <a:gd name="connsiteX88" fmla="*/ 77265 w 1292919"/>
                <a:gd name="connsiteY88" fmla="*/ 760693 h 1686974"/>
                <a:gd name="connsiteX89" fmla="*/ 73224 w 1292919"/>
                <a:gd name="connsiteY89" fmla="*/ 797031 h 1686974"/>
                <a:gd name="connsiteX90" fmla="*/ 44778 w 1292919"/>
                <a:gd name="connsiteY90" fmla="*/ 840945 h 1686974"/>
                <a:gd name="connsiteX91" fmla="*/ 20120 w 1292919"/>
                <a:gd name="connsiteY91" fmla="*/ 836764 h 1686974"/>
                <a:gd name="connsiteX92" fmla="*/ 0 w 1292919"/>
                <a:gd name="connsiteY92" fmla="*/ 807225 h 1686974"/>
                <a:gd name="connsiteX93" fmla="*/ 416056 w 1292919"/>
                <a:gd name="connsiteY93" fmla="*/ 247938 h 1686974"/>
                <a:gd name="connsiteX94" fmla="*/ 424661 w 1292919"/>
                <a:gd name="connsiteY94" fmla="*/ 236499 h 1686974"/>
                <a:gd name="connsiteX95" fmla="*/ 439544 w 1292919"/>
                <a:gd name="connsiteY95" fmla="*/ 227207 h 1686974"/>
                <a:gd name="connsiteX96" fmla="*/ 491859 w 1292919"/>
                <a:gd name="connsiteY96" fmla="*/ 255055 h 1686974"/>
                <a:gd name="connsiteX97" fmla="*/ 484945 w 1292919"/>
                <a:gd name="connsiteY97" fmla="*/ 286018 h 1686974"/>
                <a:gd name="connsiteX98" fmla="*/ 536371 w 1292919"/>
                <a:gd name="connsiteY98" fmla="*/ 342362 h 1686974"/>
                <a:gd name="connsiteX99" fmla="*/ 504392 w 1292919"/>
                <a:gd name="connsiteY99" fmla="*/ 372155 h 1686974"/>
                <a:gd name="connsiteX100" fmla="*/ 531159 w 1292919"/>
                <a:gd name="connsiteY100" fmla="*/ 389758 h 1686974"/>
                <a:gd name="connsiteX101" fmla="*/ 549945 w 1292919"/>
                <a:gd name="connsiteY101" fmla="*/ 367274 h 1686974"/>
                <a:gd name="connsiteX102" fmla="*/ 582572 w 1292919"/>
                <a:gd name="connsiteY102" fmla="*/ 381916 h 1686974"/>
                <a:gd name="connsiteX103" fmla="*/ 596414 w 1292919"/>
                <a:gd name="connsiteY103" fmla="*/ 431193 h 1686974"/>
                <a:gd name="connsiteX104" fmla="*/ 577081 w 1292919"/>
                <a:gd name="connsiteY104" fmla="*/ 451060 h 1686974"/>
                <a:gd name="connsiteX105" fmla="*/ 588050 w 1292919"/>
                <a:gd name="connsiteY105" fmla="*/ 468574 h 1686974"/>
                <a:gd name="connsiteX106" fmla="*/ 618974 w 1292919"/>
                <a:gd name="connsiteY106" fmla="*/ 445454 h 1686974"/>
                <a:gd name="connsiteX107" fmla="*/ 633337 w 1292919"/>
                <a:gd name="connsiteY107" fmla="*/ 426389 h 1686974"/>
                <a:gd name="connsiteX108" fmla="*/ 635815 w 1292919"/>
                <a:gd name="connsiteY108" fmla="*/ 422207 h 1686974"/>
                <a:gd name="connsiteX109" fmla="*/ 639628 w 1292919"/>
                <a:gd name="connsiteY109" fmla="*/ 418814 h 1686974"/>
                <a:gd name="connsiteX110" fmla="*/ 653063 w 1292919"/>
                <a:gd name="connsiteY110" fmla="*/ 403790 h 1686974"/>
                <a:gd name="connsiteX111" fmla="*/ 643149 w 1292919"/>
                <a:gd name="connsiteY111" fmla="*/ 370845 h 1686974"/>
                <a:gd name="connsiteX112" fmla="*/ 668989 w 1292919"/>
                <a:gd name="connsiteY112" fmla="*/ 324580 h 1686974"/>
                <a:gd name="connsiteX113" fmla="*/ 687114 w 1292919"/>
                <a:gd name="connsiteY113" fmla="*/ 322038 h 1686974"/>
                <a:gd name="connsiteX114" fmla="*/ 700561 w 1292919"/>
                <a:gd name="connsiteY114" fmla="*/ 333134 h 1686974"/>
                <a:gd name="connsiteX115" fmla="*/ 723528 w 1292919"/>
                <a:gd name="connsiteY115" fmla="*/ 310256 h 1686974"/>
                <a:gd name="connsiteX116" fmla="*/ 703688 w 1292919"/>
                <a:gd name="connsiteY116" fmla="*/ 299274 h 1686974"/>
                <a:gd name="connsiteX117" fmla="*/ 701209 w 1292919"/>
                <a:gd name="connsiteY117" fmla="*/ 287378 h 1686974"/>
                <a:gd name="connsiteX118" fmla="*/ 689770 w 1292919"/>
                <a:gd name="connsiteY118" fmla="*/ 271960 h 1686974"/>
                <a:gd name="connsiteX119" fmla="*/ 700726 w 1292919"/>
                <a:gd name="connsiteY119" fmla="*/ 257839 h 1686974"/>
                <a:gd name="connsiteX120" fmla="*/ 698184 w 1292919"/>
                <a:gd name="connsiteY120" fmla="*/ 246997 h 1686974"/>
                <a:gd name="connsiteX121" fmla="*/ 701311 w 1292919"/>
                <a:gd name="connsiteY121" fmla="*/ 243591 h 1686974"/>
                <a:gd name="connsiteX122" fmla="*/ 709280 w 1292919"/>
                <a:gd name="connsiteY122" fmla="*/ 248815 h 1686974"/>
                <a:gd name="connsiteX123" fmla="*/ 722982 w 1292919"/>
                <a:gd name="connsiteY123" fmla="*/ 246209 h 1686974"/>
                <a:gd name="connsiteX124" fmla="*/ 742301 w 1292919"/>
                <a:gd name="connsiteY124" fmla="*/ 228707 h 1686974"/>
                <a:gd name="connsiteX125" fmla="*/ 763299 w 1292919"/>
                <a:gd name="connsiteY125" fmla="*/ 206998 h 1686974"/>
                <a:gd name="connsiteX126" fmla="*/ 787448 w 1292919"/>
                <a:gd name="connsiteY126" fmla="*/ 183739 h 1686974"/>
                <a:gd name="connsiteX127" fmla="*/ 787982 w 1292919"/>
                <a:gd name="connsiteY127" fmla="*/ 171842 h 1686974"/>
                <a:gd name="connsiteX128" fmla="*/ 766832 w 1292919"/>
                <a:gd name="connsiteY128" fmla="*/ 142608 h 1686974"/>
                <a:gd name="connsiteX129" fmla="*/ 747767 w 1292919"/>
                <a:gd name="connsiteY129" fmla="*/ 138935 h 1686974"/>
                <a:gd name="connsiteX130" fmla="*/ 709789 w 1292919"/>
                <a:gd name="connsiteY130" fmla="*/ 158280 h 1686974"/>
                <a:gd name="connsiteX131" fmla="*/ 647407 w 1292919"/>
                <a:gd name="connsiteY131" fmla="*/ 187437 h 1686974"/>
                <a:gd name="connsiteX132" fmla="*/ 639781 w 1292919"/>
                <a:gd name="connsiteY132" fmla="*/ 155929 h 1686974"/>
                <a:gd name="connsiteX133" fmla="*/ 642386 w 1292919"/>
                <a:gd name="connsiteY133" fmla="*/ 103906 h 1686974"/>
                <a:gd name="connsiteX134" fmla="*/ 597901 w 1292919"/>
                <a:gd name="connsiteY134" fmla="*/ 84434 h 1686974"/>
                <a:gd name="connsiteX135" fmla="*/ 597774 w 1292919"/>
                <a:gd name="connsiteY135" fmla="*/ 73846 h 1686974"/>
                <a:gd name="connsiteX136" fmla="*/ 618390 w 1292919"/>
                <a:gd name="connsiteY136" fmla="*/ 75549 h 1686974"/>
                <a:gd name="connsiteX137" fmla="*/ 685194 w 1292919"/>
                <a:gd name="connsiteY137" fmla="*/ 86264 h 1686974"/>
                <a:gd name="connsiteX138" fmla="*/ 699290 w 1292919"/>
                <a:gd name="connsiteY138" fmla="*/ 81434 h 1686974"/>
                <a:gd name="connsiteX139" fmla="*/ 709344 w 1292919"/>
                <a:gd name="connsiteY139" fmla="*/ 83252 h 1686974"/>
                <a:gd name="connsiteX140" fmla="*/ 799586 w 1292919"/>
                <a:gd name="connsiteY140" fmla="*/ 61949 h 1686974"/>
                <a:gd name="connsiteX141" fmla="*/ 817215 w 1292919"/>
                <a:gd name="connsiteY141" fmla="*/ 57653 h 1686974"/>
                <a:gd name="connsiteX142" fmla="*/ 831819 w 1292919"/>
                <a:gd name="connsiteY142" fmla="*/ 53980 h 1686974"/>
                <a:gd name="connsiteX143" fmla="*/ 844529 w 1292919"/>
                <a:gd name="connsiteY143" fmla="*/ 50587 h 1686974"/>
                <a:gd name="connsiteX144" fmla="*/ 867243 w 1292919"/>
                <a:gd name="connsiteY144" fmla="*/ 38550 h 1686974"/>
                <a:gd name="connsiteX145" fmla="*/ 882635 w 1292919"/>
                <a:gd name="connsiteY145" fmla="*/ 30720 h 1686974"/>
                <a:gd name="connsiteX146" fmla="*/ 900251 w 1292919"/>
                <a:gd name="connsiteY146" fmla="*/ 21302 h 1686974"/>
                <a:gd name="connsiteX147" fmla="*/ 925824 w 1292919"/>
                <a:gd name="connsiteY147" fmla="*/ 8096 h 1686974"/>
                <a:gd name="connsiteX148" fmla="*/ 957600 w 1292919"/>
                <a:gd name="connsiteY148" fmla="*/ 0 h 1686974"/>
                <a:gd name="connsiteX149" fmla="*/ 972610 w 1292919"/>
                <a:gd name="connsiteY149" fmla="*/ 31508 h 1686974"/>
                <a:gd name="connsiteX150" fmla="*/ 985651 w 1292919"/>
                <a:gd name="connsiteY150" fmla="*/ 41168 h 1686974"/>
                <a:gd name="connsiteX151" fmla="*/ 988523 w 1292919"/>
                <a:gd name="connsiteY151" fmla="*/ 71355 h 1686974"/>
                <a:gd name="connsiteX152" fmla="*/ 972076 w 1292919"/>
                <a:gd name="connsiteY152" fmla="*/ 89149 h 1686974"/>
                <a:gd name="connsiteX153" fmla="*/ 914016 w 1292919"/>
                <a:gd name="connsiteY153" fmla="*/ 120925 h 1686974"/>
                <a:gd name="connsiteX154" fmla="*/ 913228 w 1292919"/>
                <a:gd name="connsiteY154" fmla="*/ 128894 h 1686974"/>
                <a:gd name="connsiteX155" fmla="*/ 930336 w 1292919"/>
                <a:gd name="connsiteY155" fmla="*/ 128360 h 1686974"/>
                <a:gd name="connsiteX156" fmla="*/ 941775 w 1292919"/>
                <a:gd name="connsiteY156" fmla="*/ 165220 h 1686974"/>
                <a:gd name="connsiteX157" fmla="*/ 933692 w 1292919"/>
                <a:gd name="connsiteY157" fmla="*/ 196856 h 1686974"/>
                <a:gd name="connsiteX158" fmla="*/ 948296 w 1292919"/>
                <a:gd name="connsiteY158" fmla="*/ 230703 h 1686974"/>
                <a:gd name="connsiteX159" fmla="*/ 936043 w 1292919"/>
                <a:gd name="connsiteY159" fmla="*/ 246769 h 1686974"/>
                <a:gd name="connsiteX160" fmla="*/ 932116 w 1292919"/>
                <a:gd name="connsiteY160" fmla="*/ 273701 h 1686974"/>
                <a:gd name="connsiteX161" fmla="*/ 900340 w 1292919"/>
                <a:gd name="connsiteY161" fmla="*/ 310180 h 1686974"/>
                <a:gd name="connsiteX162" fmla="*/ 916126 w 1292919"/>
                <a:gd name="connsiteY162" fmla="*/ 314349 h 1686974"/>
                <a:gd name="connsiteX163" fmla="*/ 961285 w 1292919"/>
                <a:gd name="connsiteY163" fmla="*/ 319331 h 1686974"/>
                <a:gd name="connsiteX164" fmla="*/ 973996 w 1292919"/>
                <a:gd name="connsiteY164" fmla="*/ 303901 h 1686974"/>
                <a:gd name="connsiteX165" fmla="*/ 987557 w 1292919"/>
                <a:gd name="connsiteY165" fmla="*/ 299973 h 1686974"/>
                <a:gd name="connsiteX166" fmla="*/ 1006470 w 1292919"/>
                <a:gd name="connsiteY166" fmla="*/ 317361 h 1686974"/>
                <a:gd name="connsiteX167" fmla="*/ 1041589 w 1292919"/>
                <a:gd name="connsiteY167" fmla="*/ 316713 h 1686974"/>
                <a:gd name="connsiteX168" fmla="*/ 1091031 w 1292919"/>
                <a:gd name="connsiteY168" fmla="*/ 342845 h 1686974"/>
                <a:gd name="connsiteX169" fmla="*/ 1200784 w 1292919"/>
                <a:gd name="connsiteY169" fmla="*/ 327593 h 1686974"/>
                <a:gd name="connsiteX170" fmla="*/ 1214879 w 1292919"/>
                <a:gd name="connsiteY170" fmla="*/ 348234 h 1686974"/>
                <a:gd name="connsiteX171" fmla="*/ 1238508 w 1292919"/>
                <a:gd name="connsiteY171" fmla="*/ 344421 h 1686974"/>
                <a:gd name="connsiteX172" fmla="*/ 1241113 w 1292919"/>
                <a:gd name="connsiteY172" fmla="*/ 361135 h 1686974"/>
                <a:gd name="connsiteX173" fmla="*/ 1250392 w 1292919"/>
                <a:gd name="connsiteY173" fmla="*/ 421915 h 1686974"/>
                <a:gd name="connsiteX174" fmla="*/ 1207177 w 1292919"/>
                <a:gd name="connsiteY174" fmla="*/ 462435 h 1686974"/>
                <a:gd name="connsiteX175" fmla="*/ 1162793 w 1292919"/>
                <a:gd name="connsiteY175" fmla="*/ 423491 h 1686974"/>
                <a:gd name="connsiteX176" fmla="*/ 1133699 w 1292919"/>
                <a:gd name="connsiteY176" fmla="*/ 454720 h 1686974"/>
                <a:gd name="connsiteX177" fmla="*/ 1189942 w 1292919"/>
                <a:gd name="connsiteY177" fmla="*/ 505561 h 1686974"/>
                <a:gd name="connsiteX178" fmla="*/ 1169860 w 1292919"/>
                <a:gd name="connsiteY178" fmla="*/ 535099 h 1686974"/>
                <a:gd name="connsiteX179" fmla="*/ 1169593 w 1292919"/>
                <a:gd name="connsiteY179" fmla="*/ 565159 h 1686974"/>
                <a:gd name="connsiteX180" fmla="*/ 1133839 w 1292919"/>
                <a:gd name="connsiteY180" fmla="*/ 628812 h 1686974"/>
                <a:gd name="connsiteX181" fmla="*/ 1136064 w 1292919"/>
                <a:gd name="connsiteY181" fmla="*/ 643314 h 1686974"/>
                <a:gd name="connsiteX182" fmla="*/ 1109690 w 1292919"/>
                <a:gd name="connsiteY182" fmla="*/ 693647 h 1686974"/>
                <a:gd name="connsiteX183" fmla="*/ 1120125 w 1292919"/>
                <a:gd name="connsiteY183" fmla="*/ 712852 h 1686974"/>
                <a:gd name="connsiteX184" fmla="*/ 1137360 w 1292919"/>
                <a:gd name="connsiteY184" fmla="*/ 761862 h 1686974"/>
                <a:gd name="connsiteX185" fmla="*/ 1128615 w 1292919"/>
                <a:gd name="connsiteY185" fmla="*/ 841212 h 1686974"/>
                <a:gd name="connsiteX186" fmla="*/ 1230132 w 1292919"/>
                <a:gd name="connsiteY186" fmla="*/ 872047 h 1686974"/>
                <a:gd name="connsiteX187" fmla="*/ 1222709 w 1292919"/>
                <a:gd name="connsiteY187" fmla="*/ 911449 h 1686974"/>
                <a:gd name="connsiteX188" fmla="*/ 1230271 w 1292919"/>
                <a:gd name="connsiteY188" fmla="*/ 914321 h 1686974"/>
                <a:gd name="connsiteX189" fmla="*/ 1292920 w 1292919"/>
                <a:gd name="connsiteY189" fmla="*/ 937721 h 1686974"/>
                <a:gd name="connsiteX190" fmla="*/ 1285091 w 1292919"/>
                <a:gd name="connsiteY190" fmla="*/ 982931 h 1686974"/>
                <a:gd name="connsiteX191" fmla="*/ 1286908 w 1292919"/>
                <a:gd name="connsiteY191" fmla="*/ 1039275 h 1686974"/>
                <a:gd name="connsiteX192" fmla="*/ 1236665 w 1292919"/>
                <a:gd name="connsiteY192" fmla="*/ 1066844 h 1686974"/>
                <a:gd name="connsiteX193" fmla="*/ 1221527 w 1292919"/>
                <a:gd name="connsiteY193" fmla="*/ 1041626 h 1686974"/>
                <a:gd name="connsiteX194" fmla="*/ 1190209 w 1292919"/>
                <a:gd name="connsiteY194" fmla="*/ 1041754 h 1686974"/>
                <a:gd name="connsiteX195" fmla="*/ 1189167 w 1292919"/>
                <a:gd name="connsiteY195" fmla="*/ 1082147 h 1686974"/>
                <a:gd name="connsiteX196" fmla="*/ 1155370 w 1292919"/>
                <a:gd name="connsiteY196" fmla="*/ 1097183 h 1686974"/>
                <a:gd name="connsiteX197" fmla="*/ 1170508 w 1292919"/>
                <a:gd name="connsiteY197" fmla="*/ 1230767 h 1686974"/>
                <a:gd name="connsiteX198" fmla="*/ 1126404 w 1292919"/>
                <a:gd name="connsiteY198" fmla="*/ 1267741 h 1686974"/>
                <a:gd name="connsiteX199" fmla="*/ 1089544 w 1292919"/>
                <a:gd name="connsiteY199" fmla="*/ 1253633 h 1686974"/>
                <a:gd name="connsiteX200" fmla="*/ 1047524 w 1292919"/>
                <a:gd name="connsiteY200" fmla="*/ 1319497 h 1686974"/>
                <a:gd name="connsiteX201" fmla="*/ 997954 w 1292919"/>
                <a:gd name="connsiteY201" fmla="*/ 1347853 h 1686974"/>
                <a:gd name="connsiteX202" fmla="*/ 964539 w 1292919"/>
                <a:gd name="connsiteY202" fmla="*/ 1369715 h 1686974"/>
                <a:gd name="connsiteX203" fmla="*/ 946402 w 1292919"/>
                <a:gd name="connsiteY203" fmla="*/ 1400436 h 1686974"/>
                <a:gd name="connsiteX204" fmla="*/ 912733 w 1292919"/>
                <a:gd name="connsiteY204" fmla="*/ 1413235 h 1686974"/>
                <a:gd name="connsiteX205" fmla="*/ 900454 w 1292919"/>
                <a:gd name="connsiteY205" fmla="*/ 1380048 h 1686974"/>
                <a:gd name="connsiteX206" fmla="*/ 862616 w 1292919"/>
                <a:gd name="connsiteY206" fmla="*/ 1406193 h 1686974"/>
                <a:gd name="connsiteX207" fmla="*/ 808064 w 1292919"/>
                <a:gd name="connsiteY207" fmla="*/ 1442138 h 1686974"/>
                <a:gd name="connsiteX208" fmla="*/ 793714 w 1292919"/>
                <a:gd name="connsiteY208" fmla="*/ 1487094 h 1686974"/>
                <a:gd name="connsiteX209" fmla="*/ 737332 w 1292919"/>
                <a:gd name="connsiteY209" fmla="*/ 1518869 h 1686974"/>
                <a:gd name="connsiteX210" fmla="*/ 724278 w 1292919"/>
                <a:gd name="connsiteY210" fmla="*/ 1543845 h 1686974"/>
                <a:gd name="connsiteX211" fmla="*/ 639209 w 1292919"/>
                <a:gd name="connsiteY211" fmla="*/ 1543845 h 1686974"/>
                <a:gd name="connsiteX212" fmla="*/ 591177 w 1292919"/>
                <a:gd name="connsiteY212" fmla="*/ 1577819 h 1686974"/>
                <a:gd name="connsiteX213" fmla="*/ 573573 w 1292919"/>
                <a:gd name="connsiteY213" fmla="*/ 1609595 h 1686974"/>
                <a:gd name="connsiteX214" fmla="*/ 556593 w 1292919"/>
                <a:gd name="connsiteY214" fmla="*/ 1640315 h 1686974"/>
                <a:gd name="connsiteX215" fmla="*/ 546018 w 1292919"/>
                <a:gd name="connsiteY215" fmla="*/ 1659520 h 1686974"/>
                <a:gd name="connsiteX216" fmla="*/ 476467 w 1292919"/>
                <a:gd name="connsiteY216" fmla="*/ 1686974 h 1686974"/>
                <a:gd name="connsiteX217" fmla="*/ 468511 w 1292919"/>
                <a:gd name="connsiteY217" fmla="*/ 1609200 h 1686974"/>
                <a:gd name="connsiteX218" fmla="*/ 479086 w 1292919"/>
                <a:gd name="connsiteY218" fmla="*/ 1577959 h 1686974"/>
                <a:gd name="connsiteX219" fmla="*/ 444883 w 1292919"/>
                <a:gd name="connsiteY219" fmla="*/ 1535354 h 1686974"/>
                <a:gd name="connsiteX220" fmla="*/ 439938 w 1292919"/>
                <a:gd name="connsiteY220" fmla="*/ 1524907 h 1686974"/>
                <a:gd name="connsiteX221" fmla="*/ 431829 w 1292919"/>
                <a:gd name="connsiteY221" fmla="*/ 1513925 h 1686974"/>
                <a:gd name="connsiteX222" fmla="*/ 437968 w 1292919"/>
                <a:gd name="connsiteY222" fmla="*/ 1501774 h 1686974"/>
                <a:gd name="connsiteX223" fmla="*/ 426758 w 1292919"/>
                <a:gd name="connsiteY223" fmla="*/ 1497580 h 1686974"/>
                <a:gd name="connsiteX224" fmla="*/ 413565 w 1292919"/>
                <a:gd name="connsiteY224" fmla="*/ 1492877 h 1686974"/>
                <a:gd name="connsiteX225" fmla="*/ 375434 w 1292919"/>
                <a:gd name="connsiteY225" fmla="*/ 1474307 h 1686974"/>
                <a:gd name="connsiteX226" fmla="*/ 328978 w 1292919"/>
                <a:gd name="connsiteY226" fmla="*/ 1461902 h 1686974"/>
                <a:gd name="connsiteX227" fmla="*/ 313179 w 1292919"/>
                <a:gd name="connsiteY227" fmla="*/ 1482556 h 1686974"/>
                <a:gd name="connsiteX228" fmla="*/ 296224 w 1292919"/>
                <a:gd name="connsiteY228" fmla="*/ 1477981 h 1686974"/>
                <a:gd name="connsiteX229" fmla="*/ 300800 w 1292919"/>
                <a:gd name="connsiteY229" fmla="*/ 1441769 h 1686974"/>
                <a:gd name="connsiteX230" fmla="*/ 281734 w 1292919"/>
                <a:gd name="connsiteY230" fmla="*/ 1433419 h 1686974"/>
                <a:gd name="connsiteX231" fmla="*/ 267512 w 1292919"/>
                <a:gd name="connsiteY231" fmla="*/ 1463211 h 1686974"/>
                <a:gd name="connsiteX232" fmla="*/ 218844 w 1292919"/>
                <a:gd name="connsiteY232" fmla="*/ 1520598 h 1686974"/>
                <a:gd name="connsiteX233" fmla="*/ 198228 w 1292919"/>
                <a:gd name="connsiteY233" fmla="*/ 1519136 h 1686974"/>
                <a:gd name="connsiteX234" fmla="*/ 181387 w 1292919"/>
                <a:gd name="connsiteY234" fmla="*/ 1482556 h 1686974"/>
                <a:gd name="connsiteX235" fmla="*/ 166783 w 1292919"/>
                <a:gd name="connsiteY235" fmla="*/ 1484907 h 1686974"/>
                <a:gd name="connsiteX236" fmla="*/ 161699 w 1292919"/>
                <a:gd name="connsiteY236" fmla="*/ 1462830 h 1686974"/>
                <a:gd name="connsiteX237" fmla="*/ 149955 w 1292919"/>
                <a:gd name="connsiteY237" fmla="*/ 1463732 h 1686974"/>
                <a:gd name="connsiteX238" fmla="*/ 125564 w 1292919"/>
                <a:gd name="connsiteY238" fmla="*/ 1422297 h 1686974"/>
                <a:gd name="connsiteX239" fmla="*/ 149447 w 1292919"/>
                <a:gd name="connsiteY239" fmla="*/ 1377201 h 1686974"/>
                <a:gd name="connsiteX240" fmla="*/ 166389 w 1292919"/>
                <a:gd name="connsiteY240" fmla="*/ 1387675 h 1686974"/>
                <a:gd name="connsiteX241" fmla="*/ 204901 w 1292919"/>
                <a:gd name="connsiteY241" fmla="*/ 1377507 h 1686974"/>
                <a:gd name="connsiteX242" fmla="*/ 214548 w 1292919"/>
                <a:gd name="connsiteY242" fmla="*/ 1378561 h 1686974"/>
                <a:gd name="connsiteX243" fmla="*/ 216251 w 1292919"/>
                <a:gd name="connsiteY243" fmla="*/ 1392161 h 1686974"/>
                <a:gd name="connsiteX244" fmla="*/ 222772 w 1292919"/>
                <a:gd name="connsiteY244" fmla="*/ 1393992 h 1686974"/>
                <a:gd name="connsiteX245" fmla="*/ 219759 w 1292919"/>
                <a:gd name="connsiteY245" fmla="*/ 1406409 h 1686974"/>
                <a:gd name="connsiteX246" fmla="*/ 225110 w 1292919"/>
                <a:gd name="connsiteY246" fmla="*/ 1409930 h 1686974"/>
                <a:gd name="connsiteX247" fmla="*/ 229826 w 1292919"/>
                <a:gd name="connsiteY247" fmla="*/ 1412282 h 1686974"/>
                <a:gd name="connsiteX248" fmla="*/ 235825 w 1292919"/>
                <a:gd name="connsiteY248" fmla="*/ 1398033 h 1686974"/>
                <a:gd name="connsiteX249" fmla="*/ 233474 w 1292919"/>
                <a:gd name="connsiteY249" fmla="*/ 1392161 h 1686974"/>
                <a:gd name="connsiteX250" fmla="*/ 237910 w 1292919"/>
                <a:gd name="connsiteY250" fmla="*/ 1379603 h 1686974"/>
                <a:gd name="connsiteX251" fmla="*/ 240795 w 1292919"/>
                <a:gd name="connsiteY251" fmla="*/ 1376464 h 1686974"/>
                <a:gd name="connsiteX252" fmla="*/ 280069 w 1292919"/>
                <a:gd name="connsiteY252" fmla="*/ 1331254 h 1686974"/>
                <a:gd name="connsiteX253" fmla="*/ 289462 w 1292919"/>
                <a:gd name="connsiteY253" fmla="*/ 1329157 h 1686974"/>
                <a:gd name="connsiteX254" fmla="*/ 294165 w 1292919"/>
                <a:gd name="connsiteY254" fmla="*/ 1326017 h 1686974"/>
                <a:gd name="connsiteX255" fmla="*/ 310981 w 1292919"/>
                <a:gd name="connsiteY255" fmla="*/ 1318175 h 1686974"/>
                <a:gd name="connsiteX256" fmla="*/ 302249 w 1292919"/>
                <a:gd name="connsiteY256" fmla="*/ 1290467 h 1686974"/>
                <a:gd name="connsiteX257" fmla="*/ 278099 w 1292919"/>
                <a:gd name="connsiteY257" fmla="*/ 1313472 h 1686974"/>
                <a:gd name="connsiteX258" fmla="*/ 248345 w 1292919"/>
                <a:gd name="connsiteY258" fmla="*/ 1293136 h 1686974"/>
                <a:gd name="connsiteX259" fmla="*/ 234770 w 1292919"/>
                <a:gd name="connsiteY259" fmla="*/ 1273270 h 1686974"/>
                <a:gd name="connsiteX260" fmla="*/ 232228 w 1292919"/>
                <a:gd name="connsiteY260" fmla="*/ 1267385 h 1686974"/>
                <a:gd name="connsiteX261" fmla="*/ 209350 w 1292919"/>
                <a:gd name="connsiteY261" fmla="*/ 1255883 h 1686974"/>
                <a:gd name="connsiteX262" fmla="*/ 188073 w 1292919"/>
                <a:gd name="connsiteY262" fmla="*/ 1255488 h 1686974"/>
                <a:gd name="connsiteX263" fmla="*/ 184679 w 1292919"/>
                <a:gd name="connsiteY263" fmla="*/ 1261373 h 1686974"/>
                <a:gd name="connsiteX264" fmla="*/ 172427 w 1292919"/>
                <a:gd name="connsiteY264" fmla="*/ 1275494 h 1686974"/>
                <a:gd name="connsiteX265" fmla="*/ 163288 w 1292919"/>
                <a:gd name="connsiteY265" fmla="*/ 1272749 h 1686974"/>
                <a:gd name="connsiteX266" fmla="*/ 153488 w 1292919"/>
                <a:gd name="connsiteY266" fmla="*/ 1269737 h 1686974"/>
                <a:gd name="connsiteX267" fmla="*/ 144108 w 1292919"/>
                <a:gd name="connsiteY267" fmla="*/ 1249870 h 1686974"/>
                <a:gd name="connsiteX268" fmla="*/ 130267 w 1292919"/>
                <a:gd name="connsiteY268" fmla="*/ 1244507 h 1686974"/>
                <a:gd name="connsiteX269" fmla="*/ 126454 w 1292919"/>
                <a:gd name="connsiteY269" fmla="*/ 1257979 h 1686974"/>
                <a:gd name="connsiteX270" fmla="*/ 128131 w 1292919"/>
                <a:gd name="connsiteY270" fmla="*/ 1266457 h 1686974"/>
                <a:gd name="connsiteX271" fmla="*/ 99686 w 1292919"/>
                <a:gd name="connsiteY271" fmla="*/ 1278761 h 1686974"/>
                <a:gd name="connsiteX272" fmla="*/ 90420 w 1292919"/>
                <a:gd name="connsiteY272" fmla="*/ 1275088 h 1686974"/>
                <a:gd name="connsiteX273" fmla="*/ 99559 w 1292919"/>
                <a:gd name="connsiteY273" fmla="*/ 1250786 h 1686974"/>
                <a:gd name="connsiteX274" fmla="*/ 103613 w 1292919"/>
                <a:gd name="connsiteY274" fmla="*/ 1223204 h 1686974"/>
                <a:gd name="connsiteX275" fmla="*/ 98263 w 1292919"/>
                <a:gd name="connsiteY275" fmla="*/ 1202156 h 1686974"/>
                <a:gd name="connsiteX276" fmla="*/ 108685 w 1292919"/>
                <a:gd name="connsiteY276" fmla="*/ 1178515 h 1686974"/>
                <a:gd name="connsiteX277" fmla="*/ 97093 w 1292919"/>
                <a:gd name="connsiteY277" fmla="*/ 1087282 h 1686974"/>
                <a:gd name="connsiteX278" fmla="*/ 109867 w 1292919"/>
                <a:gd name="connsiteY278" fmla="*/ 1068458 h 1686974"/>
                <a:gd name="connsiteX279" fmla="*/ 112485 w 1292919"/>
                <a:gd name="connsiteY279" fmla="*/ 1058379 h 1686974"/>
                <a:gd name="connsiteX280" fmla="*/ 140549 w 1292919"/>
                <a:gd name="connsiteY280" fmla="*/ 1057476 h 1686974"/>
                <a:gd name="connsiteX281" fmla="*/ 160377 w 1292919"/>
                <a:gd name="connsiteY281" fmla="*/ 1022193 h 1686974"/>
                <a:gd name="connsiteX282" fmla="*/ 193424 w 1292919"/>
                <a:gd name="connsiteY282" fmla="*/ 1020756 h 1686974"/>
                <a:gd name="connsiteX283" fmla="*/ 205422 w 1292919"/>
                <a:gd name="connsiteY283" fmla="*/ 1032780 h 1686974"/>
                <a:gd name="connsiteX284" fmla="*/ 212871 w 1292919"/>
                <a:gd name="connsiteY284" fmla="*/ 1036822 h 1686974"/>
                <a:gd name="connsiteX285" fmla="*/ 242752 w 1292919"/>
                <a:gd name="connsiteY285" fmla="*/ 1021265 h 1686974"/>
                <a:gd name="connsiteX286" fmla="*/ 250721 w 1292919"/>
                <a:gd name="connsiteY286" fmla="*/ 983769 h 1686974"/>
                <a:gd name="connsiteX287" fmla="*/ 235965 w 1292919"/>
                <a:gd name="connsiteY287" fmla="*/ 974097 h 1686974"/>
                <a:gd name="connsiteX288" fmla="*/ 261932 w 1292919"/>
                <a:gd name="connsiteY288" fmla="*/ 943390 h 1686974"/>
                <a:gd name="connsiteX289" fmla="*/ 277349 w 1292919"/>
                <a:gd name="connsiteY289" fmla="*/ 931086 h 1686974"/>
                <a:gd name="connsiteX290" fmla="*/ 295601 w 1292919"/>
                <a:gd name="connsiteY290" fmla="*/ 905081 h 1686974"/>
                <a:gd name="connsiteX291" fmla="*/ 293263 w 1292919"/>
                <a:gd name="connsiteY291" fmla="*/ 897226 h 1686974"/>
                <a:gd name="connsiteX292" fmla="*/ 305007 w 1292919"/>
                <a:gd name="connsiteY292" fmla="*/ 880118 h 1686974"/>
                <a:gd name="connsiteX293" fmla="*/ 349124 w 1292919"/>
                <a:gd name="connsiteY293" fmla="*/ 833967 h 1686974"/>
                <a:gd name="connsiteX294" fmla="*/ 357589 w 1292919"/>
                <a:gd name="connsiteY294" fmla="*/ 839992 h 1686974"/>
                <a:gd name="connsiteX295" fmla="*/ 382018 w 1292919"/>
                <a:gd name="connsiteY295" fmla="*/ 813059 h 1686974"/>
                <a:gd name="connsiteX296" fmla="*/ 383963 w 1292919"/>
                <a:gd name="connsiteY296" fmla="*/ 802471 h 1686974"/>
                <a:gd name="connsiteX297" fmla="*/ 394398 w 1292919"/>
                <a:gd name="connsiteY297" fmla="*/ 770454 h 1686974"/>
                <a:gd name="connsiteX298" fmla="*/ 372790 w 1292919"/>
                <a:gd name="connsiteY298" fmla="*/ 744564 h 1686974"/>
                <a:gd name="connsiteX299" fmla="*/ 354386 w 1292919"/>
                <a:gd name="connsiteY299" fmla="*/ 751109 h 1686974"/>
                <a:gd name="connsiteX300" fmla="*/ 331508 w 1292919"/>
                <a:gd name="connsiteY300" fmla="*/ 746140 h 1686974"/>
                <a:gd name="connsiteX301" fmla="*/ 339604 w 1292919"/>
                <a:gd name="connsiteY301" fmla="*/ 717783 h 1686974"/>
                <a:gd name="connsiteX302" fmla="*/ 369486 w 1292919"/>
                <a:gd name="connsiteY302" fmla="*/ 704056 h 1686974"/>
                <a:gd name="connsiteX303" fmla="*/ 390102 w 1292919"/>
                <a:gd name="connsiteY303" fmla="*/ 662227 h 1686974"/>
                <a:gd name="connsiteX304" fmla="*/ 430177 w 1292919"/>
                <a:gd name="connsiteY304" fmla="*/ 636616 h 1686974"/>
                <a:gd name="connsiteX305" fmla="*/ 443345 w 1292919"/>
                <a:gd name="connsiteY305" fmla="*/ 591253 h 1686974"/>
                <a:gd name="connsiteX306" fmla="*/ 430304 w 1292919"/>
                <a:gd name="connsiteY306" fmla="*/ 549818 h 1686974"/>
                <a:gd name="connsiteX307" fmla="*/ 444654 w 1292919"/>
                <a:gd name="connsiteY307" fmla="*/ 523292 h 1686974"/>
                <a:gd name="connsiteX308" fmla="*/ 472972 w 1292919"/>
                <a:gd name="connsiteY308" fmla="*/ 539230 h 1686974"/>
                <a:gd name="connsiteX309" fmla="*/ 500235 w 1292919"/>
                <a:gd name="connsiteY309" fmla="*/ 516886 h 1686974"/>
                <a:gd name="connsiteX310" fmla="*/ 485746 w 1292919"/>
                <a:gd name="connsiteY310" fmla="*/ 486356 h 1686974"/>
                <a:gd name="connsiteX311" fmla="*/ 460567 w 1292919"/>
                <a:gd name="connsiteY311" fmla="*/ 452381 h 1686974"/>
                <a:gd name="connsiteX312" fmla="*/ 478971 w 1292919"/>
                <a:gd name="connsiteY312" fmla="*/ 407031 h 1686974"/>
                <a:gd name="connsiteX313" fmla="*/ 494224 w 1292919"/>
                <a:gd name="connsiteY313" fmla="*/ 388602 h 1686974"/>
                <a:gd name="connsiteX314" fmla="*/ 490690 w 1292919"/>
                <a:gd name="connsiteY314" fmla="*/ 383886 h 1686974"/>
                <a:gd name="connsiteX315" fmla="*/ 463414 w 1292919"/>
                <a:gd name="connsiteY315" fmla="*/ 347293 h 1686974"/>
                <a:gd name="connsiteX316" fmla="*/ 439671 w 1292919"/>
                <a:gd name="connsiteY316" fmla="*/ 356318 h 1686974"/>
                <a:gd name="connsiteX317" fmla="*/ 452852 w 1292919"/>
                <a:gd name="connsiteY317" fmla="*/ 404540 h 1686974"/>
                <a:gd name="connsiteX318" fmla="*/ 433138 w 1292919"/>
                <a:gd name="connsiteY318" fmla="*/ 410158 h 1686974"/>
                <a:gd name="connsiteX319" fmla="*/ 391767 w 1292919"/>
                <a:gd name="connsiteY319" fmla="*/ 339858 h 1686974"/>
                <a:gd name="connsiteX320" fmla="*/ 365940 w 1292919"/>
                <a:gd name="connsiteY320" fmla="*/ 330681 h 1686974"/>
                <a:gd name="connsiteX321" fmla="*/ 359927 w 1292919"/>
                <a:gd name="connsiteY321" fmla="*/ 291216 h 1686974"/>
                <a:gd name="connsiteX322" fmla="*/ 366194 w 1292919"/>
                <a:gd name="connsiteY322" fmla="*/ 292004 h 1686974"/>
                <a:gd name="connsiteX323" fmla="*/ 370375 w 1292919"/>
                <a:gd name="connsiteY323" fmla="*/ 284937 h 1686974"/>
                <a:gd name="connsiteX324" fmla="*/ 371545 w 1292919"/>
                <a:gd name="connsiteY324" fmla="*/ 277235 h 1686974"/>
                <a:gd name="connsiteX325" fmla="*/ 385246 w 1292919"/>
                <a:gd name="connsiteY325" fmla="*/ 271617 h 1686974"/>
                <a:gd name="connsiteX326" fmla="*/ 200592 w 1292919"/>
                <a:gd name="connsiteY326" fmla="*/ 691422 h 1686974"/>
                <a:gd name="connsiteX327" fmla="*/ 212604 w 1292919"/>
                <a:gd name="connsiteY327" fmla="*/ 681890 h 1686974"/>
                <a:gd name="connsiteX328" fmla="*/ 234656 w 1292919"/>
                <a:gd name="connsiteY328" fmla="*/ 715610 h 1686974"/>
                <a:gd name="connsiteX329" fmla="*/ 244430 w 1292919"/>
                <a:gd name="connsiteY329" fmla="*/ 724621 h 1686974"/>
                <a:gd name="connsiteX330" fmla="*/ 253975 w 1292919"/>
                <a:gd name="connsiteY330" fmla="*/ 732463 h 1686974"/>
                <a:gd name="connsiteX331" fmla="*/ 273422 w 1292919"/>
                <a:gd name="connsiteY331" fmla="*/ 755990 h 1686974"/>
                <a:gd name="connsiteX332" fmla="*/ 241303 w 1292919"/>
                <a:gd name="connsiteY332" fmla="*/ 806183 h 1686974"/>
                <a:gd name="connsiteX333" fmla="*/ 235825 w 1292919"/>
                <a:gd name="connsiteY333" fmla="*/ 814152 h 1686974"/>
                <a:gd name="connsiteX334" fmla="*/ 240134 w 1292919"/>
                <a:gd name="connsiteY334" fmla="*/ 820431 h 1686974"/>
                <a:gd name="connsiteX335" fmla="*/ 232177 w 1292919"/>
                <a:gd name="connsiteY335" fmla="*/ 831145 h 1686974"/>
                <a:gd name="connsiteX336" fmla="*/ 210888 w 1292919"/>
                <a:gd name="connsiteY336" fmla="*/ 824994 h 1686974"/>
                <a:gd name="connsiteX337" fmla="*/ 184539 w 1292919"/>
                <a:gd name="connsiteY337" fmla="*/ 806831 h 1686974"/>
                <a:gd name="connsiteX338" fmla="*/ 162932 w 1292919"/>
                <a:gd name="connsiteY338" fmla="*/ 797807 h 1686974"/>
                <a:gd name="connsiteX339" fmla="*/ 140613 w 1292919"/>
                <a:gd name="connsiteY339" fmla="*/ 804085 h 1686974"/>
                <a:gd name="connsiteX340" fmla="*/ 128208 w 1292919"/>
                <a:gd name="connsiteY340" fmla="*/ 820024 h 1686974"/>
                <a:gd name="connsiteX341" fmla="*/ 117646 w 1292919"/>
                <a:gd name="connsiteY341" fmla="*/ 822655 h 1686974"/>
                <a:gd name="connsiteX342" fmla="*/ 90763 w 1292919"/>
                <a:gd name="connsiteY342" fmla="*/ 826570 h 1686974"/>
                <a:gd name="connsiteX343" fmla="*/ 80062 w 1292919"/>
                <a:gd name="connsiteY343" fmla="*/ 815321 h 1686974"/>
                <a:gd name="connsiteX344" fmla="*/ 92073 w 1292919"/>
                <a:gd name="connsiteY344" fmla="*/ 796256 h 1686974"/>
                <a:gd name="connsiteX345" fmla="*/ 137346 w 1292919"/>
                <a:gd name="connsiteY345" fmla="*/ 789901 h 1686974"/>
                <a:gd name="connsiteX346" fmla="*/ 165144 w 1292919"/>
                <a:gd name="connsiteY346" fmla="*/ 745212 h 1686974"/>
                <a:gd name="connsiteX347" fmla="*/ 181845 w 1292919"/>
                <a:gd name="connsiteY347" fmla="*/ 721062 h 1686974"/>
                <a:gd name="connsiteX348" fmla="*/ 237122 w 1292919"/>
                <a:gd name="connsiteY348" fmla="*/ 652478 h 1686974"/>
                <a:gd name="connsiteX349" fmla="*/ 215069 w 1292919"/>
                <a:gd name="connsiteY349" fmla="*/ 648665 h 1686974"/>
                <a:gd name="connsiteX350" fmla="*/ 194326 w 1292919"/>
                <a:gd name="connsiteY350" fmla="*/ 669192 h 1686974"/>
                <a:gd name="connsiteX351" fmla="*/ 157912 w 1292919"/>
                <a:gd name="connsiteY351" fmla="*/ 685398 h 1686974"/>
                <a:gd name="connsiteX352" fmla="*/ 141871 w 1292919"/>
                <a:gd name="connsiteY352" fmla="*/ 673501 h 1686974"/>
                <a:gd name="connsiteX353" fmla="*/ 135605 w 1292919"/>
                <a:gd name="connsiteY353" fmla="*/ 668010 h 1686974"/>
                <a:gd name="connsiteX354" fmla="*/ 102317 w 1292919"/>
                <a:gd name="connsiteY354" fmla="*/ 656113 h 1686974"/>
                <a:gd name="connsiteX355" fmla="*/ 72702 w 1292919"/>
                <a:gd name="connsiteY355" fmla="*/ 629206 h 1686974"/>
                <a:gd name="connsiteX356" fmla="*/ 61861 w 1292919"/>
                <a:gd name="connsiteY356" fmla="*/ 639527 h 1686974"/>
                <a:gd name="connsiteX357" fmla="*/ 53116 w 1292919"/>
                <a:gd name="connsiteY357" fmla="*/ 629727 h 1686974"/>
                <a:gd name="connsiteX358" fmla="*/ 74266 w 1292919"/>
                <a:gd name="connsiteY358" fmla="*/ 602794 h 1686974"/>
                <a:gd name="connsiteX359" fmla="*/ 59395 w 1292919"/>
                <a:gd name="connsiteY359" fmla="*/ 596922 h 1686974"/>
                <a:gd name="connsiteX360" fmla="*/ 39821 w 1292919"/>
                <a:gd name="connsiteY360" fmla="*/ 577691 h 1686974"/>
                <a:gd name="connsiteX361" fmla="*/ 92530 w 1292919"/>
                <a:gd name="connsiteY361" fmla="*/ 523711 h 1686974"/>
                <a:gd name="connsiteX362" fmla="*/ 123200 w 1292919"/>
                <a:gd name="connsiteY362" fmla="*/ 494046 h 1686974"/>
                <a:gd name="connsiteX363" fmla="*/ 132987 w 1292919"/>
                <a:gd name="connsiteY363" fmla="*/ 485949 h 1686974"/>
                <a:gd name="connsiteX364" fmla="*/ 144731 w 1292919"/>
                <a:gd name="connsiteY364" fmla="*/ 484106 h 1686974"/>
                <a:gd name="connsiteX365" fmla="*/ 171613 w 1292919"/>
                <a:gd name="connsiteY365" fmla="*/ 471955 h 1686974"/>
                <a:gd name="connsiteX366" fmla="*/ 201774 w 1292919"/>
                <a:gd name="connsiteY366" fmla="*/ 439150 h 1686974"/>
                <a:gd name="connsiteX367" fmla="*/ 216251 w 1292919"/>
                <a:gd name="connsiteY367" fmla="*/ 426872 h 1686974"/>
                <a:gd name="connsiteX368" fmla="*/ 226953 w 1292919"/>
                <a:gd name="connsiteY368" fmla="*/ 423860 h 1686974"/>
                <a:gd name="connsiteX369" fmla="*/ 229826 w 1292919"/>
                <a:gd name="connsiteY369" fmla="*/ 416806 h 1686974"/>
                <a:gd name="connsiteX370" fmla="*/ 239219 w 1292919"/>
                <a:gd name="connsiteY370" fmla="*/ 411048 h 1686974"/>
                <a:gd name="connsiteX371" fmla="*/ 248751 w 1292919"/>
                <a:gd name="connsiteY371" fmla="*/ 405036 h 1686974"/>
                <a:gd name="connsiteX372" fmla="*/ 257229 w 1292919"/>
                <a:gd name="connsiteY372" fmla="*/ 391182 h 1686974"/>
                <a:gd name="connsiteX373" fmla="*/ 294673 w 1292919"/>
                <a:gd name="connsiteY373" fmla="*/ 345946 h 1686974"/>
                <a:gd name="connsiteX374" fmla="*/ 334749 w 1292919"/>
                <a:gd name="connsiteY374" fmla="*/ 366600 h 1686974"/>
                <a:gd name="connsiteX375" fmla="*/ 355365 w 1292919"/>
                <a:gd name="connsiteY375" fmla="*/ 394054 h 1686974"/>
                <a:gd name="connsiteX376" fmla="*/ 347535 w 1292919"/>
                <a:gd name="connsiteY376" fmla="*/ 421369 h 1686974"/>
                <a:gd name="connsiteX377" fmla="*/ 373629 w 1292919"/>
                <a:gd name="connsiteY377" fmla="*/ 446077 h 1686974"/>
                <a:gd name="connsiteX378" fmla="*/ 351577 w 1292919"/>
                <a:gd name="connsiteY378" fmla="*/ 466096 h 1686974"/>
                <a:gd name="connsiteX379" fmla="*/ 327428 w 1292919"/>
                <a:gd name="connsiteY379" fmla="*/ 503210 h 1686974"/>
                <a:gd name="connsiteX380" fmla="*/ 322610 w 1292919"/>
                <a:gd name="connsiteY380" fmla="*/ 535214 h 1686974"/>
                <a:gd name="connsiteX381" fmla="*/ 326665 w 1292919"/>
                <a:gd name="connsiteY381" fmla="*/ 576395 h 1686974"/>
                <a:gd name="connsiteX382" fmla="*/ 375599 w 1292919"/>
                <a:gd name="connsiteY382" fmla="*/ 589461 h 1686974"/>
                <a:gd name="connsiteX383" fmla="*/ 364160 w 1292919"/>
                <a:gd name="connsiteY383" fmla="*/ 611818 h 1686974"/>
                <a:gd name="connsiteX384" fmla="*/ 354500 w 1292919"/>
                <a:gd name="connsiteY384" fmla="*/ 618478 h 1686974"/>
                <a:gd name="connsiteX385" fmla="*/ 345501 w 1292919"/>
                <a:gd name="connsiteY385" fmla="*/ 648030 h 1686974"/>
                <a:gd name="connsiteX386" fmla="*/ 333236 w 1292919"/>
                <a:gd name="connsiteY386" fmla="*/ 667095 h 1686974"/>
                <a:gd name="connsiteX387" fmla="*/ 322000 w 1292919"/>
                <a:gd name="connsiteY387" fmla="*/ 655656 h 1686974"/>
                <a:gd name="connsiteX388" fmla="*/ 263686 w 1292919"/>
                <a:gd name="connsiteY388" fmla="*/ 677606 h 168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Lst>
              <a:rect l="l" t="t" r="r" b="b"/>
              <a:pathLst>
                <a:path w="1292919" h="1686974">
                  <a:moveTo>
                    <a:pt x="995603" y="217014"/>
                  </a:moveTo>
                  <a:lnTo>
                    <a:pt x="995476" y="223801"/>
                  </a:lnTo>
                  <a:lnTo>
                    <a:pt x="963624" y="238710"/>
                  </a:lnTo>
                  <a:lnTo>
                    <a:pt x="959442" y="228911"/>
                  </a:lnTo>
                  <a:lnTo>
                    <a:pt x="961400" y="214790"/>
                  </a:lnTo>
                  <a:lnTo>
                    <a:pt x="987240" y="192572"/>
                  </a:lnTo>
                  <a:lnTo>
                    <a:pt x="997154" y="198444"/>
                  </a:lnTo>
                  <a:close/>
                  <a:moveTo>
                    <a:pt x="751427" y="269126"/>
                  </a:moveTo>
                  <a:lnTo>
                    <a:pt x="759269" y="303354"/>
                  </a:lnTo>
                  <a:lnTo>
                    <a:pt x="769832" y="306901"/>
                  </a:lnTo>
                  <a:lnTo>
                    <a:pt x="799586" y="285852"/>
                  </a:lnTo>
                  <a:lnTo>
                    <a:pt x="795011" y="260101"/>
                  </a:lnTo>
                  <a:close/>
                  <a:moveTo>
                    <a:pt x="702239" y="924858"/>
                  </a:moveTo>
                  <a:lnTo>
                    <a:pt x="713449" y="926561"/>
                  </a:lnTo>
                  <a:lnTo>
                    <a:pt x="718165" y="934276"/>
                  </a:lnTo>
                  <a:lnTo>
                    <a:pt x="726376" y="926561"/>
                  </a:lnTo>
                  <a:lnTo>
                    <a:pt x="730557" y="928391"/>
                  </a:lnTo>
                  <a:lnTo>
                    <a:pt x="725473" y="933996"/>
                  </a:lnTo>
                  <a:lnTo>
                    <a:pt x="725219" y="943173"/>
                  </a:lnTo>
                  <a:lnTo>
                    <a:pt x="719347" y="945245"/>
                  </a:lnTo>
                  <a:lnTo>
                    <a:pt x="715165" y="952566"/>
                  </a:lnTo>
                  <a:lnTo>
                    <a:pt x="707539" y="955972"/>
                  </a:lnTo>
                  <a:lnTo>
                    <a:pt x="691105" y="975699"/>
                  </a:lnTo>
                  <a:lnTo>
                    <a:pt x="689910" y="989820"/>
                  </a:lnTo>
                  <a:lnTo>
                    <a:pt x="684572" y="999352"/>
                  </a:lnTo>
                  <a:lnTo>
                    <a:pt x="675675" y="1005250"/>
                  </a:lnTo>
                  <a:lnTo>
                    <a:pt x="681025" y="1011783"/>
                  </a:lnTo>
                  <a:lnTo>
                    <a:pt x="691092" y="1010512"/>
                  </a:lnTo>
                  <a:lnTo>
                    <a:pt x="695248" y="1000344"/>
                  </a:lnTo>
                  <a:lnTo>
                    <a:pt x="705823" y="1004157"/>
                  </a:lnTo>
                  <a:lnTo>
                    <a:pt x="707781" y="1009241"/>
                  </a:lnTo>
                  <a:lnTo>
                    <a:pt x="698121" y="1027811"/>
                  </a:lnTo>
                  <a:lnTo>
                    <a:pt x="703726" y="1045452"/>
                  </a:lnTo>
                  <a:lnTo>
                    <a:pt x="699277" y="1078651"/>
                  </a:lnTo>
                  <a:lnTo>
                    <a:pt x="701641" y="1102801"/>
                  </a:lnTo>
                  <a:lnTo>
                    <a:pt x="698769" y="1120061"/>
                  </a:lnTo>
                  <a:lnTo>
                    <a:pt x="703980" y="1122413"/>
                  </a:lnTo>
                  <a:lnTo>
                    <a:pt x="701120" y="1129480"/>
                  </a:lnTo>
                  <a:lnTo>
                    <a:pt x="708162" y="1148951"/>
                  </a:lnTo>
                  <a:lnTo>
                    <a:pt x="709979" y="1163060"/>
                  </a:lnTo>
                  <a:lnTo>
                    <a:pt x="717682" y="1160187"/>
                  </a:lnTo>
                  <a:lnTo>
                    <a:pt x="724736" y="1167902"/>
                  </a:lnTo>
                  <a:lnTo>
                    <a:pt x="729947" y="1165551"/>
                  </a:lnTo>
                  <a:lnTo>
                    <a:pt x="728257" y="1137055"/>
                  </a:lnTo>
                  <a:lnTo>
                    <a:pt x="727087" y="1106995"/>
                  </a:lnTo>
                  <a:lnTo>
                    <a:pt x="721736" y="1098098"/>
                  </a:lnTo>
                  <a:lnTo>
                    <a:pt x="720567" y="1075093"/>
                  </a:lnTo>
                  <a:lnTo>
                    <a:pt x="714034" y="1067390"/>
                  </a:lnTo>
                  <a:lnTo>
                    <a:pt x="712598" y="1039428"/>
                  </a:lnTo>
                  <a:lnTo>
                    <a:pt x="716411" y="1031319"/>
                  </a:lnTo>
                  <a:lnTo>
                    <a:pt x="714708" y="1023095"/>
                  </a:lnTo>
                  <a:lnTo>
                    <a:pt x="722677" y="1014859"/>
                  </a:lnTo>
                  <a:lnTo>
                    <a:pt x="714059" y="991713"/>
                  </a:lnTo>
                  <a:lnTo>
                    <a:pt x="724761" y="977478"/>
                  </a:lnTo>
                  <a:lnTo>
                    <a:pt x="731803" y="978647"/>
                  </a:lnTo>
                  <a:lnTo>
                    <a:pt x="737675" y="966878"/>
                  </a:lnTo>
                  <a:lnTo>
                    <a:pt x="735984" y="956824"/>
                  </a:lnTo>
                  <a:lnTo>
                    <a:pt x="747195" y="958527"/>
                  </a:lnTo>
                  <a:lnTo>
                    <a:pt x="755431" y="953303"/>
                  </a:lnTo>
                  <a:lnTo>
                    <a:pt x="761684" y="945588"/>
                  </a:lnTo>
                  <a:lnTo>
                    <a:pt x="763655" y="939703"/>
                  </a:lnTo>
                  <a:lnTo>
                    <a:pt x="760248" y="935522"/>
                  </a:lnTo>
                  <a:lnTo>
                    <a:pt x="754262" y="943249"/>
                  </a:lnTo>
                  <a:lnTo>
                    <a:pt x="747729" y="946097"/>
                  </a:lnTo>
                  <a:lnTo>
                    <a:pt x="741844" y="941407"/>
                  </a:lnTo>
                  <a:lnTo>
                    <a:pt x="740039" y="924019"/>
                  </a:lnTo>
                  <a:lnTo>
                    <a:pt x="728790" y="918935"/>
                  </a:lnTo>
                  <a:lnTo>
                    <a:pt x="728663" y="912669"/>
                  </a:lnTo>
                  <a:lnTo>
                    <a:pt x="719766" y="903772"/>
                  </a:lnTo>
                  <a:lnTo>
                    <a:pt x="714682" y="888735"/>
                  </a:lnTo>
                  <a:lnTo>
                    <a:pt x="717682" y="883779"/>
                  </a:lnTo>
                  <a:lnTo>
                    <a:pt x="735705" y="877906"/>
                  </a:lnTo>
                  <a:lnTo>
                    <a:pt x="738247" y="864560"/>
                  </a:lnTo>
                  <a:lnTo>
                    <a:pt x="746483" y="856845"/>
                  </a:lnTo>
                  <a:lnTo>
                    <a:pt x="739696" y="853452"/>
                  </a:lnTo>
                  <a:lnTo>
                    <a:pt x="730163" y="858943"/>
                  </a:lnTo>
                  <a:lnTo>
                    <a:pt x="727036" y="869276"/>
                  </a:lnTo>
                  <a:lnTo>
                    <a:pt x="722855" y="872797"/>
                  </a:lnTo>
                  <a:lnTo>
                    <a:pt x="716334" y="871627"/>
                  </a:lnTo>
                  <a:lnTo>
                    <a:pt x="712280" y="879330"/>
                  </a:lnTo>
                  <a:lnTo>
                    <a:pt x="698057" y="885075"/>
                  </a:lnTo>
                  <a:lnTo>
                    <a:pt x="698057" y="890566"/>
                  </a:lnTo>
                  <a:lnTo>
                    <a:pt x="704578" y="888735"/>
                  </a:lnTo>
                  <a:lnTo>
                    <a:pt x="708111" y="893578"/>
                  </a:lnTo>
                  <a:lnTo>
                    <a:pt x="708238" y="900899"/>
                  </a:lnTo>
                  <a:lnTo>
                    <a:pt x="701591" y="904814"/>
                  </a:lnTo>
                  <a:lnTo>
                    <a:pt x="699887" y="918922"/>
                  </a:lnTo>
                  <a:close/>
                  <a:moveTo>
                    <a:pt x="50383" y="749330"/>
                  </a:moveTo>
                  <a:lnTo>
                    <a:pt x="77265" y="760693"/>
                  </a:lnTo>
                  <a:lnTo>
                    <a:pt x="73224" y="797031"/>
                  </a:lnTo>
                  <a:lnTo>
                    <a:pt x="44778" y="840945"/>
                  </a:lnTo>
                  <a:lnTo>
                    <a:pt x="20120" y="836764"/>
                  </a:lnTo>
                  <a:lnTo>
                    <a:pt x="0" y="807225"/>
                  </a:lnTo>
                  <a:close/>
                  <a:moveTo>
                    <a:pt x="416056" y="247938"/>
                  </a:moveTo>
                  <a:lnTo>
                    <a:pt x="424661" y="236499"/>
                  </a:lnTo>
                  <a:lnTo>
                    <a:pt x="439544" y="227207"/>
                  </a:lnTo>
                  <a:lnTo>
                    <a:pt x="491859" y="255055"/>
                  </a:lnTo>
                  <a:lnTo>
                    <a:pt x="484945" y="286018"/>
                  </a:lnTo>
                  <a:lnTo>
                    <a:pt x="536371" y="342362"/>
                  </a:lnTo>
                  <a:lnTo>
                    <a:pt x="504392" y="372155"/>
                  </a:lnTo>
                  <a:lnTo>
                    <a:pt x="531159" y="389758"/>
                  </a:lnTo>
                  <a:lnTo>
                    <a:pt x="549945" y="367274"/>
                  </a:lnTo>
                  <a:lnTo>
                    <a:pt x="582572" y="381916"/>
                  </a:lnTo>
                  <a:lnTo>
                    <a:pt x="596414" y="431193"/>
                  </a:lnTo>
                  <a:lnTo>
                    <a:pt x="577081" y="451060"/>
                  </a:lnTo>
                  <a:lnTo>
                    <a:pt x="588050" y="468574"/>
                  </a:lnTo>
                  <a:lnTo>
                    <a:pt x="618974" y="445454"/>
                  </a:lnTo>
                  <a:lnTo>
                    <a:pt x="633337" y="426389"/>
                  </a:lnTo>
                  <a:lnTo>
                    <a:pt x="635815" y="422207"/>
                  </a:lnTo>
                  <a:lnTo>
                    <a:pt x="639628" y="418814"/>
                  </a:lnTo>
                  <a:lnTo>
                    <a:pt x="653063" y="403790"/>
                  </a:lnTo>
                  <a:lnTo>
                    <a:pt x="643149" y="370845"/>
                  </a:lnTo>
                  <a:lnTo>
                    <a:pt x="668989" y="324580"/>
                  </a:lnTo>
                  <a:lnTo>
                    <a:pt x="687114" y="322038"/>
                  </a:lnTo>
                  <a:lnTo>
                    <a:pt x="700561" y="333134"/>
                  </a:lnTo>
                  <a:lnTo>
                    <a:pt x="723528" y="310256"/>
                  </a:lnTo>
                  <a:lnTo>
                    <a:pt x="703688" y="299274"/>
                  </a:lnTo>
                  <a:lnTo>
                    <a:pt x="701209" y="287378"/>
                  </a:lnTo>
                  <a:lnTo>
                    <a:pt x="689770" y="271960"/>
                  </a:lnTo>
                  <a:lnTo>
                    <a:pt x="700726" y="257839"/>
                  </a:lnTo>
                  <a:lnTo>
                    <a:pt x="698184" y="246997"/>
                  </a:lnTo>
                  <a:lnTo>
                    <a:pt x="701311" y="243591"/>
                  </a:lnTo>
                  <a:lnTo>
                    <a:pt x="709280" y="248815"/>
                  </a:lnTo>
                  <a:lnTo>
                    <a:pt x="722982" y="246209"/>
                  </a:lnTo>
                  <a:lnTo>
                    <a:pt x="742301" y="228707"/>
                  </a:lnTo>
                  <a:lnTo>
                    <a:pt x="763299" y="206998"/>
                  </a:lnTo>
                  <a:lnTo>
                    <a:pt x="787448" y="183739"/>
                  </a:lnTo>
                  <a:lnTo>
                    <a:pt x="787982" y="171842"/>
                  </a:lnTo>
                  <a:lnTo>
                    <a:pt x="766832" y="142608"/>
                  </a:lnTo>
                  <a:lnTo>
                    <a:pt x="747767" y="138935"/>
                  </a:lnTo>
                  <a:lnTo>
                    <a:pt x="709789" y="158280"/>
                  </a:lnTo>
                  <a:lnTo>
                    <a:pt x="647407" y="187437"/>
                  </a:lnTo>
                  <a:lnTo>
                    <a:pt x="639781" y="155929"/>
                  </a:lnTo>
                  <a:lnTo>
                    <a:pt x="642386" y="103906"/>
                  </a:lnTo>
                  <a:lnTo>
                    <a:pt x="597901" y="84434"/>
                  </a:lnTo>
                  <a:lnTo>
                    <a:pt x="597774" y="73846"/>
                  </a:lnTo>
                  <a:lnTo>
                    <a:pt x="618390" y="75549"/>
                  </a:lnTo>
                  <a:lnTo>
                    <a:pt x="685194" y="86264"/>
                  </a:lnTo>
                  <a:lnTo>
                    <a:pt x="699290" y="81434"/>
                  </a:lnTo>
                  <a:lnTo>
                    <a:pt x="709344" y="83252"/>
                  </a:lnTo>
                  <a:lnTo>
                    <a:pt x="799586" y="61949"/>
                  </a:lnTo>
                  <a:lnTo>
                    <a:pt x="817215" y="57653"/>
                  </a:lnTo>
                  <a:lnTo>
                    <a:pt x="831819" y="53980"/>
                  </a:lnTo>
                  <a:lnTo>
                    <a:pt x="844529" y="50587"/>
                  </a:lnTo>
                  <a:lnTo>
                    <a:pt x="867243" y="38550"/>
                  </a:lnTo>
                  <a:lnTo>
                    <a:pt x="882635" y="30720"/>
                  </a:lnTo>
                  <a:lnTo>
                    <a:pt x="900251" y="21302"/>
                  </a:lnTo>
                  <a:lnTo>
                    <a:pt x="925824" y="8096"/>
                  </a:lnTo>
                  <a:lnTo>
                    <a:pt x="957600" y="0"/>
                  </a:lnTo>
                  <a:lnTo>
                    <a:pt x="972610" y="31508"/>
                  </a:lnTo>
                  <a:lnTo>
                    <a:pt x="985651" y="41168"/>
                  </a:lnTo>
                  <a:lnTo>
                    <a:pt x="988523" y="71355"/>
                  </a:lnTo>
                  <a:lnTo>
                    <a:pt x="972076" y="89149"/>
                  </a:lnTo>
                  <a:lnTo>
                    <a:pt x="914016" y="120925"/>
                  </a:lnTo>
                  <a:lnTo>
                    <a:pt x="913228" y="128894"/>
                  </a:lnTo>
                  <a:lnTo>
                    <a:pt x="930336" y="128360"/>
                  </a:lnTo>
                  <a:lnTo>
                    <a:pt x="941775" y="165220"/>
                  </a:lnTo>
                  <a:lnTo>
                    <a:pt x="933692" y="196856"/>
                  </a:lnTo>
                  <a:lnTo>
                    <a:pt x="948296" y="230703"/>
                  </a:lnTo>
                  <a:lnTo>
                    <a:pt x="936043" y="246769"/>
                  </a:lnTo>
                  <a:lnTo>
                    <a:pt x="932116" y="273701"/>
                  </a:lnTo>
                  <a:lnTo>
                    <a:pt x="900340" y="310180"/>
                  </a:lnTo>
                  <a:lnTo>
                    <a:pt x="916126" y="314349"/>
                  </a:lnTo>
                  <a:lnTo>
                    <a:pt x="961285" y="319331"/>
                  </a:lnTo>
                  <a:lnTo>
                    <a:pt x="973996" y="303901"/>
                  </a:lnTo>
                  <a:lnTo>
                    <a:pt x="987557" y="299973"/>
                  </a:lnTo>
                  <a:lnTo>
                    <a:pt x="1006470" y="317361"/>
                  </a:lnTo>
                  <a:lnTo>
                    <a:pt x="1041589" y="316713"/>
                  </a:lnTo>
                  <a:lnTo>
                    <a:pt x="1091031" y="342845"/>
                  </a:lnTo>
                  <a:lnTo>
                    <a:pt x="1200784" y="327593"/>
                  </a:lnTo>
                  <a:lnTo>
                    <a:pt x="1214879" y="348234"/>
                  </a:lnTo>
                  <a:lnTo>
                    <a:pt x="1238508" y="344421"/>
                  </a:lnTo>
                  <a:lnTo>
                    <a:pt x="1241113" y="361135"/>
                  </a:lnTo>
                  <a:lnTo>
                    <a:pt x="1250392" y="421915"/>
                  </a:lnTo>
                  <a:lnTo>
                    <a:pt x="1207177" y="462435"/>
                  </a:lnTo>
                  <a:lnTo>
                    <a:pt x="1162793" y="423491"/>
                  </a:lnTo>
                  <a:lnTo>
                    <a:pt x="1133699" y="454720"/>
                  </a:lnTo>
                  <a:lnTo>
                    <a:pt x="1189942" y="505561"/>
                  </a:lnTo>
                  <a:lnTo>
                    <a:pt x="1169860" y="535099"/>
                  </a:lnTo>
                  <a:lnTo>
                    <a:pt x="1169593" y="565159"/>
                  </a:lnTo>
                  <a:lnTo>
                    <a:pt x="1133839" y="628812"/>
                  </a:lnTo>
                  <a:lnTo>
                    <a:pt x="1136064" y="643314"/>
                  </a:lnTo>
                  <a:lnTo>
                    <a:pt x="1109690" y="693647"/>
                  </a:lnTo>
                  <a:lnTo>
                    <a:pt x="1120125" y="712852"/>
                  </a:lnTo>
                  <a:lnTo>
                    <a:pt x="1137360" y="761862"/>
                  </a:lnTo>
                  <a:lnTo>
                    <a:pt x="1128615" y="841212"/>
                  </a:lnTo>
                  <a:lnTo>
                    <a:pt x="1230132" y="872047"/>
                  </a:lnTo>
                  <a:lnTo>
                    <a:pt x="1222709" y="911449"/>
                  </a:lnTo>
                  <a:lnTo>
                    <a:pt x="1230271" y="914321"/>
                  </a:lnTo>
                  <a:lnTo>
                    <a:pt x="1292920" y="937721"/>
                  </a:lnTo>
                  <a:lnTo>
                    <a:pt x="1285091" y="982931"/>
                  </a:lnTo>
                  <a:lnTo>
                    <a:pt x="1286908" y="1039275"/>
                  </a:lnTo>
                  <a:lnTo>
                    <a:pt x="1236665" y="1066844"/>
                  </a:lnTo>
                  <a:lnTo>
                    <a:pt x="1221527" y="1041626"/>
                  </a:lnTo>
                  <a:lnTo>
                    <a:pt x="1190209" y="1041754"/>
                  </a:lnTo>
                  <a:lnTo>
                    <a:pt x="1189167" y="1082147"/>
                  </a:lnTo>
                  <a:lnTo>
                    <a:pt x="1155370" y="1097183"/>
                  </a:lnTo>
                  <a:lnTo>
                    <a:pt x="1170508" y="1230767"/>
                  </a:lnTo>
                  <a:lnTo>
                    <a:pt x="1126404" y="1267741"/>
                  </a:lnTo>
                  <a:lnTo>
                    <a:pt x="1089544" y="1253633"/>
                  </a:lnTo>
                  <a:lnTo>
                    <a:pt x="1047524" y="1319497"/>
                  </a:lnTo>
                  <a:lnTo>
                    <a:pt x="997954" y="1347853"/>
                  </a:lnTo>
                  <a:lnTo>
                    <a:pt x="964539" y="1369715"/>
                  </a:lnTo>
                  <a:lnTo>
                    <a:pt x="946402" y="1400436"/>
                  </a:lnTo>
                  <a:lnTo>
                    <a:pt x="912733" y="1413235"/>
                  </a:lnTo>
                  <a:lnTo>
                    <a:pt x="900454" y="1380048"/>
                  </a:lnTo>
                  <a:lnTo>
                    <a:pt x="862616" y="1406193"/>
                  </a:lnTo>
                  <a:lnTo>
                    <a:pt x="808064" y="1442138"/>
                  </a:lnTo>
                  <a:lnTo>
                    <a:pt x="793714" y="1487094"/>
                  </a:lnTo>
                  <a:lnTo>
                    <a:pt x="737332" y="1518869"/>
                  </a:lnTo>
                  <a:lnTo>
                    <a:pt x="724278" y="1543845"/>
                  </a:lnTo>
                  <a:lnTo>
                    <a:pt x="639209" y="1543845"/>
                  </a:lnTo>
                  <a:lnTo>
                    <a:pt x="591177" y="1577819"/>
                  </a:lnTo>
                  <a:lnTo>
                    <a:pt x="573573" y="1609595"/>
                  </a:lnTo>
                  <a:lnTo>
                    <a:pt x="556593" y="1640315"/>
                  </a:lnTo>
                  <a:lnTo>
                    <a:pt x="546018" y="1659520"/>
                  </a:lnTo>
                  <a:lnTo>
                    <a:pt x="476467" y="1686974"/>
                  </a:lnTo>
                  <a:lnTo>
                    <a:pt x="468511" y="1609200"/>
                  </a:lnTo>
                  <a:lnTo>
                    <a:pt x="479086" y="1577959"/>
                  </a:lnTo>
                  <a:lnTo>
                    <a:pt x="444883" y="1535354"/>
                  </a:lnTo>
                  <a:lnTo>
                    <a:pt x="439938" y="1524907"/>
                  </a:lnTo>
                  <a:lnTo>
                    <a:pt x="431829" y="1513925"/>
                  </a:lnTo>
                  <a:lnTo>
                    <a:pt x="437968" y="1501774"/>
                  </a:lnTo>
                  <a:lnTo>
                    <a:pt x="426758" y="1497580"/>
                  </a:lnTo>
                  <a:lnTo>
                    <a:pt x="413565" y="1492877"/>
                  </a:lnTo>
                  <a:lnTo>
                    <a:pt x="375434" y="1474307"/>
                  </a:lnTo>
                  <a:lnTo>
                    <a:pt x="328978" y="1461902"/>
                  </a:lnTo>
                  <a:lnTo>
                    <a:pt x="313179" y="1482556"/>
                  </a:lnTo>
                  <a:lnTo>
                    <a:pt x="296224" y="1477981"/>
                  </a:lnTo>
                  <a:lnTo>
                    <a:pt x="300800" y="1441769"/>
                  </a:lnTo>
                  <a:lnTo>
                    <a:pt x="281734" y="1433419"/>
                  </a:lnTo>
                  <a:lnTo>
                    <a:pt x="267512" y="1463211"/>
                  </a:lnTo>
                  <a:lnTo>
                    <a:pt x="218844" y="1520598"/>
                  </a:lnTo>
                  <a:lnTo>
                    <a:pt x="198228" y="1519136"/>
                  </a:lnTo>
                  <a:lnTo>
                    <a:pt x="181387" y="1482556"/>
                  </a:lnTo>
                  <a:lnTo>
                    <a:pt x="166783" y="1484907"/>
                  </a:lnTo>
                  <a:lnTo>
                    <a:pt x="161699" y="1462830"/>
                  </a:lnTo>
                  <a:lnTo>
                    <a:pt x="149955" y="1463732"/>
                  </a:lnTo>
                  <a:lnTo>
                    <a:pt x="125564" y="1422297"/>
                  </a:lnTo>
                  <a:lnTo>
                    <a:pt x="149447" y="1377201"/>
                  </a:lnTo>
                  <a:lnTo>
                    <a:pt x="166389" y="1387675"/>
                  </a:lnTo>
                  <a:lnTo>
                    <a:pt x="204901" y="1377507"/>
                  </a:lnTo>
                  <a:lnTo>
                    <a:pt x="214548" y="1378561"/>
                  </a:lnTo>
                  <a:lnTo>
                    <a:pt x="216251" y="1392161"/>
                  </a:lnTo>
                  <a:lnTo>
                    <a:pt x="222772" y="1393992"/>
                  </a:lnTo>
                  <a:lnTo>
                    <a:pt x="219759" y="1406409"/>
                  </a:lnTo>
                  <a:lnTo>
                    <a:pt x="225110" y="1409930"/>
                  </a:lnTo>
                  <a:lnTo>
                    <a:pt x="229826" y="1412282"/>
                  </a:lnTo>
                  <a:lnTo>
                    <a:pt x="235825" y="1398033"/>
                  </a:lnTo>
                  <a:lnTo>
                    <a:pt x="233474" y="1392161"/>
                  </a:lnTo>
                  <a:lnTo>
                    <a:pt x="237910" y="1379603"/>
                  </a:lnTo>
                  <a:lnTo>
                    <a:pt x="240795" y="1376464"/>
                  </a:lnTo>
                  <a:lnTo>
                    <a:pt x="280069" y="1331254"/>
                  </a:lnTo>
                  <a:lnTo>
                    <a:pt x="289462" y="1329157"/>
                  </a:lnTo>
                  <a:lnTo>
                    <a:pt x="294165" y="1326017"/>
                  </a:lnTo>
                  <a:lnTo>
                    <a:pt x="310981" y="1318175"/>
                  </a:lnTo>
                  <a:lnTo>
                    <a:pt x="302249" y="1290467"/>
                  </a:lnTo>
                  <a:lnTo>
                    <a:pt x="278099" y="1313472"/>
                  </a:lnTo>
                  <a:lnTo>
                    <a:pt x="248345" y="1293136"/>
                  </a:lnTo>
                  <a:lnTo>
                    <a:pt x="234770" y="1273270"/>
                  </a:lnTo>
                  <a:lnTo>
                    <a:pt x="232228" y="1267385"/>
                  </a:lnTo>
                  <a:lnTo>
                    <a:pt x="209350" y="1255883"/>
                  </a:lnTo>
                  <a:lnTo>
                    <a:pt x="188073" y="1255488"/>
                  </a:lnTo>
                  <a:lnTo>
                    <a:pt x="184679" y="1261373"/>
                  </a:lnTo>
                  <a:lnTo>
                    <a:pt x="172427" y="1275494"/>
                  </a:lnTo>
                  <a:lnTo>
                    <a:pt x="163288" y="1272749"/>
                  </a:lnTo>
                  <a:lnTo>
                    <a:pt x="153488" y="1269737"/>
                  </a:lnTo>
                  <a:lnTo>
                    <a:pt x="144108" y="1249870"/>
                  </a:lnTo>
                  <a:lnTo>
                    <a:pt x="130267" y="1244507"/>
                  </a:lnTo>
                  <a:lnTo>
                    <a:pt x="126454" y="1257979"/>
                  </a:lnTo>
                  <a:lnTo>
                    <a:pt x="128131" y="1266457"/>
                  </a:lnTo>
                  <a:lnTo>
                    <a:pt x="99686" y="1278761"/>
                  </a:lnTo>
                  <a:lnTo>
                    <a:pt x="90420" y="1275088"/>
                  </a:lnTo>
                  <a:lnTo>
                    <a:pt x="99559" y="1250786"/>
                  </a:lnTo>
                  <a:lnTo>
                    <a:pt x="103613" y="1223204"/>
                  </a:lnTo>
                  <a:lnTo>
                    <a:pt x="98263" y="1202156"/>
                  </a:lnTo>
                  <a:lnTo>
                    <a:pt x="108685" y="1178515"/>
                  </a:lnTo>
                  <a:lnTo>
                    <a:pt x="97093" y="1087282"/>
                  </a:lnTo>
                  <a:lnTo>
                    <a:pt x="109867" y="1068458"/>
                  </a:lnTo>
                  <a:lnTo>
                    <a:pt x="112485" y="1058379"/>
                  </a:lnTo>
                  <a:lnTo>
                    <a:pt x="140549" y="1057476"/>
                  </a:lnTo>
                  <a:lnTo>
                    <a:pt x="160377" y="1022193"/>
                  </a:lnTo>
                  <a:lnTo>
                    <a:pt x="193424" y="1020756"/>
                  </a:lnTo>
                  <a:lnTo>
                    <a:pt x="205422" y="1032780"/>
                  </a:lnTo>
                  <a:lnTo>
                    <a:pt x="212871" y="1036822"/>
                  </a:lnTo>
                  <a:lnTo>
                    <a:pt x="242752" y="1021265"/>
                  </a:lnTo>
                  <a:lnTo>
                    <a:pt x="250721" y="983769"/>
                  </a:lnTo>
                  <a:lnTo>
                    <a:pt x="235965" y="974097"/>
                  </a:lnTo>
                  <a:lnTo>
                    <a:pt x="261932" y="943390"/>
                  </a:lnTo>
                  <a:lnTo>
                    <a:pt x="277349" y="931086"/>
                  </a:lnTo>
                  <a:lnTo>
                    <a:pt x="295601" y="905081"/>
                  </a:lnTo>
                  <a:lnTo>
                    <a:pt x="293263" y="897226"/>
                  </a:lnTo>
                  <a:lnTo>
                    <a:pt x="305007" y="880118"/>
                  </a:lnTo>
                  <a:lnTo>
                    <a:pt x="349124" y="833967"/>
                  </a:lnTo>
                  <a:lnTo>
                    <a:pt x="357589" y="839992"/>
                  </a:lnTo>
                  <a:lnTo>
                    <a:pt x="382018" y="813059"/>
                  </a:lnTo>
                  <a:lnTo>
                    <a:pt x="383963" y="802471"/>
                  </a:lnTo>
                  <a:lnTo>
                    <a:pt x="394398" y="770454"/>
                  </a:lnTo>
                  <a:lnTo>
                    <a:pt x="372790" y="744564"/>
                  </a:lnTo>
                  <a:lnTo>
                    <a:pt x="354386" y="751109"/>
                  </a:lnTo>
                  <a:lnTo>
                    <a:pt x="331508" y="746140"/>
                  </a:lnTo>
                  <a:lnTo>
                    <a:pt x="339604" y="717783"/>
                  </a:lnTo>
                  <a:lnTo>
                    <a:pt x="369486" y="704056"/>
                  </a:lnTo>
                  <a:lnTo>
                    <a:pt x="390102" y="662227"/>
                  </a:lnTo>
                  <a:lnTo>
                    <a:pt x="430177" y="636616"/>
                  </a:lnTo>
                  <a:lnTo>
                    <a:pt x="443345" y="591253"/>
                  </a:lnTo>
                  <a:lnTo>
                    <a:pt x="430304" y="549818"/>
                  </a:lnTo>
                  <a:lnTo>
                    <a:pt x="444654" y="523292"/>
                  </a:lnTo>
                  <a:lnTo>
                    <a:pt x="472972" y="539230"/>
                  </a:lnTo>
                  <a:lnTo>
                    <a:pt x="500235" y="516886"/>
                  </a:lnTo>
                  <a:lnTo>
                    <a:pt x="485746" y="486356"/>
                  </a:lnTo>
                  <a:lnTo>
                    <a:pt x="460567" y="452381"/>
                  </a:lnTo>
                  <a:lnTo>
                    <a:pt x="478971" y="407031"/>
                  </a:lnTo>
                  <a:lnTo>
                    <a:pt x="494224" y="388602"/>
                  </a:lnTo>
                  <a:lnTo>
                    <a:pt x="490690" y="383886"/>
                  </a:lnTo>
                  <a:lnTo>
                    <a:pt x="463414" y="347293"/>
                  </a:lnTo>
                  <a:lnTo>
                    <a:pt x="439671" y="356318"/>
                  </a:lnTo>
                  <a:lnTo>
                    <a:pt x="452852" y="404540"/>
                  </a:lnTo>
                  <a:lnTo>
                    <a:pt x="433138" y="410158"/>
                  </a:lnTo>
                  <a:lnTo>
                    <a:pt x="391767" y="339858"/>
                  </a:lnTo>
                  <a:lnTo>
                    <a:pt x="365940" y="330681"/>
                  </a:lnTo>
                  <a:lnTo>
                    <a:pt x="359927" y="291216"/>
                  </a:lnTo>
                  <a:lnTo>
                    <a:pt x="366194" y="292004"/>
                  </a:lnTo>
                  <a:lnTo>
                    <a:pt x="370375" y="284937"/>
                  </a:lnTo>
                  <a:lnTo>
                    <a:pt x="371545" y="277235"/>
                  </a:lnTo>
                  <a:lnTo>
                    <a:pt x="385246" y="271617"/>
                  </a:lnTo>
                  <a:close/>
                  <a:moveTo>
                    <a:pt x="200592" y="691422"/>
                  </a:moveTo>
                  <a:lnTo>
                    <a:pt x="212604" y="681890"/>
                  </a:lnTo>
                  <a:lnTo>
                    <a:pt x="234656" y="715610"/>
                  </a:lnTo>
                  <a:lnTo>
                    <a:pt x="244430" y="724621"/>
                  </a:lnTo>
                  <a:lnTo>
                    <a:pt x="253975" y="732463"/>
                  </a:lnTo>
                  <a:lnTo>
                    <a:pt x="273422" y="755990"/>
                  </a:lnTo>
                  <a:lnTo>
                    <a:pt x="241303" y="806183"/>
                  </a:lnTo>
                  <a:lnTo>
                    <a:pt x="235825" y="814152"/>
                  </a:lnTo>
                  <a:lnTo>
                    <a:pt x="240134" y="820431"/>
                  </a:lnTo>
                  <a:lnTo>
                    <a:pt x="232177" y="831145"/>
                  </a:lnTo>
                  <a:lnTo>
                    <a:pt x="210888" y="824994"/>
                  </a:lnTo>
                  <a:lnTo>
                    <a:pt x="184539" y="806831"/>
                  </a:lnTo>
                  <a:lnTo>
                    <a:pt x="162932" y="797807"/>
                  </a:lnTo>
                  <a:lnTo>
                    <a:pt x="140613" y="804085"/>
                  </a:lnTo>
                  <a:lnTo>
                    <a:pt x="128208" y="820024"/>
                  </a:lnTo>
                  <a:lnTo>
                    <a:pt x="117646" y="822655"/>
                  </a:lnTo>
                  <a:lnTo>
                    <a:pt x="90763" y="826570"/>
                  </a:lnTo>
                  <a:lnTo>
                    <a:pt x="80062" y="815321"/>
                  </a:lnTo>
                  <a:lnTo>
                    <a:pt x="92073" y="796256"/>
                  </a:lnTo>
                  <a:lnTo>
                    <a:pt x="137346" y="789901"/>
                  </a:lnTo>
                  <a:lnTo>
                    <a:pt x="165144" y="745212"/>
                  </a:lnTo>
                  <a:lnTo>
                    <a:pt x="181845" y="721062"/>
                  </a:lnTo>
                  <a:close/>
                  <a:moveTo>
                    <a:pt x="237122" y="652478"/>
                  </a:moveTo>
                  <a:lnTo>
                    <a:pt x="215069" y="648665"/>
                  </a:lnTo>
                  <a:lnTo>
                    <a:pt x="194326" y="669192"/>
                  </a:lnTo>
                  <a:lnTo>
                    <a:pt x="157912" y="685398"/>
                  </a:lnTo>
                  <a:lnTo>
                    <a:pt x="141871" y="673501"/>
                  </a:lnTo>
                  <a:lnTo>
                    <a:pt x="135605" y="668010"/>
                  </a:lnTo>
                  <a:lnTo>
                    <a:pt x="102317" y="656113"/>
                  </a:lnTo>
                  <a:lnTo>
                    <a:pt x="72702" y="629206"/>
                  </a:lnTo>
                  <a:lnTo>
                    <a:pt x="61861" y="639527"/>
                  </a:lnTo>
                  <a:lnTo>
                    <a:pt x="53116" y="629727"/>
                  </a:lnTo>
                  <a:lnTo>
                    <a:pt x="74266" y="602794"/>
                  </a:lnTo>
                  <a:lnTo>
                    <a:pt x="59395" y="596922"/>
                  </a:lnTo>
                  <a:lnTo>
                    <a:pt x="39821" y="577691"/>
                  </a:lnTo>
                  <a:lnTo>
                    <a:pt x="92530" y="523711"/>
                  </a:lnTo>
                  <a:lnTo>
                    <a:pt x="123200" y="494046"/>
                  </a:lnTo>
                  <a:lnTo>
                    <a:pt x="132987" y="485949"/>
                  </a:lnTo>
                  <a:lnTo>
                    <a:pt x="144731" y="484106"/>
                  </a:lnTo>
                  <a:lnTo>
                    <a:pt x="171613" y="471955"/>
                  </a:lnTo>
                  <a:lnTo>
                    <a:pt x="201774" y="439150"/>
                  </a:lnTo>
                  <a:lnTo>
                    <a:pt x="216251" y="426872"/>
                  </a:lnTo>
                  <a:lnTo>
                    <a:pt x="226953" y="423860"/>
                  </a:lnTo>
                  <a:lnTo>
                    <a:pt x="229826" y="416806"/>
                  </a:lnTo>
                  <a:lnTo>
                    <a:pt x="239219" y="411048"/>
                  </a:lnTo>
                  <a:lnTo>
                    <a:pt x="248751" y="405036"/>
                  </a:lnTo>
                  <a:lnTo>
                    <a:pt x="257229" y="391182"/>
                  </a:lnTo>
                  <a:lnTo>
                    <a:pt x="294673" y="345946"/>
                  </a:lnTo>
                  <a:lnTo>
                    <a:pt x="334749" y="366600"/>
                  </a:lnTo>
                  <a:lnTo>
                    <a:pt x="355365" y="394054"/>
                  </a:lnTo>
                  <a:lnTo>
                    <a:pt x="347535" y="421369"/>
                  </a:lnTo>
                  <a:lnTo>
                    <a:pt x="373629" y="446077"/>
                  </a:lnTo>
                  <a:lnTo>
                    <a:pt x="351577" y="466096"/>
                  </a:lnTo>
                  <a:lnTo>
                    <a:pt x="327428" y="503210"/>
                  </a:lnTo>
                  <a:lnTo>
                    <a:pt x="322610" y="535214"/>
                  </a:lnTo>
                  <a:lnTo>
                    <a:pt x="326665" y="576395"/>
                  </a:lnTo>
                  <a:lnTo>
                    <a:pt x="375599" y="589461"/>
                  </a:lnTo>
                  <a:lnTo>
                    <a:pt x="364160" y="611818"/>
                  </a:lnTo>
                  <a:lnTo>
                    <a:pt x="354500" y="618478"/>
                  </a:lnTo>
                  <a:lnTo>
                    <a:pt x="345501" y="648030"/>
                  </a:lnTo>
                  <a:lnTo>
                    <a:pt x="333236" y="667095"/>
                  </a:lnTo>
                  <a:lnTo>
                    <a:pt x="322000" y="655656"/>
                  </a:lnTo>
                  <a:lnTo>
                    <a:pt x="263686" y="677606"/>
                  </a:lnTo>
                  <a:close/>
                </a:path>
              </a:pathLst>
            </a:custGeom>
            <a:noFill/>
            <a:ln w="3810" cap="flat">
              <a:solidFill>
                <a:srgbClr val="E6E4E2"/>
              </a:solidFill>
              <a:prstDash val="solid"/>
              <a:miter/>
            </a:ln>
          </p:spPr>
          <p:txBody>
            <a:bodyPr rtlCol="0" anchor="ctr"/>
            <a:lstStyle/>
            <a:p>
              <a:endParaRPr lang="de-CH"/>
            </a:p>
          </p:txBody>
        </p:sp>
        <p:sp>
          <p:nvSpPr>
            <p:cNvPr id="102" name="Freihandform: Form 101">
              <a:extLst>
                <a:ext uri="{FF2B5EF4-FFF2-40B4-BE49-F238E27FC236}">
                  <a16:creationId xmlns:a16="http://schemas.microsoft.com/office/drawing/2014/main" id="{AD8938A3-327E-F13E-FC01-4DA564363D74}"/>
                </a:ext>
              </a:extLst>
            </p:cNvPr>
            <p:cNvSpPr/>
            <p:nvPr/>
          </p:nvSpPr>
          <p:spPr>
            <a:xfrm>
              <a:off x="4329379" y="1413378"/>
              <a:ext cx="1397410" cy="1276409"/>
            </a:xfrm>
            <a:custGeom>
              <a:avLst/>
              <a:gdLst>
                <a:gd name="connsiteX0" fmla="*/ 163453 w 1397410"/>
                <a:gd name="connsiteY0" fmla="*/ 168728 h 1276409"/>
                <a:gd name="connsiteX1" fmla="*/ 197657 w 1397410"/>
                <a:gd name="connsiteY1" fmla="*/ 167292 h 1276409"/>
                <a:gd name="connsiteX2" fmla="*/ 233537 w 1397410"/>
                <a:gd name="connsiteY2" fmla="*/ 222327 h 1276409"/>
                <a:gd name="connsiteX3" fmla="*/ 216696 w 1397410"/>
                <a:gd name="connsiteY3" fmla="*/ 262440 h 1276409"/>
                <a:gd name="connsiteX4" fmla="*/ 81968 w 1397410"/>
                <a:gd name="connsiteY4" fmla="*/ 255907 h 1276409"/>
                <a:gd name="connsiteX5" fmla="*/ 83137 w 1397410"/>
                <a:gd name="connsiteY5" fmla="*/ 210036 h 1276409"/>
                <a:gd name="connsiteX6" fmla="*/ 688385 w 1397410"/>
                <a:gd name="connsiteY6" fmla="*/ 1011503 h 1276409"/>
                <a:gd name="connsiteX7" fmla="*/ 713310 w 1397410"/>
                <a:gd name="connsiteY7" fmla="*/ 1003534 h 1276409"/>
                <a:gd name="connsiteX8" fmla="*/ 731307 w 1397410"/>
                <a:gd name="connsiteY8" fmla="*/ 1015304 h 1276409"/>
                <a:gd name="connsiteX9" fmla="*/ 710310 w 1397410"/>
                <a:gd name="connsiteY9" fmla="*/ 1042097 h 1276409"/>
                <a:gd name="connsiteX10" fmla="*/ 678191 w 1397410"/>
                <a:gd name="connsiteY10" fmla="*/ 1038563 h 1276409"/>
                <a:gd name="connsiteX11" fmla="*/ 344065 w 1397410"/>
                <a:gd name="connsiteY11" fmla="*/ 0 h 1276409"/>
                <a:gd name="connsiteX12" fmla="*/ 361949 w 1397410"/>
                <a:gd name="connsiteY12" fmla="*/ 16727 h 1276409"/>
                <a:gd name="connsiteX13" fmla="*/ 387267 w 1397410"/>
                <a:gd name="connsiteY13" fmla="*/ 15151 h 1276409"/>
                <a:gd name="connsiteX14" fmla="*/ 397054 w 1397410"/>
                <a:gd name="connsiteY14" fmla="*/ 52150 h 1276409"/>
                <a:gd name="connsiteX15" fmla="*/ 381916 w 1397410"/>
                <a:gd name="connsiteY15" fmla="*/ 73185 h 1276409"/>
                <a:gd name="connsiteX16" fmla="*/ 385056 w 1397410"/>
                <a:gd name="connsiteY16" fmla="*/ 123124 h 1276409"/>
                <a:gd name="connsiteX17" fmla="*/ 313141 w 1397410"/>
                <a:gd name="connsiteY17" fmla="*/ 128869 h 1276409"/>
                <a:gd name="connsiteX18" fmla="*/ 291737 w 1397410"/>
                <a:gd name="connsiteY18" fmla="*/ 135148 h 1276409"/>
                <a:gd name="connsiteX19" fmla="*/ 247633 w 1397410"/>
                <a:gd name="connsiteY19" fmla="*/ 152268 h 1276409"/>
                <a:gd name="connsiteX20" fmla="*/ 231720 w 1397410"/>
                <a:gd name="connsiteY20" fmla="*/ 158801 h 1276409"/>
                <a:gd name="connsiteX21" fmla="*/ 213684 w 1397410"/>
                <a:gd name="connsiteY21" fmla="*/ 120899 h 1276409"/>
                <a:gd name="connsiteX22" fmla="*/ 233664 w 1397410"/>
                <a:gd name="connsiteY22" fmla="*/ 95021 h 1276409"/>
                <a:gd name="connsiteX23" fmla="*/ 184717 w 1397410"/>
                <a:gd name="connsiteY23" fmla="*/ 68254 h 1276409"/>
                <a:gd name="connsiteX24" fmla="*/ 163110 w 1397410"/>
                <a:gd name="connsiteY24" fmla="*/ 66157 h 1276409"/>
                <a:gd name="connsiteX25" fmla="*/ 188289 w 1397410"/>
                <a:gd name="connsiteY25" fmla="*/ 16117 h 1276409"/>
                <a:gd name="connsiteX26" fmla="*/ 247938 w 1397410"/>
                <a:gd name="connsiteY26" fmla="*/ 45795 h 1276409"/>
                <a:gd name="connsiteX27" fmla="*/ 263978 w 1397410"/>
                <a:gd name="connsiteY27" fmla="*/ 64987 h 1276409"/>
                <a:gd name="connsiteX28" fmla="*/ 297381 w 1397410"/>
                <a:gd name="connsiteY28" fmla="*/ 60806 h 1276409"/>
                <a:gd name="connsiteX29" fmla="*/ 316446 w 1397410"/>
                <a:gd name="connsiteY29" fmla="*/ 36898 h 1276409"/>
                <a:gd name="connsiteX30" fmla="*/ 325343 w 1397410"/>
                <a:gd name="connsiteY30" fmla="*/ 20946 h 1276409"/>
                <a:gd name="connsiteX31" fmla="*/ 905856 w 1397410"/>
                <a:gd name="connsiteY31" fmla="*/ 488174 h 1276409"/>
                <a:gd name="connsiteX32" fmla="*/ 917295 w 1397410"/>
                <a:gd name="connsiteY32" fmla="*/ 484119 h 1276409"/>
                <a:gd name="connsiteX33" fmla="*/ 942894 w 1397410"/>
                <a:gd name="connsiteY33" fmla="*/ 416158 h 1276409"/>
                <a:gd name="connsiteX34" fmla="*/ 998221 w 1397410"/>
                <a:gd name="connsiteY34" fmla="*/ 400727 h 1276409"/>
                <a:gd name="connsiteX35" fmla="*/ 1010093 w 1397410"/>
                <a:gd name="connsiteY35" fmla="*/ 380721 h 1276409"/>
                <a:gd name="connsiteX36" fmla="*/ 1089430 w 1397410"/>
                <a:gd name="connsiteY36" fmla="*/ 352238 h 1276409"/>
                <a:gd name="connsiteX37" fmla="*/ 1069589 w 1397410"/>
                <a:gd name="connsiteY37" fmla="*/ 316815 h 1276409"/>
                <a:gd name="connsiteX38" fmla="*/ 1090752 w 1397410"/>
                <a:gd name="connsiteY38" fmla="*/ 298258 h 1276409"/>
                <a:gd name="connsiteX39" fmla="*/ 1108546 w 1397410"/>
                <a:gd name="connsiteY39" fmla="*/ 281518 h 1276409"/>
                <a:gd name="connsiteX40" fmla="*/ 1151608 w 1397410"/>
                <a:gd name="connsiteY40" fmla="*/ 307536 h 1276409"/>
                <a:gd name="connsiteX41" fmla="*/ 1206033 w 1397410"/>
                <a:gd name="connsiteY41" fmla="*/ 278659 h 1276409"/>
                <a:gd name="connsiteX42" fmla="*/ 1213736 w 1397410"/>
                <a:gd name="connsiteY42" fmla="*/ 260496 h 1276409"/>
                <a:gd name="connsiteX43" fmla="*/ 1246223 w 1397410"/>
                <a:gd name="connsiteY43" fmla="*/ 245981 h 1276409"/>
                <a:gd name="connsiteX44" fmla="*/ 1256531 w 1397410"/>
                <a:gd name="connsiteY44" fmla="*/ 237083 h 1276409"/>
                <a:gd name="connsiteX45" fmla="*/ 1225607 w 1397410"/>
                <a:gd name="connsiteY45" fmla="*/ 173532 h 1276409"/>
                <a:gd name="connsiteX46" fmla="*/ 1245689 w 1397410"/>
                <a:gd name="connsiteY46" fmla="*/ 137461 h 1276409"/>
                <a:gd name="connsiteX47" fmla="*/ 1281710 w 1397410"/>
                <a:gd name="connsiteY47" fmla="*/ 125818 h 1276409"/>
                <a:gd name="connsiteX48" fmla="*/ 1296466 w 1397410"/>
                <a:gd name="connsiteY48" fmla="*/ 163860 h 1276409"/>
                <a:gd name="connsiteX49" fmla="*/ 1307804 w 1397410"/>
                <a:gd name="connsiteY49" fmla="*/ 216391 h 1276409"/>
                <a:gd name="connsiteX50" fmla="*/ 1298551 w 1397410"/>
                <a:gd name="connsiteY50" fmla="*/ 217306 h 1276409"/>
                <a:gd name="connsiteX51" fmla="*/ 1273372 w 1397410"/>
                <a:gd name="connsiteY51" fmla="*/ 236664 h 1276409"/>
                <a:gd name="connsiteX52" fmla="*/ 1347879 w 1397410"/>
                <a:gd name="connsiteY52" fmla="*/ 277337 h 1276409"/>
                <a:gd name="connsiteX53" fmla="*/ 1351934 w 1397410"/>
                <a:gd name="connsiteY53" fmla="*/ 294343 h 1276409"/>
                <a:gd name="connsiteX54" fmla="*/ 1355569 w 1397410"/>
                <a:gd name="connsiteY54" fmla="*/ 316421 h 1276409"/>
                <a:gd name="connsiteX55" fmla="*/ 1387942 w 1397410"/>
                <a:gd name="connsiteY55" fmla="*/ 314463 h 1276409"/>
                <a:gd name="connsiteX56" fmla="*/ 1389785 w 1397410"/>
                <a:gd name="connsiteY56" fmla="*/ 321657 h 1276409"/>
                <a:gd name="connsiteX57" fmla="*/ 1397411 w 1397410"/>
                <a:gd name="connsiteY57" fmla="*/ 352632 h 1276409"/>
                <a:gd name="connsiteX58" fmla="*/ 1390484 w 1397410"/>
                <a:gd name="connsiteY58" fmla="*/ 387534 h 1276409"/>
                <a:gd name="connsiteX59" fmla="*/ 1385667 w 1397410"/>
                <a:gd name="connsiteY59" fmla="*/ 397601 h 1276409"/>
                <a:gd name="connsiteX60" fmla="*/ 1381612 w 1397410"/>
                <a:gd name="connsiteY60" fmla="*/ 406358 h 1276409"/>
                <a:gd name="connsiteX61" fmla="*/ 1373783 w 1397410"/>
                <a:gd name="connsiteY61" fmla="*/ 410260 h 1276409"/>
                <a:gd name="connsiteX62" fmla="*/ 1359293 w 1397410"/>
                <a:gd name="connsiteY62" fmla="*/ 451187 h 1276409"/>
                <a:gd name="connsiteX63" fmla="*/ 1337686 w 1397410"/>
                <a:gd name="connsiteY63" fmla="*/ 496270 h 1276409"/>
                <a:gd name="connsiteX64" fmla="*/ 1319154 w 1397410"/>
                <a:gd name="connsiteY64" fmla="*/ 502803 h 1276409"/>
                <a:gd name="connsiteX65" fmla="*/ 1262505 w 1397410"/>
                <a:gd name="connsiteY65" fmla="*/ 537438 h 1276409"/>
                <a:gd name="connsiteX66" fmla="*/ 1231822 w 1397410"/>
                <a:gd name="connsiteY66" fmla="*/ 549208 h 1276409"/>
                <a:gd name="connsiteX67" fmla="*/ 1230145 w 1397410"/>
                <a:gd name="connsiteY67" fmla="*/ 503337 h 1276409"/>
                <a:gd name="connsiteX68" fmla="*/ 1199640 w 1397410"/>
                <a:gd name="connsiteY68" fmla="*/ 501506 h 1276409"/>
                <a:gd name="connsiteX69" fmla="*/ 1170000 w 1397410"/>
                <a:gd name="connsiteY69" fmla="*/ 495495 h 1276409"/>
                <a:gd name="connsiteX70" fmla="*/ 1165310 w 1397410"/>
                <a:gd name="connsiteY70" fmla="*/ 491821 h 1276409"/>
                <a:gd name="connsiteX71" fmla="*/ 1146778 w 1397410"/>
                <a:gd name="connsiteY71" fmla="*/ 483458 h 1276409"/>
                <a:gd name="connsiteX72" fmla="*/ 1131895 w 1397410"/>
                <a:gd name="connsiteY72" fmla="*/ 508167 h 1276409"/>
                <a:gd name="connsiteX73" fmla="*/ 1125374 w 1397410"/>
                <a:gd name="connsiteY73" fmla="*/ 526596 h 1276409"/>
                <a:gd name="connsiteX74" fmla="*/ 1128120 w 1397410"/>
                <a:gd name="connsiteY74" fmla="*/ 536917 h 1276409"/>
                <a:gd name="connsiteX75" fmla="*/ 1128641 w 1397410"/>
                <a:gd name="connsiteY75" fmla="*/ 542929 h 1276409"/>
                <a:gd name="connsiteX76" fmla="*/ 1117278 w 1397410"/>
                <a:gd name="connsiteY76" fmla="*/ 552741 h 1276409"/>
                <a:gd name="connsiteX77" fmla="*/ 1117278 w 1397410"/>
                <a:gd name="connsiteY77" fmla="*/ 560571 h 1276409"/>
                <a:gd name="connsiteX78" fmla="*/ 1108012 w 1397410"/>
                <a:gd name="connsiteY78" fmla="*/ 568566 h 1276409"/>
                <a:gd name="connsiteX79" fmla="*/ 1095302 w 1397410"/>
                <a:gd name="connsiteY79" fmla="*/ 570370 h 1276409"/>
                <a:gd name="connsiteX80" fmla="*/ 1078067 w 1397410"/>
                <a:gd name="connsiteY80" fmla="*/ 570243 h 1276409"/>
                <a:gd name="connsiteX81" fmla="*/ 1053536 w 1397410"/>
                <a:gd name="connsiteY81" fmla="*/ 585152 h 1276409"/>
                <a:gd name="connsiteX82" fmla="*/ 1035742 w 1397410"/>
                <a:gd name="connsiteY82" fmla="*/ 631824 h 1276409"/>
                <a:gd name="connsiteX83" fmla="*/ 1031827 w 1397410"/>
                <a:gd name="connsiteY83" fmla="*/ 636133 h 1276409"/>
                <a:gd name="connsiteX84" fmla="*/ 1022040 w 1397410"/>
                <a:gd name="connsiteY84" fmla="*/ 651385 h 1276409"/>
                <a:gd name="connsiteX85" fmla="*/ 1020998 w 1397410"/>
                <a:gd name="connsiteY85" fmla="*/ 670336 h 1276409"/>
                <a:gd name="connsiteX86" fmla="*/ 1015393 w 1397410"/>
                <a:gd name="connsiteY86" fmla="*/ 679348 h 1276409"/>
                <a:gd name="connsiteX87" fmla="*/ 1000382 w 1397410"/>
                <a:gd name="connsiteY87" fmla="*/ 695960 h 1276409"/>
                <a:gd name="connsiteX88" fmla="*/ 989019 w 1397410"/>
                <a:gd name="connsiteY88" fmla="*/ 701832 h 1276409"/>
                <a:gd name="connsiteX89" fmla="*/ 982499 w 1397410"/>
                <a:gd name="connsiteY89" fmla="*/ 704717 h 1276409"/>
                <a:gd name="connsiteX90" fmla="*/ 961375 w 1397410"/>
                <a:gd name="connsiteY90" fmla="*/ 717516 h 1276409"/>
                <a:gd name="connsiteX91" fmla="*/ 943224 w 1397410"/>
                <a:gd name="connsiteY91" fmla="*/ 707844 h 1276409"/>
                <a:gd name="connsiteX92" fmla="*/ 942703 w 1397410"/>
                <a:gd name="connsiteY92" fmla="*/ 700790 h 1276409"/>
                <a:gd name="connsiteX93" fmla="*/ 938890 w 1397410"/>
                <a:gd name="connsiteY93" fmla="*/ 695960 h 1276409"/>
                <a:gd name="connsiteX94" fmla="*/ 930667 w 1397410"/>
                <a:gd name="connsiteY94" fmla="*/ 699773 h 1276409"/>
                <a:gd name="connsiteX95" fmla="*/ 901827 w 1397410"/>
                <a:gd name="connsiteY95" fmla="*/ 731943 h 1276409"/>
                <a:gd name="connsiteX96" fmla="*/ 866328 w 1397410"/>
                <a:gd name="connsiteY96" fmla="*/ 691816 h 1276409"/>
                <a:gd name="connsiteX97" fmla="*/ 844403 w 1397410"/>
                <a:gd name="connsiteY97" fmla="*/ 727634 h 1276409"/>
                <a:gd name="connsiteX98" fmla="*/ 806564 w 1397410"/>
                <a:gd name="connsiteY98" fmla="*/ 722270 h 1276409"/>
                <a:gd name="connsiteX99" fmla="*/ 697981 w 1397410"/>
                <a:gd name="connsiteY99" fmla="*/ 621224 h 1276409"/>
                <a:gd name="connsiteX100" fmla="*/ 677645 w 1397410"/>
                <a:gd name="connsiteY100" fmla="*/ 630121 h 1276409"/>
                <a:gd name="connsiteX101" fmla="*/ 649326 w 1397410"/>
                <a:gd name="connsiteY101" fmla="*/ 642831 h 1276409"/>
                <a:gd name="connsiteX102" fmla="*/ 629753 w 1397410"/>
                <a:gd name="connsiteY102" fmla="*/ 654461 h 1276409"/>
                <a:gd name="connsiteX103" fmla="*/ 626486 w 1397410"/>
                <a:gd name="connsiteY103" fmla="*/ 655910 h 1276409"/>
                <a:gd name="connsiteX104" fmla="*/ 552373 w 1397410"/>
                <a:gd name="connsiteY104" fmla="*/ 660092 h 1276409"/>
                <a:gd name="connsiteX105" fmla="*/ 540502 w 1397410"/>
                <a:gd name="connsiteY105" fmla="*/ 662570 h 1276409"/>
                <a:gd name="connsiteX106" fmla="*/ 485847 w 1397410"/>
                <a:gd name="connsiteY106" fmla="*/ 674340 h 1276409"/>
                <a:gd name="connsiteX107" fmla="*/ 494592 w 1397410"/>
                <a:gd name="connsiteY107" fmla="*/ 686872 h 1276409"/>
                <a:gd name="connsiteX108" fmla="*/ 515983 w 1397410"/>
                <a:gd name="connsiteY108" fmla="*/ 711708 h 1276409"/>
                <a:gd name="connsiteX109" fmla="*/ 520292 w 1397410"/>
                <a:gd name="connsiteY109" fmla="*/ 750538 h 1276409"/>
                <a:gd name="connsiteX110" fmla="*/ 520813 w 1397410"/>
                <a:gd name="connsiteY110" fmla="*/ 767658 h 1276409"/>
                <a:gd name="connsiteX111" fmla="*/ 561410 w 1397410"/>
                <a:gd name="connsiteY111" fmla="*/ 800603 h 1276409"/>
                <a:gd name="connsiteX112" fmla="*/ 568451 w 1397410"/>
                <a:gd name="connsiteY112" fmla="*/ 815232 h 1276409"/>
                <a:gd name="connsiteX113" fmla="*/ 608781 w 1397410"/>
                <a:gd name="connsiteY113" fmla="*/ 813135 h 1276409"/>
                <a:gd name="connsiteX114" fmla="*/ 608260 w 1397410"/>
                <a:gd name="connsiteY114" fmla="*/ 836408 h 1276409"/>
                <a:gd name="connsiteX115" fmla="*/ 625482 w 1397410"/>
                <a:gd name="connsiteY115" fmla="*/ 868959 h 1276409"/>
                <a:gd name="connsiteX116" fmla="*/ 626906 w 1397410"/>
                <a:gd name="connsiteY116" fmla="*/ 871704 h 1276409"/>
                <a:gd name="connsiteX117" fmla="*/ 623003 w 1397410"/>
                <a:gd name="connsiteY117" fmla="*/ 896400 h 1276409"/>
                <a:gd name="connsiteX118" fmla="*/ 653279 w 1397410"/>
                <a:gd name="connsiteY118" fmla="*/ 898484 h 1276409"/>
                <a:gd name="connsiteX119" fmla="*/ 677937 w 1397410"/>
                <a:gd name="connsiteY119" fmla="*/ 928544 h 1276409"/>
                <a:gd name="connsiteX120" fmla="*/ 671035 w 1397410"/>
                <a:gd name="connsiteY120" fmla="*/ 947380 h 1276409"/>
                <a:gd name="connsiteX121" fmla="*/ 676119 w 1397410"/>
                <a:gd name="connsiteY121" fmla="*/ 984494 h 1276409"/>
                <a:gd name="connsiteX122" fmla="*/ 674416 w 1397410"/>
                <a:gd name="connsiteY122" fmla="*/ 995730 h 1276409"/>
                <a:gd name="connsiteX123" fmla="*/ 634354 w 1397410"/>
                <a:gd name="connsiteY123" fmla="*/ 1013524 h 1276409"/>
                <a:gd name="connsiteX124" fmla="*/ 633972 w 1397410"/>
                <a:gd name="connsiteY124" fmla="*/ 1046075 h 1276409"/>
                <a:gd name="connsiteX125" fmla="*/ 618174 w 1397410"/>
                <a:gd name="connsiteY125" fmla="*/ 1053536 h 1276409"/>
                <a:gd name="connsiteX126" fmla="*/ 571718 w 1397410"/>
                <a:gd name="connsiteY126" fmla="*/ 1041512 h 1276409"/>
                <a:gd name="connsiteX127" fmla="*/ 566367 w 1397410"/>
                <a:gd name="connsiteY127" fmla="*/ 1037445 h 1276409"/>
                <a:gd name="connsiteX128" fmla="*/ 536866 w 1397410"/>
                <a:gd name="connsiteY128" fmla="*/ 1042809 h 1276409"/>
                <a:gd name="connsiteX129" fmla="*/ 506858 w 1397410"/>
                <a:gd name="connsiteY129" fmla="*/ 1046202 h 1276409"/>
                <a:gd name="connsiteX130" fmla="*/ 498901 w 1397410"/>
                <a:gd name="connsiteY130" fmla="*/ 1058353 h 1276409"/>
                <a:gd name="connsiteX131" fmla="*/ 475921 w 1397410"/>
                <a:gd name="connsiteY131" fmla="*/ 1008034 h 1276409"/>
                <a:gd name="connsiteX132" fmla="*/ 443561 w 1397410"/>
                <a:gd name="connsiteY132" fmla="*/ 997192 h 1276409"/>
                <a:gd name="connsiteX133" fmla="*/ 402888 w 1397410"/>
                <a:gd name="connsiteY133" fmla="*/ 1011834 h 1276409"/>
                <a:gd name="connsiteX134" fmla="*/ 370668 w 1397410"/>
                <a:gd name="connsiteY134" fmla="*/ 1019015 h 1276409"/>
                <a:gd name="connsiteX135" fmla="*/ 368304 w 1397410"/>
                <a:gd name="connsiteY135" fmla="*/ 1025675 h 1276409"/>
                <a:gd name="connsiteX136" fmla="*/ 384103 w 1397410"/>
                <a:gd name="connsiteY136" fmla="*/ 1048821 h 1276409"/>
                <a:gd name="connsiteX137" fmla="*/ 354208 w 1397410"/>
                <a:gd name="connsiteY137" fmla="*/ 1095086 h 1276409"/>
                <a:gd name="connsiteX138" fmla="*/ 333338 w 1397410"/>
                <a:gd name="connsiteY138" fmla="*/ 1132466 h 1276409"/>
                <a:gd name="connsiteX139" fmla="*/ 307917 w 1397410"/>
                <a:gd name="connsiteY139" fmla="*/ 1149600 h 1276409"/>
                <a:gd name="connsiteX140" fmla="*/ 282866 w 1397410"/>
                <a:gd name="connsiteY140" fmla="*/ 1160187 h 1276409"/>
                <a:gd name="connsiteX141" fmla="*/ 272939 w 1397410"/>
                <a:gd name="connsiteY141" fmla="*/ 1164089 h 1276409"/>
                <a:gd name="connsiteX142" fmla="*/ 244977 w 1397410"/>
                <a:gd name="connsiteY142" fmla="*/ 1175986 h 1276409"/>
                <a:gd name="connsiteX143" fmla="*/ 257903 w 1397410"/>
                <a:gd name="connsiteY143" fmla="*/ 1215197 h 1276409"/>
                <a:gd name="connsiteX144" fmla="*/ 270041 w 1397410"/>
                <a:gd name="connsiteY144" fmla="*/ 1231809 h 1276409"/>
                <a:gd name="connsiteX145" fmla="*/ 264067 w 1397410"/>
                <a:gd name="connsiteY145" fmla="*/ 1251574 h 1276409"/>
                <a:gd name="connsiteX146" fmla="*/ 255590 w 1397410"/>
                <a:gd name="connsiteY146" fmla="*/ 1264106 h 1276409"/>
                <a:gd name="connsiteX147" fmla="*/ 231313 w 1397410"/>
                <a:gd name="connsiteY147" fmla="*/ 1271567 h 1276409"/>
                <a:gd name="connsiteX148" fmla="*/ 208435 w 1397410"/>
                <a:gd name="connsiteY148" fmla="*/ 1276409 h 1276409"/>
                <a:gd name="connsiteX149" fmla="*/ 191848 w 1397410"/>
                <a:gd name="connsiteY149" fmla="*/ 1255628 h 1276409"/>
                <a:gd name="connsiteX150" fmla="*/ 189382 w 1397410"/>
                <a:gd name="connsiteY150" fmla="*/ 1198763 h 1276409"/>
                <a:gd name="connsiteX151" fmla="*/ 151531 w 1397410"/>
                <a:gd name="connsiteY151" fmla="*/ 1211193 h 1276409"/>
                <a:gd name="connsiteX152" fmla="*/ 145252 w 1397410"/>
                <a:gd name="connsiteY152" fmla="*/ 1213418 h 1276409"/>
                <a:gd name="connsiteX153" fmla="*/ 84065 w 1397410"/>
                <a:gd name="connsiteY153" fmla="*/ 1213011 h 1276409"/>
                <a:gd name="connsiteX154" fmla="*/ 62522 w 1397410"/>
                <a:gd name="connsiteY154" fmla="*/ 1133026 h 1276409"/>
                <a:gd name="connsiteX155" fmla="*/ 93585 w 1397410"/>
                <a:gd name="connsiteY155" fmla="*/ 1122972 h 1276409"/>
                <a:gd name="connsiteX156" fmla="*/ 131957 w 1397410"/>
                <a:gd name="connsiteY156" fmla="*/ 1145571 h 1276409"/>
                <a:gd name="connsiteX157" fmla="*/ 176710 w 1397410"/>
                <a:gd name="connsiteY157" fmla="*/ 1130547 h 1276409"/>
                <a:gd name="connsiteX158" fmla="*/ 202296 w 1397410"/>
                <a:gd name="connsiteY158" fmla="*/ 1129505 h 1276409"/>
                <a:gd name="connsiteX159" fmla="*/ 193399 w 1397410"/>
                <a:gd name="connsiteY159" fmla="*/ 1114342 h 1276409"/>
                <a:gd name="connsiteX160" fmla="*/ 164928 w 1397410"/>
                <a:gd name="connsiteY160" fmla="*/ 1093332 h 1276409"/>
                <a:gd name="connsiteX161" fmla="*/ 174867 w 1397410"/>
                <a:gd name="connsiteY161" fmla="*/ 1077774 h 1276409"/>
                <a:gd name="connsiteX162" fmla="*/ 204355 w 1397410"/>
                <a:gd name="connsiteY162" fmla="*/ 1063272 h 1276409"/>
                <a:gd name="connsiteX163" fmla="*/ 201813 w 1397410"/>
                <a:gd name="connsiteY163" fmla="*/ 1049939 h 1276409"/>
                <a:gd name="connsiteX164" fmla="*/ 231720 w 1397410"/>
                <a:gd name="connsiteY164" fmla="*/ 1032424 h 1276409"/>
                <a:gd name="connsiteX165" fmla="*/ 266165 w 1397410"/>
                <a:gd name="connsiteY165" fmla="*/ 1044321 h 1276409"/>
                <a:gd name="connsiteX166" fmla="*/ 282866 w 1397410"/>
                <a:gd name="connsiteY166" fmla="*/ 1035424 h 1276409"/>
                <a:gd name="connsiteX167" fmla="*/ 314832 w 1397410"/>
                <a:gd name="connsiteY167" fmla="*/ 986947 h 1276409"/>
                <a:gd name="connsiteX168" fmla="*/ 282078 w 1397410"/>
                <a:gd name="connsiteY168" fmla="*/ 980796 h 1276409"/>
                <a:gd name="connsiteX169" fmla="*/ 274375 w 1397410"/>
                <a:gd name="connsiteY169" fmla="*/ 929828 h 1276409"/>
                <a:gd name="connsiteX170" fmla="*/ 235901 w 1397410"/>
                <a:gd name="connsiteY170" fmla="*/ 935052 h 1276409"/>
                <a:gd name="connsiteX171" fmla="*/ 224793 w 1397410"/>
                <a:gd name="connsiteY171" fmla="*/ 932827 h 1276409"/>
                <a:gd name="connsiteX172" fmla="*/ 220484 w 1397410"/>
                <a:gd name="connsiteY172" fmla="*/ 937276 h 1276409"/>
                <a:gd name="connsiteX173" fmla="*/ 221653 w 1397410"/>
                <a:gd name="connsiteY173" fmla="*/ 946427 h 1276409"/>
                <a:gd name="connsiteX174" fmla="*/ 219442 w 1397410"/>
                <a:gd name="connsiteY174" fmla="*/ 955184 h 1276409"/>
                <a:gd name="connsiteX175" fmla="*/ 212921 w 1397410"/>
                <a:gd name="connsiteY175" fmla="*/ 962366 h 1276409"/>
                <a:gd name="connsiteX176" fmla="*/ 205295 w 1397410"/>
                <a:gd name="connsiteY176" fmla="*/ 962912 h 1276409"/>
                <a:gd name="connsiteX177" fmla="*/ 199957 w 1397410"/>
                <a:gd name="connsiteY177" fmla="*/ 954409 h 1276409"/>
                <a:gd name="connsiteX178" fmla="*/ 196030 w 1397410"/>
                <a:gd name="connsiteY178" fmla="*/ 947088 h 1276409"/>
                <a:gd name="connsiteX179" fmla="*/ 186764 w 1397410"/>
                <a:gd name="connsiteY179" fmla="*/ 948791 h 1276409"/>
                <a:gd name="connsiteX180" fmla="*/ 183510 w 1397410"/>
                <a:gd name="connsiteY180" fmla="*/ 958451 h 1276409"/>
                <a:gd name="connsiteX181" fmla="*/ 184158 w 1397410"/>
                <a:gd name="connsiteY181" fmla="*/ 971530 h 1276409"/>
                <a:gd name="connsiteX182" fmla="*/ 178146 w 1397410"/>
                <a:gd name="connsiteY182" fmla="*/ 981329 h 1276409"/>
                <a:gd name="connsiteX183" fmla="*/ 162894 w 1397410"/>
                <a:gd name="connsiteY183" fmla="*/ 984596 h 1276409"/>
                <a:gd name="connsiteX184" fmla="*/ 155725 w 1397410"/>
                <a:gd name="connsiteY184" fmla="*/ 993366 h 1276409"/>
                <a:gd name="connsiteX185" fmla="*/ 152980 w 1397410"/>
                <a:gd name="connsiteY185" fmla="*/ 1005771 h 1276409"/>
                <a:gd name="connsiteX186" fmla="*/ 141541 w 1397410"/>
                <a:gd name="connsiteY186" fmla="*/ 1015050 h 1276409"/>
                <a:gd name="connsiteX187" fmla="*/ 123264 w 1397410"/>
                <a:gd name="connsiteY187" fmla="*/ 1012965 h 1276409"/>
                <a:gd name="connsiteX188" fmla="*/ 106740 w 1397410"/>
                <a:gd name="connsiteY188" fmla="*/ 1020413 h 1276409"/>
                <a:gd name="connsiteX189" fmla="*/ 85336 w 1397410"/>
                <a:gd name="connsiteY189" fmla="*/ 1017147 h 1276409"/>
                <a:gd name="connsiteX190" fmla="*/ 101135 w 1397410"/>
                <a:gd name="connsiteY190" fmla="*/ 995705 h 1276409"/>
                <a:gd name="connsiteX191" fmla="*/ 81689 w 1397410"/>
                <a:gd name="connsiteY191" fmla="*/ 951016 h 1276409"/>
                <a:gd name="connsiteX192" fmla="*/ 50892 w 1397410"/>
                <a:gd name="connsiteY192" fmla="*/ 918719 h 1276409"/>
                <a:gd name="connsiteX193" fmla="*/ 28318 w 1397410"/>
                <a:gd name="connsiteY193" fmla="*/ 927349 h 1276409"/>
                <a:gd name="connsiteX194" fmla="*/ 8745 w 1397410"/>
                <a:gd name="connsiteY194" fmla="*/ 880423 h 1276409"/>
                <a:gd name="connsiteX195" fmla="*/ 0 w 1397410"/>
                <a:gd name="connsiteY195" fmla="*/ 849842 h 1276409"/>
                <a:gd name="connsiteX196" fmla="*/ 144718 w 1397410"/>
                <a:gd name="connsiteY196" fmla="*/ 781207 h 1276409"/>
                <a:gd name="connsiteX197" fmla="*/ 163250 w 1397410"/>
                <a:gd name="connsiteY197" fmla="*/ 774280 h 1276409"/>
                <a:gd name="connsiteX198" fmla="*/ 154111 w 1397410"/>
                <a:gd name="connsiteY198" fmla="*/ 746699 h 1276409"/>
                <a:gd name="connsiteX199" fmla="*/ 180612 w 1397410"/>
                <a:gd name="connsiteY199" fmla="*/ 731027 h 1276409"/>
                <a:gd name="connsiteX200" fmla="*/ 213659 w 1397410"/>
                <a:gd name="connsiteY200" fmla="*/ 714021 h 1276409"/>
                <a:gd name="connsiteX201" fmla="*/ 254636 w 1397410"/>
                <a:gd name="connsiteY201" fmla="*/ 709191 h 1276409"/>
                <a:gd name="connsiteX202" fmla="*/ 279307 w 1397410"/>
                <a:gd name="connsiteY202" fmla="*/ 668150 h 1276409"/>
                <a:gd name="connsiteX203" fmla="*/ 288560 w 1397410"/>
                <a:gd name="connsiteY203" fmla="*/ 648665 h 1276409"/>
                <a:gd name="connsiteX204" fmla="*/ 312836 w 1397410"/>
                <a:gd name="connsiteY204" fmla="*/ 639260 h 1276409"/>
                <a:gd name="connsiteX205" fmla="*/ 353166 w 1397410"/>
                <a:gd name="connsiteY205" fmla="*/ 626067 h 1276409"/>
                <a:gd name="connsiteX206" fmla="*/ 402875 w 1397410"/>
                <a:gd name="connsiteY206" fmla="*/ 610128 h 1276409"/>
                <a:gd name="connsiteX207" fmla="*/ 451301 w 1397410"/>
                <a:gd name="connsiteY207" fmla="*/ 549119 h 1276409"/>
                <a:gd name="connsiteX208" fmla="*/ 452483 w 1397410"/>
                <a:gd name="connsiteY208" fmla="*/ 534617 h 1276409"/>
                <a:gd name="connsiteX209" fmla="*/ 468002 w 1397410"/>
                <a:gd name="connsiteY209" fmla="*/ 515005 h 1276409"/>
                <a:gd name="connsiteX210" fmla="*/ 429109 w 1397410"/>
                <a:gd name="connsiteY210" fmla="*/ 468740 h 1276409"/>
                <a:gd name="connsiteX211" fmla="*/ 398058 w 1397410"/>
                <a:gd name="connsiteY211" fmla="*/ 454237 h 1276409"/>
                <a:gd name="connsiteX212" fmla="*/ 403549 w 1397410"/>
                <a:gd name="connsiteY212" fmla="*/ 424559 h 1276409"/>
                <a:gd name="connsiteX213" fmla="*/ 361516 w 1397410"/>
                <a:gd name="connsiteY213" fmla="*/ 388881 h 1276409"/>
                <a:gd name="connsiteX214" fmla="*/ 311947 w 1397410"/>
                <a:gd name="connsiteY214" fmla="*/ 393190 h 1276409"/>
                <a:gd name="connsiteX215" fmla="*/ 298372 w 1397410"/>
                <a:gd name="connsiteY215" fmla="*/ 396177 h 1276409"/>
                <a:gd name="connsiteX216" fmla="*/ 239524 w 1397410"/>
                <a:gd name="connsiteY216" fmla="*/ 391741 h 1276409"/>
                <a:gd name="connsiteX217" fmla="*/ 229610 w 1397410"/>
                <a:gd name="connsiteY217" fmla="*/ 385081 h 1276409"/>
                <a:gd name="connsiteX218" fmla="*/ 194225 w 1397410"/>
                <a:gd name="connsiteY218" fmla="*/ 370960 h 1276409"/>
                <a:gd name="connsiteX219" fmla="*/ 196767 w 1397410"/>
                <a:gd name="connsiteY219" fmla="*/ 362749 h 1276409"/>
                <a:gd name="connsiteX220" fmla="*/ 208384 w 1397410"/>
                <a:gd name="connsiteY220" fmla="*/ 299338 h 1276409"/>
                <a:gd name="connsiteX221" fmla="*/ 215031 w 1397410"/>
                <a:gd name="connsiteY221" fmla="*/ 303011 h 1276409"/>
                <a:gd name="connsiteX222" fmla="*/ 222594 w 1397410"/>
                <a:gd name="connsiteY222" fmla="*/ 303520 h 1276409"/>
                <a:gd name="connsiteX223" fmla="*/ 222085 w 1397410"/>
                <a:gd name="connsiteY223" fmla="*/ 296478 h 1276409"/>
                <a:gd name="connsiteX224" fmla="*/ 230983 w 1397410"/>
                <a:gd name="connsiteY224" fmla="*/ 295296 h 1276409"/>
                <a:gd name="connsiteX225" fmla="*/ 242612 w 1397410"/>
                <a:gd name="connsiteY225" fmla="*/ 302744 h 1276409"/>
                <a:gd name="connsiteX226" fmla="*/ 252781 w 1397410"/>
                <a:gd name="connsiteY226" fmla="*/ 298296 h 1276409"/>
                <a:gd name="connsiteX227" fmla="*/ 258653 w 1397410"/>
                <a:gd name="connsiteY227" fmla="*/ 301168 h 1276409"/>
                <a:gd name="connsiteX228" fmla="*/ 269342 w 1397410"/>
                <a:gd name="connsiteY228" fmla="*/ 304689 h 1276409"/>
                <a:gd name="connsiteX229" fmla="*/ 278239 w 1397410"/>
                <a:gd name="connsiteY229" fmla="*/ 301562 h 1276409"/>
                <a:gd name="connsiteX230" fmla="*/ 280591 w 1397410"/>
                <a:gd name="connsiteY230" fmla="*/ 335422 h 1276409"/>
                <a:gd name="connsiteX231" fmla="*/ 304994 w 1397410"/>
                <a:gd name="connsiteY231" fmla="*/ 348628 h 1276409"/>
                <a:gd name="connsiteX232" fmla="*/ 308121 w 1397410"/>
                <a:gd name="connsiteY232" fmla="*/ 349670 h 1276409"/>
                <a:gd name="connsiteX233" fmla="*/ 358364 w 1397410"/>
                <a:gd name="connsiteY233" fmla="*/ 339731 h 1276409"/>
                <a:gd name="connsiteX234" fmla="*/ 381992 w 1397410"/>
                <a:gd name="connsiteY234" fmla="*/ 302744 h 1276409"/>
                <a:gd name="connsiteX235" fmla="*/ 376642 w 1397410"/>
                <a:gd name="connsiteY235" fmla="*/ 270066 h 1276409"/>
                <a:gd name="connsiteX236" fmla="*/ 486394 w 1397410"/>
                <a:gd name="connsiteY236" fmla="*/ 261576 h 1276409"/>
                <a:gd name="connsiteX237" fmla="*/ 461469 w 1397410"/>
                <a:gd name="connsiteY237" fmla="*/ 239333 h 1276409"/>
                <a:gd name="connsiteX238" fmla="*/ 462118 w 1397410"/>
                <a:gd name="connsiteY238" fmla="*/ 193462 h 1276409"/>
                <a:gd name="connsiteX239" fmla="*/ 499321 w 1397410"/>
                <a:gd name="connsiteY239" fmla="*/ 217128 h 1276409"/>
                <a:gd name="connsiteX240" fmla="*/ 525275 w 1397410"/>
                <a:gd name="connsiteY240" fmla="*/ 221196 h 1276409"/>
                <a:gd name="connsiteX241" fmla="*/ 535710 w 1397410"/>
                <a:gd name="connsiteY241" fmla="*/ 206032 h 1276409"/>
                <a:gd name="connsiteX242" fmla="*/ 557381 w 1397410"/>
                <a:gd name="connsiteY242" fmla="*/ 207850 h 1276409"/>
                <a:gd name="connsiteX243" fmla="*/ 557775 w 1397410"/>
                <a:gd name="connsiteY243" fmla="*/ 190996 h 1276409"/>
                <a:gd name="connsiteX244" fmla="*/ 577996 w 1397410"/>
                <a:gd name="connsiteY244" fmla="*/ 117925 h 1276409"/>
                <a:gd name="connsiteX245" fmla="*/ 528541 w 1397410"/>
                <a:gd name="connsiteY245" fmla="*/ 93623 h 1276409"/>
                <a:gd name="connsiteX246" fmla="*/ 538061 w 1397410"/>
                <a:gd name="connsiteY246" fmla="*/ 79490 h 1276409"/>
                <a:gd name="connsiteX247" fmla="*/ 540145 w 1397410"/>
                <a:gd name="connsiteY247" fmla="*/ 42516 h 1276409"/>
                <a:gd name="connsiteX248" fmla="*/ 539891 w 1397410"/>
                <a:gd name="connsiteY248" fmla="*/ 38703 h 1276409"/>
                <a:gd name="connsiteX249" fmla="*/ 607878 w 1397410"/>
                <a:gd name="connsiteY249" fmla="*/ 58848 h 1276409"/>
                <a:gd name="connsiteX250" fmla="*/ 638027 w 1397410"/>
                <a:gd name="connsiteY250" fmla="*/ 44727 h 1276409"/>
                <a:gd name="connsiteX251" fmla="*/ 627338 w 1397410"/>
                <a:gd name="connsiteY251" fmla="*/ 23120 h 1276409"/>
                <a:gd name="connsiteX252" fmla="*/ 658261 w 1397410"/>
                <a:gd name="connsiteY252" fmla="*/ 16333 h 1276409"/>
                <a:gd name="connsiteX253" fmla="*/ 662952 w 1397410"/>
                <a:gd name="connsiteY253" fmla="*/ 47816 h 1276409"/>
                <a:gd name="connsiteX254" fmla="*/ 666218 w 1397410"/>
                <a:gd name="connsiteY254" fmla="*/ 50358 h 1276409"/>
                <a:gd name="connsiteX255" fmla="*/ 726503 w 1397410"/>
                <a:gd name="connsiteY255" fmla="*/ 64606 h 1276409"/>
                <a:gd name="connsiteX256" fmla="*/ 747131 w 1397410"/>
                <a:gd name="connsiteY256" fmla="*/ 97805 h 1276409"/>
                <a:gd name="connsiteX257" fmla="*/ 724253 w 1397410"/>
                <a:gd name="connsiteY257" fmla="*/ 139088 h 1276409"/>
                <a:gd name="connsiteX258" fmla="*/ 709128 w 1397410"/>
                <a:gd name="connsiteY258" fmla="*/ 147337 h 1276409"/>
                <a:gd name="connsiteX259" fmla="*/ 695248 w 1397410"/>
                <a:gd name="connsiteY259" fmla="*/ 163580 h 1276409"/>
                <a:gd name="connsiteX260" fmla="*/ 691067 w 1397410"/>
                <a:gd name="connsiteY260" fmla="*/ 188810 h 1276409"/>
                <a:gd name="connsiteX261" fmla="*/ 696290 w 1397410"/>
                <a:gd name="connsiteY261" fmla="*/ 219391 h 1276409"/>
                <a:gd name="connsiteX262" fmla="*/ 674505 w 1397410"/>
                <a:gd name="connsiteY262" fmla="*/ 260063 h 1276409"/>
                <a:gd name="connsiteX263" fmla="*/ 652707 w 1397410"/>
                <a:gd name="connsiteY263" fmla="*/ 275316 h 1276409"/>
                <a:gd name="connsiteX264" fmla="*/ 591508 w 1397410"/>
                <a:gd name="connsiteY264" fmla="*/ 275163 h 1276409"/>
                <a:gd name="connsiteX265" fmla="*/ 609899 w 1397410"/>
                <a:gd name="connsiteY265" fmla="*/ 363143 h 1276409"/>
                <a:gd name="connsiteX266" fmla="*/ 608628 w 1397410"/>
                <a:gd name="connsiteY266" fmla="*/ 369803 h 1276409"/>
                <a:gd name="connsiteX267" fmla="*/ 614983 w 1397410"/>
                <a:gd name="connsiteY267" fmla="*/ 402748 h 1276409"/>
                <a:gd name="connsiteX268" fmla="*/ 702684 w 1397410"/>
                <a:gd name="connsiteY268" fmla="*/ 390585 h 1276409"/>
                <a:gd name="connsiteX269" fmla="*/ 728536 w 1397410"/>
                <a:gd name="connsiteY269" fmla="*/ 387318 h 1276409"/>
                <a:gd name="connsiteX270" fmla="*/ 786469 w 1397410"/>
                <a:gd name="connsiteY270" fmla="*/ 403269 h 1276409"/>
                <a:gd name="connsiteX271" fmla="*/ 832226 w 1397410"/>
                <a:gd name="connsiteY271" fmla="*/ 470316 h 1276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Lst>
              <a:rect l="l" t="t" r="r" b="b"/>
              <a:pathLst>
                <a:path w="1397410" h="1276409">
                  <a:moveTo>
                    <a:pt x="163453" y="168728"/>
                  </a:moveTo>
                  <a:lnTo>
                    <a:pt x="197657" y="167292"/>
                  </a:lnTo>
                  <a:lnTo>
                    <a:pt x="233537" y="222327"/>
                  </a:lnTo>
                  <a:lnTo>
                    <a:pt x="216696" y="262440"/>
                  </a:lnTo>
                  <a:lnTo>
                    <a:pt x="81968" y="255907"/>
                  </a:lnTo>
                  <a:lnTo>
                    <a:pt x="83137" y="210036"/>
                  </a:lnTo>
                  <a:close/>
                  <a:moveTo>
                    <a:pt x="688385" y="1011503"/>
                  </a:moveTo>
                  <a:lnTo>
                    <a:pt x="713310" y="1003534"/>
                  </a:lnTo>
                  <a:lnTo>
                    <a:pt x="731307" y="1015304"/>
                  </a:lnTo>
                  <a:lnTo>
                    <a:pt x="710310" y="1042097"/>
                  </a:lnTo>
                  <a:lnTo>
                    <a:pt x="678191" y="1038563"/>
                  </a:lnTo>
                  <a:close/>
                  <a:moveTo>
                    <a:pt x="344065" y="0"/>
                  </a:moveTo>
                  <a:lnTo>
                    <a:pt x="361949" y="16727"/>
                  </a:lnTo>
                  <a:lnTo>
                    <a:pt x="387267" y="15151"/>
                  </a:lnTo>
                  <a:lnTo>
                    <a:pt x="397054" y="52150"/>
                  </a:lnTo>
                  <a:lnTo>
                    <a:pt x="381916" y="73185"/>
                  </a:lnTo>
                  <a:lnTo>
                    <a:pt x="385056" y="123124"/>
                  </a:lnTo>
                  <a:lnTo>
                    <a:pt x="313141" y="128869"/>
                  </a:lnTo>
                  <a:lnTo>
                    <a:pt x="291737" y="135148"/>
                  </a:lnTo>
                  <a:lnTo>
                    <a:pt x="247633" y="152268"/>
                  </a:lnTo>
                  <a:lnTo>
                    <a:pt x="231720" y="158801"/>
                  </a:lnTo>
                  <a:lnTo>
                    <a:pt x="213684" y="120899"/>
                  </a:lnTo>
                  <a:lnTo>
                    <a:pt x="233664" y="95021"/>
                  </a:lnTo>
                  <a:lnTo>
                    <a:pt x="184717" y="68254"/>
                  </a:lnTo>
                  <a:lnTo>
                    <a:pt x="163110" y="66157"/>
                  </a:lnTo>
                  <a:lnTo>
                    <a:pt x="188289" y="16117"/>
                  </a:lnTo>
                  <a:lnTo>
                    <a:pt x="247938" y="45795"/>
                  </a:lnTo>
                  <a:lnTo>
                    <a:pt x="263978" y="64987"/>
                  </a:lnTo>
                  <a:lnTo>
                    <a:pt x="297381" y="60806"/>
                  </a:lnTo>
                  <a:lnTo>
                    <a:pt x="316446" y="36898"/>
                  </a:lnTo>
                  <a:lnTo>
                    <a:pt x="325343" y="20946"/>
                  </a:lnTo>
                  <a:close/>
                  <a:moveTo>
                    <a:pt x="905856" y="488174"/>
                  </a:moveTo>
                  <a:lnTo>
                    <a:pt x="917295" y="484119"/>
                  </a:lnTo>
                  <a:lnTo>
                    <a:pt x="942894" y="416158"/>
                  </a:lnTo>
                  <a:lnTo>
                    <a:pt x="998221" y="400727"/>
                  </a:lnTo>
                  <a:lnTo>
                    <a:pt x="1010093" y="380721"/>
                  </a:lnTo>
                  <a:lnTo>
                    <a:pt x="1089430" y="352238"/>
                  </a:lnTo>
                  <a:lnTo>
                    <a:pt x="1069589" y="316815"/>
                  </a:lnTo>
                  <a:lnTo>
                    <a:pt x="1090752" y="298258"/>
                  </a:lnTo>
                  <a:lnTo>
                    <a:pt x="1108546" y="281518"/>
                  </a:lnTo>
                  <a:lnTo>
                    <a:pt x="1151608" y="307536"/>
                  </a:lnTo>
                  <a:lnTo>
                    <a:pt x="1206033" y="278659"/>
                  </a:lnTo>
                  <a:lnTo>
                    <a:pt x="1213736" y="260496"/>
                  </a:lnTo>
                  <a:lnTo>
                    <a:pt x="1246223" y="245981"/>
                  </a:lnTo>
                  <a:lnTo>
                    <a:pt x="1256531" y="237083"/>
                  </a:lnTo>
                  <a:lnTo>
                    <a:pt x="1225607" y="173532"/>
                  </a:lnTo>
                  <a:lnTo>
                    <a:pt x="1245689" y="137461"/>
                  </a:lnTo>
                  <a:lnTo>
                    <a:pt x="1281710" y="125818"/>
                  </a:lnTo>
                  <a:lnTo>
                    <a:pt x="1296466" y="163860"/>
                  </a:lnTo>
                  <a:lnTo>
                    <a:pt x="1307804" y="216391"/>
                  </a:lnTo>
                  <a:lnTo>
                    <a:pt x="1298551" y="217306"/>
                  </a:lnTo>
                  <a:lnTo>
                    <a:pt x="1273372" y="236664"/>
                  </a:lnTo>
                  <a:lnTo>
                    <a:pt x="1347879" y="277337"/>
                  </a:lnTo>
                  <a:lnTo>
                    <a:pt x="1351934" y="294343"/>
                  </a:lnTo>
                  <a:lnTo>
                    <a:pt x="1355569" y="316421"/>
                  </a:lnTo>
                  <a:lnTo>
                    <a:pt x="1387942" y="314463"/>
                  </a:lnTo>
                  <a:lnTo>
                    <a:pt x="1389785" y="321657"/>
                  </a:lnTo>
                  <a:lnTo>
                    <a:pt x="1397411" y="352632"/>
                  </a:lnTo>
                  <a:lnTo>
                    <a:pt x="1390484" y="387534"/>
                  </a:lnTo>
                  <a:lnTo>
                    <a:pt x="1385667" y="397601"/>
                  </a:lnTo>
                  <a:lnTo>
                    <a:pt x="1381612" y="406358"/>
                  </a:lnTo>
                  <a:lnTo>
                    <a:pt x="1373783" y="410260"/>
                  </a:lnTo>
                  <a:lnTo>
                    <a:pt x="1359293" y="451187"/>
                  </a:lnTo>
                  <a:lnTo>
                    <a:pt x="1337686" y="496270"/>
                  </a:lnTo>
                  <a:lnTo>
                    <a:pt x="1319154" y="502803"/>
                  </a:lnTo>
                  <a:lnTo>
                    <a:pt x="1262505" y="537438"/>
                  </a:lnTo>
                  <a:lnTo>
                    <a:pt x="1231822" y="549208"/>
                  </a:lnTo>
                  <a:lnTo>
                    <a:pt x="1230145" y="503337"/>
                  </a:lnTo>
                  <a:lnTo>
                    <a:pt x="1199640" y="501506"/>
                  </a:lnTo>
                  <a:lnTo>
                    <a:pt x="1170000" y="495495"/>
                  </a:lnTo>
                  <a:lnTo>
                    <a:pt x="1165310" y="491821"/>
                  </a:lnTo>
                  <a:lnTo>
                    <a:pt x="1146778" y="483458"/>
                  </a:lnTo>
                  <a:lnTo>
                    <a:pt x="1131895" y="508167"/>
                  </a:lnTo>
                  <a:lnTo>
                    <a:pt x="1125374" y="526596"/>
                  </a:lnTo>
                  <a:lnTo>
                    <a:pt x="1128120" y="536917"/>
                  </a:lnTo>
                  <a:lnTo>
                    <a:pt x="1128641" y="542929"/>
                  </a:lnTo>
                  <a:lnTo>
                    <a:pt x="1117278" y="552741"/>
                  </a:lnTo>
                  <a:lnTo>
                    <a:pt x="1117278" y="560571"/>
                  </a:lnTo>
                  <a:lnTo>
                    <a:pt x="1108012" y="568566"/>
                  </a:lnTo>
                  <a:lnTo>
                    <a:pt x="1095302" y="570370"/>
                  </a:lnTo>
                  <a:lnTo>
                    <a:pt x="1078067" y="570243"/>
                  </a:lnTo>
                  <a:lnTo>
                    <a:pt x="1053536" y="585152"/>
                  </a:lnTo>
                  <a:lnTo>
                    <a:pt x="1035742" y="631824"/>
                  </a:lnTo>
                  <a:lnTo>
                    <a:pt x="1031827" y="636133"/>
                  </a:lnTo>
                  <a:lnTo>
                    <a:pt x="1022040" y="651385"/>
                  </a:lnTo>
                  <a:lnTo>
                    <a:pt x="1020998" y="670336"/>
                  </a:lnTo>
                  <a:lnTo>
                    <a:pt x="1015393" y="679348"/>
                  </a:lnTo>
                  <a:lnTo>
                    <a:pt x="1000382" y="695960"/>
                  </a:lnTo>
                  <a:lnTo>
                    <a:pt x="989019" y="701832"/>
                  </a:lnTo>
                  <a:lnTo>
                    <a:pt x="982499" y="704717"/>
                  </a:lnTo>
                  <a:lnTo>
                    <a:pt x="961375" y="717516"/>
                  </a:lnTo>
                  <a:lnTo>
                    <a:pt x="943224" y="707844"/>
                  </a:lnTo>
                  <a:lnTo>
                    <a:pt x="942703" y="700790"/>
                  </a:lnTo>
                  <a:lnTo>
                    <a:pt x="938890" y="695960"/>
                  </a:lnTo>
                  <a:lnTo>
                    <a:pt x="930667" y="699773"/>
                  </a:lnTo>
                  <a:lnTo>
                    <a:pt x="901827" y="731943"/>
                  </a:lnTo>
                  <a:lnTo>
                    <a:pt x="866328" y="691816"/>
                  </a:lnTo>
                  <a:lnTo>
                    <a:pt x="844403" y="727634"/>
                  </a:lnTo>
                  <a:lnTo>
                    <a:pt x="806564" y="722270"/>
                  </a:lnTo>
                  <a:lnTo>
                    <a:pt x="697981" y="621224"/>
                  </a:lnTo>
                  <a:lnTo>
                    <a:pt x="677645" y="630121"/>
                  </a:lnTo>
                  <a:lnTo>
                    <a:pt x="649326" y="642831"/>
                  </a:lnTo>
                  <a:lnTo>
                    <a:pt x="629753" y="654461"/>
                  </a:lnTo>
                  <a:lnTo>
                    <a:pt x="626486" y="655910"/>
                  </a:lnTo>
                  <a:lnTo>
                    <a:pt x="552373" y="660092"/>
                  </a:lnTo>
                  <a:lnTo>
                    <a:pt x="540502" y="662570"/>
                  </a:lnTo>
                  <a:lnTo>
                    <a:pt x="485847" y="674340"/>
                  </a:lnTo>
                  <a:lnTo>
                    <a:pt x="494592" y="686872"/>
                  </a:lnTo>
                  <a:lnTo>
                    <a:pt x="515983" y="711708"/>
                  </a:lnTo>
                  <a:lnTo>
                    <a:pt x="520292" y="750538"/>
                  </a:lnTo>
                  <a:lnTo>
                    <a:pt x="520813" y="767658"/>
                  </a:lnTo>
                  <a:lnTo>
                    <a:pt x="561410" y="800603"/>
                  </a:lnTo>
                  <a:lnTo>
                    <a:pt x="568451" y="815232"/>
                  </a:lnTo>
                  <a:lnTo>
                    <a:pt x="608781" y="813135"/>
                  </a:lnTo>
                  <a:lnTo>
                    <a:pt x="608260" y="836408"/>
                  </a:lnTo>
                  <a:lnTo>
                    <a:pt x="625482" y="868959"/>
                  </a:lnTo>
                  <a:lnTo>
                    <a:pt x="626906" y="871704"/>
                  </a:lnTo>
                  <a:lnTo>
                    <a:pt x="623003" y="896400"/>
                  </a:lnTo>
                  <a:lnTo>
                    <a:pt x="653279" y="898484"/>
                  </a:lnTo>
                  <a:lnTo>
                    <a:pt x="677937" y="928544"/>
                  </a:lnTo>
                  <a:lnTo>
                    <a:pt x="671035" y="947380"/>
                  </a:lnTo>
                  <a:lnTo>
                    <a:pt x="676119" y="984494"/>
                  </a:lnTo>
                  <a:lnTo>
                    <a:pt x="674416" y="995730"/>
                  </a:lnTo>
                  <a:lnTo>
                    <a:pt x="634354" y="1013524"/>
                  </a:lnTo>
                  <a:lnTo>
                    <a:pt x="633972" y="1046075"/>
                  </a:lnTo>
                  <a:lnTo>
                    <a:pt x="618174" y="1053536"/>
                  </a:lnTo>
                  <a:lnTo>
                    <a:pt x="571718" y="1041512"/>
                  </a:lnTo>
                  <a:lnTo>
                    <a:pt x="566367" y="1037445"/>
                  </a:lnTo>
                  <a:lnTo>
                    <a:pt x="536866" y="1042809"/>
                  </a:lnTo>
                  <a:lnTo>
                    <a:pt x="506858" y="1046202"/>
                  </a:lnTo>
                  <a:lnTo>
                    <a:pt x="498901" y="1058353"/>
                  </a:lnTo>
                  <a:lnTo>
                    <a:pt x="475921" y="1008034"/>
                  </a:lnTo>
                  <a:lnTo>
                    <a:pt x="443561" y="997192"/>
                  </a:lnTo>
                  <a:lnTo>
                    <a:pt x="402888" y="1011834"/>
                  </a:lnTo>
                  <a:lnTo>
                    <a:pt x="370668" y="1019015"/>
                  </a:lnTo>
                  <a:lnTo>
                    <a:pt x="368304" y="1025675"/>
                  </a:lnTo>
                  <a:lnTo>
                    <a:pt x="384103" y="1048821"/>
                  </a:lnTo>
                  <a:lnTo>
                    <a:pt x="354208" y="1095086"/>
                  </a:lnTo>
                  <a:lnTo>
                    <a:pt x="333338" y="1132466"/>
                  </a:lnTo>
                  <a:lnTo>
                    <a:pt x="307917" y="1149600"/>
                  </a:lnTo>
                  <a:lnTo>
                    <a:pt x="282866" y="1160187"/>
                  </a:lnTo>
                  <a:lnTo>
                    <a:pt x="272939" y="1164089"/>
                  </a:lnTo>
                  <a:lnTo>
                    <a:pt x="244977" y="1175986"/>
                  </a:lnTo>
                  <a:lnTo>
                    <a:pt x="257903" y="1215197"/>
                  </a:lnTo>
                  <a:lnTo>
                    <a:pt x="270041" y="1231809"/>
                  </a:lnTo>
                  <a:lnTo>
                    <a:pt x="264067" y="1251574"/>
                  </a:lnTo>
                  <a:lnTo>
                    <a:pt x="255590" y="1264106"/>
                  </a:lnTo>
                  <a:lnTo>
                    <a:pt x="231313" y="1271567"/>
                  </a:lnTo>
                  <a:lnTo>
                    <a:pt x="208435" y="1276409"/>
                  </a:lnTo>
                  <a:lnTo>
                    <a:pt x="191848" y="1255628"/>
                  </a:lnTo>
                  <a:lnTo>
                    <a:pt x="189382" y="1198763"/>
                  </a:lnTo>
                  <a:lnTo>
                    <a:pt x="151531" y="1211193"/>
                  </a:lnTo>
                  <a:lnTo>
                    <a:pt x="145252" y="1213418"/>
                  </a:lnTo>
                  <a:lnTo>
                    <a:pt x="84065" y="1213011"/>
                  </a:lnTo>
                  <a:lnTo>
                    <a:pt x="62522" y="1133026"/>
                  </a:lnTo>
                  <a:lnTo>
                    <a:pt x="93585" y="1122972"/>
                  </a:lnTo>
                  <a:lnTo>
                    <a:pt x="131957" y="1145571"/>
                  </a:lnTo>
                  <a:lnTo>
                    <a:pt x="176710" y="1130547"/>
                  </a:lnTo>
                  <a:lnTo>
                    <a:pt x="202296" y="1129505"/>
                  </a:lnTo>
                  <a:lnTo>
                    <a:pt x="193399" y="1114342"/>
                  </a:lnTo>
                  <a:lnTo>
                    <a:pt x="164928" y="1093332"/>
                  </a:lnTo>
                  <a:lnTo>
                    <a:pt x="174867" y="1077774"/>
                  </a:lnTo>
                  <a:lnTo>
                    <a:pt x="204355" y="1063272"/>
                  </a:lnTo>
                  <a:lnTo>
                    <a:pt x="201813" y="1049939"/>
                  </a:lnTo>
                  <a:lnTo>
                    <a:pt x="231720" y="1032424"/>
                  </a:lnTo>
                  <a:lnTo>
                    <a:pt x="266165" y="1044321"/>
                  </a:lnTo>
                  <a:lnTo>
                    <a:pt x="282866" y="1035424"/>
                  </a:lnTo>
                  <a:lnTo>
                    <a:pt x="314832" y="986947"/>
                  </a:lnTo>
                  <a:lnTo>
                    <a:pt x="282078" y="980796"/>
                  </a:lnTo>
                  <a:lnTo>
                    <a:pt x="274375" y="929828"/>
                  </a:lnTo>
                  <a:lnTo>
                    <a:pt x="235901" y="935052"/>
                  </a:lnTo>
                  <a:lnTo>
                    <a:pt x="224793" y="932827"/>
                  </a:lnTo>
                  <a:lnTo>
                    <a:pt x="220484" y="937276"/>
                  </a:lnTo>
                  <a:lnTo>
                    <a:pt x="221653" y="946427"/>
                  </a:lnTo>
                  <a:lnTo>
                    <a:pt x="219442" y="955184"/>
                  </a:lnTo>
                  <a:lnTo>
                    <a:pt x="212921" y="962366"/>
                  </a:lnTo>
                  <a:lnTo>
                    <a:pt x="205295" y="962912"/>
                  </a:lnTo>
                  <a:lnTo>
                    <a:pt x="199957" y="954409"/>
                  </a:lnTo>
                  <a:lnTo>
                    <a:pt x="196030" y="947088"/>
                  </a:lnTo>
                  <a:lnTo>
                    <a:pt x="186764" y="948791"/>
                  </a:lnTo>
                  <a:lnTo>
                    <a:pt x="183510" y="958451"/>
                  </a:lnTo>
                  <a:lnTo>
                    <a:pt x="184158" y="971530"/>
                  </a:lnTo>
                  <a:lnTo>
                    <a:pt x="178146" y="981329"/>
                  </a:lnTo>
                  <a:lnTo>
                    <a:pt x="162894" y="984596"/>
                  </a:lnTo>
                  <a:lnTo>
                    <a:pt x="155725" y="993366"/>
                  </a:lnTo>
                  <a:lnTo>
                    <a:pt x="152980" y="1005771"/>
                  </a:lnTo>
                  <a:lnTo>
                    <a:pt x="141541" y="1015050"/>
                  </a:lnTo>
                  <a:lnTo>
                    <a:pt x="123264" y="1012965"/>
                  </a:lnTo>
                  <a:lnTo>
                    <a:pt x="106740" y="1020413"/>
                  </a:lnTo>
                  <a:lnTo>
                    <a:pt x="85336" y="1017147"/>
                  </a:lnTo>
                  <a:lnTo>
                    <a:pt x="101135" y="995705"/>
                  </a:lnTo>
                  <a:lnTo>
                    <a:pt x="81689" y="951016"/>
                  </a:lnTo>
                  <a:lnTo>
                    <a:pt x="50892" y="918719"/>
                  </a:lnTo>
                  <a:lnTo>
                    <a:pt x="28318" y="927349"/>
                  </a:lnTo>
                  <a:lnTo>
                    <a:pt x="8745" y="880423"/>
                  </a:lnTo>
                  <a:lnTo>
                    <a:pt x="0" y="849842"/>
                  </a:lnTo>
                  <a:lnTo>
                    <a:pt x="144718" y="781207"/>
                  </a:lnTo>
                  <a:lnTo>
                    <a:pt x="163250" y="774280"/>
                  </a:lnTo>
                  <a:lnTo>
                    <a:pt x="154111" y="746699"/>
                  </a:lnTo>
                  <a:lnTo>
                    <a:pt x="180612" y="731027"/>
                  </a:lnTo>
                  <a:lnTo>
                    <a:pt x="213659" y="714021"/>
                  </a:lnTo>
                  <a:lnTo>
                    <a:pt x="254636" y="709191"/>
                  </a:lnTo>
                  <a:lnTo>
                    <a:pt x="279307" y="668150"/>
                  </a:lnTo>
                  <a:lnTo>
                    <a:pt x="288560" y="648665"/>
                  </a:lnTo>
                  <a:lnTo>
                    <a:pt x="312836" y="639260"/>
                  </a:lnTo>
                  <a:lnTo>
                    <a:pt x="353166" y="626067"/>
                  </a:lnTo>
                  <a:lnTo>
                    <a:pt x="402875" y="610128"/>
                  </a:lnTo>
                  <a:lnTo>
                    <a:pt x="451301" y="549119"/>
                  </a:lnTo>
                  <a:lnTo>
                    <a:pt x="452483" y="534617"/>
                  </a:lnTo>
                  <a:lnTo>
                    <a:pt x="468002" y="515005"/>
                  </a:lnTo>
                  <a:lnTo>
                    <a:pt x="429109" y="468740"/>
                  </a:lnTo>
                  <a:lnTo>
                    <a:pt x="398058" y="454237"/>
                  </a:lnTo>
                  <a:lnTo>
                    <a:pt x="403549" y="424559"/>
                  </a:lnTo>
                  <a:lnTo>
                    <a:pt x="361516" y="388881"/>
                  </a:lnTo>
                  <a:lnTo>
                    <a:pt x="311947" y="393190"/>
                  </a:lnTo>
                  <a:lnTo>
                    <a:pt x="298372" y="396177"/>
                  </a:lnTo>
                  <a:lnTo>
                    <a:pt x="239524" y="391741"/>
                  </a:lnTo>
                  <a:lnTo>
                    <a:pt x="229610" y="385081"/>
                  </a:lnTo>
                  <a:lnTo>
                    <a:pt x="194225" y="370960"/>
                  </a:lnTo>
                  <a:lnTo>
                    <a:pt x="196767" y="362749"/>
                  </a:lnTo>
                  <a:lnTo>
                    <a:pt x="208384" y="299338"/>
                  </a:lnTo>
                  <a:lnTo>
                    <a:pt x="215031" y="303011"/>
                  </a:lnTo>
                  <a:lnTo>
                    <a:pt x="222594" y="303520"/>
                  </a:lnTo>
                  <a:lnTo>
                    <a:pt x="222085" y="296478"/>
                  </a:lnTo>
                  <a:lnTo>
                    <a:pt x="230983" y="295296"/>
                  </a:lnTo>
                  <a:lnTo>
                    <a:pt x="242612" y="302744"/>
                  </a:lnTo>
                  <a:lnTo>
                    <a:pt x="252781" y="298296"/>
                  </a:lnTo>
                  <a:lnTo>
                    <a:pt x="258653" y="301168"/>
                  </a:lnTo>
                  <a:lnTo>
                    <a:pt x="269342" y="304689"/>
                  </a:lnTo>
                  <a:lnTo>
                    <a:pt x="278239" y="301562"/>
                  </a:lnTo>
                  <a:lnTo>
                    <a:pt x="280591" y="335422"/>
                  </a:lnTo>
                  <a:lnTo>
                    <a:pt x="304994" y="348628"/>
                  </a:lnTo>
                  <a:lnTo>
                    <a:pt x="308121" y="349670"/>
                  </a:lnTo>
                  <a:lnTo>
                    <a:pt x="358364" y="339731"/>
                  </a:lnTo>
                  <a:lnTo>
                    <a:pt x="381992" y="302744"/>
                  </a:lnTo>
                  <a:lnTo>
                    <a:pt x="376642" y="270066"/>
                  </a:lnTo>
                  <a:lnTo>
                    <a:pt x="486394" y="261576"/>
                  </a:lnTo>
                  <a:lnTo>
                    <a:pt x="461469" y="239333"/>
                  </a:lnTo>
                  <a:lnTo>
                    <a:pt x="462118" y="193462"/>
                  </a:lnTo>
                  <a:lnTo>
                    <a:pt x="499321" y="217128"/>
                  </a:lnTo>
                  <a:lnTo>
                    <a:pt x="525275" y="221196"/>
                  </a:lnTo>
                  <a:lnTo>
                    <a:pt x="535710" y="206032"/>
                  </a:lnTo>
                  <a:lnTo>
                    <a:pt x="557381" y="207850"/>
                  </a:lnTo>
                  <a:lnTo>
                    <a:pt x="557775" y="190996"/>
                  </a:lnTo>
                  <a:lnTo>
                    <a:pt x="577996" y="117925"/>
                  </a:lnTo>
                  <a:lnTo>
                    <a:pt x="528541" y="93623"/>
                  </a:lnTo>
                  <a:lnTo>
                    <a:pt x="538061" y="79490"/>
                  </a:lnTo>
                  <a:lnTo>
                    <a:pt x="540145" y="42516"/>
                  </a:lnTo>
                  <a:lnTo>
                    <a:pt x="539891" y="38703"/>
                  </a:lnTo>
                  <a:lnTo>
                    <a:pt x="607878" y="58848"/>
                  </a:lnTo>
                  <a:lnTo>
                    <a:pt x="638027" y="44727"/>
                  </a:lnTo>
                  <a:lnTo>
                    <a:pt x="627338" y="23120"/>
                  </a:lnTo>
                  <a:lnTo>
                    <a:pt x="658261" y="16333"/>
                  </a:lnTo>
                  <a:lnTo>
                    <a:pt x="662952" y="47816"/>
                  </a:lnTo>
                  <a:lnTo>
                    <a:pt x="666218" y="50358"/>
                  </a:lnTo>
                  <a:lnTo>
                    <a:pt x="726503" y="64606"/>
                  </a:lnTo>
                  <a:lnTo>
                    <a:pt x="747131" y="97805"/>
                  </a:lnTo>
                  <a:lnTo>
                    <a:pt x="724253" y="139088"/>
                  </a:lnTo>
                  <a:lnTo>
                    <a:pt x="709128" y="147337"/>
                  </a:lnTo>
                  <a:lnTo>
                    <a:pt x="695248" y="163580"/>
                  </a:lnTo>
                  <a:lnTo>
                    <a:pt x="691067" y="188810"/>
                  </a:lnTo>
                  <a:lnTo>
                    <a:pt x="696290" y="219391"/>
                  </a:lnTo>
                  <a:lnTo>
                    <a:pt x="674505" y="260063"/>
                  </a:lnTo>
                  <a:lnTo>
                    <a:pt x="652707" y="275316"/>
                  </a:lnTo>
                  <a:lnTo>
                    <a:pt x="591508" y="275163"/>
                  </a:lnTo>
                  <a:lnTo>
                    <a:pt x="609899" y="363143"/>
                  </a:lnTo>
                  <a:lnTo>
                    <a:pt x="608628" y="369803"/>
                  </a:lnTo>
                  <a:lnTo>
                    <a:pt x="614983" y="402748"/>
                  </a:lnTo>
                  <a:lnTo>
                    <a:pt x="702684" y="390585"/>
                  </a:lnTo>
                  <a:lnTo>
                    <a:pt x="728536" y="387318"/>
                  </a:lnTo>
                  <a:lnTo>
                    <a:pt x="786469" y="403269"/>
                  </a:lnTo>
                  <a:lnTo>
                    <a:pt x="832226" y="470316"/>
                  </a:lnTo>
                  <a:close/>
                </a:path>
              </a:pathLst>
            </a:custGeom>
            <a:solidFill>
              <a:srgbClr val="FFFFFF"/>
            </a:solidFill>
            <a:ln w="12700" cap="flat">
              <a:noFill/>
              <a:prstDash val="solid"/>
              <a:miter/>
            </a:ln>
          </p:spPr>
          <p:txBody>
            <a:bodyPr rtlCol="0" anchor="ctr"/>
            <a:lstStyle/>
            <a:p>
              <a:endParaRPr lang="de-CH"/>
            </a:p>
          </p:txBody>
        </p:sp>
        <p:sp>
          <p:nvSpPr>
            <p:cNvPr id="103" name="Freihandform: Form 102">
              <a:extLst>
                <a:ext uri="{FF2B5EF4-FFF2-40B4-BE49-F238E27FC236}">
                  <a16:creationId xmlns:a16="http://schemas.microsoft.com/office/drawing/2014/main" id="{D3FB29DA-5D74-B783-0B88-37EE0A679C86}"/>
                </a:ext>
              </a:extLst>
            </p:cNvPr>
            <p:cNvSpPr/>
            <p:nvPr/>
          </p:nvSpPr>
          <p:spPr>
            <a:xfrm>
              <a:off x="4329379" y="1413378"/>
              <a:ext cx="1397410" cy="1276409"/>
            </a:xfrm>
            <a:custGeom>
              <a:avLst/>
              <a:gdLst>
                <a:gd name="connsiteX0" fmla="*/ 163453 w 1397410"/>
                <a:gd name="connsiteY0" fmla="*/ 168728 h 1276409"/>
                <a:gd name="connsiteX1" fmla="*/ 197657 w 1397410"/>
                <a:gd name="connsiteY1" fmla="*/ 167292 h 1276409"/>
                <a:gd name="connsiteX2" fmla="*/ 233537 w 1397410"/>
                <a:gd name="connsiteY2" fmla="*/ 222327 h 1276409"/>
                <a:gd name="connsiteX3" fmla="*/ 216696 w 1397410"/>
                <a:gd name="connsiteY3" fmla="*/ 262440 h 1276409"/>
                <a:gd name="connsiteX4" fmla="*/ 81968 w 1397410"/>
                <a:gd name="connsiteY4" fmla="*/ 255907 h 1276409"/>
                <a:gd name="connsiteX5" fmla="*/ 83137 w 1397410"/>
                <a:gd name="connsiteY5" fmla="*/ 210036 h 1276409"/>
                <a:gd name="connsiteX6" fmla="*/ 688385 w 1397410"/>
                <a:gd name="connsiteY6" fmla="*/ 1011503 h 1276409"/>
                <a:gd name="connsiteX7" fmla="*/ 713310 w 1397410"/>
                <a:gd name="connsiteY7" fmla="*/ 1003534 h 1276409"/>
                <a:gd name="connsiteX8" fmla="*/ 731307 w 1397410"/>
                <a:gd name="connsiteY8" fmla="*/ 1015304 h 1276409"/>
                <a:gd name="connsiteX9" fmla="*/ 710310 w 1397410"/>
                <a:gd name="connsiteY9" fmla="*/ 1042097 h 1276409"/>
                <a:gd name="connsiteX10" fmla="*/ 678191 w 1397410"/>
                <a:gd name="connsiteY10" fmla="*/ 1038563 h 1276409"/>
                <a:gd name="connsiteX11" fmla="*/ 344065 w 1397410"/>
                <a:gd name="connsiteY11" fmla="*/ 0 h 1276409"/>
                <a:gd name="connsiteX12" fmla="*/ 361949 w 1397410"/>
                <a:gd name="connsiteY12" fmla="*/ 16727 h 1276409"/>
                <a:gd name="connsiteX13" fmla="*/ 387267 w 1397410"/>
                <a:gd name="connsiteY13" fmla="*/ 15151 h 1276409"/>
                <a:gd name="connsiteX14" fmla="*/ 397054 w 1397410"/>
                <a:gd name="connsiteY14" fmla="*/ 52150 h 1276409"/>
                <a:gd name="connsiteX15" fmla="*/ 381916 w 1397410"/>
                <a:gd name="connsiteY15" fmla="*/ 73185 h 1276409"/>
                <a:gd name="connsiteX16" fmla="*/ 385056 w 1397410"/>
                <a:gd name="connsiteY16" fmla="*/ 123124 h 1276409"/>
                <a:gd name="connsiteX17" fmla="*/ 313141 w 1397410"/>
                <a:gd name="connsiteY17" fmla="*/ 128869 h 1276409"/>
                <a:gd name="connsiteX18" fmla="*/ 291737 w 1397410"/>
                <a:gd name="connsiteY18" fmla="*/ 135148 h 1276409"/>
                <a:gd name="connsiteX19" fmla="*/ 247633 w 1397410"/>
                <a:gd name="connsiteY19" fmla="*/ 152268 h 1276409"/>
                <a:gd name="connsiteX20" fmla="*/ 231720 w 1397410"/>
                <a:gd name="connsiteY20" fmla="*/ 158801 h 1276409"/>
                <a:gd name="connsiteX21" fmla="*/ 213684 w 1397410"/>
                <a:gd name="connsiteY21" fmla="*/ 120899 h 1276409"/>
                <a:gd name="connsiteX22" fmla="*/ 233664 w 1397410"/>
                <a:gd name="connsiteY22" fmla="*/ 95021 h 1276409"/>
                <a:gd name="connsiteX23" fmla="*/ 184717 w 1397410"/>
                <a:gd name="connsiteY23" fmla="*/ 68254 h 1276409"/>
                <a:gd name="connsiteX24" fmla="*/ 163110 w 1397410"/>
                <a:gd name="connsiteY24" fmla="*/ 66157 h 1276409"/>
                <a:gd name="connsiteX25" fmla="*/ 188289 w 1397410"/>
                <a:gd name="connsiteY25" fmla="*/ 16117 h 1276409"/>
                <a:gd name="connsiteX26" fmla="*/ 247938 w 1397410"/>
                <a:gd name="connsiteY26" fmla="*/ 45795 h 1276409"/>
                <a:gd name="connsiteX27" fmla="*/ 263978 w 1397410"/>
                <a:gd name="connsiteY27" fmla="*/ 64987 h 1276409"/>
                <a:gd name="connsiteX28" fmla="*/ 297381 w 1397410"/>
                <a:gd name="connsiteY28" fmla="*/ 60806 h 1276409"/>
                <a:gd name="connsiteX29" fmla="*/ 316446 w 1397410"/>
                <a:gd name="connsiteY29" fmla="*/ 36898 h 1276409"/>
                <a:gd name="connsiteX30" fmla="*/ 325343 w 1397410"/>
                <a:gd name="connsiteY30" fmla="*/ 20946 h 1276409"/>
                <a:gd name="connsiteX31" fmla="*/ 905856 w 1397410"/>
                <a:gd name="connsiteY31" fmla="*/ 488174 h 1276409"/>
                <a:gd name="connsiteX32" fmla="*/ 917295 w 1397410"/>
                <a:gd name="connsiteY32" fmla="*/ 484119 h 1276409"/>
                <a:gd name="connsiteX33" fmla="*/ 942894 w 1397410"/>
                <a:gd name="connsiteY33" fmla="*/ 416158 h 1276409"/>
                <a:gd name="connsiteX34" fmla="*/ 998221 w 1397410"/>
                <a:gd name="connsiteY34" fmla="*/ 400727 h 1276409"/>
                <a:gd name="connsiteX35" fmla="*/ 1010093 w 1397410"/>
                <a:gd name="connsiteY35" fmla="*/ 380721 h 1276409"/>
                <a:gd name="connsiteX36" fmla="*/ 1089430 w 1397410"/>
                <a:gd name="connsiteY36" fmla="*/ 352238 h 1276409"/>
                <a:gd name="connsiteX37" fmla="*/ 1069589 w 1397410"/>
                <a:gd name="connsiteY37" fmla="*/ 316815 h 1276409"/>
                <a:gd name="connsiteX38" fmla="*/ 1090752 w 1397410"/>
                <a:gd name="connsiteY38" fmla="*/ 298258 h 1276409"/>
                <a:gd name="connsiteX39" fmla="*/ 1108546 w 1397410"/>
                <a:gd name="connsiteY39" fmla="*/ 281518 h 1276409"/>
                <a:gd name="connsiteX40" fmla="*/ 1151608 w 1397410"/>
                <a:gd name="connsiteY40" fmla="*/ 307536 h 1276409"/>
                <a:gd name="connsiteX41" fmla="*/ 1206033 w 1397410"/>
                <a:gd name="connsiteY41" fmla="*/ 278659 h 1276409"/>
                <a:gd name="connsiteX42" fmla="*/ 1213736 w 1397410"/>
                <a:gd name="connsiteY42" fmla="*/ 260496 h 1276409"/>
                <a:gd name="connsiteX43" fmla="*/ 1246223 w 1397410"/>
                <a:gd name="connsiteY43" fmla="*/ 245981 h 1276409"/>
                <a:gd name="connsiteX44" fmla="*/ 1256531 w 1397410"/>
                <a:gd name="connsiteY44" fmla="*/ 237083 h 1276409"/>
                <a:gd name="connsiteX45" fmla="*/ 1225607 w 1397410"/>
                <a:gd name="connsiteY45" fmla="*/ 173532 h 1276409"/>
                <a:gd name="connsiteX46" fmla="*/ 1245689 w 1397410"/>
                <a:gd name="connsiteY46" fmla="*/ 137461 h 1276409"/>
                <a:gd name="connsiteX47" fmla="*/ 1281710 w 1397410"/>
                <a:gd name="connsiteY47" fmla="*/ 125818 h 1276409"/>
                <a:gd name="connsiteX48" fmla="*/ 1296466 w 1397410"/>
                <a:gd name="connsiteY48" fmla="*/ 163860 h 1276409"/>
                <a:gd name="connsiteX49" fmla="*/ 1307804 w 1397410"/>
                <a:gd name="connsiteY49" fmla="*/ 216391 h 1276409"/>
                <a:gd name="connsiteX50" fmla="*/ 1298551 w 1397410"/>
                <a:gd name="connsiteY50" fmla="*/ 217306 h 1276409"/>
                <a:gd name="connsiteX51" fmla="*/ 1273372 w 1397410"/>
                <a:gd name="connsiteY51" fmla="*/ 236664 h 1276409"/>
                <a:gd name="connsiteX52" fmla="*/ 1347879 w 1397410"/>
                <a:gd name="connsiteY52" fmla="*/ 277337 h 1276409"/>
                <a:gd name="connsiteX53" fmla="*/ 1351934 w 1397410"/>
                <a:gd name="connsiteY53" fmla="*/ 294343 h 1276409"/>
                <a:gd name="connsiteX54" fmla="*/ 1355569 w 1397410"/>
                <a:gd name="connsiteY54" fmla="*/ 316421 h 1276409"/>
                <a:gd name="connsiteX55" fmla="*/ 1387942 w 1397410"/>
                <a:gd name="connsiteY55" fmla="*/ 314463 h 1276409"/>
                <a:gd name="connsiteX56" fmla="*/ 1389785 w 1397410"/>
                <a:gd name="connsiteY56" fmla="*/ 321657 h 1276409"/>
                <a:gd name="connsiteX57" fmla="*/ 1397411 w 1397410"/>
                <a:gd name="connsiteY57" fmla="*/ 352632 h 1276409"/>
                <a:gd name="connsiteX58" fmla="*/ 1390484 w 1397410"/>
                <a:gd name="connsiteY58" fmla="*/ 387534 h 1276409"/>
                <a:gd name="connsiteX59" fmla="*/ 1385667 w 1397410"/>
                <a:gd name="connsiteY59" fmla="*/ 397601 h 1276409"/>
                <a:gd name="connsiteX60" fmla="*/ 1381612 w 1397410"/>
                <a:gd name="connsiteY60" fmla="*/ 406358 h 1276409"/>
                <a:gd name="connsiteX61" fmla="*/ 1373783 w 1397410"/>
                <a:gd name="connsiteY61" fmla="*/ 410260 h 1276409"/>
                <a:gd name="connsiteX62" fmla="*/ 1359293 w 1397410"/>
                <a:gd name="connsiteY62" fmla="*/ 451187 h 1276409"/>
                <a:gd name="connsiteX63" fmla="*/ 1337686 w 1397410"/>
                <a:gd name="connsiteY63" fmla="*/ 496270 h 1276409"/>
                <a:gd name="connsiteX64" fmla="*/ 1319154 w 1397410"/>
                <a:gd name="connsiteY64" fmla="*/ 502803 h 1276409"/>
                <a:gd name="connsiteX65" fmla="*/ 1262505 w 1397410"/>
                <a:gd name="connsiteY65" fmla="*/ 537438 h 1276409"/>
                <a:gd name="connsiteX66" fmla="*/ 1231822 w 1397410"/>
                <a:gd name="connsiteY66" fmla="*/ 549208 h 1276409"/>
                <a:gd name="connsiteX67" fmla="*/ 1230145 w 1397410"/>
                <a:gd name="connsiteY67" fmla="*/ 503337 h 1276409"/>
                <a:gd name="connsiteX68" fmla="*/ 1199640 w 1397410"/>
                <a:gd name="connsiteY68" fmla="*/ 501506 h 1276409"/>
                <a:gd name="connsiteX69" fmla="*/ 1170000 w 1397410"/>
                <a:gd name="connsiteY69" fmla="*/ 495495 h 1276409"/>
                <a:gd name="connsiteX70" fmla="*/ 1165310 w 1397410"/>
                <a:gd name="connsiteY70" fmla="*/ 491821 h 1276409"/>
                <a:gd name="connsiteX71" fmla="*/ 1146778 w 1397410"/>
                <a:gd name="connsiteY71" fmla="*/ 483458 h 1276409"/>
                <a:gd name="connsiteX72" fmla="*/ 1131895 w 1397410"/>
                <a:gd name="connsiteY72" fmla="*/ 508167 h 1276409"/>
                <a:gd name="connsiteX73" fmla="*/ 1125374 w 1397410"/>
                <a:gd name="connsiteY73" fmla="*/ 526596 h 1276409"/>
                <a:gd name="connsiteX74" fmla="*/ 1128120 w 1397410"/>
                <a:gd name="connsiteY74" fmla="*/ 536917 h 1276409"/>
                <a:gd name="connsiteX75" fmla="*/ 1128641 w 1397410"/>
                <a:gd name="connsiteY75" fmla="*/ 542929 h 1276409"/>
                <a:gd name="connsiteX76" fmla="*/ 1117278 w 1397410"/>
                <a:gd name="connsiteY76" fmla="*/ 552741 h 1276409"/>
                <a:gd name="connsiteX77" fmla="*/ 1117278 w 1397410"/>
                <a:gd name="connsiteY77" fmla="*/ 560571 h 1276409"/>
                <a:gd name="connsiteX78" fmla="*/ 1108012 w 1397410"/>
                <a:gd name="connsiteY78" fmla="*/ 568566 h 1276409"/>
                <a:gd name="connsiteX79" fmla="*/ 1095302 w 1397410"/>
                <a:gd name="connsiteY79" fmla="*/ 570370 h 1276409"/>
                <a:gd name="connsiteX80" fmla="*/ 1078067 w 1397410"/>
                <a:gd name="connsiteY80" fmla="*/ 570243 h 1276409"/>
                <a:gd name="connsiteX81" fmla="*/ 1053536 w 1397410"/>
                <a:gd name="connsiteY81" fmla="*/ 585152 h 1276409"/>
                <a:gd name="connsiteX82" fmla="*/ 1035742 w 1397410"/>
                <a:gd name="connsiteY82" fmla="*/ 631824 h 1276409"/>
                <a:gd name="connsiteX83" fmla="*/ 1031827 w 1397410"/>
                <a:gd name="connsiteY83" fmla="*/ 636133 h 1276409"/>
                <a:gd name="connsiteX84" fmla="*/ 1022040 w 1397410"/>
                <a:gd name="connsiteY84" fmla="*/ 651385 h 1276409"/>
                <a:gd name="connsiteX85" fmla="*/ 1020998 w 1397410"/>
                <a:gd name="connsiteY85" fmla="*/ 670336 h 1276409"/>
                <a:gd name="connsiteX86" fmla="*/ 1015393 w 1397410"/>
                <a:gd name="connsiteY86" fmla="*/ 679348 h 1276409"/>
                <a:gd name="connsiteX87" fmla="*/ 1000382 w 1397410"/>
                <a:gd name="connsiteY87" fmla="*/ 695960 h 1276409"/>
                <a:gd name="connsiteX88" fmla="*/ 989019 w 1397410"/>
                <a:gd name="connsiteY88" fmla="*/ 701832 h 1276409"/>
                <a:gd name="connsiteX89" fmla="*/ 982499 w 1397410"/>
                <a:gd name="connsiteY89" fmla="*/ 704717 h 1276409"/>
                <a:gd name="connsiteX90" fmla="*/ 961375 w 1397410"/>
                <a:gd name="connsiteY90" fmla="*/ 717516 h 1276409"/>
                <a:gd name="connsiteX91" fmla="*/ 943224 w 1397410"/>
                <a:gd name="connsiteY91" fmla="*/ 707844 h 1276409"/>
                <a:gd name="connsiteX92" fmla="*/ 942703 w 1397410"/>
                <a:gd name="connsiteY92" fmla="*/ 700790 h 1276409"/>
                <a:gd name="connsiteX93" fmla="*/ 938890 w 1397410"/>
                <a:gd name="connsiteY93" fmla="*/ 695960 h 1276409"/>
                <a:gd name="connsiteX94" fmla="*/ 930667 w 1397410"/>
                <a:gd name="connsiteY94" fmla="*/ 699773 h 1276409"/>
                <a:gd name="connsiteX95" fmla="*/ 901827 w 1397410"/>
                <a:gd name="connsiteY95" fmla="*/ 731943 h 1276409"/>
                <a:gd name="connsiteX96" fmla="*/ 866328 w 1397410"/>
                <a:gd name="connsiteY96" fmla="*/ 691816 h 1276409"/>
                <a:gd name="connsiteX97" fmla="*/ 844403 w 1397410"/>
                <a:gd name="connsiteY97" fmla="*/ 727634 h 1276409"/>
                <a:gd name="connsiteX98" fmla="*/ 806564 w 1397410"/>
                <a:gd name="connsiteY98" fmla="*/ 722270 h 1276409"/>
                <a:gd name="connsiteX99" fmla="*/ 697981 w 1397410"/>
                <a:gd name="connsiteY99" fmla="*/ 621224 h 1276409"/>
                <a:gd name="connsiteX100" fmla="*/ 677645 w 1397410"/>
                <a:gd name="connsiteY100" fmla="*/ 630121 h 1276409"/>
                <a:gd name="connsiteX101" fmla="*/ 649326 w 1397410"/>
                <a:gd name="connsiteY101" fmla="*/ 642831 h 1276409"/>
                <a:gd name="connsiteX102" fmla="*/ 629753 w 1397410"/>
                <a:gd name="connsiteY102" fmla="*/ 654461 h 1276409"/>
                <a:gd name="connsiteX103" fmla="*/ 626486 w 1397410"/>
                <a:gd name="connsiteY103" fmla="*/ 655910 h 1276409"/>
                <a:gd name="connsiteX104" fmla="*/ 552373 w 1397410"/>
                <a:gd name="connsiteY104" fmla="*/ 660092 h 1276409"/>
                <a:gd name="connsiteX105" fmla="*/ 540502 w 1397410"/>
                <a:gd name="connsiteY105" fmla="*/ 662570 h 1276409"/>
                <a:gd name="connsiteX106" fmla="*/ 485847 w 1397410"/>
                <a:gd name="connsiteY106" fmla="*/ 674340 h 1276409"/>
                <a:gd name="connsiteX107" fmla="*/ 494592 w 1397410"/>
                <a:gd name="connsiteY107" fmla="*/ 686872 h 1276409"/>
                <a:gd name="connsiteX108" fmla="*/ 515983 w 1397410"/>
                <a:gd name="connsiteY108" fmla="*/ 711708 h 1276409"/>
                <a:gd name="connsiteX109" fmla="*/ 520292 w 1397410"/>
                <a:gd name="connsiteY109" fmla="*/ 750538 h 1276409"/>
                <a:gd name="connsiteX110" fmla="*/ 520813 w 1397410"/>
                <a:gd name="connsiteY110" fmla="*/ 767658 h 1276409"/>
                <a:gd name="connsiteX111" fmla="*/ 561410 w 1397410"/>
                <a:gd name="connsiteY111" fmla="*/ 800603 h 1276409"/>
                <a:gd name="connsiteX112" fmla="*/ 568451 w 1397410"/>
                <a:gd name="connsiteY112" fmla="*/ 815232 h 1276409"/>
                <a:gd name="connsiteX113" fmla="*/ 608781 w 1397410"/>
                <a:gd name="connsiteY113" fmla="*/ 813135 h 1276409"/>
                <a:gd name="connsiteX114" fmla="*/ 608260 w 1397410"/>
                <a:gd name="connsiteY114" fmla="*/ 836408 h 1276409"/>
                <a:gd name="connsiteX115" fmla="*/ 625482 w 1397410"/>
                <a:gd name="connsiteY115" fmla="*/ 868959 h 1276409"/>
                <a:gd name="connsiteX116" fmla="*/ 626906 w 1397410"/>
                <a:gd name="connsiteY116" fmla="*/ 871704 h 1276409"/>
                <a:gd name="connsiteX117" fmla="*/ 623003 w 1397410"/>
                <a:gd name="connsiteY117" fmla="*/ 896400 h 1276409"/>
                <a:gd name="connsiteX118" fmla="*/ 653279 w 1397410"/>
                <a:gd name="connsiteY118" fmla="*/ 898484 h 1276409"/>
                <a:gd name="connsiteX119" fmla="*/ 677937 w 1397410"/>
                <a:gd name="connsiteY119" fmla="*/ 928544 h 1276409"/>
                <a:gd name="connsiteX120" fmla="*/ 671035 w 1397410"/>
                <a:gd name="connsiteY120" fmla="*/ 947380 h 1276409"/>
                <a:gd name="connsiteX121" fmla="*/ 676119 w 1397410"/>
                <a:gd name="connsiteY121" fmla="*/ 984494 h 1276409"/>
                <a:gd name="connsiteX122" fmla="*/ 674416 w 1397410"/>
                <a:gd name="connsiteY122" fmla="*/ 995730 h 1276409"/>
                <a:gd name="connsiteX123" fmla="*/ 634354 w 1397410"/>
                <a:gd name="connsiteY123" fmla="*/ 1013524 h 1276409"/>
                <a:gd name="connsiteX124" fmla="*/ 633972 w 1397410"/>
                <a:gd name="connsiteY124" fmla="*/ 1046075 h 1276409"/>
                <a:gd name="connsiteX125" fmla="*/ 618174 w 1397410"/>
                <a:gd name="connsiteY125" fmla="*/ 1053536 h 1276409"/>
                <a:gd name="connsiteX126" fmla="*/ 571718 w 1397410"/>
                <a:gd name="connsiteY126" fmla="*/ 1041512 h 1276409"/>
                <a:gd name="connsiteX127" fmla="*/ 566367 w 1397410"/>
                <a:gd name="connsiteY127" fmla="*/ 1037445 h 1276409"/>
                <a:gd name="connsiteX128" fmla="*/ 536866 w 1397410"/>
                <a:gd name="connsiteY128" fmla="*/ 1042809 h 1276409"/>
                <a:gd name="connsiteX129" fmla="*/ 506858 w 1397410"/>
                <a:gd name="connsiteY129" fmla="*/ 1046202 h 1276409"/>
                <a:gd name="connsiteX130" fmla="*/ 498901 w 1397410"/>
                <a:gd name="connsiteY130" fmla="*/ 1058353 h 1276409"/>
                <a:gd name="connsiteX131" fmla="*/ 475921 w 1397410"/>
                <a:gd name="connsiteY131" fmla="*/ 1008034 h 1276409"/>
                <a:gd name="connsiteX132" fmla="*/ 443561 w 1397410"/>
                <a:gd name="connsiteY132" fmla="*/ 997192 h 1276409"/>
                <a:gd name="connsiteX133" fmla="*/ 402888 w 1397410"/>
                <a:gd name="connsiteY133" fmla="*/ 1011834 h 1276409"/>
                <a:gd name="connsiteX134" fmla="*/ 370668 w 1397410"/>
                <a:gd name="connsiteY134" fmla="*/ 1019015 h 1276409"/>
                <a:gd name="connsiteX135" fmla="*/ 368304 w 1397410"/>
                <a:gd name="connsiteY135" fmla="*/ 1025675 h 1276409"/>
                <a:gd name="connsiteX136" fmla="*/ 384103 w 1397410"/>
                <a:gd name="connsiteY136" fmla="*/ 1048821 h 1276409"/>
                <a:gd name="connsiteX137" fmla="*/ 354208 w 1397410"/>
                <a:gd name="connsiteY137" fmla="*/ 1095086 h 1276409"/>
                <a:gd name="connsiteX138" fmla="*/ 333338 w 1397410"/>
                <a:gd name="connsiteY138" fmla="*/ 1132466 h 1276409"/>
                <a:gd name="connsiteX139" fmla="*/ 307917 w 1397410"/>
                <a:gd name="connsiteY139" fmla="*/ 1149600 h 1276409"/>
                <a:gd name="connsiteX140" fmla="*/ 282866 w 1397410"/>
                <a:gd name="connsiteY140" fmla="*/ 1160187 h 1276409"/>
                <a:gd name="connsiteX141" fmla="*/ 272939 w 1397410"/>
                <a:gd name="connsiteY141" fmla="*/ 1164089 h 1276409"/>
                <a:gd name="connsiteX142" fmla="*/ 244977 w 1397410"/>
                <a:gd name="connsiteY142" fmla="*/ 1175986 h 1276409"/>
                <a:gd name="connsiteX143" fmla="*/ 257903 w 1397410"/>
                <a:gd name="connsiteY143" fmla="*/ 1215197 h 1276409"/>
                <a:gd name="connsiteX144" fmla="*/ 270041 w 1397410"/>
                <a:gd name="connsiteY144" fmla="*/ 1231809 h 1276409"/>
                <a:gd name="connsiteX145" fmla="*/ 264067 w 1397410"/>
                <a:gd name="connsiteY145" fmla="*/ 1251574 h 1276409"/>
                <a:gd name="connsiteX146" fmla="*/ 255590 w 1397410"/>
                <a:gd name="connsiteY146" fmla="*/ 1264106 h 1276409"/>
                <a:gd name="connsiteX147" fmla="*/ 231313 w 1397410"/>
                <a:gd name="connsiteY147" fmla="*/ 1271567 h 1276409"/>
                <a:gd name="connsiteX148" fmla="*/ 208435 w 1397410"/>
                <a:gd name="connsiteY148" fmla="*/ 1276409 h 1276409"/>
                <a:gd name="connsiteX149" fmla="*/ 191848 w 1397410"/>
                <a:gd name="connsiteY149" fmla="*/ 1255628 h 1276409"/>
                <a:gd name="connsiteX150" fmla="*/ 189382 w 1397410"/>
                <a:gd name="connsiteY150" fmla="*/ 1198763 h 1276409"/>
                <a:gd name="connsiteX151" fmla="*/ 151531 w 1397410"/>
                <a:gd name="connsiteY151" fmla="*/ 1211193 h 1276409"/>
                <a:gd name="connsiteX152" fmla="*/ 145252 w 1397410"/>
                <a:gd name="connsiteY152" fmla="*/ 1213418 h 1276409"/>
                <a:gd name="connsiteX153" fmla="*/ 84065 w 1397410"/>
                <a:gd name="connsiteY153" fmla="*/ 1213011 h 1276409"/>
                <a:gd name="connsiteX154" fmla="*/ 62522 w 1397410"/>
                <a:gd name="connsiteY154" fmla="*/ 1133026 h 1276409"/>
                <a:gd name="connsiteX155" fmla="*/ 93585 w 1397410"/>
                <a:gd name="connsiteY155" fmla="*/ 1122972 h 1276409"/>
                <a:gd name="connsiteX156" fmla="*/ 131957 w 1397410"/>
                <a:gd name="connsiteY156" fmla="*/ 1145571 h 1276409"/>
                <a:gd name="connsiteX157" fmla="*/ 176710 w 1397410"/>
                <a:gd name="connsiteY157" fmla="*/ 1130547 h 1276409"/>
                <a:gd name="connsiteX158" fmla="*/ 202296 w 1397410"/>
                <a:gd name="connsiteY158" fmla="*/ 1129505 h 1276409"/>
                <a:gd name="connsiteX159" fmla="*/ 193399 w 1397410"/>
                <a:gd name="connsiteY159" fmla="*/ 1114342 h 1276409"/>
                <a:gd name="connsiteX160" fmla="*/ 164928 w 1397410"/>
                <a:gd name="connsiteY160" fmla="*/ 1093332 h 1276409"/>
                <a:gd name="connsiteX161" fmla="*/ 174867 w 1397410"/>
                <a:gd name="connsiteY161" fmla="*/ 1077774 h 1276409"/>
                <a:gd name="connsiteX162" fmla="*/ 204355 w 1397410"/>
                <a:gd name="connsiteY162" fmla="*/ 1063272 h 1276409"/>
                <a:gd name="connsiteX163" fmla="*/ 201813 w 1397410"/>
                <a:gd name="connsiteY163" fmla="*/ 1049939 h 1276409"/>
                <a:gd name="connsiteX164" fmla="*/ 231720 w 1397410"/>
                <a:gd name="connsiteY164" fmla="*/ 1032424 h 1276409"/>
                <a:gd name="connsiteX165" fmla="*/ 266165 w 1397410"/>
                <a:gd name="connsiteY165" fmla="*/ 1044321 h 1276409"/>
                <a:gd name="connsiteX166" fmla="*/ 282866 w 1397410"/>
                <a:gd name="connsiteY166" fmla="*/ 1035424 h 1276409"/>
                <a:gd name="connsiteX167" fmla="*/ 314832 w 1397410"/>
                <a:gd name="connsiteY167" fmla="*/ 986947 h 1276409"/>
                <a:gd name="connsiteX168" fmla="*/ 282078 w 1397410"/>
                <a:gd name="connsiteY168" fmla="*/ 980796 h 1276409"/>
                <a:gd name="connsiteX169" fmla="*/ 274375 w 1397410"/>
                <a:gd name="connsiteY169" fmla="*/ 929828 h 1276409"/>
                <a:gd name="connsiteX170" fmla="*/ 235901 w 1397410"/>
                <a:gd name="connsiteY170" fmla="*/ 935052 h 1276409"/>
                <a:gd name="connsiteX171" fmla="*/ 224793 w 1397410"/>
                <a:gd name="connsiteY171" fmla="*/ 932827 h 1276409"/>
                <a:gd name="connsiteX172" fmla="*/ 220484 w 1397410"/>
                <a:gd name="connsiteY172" fmla="*/ 937276 h 1276409"/>
                <a:gd name="connsiteX173" fmla="*/ 221653 w 1397410"/>
                <a:gd name="connsiteY173" fmla="*/ 946427 h 1276409"/>
                <a:gd name="connsiteX174" fmla="*/ 219442 w 1397410"/>
                <a:gd name="connsiteY174" fmla="*/ 955184 h 1276409"/>
                <a:gd name="connsiteX175" fmla="*/ 212921 w 1397410"/>
                <a:gd name="connsiteY175" fmla="*/ 962366 h 1276409"/>
                <a:gd name="connsiteX176" fmla="*/ 205295 w 1397410"/>
                <a:gd name="connsiteY176" fmla="*/ 962912 h 1276409"/>
                <a:gd name="connsiteX177" fmla="*/ 199957 w 1397410"/>
                <a:gd name="connsiteY177" fmla="*/ 954409 h 1276409"/>
                <a:gd name="connsiteX178" fmla="*/ 196030 w 1397410"/>
                <a:gd name="connsiteY178" fmla="*/ 947088 h 1276409"/>
                <a:gd name="connsiteX179" fmla="*/ 186764 w 1397410"/>
                <a:gd name="connsiteY179" fmla="*/ 948791 h 1276409"/>
                <a:gd name="connsiteX180" fmla="*/ 183510 w 1397410"/>
                <a:gd name="connsiteY180" fmla="*/ 958451 h 1276409"/>
                <a:gd name="connsiteX181" fmla="*/ 184158 w 1397410"/>
                <a:gd name="connsiteY181" fmla="*/ 971530 h 1276409"/>
                <a:gd name="connsiteX182" fmla="*/ 178146 w 1397410"/>
                <a:gd name="connsiteY182" fmla="*/ 981329 h 1276409"/>
                <a:gd name="connsiteX183" fmla="*/ 162894 w 1397410"/>
                <a:gd name="connsiteY183" fmla="*/ 984596 h 1276409"/>
                <a:gd name="connsiteX184" fmla="*/ 155725 w 1397410"/>
                <a:gd name="connsiteY184" fmla="*/ 993366 h 1276409"/>
                <a:gd name="connsiteX185" fmla="*/ 152980 w 1397410"/>
                <a:gd name="connsiteY185" fmla="*/ 1005771 h 1276409"/>
                <a:gd name="connsiteX186" fmla="*/ 141541 w 1397410"/>
                <a:gd name="connsiteY186" fmla="*/ 1015050 h 1276409"/>
                <a:gd name="connsiteX187" fmla="*/ 123264 w 1397410"/>
                <a:gd name="connsiteY187" fmla="*/ 1012965 h 1276409"/>
                <a:gd name="connsiteX188" fmla="*/ 106740 w 1397410"/>
                <a:gd name="connsiteY188" fmla="*/ 1020413 h 1276409"/>
                <a:gd name="connsiteX189" fmla="*/ 85336 w 1397410"/>
                <a:gd name="connsiteY189" fmla="*/ 1017147 h 1276409"/>
                <a:gd name="connsiteX190" fmla="*/ 101135 w 1397410"/>
                <a:gd name="connsiteY190" fmla="*/ 995705 h 1276409"/>
                <a:gd name="connsiteX191" fmla="*/ 81689 w 1397410"/>
                <a:gd name="connsiteY191" fmla="*/ 951016 h 1276409"/>
                <a:gd name="connsiteX192" fmla="*/ 50892 w 1397410"/>
                <a:gd name="connsiteY192" fmla="*/ 918719 h 1276409"/>
                <a:gd name="connsiteX193" fmla="*/ 28318 w 1397410"/>
                <a:gd name="connsiteY193" fmla="*/ 927349 h 1276409"/>
                <a:gd name="connsiteX194" fmla="*/ 8745 w 1397410"/>
                <a:gd name="connsiteY194" fmla="*/ 880423 h 1276409"/>
                <a:gd name="connsiteX195" fmla="*/ 0 w 1397410"/>
                <a:gd name="connsiteY195" fmla="*/ 849842 h 1276409"/>
                <a:gd name="connsiteX196" fmla="*/ 144718 w 1397410"/>
                <a:gd name="connsiteY196" fmla="*/ 781207 h 1276409"/>
                <a:gd name="connsiteX197" fmla="*/ 163250 w 1397410"/>
                <a:gd name="connsiteY197" fmla="*/ 774280 h 1276409"/>
                <a:gd name="connsiteX198" fmla="*/ 154111 w 1397410"/>
                <a:gd name="connsiteY198" fmla="*/ 746699 h 1276409"/>
                <a:gd name="connsiteX199" fmla="*/ 180612 w 1397410"/>
                <a:gd name="connsiteY199" fmla="*/ 731027 h 1276409"/>
                <a:gd name="connsiteX200" fmla="*/ 213659 w 1397410"/>
                <a:gd name="connsiteY200" fmla="*/ 714021 h 1276409"/>
                <a:gd name="connsiteX201" fmla="*/ 254636 w 1397410"/>
                <a:gd name="connsiteY201" fmla="*/ 709191 h 1276409"/>
                <a:gd name="connsiteX202" fmla="*/ 279307 w 1397410"/>
                <a:gd name="connsiteY202" fmla="*/ 668150 h 1276409"/>
                <a:gd name="connsiteX203" fmla="*/ 288560 w 1397410"/>
                <a:gd name="connsiteY203" fmla="*/ 648665 h 1276409"/>
                <a:gd name="connsiteX204" fmla="*/ 312836 w 1397410"/>
                <a:gd name="connsiteY204" fmla="*/ 639260 h 1276409"/>
                <a:gd name="connsiteX205" fmla="*/ 353166 w 1397410"/>
                <a:gd name="connsiteY205" fmla="*/ 626067 h 1276409"/>
                <a:gd name="connsiteX206" fmla="*/ 402875 w 1397410"/>
                <a:gd name="connsiteY206" fmla="*/ 610128 h 1276409"/>
                <a:gd name="connsiteX207" fmla="*/ 451301 w 1397410"/>
                <a:gd name="connsiteY207" fmla="*/ 549119 h 1276409"/>
                <a:gd name="connsiteX208" fmla="*/ 452483 w 1397410"/>
                <a:gd name="connsiteY208" fmla="*/ 534617 h 1276409"/>
                <a:gd name="connsiteX209" fmla="*/ 468002 w 1397410"/>
                <a:gd name="connsiteY209" fmla="*/ 515005 h 1276409"/>
                <a:gd name="connsiteX210" fmla="*/ 429109 w 1397410"/>
                <a:gd name="connsiteY210" fmla="*/ 468740 h 1276409"/>
                <a:gd name="connsiteX211" fmla="*/ 398058 w 1397410"/>
                <a:gd name="connsiteY211" fmla="*/ 454237 h 1276409"/>
                <a:gd name="connsiteX212" fmla="*/ 403549 w 1397410"/>
                <a:gd name="connsiteY212" fmla="*/ 424559 h 1276409"/>
                <a:gd name="connsiteX213" fmla="*/ 361516 w 1397410"/>
                <a:gd name="connsiteY213" fmla="*/ 388881 h 1276409"/>
                <a:gd name="connsiteX214" fmla="*/ 311947 w 1397410"/>
                <a:gd name="connsiteY214" fmla="*/ 393190 h 1276409"/>
                <a:gd name="connsiteX215" fmla="*/ 298372 w 1397410"/>
                <a:gd name="connsiteY215" fmla="*/ 396177 h 1276409"/>
                <a:gd name="connsiteX216" fmla="*/ 239524 w 1397410"/>
                <a:gd name="connsiteY216" fmla="*/ 391741 h 1276409"/>
                <a:gd name="connsiteX217" fmla="*/ 229610 w 1397410"/>
                <a:gd name="connsiteY217" fmla="*/ 385081 h 1276409"/>
                <a:gd name="connsiteX218" fmla="*/ 194225 w 1397410"/>
                <a:gd name="connsiteY218" fmla="*/ 370960 h 1276409"/>
                <a:gd name="connsiteX219" fmla="*/ 196767 w 1397410"/>
                <a:gd name="connsiteY219" fmla="*/ 362749 h 1276409"/>
                <a:gd name="connsiteX220" fmla="*/ 208384 w 1397410"/>
                <a:gd name="connsiteY220" fmla="*/ 299338 h 1276409"/>
                <a:gd name="connsiteX221" fmla="*/ 215031 w 1397410"/>
                <a:gd name="connsiteY221" fmla="*/ 303011 h 1276409"/>
                <a:gd name="connsiteX222" fmla="*/ 222594 w 1397410"/>
                <a:gd name="connsiteY222" fmla="*/ 303520 h 1276409"/>
                <a:gd name="connsiteX223" fmla="*/ 222085 w 1397410"/>
                <a:gd name="connsiteY223" fmla="*/ 296478 h 1276409"/>
                <a:gd name="connsiteX224" fmla="*/ 230983 w 1397410"/>
                <a:gd name="connsiteY224" fmla="*/ 295296 h 1276409"/>
                <a:gd name="connsiteX225" fmla="*/ 242612 w 1397410"/>
                <a:gd name="connsiteY225" fmla="*/ 302744 h 1276409"/>
                <a:gd name="connsiteX226" fmla="*/ 252781 w 1397410"/>
                <a:gd name="connsiteY226" fmla="*/ 298296 h 1276409"/>
                <a:gd name="connsiteX227" fmla="*/ 258653 w 1397410"/>
                <a:gd name="connsiteY227" fmla="*/ 301168 h 1276409"/>
                <a:gd name="connsiteX228" fmla="*/ 269342 w 1397410"/>
                <a:gd name="connsiteY228" fmla="*/ 304689 h 1276409"/>
                <a:gd name="connsiteX229" fmla="*/ 278239 w 1397410"/>
                <a:gd name="connsiteY229" fmla="*/ 301562 h 1276409"/>
                <a:gd name="connsiteX230" fmla="*/ 280591 w 1397410"/>
                <a:gd name="connsiteY230" fmla="*/ 335422 h 1276409"/>
                <a:gd name="connsiteX231" fmla="*/ 304994 w 1397410"/>
                <a:gd name="connsiteY231" fmla="*/ 348628 h 1276409"/>
                <a:gd name="connsiteX232" fmla="*/ 308121 w 1397410"/>
                <a:gd name="connsiteY232" fmla="*/ 349670 h 1276409"/>
                <a:gd name="connsiteX233" fmla="*/ 358364 w 1397410"/>
                <a:gd name="connsiteY233" fmla="*/ 339731 h 1276409"/>
                <a:gd name="connsiteX234" fmla="*/ 381992 w 1397410"/>
                <a:gd name="connsiteY234" fmla="*/ 302744 h 1276409"/>
                <a:gd name="connsiteX235" fmla="*/ 376642 w 1397410"/>
                <a:gd name="connsiteY235" fmla="*/ 270066 h 1276409"/>
                <a:gd name="connsiteX236" fmla="*/ 486394 w 1397410"/>
                <a:gd name="connsiteY236" fmla="*/ 261576 h 1276409"/>
                <a:gd name="connsiteX237" fmla="*/ 461469 w 1397410"/>
                <a:gd name="connsiteY237" fmla="*/ 239333 h 1276409"/>
                <a:gd name="connsiteX238" fmla="*/ 462118 w 1397410"/>
                <a:gd name="connsiteY238" fmla="*/ 193462 h 1276409"/>
                <a:gd name="connsiteX239" fmla="*/ 499321 w 1397410"/>
                <a:gd name="connsiteY239" fmla="*/ 217128 h 1276409"/>
                <a:gd name="connsiteX240" fmla="*/ 525275 w 1397410"/>
                <a:gd name="connsiteY240" fmla="*/ 221196 h 1276409"/>
                <a:gd name="connsiteX241" fmla="*/ 535710 w 1397410"/>
                <a:gd name="connsiteY241" fmla="*/ 206032 h 1276409"/>
                <a:gd name="connsiteX242" fmla="*/ 557381 w 1397410"/>
                <a:gd name="connsiteY242" fmla="*/ 207850 h 1276409"/>
                <a:gd name="connsiteX243" fmla="*/ 557775 w 1397410"/>
                <a:gd name="connsiteY243" fmla="*/ 190996 h 1276409"/>
                <a:gd name="connsiteX244" fmla="*/ 577996 w 1397410"/>
                <a:gd name="connsiteY244" fmla="*/ 117925 h 1276409"/>
                <a:gd name="connsiteX245" fmla="*/ 528541 w 1397410"/>
                <a:gd name="connsiteY245" fmla="*/ 93623 h 1276409"/>
                <a:gd name="connsiteX246" fmla="*/ 538061 w 1397410"/>
                <a:gd name="connsiteY246" fmla="*/ 79490 h 1276409"/>
                <a:gd name="connsiteX247" fmla="*/ 540145 w 1397410"/>
                <a:gd name="connsiteY247" fmla="*/ 42516 h 1276409"/>
                <a:gd name="connsiteX248" fmla="*/ 539891 w 1397410"/>
                <a:gd name="connsiteY248" fmla="*/ 38703 h 1276409"/>
                <a:gd name="connsiteX249" fmla="*/ 607878 w 1397410"/>
                <a:gd name="connsiteY249" fmla="*/ 58848 h 1276409"/>
                <a:gd name="connsiteX250" fmla="*/ 638027 w 1397410"/>
                <a:gd name="connsiteY250" fmla="*/ 44727 h 1276409"/>
                <a:gd name="connsiteX251" fmla="*/ 627338 w 1397410"/>
                <a:gd name="connsiteY251" fmla="*/ 23120 h 1276409"/>
                <a:gd name="connsiteX252" fmla="*/ 658261 w 1397410"/>
                <a:gd name="connsiteY252" fmla="*/ 16333 h 1276409"/>
                <a:gd name="connsiteX253" fmla="*/ 662952 w 1397410"/>
                <a:gd name="connsiteY253" fmla="*/ 47816 h 1276409"/>
                <a:gd name="connsiteX254" fmla="*/ 666218 w 1397410"/>
                <a:gd name="connsiteY254" fmla="*/ 50358 h 1276409"/>
                <a:gd name="connsiteX255" fmla="*/ 726503 w 1397410"/>
                <a:gd name="connsiteY255" fmla="*/ 64606 h 1276409"/>
                <a:gd name="connsiteX256" fmla="*/ 747131 w 1397410"/>
                <a:gd name="connsiteY256" fmla="*/ 97805 h 1276409"/>
                <a:gd name="connsiteX257" fmla="*/ 724253 w 1397410"/>
                <a:gd name="connsiteY257" fmla="*/ 139088 h 1276409"/>
                <a:gd name="connsiteX258" fmla="*/ 709128 w 1397410"/>
                <a:gd name="connsiteY258" fmla="*/ 147337 h 1276409"/>
                <a:gd name="connsiteX259" fmla="*/ 695248 w 1397410"/>
                <a:gd name="connsiteY259" fmla="*/ 163580 h 1276409"/>
                <a:gd name="connsiteX260" fmla="*/ 691067 w 1397410"/>
                <a:gd name="connsiteY260" fmla="*/ 188810 h 1276409"/>
                <a:gd name="connsiteX261" fmla="*/ 696290 w 1397410"/>
                <a:gd name="connsiteY261" fmla="*/ 219391 h 1276409"/>
                <a:gd name="connsiteX262" fmla="*/ 674505 w 1397410"/>
                <a:gd name="connsiteY262" fmla="*/ 260063 h 1276409"/>
                <a:gd name="connsiteX263" fmla="*/ 652707 w 1397410"/>
                <a:gd name="connsiteY263" fmla="*/ 275316 h 1276409"/>
                <a:gd name="connsiteX264" fmla="*/ 591508 w 1397410"/>
                <a:gd name="connsiteY264" fmla="*/ 275163 h 1276409"/>
                <a:gd name="connsiteX265" fmla="*/ 609899 w 1397410"/>
                <a:gd name="connsiteY265" fmla="*/ 363143 h 1276409"/>
                <a:gd name="connsiteX266" fmla="*/ 608628 w 1397410"/>
                <a:gd name="connsiteY266" fmla="*/ 369803 h 1276409"/>
                <a:gd name="connsiteX267" fmla="*/ 614983 w 1397410"/>
                <a:gd name="connsiteY267" fmla="*/ 402748 h 1276409"/>
                <a:gd name="connsiteX268" fmla="*/ 702684 w 1397410"/>
                <a:gd name="connsiteY268" fmla="*/ 390585 h 1276409"/>
                <a:gd name="connsiteX269" fmla="*/ 728536 w 1397410"/>
                <a:gd name="connsiteY269" fmla="*/ 387318 h 1276409"/>
                <a:gd name="connsiteX270" fmla="*/ 786469 w 1397410"/>
                <a:gd name="connsiteY270" fmla="*/ 403269 h 1276409"/>
                <a:gd name="connsiteX271" fmla="*/ 832226 w 1397410"/>
                <a:gd name="connsiteY271" fmla="*/ 470316 h 1276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Lst>
              <a:rect l="l" t="t" r="r" b="b"/>
              <a:pathLst>
                <a:path w="1397410" h="1276409">
                  <a:moveTo>
                    <a:pt x="163453" y="168728"/>
                  </a:moveTo>
                  <a:lnTo>
                    <a:pt x="197657" y="167292"/>
                  </a:lnTo>
                  <a:lnTo>
                    <a:pt x="233537" y="222327"/>
                  </a:lnTo>
                  <a:lnTo>
                    <a:pt x="216696" y="262440"/>
                  </a:lnTo>
                  <a:lnTo>
                    <a:pt x="81968" y="255907"/>
                  </a:lnTo>
                  <a:lnTo>
                    <a:pt x="83137" y="210036"/>
                  </a:lnTo>
                  <a:close/>
                  <a:moveTo>
                    <a:pt x="688385" y="1011503"/>
                  </a:moveTo>
                  <a:lnTo>
                    <a:pt x="713310" y="1003534"/>
                  </a:lnTo>
                  <a:lnTo>
                    <a:pt x="731307" y="1015304"/>
                  </a:lnTo>
                  <a:lnTo>
                    <a:pt x="710310" y="1042097"/>
                  </a:lnTo>
                  <a:lnTo>
                    <a:pt x="678191" y="1038563"/>
                  </a:lnTo>
                  <a:close/>
                  <a:moveTo>
                    <a:pt x="344065" y="0"/>
                  </a:moveTo>
                  <a:lnTo>
                    <a:pt x="361949" y="16727"/>
                  </a:lnTo>
                  <a:lnTo>
                    <a:pt x="387267" y="15151"/>
                  </a:lnTo>
                  <a:lnTo>
                    <a:pt x="397054" y="52150"/>
                  </a:lnTo>
                  <a:lnTo>
                    <a:pt x="381916" y="73185"/>
                  </a:lnTo>
                  <a:lnTo>
                    <a:pt x="385056" y="123124"/>
                  </a:lnTo>
                  <a:lnTo>
                    <a:pt x="313141" y="128869"/>
                  </a:lnTo>
                  <a:lnTo>
                    <a:pt x="291737" y="135148"/>
                  </a:lnTo>
                  <a:lnTo>
                    <a:pt x="247633" y="152268"/>
                  </a:lnTo>
                  <a:lnTo>
                    <a:pt x="231720" y="158801"/>
                  </a:lnTo>
                  <a:lnTo>
                    <a:pt x="213684" y="120899"/>
                  </a:lnTo>
                  <a:lnTo>
                    <a:pt x="233664" y="95021"/>
                  </a:lnTo>
                  <a:lnTo>
                    <a:pt x="184717" y="68254"/>
                  </a:lnTo>
                  <a:lnTo>
                    <a:pt x="163110" y="66157"/>
                  </a:lnTo>
                  <a:lnTo>
                    <a:pt x="188289" y="16117"/>
                  </a:lnTo>
                  <a:lnTo>
                    <a:pt x="247938" y="45795"/>
                  </a:lnTo>
                  <a:lnTo>
                    <a:pt x="263978" y="64987"/>
                  </a:lnTo>
                  <a:lnTo>
                    <a:pt x="297381" y="60806"/>
                  </a:lnTo>
                  <a:lnTo>
                    <a:pt x="316446" y="36898"/>
                  </a:lnTo>
                  <a:lnTo>
                    <a:pt x="325343" y="20946"/>
                  </a:lnTo>
                  <a:close/>
                  <a:moveTo>
                    <a:pt x="905856" y="488174"/>
                  </a:moveTo>
                  <a:lnTo>
                    <a:pt x="917295" y="484119"/>
                  </a:lnTo>
                  <a:lnTo>
                    <a:pt x="942894" y="416158"/>
                  </a:lnTo>
                  <a:lnTo>
                    <a:pt x="998221" y="400727"/>
                  </a:lnTo>
                  <a:lnTo>
                    <a:pt x="1010093" y="380721"/>
                  </a:lnTo>
                  <a:lnTo>
                    <a:pt x="1089430" y="352238"/>
                  </a:lnTo>
                  <a:lnTo>
                    <a:pt x="1069589" y="316815"/>
                  </a:lnTo>
                  <a:lnTo>
                    <a:pt x="1090752" y="298258"/>
                  </a:lnTo>
                  <a:lnTo>
                    <a:pt x="1108546" y="281518"/>
                  </a:lnTo>
                  <a:lnTo>
                    <a:pt x="1151608" y="307536"/>
                  </a:lnTo>
                  <a:lnTo>
                    <a:pt x="1206033" y="278659"/>
                  </a:lnTo>
                  <a:lnTo>
                    <a:pt x="1213736" y="260496"/>
                  </a:lnTo>
                  <a:lnTo>
                    <a:pt x="1246223" y="245981"/>
                  </a:lnTo>
                  <a:lnTo>
                    <a:pt x="1256531" y="237083"/>
                  </a:lnTo>
                  <a:lnTo>
                    <a:pt x="1225607" y="173532"/>
                  </a:lnTo>
                  <a:lnTo>
                    <a:pt x="1245689" y="137461"/>
                  </a:lnTo>
                  <a:lnTo>
                    <a:pt x="1281710" y="125818"/>
                  </a:lnTo>
                  <a:lnTo>
                    <a:pt x="1296466" y="163860"/>
                  </a:lnTo>
                  <a:lnTo>
                    <a:pt x="1307804" y="216391"/>
                  </a:lnTo>
                  <a:lnTo>
                    <a:pt x="1298551" y="217306"/>
                  </a:lnTo>
                  <a:lnTo>
                    <a:pt x="1273372" y="236664"/>
                  </a:lnTo>
                  <a:lnTo>
                    <a:pt x="1347879" y="277337"/>
                  </a:lnTo>
                  <a:lnTo>
                    <a:pt x="1351934" y="294343"/>
                  </a:lnTo>
                  <a:lnTo>
                    <a:pt x="1355569" y="316421"/>
                  </a:lnTo>
                  <a:lnTo>
                    <a:pt x="1387942" y="314463"/>
                  </a:lnTo>
                  <a:lnTo>
                    <a:pt x="1389785" y="321657"/>
                  </a:lnTo>
                  <a:lnTo>
                    <a:pt x="1397411" y="352632"/>
                  </a:lnTo>
                  <a:lnTo>
                    <a:pt x="1390484" y="387534"/>
                  </a:lnTo>
                  <a:lnTo>
                    <a:pt x="1385667" y="397601"/>
                  </a:lnTo>
                  <a:lnTo>
                    <a:pt x="1381612" y="406358"/>
                  </a:lnTo>
                  <a:lnTo>
                    <a:pt x="1373783" y="410260"/>
                  </a:lnTo>
                  <a:lnTo>
                    <a:pt x="1359293" y="451187"/>
                  </a:lnTo>
                  <a:lnTo>
                    <a:pt x="1337686" y="496270"/>
                  </a:lnTo>
                  <a:lnTo>
                    <a:pt x="1319154" y="502803"/>
                  </a:lnTo>
                  <a:lnTo>
                    <a:pt x="1262505" y="537438"/>
                  </a:lnTo>
                  <a:lnTo>
                    <a:pt x="1231822" y="549208"/>
                  </a:lnTo>
                  <a:lnTo>
                    <a:pt x="1230145" y="503337"/>
                  </a:lnTo>
                  <a:lnTo>
                    <a:pt x="1199640" y="501506"/>
                  </a:lnTo>
                  <a:lnTo>
                    <a:pt x="1170000" y="495495"/>
                  </a:lnTo>
                  <a:lnTo>
                    <a:pt x="1165310" y="491821"/>
                  </a:lnTo>
                  <a:lnTo>
                    <a:pt x="1146778" y="483458"/>
                  </a:lnTo>
                  <a:lnTo>
                    <a:pt x="1131895" y="508167"/>
                  </a:lnTo>
                  <a:lnTo>
                    <a:pt x="1125374" y="526596"/>
                  </a:lnTo>
                  <a:lnTo>
                    <a:pt x="1128120" y="536917"/>
                  </a:lnTo>
                  <a:lnTo>
                    <a:pt x="1128641" y="542929"/>
                  </a:lnTo>
                  <a:lnTo>
                    <a:pt x="1117278" y="552741"/>
                  </a:lnTo>
                  <a:lnTo>
                    <a:pt x="1117278" y="560571"/>
                  </a:lnTo>
                  <a:lnTo>
                    <a:pt x="1108012" y="568566"/>
                  </a:lnTo>
                  <a:lnTo>
                    <a:pt x="1095302" y="570370"/>
                  </a:lnTo>
                  <a:lnTo>
                    <a:pt x="1078067" y="570243"/>
                  </a:lnTo>
                  <a:lnTo>
                    <a:pt x="1053536" y="585152"/>
                  </a:lnTo>
                  <a:lnTo>
                    <a:pt x="1035742" y="631824"/>
                  </a:lnTo>
                  <a:lnTo>
                    <a:pt x="1031827" y="636133"/>
                  </a:lnTo>
                  <a:lnTo>
                    <a:pt x="1022040" y="651385"/>
                  </a:lnTo>
                  <a:lnTo>
                    <a:pt x="1020998" y="670336"/>
                  </a:lnTo>
                  <a:lnTo>
                    <a:pt x="1015393" y="679348"/>
                  </a:lnTo>
                  <a:lnTo>
                    <a:pt x="1000382" y="695960"/>
                  </a:lnTo>
                  <a:lnTo>
                    <a:pt x="989019" y="701832"/>
                  </a:lnTo>
                  <a:lnTo>
                    <a:pt x="982499" y="704717"/>
                  </a:lnTo>
                  <a:lnTo>
                    <a:pt x="961375" y="717516"/>
                  </a:lnTo>
                  <a:lnTo>
                    <a:pt x="943224" y="707844"/>
                  </a:lnTo>
                  <a:lnTo>
                    <a:pt x="942703" y="700790"/>
                  </a:lnTo>
                  <a:lnTo>
                    <a:pt x="938890" y="695960"/>
                  </a:lnTo>
                  <a:lnTo>
                    <a:pt x="930667" y="699773"/>
                  </a:lnTo>
                  <a:lnTo>
                    <a:pt x="901827" y="731943"/>
                  </a:lnTo>
                  <a:lnTo>
                    <a:pt x="866328" y="691816"/>
                  </a:lnTo>
                  <a:lnTo>
                    <a:pt x="844403" y="727634"/>
                  </a:lnTo>
                  <a:lnTo>
                    <a:pt x="806564" y="722270"/>
                  </a:lnTo>
                  <a:lnTo>
                    <a:pt x="697981" y="621224"/>
                  </a:lnTo>
                  <a:lnTo>
                    <a:pt x="677645" y="630121"/>
                  </a:lnTo>
                  <a:lnTo>
                    <a:pt x="649326" y="642831"/>
                  </a:lnTo>
                  <a:lnTo>
                    <a:pt x="629753" y="654461"/>
                  </a:lnTo>
                  <a:lnTo>
                    <a:pt x="626486" y="655910"/>
                  </a:lnTo>
                  <a:lnTo>
                    <a:pt x="552373" y="660092"/>
                  </a:lnTo>
                  <a:lnTo>
                    <a:pt x="540502" y="662570"/>
                  </a:lnTo>
                  <a:lnTo>
                    <a:pt x="485847" y="674340"/>
                  </a:lnTo>
                  <a:lnTo>
                    <a:pt x="494592" y="686872"/>
                  </a:lnTo>
                  <a:lnTo>
                    <a:pt x="515983" y="711708"/>
                  </a:lnTo>
                  <a:lnTo>
                    <a:pt x="520292" y="750538"/>
                  </a:lnTo>
                  <a:lnTo>
                    <a:pt x="520813" y="767658"/>
                  </a:lnTo>
                  <a:lnTo>
                    <a:pt x="561410" y="800603"/>
                  </a:lnTo>
                  <a:lnTo>
                    <a:pt x="568451" y="815232"/>
                  </a:lnTo>
                  <a:lnTo>
                    <a:pt x="608781" y="813135"/>
                  </a:lnTo>
                  <a:lnTo>
                    <a:pt x="608260" y="836408"/>
                  </a:lnTo>
                  <a:lnTo>
                    <a:pt x="625482" y="868959"/>
                  </a:lnTo>
                  <a:lnTo>
                    <a:pt x="626906" y="871704"/>
                  </a:lnTo>
                  <a:lnTo>
                    <a:pt x="623003" y="896400"/>
                  </a:lnTo>
                  <a:lnTo>
                    <a:pt x="653279" y="898484"/>
                  </a:lnTo>
                  <a:lnTo>
                    <a:pt x="677937" y="928544"/>
                  </a:lnTo>
                  <a:lnTo>
                    <a:pt x="671035" y="947380"/>
                  </a:lnTo>
                  <a:lnTo>
                    <a:pt x="676119" y="984494"/>
                  </a:lnTo>
                  <a:lnTo>
                    <a:pt x="674416" y="995730"/>
                  </a:lnTo>
                  <a:lnTo>
                    <a:pt x="634354" y="1013524"/>
                  </a:lnTo>
                  <a:lnTo>
                    <a:pt x="633972" y="1046075"/>
                  </a:lnTo>
                  <a:lnTo>
                    <a:pt x="618174" y="1053536"/>
                  </a:lnTo>
                  <a:lnTo>
                    <a:pt x="571718" y="1041512"/>
                  </a:lnTo>
                  <a:lnTo>
                    <a:pt x="566367" y="1037445"/>
                  </a:lnTo>
                  <a:lnTo>
                    <a:pt x="536866" y="1042809"/>
                  </a:lnTo>
                  <a:lnTo>
                    <a:pt x="506858" y="1046202"/>
                  </a:lnTo>
                  <a:lnTo>
                    <a:pt x="498901" y="1058353"/>
                  </a:lnTo>
                  <a:lnTo>
                    <a:pt x="475921" y="1008034"/>
                  </a:lnTo>
                  <a:lnTo>
                    <a:pt x="443561" y="997192"/>
                  </a:lnTo>
                  <a:lnTo>
                    <a:pt x="402888" y="1011834"/>
                  </a:lnTo>
                  <a:lnTo>
                    <a:pt x="370668" y="1019015"/>
                  </a:lnTo>
                  <a:lnTo>
                    <a:pt x="368304" y="1025675"/>
                  </a:lnTo>
                  <a:lnTo>
                    <a:pt x="384103" y="1048821"/>
                  </a:lnTo>
                  <a:lnTo>
                    <a:pt x="354208" y="1095086"/>
                  </a:lnTo>
                  <a:lnTo>
                    <a:pt x="333338" y="1132466"/>
                  </a:lnTo>
                  <a:lnTo>
                    <a:pt x="307917" y="1149600"/>
                  </a:lnTo>
                  <a:lnTo>
                    <a:pt x="282866" y="1160187"/>
                  </a:lnTo>
                  <a:lnTo>
                    <a:pt x="272939" y="1164089"/>
                  </a:lnTo>
                  <a:lnTo>
                    <a:pt x="244977" y="1175986"/>
                  </a:lnTo>
                  <a:lnTo>
                    <a:pt x="257903" y="1215197"/>
                  </a:lnTo>
                  <a:lnTo>
                    <a:pt x="270041" y="1231809"/>
                  </a:lnTo>
                  <a:lnTo>
                    <a:pt x="264067" y="1251574"/>
                  </a:lnTo>
                  <a:lnTo>
                    <a:pt x="255590" y="1264106"/>
                  </a:lnTo>
                  <a:lnTo>
                    <a:pt x="231313" y="1271567"/>
                  </a:lnTo>
                  <a:lnTo>
                    <a:pt x="208435" y="1276409"/>
                  </a:lnTo>
                  <a:lnTo>
                    <a:pt x="191848" y="1255628"/>
                  </a:lnTo>
                  <a:lnTo>
                    <a:pt x="189382" y="1198763"/>
                  </a:lnTo>
                  <a:lnTo>
                    <a:pt x="151531" y="1211193"/>
                  </a:lnTo>
                  <a:lnTo>
                    <a:pt x="145252" y="1213418"/>
                  </a:lnTo>
                  <a:lnTo>
                    <a:pt x="84065" y="1213011"/>
                  </a:lnTo>
                  <a:lnTo>
                    <a:pt x="62522" y="1133026"/>
                  </a:lnTo>
                  <a:lnTo>
                    <a:pt x="93585" y="1122972"/>
                  </a:lnTo>
                  <a:lnTo>
                    <a:pt x="131957" y="1145571"/>
                  </a:lnTo>
                  <a:lnTo>
                    <a:pt x="176710" y="1130547"/>
                  </a:lnTo>
                  <a:lnTo>
                    <a:pt x="202296" y="1129505"/>
                  </a:lnTo>
                  <a:lnTo>
                    <a:pt x="193399" y="1114342"/>
                  </a:lnTo>
                  <a:lnTo>
                    <a:pt x="164928" y="1093332"/>
                  </a:lnTo>
                  <a:lnTo>
                    <a:pt x="174867" y="1077774"/>
                  </a:lnTo>
                  <a:lnTo>
                    <a:pt x="204355" y="1063272"/>
                  </a:lnTo>
                  <a:lnTo>
                    <a:pt x="201813" y="1049939"/>
                  </a:lnTo>
                  <a:lnTo>
                    <a:pt x="231720" y="1032424"/>
                  </a:lnTo>
                  <a:lnTo>
                    <a:pt x="266165" y="1044321"/>
                  </a:lnTo>
                  <a:lnTo>
                    <a:pt x="282866" y="1035424"/>
                  </a:lnTo>
                  <a:lnTo>
                    <a:pt x="314832" y="986947"/>
                  </a:lnTo>
                  <a:lnTo>
                    <a:pt x="282078" y="980796"/>
                  </a:lnTo>
                  <a:lnTo>
                    <a:pt x="274375" y="929828"/>
                  </a:lnTo>
                  <a:lnTo>
                    <a:pt x="235901" y="935052"/>
                  </a:lnTo>
                  <a:lnTo>
                    <a:pt x="224793" y="932827"/>
                  </a:lnTo>
                  <a:lnTo>
                    <a:pt x="220484" y="937276"/>
                  </a:lnTo>
                  <a:lnTo>
                    <a:pt x="221653" y="946427"/>
                  </a:lnTo>
                  <a:lnTo>
                    <a:pt x="219442" y="955184"/>
                  </a:lnTo>
                  <a:lnTo>
                    <a:pt x="212921" y="962366"/>
                  </a:lnTo>
                  <a:lnTo>
                    <a:pt x="205295" y="962912"/>
                  </a:lnTo>
                  <a:lnTo>
                    <a:pt x="199957" y="954409"/>
                  </a:lnTo>
                  <a:lnTo>
                    <a:pt x="196030" y="947088"/>
                  </a:lnTo>
                  <a:lnTo>
                    <a:pt x="186764" y="948791"/>
                  </a:lnTo>
                  <a:lnTo>
                    <a:pt x="183510" y="958451"/>
                  </a:lnTo>
                  <a:lnTo>
                    <a:pt x="184158" y="971530"/>
                  </a:lnTo>
                  <a:lnTo>
                    <a:pt x="178146" y="981329"/>
                  </a:lnTo>
                  <a:lnTo>
                    <a:pt x="162894" y="984596"/>
                  </a:lnTo>
                  <a:lnTo>
                    <a:pt x="155725" y="993366"/>
                  </a:lnTo>
                  <a:lnTo>
                    <a:pt x="152980" y="1005771"/>
                  </a:lnTo>
                  <a:lnTo>
                    <a:pt x="141541" y="1015050"/>
                  </a:lnTo>
                  <a:lnTo>
                    <a:pt x="123264" y="1012965"/>
                  </a:lnTo>
                  <a:lnTo>
                    <a:pt x="106740" y="1020413"/>
                  </a:lnTo>
                  <a:lnTo>
                    <a:pt x="85336" y="1017147"/>
                  </a:lnTo>
                  <a:lnTo>
                    <a:pt x="101135" y="995705"/>
                  </a:lnTo>
                  <a:lnTo>
                    <a:pt x="81689" y="951016"/>
                  </a:lnTo>
                  <a:lnTo>
                    <a:pt x="50892" y="918719"/>
                  </a:lnTo>
                  <a:lnTo>
                    <a:pt x="28318" y="927349"/>
                  </a:lnTo>
                  <a:lnTo>
                    <a:pt x="8745" y="880423"/>
                  </a:lnTo>
                  <a:lnTo>
                    <a:pt x="0" y="849842"/>
                  </a:lnTo>
                  <a:lnTo>
                    <a:pt x="144718" y="781207"/>
                  </a:lnTo>
                  <a:lnTo>
                    <a:pt x="163250" y="774280"/>
                  </a:lnTo>
                  <a:lnTo>
                    <a:pt x="154111" y="746699"/>
                  </a:lnTo>
                  <a:lnTo>
                    <a:pt x="180612" y="731027"/>
                  </a:lnTo>
                  <a:lnTo>
                    <a:pt x="213659" y="714021"/>
                  </a:lnTo>
                  <a:lnTo>
                    <a:pt x="254636" y="709191"/>
                  </a:lnTo>
                  <a:lnTo>
                    <a:pt x="279307" y="668150"/>
                  </a:lnTo>
                  <a:lnTo>
                    <a:pt x="288560" y="648665"/>
                  </a:lnTo>
                  <a:lnTo>
                    <a:pt x="312836" y="639260"/>
                  </a:lnTo>
                  <a:lnTo>
                    <a:pt x="353166" y="626067"/>
                  </a:lnTo>
                  <a:lnTo>
                    <a:pt x="402875" y="610128"/>
                  </a:lnTo>
                  <a:lnTo>
                    <a:pt x="451301" y="549119"/>
                  </a:lnTo>
                  <a:lnTo>
                    <a:pt x="452483" y="534617"/>
                  </a:lnTo>
                  <a:lnTo>
                    <a:pt x="468002" y="515005"/>
                  </a:lnTo>
                  <a:lnTo>
                    <a:pt x="429109" y="468740"/>
                  </a:lnTo>
                  <a:lnTo>
                    <a:pt x="398058" y="454237"/>
                  </a:lnTo>
                  <a:lnTo>
                    <a:pt x="403549" y="424559"/>
                  </a:lnTo>
                  <a:lnTo>
                    <a:pt x="361516" y="388881"/>
                  </a:lnTo>
                  <a:lnTo>
                    <a:pt x="311947" y="393190"/>
                  </a:lnTo>
                  <a:lnTo>
                    <a:pt x="298372" y="396177"/>
                  </a:lnTo>
                  <a:lnTo>
                    <a:pt x="239524" y="391741"/>
                  </a:lnTo>
                  <a:lnTo>
                    <a:pt x="229610" y="385081"/>
                  </a:lnTo>
                  <a:lnTo>
                    <a:pt x="194225" y="370960"/>
                  </a:lnTo>
                  <a:lnTo>
                    <a:pt x="196767" y="362749"/>
                  </a:lnTo>
                  <a:lnTo>
                    <a:pt x="208384" y="299338"/>
                  </a:lnTo>
                  <a:lnTo>
                    <a:pt x="215031" y="303011"/>
                  </a:lnTo>
                  <a:lnTo>
                    <a:pt x="222594" y="303520"/>
                  </a:lnTo>
                  <a:lnTo>
                    <a:pt x="222085" y="296478"/>
                  </a:lnTo>
                  <a:lnTo>
                    <a:pt x="230983" y="295296"/>
                  </a:lnTo>
                  <a:lnTo>
                    <a:pt x="242612" y="302744"/>
                  </a:lnTo>
                  <a:lnTo>
                    <a:pt x="252781" y="298296"/>
                  </a:lnTo>
                  <a:lnTo>
                    <a:pt x="258653" y="301168"/>
                  </a:lnTo>
                  <a:lnTo>
                    <a:pt x="269342" y="304689"/>
                  </a:lnTo>
                  <a:lnTo>
                    <a:pt x="278239" y="301562"/>
                  </a:lnTo>
                  <a:lnTo>
                    <a:pt x="280591" y="335422"/>
                  </a:lnTo>
                  <a:lnTo>
                    <a:pt x="304994" y="348628"/>
                  </a:lnTo>
                  <a:lnTo>
                    <a:pt x="308121" y="349670"/>
                  </a:lnTo>
                  <a:lnTo>
                    <a:pt x="358364" y="339731"/>
                  </a:lnTo>
                  <a:lnTo>
                    <a:pt x="381992" y="302744"/>
                  </a:lnTo>
                  <a:lnTo>
                    <a:pt x="376642" y="270066"/>
                  </a:lnTo>
                  <a:lnTo>
                    <a:pt x="486394" y="261576"/>
                  </a:lnTo>
                  <a:lnTo>
                    <a:pt x="461469" y="239333"/>
                  </a:lnTo>
                  <a:lnTo>
                    <a:pt x="462118" y="193462"/>
                  </a:lnTo>
                  <a:lnTo>
                    <a:pt x="499321" y="217128"/>
                  </a:lnTo>
                  <a:lnTo>
                    <a:pt x="525275" y="221196"/>
                  </a:lnTo>
                  <a:lnTo>
                    <a:pt x="535710" y="206032"/>
                  </a:lnTo>
                  <a:lnTo>
                    <a:pt x="557381" y="207850"/>
                  </a:lnTo>
                  <a:lnTo>
                    <a:pt x="557775" y="190996"/>
                  </a:lnTo>
                  <a:lnTo>
                    <a:pt x="577996" y="117925"/>
                  </a:lnTo>
                  <a:lnTo>
                    <a:pt x="528541" y="93623"/>
                  </a:lnTo>
                  <a:lnTo>
                    <a:pt x="538061" y="79490"/>
                  </a:lnTo>
                  <a:lnTo>
                    <a:pt x="540145" y="42516"/>
                  </a:lnTo>
                  <a:lnTo>
                    <a:pt x="539891" y="38703"/>
                  </a:lnTo>
                  <a:lnTo>
                    <a:pt x="607878" y="58848"/>
                  </a:lnTo>
                  <a:lnTo>
                    <a:pt x="638027" y="44727"/>
                  </a:lnTo>
                  <a:lnTo>
                    <a:pt x="627338" y="23120"/>
                  </a:lnTo>
                  <a:lnTo>
                    <a:pt x="658261" y="16333"/>
                  </a:lnTo>
                  <a:lnTo>
                    <a:pt x="662952" y="47816"/>
                  </a:lnTo>
                  <a:lnTo>
                    <a:pt x="666218" y="50358"/>
                  </a:lnTo>
                  <a:lnTo>
                    <a:pt x="726503" y="64606"/>
                  </a:lnTo>
                  <a:lnTo>
                    <a:pt x="747131" y="97805"/>
                  </a:lnTo>
                  <a:lnTo>
                    <a:pt x="724253" y="139088"/>
                  </a:lnTo>
                  <a:lnTo>
                    <a:pt x="709128" y="147337"/>
                  </a:lnTo>
                  <a:lnTo>
                    <a:pt x="695248" y="163580"/>
                  </a:lnTo>
                  <a:lnTo>
                    <a:pt x="691067" y="188810"/>
                  </a:lnTo>
                  <a:lnTo>
                    <a:pt x="696290" y="219391"/>
                  </a:lnTo>
                  <a:lnTo>
                    <a:pt x="674505" y="260063"/>
                  </a:lnTo>
                  <a:lnTo>
                    <a:pt x="652707" y="275316"/>
                  </a:lnTo>
                  <a:lnTo>
                    <a:pt x="591508" y="275163"/>
                  </a:lnTo>
                  <a:lnTo>
                    <a:pt x="609899" y="363143"/>
                  </a:lnTo>
                  <a:lnTo>
                    <a:pt x="608628" y="369803"/>
                  </a:lnTo>
                  <a:lnTo>
                    <a:pt x="614983" y="402748"/>
                  </a:lnTo>
                  <a:lnTo>
                    <a:pt x="702684" y="390585"/>
                  </a:lnTo>
                  <a:lnTo>
                    <a:pt x="728536" y="387318"/>
                  </a:lnTo>
                  <a:lnTo>
                    <a:pt x="786469" y="403269"/>
                  </a:lnTo>
                  <a:lnTo>
                    <a:pt x="832226" y="470316"/>
                  </a:lnTo>
                  <a:close/>
                </a:path>
              </a:pathLst>
            </a:custGeom>
            <a:noFill/>
            <a:ln w="3810" cap="flat">
              <a:solidFill>
                <a:srgbClr val="E6E4E2"/>
              </a:solidFill>
              <a:prstDash val="solid"/>
              <a:miter/>
            </a:ln>
          </p:spPr>
          <p:txBody>
            <a:bodyPr rtlCol="0" anchor="ctr"/>
            <a:lstStyle/>
            <a:p>
              <a:endParaRPr lang="de-CH"/>
            </a:p>
          </p:txBody>
        </p:sp>
        <p:sp>
          <p:nvSpPr>
            <p:cNvPr id="104" name="Freihandform: Form 103">
              <a:extLst>
                <a:ext uri="{FF2B5EF4-FFF2-40B4-BE49-F238E27FC236}">
                  <a16:creationId xmlns:a16="http://schemas.microsoft.com/office/drawing/2014/main" id="{546FB115-664E-9855-A461-AC1C55365C0B}"/>
                </a:ext>
              </a:extLst>
            </p:cNvPr>
            <p:cNvSpPr/>
            <p:nvPr/>
          </p:nvSpPr>
          <p:spPr>
            <a:xfrm>
              <a:off x="4762326" y="1116951"/>
              <a:ext cx="274959" cy="245967"/>
            </a:xfrm>
            <a:custGeom>
              <a:avLst/>
              <a:gdLst>
                <a:gd name="connsiteX0" fmla="*/ 64847 w 274959"/>
                <a:gd name="connsiteY0" fmla="*/ 58810 h 245967"/>
                <a:gd name="connsiteX1" fmla="*/ 69550 w 274959"/>
                <a:gd name="connsiteY1" fmla="*/ 35538 h 245967"/>
                <a:gd name="connsiteX2" fmla="*/ 93687 w 274959"/>
                <a:gd name="connsiteY2" fmla="*/ 41156 h 245967"/>
                <a:gd name="connsiteX3" fmla="*/ 100589 w 274959"/>
                <a:gd name="connsiteY3" fmla="*/ 50955 h 245967"/>
                <a:gd name="connsiteX4" fmla="*/ 101389 w 274959"/>
                <a:gd name="connsiteY4" fmla="*/ 71228 h 245967"/>
                <a:gd name="connsiteX5" fmla="*/ 125526 w 274959"/>
                <a:gd name="connsiteY5" fmla="*/ 73058 h 245967"/>
                <a:gd name="connsiteX6" fmla="*/ 141198 w 274959"/>
                <a:gd name="connsiteY6" fmla="*/ 66525 h 245967"/>
                <a:gd name="connsiteX7" fmla="*/ 165080 w 274959"/>
                <a:gd name="connsiteY7" fmla="*/ 41156 h 245967"/>
                <a:gd name="connsiteX8" fmla="*/ 182951 w 274959"/>
                <a:gd name="connsiteY8" fmla="*/ 14235 h 245967"/>
                <a:gd name="connsiteX9" fmla="*/ 222759 w 274959"/>
                <a:gd name="connsiteY9" fmla="*/ 27314 h 245967"/>
                <a:gd name="connsiteX10" fmla="*/ 252247 w 274959"/>
                <a:gd name="connsiteY10" fmla="*/ 0 h 245967"/>
                <a:gd name="connsiteX11" fmla="*/ 271553 w 274959"/>
                <a:gd name="connsiteY11" fmla="*/ 16854 h 245967"/>
                <a:gd name="connsiteX12" fmla="*/ 238939 w 274959"/>
                <a:gd name="connsiteY12" fmla="*/ 48362 h 245967"/>
                <a:gd name="connsiteX13" fmla="*/ 255246 w 274959"/>
                <a:gd name="connsiteY13" fmla="*/ 61683 h 245967"/>
                <a:gd name="connsiteX14" fmla="*/ 274960 w 274959"/>
                <a:gd name="connsiteY14" fmla="*/ 87306 h 245967"/>
                <a:gd name="connsiteX15" fmla="*/ 268948 w 274959"/>
                <a:gd name="connsiteY15" fmla="*/ 111494 h 245967"/>
                <a:gd name="connsiteX16" fmla="*/ 255386 w 274959"/>
                <a:gd name="connsiteY16" fmla="*/ 104414 h 245967"/>
                <a:gd name="connsiteX17" fmla="*/ 248332 w 274959"/>
                <a:gd name="connsiteY17" fmla="*/ 106257 h 245967"/>
                <a:gd name="connsiteX18" fmla="*/ 242968 w 274959"/>
                <a:gd name="connsiteY18" fmla="*/ 117366 h 245967"/>
                <a:gd name="connsiteX19" fmla="*/ 227068 w 274959"/>
                <a:gd name="connsiteY19" fmla="*/ 113311 h 245967"/>
                <a:gd name="connsiteX20" fmla="*/ 199919 w 274959"/>
                <a:gd name="connsiteY20" fmla="*/ 122717 h 245967"/>
                <a:gd name="connsiteX21" fmla="*/ 183993 w 274959"/>
                <a:gd name="connsiteY21" fmla="*/ 122717 h 245967"/>
                <a:gd name="connsiteX22" fmla="*/ 157378 w 274959"/>
                <a:gd name="connsiteY22" fmla="*/ 120111 h 245967"/>
                <a:gd name="connsiteX23" fmla="*/ 127102 w 274959"/>
                <a:gd name="connsiteY23" fmla="*/ 128335 h 245967"/>
                <a:gd name="connsiteX24" fmla="*/ 132453 w 274959"/>
                <a:gd name="connsiteY24" fmla="*/ 155522 h 245967"/>
                <a:gd name="connsiteX25" fmla="*/ 136889 w 274959"/>
                <a:gd name="connsiteY25" fmla="*/ 177498 h 245967"/>
                <a:gd name="connsiteX26" fmla="*/ 136749 w 274959"/>
                <a:gd name="connsiteY26" fmla="*/ 183764 h 245967"/>
                <a:gd name="connsiteX27" fmla="*/ 121484 w 274959"/>
                <a:gd name="connsiteY27" fmla="*/ 182074 h 245967"/>
                <a:gd name="connsiteX28" fmla="*/ 102686 w 274959"/>
                <a:gd name="connsiteY28" fmla="*/ 211993 h 245967"/>
                <a:gd name="connsiteX29" fmla="*/ 81282 w 274959"/>
                <a:gd name="connsiteY29" fmla="*/ 245968 h 245967"/>
                <a:gd name="connsiteX30" fmla="*/ 71368 w 274959"/>
                <a:gd name="connsiteY30" fmla="*/ 242447 h 245967"/>
                <a:gd name="connsiteX31" fmla="*/ 58848 w 274959"/>
                <a:gd name="connsiteY31" fmla="*/ 211612 h 245967"/>
                <a:gd name="connsiteX32" fmla="*/ 65750 w 274959"/>
                <a:gd name="connsiteY32" fmla="*/ 178807 h 245967"/>
                <a:gd name="connsiteX33" fmla="*/ 48146 w 274959"/>
                <a:gd name="connsiteY33" fmla="*/ 176710 h 245967"/>
                <a:gd name="connsiteX34" fmla="*/ 2593 w 274959"/>
                <a:gd name="connsiteY34" fmla="*/ 171600 h 245967"/>
                <a:gd name="connsiteX35" fmla="*/ 12647 w 274959"/>
                <a:gd name="connsiteY35" fmla="*/ 149396 h 245967"/>
                <a:gd name="connsiteX36" fmla="*/ 20082 w 274959"/>
                <a:gd name="connsiteY36" fmla="*/ 132923 h 245967"/>
                <a:gd name="connsiteX37" fmla="*/ 0 w 274959"/>
                <a:gd name="connsiteY37" fmla="*/ 111875 h 245967"/>
                <a:gd name="connsiteX38" fmla="*/ 9774 w 274959"/>
                <a:gd name="connsiteY38" fmla="*/ 95403 h 245967"/>
                <a:gd name="connsiteX39" fmla="*/ 5071 w 274959"/>
                <a:gd name="connsiteY39" fmla="*/ 84294 h 245967"/>
                <a:gd name="connsiteX40" fmla="*/ 23870 w 274959"/>
                <a:gd name="connsiteY40" fmla="*/ 72003 h 245967"/>
                <a:gd name="connsiteX41" fmla="*/ 61060 w 274959"/>
                <a:gd name="connsiteY41" fmla="*/ 78155 h 245967"/>
                <a:gd name="connsiteX42" fmla="*/ 64847 w 274959"/>
                <a:gd name="connsiteY42" fmla="*/ 58810 h 245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74959" h="245967">
                  <a:moveTo>
                    <a:pt x="64847" y="58810"/>
                  </a:moveTo>
                  <a:lnTo>
                    <a:pt x="69550" y="35538"/>
                  </a:lnTo>
                  <a:lnTo>
                    <a:pt x="93687" y="41156"/>
                  </a:lnTo>
                  <a:lnTo>
                    <a:pt x="100589" y="50955"/>
                  </a:lnTo>
                  <a:lnTo>
                    <a:pt x="101389" y="71228"/>
                  </a:lnTo>
                  <a:lnTo>
                    <a:pt x="125526" y="73058"/>
                  </a:lnTo>
                  <a:lnTo>
                    <a:pt x="141198" y="66525"/>
                  </a:lnTo>
                  <a:lnTo>
                    <a:pt x="165080" y="41156"/>
                  </a:lnTo>
                  <a:lnTo>
                    <a:pt x="182951" y="14235"/>
                  </a:lnTo>
                  <a:lnTo>
                    <a:pt x="222759" y="27314"/>
                  </a:lnTo>
                  <a:lnTo>
                    <a:pt x="252247" y="0"/>
                  </a:lnTo>
                  <a:lnTo>
                    <a:pt x="271553" y="16854"/>
                  </a:lnTo>
                  <a:lnTo>
                    <a:pt x="238939" y="48362"/>
                  </a:lnTo>
                  <a:lnTo>
                    <a:pt x="255246" y="61683"/>
                  </a:lnTo>
                  <a:lnTo>
                    <a:pt x="274960" y="87306"/>
                  </a:lnTo>
                  <a:lnTo>
                    <a:pt x="268948" y="111494"/>
                  </a:lnTo>
                  <a:lnTo>
                    <a:pt x="255386" y="104414"/>
                  </a:lnTo>
                  <a:lnTo>
                    <a:pt x="248332" y="106257"/>
                  </a:lnTo>
                  <a:lnTo>
                    <a:pt x="242968" y="117366"/>
                  </a:lnTo>
                  <a:lnTo>
                    <a:pt x="227068" y="113311"/>
                  </a:lnTo>
                  <a:lnTo>
                    <a:pt x="199919" y="122717"/>
                  </a:lnTo>
                  <a:lnTo>
                    <a:pt x="183993" y="122717"/>
                  </a:lnTo>
                  <a:lnTo>
                    <a:pt x="157378" y="120111"/>
                  </a:lnTo>
                  <a:lnTo>
                    <a:pt x="127102" y="128335"/>
                  </a:lnTo>
                  <a:lnTo>
                    <a:pt x="132453" y="155522"/>
                  </a:lnTo>
                  <a:lnTo>
                    <a:pt x="136889" y="177498"/>
                  </a:lnTo>
                  <a:lnTo>
                    <a:pt x="136749" y="183764"/>
                  </a:lnTo>
                  <a:lnTo>
                    <a:pt x="121484" y="182074"/>
                  </a:lnTo>
                  <a:lnTo>
                    <a:pt x="102686" y="211993"/>
                  </a:lnTo>
                  <a:lnTo>
                    <a:pt x="81282" y="245968"/>
                  </a:lnTo>
                  <a:lnTo>
                    <a:pt x="71368" y="242447"/>
                  </a:lnTo>
                  <a:lnTo>
                    <a:pt x="58848" y="211612"/>
                  </a:lnTo>
                  <a:lnTo>
                    <a:pt x="65750" y="178807"/>
                  </a:lnTo>
                  <a:lnTo>
                    <a:pt x="48146" y="176710"/>
                  </a:lnTo>
                  <a:lnTo>
                    <a:pt x="2593" y="171600"/>
                  </a:lnTo>
                  <a:lnTo>
                    <a:pt x="12647" y="149396"/>
                  </a:lnTo>
                  <a:lnTo>
                    <a:pt x="20082" y="132923"/>
                  </a:lnTo>
                  <a:lnTo>
                    <a:pt x="0" y="111875"/>
                  </a:lnTo>
                  <a:lnTo>
                    <a:pt x="9774" y="95403"/>
                  </a:lnTo>
                  <a:lnTo>
                    <a:pt x="5071" y="84294"/>
                  </a:lnTo>
                  <a:lnTo>
                    <a:pt x="23870" y="72003"/>
                  </a:lnTo>
                  <a:lnTo>
                    <a:pt x="61060" y="78155"/>
                  </a:lnTo>
                  <a:lnTo>
                    <a:pt x="64847" y="58810"/>
                  </a:lnTo>
                  <a:close/>
                </a:path>
              </a:pathLst>
            </a:custGeom>
            <a:solidFill>
              <a:srgbClr val="FFFFFF"/>
            </a:solidFill>
            <a:ln w="12700" cap="flat">
              <a:noFill/>
              <a:prstDash val="solid"/>
              <a:miter/>
            </a:ln>
          </p:spPr>
          <p:txBody>
            <a:bodyPr rtlCol="0" anchor="ctr"/>
            <a:lstStyle/>
            <a:p>
              <a:endParaRPr lang="de-CH"/>
            </a:p>
          </p:txBody>
        </p:sp>
        <p:sp>
          <p:nvSpPr>
            <p:cNvPr id="105" name="Freihandform: Form 104">
              <a:extLst>
                <a:ext uri="{FF2B5EF4-FFF2-40B4-BE49-F238E27FC236}">
                  <a16:creationId xmlns:a16="http://schemas.microsoft.com/office/drawing/2014/main" id="{C0B63214-8548-0DC4-4CFD-54E0BB5D7E1E}"/>
                </a:ext>
              </a:extLst>
            </p:cNvPr>
            <p:cNvSpPr/>
            <p:nvPr/>
          </p:nvSpPr>
          <p:spPr>
            <a:xfrm>
              <a:off x="4762326" y="1116951"/>
              <a:ext cx="274959" cy="245967"/>
            </a:xfrm>
            <a:custGeom>
              <a:avLst/>
              <a:gdLst>
                <a:gd name="connsiteX0" fmla="*/ 64847 w 274959"/>
                <a:gd name="connsiteY0" fmla="*/ 58810 h 245967"/>
                <a:gd name="connsiteX1" fmla="*/ 69550 w 274959"/>
                <a:gd name="connsiteY1" fmla="*/ 35538 h 245967"/>
                <a:gd name="connsiteX2" fmla="*/ 93687 w 274959"/>
                <a:gd name="connsiteY2" fmla="*/ 41156 h 245967"/>
                <a:gd name="connsiteX3" fmla="*/ 100589 w 274959"/>
                <a:gd name="connsiteY3" fmla="*/ 50955 h 245967"/>
                <a:gd name="connsiteX4" fmla="*/ 101389 w 274959"/>
                <a:gd name="connsiteY4" fmla="*/ 71228 h 245967"/>
                <a:gd name="connsiteX5" fmla="*/ 125526 w 274959"/>
                <a:gd name="connsiteY5" fmla="*/ 73058 h 245967"/>
                <a:gd name="connsiteX6" fmla="*/ 141198 w 274959"/>
                <a:gd name="connsiteY6" fmla="*/ 66525 h 245967"/>
                <a:gd name="connsiteX7" fmla="*/ 165080 w 274959"/>
                <a:gd name="connsiteY7" fmla="*/ 41156 h 245967"/>
                <a:gd name="connsiteX8" fmla="*/ 182951 w 274959"/>
                <a:gd name="connsiteY8" fmla="*/ 14235 h 245967"/>
                <a:gd name="connsiteX9" fmla="*/ 222759 w 274959"/>
                <a:gd name="connsiteY9" fmla="*/ 27314 h 245967"/>
                <a:gd name="connsiteX10" fmla="*/ 252247 w 274959"/>
                <a:gd name="connsiteY10" fmla="*/ 0 h 245967"/>
                <a:gd name="connsiteX11" fmla="*/ 271553 w 274959"/>
                <a:gd name="connsiteY11" fmla="*/ 16854 h 245967"/>
                <a:gd name="connsiteX12" fmla="*/ 238939 w 274959"/>
                <a:gd name="connsiteY12" fmla="*/ 48362 h 245967"/>
                <a:gd name="connsiteX13" fmla="*/ 255246 w 274959"/>
                <a:gd name="connsiteY13" fmla="*/ 61683 h 245967"/>
                <a:gd name="connsiteX14" fmla="*/ 274960 w 274959"/>
                <a:gd name="connsiteY14" fmla="*/ 87306 h 245967"/>
                <a:gd name="connsiteX15" fmla="*/ 268948 w 274959"/>
                <a:gd name="connsiteY15" fmla="*/ 111494 h 245967"/>
                <a:gd name="connsiteX16" fmla="*/ 255386 w 274959"/>
                <a:gd name="connsiteY16" fmla="*/ 104414 h 245967"/>
                <a:gd name="connsiteX17" fmla="*/ 248332 w 274959"/>
                <a:gd name="connsiteY17" fmla="*/ 106257 h 245967"/>
                <a:gd name="connsiteX18" fmla="*/ 242968 w 274959"/>
                <a:gd name="connsiteY18" fmla="*/ 117366 h 245967"/>
                <a:gd name="connsiteX19" fmla="*/ 227068 w 274959"/>
                <a:gd name="connsiteY19" fmla="*/ 113311 h 245967"/>
                <a:gd name="connsiteX20" fmla="*/ 199919 w 274959"/>
                <a:gd name="connsiteY20" fmla="*/ 122717 h 245967"/>
                <a:gd name="connsiteX21" fmla="*/ 183993 w 274959"/>
                <a:gd name="connsiteY21" fmla="*/ 122717 h 245967"/>
                <a:gd name="connsiteX22" fmla="*/ 157378 w 274959"/>
                <a:gd name="connsiteY22" fmla="*/ 120111 h 245967"/>
                <a:gd name="connsiteX23" fmla="*/ 127102 w 274959"/>
                <a:gd name="connsiteY23" fmla="*/ 128335 h 245967"/>
                <a:gd name="connsiteX24" fmla="*/ 132453 w 274959"/>
                <a:gd name="connsiteY24" fmla="*/ 155522 h 245967"/>
                <a:gd name="connsiteX25" fmla="*/ 136889 w 274959"/>
                <a:gd name="connsiteY25" fmla="*/ 177498 h 245967"/>
                <a:gd name="connsiteX26" fmla="*/ 136749 w 274959"/>
                <a:gd name="connsiteY26" fmla="*/ 183764 h 245967"/>
                <a:gd name="connsiteX27" fmla="*/ 121484 w 274959"/>
                <a:gd name="connsiteY27" fmla="*/ 182074 h 245967"/>
                <a:gd name="connsiteX28" fmla="*/ 102686 w 274959"/>
                <a:gd name="connsiteY28" fmla="*/ 211993 h 245967"/>
                <a:gd name="connsiteX29" fmla="*/ 81282 w 274959"/>
                <a:gd name="connsiteY29" fmla="*/ 245968 h 245967"/>
                <a:gd name="connsiteX30" fmla="*/ 71368 w 274959"/>
                <a:gd name="connsiteY30" fmla="*/ 242447 h 245967"/>
                <a:gd name="connsiteX31" fmla="*/ 58848 w 274959"/>
                <a:gd name="connsiteY31" fmla="*/ 211612 h 245967"/>
                <a:gd name="connsiteX32" fmla="*/ 65750 w 274959"/>
                <a:gd name="connsiteY32" fmla="*/ 178807 h 245967"/>
                <a:gd name="connsiteX33" fmla="*/ 48146 w 274959"/>
                <a:gd name="connsiteY33" fmla="*/ 176710 h 245967"/>
                <a:gd name="connsiteX34" fmla="*/ 2593 w 274959"/>
                <a:gd name="connsiteY34" fmla="*/ 171600 h 245967"/>
                <a:gd name="connsiteX35" fmla="*/ 12647 w 274959"/>
                <a:gd name="connsiteY35" fmla="*/ 149396 h 245967"/>
                <a:gd name="connsiteX36" fmla="*/ 20082 w 274959"/>
                <a:gd name="connsiteY36" fmla="*/ 132923 h 245967"/>
                <a:gd name="connsiteX37" fmla="*/ 0 w 274959"/>
                <a:gd name="connsiteY37" fmla="*/ 111875 h 245967"/>
                <a:gd name="connsiteX38" fmla="*/ 9774 w 274959"/>
                <a:gd name="connsiteY38" fmla="*/ 95403 h 245967"/>
                <a:gd name="connsiteX39" fmla="*/ 5071 w 274959"/>
                <a:gd name="connsiteY39" fmla="*/ 84294 h 245967"/>
                <a:gd name="connsiteX40" fmla="*/ 23870 w 274959"/>
                <a:gd name="connsiteY40" fmla="*/ 72003 h 245967"/>
                <a:gd name="connsiteX41" fmla="*/ 61060 w 274959"/>
                <a:gd name="connsiteY41" fmla="*/ 78155 h 245967"/>
                <a:gd name="connsiteX42" fmla="*/ 64847 w 274959"/>
                <a:gd name="connsiteY42" fmla="*/ 58810 h 245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74959" h="245967">
                  <a:moveTo>
                    <a:pt x="64847" y="58810"/>
                  </a:moveTo>
                  <a:lnTo>
                    <a:pt x="69550" y="35538"/>
                  </a:lnTo>
                  <a:lnTo>
                    <a:pt x="93687" y="41156"/>
                  </a:lnTo>
                  <a:lnTo>
                    <a:pt x="100589" y="50955"/>
                  </a:lnTo>
                  <a:lnTo>
                    <a:pt x="101389" y="71228"/>
                  </a:lnTo>
                  <a:lnTo>
                    <a:pt x="125526" y="73058"/>
                  </a:lnTo>
                  <a:lnTo>
                    <a:pt x="141198" y="66525"/>
                  </a:lnTo>
                  <a:lnTo>
                    <a:pt x="165080" y="41156"/>
                  </a:lnTo>
                  <a:lnTo>
                    <a:pt x="182951" y="14235"/>
                  </a:lnTo>
                  <a:lnTo>
                    <a:pt x="222759" y="27314"/>
                  </a:lnTo>
                  <a:lnTo>
                    <a:pt x="252247" y="0"/>
                  </a:lnTo>
                  <a:lnTo>
                    <a:pt x="271553" y="16854"/>
                  </a:lnTo>
                  <a:lnTo>
                    <a:pt x="238939" y="48362"/>
                  </a:lnTo>
                  <a:lnTo>
                    <a:pt x="255246" y="61683"/>
                  </a:lnTo>
                  <a:lnTo>
                    <a:pt x="274960" y="87306"/>
                  </a:lnTo>
                  <a:lnTo>
                    <a:pt x="268948" y="111494"/>
                  </a:lnTo>
                  <a:lnTo>
                    <a:pt x="255386" y="104414"/>
                  </a:lnTo>
                  <a:lnTo>
                    <a:pt x="248332" y="106257"/>
                  </a:lnTo>
                  <a:lnTo>
                    <a:pt x="242968" y="117366"/>
                  </a:lnTo>
                  <a:lnTo>
                    <a:pt x="227068" y="113311"/>
                  </a:lnTo>
                  <a:lnTo>
                    <a:pt x="199919" y="122717"/>
                  </a:lnTo>
                  <a:lnTo>
                    <a:pt x="183993" y="122717"/>
                  </a:lnTo>
                  <a:lnTo>
                    <a:pt x="157378" y="120111"/>
                  </a:lnTo>
                  <a:lnTo>
                    <a:pt x="127102" y="128335"/>
                  </a:lnTo>
                  <a:lnTo>
                    <a:pt x="132453" y="155522"/>
                  </a:lnTo>
                  <a:lnTo>
                    <a:pt x="136889" y="177498"/>
                  </a:lnTo>
                  <a:lnTo>
                    <a:pt x="136749" y="183764"/>
                  </a:lnTo>
                  <a:lnTo>
                    <a:pt x="121484" y="182074"/>
                  </a:lnTo>
                  <a:lnTo>
                    <a:pt x="102686" y="211993"/>
                  </a:lnTo>
                  <a:lnTo>
                    <a:pt x="81282" y="245968"/>
                  </a:lnTo>
                  <a:lnTo>
                    <a:pt x="71368" y="242447"/>
                  </a:lnTo>
                  <a:lnTo>
                    <a:pt x="58848" y="211612"/>
                  </a:lnTo>
                  <a:lnTo>
                    <a:pt x="65750" y="178807"/>
                  </a:lnTo>
                  <a:lnTo>
                    <a:pt x="48146" y="176710"/>
                  </a:lnTo>
                  <a:lnTo>
                    <a:pt x="2593" y="171600"/>
                  </a:lnTo>
                  <a:lnTo>
                    <a:pt x="12647" y="149396"/>
                  </a:lnTo>
                  <a:lnTo>
                    <a:pt x="20082" y="132923"/>
                  </a:lnTo>
                  <a:lnTo>
                    <a:pt x="0" y="111875"/>
                  </a:lnTo>
                  <a:lnTo>
                    <a:pt x="9774" y="95403"/>
                  </a:lnTo>
                  <a:lnTo>
                    <a:pt x="5071" y="84294"/>
                  </a:lnTo>
                  <a:lnTo>
                    <a:pt x="23870" y="72003"/>
                  </a:lnTo>
                  <a:lnTo>
                    <a:pt x="61060" y="78155"/>
                  </a:lnTo>
                  <a:lnTo>
                    <a:pt x="64847" y="58810"/>
                  </a:lnTo>
                  <a:close/>
                </a:path>
              </a:pathLst>
            </a:custGeom>
            <a:noFill/>
            <a:ln w="3810" cap="flat">
              <a:solidFill>
                <a:srgbClr val="E6E4E2"/>
              </a:solidFill>
              <a:prstDash val="solid"/>
              <a:miter/>
            </a:ln>
          </p:spPr>
          <p:txBody>
            <a:bodyPr rtlCol="0" anchor="ctr"/>
            <a:lstStyle/>
            <a:p>
              <a:endParaRPr lang="de-CH"/>
            </a:p>
          </p:txBody>
        </p:sp>
        <p:sp>
          <p:nvSpPr>
            <p:cNvPr id="106" name="Freihandform: Form 105">
              <a:extLst>
                <a:ext uri="{FF2B5EF4-FFF2-40B4-BE49-F238E27FC236}">
                  <a16:creationId xmlns:a16="http://schemas.microsoft.com/office/drawing/2014/main" id="{64445A4C-9F3B-37B8-1E7B-030756523004}"/>
                </a:ext>
              </a:extLst>
            </p:cNvPr>
            <p:cNvSpPr/>
            <p:nvPr/>
          </p:nvSpPr>
          <p:spPr>
            <a:xfrm>
              <a:off x="4301505" y="1228813"/>
              <a:ext cx="1284391" cy="672738"/>
            </a:xfrm>
            <a:custGeom>
              <a:avLst/>
              <a:gdLst>
                <a:gd name="connsiteX0" fmla="*/ 567803 w 1284391"/>
                <a:gd name="connsiteY0" fmla="*/ 227042 h 672738"/>
                <a:gd name="connsiteX1" fmla="*/ 565718 w 1284391"/>
                <a:gd name="connsiteY1" fmla="*/ 264016 h 672738"/>
                <a:gd name="connsiteX2" fmla="*/ 556198 w 1284391"/>
                <a:gd name="connsiteY2" fmla="*/ 278137 h 672738"/>
                <a:gd name="connsiteX3" fmla="*/ 605654 w 1284391"/>
                <a:gd name="connsiteY3" fmla="*/ 302452 h 672738"/>
                <a:gd name="connsiteX4" fmla="*/ 585432 w 1284391"/>
                <a:gd name="connsiteY4" fmla="*/ 375510 h 672738"/>
                <a:gd name="connsiteX5" fmla="*/ 585038 w 1284391"/>
                <a:gd name="connsiteY5" fmla="*/ 392377 h 672738"/>
                <a:gd name="connsiteX6" fmla="*/ 563367 w 1284391"/>
                <a:gd name="connsiteY6" fmla="*/ 390546 h 672738"/>
                <a:gd name="connsiteX7" fmla="*/ 552932 w 1284391"/>
                <a:gd name="connsiteY7" fmla="*/ 405710 h 672738"/>
                <a:gd name="connsiteX8" fmla="*/ 526978 w 1284391"/>
                <a:gd name="connsiteY8" fmla="*/ 401655 h 672738"/>
                <a:gd name="connsiteX9" fmla="*/ 489775 w 1284391"/>
                <a:gd name="connsiteY9" fmla="*/ 377989 h 672738"/>
                <a:gd name="connsiteX10" fmla="*/ 489127 w 1284391"/>
                <a:gd name="connsiteY10" fmla="*/ 423860 h 672738"/>
                <a:gd name="connsiteX11" fmla="*/ 514051 w 1284391"/>
                <a:gd name="connsiteY11" fmla="*/ 446103 h 672738"/>
                <a:gd name="connsiteX12" fmla="*/ 404299 w 1284391"/>
                <a:gd name="connsiteY12" fmla="*/ 454580 h 672738"/>
                <a:gd name="connsiteX13" fmla="*/ 409650 w 1284391"/>
                <a:gd name="connsiteY13" fmla="*/ 487258 h 672738"/>
                <a:gd name="connsiteX14" fmla="*/ 386022 w 1284391"/>
                <a:gd name="connsiteY14" fmla="*/ 524245 h 672738"/>
                <a:gd name="connsiteX15" fmla="*/ 335778 w 1284391"/>
                <a:gd name="connsiteY15" fmla="*/ 534197 h 672738"/>
                <a:gd name="connsiteX16" fmla="*/ 332651 w 1284391"/>
                <a:gd name="connsiteY16" fmla="*/ 533155 h 672738"/>
                <a:gd name="connsiteX17" fmla="*/ 308248 w 1284391"/>
                <a:gd name="connsiteY17" fmla="*/ 519936 h 672738"/>
                <a:gd name="connsiteX18" fmla="*/ 305897 w 1284391"/>
                <a:gd name="connsiteY18" fmla="*/ 486089 h 672738"/>
                <a:gd name="connsiteX19" fmla="*/ 297012 w 1284391"/>
                <a:gd name="connsiteY19" fmla="*/ 489216 h 672738"/>
                <a:gd name="connsiteX20" fmla="*/ 286323 w 1284391"/>
                <a:gd name="connsiteY20" fmla="*/ 485695 h 672738"/>
                <a:gd name="connsiteX21" fmla="*/ 280451 w 1284391"/>
                <a:gd name="connsiteY21" fmla="*/ 482823 h 672738"/>
                <a:gd name="connsiteX22" fmla="*/ 270282 w 1284391"/>
                <a:gd name="connsiteY22" fmla="*/ 487258 h 672738"/>
                <a:gd name="connsiteX23" fmla="*/ 258653 w 1284391"/>
                <a:gd name="connsiteY23" fmla="*/ 479823 h 672738"/>
                <a:gd name="connsiteX24" fmla="*/ 249781 w 1284391"/>
                <a:gd name="connsiteY24" fmla="*/ 480992 h 672738"/>
                <a:gd name="connsiteX25" fmla="*/ 250289 w 1284391"/>
                <a:gd name="connsiteY25" fmla="*/ 488046 h 672738"/>
                <a:gd name="connsiteX26" fmla="*/ 242727 w 1284391"/>
                <a:gd name="connsiteY26" fmla="*/ 487525 h 672738"/>
                <a:gd name="connsiteX27" fmla="*/ 236079 w 1284391"/>
                <a:gd name="connsiteY27" fmla="*/ 483865 h 672738"/>
                <a:gd name="connsiteX28" fmla="*/ 224462 w 1284391"/>
                <a:gd name="connsiteY28" fmla="*/ 547263 h 672738"/>
                <a:gd name="connsiteX29" fmla="*/ 172655 w 1284391"/>
                <a:gd name="connsiteY29" fmla="*/ 548166 h 672738"/>
                <a:gd name="connsiteX30" fmla="*/ 176570 w 1284391"/>
                <a:gd name="connsiteY30" fmla="*/ 521640 h 672738"/>
                <a:gd name="connsiteX31" fmla="*/ 175922 w 1284391"/>
                <a:gd name="connsiteY31" fmla="*/ 506336 h 672738"/>
                <a:gd name="connsiteX32" fmla="*/ 103753 w 1284391"/>
                <a:gd name="connsiteY32" fmla="*/ 462308 h 672738"/>
                <a:gd name="connsiteX33" fmla="*/ 100360 w 1284391"/>
                <a:gd name="connsiteY33" fmla="*/ 448047 h 672738"/>
                <a:gd name="connsiteX34" fmla="*/ 74533 w 1284391"/>
                <a:gd name="connsiteY34" fmla="*/ 446357 h 672738"/>
                <a:gd name="connsiteX35" fmla="*/ 62509 w 1284391"/>
                <a:gd name="connsiteY35" fmla="*/ 445556 h 672738"/>
                <a:gd name="connsiteX36" fmla="*/ 67211 w 1284391"/>
                <a:gd name="connsiteY36" fmla="*/ 429096 h 672738"/>
                <a:gd name="connsiteX37" fmla="*/ 0 w 1284391"/>
                <a:gd name="connsiteY37" fmla="*/ 394448 h 672738"/>
                <a:gd name="connsiteX38" fmla="*/ 3267 w 1284391"/>
                <a:gd name="connsiteY38" fmla="*/ 367541 h 672738"/>
                <a:gd name="connsiteX39" fmla="*/ 23628 w 1284391"/>
                <a:gd name="connsiteY39" fmla="*/ 368723 h 672738"/>
                <a:gd name="connsiteX40" fmla="*/ 41906 w 1284391"/>
                <a:gd name="connsiteY40" fmla="*/ 383480 h 672738"/>
                <a:gd name="connsiteX41" fmla="*/ 111049 w 1284391"/>
                <a:gd name="connsiteY41" fmla="*/ 394588 h 672738"/>
                <a:gd name="connsiteX42" fmla="*/ 109880 w 1284391"/>
                <a:gd name="connsiteY42" fmla="*/ 440472 h 672738"/>
                <a:gd name="connsiteX43" fmla="*/ 244557 w 1284391"/>
                <a:gd name="connsiteY43" fmla="*/ 447005 h 672738"/>
                <a:gd name="connsiteX44" fmla="*/ 261398 w 1284391"/>
                <a:gd name="connsiteY44" fmla="*/ 406892 h 672738"/>
                <a:gd name="connsiteX45" fmla="*/ 225505 w 1284391"/>
                <a:gd name="connsiteY45" fmla="*/ 351844 h 672738"/>
                <a:gd name="connsiteX46" fmla="*/ 191314 w 1284391"/>
                <a:gd name="connsiteY46" fmla="*/ 353293 h 672738"/>
                <a:gd name="connsiteX47" fmla="*/ 209973 w 1284391"/>
                <a:gd name="connsiteY47" fmla="*/ 312252 h 672738"/>
                <a:gd name="connsiteX48" fmla="*/ 241545 w 1284391"/>
                <a:gd name="connsiteY48" fmla="*/ 305464 h 672738"/>
                <a:gd name="connsiteX49" fmla="*/ 259568 w 1284391"/>
                <a:gd name="connsiteY49" fmla="*/ 343353 h 672738"/>
                <a:gd name="connsiteX50" fmla="*/ 275494 w 1284391"/>
                <a:gd name="connsiteY50" fmla="*/ 336820 h 672738"/>
                <a:gd name="connsiteX51" fmla="*/ 319598 w 1284391"/>
                <a:gd name="connsiteY51" fmla="*/ 319712 h 672738"/>
                <a:gd name="connsiteX52" fmla="*/ 341002 w 1284391"/>
                <a:gd name="connsiteY52" fmla="*/ 313421 h 672738"/>
                <a:gd name="connsiteX53" fmla="*/ 412916 w 1284391"/>
                <a:gd name="connsiteY53" fmla="*/ 307689 h 672738"/>
                <a:gd name="connsiteX54" fmla="*/ 409777 w 1284391"/>
                <a:gd name="connsiteY54" fmla="*/ 257750 h 672738"/>
                <a:gd name="connsiteX55" fmla="*/ 424915 w 1284391"/>
                <a:gd name="connsiteY55" fmla="*/ 236702 h 672738"/>
                <a:gd name="connsiteX56" fmla="*/ 415128 w 1284391"/>
                <a:gd name="connsiteY56" fmla="*/ 199715 h 672738"/>
                <a:gd name="connsiteX57" fmla="*/ 389809 w 1284391"/>
                <a:gd name="connsiteY57" fmla="*/ 201292 h 672738"/>
                <a:gd name="connsiteX58" fmla="*/ 371926 w 1284391"/>
                <a:gd name="connsiteY58" fmla="*/ 184565 h 672738"/>
                <a:gd name="connsiteX59" fmla="*/ 362533 w 1284391"/>
                <a:gd name="connsiteY59" fmla="*/ 164686 h 672738"/>
                <a:gd name="connsiteX60" fmla="*/ 344790 w 1284391"/>
                <a:gd name="connsiteY60" fmla="*/ 151099 h 672738"/>
                <a:gd name="connsiteX61" fmla="*/ 338384 w 1284391"/>
                <a:gd name="connsiteY61" fmla="*/ 135148 h 672738"/>
                <a:gd name="connsiteX62" fmla="*/ 351056 w 1284391"/>
                <a:gd name="connsiteY62" fmla="*/ 125869 h 672738"/>
                <a:gd name="connsiteX63" fmla="*/ 365024 w 1284391"/>
                <a:gd name="connsiteY63" fmla="*/ 145087 h 672738"/>
                <a:gd name="connsiteX64" fmla="*/ 381459 w 1284391"/>
                <a:gd name="connsiteY64" fmla="*/ 138033 h 672738"/>
                <a:gd name="connsiteX65" fmla="*/ 398554 w 1284391"/>
                <a:gd name="connsiteY65" fmla="*/ 146523 h 672738"/>
                <a:gd name="connsiteX66" fmla="*/ 401541 w 1284391"/>
                <a:gd name="connsiteY66" fmla="*/ 128602 h 672738"/>
                <a:gd name="connsiteX67" fmla="*/ 413171 w 1284391"/>
                <a:gd name="connsiteY67" fmla="*/ 111634 h 672738"/>
                <a:gd name="connsiteX68" fmla="*/ 382628 w 1284391"/>
                <a:gd name="connsiteY68" fmla="*/ 93839 h 672738"/>
                <a:gd name="connsiteX69" fmla="*/ 369575 w 1284391"/>
                <a:gd name="connsiteY69" fmla="*/ 103779 h 672738"/>
                <a:gd name="connsiteX70" fmla="*/ 353140 w 1284391"/>
                <a:gd name="connsiteY70" fmla="*/ 103131 h 672738"/>
                <a:gd name="connsiteX71" fmla="*/ 344650 w 1284391"/>
                <a:gd name="connsiteY71" fmla="*/ 76986 h 672738"/>
                <a:gd name="connsiteX72" fmla="*/ 359127 w 1284391"/>
                <a:gd name="connsiteY72" fmla="*/ 63005 h 672738"/>
                <a:gd name="connsiteX73" fmla="*/ 386810 w 1284391"/>
                <a:gd name="connsiteY73" fmla="*/ 50447 h 672738"/>
                <a:gd name="connsiteX74" fmla="*/ 408608 w 1284391"/>
                <a:gd name="connsiteY74" fmla="*/ 30327 h 672738"/>
                <a:gd name="connsiteX75" fmla="*/ 460808 w 1284391"/>
                <a:gd name="connsiteY75" fmla="*/ 0 h 672738"/>
                <a:gd name="connsiteX76" fmla="*/ 480891 w 1284391"/>
                <a:gd name="connsiteY76" fmla="*/ 21048 h 672738"/>
                <a:gd name="connsiteX77" fmla="*/ 473455 w 1284391"/>
                <a:gd name="connsiteY77" fmla="*/ 37521 h 672738"/>
                <a:gd name="connsiteX78" fmla="*/ 463401 w 1284391"/>
                <a:gd name="connsiteY78" fmla="*/ 59738 h 672738"/>
                <a:gd name="connsiteX79" fmla="*/ 508955 w 1284391"/>
                <a:gd name="connsiteY79" fmla="*/ 64835 h 672738"/>
                <a:gd name="connsiteX80" fmla="*/ 526558 w 1284391"/>
                <a:gd name="connsiteY80" fmla="*/ 66932 h 672738"/>
                <a:gd name="connsiteX81" fmla="*/ 519657 w 1284391"/>
                <a:gd name="connsiteY81" fmla="*/ 99737 h 672738"/>
                <a:gd name="connsiteX82" fmla="*/ 532189 w 1284391"/>
                <a:gd name="connsiteY82" fmla="*/ 130572 h 672738"/>
                <a:gd name="connsiteX83" fmla="*/ 542103 w 1284391"/>
                <a:gd name="connsiteY83" fmla="*/ 134093 h 672738"/>
                <a:gd name="connsiteX84" fmla="*/ 563494 w 1284391"/>
                <a:gd name="connsiteY84" fmla="*/ 100118 h 672738"/>
                <a:gd name="connsiteX85" fmla="*/ 582293 w 1284391"/>
                <a:gd name="connsiteY85" fmla="*/ 70198 h 672738"/>
                <a:gd name="connsiteX86" fmla="*/ 597557 w 1284391"/>
                <a:gd name="connsiteY86" fmla="*/ 71889 h 672738"/>
                <a:gd name="connsiteX87" fmla="*/ 597697 w 1284391"/>
                <a:gd name="connsiteY87" fmla="*/ 65623 h 672738"/>
                <a:gd name="connsiteX88" fmla="*/ 593262 w 1284391"/>
                <a:gd name="connsiteY88" fmla="*/ 43647 h 672738"/>
                <a:gd name="connsiteX89" fmla="*/ 587910 w 1284391"/>
                <a:gd name="connsiteY89" fmla="*/ 16460 h 672738"/>
                <a:gd name="connsiteX90" fmla="*/ 618186 w 1284391"/>
                <a:gd name="connsiteY90" fmla="*/ 8236 h 672738"/>
                <a:gd name="connsiteX91" fmla="*/ 643759 w 1284391"/>
                <a:gd name="connsiteY91" fmla="*/ 35817 h 672738"/>
                <a:gd name="connsiteX92" fmla="*/ 704704 w 1284391"/>
                <a:gd name="connsiteY92" fmla="*/ 91107 h 672738"/>
                <a:gd name="connsiteX93" fmla="*/ 725842 w 1284391"/>
                <a:gd name="connsiteY93" fmla="*/ 93979 h 672738"/>
                <a:gd name="connsiteX94" fmla="*/ 747118 w 1284391"/>
                <a:gd name="connsiteY94" fmla="*/ 86391 h 672738"/>
                <a:gd name="connsiteX95" fmla="*/ 781576 w 1284391"/>
                <a:gd name="connsiteY95" fmla="*/ 72931 h 672738"/>
                <a:gd name="connsiteX96" fmla="*/ 822553 w 1284391"/>
                <a:gd name="connsiteY96" fmla="*/ 97894 h 672738"/>
                <a:gd name="connsiteX97" fmla="*/ 853083 w 1284391"/>
                <a:gd name="connsiteY97" fmla="*/ 116324 h 672738"/>
                <a:gd name="connsiteX98" fmla="*/ 933869 w 1284391"/>
                <a:gd name="connsiteY98" fmla="*/ 135936 h 672738"/>
                <a:gd name="connsiteX99" fmla="*/ 939729 w 1284391"/>
                <a:gd name="connsiteY99" fmla="*/ 180243 h 672738"/>
                <a:gd name="connsiteX100" fmla="*/ 934378 w 1284391"/>
                <a:gd name="connsiteY100" fmla="*/ 192127 h 672738"/>
                <a:gd name="connsiteX101" fmla="*/ 937009 w 1284391"/>
                <a:gd name="connsiteY101" fmla="*/ 202461 h 672738"/>
                <a:gd name="connsiteX102" fmla="*/ 953570 w 1284391"/>
                <a:gd name="connsiteY102" fmla="*/ 193831 h 672738"/>
                <a:gd name="connsiteX103" fmla="*/ 971314 w 1284391"/>
                <a:gd name="connsiteY103" fmla="*/ 198813 h 672738"/>
                <a:gd name="connsiteX104" fmla="*/ 1020655 w 1284391"/>
                <a:gd name="connsiteY104" fmla="*/ 145989 h 672738"/>
                <a:gd name="connsiteX105" fmla="*/ 1023133 w 1284391"/>
                <a:gd name="connsiteY105" fmla="*/ 89264 h 672738"/>
                <a:gd name="connsiteX106" fmla="*/ 1061493 w 1284391"/>
                <a:gd name="connsiteY106" fmla="*/ 84701 h 672738"/>
                <a:gd name="connsiteX107" fmla="*/ 1083952 w 1284391"/>
                <a:gd name="connsiteY107" fmla="*/ 119476 h 672738"/>
                <a:gd name="connsiteX108" fmla="*/ 1110554 w 1284391"/>
                <a:gd name="connsiteY108" fmla="*/ 121942 h 672738"/>
                <a:gd name="connsiteX109" fmla="*/ 1108749 w 1284391"/>
                <a:gd name="connsiteY109" fmla="*/ 150311 h 672738"/>
                <a:gd name="connsiteX110" fmla="*/ 1146054 w 1284391"/>
                <a:gd name="connsiteY110" fmla="*/ 172401 h 672738"/>
                <a:gd name="connsiteX111" fmla="*/ 1148659 w 1284391"/>
                <a:gd name="connsiteY111" fmla="*/ 182722 h 672738"/>
                <a:gd name="connsiteX112" fmla="*/ 1167597 w 1284391"/>
                <a:gd name="connsiteY112" fmla="*/ 212654 h 672738"/>
                <a:gd name="connsiteX113" fmla="*/ 1167979 w 1284391"/>
                <a:gd name="connsiteY113" fmla="*/ 234338 h 672738"/>
                <a:gd name="connsiteX114" fmla="*/ 1250837 w 1284391"/>
                <a:gd name="connsiteY114" fmla="*/ 232126 h 672738"/>
                <a:gd name="connsiteX115" fmla="*/ 1239753 w 1284391"/>
                <a:gd name="connsiteY115" fmla="*/ 301931 h 672738"/>
                <a:gd name="connsiteX116" fmla="*/ 1261297 w 1284391"/>
                <a:gd name="connsiteY116" fmla="*/ 295258 h 672738"/>
                <a:gd name="connsiteX117" fmla="*/ 1273550 w 1284391"/>
                <a:gd name="connsiteY117" fmla="*/ 322051 h 672738"/>
                <a:gd name="connsiteX118" fmla="*/ 1253468 w 1284391"/>
                <a:gd name="connsiteY118" fmla="*/ 358123 h 672738"/>
                <a:gd name="connsiteX119" fmla="*/ 1284391 w 1284391"/>
                <a:gd name="connsiteY119" fmla="*/ 421636 h 672738"/>
                <a:gd name="connsiteX120" fmla="*/ 1274083 w 1284391"/>
                <a:gd name="connsiteY120" fmla="*/ 430545 h 672738"/>
                <a:gd name="connsiteX121" fmla="*/ 1241584 w 1284391"/>
                <a:gd name="connsiteY121" fmla="*/ 445048 h 672738"/>
                <a:gd name="connsiteX122" fmla="*/ 1233894 w 1284391"/>
                <a:gd name="connsiteY122" fmla="*/ 463211 h 672738"/>
                <a:gd name="connsiteX123" fmla="*/ 1179469 w 1284391"/>
                <a:gd name="connsiteY123" fmla="*/ 492101 h 672738"/>
                <a:gd name="connsiteX124" fmla="*/ 1136407 w 1284391"/>
                <a:gd name="connsiteY124" fmla="*/ 466083 h 672738"/>
                <a:gd name="connsiteX125" fmla="*/ 1118663 w 1284391"/>
                <a:gd name="connsiteY125" fmla="*/ 482823 h 672738"/>
                <a:gd name="connsiteX126" fmla="*/ 1097501 w 1284391"/>
                <a:gd name="connsiteY126" fmla="*/ 501379 h 672738"/>
                <a:gd name="connsiteX127" fmla="*/ 1117342 w 1284391"/>
                <a:gd name="connsiteY127" fmla="*/ 536803 h 672738"/>
                <a:gd name="connsiteX128" fmla="*/ 1038004 w 1284391"/>
                <a:gd name="connsiteY128" fmla="*/ 565286 h 672738"/>
                <a:gd name="connsiteX129" fmla="*/ 1026133 w 1284391"/>
                <a:gd name="connsiteY129" fmla="*/ 585292 h 672738"/>
                <a:gd name="connsiteX130" fmla="*/ 970805 w 1284391"/>
                <a:gd name="connsiteY130" fmla="*/ 600722 h 672738"/>
                <a:gd name="connsiteX131" fmla="*/ 945207 w 1284391"/>
                <a:gd name="connsiteY131" fmla="*/ 668671 h 672738"/>
                <a:gd name="connsiteX132" fmla="*/ 933743 w 1284391"/>
                <a:gd name="connsiteY132" fmla="*/ 672738 h 672738"/>
                <a:gd name="connsiteX133" fmla="*/ 860125 w 1284391"/>
                <a:gd name="connsiteY133" fmla="*/ 654957 h 672738"/>
                <a:gd name="connsiteX134" fmla="*/ 814330 w 1284391"/>
                <a:gd name="connsiteY134" fmla="*/ 587898 h 672738"/>
                <a:gd name="connsiteX135" fmla="*/ 756397 w 1284391"/>
                <a:gd name="connsiteY135" fmla="*/ 571947 h 672738"/>
                <a:gd name="connsiteX136" fmla="*/ 730544 w 1284391"/>
                <a:gd name="connsiteY136" fmla="*/ 575213 h 672738"/>
                <a:gd name="connsiteX137" fmla="*/ 642844 w 1284391"/>
                <a:gd name="connsiteY137" fmla="*/ 587377 h 672738"/>
                <a:gd name="connsiteX138" fmla="*/ 636438 w 1284391"/>
                <a:gd name="connsiteY138" fmla="*/ 554444 h 672738"/>
                <a:gd name="connsiteX139" fmla="*/ 637760 w 1284391"/>
                <a:gd name="connsiteY139" fmla="*/ 547772 h 672738"/>
                <a:gd name="connsiteX140" fmla="*/ 619368 w 1284391"/>
                <a:gd name="connsiteY140" fmla="*/ 459804 h 672738"/>
                <a:gd name="connsiteX141" fmla="*/ 680568 w 1284391"/>
                <a:gd name="connsiteY141" fmla="*/ 459944 h 672738"/>
                <a:gd name="connsiteX142" fmla="*/ 702353 w 1284391"/>
                <a:gd name="connsiteY142" fmla="*/ 444654 h 672738"/>
                <a:gd name="connsiteX143" fmla="*/ 724151 w 1284391"/>
                <a:gd name="connsiteY143" fmla="*/ 404007 h 672738"/>
                <a:gd name="connsiteX144" fmla="*/ 718927 w 1284391"/>
                <a:gd name="connsiteY144" fmla="*/ 373413 h 672738"/>
                <a:gd name="connsiteX145" fmla="*/ 723109 w 1284391"/>
                <a:gd name="connsiteY145" fmla="*/ 348196 h 672738"/>
                <a:gd name="connsiteX146" fmla="*/ 736823 w 1284391"/>
                <a:gd name="connsiteY146" fmla="*/ 331863 h 672738"/>
                <a:gd name="connsiteX147" fmla="*/ 751948 w 1284391"/>
                <a:gd name="connsiteY147" fmla="*/ 323615 h 672738"/>
                <a:gd name="connsiteX148" fmla="*/ 774789 w 1284391"/>
                <a:gd name="connsiteY148" fmla="*/ 282332 h 672738"/>
                <a:gd name="connsiteX149" fmla="*/ 754160 w 1284391"/>
                <a:gd name="connsiteY149" fmla="*/ 249133 h 672738"/>
                <a:gd name="connsiteX150" fmla="*/ 693863 w 1284391"/>
                <a:gd name="connsiteY150" fmla="*/ 234885 h 672738"/>
                <a:gd name="connsiteX151" fmla="*/ 690609 w 1284391"/>
                <a:gd name="connsiteY151" fmla="*/ 232393 h 672738"/>
                <a:gd name="connsiteX152" fmla="*/ 685919 w 1284391"/>
                <a:gd name="connsiteY152" fmla="*/ 200898 h 672738"/>
                <a:gd name="connsiteX153" fmla="*/ 654995 w 1284391"/>
                <a:gd name="connsiteY153" fmla="*/ 207697 h 672738"/>
                <a:gd name="connsiteX154" fmla="*/ 665684 w 1284391"/>
                <a:gd name="connsiteY154" fmla="*/ 229267 h 672738"/>
                <a:gd name="connsiteX155" fmla="*/ 635536 w 1284391"/>
                <a:gd name="connsiteY155" fmla="*/ 243375 h 672738"/>
                <a:gd name="connsiteX156" fmla="*/ 567549 w 1284391"/>
                <a:gd name="connsiteY156" fmla="*/ 223242 h 672738"/>
                <a:gd name="connsiteX157" fmla="*/ 567803 w 1284391"/>
                <a:gd name="connsiteY157" fmla="*/ 227042 h 67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1284391" h="672738">
                  <a:moveTo>
                    <a:pt x="567803" y="227042"/>
                  </a:moveTo>
                  <a:lnTo>
                    <a:pt x="565718" y="264016"/>
                  </a:lnTo>
                  <a:lnTo>
                    <a:pt x="556198" y="278137"/>
                  </a:lnTo>
                  <a:lnTo>
                    <a:pt x="605654" y="302452"/>
                  </a:lnTo>
                  <a:lnTo>
                    <a:pt x="585432" y="375510"/>
                  </a:lnTo>
                  <a:lnTo>
                    <a:pt x="585038" y="392377"/>
                  </a:lnTo>
                  <a:lnTo>
                    <a:pt x="563367" y="390546"/>
                  </a:lnTo>
                  <a:lnTo>
                    <a:pt x="552932" y="405710"/>
                  </a:lnTo>
                  <a:lnTo>
                    <a:pt x="526978" y="401655"/>
                  </a:lnTo>
                  <a:lnTo>
                    <a:pt x="489775" y="377989"/>
                  </a:lnTo>
                  <a:lnTo>
                    <a:pt x="489127" y="423860"/>
                  </a:lnTo>
                  <a:lnTo>
                    <a:pt x="514051" y="446103"/>
                  </a:lnTo>
                  <a:lnTo>
                    <a:pt x="404299" y="454580"/>
                  </a:lnTo>
                  <a:lnTo>
                    <a:pt x="409650" y="487258"/>
                  </a:lnTo>
                  <a:lnTo>
                    <a:pt x="386022" y="524245"/>
                  </a:lnTo>
                  <a:lnTo>
                    <a:pt x="335778" y="534197"/>
                  </a:lnTo>
                  <a:lnTo>
                    <a:pt x="332651" y="533155"/>
                  </a:lnTo>
                  <a:lnTo>
                    <a:pt x="308248" y="519936"/>
                  </a:lnTo>
                  <a:lnTo>
                    <a:pt x="305897" y="486089"/>
                  </a:lnTo>
                  <a:lnTo>
                    <a:pt x="297012" y="489216"/>
                  </a:lnTo>
                  <a:lnTo>
                    <a:pt x="286323" y="485695"/>
                  </a:lnTo>
                  <a:lnTo>
                    <a:pt x="280451" y="482823"/>
                  </a:lnTo>
                  <a:lnTo>
                    <a:pt x="270282" y="487258"/>
                  </a:lnTo>
                  <a:lnTo>
                    <a:pt x="258653" y="479823"/>
                  </a:lnTo>
                  <a:lnTo>
                    <a:pt x="249781" y="480992"/>
                  </a:lnTo>
                  <a:lnTo>
                    <a:pt x="250289" y="488046"/>
                  </a:lnTo>
                  <a:lnTo>
                    <a:pt x="242727" y="487525"/>
                  </a:lnTo>
                  <a:lnTo>
                    <a:pt x="236079" y="483865"/>
                  </a:lnTo>
                  <a:lnTo>
                    <a:pt x="224462" y="547263"/>
                  </a:lnTo>
                  <a:lnTo>
                    <a:pt x="172655" y="548166"/>
                  </a:lnTo>
                  <a:lnTo>
                    <a:pt x="176570" y="521640"/>
                  </a:lnTo>
                  <a:lnTo>
                    <a:pt x="175922" y="506336"/>
                  </a:lnTo>
                  <a:lnTo>
                    <a:pt x="103753" y="462308"/>
                  </a:lnTo>
                  <a:lnTo>
                    <a:pt x="100360" y="448047"/>
                  </a:lnTo>
                  <a:lnTo>
                    <a:pt x="74533" y="446357"/>
                  </a:lnTo>
                  <a:lnTo>
                    <a:pt x="62509" y="445556"/>
                  </a:lnTo>
                  <a:lnTo>
                    <a:pt x="67211" y="429096"/>
                  </a:lnTo>
                  <a:lnTo>
                    <a:pt x="0" y="394448"/>
                  </a:lnTo>
                  <a:lnTo>
                    <a:pt x="3267" y="367541"/>
                  </a:lnTo>
                  <a:lnTo>
                    <a:pt x="23628" y="368723"/>
                  </a:lnTo>
                  <a:lnTo>
                    <a:pt x="41906" y="383480"/>
                  </a:lnTo>
                  <a:lnTo>
                    <a:pt x="111049" y="394588"/>
                  </a:lnTo>
                  <a:lnTo>
                    <a:pt x="109880" y="440472"/>
                  </a:lnTo>
                  <a:lnTo>
                    <a:pt x="244557" y="447005"/>
                  </a:lnTo>
                  <a:lnTo>
                    <a:pt x="261398" y="406892"/>
                  </a:lnTo>
                  <a:lnTo>
                    <a:pt x="225505" y="351844"/>
                  </a:lnTo>
                  <a:lnTo>
                    <a:pt x="191314" y="353293"/>
                  </a:lnTo>
                  <a:lnTo>
                    <a:pt x="209973" y="312252"/>
                  </a:lnTo>
                  <a:lnTo>
                    <a:pt x="241545" y="305464"/>
                  </a:lnTo>
                  <a:lnTo>
                    <a:pt x="259568" y="343353"/>
                  </a:lnTo>
                  <a:lnTo>
                    <a:pt x="275494" y="336820"/>
                  </a:lnTo>
                  <a:lnTo>
                    <a:pt x="319598" y="319712"/>
                  </a:lnTo>
                  <a:lnTo>
                    <a:pt x="341002" y="313421"/>
                  </a:lnTo>
                  <a:lnTo>
                    <a:pt x="412916" y="307689"/>
                  </a:lnTo>
                  <a:lnTo>
                    <a:pt x="409777" y="257750"/>
                  </a:lnTo>
                  <a:lnTo>
                    <a:pt x="424915" y="236702"/>
                  </a:lnTo>
                  <a:lnTo>
                    <a:pt x="415128" y="199715"/>
                  </a:lnTo>
                  <a:lnTo>
                    <a:pt x="389809" y="201292"/>
                  </a:lnTo>
                  <a:lnTo>
                    <a:pt x="371926" y="184565"/>
                  </a:lnTo>
                  <a:lnTo>
                    <a:pt x="362533" y="164686"/>
                  </a:lnTo>
                  <a:lnTo>
                    <a:pt x="344790" y="151099"/>
                  </a:lnTo>
                  <a:lnTo>
                    <a:pt x="338384" y="135148"/>
                  </a:lnTo>
                  <a:lnTo>
                    <a:pt x="351056" y="125869"/>
                  </a:lnTo>
                  <a:lnTo>
                    <a:pt x="365024" y="145087"/>
                  </a:lnTo>
                  <a:lnTo>
                    <a:pt x="381459" y="138033"/>
                  </a:lnTo>
                  <a:lnTo>
                    <a:pt x="398554" y="146523"/>
                  </a:lnTo>
                  <a:lnTo>
                    <a:pt x="401541" y="128602"/>
                  </a:lnTo>
                  <a:lnTo>
                    <a:pt x="413171" y="111634"/>
                  </a:lnTo>
                  <a:lnTo>
                    <a:pt x="382628" y="93839"/>
                  </a:lnTo>
                  <a:lnTo>
                    <a:pt x="369575" y="103779"/>
                  </a:lnTo>
                  <a:lnTo>
                    <a:pt x="353140" y="103131"/>
                  </a:lnTo>
                  <a:lnTo>
                    <a:pt x="344650" y="76986"/>
                  </a:lnTo>
                  <a:lnTo>
                    <a:pt x="359127" y="63005"/>
                  </a:lnTo>
                  <a:lnTo>
                    <a:pt x="386810" y="50447"/>
                  </a:lnTo>
                  <a:lnTo>
                    <a:pt x="408608" y="30327"/>
                  </a:lnTo>
                  <a:lnTo>
                    <a:pt x="460808" y="0"/>
                  </a:lnTo>
                  <a:lnTo>
                    <a:pt x="480891" y="21048"/>
                  </a:lnTo>
                  <a:lnTo>
                    <a:pt x="473455" y="37521"/>
                  </a:lnTo>
                  <a:lnTo>
                    <a:pt x="463401" y="59738"/>
                  </a:lnTo>
                  <a:lnTo>
                    <a:pt x="508955" y="64835"/>
                  </a:lnTo>
                  <a:lnTo>
                    <a:pt x="526558" y="66932"/>
                  </a:lnTo>
                  <a:lnTo>
                    <a:pt x="519657" y="99737"/>
                  </a:lnTo>
                  <a:lnTo>
                    <a:pt x="532189" y="130572"/>
                  </a:lnTo>
                  <a:lnTo>
                    <a:pt x="542103" y="134093"/>
                  </a:lnTo>
                  <a:lnTo>
                    <a:pt x="563494" y="100118"/>
                  </a:lnTo>
                  <a:lnTo>
                    <a:pt x="582293" y="70198"/>
                  </a:lnTo>
                  <a:lnTo>
                    <a:pt x="597557" y="71889"/>
                  </a:lnTo>
                  <a:lnTo>
                    <a:pt x="597697" y="65623"/>
                  </a:lnTo>
                  <a:lnTo>
                    <a:pt x="593262" y="43647"/>
                  </a:lnTo>
                  <a:lnTo>
                    <a:pt x="587910" y="16460"/>
                  </a:lnTo>
                  <a:lnTo>
                    <a:pt x="618186" y="8236"/>
                  </a:lnTo>
                  <a:lnTo>
                    <a:pt x="643759" y="35817"/>
                  </a:lnTo>
                  <a:lnTo>
                    <a:pt x="704704" y="91107"/>
                  </a:lnTo>
                  <a:lnTo>
                    <a:pt x="725842" y="93979"/>
                  </a:lnTo>
                  <a:lnTo>
                    <a:pt x="747118" y="86391"/>
                  </a:lnTo>
                  <a:lnTo>
                    <a:pt x="781576" y="72931"/>
                  </a:lnTo>
                  <a:lnTo>
                    <a:pt x="822553" y="97894"/>
                  </a:lnTo>
                  <a:lnTo>
                    <a:pt x="853083" y="116324"/>
                  </a:lnTo>
                  <a:lnTo>
                    <a:pt x="933869" y="135936"/>
                  </a:lnTo>
                  <a:lnTo>
                    <a:pt x="939729" y="180243"/>
                  </a:lnTo>
                  <a:lnTo>
                    <a:pt x="934378" y="192127"/>
                  </a:lnTo>
                  <a:lnTo>
                    <a:pt x="937009" y="202461"/>
                  </a:lnTo>
                  <a:lnTo>
                    <a:pt x="953570" y="193831"/>
                  </a:lnTo>
                  <a:lnTo>
                    <a:pt x="971314" y="198813"/>
                  </a:lnTo>
                  <a:lnTo>
                    <a:pt x="1020655" y="145989"/>
                  </a:lnTo>
                  <a:lnTo>
                    <a:pt x="1023133" y="89264"/>
                  </a:lnTo>
                  <a:lnTo>
                    <a:pt x="1061493" y="84701"/>
                  </a:lnTo>
                  <a:lnTo>
                    <a:pt x="1083952" y="119476"/>
                  </a:lnTo>
                  <a:lnTo>
                    <a:pt x="1110554" y="121942"/>
                  </a:lnTo>
                  <a:lnTo>
                    <a:pt x="1108749" y="150311"/>
                  </a:lnTo>
                  <a:lnTo>
                    <a:pt x="1146054" y="172401"/>
                  </a:lnTo>
                  <a:lnTo>
                    <a:pt x="1148659" y="182722"/>
                  </a:lnTo>
                  <a:lnTo>
                    <a:pt x="1167597" y="212654"/>
                  </a:lnTo>
                  <a:lnTo>
                    <a:pt x="1167979" y="234338"/>
                  </a:lnTo>
                  <a:lnTo>
                    <a:pt x="1250837" y="232126"/>
                  </a:lnTo>
                  <a:lnTo>
                    <a:pt x="1239753" y="301931"/>
                  </a:lnTo>
                  <a:lnTo>
                    <a:pt x="1261297" y="295258"/>
                  </a:lnTo>
                  <a:lnTo>
                    <a:pt x="1273550" y="322051"/>
                  </a:lnTo>
                  <a:lnTo>
                    <a:pt x="1253468" y="358123"/>
                  </a:lnTo>
                  <a:lnTo>
                    <a:pt x="1284391" y="421636"/>
                  </a:lnTo>
                  <a:lnTo>
                    <a:pt x="1274083" y="430545"/>
                  </a:lnTo>
                  <a:lnTo>
                    <a:pt x="1241584" y="445048"/>
                  </a:lnTo>
                  <a:lnTo>
                    <a:pt x="1233894" y="463211"/>
                  </a:lnTo>
                  <a:lnTo>
                    <a:pt x="1179469" y="492101"/>
                  </a:lnTo>
                  <a:lnTo>
                    <a:pt x="1136407" y="466083"/>
                  </a:lnTo>
                  <a:lnTo>
                    <a:pt x="1118663" y="482823"/>
                  </a:lnTo>
                  <a:lnTo>
                    <a:pt x="1097501" y="501379"/>
                  </a:lnTo>
                  <a:lnTo>
                    <a:pt x="1117342" y="536803"/>
                  </a:lnTo>
                  <a:lnTo>
                    <a:pt x="1038004" y="565286"/>
                  </a:lnTo>
                  <a:lnTo>
                    <a:pt x="1026133" y="585292"/>
                  </a:lnTo>
                  <a:lnTo>
                    <a:pt x="970805" y="600722"/>
                  </a:lnTo>
                  <a:lnTo>
                    <a:pt x="945207" y="668671"/>
                  </a:lnTo>
                  <a:lnTo>
                    <a:pt x="933743" y="672738"/>
                  </a:lnTo>
                  <a:lnTo>
                    <a:pt x="860125" y="654957"/>
                  </a:lnTo>
                  <a:lnTo>
                    <a:pt x="814330" y="587898"/>
                  </a:lnTo>
                  <a:lnTo>
                    <a:pt x="756397" y="571947"/>
                  </a:lnTo>
                  <a:lnTo>
                    <a:pt x="730544" y="575213"/>
                  </a:lnTo>
                  <a:lnTo>
                    <a:pt x="642844" y="587377"/>
                  </a:lnTo>
                  <a:lnTo>
                    <a:pt x="636438" y="554444"/>
                  </a:lnTo>
                  <a:lnTo>
                    <a:pt x="637760" y="547772"/>
                  </a:lnTo>
                  <a:lnTo>
                    <a:pt x="619368" y="459804"/>
                  </a:lnTo>
                  <a:lnTo>
                    <a:pt x="680568" y="459944"/>
                  </a:lnTo>
                  <a:lnTo>
                    <a:pt x="702353" y="444654"/>
                  </a:lnTo>
                  <a:lnTo>
                    <a:pt x="724151" y="404007"/>
                  </a:lnTo>
                  <a:lnTo>
                    <a:pt x="718927" y="373413"/>
                  </a:lnTo>
                  <a:lnTo>
                    <a:pt x="723109" y="348196"/>
                  </a:lnTo>
                  <a:lnTo>
                    <a:pt x="736823" y="331863"/>
                  </a:lnTo>
                  <a:lnTo>
                    <a:pt x="751948" y="323615"/>
                  </a:lnTo>
                  <a:lnTo>
                    <a:pt x="774789" y="282332"/>
                  </a:lnTo>
                  <a:lnTo>
                    <a:pt x="754160" y="249133"/>
                  </a:lnTo>
                  <a:lnTo>
                    <a:pt x="693863" y="234885"/>
                  </a:lnTo>
                  <a:lnTo>
                    <a:pt x="690609" y="232393"/>
                  </a:lnTo>
                  <a:lnTo>
                    <a:pt x="685919" y="200898"/>
                  </a:lnTo>
                  <a:lnTo>
                    <a:pt x="654995" y="207697"/>
                  </a:lnTo>
                  <a:lnTo>
                    <a:pt x="665684" y="229267"/>
                  </a:lnTo>
                  <a:lnTo>
                    <a:pt x="635536" y="243375"/>
                  </a:lnTo>
                  <a:lnTo>
                    <a:pt x="567549" y="223242"/>
                  </a:lnTo>
                  <a:lnTo>
                    <a:pt x="567803" y="227042"/>
                  </a:lnTo>
                  <a:close/>
                </a:path>
              </a:pathLst>
            </a:custGeom>
            <a:solidFill>
              <a:srgbClr val="FFFFFF"/>
            </a:solidFill>
            <a:ln w="12700" cap="flat">
              <a:noFill/>
              <a:prstDash val="solid"/>
              <a:miter/>
            </a:ln>
          </p:spPr>
          <p:txBody>
            <a:bodyPr rtlCol="0" anchor="ctr"/>
            <a:lstStyle/>
            <a:p>
              <a:endParaRPr lang="de-CH"/>
            </a:p>
          </p:txBody>
        </p:sp>
        <p:sp>
          <p:nvSpPr>
            <p:cNvPr id="107" name="Freihandform: Form 106">
              <a:extLst>
                <a:ext uri="{FF2B5EF4-FFF2-40B4-BE49-F238E27FC236}">
                  <a16:creationId xmlns:a16="http://schemas.microsoft.com/office/drawing/2014/main" id="{88F933BF-B409-E7B5-2766-2A9CDC82C9F5}"/>
                </a:ext>
              </a:extLst>
            </p:cNvPr>
            <p:cNvSpPr/>
            <p:nvPr/>
          </p:nvSpPr>
          <p:spPr>
            <a:xfrm>
              <a:off x="4301505" y="1228813"/>
              <a:ext cx="1284391" cy="672738"/>
            </a:xfrm>
            <a:custGeom>
              <a:avLst/>
              <a:gdLst>
                <a:gd name="connsiteX0" fmla="*/ 567803 w 1284391"/>
                <a:gd name="connsiteY0" fmla="*/ 227042 h 672738"/>
                <a:gd name="connsiteX1" fmla="*/ 565718 w 1284391"/>
                <a:gd name="connsiteY1" fmla="*/ 264016 h 672738"/>
                <a:gd name="connsiteX2" fmla="*/ 556198 w 1284391"/>
                <a:gd name="connsiteY2" fmla="*/ 278137 h 672738"/>
                <a:gd name="connsiteX3" fmla="*/ 605654 w 1284391"/>
                <a:gd name="connsiteY3" fmla="*/ 302452 h 672738"/>
                <a:gd name="connsiteX4" fmla="*/ 585432 w 1284391"/>
                <a:gd name="connsiteY4" fmla="*/ 375510 h 672738"/>
                <a:gd name="connsiteX5" fmla="*/ 585038 w 1284391"/>
                <a:gd name="connsiteY5" fmla="*/ 392377 h 672738"/>
                <a:gd name="connsiteX6" fmla="*/ 563367 w 1284391"/>
                <a:gd name="connsiteY6" fmla="*/ 390546 h 672738"/>
                <a:gd name="connsiteX7" fmla="*/ 552932 w 1284391"/>
                <a:gd name="connsiteY7" fmla="*/ 405710 h 672738"/>
                <a:gd name="connsiteX8" fmla="*/ 526978 w 1284391"/>
                <a:gd name="connsiteY8" fmla="*/ 401655 h 672738"/>
                <a:gd name="connsiteX9" fmla="*/ 489775 w 1284391"/>
                <a:gd name="connsiteY9" fmla="*/ 377989 h 672738"/>
                <a:gd name="connsiteX10" fmla="*/ 489127 w 1284391"/>
                <a:gd name="connsiteY10" fmla="*/ 423860 h 672738"/>
                <a:gd name="connsiteX11" fmla="*/ 514051 w 1284391"/>
                <a:gd name="connsiteY11" fmla="*/ 446103 h 672738"/>
                <a:gd name="connsiteX12" fmla="*/ 404299 w 1284391"/>
                <a:gd name="connsiteY12" fmla="*/ 454580 h 672738"/>
                <a:gd name="connsiteX13" fmla="*/ 409650 w 1284391"/>
                <a:gd name="connsiteY13" fmla="*/ 487258 h 672738"/>
                <a:gd name="connsiteX14" fmla="*/ 386022 w 1284391"/>
                <a:gd name="connsiteY14" fmla="*/ 524245 h 672738"/>
                <a:gd name="connsiteX15" fmla="*/ 335778 w 1284391"/>
                <a:gd name="connsiteY15" fmla="*/ 534197 h 672738"/>
                <a:gd name="connsiteX16" fmla="*/ 332651 w 1284391"/>
                <a:gd name="connsiteY16" fmla="*/ 533155 h 672738"/>
                <a:gd name="connsiteX17" fmla="*/ 308248 w 1284391"/>
                <a:gd name="connsiteY17" fmla="*/ 519936 h 672738"/>
                <a:gd name="connsiteX18" fmla="*/ 305897 w 1284391"/>
                <a:gd name="connsiteY18" fmla="*/ 486089 h 672738"/>
                <a:gd name="connsiteX19" fmla="*/ 297012 w 1284391"/>
                <a:gd name="connsiteY19" fmla="*/ 489216 h 672738"/>
                <a:gd name="connsiteX20" fmla="*/ 286323 w 1284391"/>
                <a:gd name="connsiteY20" fmla="*/ 485695 h 672738"/>
                <a:gd name="connsiteX21" fmla="*/ 280451 w 1284391"/>
                <a:gd name="connsiteY21" fmla="*/ 482823 h 672738"/>
                <a:gd name="connsiteX22" fmla="*/ 270282 w 1284391"/>
                <a:gd name="connsiteY22" fmla="*/ 487258 h 672738"/>
                <a:gd name="connsiteX23" fmla="*/ 258653 w 1284391"/>
                <a:gd name="connsiteY23" fmla="*/ 479823 h 672738"/>
                <a:gd name="connsiteX24" fmla="*/ 249781 w 1284391"/>
                <a:gd name="connsiteY24" fmla="*/ 480992 h 672738"/>
                <a:gd name="connsiteX25" fmla="*/ 250289 w 1284391"/>
                <a:gd name="connsiteY25" fmla="*/ 488046 h 672738"/>
                <a:gd name="connsiteX26" fmla="*/ 242727 w 1284391"/>
                <a:gd name="connsiteY26" fmla="*/ 487525 h 672738"/>
                <a:gd name="connsiteX27" fmla="*/ 236079 w 1284391"/>
                <a:gd name="connsiteY27" fmla="*/ 483865 h 672738"/>
                <a:gd name="connsiteX28" fmla="*/ 224462 w 1284391"/>
                <a:gd name="connsiteY28" fmla="*/ 547263 h 672738"/>
                <a:gd name="connsiteX29" fmla="*/ 172655 w 1284391"/>
                <a:gd name="connsiteY29" fmla="*/ 548166 h 672738"/>
                <a:gd name="connsiteX30" fmla="*/ 176570 w 1284391"/>
                <a:gd name="connsiteY30" fmla="*/ 521640 h 672738"/>
                <a:gd name="connsiteX31" fmla="*/ 175922 w 1284391"/>
                <a:gd name="connsiteY31" fmla="*/ 506336 h 672738"/>
                <a:gd name="connsiteX32" fmla="*/ 103753 w 1284391"/>
                <a:gd name="connsiteY32" fmla="*/ 462308 h 672738"/>
                <a:gd name="connsiteX33" fmla="*/ 100360 w 1284391"/>
                <a:gd name="connsiteY33" fmla="*/ 448047 h 672738"/>
                <a:gd name="connsiteX34" fmla="*/ 74533 w 1284391"/>
                <a:gd name="connsiteY34" fmla="*/ 446357 h 672738"/>
                <a:gd name="connsiteX35" fmla="*/ 62509 w 1284391"/>
                <a:gd name="connsiteY35" fmla="*/ 445556 h 672738"/>
                <a:gd name="connsiteX36" fmla="*/ 67211 w 1284391"/>
                <a:gd name="connsiteY36" fmla="*/ 429096 h 672738"/>
                <a:gd name="connsiteX37" fmla="*/ 0 w 1284391"/>
                <a:gd name="connsiteY37" fmla="*/ 394448 h 672738"/>
                <a:gd name="connsiteX38" fmla="*/ 3267 w 1284391"/>
                <a:gd name="connsiteY38" fmla="*/ 367541 h 672738"/>
                <a:gd name="connsiteX39" fmla="*/ 23628 w 1284391"/>
                <a:gd name="connsiteY39" fmla="*/ 368723 h 672738"/>
                <a:gd name="connsiteX40" fmla="*/ 41906 w 1284391"/>
                <a:gd name="connsiteY40" fmla="*/ 383480 h 672738"/>
                <a:gd name="connsiteX41" fmla="*/ 111049 w 1284391"/>
                <a:gd name="connsiteY41" fmla="*/ 394588 h 672738"/>
                <a:gd name="connsiteX42" fmla="*/ 109880 w 1284391"/>
                <a:gd name="connsiteY42" fmla="*/ 440472 h 672738"/>
                <a:gd name="connsiteX43" fmla="*/ 244557 w 1284391"/>
                <a:gd name="connsiteY43" fmla="*/ 447005 h 672738"/>
                <a:gd name="connsiteX44" fmla="*/ 261398 w 1284391"/>
                <a:gd name="connsiteY44" fmla="*/ 406892 h 672738"/>
                <a:gd name="connsiteX45" fmla="*/ 225505 w 1284391"/>
                <a:gd name="connsiteY45" fmla="*/ 351844 h 672738"/>
                <a:gd name="connsiteX46" fmla="*/ 191314 w 1284391"/>
                <a:gd name="connsiteY46" fmla="*/ 353293 h 672738"/>
                <a:gd name="connsiteX47" fmla="*/ 209973 w 1284391"/>
                <a:gd name="connsiteY47" fmla="*/ 312252 h 672738"/>
                <a:gd name="connsiteX48" fmla="*/ 241545 w 1284391"/>
                <a:gd name="connsiteY48" fmla="*/ 305464 h 672738"/>
                <a:gd name="connsiteX49" fmla="*/ 259568 w 1284391"/>
                <a:gd name="connsiteY49" fmla="*/ 343353 h 672738"/>
                <a:gd name="connsiteX50" fmla="*/ 275494 w 1284391"/>
                <a:gd name="connsiteY50" fmla="*/ 336820 h 672738"/>
                <a:gd name="connsiteX51" fmla="*/ 319598 w 1284391"/>
                <a:gd name="connsiteY51" fmla="*/ 319712 h 672738"/>
                <a:gd name="connsiteX52" fmla="*/ 341002 w 1284391"/>
                <a:gd name="connsiteY52" fmla="*/ 313421 h 672738"/>
                <a:gd name="connsiteX53" fmla="*/ 412916 w 1284391"/>
                <a:gd name="connsiteY53" fmla="*/ 307689 h 672738"/>
                <a:gd name="connsiteX54" fmla="*/ 409777 w 1284391"/>
                <a:gd name="connsiteY54" fmla="*/ 257750 h 672738"/>
                <a:gd name="connsiteX55" fmla="*/ 424915 w 1284391"/>
                <a:gd name="connsiteY55" fmla="*/ 236702 h 672738"/>
                <a:gd name="connsiteX56" fmla="*/ 415128 w 1284391"/>
                <a:gd name="connsiteY56" fmla="*/ 199715 h 672738"/>
                <a:gd name="connsiteX57" fmla="*/ 389809 w 1284391"/>
                <a:gd name="connsiteY57" fmla="*/ 201292 h 672738"/>
                <a:gd name="connsiteX58" fmla="*/ 371926 w 1284391"/>
                <a:gd name="connsiteY58" fmla="*/ 184565 h 672738"/>
                <a:gd name="connsiteX59" fmla="*/ 362533 w 1284391"/>
                <a:gd name="connsiteY59" fmla="*/ 164686 h 672738"/>
                <a:gd name="connsiteX60" fmla="*/ 344790 w 1284391"/>
                <a:gd name="connsiteY60" fmla="*/ 151099 h 672738"/>
                <a:gd name="connsiteX61" fmla="*/ 338384 w 1284391"/>
                <a:gd name="connsiteY61" fmla="*/ 135148 h 672738"/>
                <a:gd name="connsiteX62" fmla="*/ 351056 w 1284391"/>
                <a:gd name="connsiteY62" fmla="*/ 125869 h 672738"/>
                <a:gd name="connsiteX63" fmla="*/ 365024 w 1284391"/>
                <a:gd name="connsiteY63" fmla="*/ 145087 h 672738"/>
                <a:gd name="connsiteX64" fmla="*/ 381459 w 1284391"/>
                <a:gd name="connsiteY64" fmla="*/ 138033 h 672738"/>
                <a:gd name="connsiteX65" fmla="*/ 398554 w 1284391"/>
                <a:gd name="connsiteY65" fmla="*/ 146523 h 672738"/>
                <a:gd name="connsiteX66" fmla="*/ 401541 w 1284391"/>
                <a:gd name="connsiteY66" fmla="*/ 128602 h 672738"/>
                <a:gd name="connsiteX67" fmla="*/ 413171 w 1284391"/>
                <a:gd name="connsiteY67" fmla="*/ 111634 h 672738"/>
                <a:gd name="connsiteX68" fmla="*/ 382628 w 1284391"/>
                <a:gd name="connsiteY68" fmla="*/ 93839 h 672738"/>
                <a:gd name="connsiteX69" fmla="*/ 369575 w 1284391"/>
                <a:gd name="connsiteY69" fmla="*/ 103779 h 672738"/>
                <a:gd name="connsiteX70" fmla="*/ 353140 w 1284391"/>
                <a:gd name="connsiteY70" fmla="*/ 103131 h 672738"/>
                <a:gd name="connsiteX71" fmla="*/ 344650 w 1284391"/>
                <a:gd name="connsiteY71" fmla="*/ 76986 h 672738"/>
                <a:gd name="connsiteX72" fmla="*/ 359127 w 1284391"/>
                <a:gd name="connsiteY72" fmla="*/ 63005 h 672738"/>
                <a:gd name="connsiteX73" fmla="*/ 386810 w 1284391"/>
                <a:gd name="connsiteY73" fmla="*/ 50447 h 672738"/>
                <a:gd name="connsiteX74" fmla="*/ 408608 w 1284391"/>
                <a:gd name="connsiteY74" fmla="*/ 30327 h 672738"/>
                <a:gd name="connsiteX75" fmla="*/ 460808 w 1284391"/>
                <a:gd name="connsiteY75" fmla="*/ 0 h 672738"/>
                <a:gd name="connsiteX76" fmla="*/ 480891 w 1284391"/>
                <a:gd name="connsiteY76" fmla="*/ 21048 h 672738"/>
                <a:gd name="connsiteX77" fmla="*/ 473455 w 1284391"/>
                <a:gd name="connsiteY77" fmla="*/ 37521 h 672738"/>
                <a:gd name="connsiteX78" fmla="*/ 463401 w 1284391"/>
                <a:gd name="connsiteY78" fmla="*/ 59738 h 672738"/>
                <a:gd name="connsiteX79" fmla="*/ 508955 w 1284391"/>
                <a:gd name="connsiteY79" fmla="*/ 64835 h 672738"/>
                <a:gd name="connsiteX80" fmla="*/ 526558 w 1284391"/>
                <a:gd name="connsiteY80" fmla="*/ 66932 h 672738"/>
                <a:gd name="connsiteX81" fmla="*/ 519657 w 1284391"/>
                <a:gd name="connsiteY81" fmla="*/ 99737 h 672738"/>
                <a:gd name="connsiteX82" fmla="*/ 532189 w 1284391"/>
                <a:gd name="connsiteY82" fmla="*/ 130572 h 672738"/>
                <a:gd name="connsiteX83" fmla="*/ 542103 w 1284391"/>
                <a:gd name="connsiteY83" fmla="*/ 134093 h 672738"/>
                <a:gd name="connsiteX84" fmla="*/ 563494 w 1284391"/>
                <a:gd name="connsiteY84" fmla="*/ 100118 h 672738"/>
                <a:gd name="connsiteX85" fmla="*/ 582293 w 1284391"/>
                <a:gd name="connsiteY85" fmla="*/ 70198 h 672738"/>
                <a:gd name="connsiteX86" fmla="*/ 597557 w 1284391"/>
                <a:gd name="connsiteY86" fmla="*/ 71889 h 672738"/>
                <a:gd name="connsiteX87" fmla="*/ 597697 w 1284391"/>
                <a:gd name="connsiteY87" fmla="*/ 65623 h 672738"/>
                <a:gd name="connsiteX88" fmla="*/ 593262 w 1284391"/>
                <a:gd name="connsiteY88" fmla="*/ 43647 h 672738"/>
                <a:gd name="connsiteX89" fmla="*/ 587910 w 1284391"/>
                <a:gd name="connsiteY89" fmla="*/ 16460 h 672738"/>
                <a:gd name="connsiteX90" fmla="*/ 618186 w 1284391"/>
                <a:gd name="connsiteY90" fmla="*/ 8236 h 672738"/>
                <a:gd name="connsiteX91" fmla="*/ 643759 w 1284391"/>
                <a:gd name="connsiteY91" fmla="*/ 35817 h 672738"/>
                <a:gd name="connsiteX92" fmla="*/ 704704 w 1284391"/>
                <a:gd name="connsiteY92" fmla="*/ 91107 h 672738"/>
                <a:gd name="connsiteX93" fmla="*/ 725842 w 1284391"/>
                <a:gd name="connsiteY93" fmla="*/ 93979 h 672738"/>
                <a:gd name="connsiteX94" fmla="*/ 747118 w 1284391"/>
                <a:gd name="connsiteY94" fmla="*/ 86391 h 672738"/>
                <a:gd name="connsiteX95" fmla="*/ 781576 w 1284391"/>
                <a:gd name="connsiteY95" fmla="*/ 72931 h 672738"/>
                <a:gd name="connsiteX96" fmla="*/ 822553 w 1284391"/>
                <a:gd name="connsiteY96" fmla="*/ 97894 h 672738"/>
                <a:gd name="connsiteX97" fmla="*/ 853083 w 1284391"/>
                <a:gd name="connsiteY97" fmla="*/ 116324 h 672738"/>
                <a:gd name="connsiteX98" fmla="*/ 933869 w 1284391"/>
                <a:gd name="connsiteY98" fmla="*/ 135936 h 672738"/>
                <a:gd name="connsiteX99" fmla="*/ 939729 w 1284391"/>
                <a:gd name="connsiteY99" fmla="*/ 180243 h 672738"/>
                <a:gd name="connsiteX100" fmla="*/ 934378 w 1284391"/>
                <a:gd name="connsiteY100" fmla="*/ 192127 h 672738"/>
                <a:gd name="connsiteX101" fmla="*/ 937009 w 1284391"/>
                <a:gd name="connsiteY101" fmla="*/ 202461 h 672738"/>
                <a:gd name="connsiteX102" fmla="*/ 953570 w 1284391"/>
                <a:gd name="connsiteY102" fmla="*/ 193831 h 672738"/>
                <a:gd name="connsiteX103" fmla="*/ 971314 w 1284391"/>
                <a:gd name="connsiteY103" fmla="*/ 198813 h 672738"/>
                <a:gd name="connsiteX104" fmla="*/ 1020655 w 1284391"/>
                <a:gd name="connsiteY104" fmla="*/ 145989 h 672738"/>
                <a:gd name="connsiteX105" fmla="*/ 1023133 w 1284391"/>
                <a:gd name="connsiteY105" fmla="*/ 89264 h 672738"/>
                <a:gd name="connsiteX106" fmla="*/ 1061493 w 1284391"/>
                <a:gd name="connsiteY106" fmla="*/ 84701 h 672738"/>
                <a:gd name="connsiteX107" fmla="*/ 1083952 w 1284391"/>
                <a:gd name="connsiteY107" fmla="*/ 119476 h 672738"/>
                <a:gd name="connsiteX108" fmla="*/ 1110554 w 1284391"/>
                <a:gd name="connsiteY108" fmla="*/ 121942 h 672738"/>
                <a:gd name="connsiteX109" fmla="*/ 1108749 w 1284391"/>
                <a:gd name="connsiteY109" fmla="*/ 150311 h 672738"/>
                <a:gd name="connsiteX110" fmla="*/ 1146054 w 1284391"/>
                <a:gd name="connsiteY110" fmla="*/ 172401 h 672738"/>
                <a:gd name="connsiteX111" fmla="*/ 1148659 w 1284391"/>
                <a:gd name="connsiteY111" fmla="*/ 182722 h 672738"/>
                <a:gd name="connsiteX112" fmla="*/ 1167597 w 1284391"/>
                <a:gd name="connsiteY112" fmla="*/ 212654 h 672738"/>
                <a:gd name="connsiteX113" fmla="*/ 1167979 w 1284391"/>
                <a:gd name="connsiteY113" fmla="*/ 234338 h 672738"/>
                <a:gd name="connsiteX114" fmla="*/ 1250837 w 1284391"/>
                <a:gd name="connsiteY114" fmla="*/ 232126 h 672738"/>
                <a:gd name="connsiteX115" fmla="*/ 1239753 w 1284391"/>
                <a:gd name="connsiteY115" fmla="*/ 301931 h 672738"/>
                <a:gd name="connsiteX116" fmla="*/ 1261297 w 1284391"/>
                <a:gd name="connsiteY116" fmla="*/ 295258 h 672738"/>
                <a:gd name="connsiteX117" fmla="*/ 1273550 w 1284391"/>
                <a:gd name="connsiteY117" fmla="*/ 322051 h 672738"/>
                <a:gd name="connsiteX118" fmla="*/ 1253468 w 1284391"/>
                <a:gd name="connsiteY118" fmla="*/ 358123 h 672738"/>
                <a:gd name="connsiteX119" fmla="*/ 1284391 w 1284391"/>
                <a:gd name="connsiteY119" fmla="*/ 421636 h 672738"/>
                <a:gd name="connsiteX120" fmla="*/ 1274083 w 1284391"/>
                <a:gd name="connsiteY120" fmla="*/ 430545 h 672738"/>
                <a:gd name="connsiteX121" fmla="*/ 1241584 w 1284391"/>
                <a:gd name="connsiteY121" fmla="*/ 445048 h 672738"/>
                <a:gd name="connsiteX122" fmla="*/ 1233894 w 1284391"/>
                <a:gd name="connsiteY122" fmla="*/ 463211 h 672738"/>
                <a:gd name="connsiteX123" fmla="*/ 1179469 w 1284391"/>
                <a:gd name="connsiteY123" fmla="*/ 492101 h 672738"/>
                <a:gd name="connsiteX124" fmla="*/ 1136407 w 1284391"/>
                <a:gd name="connsiteY124" fmla="*/ 466083 h 672738"/>
                <a:gd name="connsiteX125" fmla="*/ 1118663 w 1284391"/>
                <a:gd name="connsiteY125" fmla="*/ 482823 h 672738"/>
                <a:gd name="connsiteX126" fmla="*/ 1097501 w 1284391"/>
                <a:gd name="connsiteY126" fmla="*/ 501379 h 672738"/>
                <a:gd name="connsiteX127" fmla="*/ 1117342 w 1284391"/>
                <a:gd name="connsiteY127" fmla="*/ 536803 h 672738"/>
                <a:gd name="connsiteX128" fmla="*/ 1038004 w 1284391"/>
                <a:gd name="connsiteY128" fmla="*/ 565286 h 672738"/>
                <a:gd name="connsiteX129" fmla="*/ 1026133 w 1284391"/>
                <a:gd name="connsiteY129" fmla="*/ 585292 h 672738"/>
                <a:gd name="connsiteX130" fmla="*/ 970805 w 1284391"/>
                <a:gd name="connsiteY130" fmla="*/ 600722 h 672738"/>
                <a:gd name="connsiteX131" fmla="*/ 945207 w 1284391"/>
                <a:gd name="connsiteY131" fmla="*/ 668671 h 672738"/>
                <a:gd name="connsiteX132" fmla="*/ 933743 w 1284391"/>
                <a:gd name="connsiteY132" fmla="*/ 672738 h 672738"/>
                <a:gd name="connsiteX133" fmla="*/ 860125 w 1284391"/>
                <a:gd name="connsiteY133" fmla="*/ 654957 h 672738"/>
                <a:gd name="connsiteX134" fmla="*/ 814330 w 1284391"/>
                <a:gd name="connsiteY134" fmla="*/ 587898 h 672738"/>
                <a:gd name="connsiteX135" fmla="*/ 756397 w 1284391"/>
                <a:gd name="connsiteY135" fmla="*/ 571947 h 672738"/>
                <a:gd name="connsiteX136" fmla="*/ 730544 w 1284391"/>
                <a:gd name="connsiteY136" fmla="*/ 575213 h 672738"/>
                <a:gd name="connsiteX137" fmla="*/ 642844 w 1284391"/>
                <a:gd name="connsiteY137" fmla="*/ 587377 h 672738"/>
                <a:gd name="connsiteX138" fmla="*/ 636438 w 1284391"/>
                <a:gd name="connsiteY138" fmla="*/ 554444 h 672738"/>
                <a:gd name="connsiteX139" fmla="*/ 637760 w 1284391"/>
                <a:gd name="connsiteY139" fmla="*/ 547772 h 672738"/>
                <a:gd name="connsiteX140" fmla="*/ 619368 w 1284391"/>
                <a:gd name="connsiteY140" fmla="*/ 459804 h 672738"/>
                <a:gd name="connsiteX141" fmla="*/ 680568 w 1284391"/>
                <a:gd name="connsiteY141" fmla="*/ 459944 h 672738"/>
                <a:gd name="connsiteX142" fmla="*/ 702353 w 1284391"/>
                <a:gd name="connsiteY142" fmla="*/ 444654 h 672738"/>
                <a:gd name="connsiteX143" fmla="*/ 724151 w 1284391"/>
                <a:gd name="connsiteY143" fmla="*/ 404007 h 672738"/>
                <a:gd name="connsiteX144" fmla="*/ 718927 w 1284391"/>
                <a:gd name="connsiteY144" fmla="*/ 373413 h 672738"/>
                <a:gd name="connsiteX145" fmla="*/ 723109 w 1284391"/>
                <a:gd name="connsiteY145" fmla="*/ 348196 h 672738"/>
                <a:gd name="connsiteX146" fmla="*/ 736823 w 1284391"/>
                <a:gd name="connsiteY146" fmla="*/ 331863 h 672738"/>
                <a:gd name="connsiteX147" fmla="*/ 751948 w 1284391"/>
                <a:gd name="connsiteY147" fmla="*/ 323615 h 672738"/>
                <a:gd name="connsiteX148" fmla="*/ 774789 w 1284391"/>
                <a:gd name="connsiteY148" fmla="*/ 282332 h 672738"/>
                <a:gd name="connsiteX149" fmla="*/ 754160 w 1284391"/>
                <a:gd name="connsiteY149" fmla="*/ 249133 h 672738"/>
                <a:gd name="connsiteX150" fmla="*/ 693863 w 1284391"/>
                <a:gd name="connsiteY150" fmla="*/ 234885 h 672738"/>
                <a:gd name="connsiteX151" fmla="*/ 690609 w 1284391"/>
                <a:gd name="connsiteY151" fmla="*/ 232393 h 672738"/>
                <a:gd name="connsiteX152" fmla="*/ 685919 w 1284391"/>
                <a:gd name="connsiteY152" fmla="*/ 200898 h 672738"/>
                <a:gd name="connsiteX153" fmla="*/ 654995 w 1284391"/>
                <a:gd name="connsiteY153" fmla="*/ 207697 h 672738"/>
                <a:gd name="connsiteX154" fmla="*/ 665684 w 1284391"/>
                <a:gd name="connsiteY154" fmla="*/ 229267 h 672738"/>
                <a:gd name="connsiteX155" fmla="*/ 635536 w 1284391"/>
                <a:gd name="connsiteY155" fmla="*/ 243375 h 672738"/>
                <a:gd name="connsiteX156" fmla="*/ 567549 w 1284391"/>
                <a:gd name="connsiteY156" fmla="*/ 223242 h 672738"/>
                <a:gd name="connsiteX157" fmla="*/ 567803 w 1284391"/>
                <a:gd name="connsiteY157" fmla="*/ 227042 h 67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1284391" h="672738">
                  <a:moveTo>
                    <a:pt x="567803" y="227042"/>
                  </a:moveTo>
                  <a:lnTo>
                    <a:pt x="565718" y="264016"/>
                  </a:lnTo>
                  <a:lnTo>
                    <a:pt x="556198" y="278137"/>
                  </a:lnTo>
                  <a:lnTo>
                    <a:pt x="605654" y="302452"/>
                  </a:lnTo>
                  <a:lnTo>
                    <a:pt x="585432" y="375510"/>
                  </a:lnTo>
                  <a:lnTo>
                    <a:pt x="585038" y="392377"/>
                  </a:lnTo>
                  <a:lnTo>
                    <a:pt x="563367" y="390546"/>
                  </a:lnTo>
                  <a:lnTo>
                    <a:pt x="552932" y="405710"/>
                  </a:lnTo>
                  <a:lnTo>
                    <a:pt x="526978" y="401655"/>
                  </a:lnTo>
                  <a:lnTo>
                    <a:pt x="489775" y="377989"/>
                  </a:lnTo>
                  <a:lnTo>
                    <a:pt x="489127" y="423860"/>
                  </a:lnTo>
                  <a:lnTo>
                    <a:pt x="514051" y="446103"/>
                  </a:lnTo>
                  <a:lnTo>
                    <a:pt x="404299" y="454580"/>
                  </a:lnTo>
                  <a:lnTo>
                    <a:pt x="409650" y="487258"/>
                  </a:lnTo>
                  <a:lnTo>
                    <a:pt x="386022" y="524245"/>
                  </a:lnTo>
                  <a:lnTo>
                    <a:pt x="335778" y="534197"/>
                  </a:lnTo>
                  <a:lnTo>
                    <a:pt x="332651" y="533155"/>
                  </a:lnTo>
                  <a:lnTo>
                    <a:pt x="308248" y="519936"/>
                  </a:lnTo>
                  <a:lnTo>
                    <a:pt x="305897" y="486089"/>
                  </a:lnTo>
                  <a:lnTo>
                    <a:pt x="297012" y="489216"/>
                  </a:lnTo>
                  <a:lnTo>
                    <a:pt x="286323" y="485695"/>
                  </a:lnTo>
                  <a:lnTo>
                    <a:pt x="280451" y="482823"/>
                  </a:lnTo>
                  <a:lnTo>
                    <a:pt x="270282" y="487258"/>
                  </a:lnTo>
                  <a:lnTo>
                    <a:pt x="258653" y="479823"/>
                  </a:lnTo>
                  <a:lnTo>
                    <a:pt x="249781" y="480992"/>
                  </a:lnTo>
                  <a:lnTo>
                    <a:pt x="250289" y="488046"/>
                  </a:lnTo>
                  <a:lnTo>
                    <a:pt x="242727" y="487525"/>
                  </a:lnTo>
                  <a:lnTo>
                    <a:pt x="236079" y="483865"/>
                  </a:lnTo>
                  <a:lnTo>
                    <a:pt x="224462" y="547263"/>
                  </a:lnTo>
                  <a:lnTo>
                    <a:pt x="172655" y="548166"/>
                  </a:lnTo>
                  <a:lnTo>
                    <a:pt x="176570" y="521640"/>
                  </a:lnTo>
                  <a:lnTo>
                    <a:pt x="175922" y="506336"/>
                  </a:lnTo>
                  <a:lnTo>
                    <a:pt x="103753" y="462308"/>
                  </a:lnTo>
                  <a:lnTo>
                    <a:pt x="100360" y="448047"/>
                  </a:lnTo>
                  <a:lnTo>
                    <a:pt x="74533" y="446357"/>
                  </a:lnTo>
                  <a:lnTo>
                    <a:pt x="62509" y="445556"/>
                  </a:lnTo>
                  <a:lnTo>
                    <a:pt x="67211" y="429096"/>
                  </a:lnTo>
                  <a:lnTo>
                    <a:pt x="0" y="394448"/>
                  </a:lnTo>
                  <a:lnTo>
                    <a:pt x="3267" y="367541"/>
                  </a:lnTo>
                  <a:lnTo>
                    <a:pt x="23628" y="368723"/>
                  </a:lnTo>
                  <a:lnTo>
                    <a:pt x="41906" y="383480"/>
                  </a:lnTo>
                  <a:lnTo>
                    <a:pt x="111049" y="394588"/>
                  </a:lnTo>
                  <a:lnTo>
                    <a:pt x="109880" y="440472"/>
                  </a:lnTo>
                  <a:lnTo>
                    <a:pt x="244557" y="447005"/>
                  </a:lnTo>
                  <a:lnTo>
                    <a:pt x="261398" y="406892"/>
                  </a:lnTo>
                  <a:lnTo>
                    <a:pt x="225505" y="351844"/>
                  </a:lnTo>
                  <a:lnTo>
                    <a:pt x="191314" y="353293"/>
                  </a:lnTo>
                  <a:lnTo>
                    <a:pt x="209973" y="312252"/>
                  </a:lnTo>
                  <a:lnTo>
                    <a:pt x="241545" y="305464"/>
                  </a:lnTo>
                  <a:lnTo>
                    <a:pt x="259568" y="343353"/>
                  </a:lnTo>
                  <a:lnTo>
                    <a:pt x="275494" y="336820"/>
                  </a:lnTo>
                  <a:lnTo>
                    <a:pt x="319598" y="319712"/>
                  </a:lnTo>
                  <a:lnTo>
                    <a:pt x="341002" y="313421"/>
                  </a:lnTo>
                  <a:lnTo>
                    <a:pt x="412916" y="307689"/>
                  </a:lnTo>
                  <a:lnTo>
                    <a:pt x="409777" y="257750"/>
                  </a:lnTo>
                  <a:lnTo>
                    <a:pt x="424915" y="236702"/>
                  </a:lnTo>
                  <a:lnTo>
                    <a:pt x="415128" y="199715"/>
                  </a:lnTo>
                  <a:lnTo>
                    <a:pt x="389809" y="201292"/>
                  </a:lnTo>
                  <a:lnTo>
                    <a:pt x="371926" y="184565"/>
                  </a:lnTo>
                  <a:lnTo>
                    <a:pt x="362533" y="164686"/>
                  </a:lnTo>
                  <a:lnTo>
                    <a:pt x="344790" y="151099"/>
                  </a:lnTo>
                  <a:lnTo>
                    <a:pt x="338384" y="135148"/>
                  </a:lnTo>
                  <a:lnTo>
                    <a:pt x="351056" y="125869"/>
                  </a:lnTo>
                  <a:lnTo>
                    <a:pt x="365024" y="145087"/>
                  </a:lnTo>
                  <a:lnTo>
                    <a:pt x="381459" y="138033"/>
                  </a:lnTo>
                  <a:lnTo>
                    <a:pt x="398554" y="146523"/>
                  </a:lnTo>
                  <a:lnTo>
                    <a:pt x="401541" y="128602"/>
                  </a:lnTo>
                  <a:lnTo>
                    <a:pt x="413171" y="111634"/>
                  </a:lnTo>
                  <a:lnTo>
                    <a:pt x="382628" y="93839"/>
                  </a:lnTo>
                  <a:lnTo>
                    <a:pt x="369575" y="103779"/>
                  </a:lnTo>
                  <a:lnTo>
                    <a:pt x="353140" y="103131"/>
                  </a:lnTo>
                  <a:lnTo>
                    <a:pt x="344650" y="76986"/>
                  </a:lnTo>
                  <a:lnTo>
                    <a:pt x="359127" y="63005"/>
                  </a:lnTo>
                  <a:lnTo>
                    <a:pt x="386810" y="50447"/>
                  </a:lnTo>
                  <a:lnTo>
                    <a:pt x="408608" y="30327"/>
                  </a:lnTo>
                  <a:lnTo>
                    <a:pt x="460808" y="0"/>
                  </a:lnTo>
                  <a:lnTo>
                    <a:pt x="480891" y="21048"/>
                  </a:lnTo>
                  <a:lnTo>
                    <a:pt x="473455" y="37521"/>
                  </a:lnTo>
                  <a:lnTo>
                    <a:pt x="463401" y="59738"/>
                  </a:lnTo>
                  <a:lnTo>
                    <a:pt x="508955" y="64835"/>
                  </a:lnTo>
                  <a:lnTo>
                    <a:pt x="526558" y="66932"/>
                  </a:lnTo>
                  <a:lnTo>
                    <a:pt x="519657" y="99737"/>
                  </a:lnTo>
                  <a:lnTo>
                    <a:pt x="532189" y="130572"/>
                  </a:lnTo>
                  <a:lnTo>
                    <a:pt x="542103" y="134093"/>
                  </a:lnTo>
                  <a:lnTo>
                    <a:pt x="563494" y="100118"/>
                  </a:lnTo>
                  <a:lnTo>
                    <a:pt x="582293" y="70198"/>
                  </a:lnTo>
                  <a:lnTo>
                    <a:pt x="597557" y="71889"/>
                  </a:lnTo>
                  <a:lnTo>
                    <a:pt x="597697" y="65623"/>
                  </a:lnTo>
                  <a:lnTo>
                    <a:pt x="593262" y="43647"/>
                  </a:lnTo>
                  <a:lnTo>
                    <a:pt x="587910" y="16460"/>
                  </a:lnTo>
                  <a:lnTo>
                    <a:pt x="618186" y="8236"/>
                  </a:lnTo>
                  <a:lnTo>
                    <a:pt x="643759" y="35817"/>
                  </a:lnTo>
                  <a:lnTo>
                    <a:pt x="704704" y="91107"/>
                  </a:lnTo>
                  <a:lnTo>
                    <a:pt x="725842" y="93979"/>
                  </a:lnTo>
                  <a:lnTo>
                    <a:pt x="747118" y="86391"/>
                  </a:lnTo>
                  <a:lnTo>
                    <a:pt x="781576" y="72931"/>
                  </a:lnTo>
                  <a:lnTo>
                    <a:pt x="822553" y="97894"/>
                  </a:lnTo>
                  <a:lnTo>
                    <a:pt x="853083" y="116324"/>
                  </a:lnTo>
                  <a:lnTo>
                    <a:pt x="933869" y="135936"/>
                  </a:lnTo>
                  <a:lnTo>
                    <a:pt x="939729" y="180243"/>
                  </a:lnTo>
                  <a:lnTo>
                    <a:pt x="934378" y="192127"/>
                  </a:lnTo>
                  <a:lnTo>
                    <a:pt x="937009" y="202461"/>
                  </a:lnTo>
                  <a:lnTo>
                    <a:pt x="953570" y="193831"/>
                  </a:lnTo>
                  <a:lnTo>
                    <a:pt x="971314" y="198813"/>
                  </a:lnTo>
                  <a:lnTo>
                    <a:pt x="1020655" y="145989"/>
                  </a:lnTo>
                  <a:lnTo>
                    <a:pt x="1023133" y="89264"/>
                  </a:lnTo>
                  <a:lnTo>
                    <a:pt x="1061493" y="84701"/>
                  </a:lnTo>
                  <a:lnTo>
                    <a:pt x="1083952" y="119476"/>
                  </a:lnTo>
                  <a:lnTo>
                    <a:pt x="1110554" y="121942"/>
                  </a:lnTo>
                  <a:lnTo>
                    <a:pt x="1108749" y="150311"/>
                  </a:lnTo>
                  <a:lnTo>
                    <a:pt x="1146054" y="172401"/>
                  </a:lnTo>
                  <a:lnTo>
                    <a:pt x="1148659" y="182722"/>
                  </a:lnTo>
                  <a:lnTo>
                    <a:pt x="1167597" y="212654"/>
                  </a:lnTo>
                  <a:lnTo>
                    <a:pt x="1167979" y="234338"/>
                  </a:lnTo>
                  <a:lnTo>
                    <a:pt x="1250837" y="232126"/>
                  </a:lnTo>
                  <a:lnTo>
                    <a:pt x="1239753" y="301931"/>
                  </a:lnTo>
                  <a:lnTo>
                    <a:pt x="1261297" y="295258"/>
                  </a:lnTo>
                  <a:lnTo>
                    <a:pt x="1273550" y="322051"/>
                  </a:lnTo>
                  <a:lnTo>
                    <a:pt x="1253468" y="358123"/>
                  </a:lnTo>
                  <a:lnTo>
                    <a:pt x="1284391" y="421636"/>
                  </a:lnTo>
                  <a:lnTo>
                    <a:pt x="1274083" y="430545"/>
                  </a:lnTo>
                  <a:lnTo>
                    <a:pt x="1241584" y="445048"/>
                  </a:lnTo>
                  <a:lnTo>
                    <a:pt x="1233894" y="463211"/>
                  </a:lnTo>
                  <a:lnTo>
                    <a:pt x="1179469" y="492101"/>
                  </a:lnTo>
                  <a:lnTo>
                    <a:pt x="1136407" y="466083"/>
                  </a:lnTo>
                  <a:lnTo>
                    <a:pt x="1118663" y="482823"/>
                  </a:lnTo>
                  <a:lnTo>
                    <a:pt x="1097501" y="501379"/>
                  </a:lnTo>
                  <a:lnTo>
                    <a:pt x="1117342" y="536803"/>
                  </a:lnTo>
                  <a:lnTo>
                    <a:pt x="1038004" y="565286"/>
                  </a:lnTo>
                  <a:lnTo>
                    <a:pt x="1026133" y="585292"/>
                  </a:lnTo>
                  <a:lnTo>
                    <a:pt x="970805" y="600722"/>
                  </a:lnTo>
                  <a:lnTo>
                    <a:pt x="945207" y="668671"/>
                  </a:lnTo>
                  <a:lnTo>
                    <a:pt x="933743" y="672738"/>
                  </a:lnTo>
                  <a:lnTo>
                    <a:pt x="860125" y="654957"/>
                  </a:lnTo>
                  <a:lnTo>
                    <a:pt x="814330" y="587898"/>
                  </a:lnTo>
                  <a:lnTo>
                    <a:pt x="756397" y="571947"/>
                  </a:lnTo>
                  <a:lnTo>
                    <a:pt x="730544" y="575213"/>
                  </a:lnTo>
                  <a:lnTo>
                    <a:pt x="642844" y="587377"/>
                  </a:lnTo>
                  <a:lnTo>
                    <a:pt x="636438" y="554444"/>
                  </a:lnTo>
                  <a:lnTo>
                    <a:pt x="637760" y="547772"/>
                  </a:lnTo>
                  <a:lnTo>
                    <a:pt x="619368" y="459804"/>
                  </a:lnTo>
                  <a:lnTo>
                    <a:pt x="680568" y="459944"/>
                  </a:lnTo>
                  <a:lnTo>
                    <a:pt x="702353" y="444654"/>
                  </a:lnTo>
                  <a:lnTo>
                    <a:pt x="724151" y="404007"/>
                  </a:lnTo>
                  <a:lnTo>
                    <a:pt x="718927" y="373413"/>
                  </a:lnTo>
                  <a:lnTo>
                    <a:pt x="723109" y="348196"/>
                  </a:lnTo>
                  <a:lnTo>
                    <a:pt x="736823" y="331863"/>
                  </a:lnTo>
                  <a:lnTo>
                    <a:pt x="751948" y="323615"/>
                  </a:lnTo>
                  <a:lnTo>
                    <a:pt x="774789" y="282332"/>
                  </a:lnTo>
                  <a:lnTo>
                    <a:pt x="754160" y="249133"/>
                  </a:lnTo>
                  <a:lnTo>
                    <a:pt x="693863" y="234885"/>
                  </a:lnTo>
                  <a:lnTo>
                    <a:pt x="690609" y="232393"/>
                  </a:lnTo>
                  <a:lnTo>
                    <a:pt x="685919" y="200898"/>
                  </a:lnTo>
                  <a:lnTo>
                    <a:pt x="654995" y="207697"/>
                  </a:lnTo>
                  <a:lnTo>
                    <a:pt x="665684" y="229267"/>
                  </a:lnTo>
                  <a:lnTo>
                    <a:pt x="635536" y="243375"/>
                  </a:lnTo>
                  <a:lnTo>
                    <a:pt x="567549" y="223242"/>
                  </a:lnTo>
                  <a:lnTo>
                    <a:pt x="567803" y="227042"/>
                  </a:lnTo>
                  <a:close/>
                </a:path>
              </a:pathLst>
            </a:custGeom>
            <a:noFill/>
            <a:ln w="3810" cap="flat">
              <a:solidFill>
                <a:srgbClr val="E6E4E2"/>
              </a:solidFill>
              <a:prstDash val="solid"/>
              <a:miter/>
            </a:ln>
          </p:spPr>
          <p:txBody>
            <a:bodyPr rtlCol="0" anchor="ctr"/>
            <a:lstStyle/>
            <a:p>
              <a:endParaRPr lang="de-CH"/>
            </a:p>
          </p:txBody>
        </p:sp>
        <p:sp>
          <p:nvSpPr>
            <p:cNvPr id="108" name="Freihandform: Form 107">
              <a:extLst>
                <a:ext uri="{FF2B5EF4-FFF2-40B4-BE49-F238E27FC236}">
                  <a16:creationId xmlns:a16="http://schemas.microsoft.com/office/drawing/2014/main" id="{52DED401-8CDA-A1B9-0AB2-176D05889022}"/>
                </a:ext>
              </a:extLst>
            </p:cNvPr>
            <p:cNvSpPr/>
            <p:nvPr/>
          </p:nvSpPr>
          <p:spPr>
            <a:xfrm>
              <a:off x="6465557" y="486499"/>
              <a:ext cx="953494" cy="760870"/>
            </a:xfrm>
            <a:custGeom>
              <a:avLst/>
              <a:gdLst>
                <a:gd name="connsiteX0" fmla="*/ 786050 w 953494"/>
                <a:gd name="connsiteY0" fmla="*/ 301982 h 760870"/>
                <a:gd name="connsiteX1" fmla="*/ 737497 w 953494"/>
                <a:gd name="connsiteY1" fmla="*/ 294648 h 760870"/>
                <a:gd name="connsiteX2" fmla="*/ 738666 w 953494"/>
                <a:gd name="connsiteY2" fmla="*/ 255844 h 760870"/>
                <a:gd name="connsiteX3" fmla="*/ 758126 w 953494"/>
                <a:gd name="connsiteY3" fmla="*/ 247607 h 760870"/>
                <a:gd name="connsiteX4" fmla="*/ 767658 w 953494"/>
                <a:gd name="connsiteY4" fmla="*/ 231008 h 760870"/>
                <a:gd name="connsiteX5" fmla="*/ 796497 w 953494"/>
                <a:gd name="connsiteY5" fmla="*/ 233232 h 760870"/>
                <a:gd name="connsiteX6" fmla="*/ 791019 w 953494"/>
                <a:gd name="connsiteY6" fmla="*/ 211269 h 760870"/>
                <a:gd name="connsiteX7" fmla="*/ 815423 w 953494"/>
                <a:gd name="connsiteY7" fmla="*/ 197796 h 760870"/>
                <a:gd name="connsiteX8" fmla="*/ 823494 w 953494"/>
                <a:gd name="connsiteY8" fmla="*/ 242498 h 760870"/>
                <a:gd name="connsiteX9" fmla="*/ 837856 w 953494"/>
                <a:gd name="connsiteY9" fmla="*/ 256365 h 760870"/>
                <a:gd name="connsiteX10" fmla="*/ 857964 w 953494"/>
                <a:gd name="connsiteY10" fmla="*/ 251128 h 760870"/>
                <a:gd name="connsiteX11" fmla="*/ 856782 w 953494"/>
                <a:gd name="connsiteY11" fmla="*/ 269952 h 760870"/>
                <a:gd name="connsiteX12" fmla="*/ 895142 w 953494"/>
                <a:gd name="connsiteY12" fmla="*/ 278849 h 760870"/>
                <a:gd name="connsiteX13" fmla="*/ 896590 w 953494"/>
                <a:gd name="connsiteY13" fmla="*/ 302363 h 760870"/>
                <a:gd name="connsiteX14" fmla="*/ 945652 w 953494"/>
                <a:gd name="connsiteY14" fmla="*/ 296008 h 760870"/>
                <a:gd name="connsiteX15" fmla="*/ 952452 w 953494"/>
                <a:gd name="connsiteY15" fmla="*/ 329461 h 760870"/>
                <a:gd name="connsiteX16" fmla="*/ 906504 w 953494"/>
                <a:gd name="connsiteY16" fmla="*/ 328546 h 760870"/>
                <a:gd name="connsiteX17" fmla="*/ 904280 w 953494"/>
                <a:gd name="connsiteY17" fmla="*/ 369066 h 760870"/>
                <a:gd name="connsiteX18" fmla="*/ 937428 w 953494"/>
                <a:gd name="connsiteY18" fmla="*/ 383835 h 760870"/>
                <a:gd name="connsiteX19" fmla="*/ 953494 w 953494"/>
                <a:gd name="connsiteY19" fmla="*/ 441870 h 760870"/>
                <a:gd name="connsiteX20" fmla="*/ 932751 w 953494"/>
                <a:gd name="connsiteY20" fmla="*/ 436112 h 760870"/>
                <a:gd name="connsiteX21" fmla="*/ 924515 w 953494"/>
                <a:gd name="connsiteY21" fmla="*/ 435858 h 760870"/>
                <a:gd name="connsiteX22" fmla="*/ 923460 w 953494"/>
                <a:gd name="connsiteY22" fmla="*/ 437422 h 760870"/>
                <a:gd name="connsiteX23" fmla="*/ 922036 w 953494"/>
                <a:gd name="connsiteY23" fmla="*/ 439786 h 760870"/>
                <a:gd name="connsiteX24" fmla="*/ 928303 w 953494"/>
                <a:gd name="connsiteY24" fmla="*/ 446141 h 760870"/>
                <a:gd name="connsiteX25" fmla="*/ 905983 w 953494"/>
                <a:gd name="connsiteY25" fmla="*/ 457771 h 760870"/>
                <a:gd name="connsiteX26" fmla="*/ 902844 w 953494"/>
                <a:gd name="connsiteY26" fmla="*/ 426669 h 760870"/>
                <a:gd name="connsiteX27" fmla="*/ 875059 w 953494"/>
                <a:gd name="connsiteY27" fmla="*/ 398567 h 760870"/>
                <a:gd name="connsiteX28" fmla="*/ 811369 w 953494"/>
                <a:gd name="connsiteY28" fmla="*/ 378828 h 760870"/>
                <a:gd name="connsiteX29" fmla="*/ 798061 w 953494"/>
                <a:gd name="connsiteY29" fmla="*/ 385361 h 760870"/>
                <a:gd name="connsiteX30" fmla="*/ 792977 w 953494"/>
                <a:gd name="connsiteY30" fmla="*/ 388106 h 760870"/>
                <a:gd name="connsiteX31" fmla="*/ 778881 w 953494"/>
                <a:gd name="connsiteY31" fmla="*/ 386543 h 760870"/>
                <a:gd name="connsiteX32" fmla="*/ 794133 w 953494"/>
                <a:gd name="connsiteY32" fmla="*/ 343328 h 760870"/>
                <a:gd name="connsiteX33" fmla="*/ 811369 w 953494"/>
                <a:gd name="connsiteY33" fmla="*/ 333910 h 760870"/>
                <a:gd name="connsiteX34" fmla="*/ 796625 w 953494"/>
                <a:gd name="connsiteY34" fmla="*/ 322687 h 760870"/>
                <a:gd name="connsiteX35" fmla="*/ 340011 w 953494"/>
                <a:gd name="connsiteY35" fmla="*/ 693456 h 760870"/>
                <a:gd name="connsiteX36" fmla="*/ 329957 w 953494"/>
                <a:gd name="connsiteY36" fmla="*/ 746394 h 760870"/>
                <a:gd name="connsiteX37" fmla="*/ 312773 w 953494"/>
                <a:gd name="connsiteY37" fmla="*/ 760871 h 760870"/>
                <a:gd name="connsiteX38" fmla="*/ 295550 w 953494"/>
                <a:gd name="connsiteY38" fmla="*/ 698006 h 760870"/>
                <a:gd name="connsiteX39" fmla="*/ 271681 w 953494"/>
                <a:gd name="connsiteY39" fmla="*/ 693837 h 760870"/>
                <a:gd name="connsiteX40" fmla="*/ 276116 w 953494"/>
                <a:gd name="connsiteY40" fmla="*/ 657626 h 760870"/>
                <a:gd name="connsiteX41" fmla="*/ 292551 w 953494"/>
                <a:gd name="connsiteY41" fmla="*/ 644407 h 760870"/>
                <a:gd name="connsiteX42" fmla="*/ 314870 w 953494"/>
                <a:gd name="connsiteY42" fmla="*/ 627693 h 760870"/>
                <a:gd name="connsiteX43" fmla="*/ 327656 w 953494"/>
                <a:gd name="connsiteY43" fmla="*/ 621681 h 760870"/>
                <a:gd name="connsiteX44" fmla="*/ 364071 w 953494"/>
                <a:gd name="connsiteY44" fmla="*/ 625990 h 760870"/>
                <a:gd name="connsiteX45" fmla="*/ 392987 w 953494"/>
                <a:gd name="connsiteY45" fmla="*/ 602387 h 760870"/>
                <a:gd name="connsiteX46" fmla="*/ 390508 w 953494"/>
                <a:gd name="connsiteY46" fmla="*/ 634404 h 760870"/>
                <a:gd name="connsiteX47" fmla="*/ 371443 w 953494"/>
                <a:gd name="connsiteY47" fmla="*/ 645005 h 760870"/>
                <a:gd name="connsiteX48" fmla="*/ 326029 w 953494"/>
                <a:gd name="connsiteY48" fmla="*/ 411137 h 760870"/>
                <a:gd name="connsiteX49" fmla="*/ 292106 w 953494"/>
                <a:gd name="connsiteY49" fmla="*/ 419119 h 760870"/>
                <a:gd name="connsiteX50" fmla="*/ 282052 w 953494"/>
                <a:gd name="connsiteY50" fmla="*/ 451136 h 760870"/>
                <a:gd name="connsiteX51" fmla="*/ 253085 w 953494"/>
                <a:gd name="connsiteY51" fmla="*/ 443434 h 760870"/>
                <a:gd name="connsiteX52" fmla="*/ 262999 w 953494"/>
                <a:gd name="connsiteY52" fmla="*/ 477281 h 760870"/>
                <a:gd name="connsiteX53" fmla="*/ 259733 w 953494"/>
                <a:gd name="connsiteY53" fmla="*/ 491656 h 760870"/>
                <a:gd name="connsiteX54" fmla="*/ 190170 w 953494"/>
                <a:gd name="connsiteY54" fmla="*/ 480547 h 760870"/>
                <a:gd name="connsiteX55" fmla="*/ 187170 w 953494"/>
                <a:gd name="connsiteY55" fmla="*/ 497668 h 760870"/>
                <a:gd name="connsiteX56" fmla="*/ 158852 w 953494"/>
                <a:gd name="connsiteY56" fmla="*/ 495317 h 760870"/>
                <a:gd name="connsiteX57" fmla="*/ 146968 w 953494"/>
                <a:gd name="connsiteY57" fmla="*/ 513746 h 760870"/>
                <a:gd name="connsiteX58" fmla="*/ 124535 w 953494"/>
                <a:gd name="connsiteY58" fmla="*/ 494796 h 760870"/>
                <a:gd name="connsiteX59" fmla="*/ 122831 w 953494"/>
                <a:gd name="connsiteY59" fmla="*/ 471269 h 760870"/>
                <a:gd name="connsiteX60" fmla="*/ 95695 w 953494"/>
                <a:gd name="connsiteY60" fmla="*/ 460147 h 760870"/>
                <a:gd name="connsiteX61" fmla="*/ 86429 w 953494"/>
                <a:gd name="connsiteY61" fmla="*/ 464863 h 760870"/>
                <a:gd name="connsiteX62" fmla="*/ 50841 w 953494"/>
                <a:gd name="connsiteY62" fmla="*/ 437409 h 760870"/>
                <a:gd name="connsiteX63" fmla="*/ 21607 w 953494"/>
                <a:gd name="connsiteY63" fmla="*/ 425970 h 760870"/>
                <a:gd name="connsiteX64" fmla="*/ 8999 w 953494"/>
                <a:gd name="connsiteY64" fmla="*/ 396863 h 760870"/>
                <a:gd name="connsiteX65" fmla="*/ 37851 w 953494"/>
                <a:gd name="connsiteY65" fmla="*/ 373744 h 760870"/>
                <a:gd name="connsiteX66" fmla="*/ 0 w 953494"/>
                <a:gd name="connsiteY66" fmla="*/ 332690 h 760870"/>
                <a:gd name="connsiteX67" fmla="*/ 25967 w 953494"/>
                <a:gd name="connsiteY67" fmla="*/ 294788 h 760870"/>
                <a:gd name="connsiteX68" fmla="*/ 44244 w 953494"/>
                <a:gd name="connsiteY68" fmla="*/ 291915 h 760870"/>
                <a:gd name="connsiteX69" fmla="*/ 82083 w 953494"/>
                <a:gd name="connsiteY69" fmla="*/ 256327 h 760870"/>
                <a:gd name="connsiteX70" fmla="*/ 105062 w 953494"/>
                <a:gd name="connsiteY70" fmla="*/ 257598 h 760870"/>
                <a:gd name="connsiteX71" fmla="*/ 108952 w 953494"/>
                <a:gd name="connsiteY71" fmla="*/ 237605 h 760870"/>
                <a:gd name="connsiteX72" fmla="*/ 99712 w 953494"/>
                <a:gd name="connsiteY72" fmla="*/ 230283 h 760870"/>
                <a:gd name="connsiteX73" fmla="*/ 91475 w 953494"/>
                <a:gd name="connsiteY73" fmla="*/ 210799 h 760870"/>
                <a:gd name="connsiteX74" fmla="*/ 105062 w 953494"/>
                <a:gd name="connsiteY74" fmla="*/ 196563 h 760870"/>
                <a:gd name="connsiteX75" fmla="*/ 105698 w 953494"/>
                <a:gd name="connsiteY75" fmla="*/ 177752 h 760870"/>
                <a:gd name="connsiteX76" fmla="*/ 129847 w 953494"/>
                <a:gd name="connsiteY76" fmla="*/ 164673 h 760870"/>
                <a:gd name="connsiteX77" fmla="*/ 131678 w 953494"/>
                <a:gd name="connsiteY77" fmla="*/ 138668 h 760870"/>
                <a:gd name="connsiteX78" fmla="*/ 166529 w 953494"/>
                <a:gd name="connsiteY78" fmla="*/ 102584 h 760870"/>
                <a:gd name="connsiteX79" fmla="*/ 187679 w 953494"/>
                <a:gd name="connsiteY79" fmla="*/ 106778 h 760870"/>
                <a:gd name="connsiteX80" fmla="*/ 214167 w 953494"/>
                <a:gd name="connsiteY80" fmla="*/ 96051 h 760870"/>
                <a:gd name="connsiteX81" fmla="*/ 236079 w 953494"/>
                <a:gd name="connsiteY81" fmla="*/ 104414 h 760870"/>
                <a:gd name="connsiteX82" fmla="*/ 249132 w 953494"/>
                <a:gd name="connsiteY82" fmla="*/ 88349 h 760870"/>
                <a:gd name="connsiteX83" fmla="*/ 299770 w 953494"/>
                <a:gd name="connsiteY83" fmla="*/ 70300 h 760870"/>
                <a:gd name="connsiteX84" fmla="*/ 326652 w 953494"/>
                <a:gd name="connsiteY84" fmla="*/ 89264 h 760870"/>
                <a:gd name="connsiteX85" fmla="*/ 348450 w 953494"/>
                <a:gd name="connsiteY85" fmla="*/ 77621 h 760870"/>
                <a:gd name="connsiteX86" fmla="*/ 340100 w 953494"/>
                <a:gd name="connsiteY86" fmla="*/ 60640 h 760870"/>
                <a:gd name="connsiteX87" fmla="*/ 314133 w 953494"/>
                <a:gd name="connsiteY87" fmla="*/ 48223 h 760870"/>
                <a:gd name="connsiteX88" fmla="*/ 318683 w 953494"/>
                <a:gd name="connsiteY88" fmla="*/ 0 h 760870"/>
                <a:gd name="connsiteX89" fmla="*/ 339439 w 953494"/>
                <a:gd name="connsiteY89" fmla="*/ 4563 h 760870"/>
                <a:gd name="connsiteX90" fmla="*/ 343366 w 953494"/>
                <a:gd name="connsiteY90" fmla="*/ 24429 h 760870"/>
                <a:gd name="connsiteX91" fmla="*/ 371405 w 953494"/>
                <a:gd name="connsiteY91" fmla="*/ 15672 h 760870"/>
                <a:gd name="connsiteX92" fmla="*/ 383810 w 953494"/>
                <a:gd name="connsiteY92" fmla="*/ 22726 h 760870"/>
                <a:gd name="connsiteX93" fmla="*/ 402596 w 953494"/>
                <a:gd name="connsiteY93" fmla="*/ 12672 h 760870"/>
                <a:gd name="connsiteX94" fmla="*/ 421000 w 953494"/>
                <a:gd name="connsiteY94" fmla="*/ 18290 h 760870"/>
                <a:gd name="connsiteX95" fmla="*/ 437701 w 953494"/>
                <a:gd name="connsiteY95" fmla="*/ 36987 h 760870"/>
                <a:gd name="connsiteX96" fmla="*/ 429274 w 953494"/>
                <a:gd name="connsiteY96" fmla="*/ 81269 h 760870"/>
                <a:gd name="connsiteX97" fmla="*/ 441146 w 953494"/>
                <a:gd name="connsiteY97" fmla="*/ 94475 h 760870"/>
                <a:gd name="connsiteX98" fmla="*/ 433710 w 953494"/>
                <a:gd name="connsiteY98" fmla="*/ 118383 h 760870"/>
                <a:gd name="connsiteX99" fmla="*/ 462804 w 953494"/>
                <a:gd name="connsiteY99" fmla="*/ 140079 h 760870"/>
                <a:gd name="connsiteX100" fmla="*/ 485682 w 953494"/>
                <a:gd name="connsiteY100" fmla="*/ 125577 h 760870"/>
                <a:gd name="connsiteX101" fmla="*/ 497706 w 953494"/>
                <a:gd name="connsiteY101" fmla="*/ 97614 h 760870"/>
                <a:gd name="connsiteX102" fmla="*/ 484119 w 953494"/>
                <a:gd name="connsiteY102" fmla="*/ 56840 h 760870"/>
                <a:gd name="connsiteX103" fmla="*/ 492864 w 953494"/>
                <a:gd name="connsiteY103" fmla="*/ 25598 h 760870"/>
                <a:gd name="connsiteX104" fmla="*/ 511522 w 953494"/>
                <a:gd name="connsiteY104" fmla="*/ 18544 h 760870"/>
                <a:gd name="connsiteX105" fmla="*/ 517877 w 953494"/>
                <a:gd name="connsiteY105" fmla="*/ 44549 h 760870"/>
                <a:gd name="connsiteX106" fmla="*/ 534464 w 953494"/>
                <a:gd name="connsiteY106" fmla="*/ 58530 h 760870"/>
                <a:gd name="connsiteX107" fmla="*/ 556783 w 953494"/>
                <a:gd name="connsiteY107" fmla="*/ 59967 h 760870"/>
                <a:gd name="connsiteX108" fmla="*/ 568527 w 953494"/>
                <a:gd name="connsiteY108" fmla="*/ 95555 h 760870"/>
                <a:gd name="connsiteX109" fmla="*/ 570612 w 953494"/>
                <a:gd name="connsiteY109" fmla="*/ 141439 h 760870"/>
                <a:gd name="connsiteX110" fmla="*/ 596452 w 953494"/>
                <a:gd name="connsiteY110" fmla="*/ 140397 h 760870"/>
                <a:gd name="connsiteX111" fmla="*/ 623855 w 953494"/>
                <a:gd name="connsiteY111" fmla="*/ 122234 h 760870"/>
                <a:gd name="connsiteX112" fmla="*/ 653088 w 953494"/>
                <a:gd name="connsiteY112" fmla="*/ 130864 h 760870"/>
                <a:gd name="connsiteX113" fmla="*/ 666396 w 953494"/>
                <a:gd name="connsiteY113" fmla="*/ 153590 h 760870"/>
                <a:gd name="connsiteX114" fmla="*/ 682589 w 953494"/>
                <a:gd name="connsiteY114" fmla="*/ 163669 h 760870"/>
                <a:gd name="connsiteX115" fmla="*/ 675522 w 953494"/>
                <a:gd name="connsiteY115" fmla="*/ 184222 h 760870"/>
                <a:gd name="connsiteX116" fmla="*/ 641840 w 953494"/>
                <a:gd name="connsiteY116" fmla="*/ 187870 h 760870"/>
                <a:gd name="connsiteX117" fmla="*/ 622902 w 953494"/>
                <a:gd name="connsiteY117" fmla="*/ 220293 h 760870"/>
                <a:gd name="connsiteX118" fmla="*/ 633604 w 953494"/>
                <a:gd name="connsiteY118" fmla="*/ 252717 h 760870"/>
                <a:gd name="connsiteX119" fmla="*/ 657207 w 953494"/>
                <a:gd name="connsiteY119" fmla="*/ 258195 h 760870"/>
                <a:gd name="connsiteX120" fmla="*/ 670654 w 953494"/>
                <a:gd name="connsiteY120" fmla="*/ 267601 h 760870"/>
                <a:gd name="connsiteX121" fmla="*/ 654982 w 953494"/>
                <a:gd name="connsiteY121" fmla="*/ 337786 h 760870"/>
                <a:gd name="connsiteX122" fmla="*/ 634900 w 953494"/>
                <a:gd name="connsiteY122" fmla="*/ 344459 h 760870"/>
                <a:gd name="connsiteX123" fmla="*/ 594316 w 953494"/>
                <a:gd name="connsiteY123" fmla="*/ 273752 h 760870"/>
                <a:gd name="connsiteX124" fmla="*/ 570701 w 953494"/>
                <a:gd name="connsiteY124" fmla="*/ 292563 h 760870"/>
                <a:gd name="connsiteX125" fmla="*/ 541366 w 953494"/>
                <a:gd name="connsiteY125" fmla="*/ 271922 h 760870"/>
                <a:gd name="connsiteX126" fmla="*/ 524270 w 953494"/>
                <a:gd name="connsiteY126" fmla="*/ 284734 h 760870"/>
                <a:gd name="connsiteX127" fmla="*/ 551025 w 953494"/>
                <a:gd name="connsiteY127" fmla="*/ 324339 h 760870"/>
                <a:gd name="connsiteX128" fmla="*/ 524131 w 953494"/>
                <a:gd name="connsiteY128" fmla="*/ 348387 h 760870"/>
                <a:gd name="connsiteX129" fmla="*/ 516695 w 953494"/>
                <a:gd name="connsiteY129" fmla="*/ 355187 h 760870"/>
                <a:gd name="connsiteX130" fmla="*/ 487335 w 953494"/>
                <a:gd name="connsiteY130" fmla="*/ 337024 h 760870"/>
                <a:gd name="connsiteX131" fmla="*/ 462944 w 953494"/>
                <a:gd name="connsiteY131" fmla="*/ 342629 h 760870"/>
                <a:gd name="connsiteX132" fmla="*/ 448454 w 953494"/>
                <a:gd name="connsiteY132" fmla="*/ 344472 h 760870"/>
                <a:gd name="connsiteX133" fmla="*/ 446484 w 953494"/>
                <a:gd name="connsiteY133" fmla="*/ 384725 h 760870"/>
                <a:gd name="connsiteX134" fmla="*/ 426389 w 953494"/>
                <a:gd name="connsiteY134" fmla="*/ 383556 h 760870"/>
                <a:gd name="connsiteX135" fmla="*/ 410743 w 953494"/>
                <a:gd name="connsiteY135" fmla="*/ 404108 h 760870"/>
                <a:gd name="connsiteX136" fmla="*/ 394550 w 953494"/>
                <a:gd name="connsiteY136" fmla="*/ 402024 h 760870"/>
                <a:gd name="connsiteX137" fmla="*/ 385539 w 953494"/>
                <a:gd name="connsiteY137" fmla="*/ 420314 h 760870"/>
                <a:gd name="connsiteX138" fmla="*/ 354487 w 953494"/>
                <a:gd name="connsiteY138" fmla="*/ 435998 h 760870"/>
                <a:gd name="connsiteX139" fmla="*/ 334253 w 953494"/>
                <a:gd name="connsiteY139" fmla="*/ 426199 h 760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953494" h="760870">
                  <a:moveTo>
                    <a:pt x="786050" y="301982"/>
                  </a:moveTo>
                  <a:lnTo>
                    <a:pt x="737497" y="294648"/>
                  </a:lnTo>
                  <a:lnTo>
                    <a:pt x="738666" y="255844"/>
                  </a:lnTo>
                  <a:lnTo>
                    <a:pt x="758126" y="247607"/>
                  </a:lnTo>
                  <a:lnTo>
                    <a:pt x="767658" y="231008"/>
                  </a:lnTo>
                  <a:lnTo>
                    <a:pt x="796497" y="233232"/>
                  </a:lnTo>
                  <a:lnTo>
                    <a:pt x="791019" y="211269"/>
                  </a:lnTo>
                  <a:lnTo>
                    <a:pt x="815423" y="197796"/>
                  </a:lnTo>
                  <a:lnTo>
                    <a:pt x="823494" y="242498"/>
                  </a:lnTo>
                  <a:lnTo>
                    <a:pt x="837856" y="256365"/>
                  </a:lnTo>
                  <a:lnTo>
                    <a:pt x="857964" y="251128"/>
                  </a:lnTo>
                  <a:lnTo>
                    <a:pt x="856782" y="269952"/>
                  </a:lnTo>
                  <a:lnTo>
                    <a:pt x="895142" y="278849"/>
                  </a:lnTo>
                  <a:lnTo>
                    <a:pt x="896590" y="302363"/>
                  </a:lnTo>
                  <a:lnTo>
                    <a:pt x="945652" y="296008"/>
                  </a:lnTo>
                  <a:lnTo>
                    <a:pt x="952452" y="329461"/>
                  </a:lnTo>
                  <a:lnTo>
                    <a:pt x="906504" y="328546"/>
                  </a:lnTo>
                  <a:lnTo>
                    <a:pt x="904280" y="369066"/>
                  </a:lnTo>
                  <a:lnTo>
                    <a:pt x="937428" y="383835"/>
                  </a:lnTo>
                  <a:lnTo>
                    <a:pt x="953494" y="441870"/>
                  </a:lnTo>
                  <a:lnTo>
                    <a:pt x="932751" y="436112"/>
                  </a:lnTo>
                  <a:lnTo>
                    <a:pt x="924515" y="435858"/>
                  </a:lnTo>
                  <a:lnTo>
                    <a:pt x="923460" y="437422"/>
                  </a:lnTo>
                  <a:lnTo>
                    <a:pt x="922036" y="439786"/>
                  </a:lnTo>
                  <a:lnTo>
                    <a:pt x="928303" y="446141"/>
                  </a:lnTo>
                  <a:lnTo>
                    <a:pt x="905983" y="457771"/>
                  </a:lnTo>
                  <a:lnTo>
                    <a:pt x="902844" y="426669"/>
                  </a:lnTo>
                  <a:lnTo>
                    <a:pt x="875059" y="398567"/>
                  </a:lnTo>
                  <a:lnTo>
                    <a:pt x="811369" y="378828"/>
                  </a:lnTo>
                  <a:lnTo>
                    <a:pt x="798061" y="385361"/>
                  </a:lnTo>
                  <a:lnTo>
                    <a:pt x="792977" y="388106"/>
                  </a:lnTo>
                  <a:lnTo>
                    <a:pt x="778881" y="386543"/>
                  </a:lnTo>
                  <a:lnTo>
                    <a:pt x="794133" y="343328"/>
                  </a:lnTo>
                  <a:lnTo>
                    <a:pt x="811369" y="333910"/>
                  </a:lnTo>
                  <a:lnTo>
                    <a:pt x="796625" y="322687"/>
                  </a:lnTo>
                  <a:close/>
                  <a:moveTo>
                    <a:pt x="340011" y="693456"/>
                  </a:moveTo>
                  <a:lnTo>
                    <a:pt x="329957" y="746394"/>
                  </a:lnTo>
                  <a:lnTo>
                    <a:pt x="312773" y="760871"/>
                  </a:lnTo>
                  <a:lnTo>
                    <a:pt x="295550" y="698006"/>
                  </a:lnTo>
                  <a:lnTo>
                    <a:pt x="271681" y="693837"/>
                  </a:lnTo>
                  <a:lnTo>
                    <a:pt x="276116" y="657626"/>
                  </a:lnTo>
                  <a:lnTo>
                    <a:pt x="292551" y="644407"/>
                  </a:lnTo>
                  <a:lnTo>
                    <a:pt x="314870" y="627693"/>
                  </a:lnTo>
                  <a:lnTo>
                    <a:pt x="327656" y="621681"/>
                  </a:lnTo>
                  <a:lnTo>
                    <a:pt x="364071" y="625990"/>
                  </a:lnTo>
                  <a:lnTo>
                    <a:pt x="392987" y="602387"/>
                  </a:lnTo>
                  <a:lnTo>
                    <a:pt x="390508" y="634404"/>
                  </a:lnTo>
                  <a:lnTo>
                    <a:pt x="371443" y="645005"/>
                  </a:lnTo>
                  <a:close/>
                  <a:moveTo>
                    <a:pt x="326029" y="411137"/>
                  </a:moveTo>
                  <a:lnTo>
                    <a:pt x="292106" y="419119"/>
                  </a:lnTo>
                  <a:lnTo>
                    <a:pt x="282052" y="451136"/>
                  </a:lnTo>
                  <a:lnTo>
                    <a:pt x="253085" y="443434"/>
                  </a:lnTo>
                  <a:lnTo>
                    <a:pt x="262999" y="477281"/>
                  </a:lnTo>
                  <a:lnTo>
                    <a:pt x="259733" y="491656"/>
                  </a:lnTo>
                  <a:lnTo>
                    <a:pt x="190170" y="480547"/>
                  </a:lnTo>
                  <a:lnTo>
                    <a:pt x="187170" y="497668"/>
                  </a:lnTo>
                  <a:lnTo>
                    <a:pt x="158852" y="495317"/>
                  </a:lnTo>
                  <a:lnTo>
                    <a:pt x="146968" y="513746"/>
                  </a:lnTo>
                  <a:lnTo>
                    <a:pt x="124535" y="494796"/>
                  </a:lnTo>
                  <a:lnTo>
                    <a:pt x="122831" y="471269"/>
                  </a:lnTo>
                  <a:lnTo>
                    <a:pt x="95695" y="460147"/>
                  </a:lnTo>
                  <a:lnTo>
                    <a:pt x="86429" y="464863"/>
                  </a:lnTo>
                  <a:lnTo>
                    <a:pt x="50841" y="437409"/>
                  </a:lnTo>
                  <a:lnTo>
                    <a:pt x="21607" y="425970"/>
                  </a:lnTo>
                  <a:lnTo>
                    <a:pt x="8999" y="396863"/>
                  </a:lnTo>
                  <a:lnTo>
                    <a:pt x="37851" y="373744"/>
                  </a:lnTo>
                  <a:lnTo>
                    <a:pt x="0" y="332690"/>
                  </a:lnTo>
                  <a:lnTo>
                    <a:pt x="25967" y="294788"/>
                  </a:lnTo>
                  <a:lnTo>
                    <a:pt x="44244" y="291915"/>
                  </a:lnTo>
                  <a:lnTo>
                    <a:pt x="82083" y="256327"/>
                  </a:lnTo>
                  <a:lnTo>
                    <a:pt x="105062" y="257598"/>
                  </a:lnTo>
                  <a:lnTo>
                    <a:pt x="108952" y="237605"/>
                  </a:lnTo>
                  <a:lnTo>
                    <a:pt x="99712" y="230283"/>
                  </a:lnTo>
                  <a:lnTo>
                    <a:pt x="91475" y="210799"/>
                  </a:lnTo>
                  <a:lnTo>
                    <a:pt x="105062" y="196563"/>
                  </a:lnTo>
                  <a:lnTo>
                    <a:pt x="105698" y="177752"/>
                  </a:lnTo>
                  <a:lnTo>
                    <a:pt x="129847" y="164673"/>
                  </a:lnTo>
                  <a:lnTo>
                    <a:pt x="131678" y="138668"/>
                  </a:lnTo>
                  <a:lnTo>
                    <a:pt x="166529" y="102584"/>
                  </a:lnTo>
                  <a:lnTo>
                    <a:pt x="187679" y="106778"/>
                  </a:lnTo>
                  <a:lnTo>
                    <a:pt x="214167" y="96051"/>
                  </a:lnTo>
                  <a:lnTo>
                    <a:pt x="236079" y="104414"/>
                  </a:lnTo>
                  <a:lnTo>
                    <a:pt x="249132" y="88349"/>
                  </a:lnTo>
                  <a:lnTo>
                    <a:pt x="299770" y="70300"/>
                  </a:lnTo>
                  <a:lnTo>
                    <a:pt x="326652" y="89264"/>
                  </a:lnTo>
                  <a:lnTo>
                    <a:pt x="348450" y="77621"/>
                  </a:lnTo>
                  <a:lnTo>
                    <a:pt x="340100" y="60640"/>
                  </a:lnTo>
                  <a:lnTo>
                    <a:pt x="314133" y="48223"/>
                  </a:lnTo>
                  <a:lnTo>
                    <a:pt x="318683" y="0"/>
                  </a:lnTo>
                  <a:lnTo>
                    <a:pt x="339439" y="4563"/>
                  </a:lnTo>
                  <a:lnTo>
                    <a:pt x="343366" y="24429"/>
                  </a:lnTo>
                  <a:lnTo>
                    <a:pt x="371405" y="15672"/>
                  </a:lnTo>
                  <a:lnTo>
                    <a:pt x="383810" y="22726"/>
                  </a:lnTo>
                  <a:lnTo>
                    <a:pt x="402596" y="12672"/>
                  </a:lnTo>
                  <a:lnTo>
                    <a:pt x="421000" y="18290"/>
                  </a:lnTo>
                  <a:lnTo>
                    <a:pt x="437701" y="36987"/>
                  </a:lnTo>
                  <a:lnTo>
                    <a:pt x="429274" y="81269"/>
                  </a:lnTo>
                  <a:lnTo>
                    <a:pt x="441146" y="94475"/>
                  </a:lnTo>
                  <a:lnTo>
                    <a:pt x="433710" y="118383"/>
                  </a:lnTo>
                  <a:lnTo>
                    <a:pt x="462804" y="140079"/>
                  </a:lnTo>
                  <a:lnTo>
                    <a:pt x="485682" y="125577"/>
                  </a:lnTo>
                  <a:lnTo>
                    <a:pt x="497706" y="97614"/>
                  </a:lnTo>
                  <a:lnTo>
                    <a:pt x="484119" y="56840"/>
                  </a:lnTo>
                  <a:lnTo>
                    <a:pt x="492864" y="25598"/>
                  </a:lnTo>
                  <a:lnTo>
                    <a:pt x="511522" y="18544"/>
                  </a:lnTo>
                  <a:lnTo>
                    <a:pt x="517877" y="44549"/>
                  </a:lnTo>
                  <a:lnTo>
                    <a:pt x="534464" y="58530"/>
                  </a:lnTo>
                  <a:lnTo>
                    <a:pt x="556783" y="59967"/>
                  </a:lnTo>
                  <a:lnTo>
                    <a:pt x="568527" y="95555"/>
                  </a:lnTo>
                  <a:lnTo>
                    <a:pt x="570612" y="141439"/>
                  </a:lnTo>
                  <a:lnTo>
                    <a:pt x="596452" y="140397"/>
                  </a:lnTo>
                  <a:lnTo>
                    <a:pt x="623855" y="122234"/>
                  </a:lnTo>
                  <a:lnTo>
                    <a:pt x="653088" y="130864"/>
                  </a:lnTo>
                  <a:lnTo>
                    <a:pt x="666396" y="153590"/>
                  </a:lnTo>
                  <a:lnTo>
                    <a:pt x="682589" y="163669"/>
                  </a:lnTo>
                  <a:lnTo>
                    <a:pt x="675522" y="184222"/>
                  </a:lnTo>
                  <a:lnTo>
                    <a:pt x="641840" y="187870"/>
                  </a:lnTo>
                  <a:lnTo>
                    <a:pt x="622902" y="220293"/>
                  </a:lnTo>
                  <a:lnTo>
                    <a:pt x="633604" y="252717"/>
                  </a:lnTo>
                  <a:lnTo>
                    <a:pt x="657207" y="258195"/>
                  </a:lnTo>
                  <a:lnTo>
                    <a:pt x="670654" y="267601"/>
                  </a:lnTo>
                  <a:lnTo>
                    <a:pt x="654982" y="337786"/>
                  </a:lnTo>
                  <a:lnTo>
                    <a:pt x="634900" y="344459"/>
                  </a:lnTo>
                  <a:lnTo>
                    <a:pt x="594316" y="273752"/>
                  </a:lnTo>
                  <a:lnTo>
                    <a:pt x="570701" y="292563"/>
                  </a:lnTo>
                  <a:lnTo>
                    <a:pt x="541366" y="271922"/>
                  </a:lnTo>
                  <a:lnTo>
                    <a:pt x="524270" y="284734"/>
                  </a:lnTo>
                  <a:lnTo>
                    <a:pt x="551025" y="324339"/>
                  </a:lnTo>
                  <a:lnTo>
                    <a:pt x="524131" y="348387"/>
                  </a:lnTo>
                  <a:lnTo>
                    <a:pt x="516695" y="355187"/>
                  </a:lnTo>
                  <a:lnTo>
                    <a:pt x="487335" y="337024"/>
                  </a:lnTo>
                  <a:lnTo>
                    <a:pt x="462944" y="342629"/>
                  </a:lnTo>
                  <a:lnTo>
                    <a:pt x="448454" y="344472"/>
                  </a:lnTo>
                  <a:lnTo>
                    <a:pt x="446484" y="384725"/>
                  </a:lnTo>
                  <a:lnTo>
                    <a:pt x="426389" y="383556"/>
                  </a:lnTo>
                  <a:lnTo>
                    <a:pt x="410743" y="404108"/>
                  </a:lnTo>
                  <a:lnTo>
                    <a:pt x="394550" y="402024"/>
                  </a:lnTo>
                  <a:lnTo>
                    <a:pt x="385539" y="420314"/>
                  </a:lnTo>
                  <a:lnTo>
                    <a:pt x="354487" y="435998"/>
                  </a:lnTo>
                  <a:lnTo>
                    <a:pt x="334253" y="426199"/>
                  </a:lnTo>
                  <a:close/>
                </a:path>
              </a:pathLst>
            </a:custGeom>
            <a:solidFill>
              <a:srgbClr val="FFFFFF"/>
            </a:solidFill>
            <a:ln w="12700" cap="flat">
              <a:noFill/>
              <a:prstDash val="solid"/>
              <a:miter/>
            </a:ln>
          </p:spPr>
          <p:txBody>
            <a:bodyPr rtlCol="0" anchor="ctr"/>
            <a:lstStyle/>
            <a:p>
              <a:endParaRPr lang="de-CH"/>
            </a:p>
          </p:txBody>
        </p:sp>
        <p:sp>
          <p:nvSpPr>
            <p:cNvPr id="109" name="Freihandform: Form 108">
              <a:extLst>
                <a:ext uri="{FF2B5EF4-FFF2-40B4-BE49-F238E27FC236}">
                  <a16:creationId xmlns:a16="http://schemas.microsoft.com/office/drawing/2014/main" id="{26021950-2F61-F7D3-FBEF-54F76F830B6E}"/>
                </a:ext>
              </a:extLst>
            </p:cNvPr>
            <p:cNvSpPr/>
            <p:nvPr/>
          </p:nvSpPr>
          <p:spPr>
            <a:xfrm>
              <a:off x="6465557" y="486499"/>
              <a:ext cx="953494" cy="760870"/>
            </a:xfrm>
            <a:custGeom>
              <a:avLst/>
              <a:gdLst>
                <a:gd name="connsiteX0" fmla="*/ 786050 w 953494"/>
                <a:gd name="connsiteY0" fmla="*/ 301982 h 760870"/>
                <a:gd name="connsiteX1" fmla="*/ 737497 w 953494"/>
                <a:gd name="connsiteY1" fmla="*/ 294648 h 760870"/>
                <a:gd name="connsiteX2" fmla="*/ 738666 w 953494"/>
                <a:gd name="connsiteY2" fmla="*/ 255844 h 760870"/>
                <a:gd name="connsiteX3" fmla="*/ 758126 w 953494"/>
                <a:gd name="connsiteY3" fmla="*/ 247607 h 760870"/>
                <a:gd name="connsiteX4" fmla="*/ 767658 w 953494"/>
                <a:gd name="connsiteY4" fmla="*/ 231008 h 760870"/>
                <a:gd name="connsiteX5" fmla="*/ 796497 w 953494"/>
                <a:gd name="connsiteY5" fmla="*/ 233232 h 760870"/>
                <a:gd name="connsiteX6" fmla="*/ 791019 w 953494"/>
                <a:gd name="connsiteY6" fmla="*/ 211269 h 760870"/>
                <a:gd name="connsiteX7" fmla="*/ 815423 w 953494"/>
                <a:gd name="connsiteY7" fmla="*/ 197796 h 760870"/>
                <a:gd name="connsiteX8" fmla="*/ 823494 w 953494"/>
                <a:gd name="connsiteY8" fmla="*/ 242498 h 760870"/>
                <a:gd name="connsiteX9" fmla="*/ 837856 w 953494"/>
                <a:gd name="connsiteY9" fmla="*/ 256365 h 760870"/>
                <a:gd name="connsiteX10" fmla="*/ 857964 w 953494"/>
                <a:gd name="connsiteY10" fmla="*/ 251128 h 760870"/>
                <a:gd name="connsiteX11" fmla="*/ 856782 w 953494"/>
                <a:gd name="connsiteY11" fmla="*/ 269952 h 760870"/>
                <a:gd name="connsiteX12" fmla="*/ 895142 w 953494"/>
                <a:gd name="connsiteY12" fmla="*/ 278849 h 760870"/>
                <a:gd name="connsiteX13" fmla="*/ 896590 w 953494"/>
                <a:gd name="connsiteY13" fmla="*/ 302363 h 760870"/>
                <a:gd name="connsiteX14" fmla="*/ 945652 w 953494"/>
                <a:gd name="connsiteY14" fmla="*/ 296008 h 760870"/>
                <a:gd name="connsiteX15" fmla="*/ 952452 w 953494"/>
                <a:gd name="connsiteY15" fmla="*/ 329461 h 760870"/>
                <a:gd name="connsiteX16" fmla="*/ 906504 w 953494"/>
                <a:gd name="connsiteY16" fmla="*/ 328546 h 760870"/>
                <a:gd name="connsiteX17" fmla="*/ 904280 w 953494"/>
                <a:gd name="connsiteY17" fmla="*/ 369066 h 760870"/>
                <a:gd name="connsiteX18" fmla="*/ 937428 w 953494"/>
                <a:gd name="connsiteY18" fmla="*/ 383835 h 760870"/>
                <a:gd name="connsiteX19" fmla="*/ 953494 w 953494"/>
                <a:gd name="connsiteY19" fmla="*/ 441870 h 760870"/>
                <a:gd name="connsiteX20" fmla="*/ 932751 w 953494"/>
                <a:gd name="connsiteY20" fmla="*/ 436112 h 760870"/>
                <a:gd name="connsiteX21" fmla="*/ 924515 w 953494"/>
                <a:gd name="connsiteY21" fmla="*/ 435858 h 760870"/>
                <a:gd name="connsiteX22" fmla="*/ 923460 w 953494"/>
                <a:gd name="connsiteY22" fmla="*/ 437422 h 760870"/>
                <a:gd name="connsiteX23" fmla="*/ 922036 w 953494"/>
                <a:gd name="connsiteY23" fmla="*/ 439786 h 760870"/>
                <a:gd name="connsiteX24" fmla="*/ 928303 w 953494"/>
                <a:gd name="connsiteY24" fmla="*/ 446141 h 760870"/>
                <a:gd name="connsiteX25" fmla="*/ 905983 w 953494"/>
                <a:gd name="connsiteY25" fmla="*/ 457771 h 760870"/>
                <a:gd name="connsiteX26" fmla="*/ 902844 w 953494"/>
                <a:gd name="connsiteY26" fmla="*/ 426669 h 760870"/>
                <a:gd name="connsiteX27" fmla="*/ 875059 w 953494"/>
                <a:gd name="connsiteY27" fmla="*/ 398567 h 760870"/>
                <a:gd name="connsiteX28" fmla="*/ 811369 w 953494"/>
                <a:gd name="connsiteY28" fmla="*/ 378828 h 760870"/>
                <a:gd name="connsiteX29" fmla="*/ 798061 w 953494"/>
                <a:gd name="connsiteY29" fmla="*/ 385361 h 760870"/>
                <a:gd name="connsiteX30" fmla="*/ 792977 w 953494"/>
                <a:gd name="connsiteY30" fmla="*/ 388106 h 760870"/>
                <a:gd name="connsiteX31" fmla="*/ 778881 w 953494"/>
                <a:gd name="connsiteY31" fmla="*/ 386543 h 760870"/>
                <a:gd name="connsiteX32" fmla="*/ 794133 w 953494"/>
                <a:gd name="connsiteY32" fmla="*/ 343328 h 760870"/>
                <a:gd name="connsiteX33" fmla="*/ 811369 w 953494"/>
                <a:gd name="connsiteY33" fmla="*/ 333910 h 760870"/>
                <a:gd name="connsiteX34" fmla="*/ 796625 w 953494"/>
                <a:gd name="connsiteY34" fmla="*/ 322687 h 760870"/>
                <a:gd name="connsiteX35" fmla="*/ 340011 w 953494"/>
                <a:gd name="connsiteY35" fmla="*/ 693456 h 760870"/>
                <a:gd name="connsiteX36" fmla="*/ 329957 w 953494"/>
                <a:gd name="connsiteY36" fmla="*/ 746394 h 760870"/>
                <a:gd name="connsiteX37" fmla="*/ 312773 w 953494"/>
                <a:gd name="connsiteY37" fmla="*/ 760871 h 760870"/>
                <a:gd name="connsiteX38" fmla="*/ 295550 w 953494"/>
                <a:gd name="connsiteY38" fmla="*/ 698006 h 760870"/>
                <a:gd name="connsiteX39" fmla="*/ 271681 w 953494"/>
                <a:gd name="connsiteY39" fmla="*/ 693837 h 760870"/>
                <a:gd name="connsiteX40" fmla="*/ 276116 w 953494"/>
                <a:gd name="connsiteY40" fmla="*/ 657626 h 760870"/>
                <a:gd name="connsiteX41" fmla="*/ 292551 w 953494"/>
                <a:gd name="connsiteY41" fmla="*/ 644407 h 760870"/>
                <a:gd name="connsiteX42" fmla="*/ 314870 w 953494"/>
                <a:gd name="connsiteY42" fmla="*/ 627693 h 760870"/>
                <a:gd name="connsiteX43" fmla="*/ 327656 w 953494"/>
                <a:gd name="connsiteY43" fmla="*/ 621681 h 760870"/>
                <a:gd name="connsiteX44" fmla="*/ 364071 w 953494"/>
                <a:gd name="connsiteY44" fmla="*/ 625990 h 760870"/>
                <a:gd name="connsiteX45" fmla="*/ 392987 w 953494"/>
                <a:gd name="connsiteY45" fmla="*/ 602387 h 760870"/>
                <a:gd name="connsiteX46" fmla="*/ 390508 w 953494"/>
                <a:gd name="connsiteY46" fmla="*/ 634404 h 760870"/>
                <a:gd name="connsiteX47" fmla="*/ 371443 w 953494"/>
                <a:gd name="connsiteY47" fmla="*/ 645005 h 760870"/>
                <a:gd name="connsiteX48" fmla="*/ 326029 w 953494"/>
                <a:gd name="connsiteY48" fmla="*/ 411137 h 760870"/>
                <a:gd name="connsiteX49" fmla="*/ 292106 w 953494"/>
                <a:gd name="connsiteY49" fmla="*/ 419119 h 760870"/>
                <a:gd name="connsiteX50" fmla="*/ 282052 w 953494"/>
                <a:gd name="connsiteY50" fmla="*/ 451136 h 760870"/>
                <a:gd name="connsiteX51" fmla="*/ 253085 w 953494"/>
                <a:gd name="connsiteY51" fmla="*/ 443434 h 760870"/>
                <a:gd name="connsiteX52" fmla="*/ 262999 w 953494"/>
                <a:gd name="connsiteY52" fmla="*/ 477281 h 760870"/>
                <a:gd name="connsiteX53" fmla="*/ 259733 w 953494"/>
                <a:gd name="connsiteY53" fmla="*/ 491656 h 760870"/>
                <a:gd name="connsiteX54" fmla="*/ 190170 w 953494"/>
                <a:gd name="connsiteY54" fmla="*/ 480547 h 760870"/>
                <a:gd name="connsiteX55" fmla="*/ 187170 w 953494"/>
                <a:gd name="connsiteY55" fmla="*/ 497668 h 760870"/>
                <a:gd name="connsiteX56" fmla="*/ 158852 w 953494"/>
                <a:gd name="connsiteY56" fmla="*/ 495317 h 760870"/>
                <a:gd name="connsiteX57" fmla="*/ 146968 w 953494"/>
                <a:gd name="connsiteY57" fmla="*/ 513746 h 760870"/>
                <a:gd name="connsiteX58" fmla="*/ 124535 w 953494"/>
                <a:gd name="connsiteY58" fmla="*/ 494796 h 760870"/>
                <a:gd name="connsiteX59" fmla="*/ 122831 w 953494"/>
                <a:gd name="connsiteY59" fmla="*/ 471269 h 760870"/>
                <a:gd name="connsiteX60" fmla="*/ 95695 w 953494"/>
                <a:gd name="connsiteY60" fmla="*/ 460147 h 760870"/>
                <a:gd name="connsiteX61" fmla="*/ 86429 w 953494"/>
                <a:gd name="connsiteY61" fmla="*/ 464863 h 760870"/>
                <a:gd name="connsiteX62" fmla="*/ 50841 w 953494"/>
                <a:gd name="connsiteY62" fmla="*/ 437409 h 760870"/>
                <a:gd name="connsiteX63" fmla="*/ 21607 w 953494"/>
                <a:gd name="connsiteY63" fmla="*/ 425970 h 760870"/>
                <a:gd name="connsiteX64" fmla="*/ 8999 w 953494"/>
                <a:gd name="connsiteY64" fmla="*/ 396863 h 760870"/>
                <a:gd name="connsiteX65" fmla="*/ 37851 w 953494"/>
                <a:gd name="connsiteY65" fmla="*/ 373744 h 760870"/>
                <a:gd name="connsiteX66" fmla="*/ 0 w 953494"/>
                <a:gd name="connsiteY66" fmla="*/ 332690 h 760870"/>
                <a:gd name="connsiteX67" fmla="*/ 25967 w 953494"/>
                <a:gd name="connsiteY67" fmla="*/ 294788 h 760870"/>
                <a:gd name="connsiteX68" fmla="*/ 44244 w 953494"/>
                <a:gd name="connsiteY68" fmla="*/ 291915 h 760870"/>
                <a:gd name="connsiteX69" fmla="*/ 82083 w 953494"/>
                <a:gd name="connsiteY69" fmla="*/ 256327 h 760870"/>
                <a:gd name="connsiteX70" fmla="*/ 105062 w 953494"/>
                <a:gd name="connsiteY70" fmla="*/ 257598 h 760870"/>
                <a:gd name="connsiteX71" fmla="*/ 108952 w 953494"/>
                <a:gd name="connsiteY71" fmla="*/ 237605 h 760870"/>
                <a:gd name="connsiteX72" fmla="*/ 99712 w 953494"/>
                <a:gd name="connsiteY72" fmla="*/ 230283 h 760870"/>
                <a:gd name="connsiteX73" fmla="*/ 91475 w 953494"/>
                <a:gd name="connsiteY73" fmla="*/ 210799 h 760870"/>
                <a:gd name="connsiteX74" fmla="*/ 105062 w 953494"/>
                <a:gd name="connsiteY74" fmla="*/ 196563 h 760870"/>
                <a:gd name="connsiteX75" fmla="*/ 105698 w 953494"/>
                <a:gd name="connsiteY75" fmla="*/ 177752 h 760870"/>
                <a:gd name="connsiteX76" fmla="*/ 129847 w 953494"/>
                <a:gd name="connsiteY76" fmla="*/ 164673 h 760870"/>
                <a:gd name="connsiteX77" fmla="*/ 131678 w 953494"/>
                <a:gd name="connsiteY77" fmla="*/ 138668 h 760870"/>
                <a:gd name="connsiteX78" fmla="*/ 166529 w 953494"/>
                <a:gd name="connsiteY78" fmla="*/ 102584 h 760870"/>
                <a:gd name="connsiteX79" fmla="*/ 187679 w 953494"/>
                <a:gd name="connsiteY79" fmla="*/ 106778 h 760870"/>
                <a:gd name="connsiteX80" fmla="*/ 214167 w 953494"/>
                <a:gd name="connsiteY80" fmla="*/ 96051 h 760870"/>
                <a:gd name="connsiteX81" fmla="*/ 236079 w 953494"/>
                <a:gd name="connsiteY81" fmla="*/ 104414 h 760870"/>
                <a:gd name="connsiteX82" fmla="*/ 249132 w 953494"/>
                <a:gd name="connsiteY82" fmla="*/ 88349 h 760870"/>
                <a:gd name="connsiteX83" fmla="*/ 299770 w 953494"/>
                <a:gd name="connsiteY83" fmla="*/ 70300 h 760870"/>
                <a:gd name="connsiteX84" fmla="*/ 326652 w 953494"/>
                <a:gd name="connsiteY84" fmla="*/ 89264 h 760870"/>
                <a:gd name="connsiteX85" fmla="*/ 348450 w 953494"/>
                <a:gd name="connsiteY85" fmla="*/ 77621 h 760870"/>
                <a:gd name="connsiteX86" fmla="*/ 340100 w 953494"/>
                <a:gd name="connsiteY86" fmla="*/ 60640 h 760870"/>
                <a:gd name="connsiteX87" fmla="*/ 314133 w 953494"/>
                <a:gd name="connsiteY87" fmla="*/ 48223 h 760870"/>
                <a:gd name="connsiteX88" fmla="*/ 318683 w 953494"/>
                <a:gd name="connsiteY88" fmla="*/ 0 h 760870"/>
                <a:gd name="connsiteX89" fmla="*/ 339439 w 953494"/>
                <a:gd name="connsiteY89" fmla="*/ 4563 h 760870"/>
                <a:gd name="connsiteX90" fmla="*/ 343366 w 953494"/>
                <a:gd name="connsiteY90" fmla="*/ 24429 h 760870"/>
                <a:gd name="connsiteX91" fmla="*/ 371405 w 953494"/>
                <a:gd name="connsiteY91" fmla="*/ 15672 h 760870"/>
                <a:gd name="connsiteX92" fmla="*/ 383810 w 953494"/>
                <a:gd name="connsiteY92" fmla="*/ 22726 h 760870"/>
                <a:gd name="connsiteX93" fmla="*/ 402596 w 953494"/>
                <a:gd name="connsiteY93" fmla="*/ 12672 h 760870"/>
                <a:gd name="connsiteX94" fmla="*/ 421000 w 953494"/>
                <a:gd name="connsiteY94" fmla="*/ 18290 h 760870"/>
                <a:gd name="connsiteX95" fmla="*/ 437701 w 953494"/>
                <a:gd name="connsiteY95" fmla="*/ 36987 h 760870"/>
                <a:gd name="connsiteX96" fmla="*/ 429274 w 953494"/>
                <a:gd name="connsiteY96" fmla="*/ 81269 h 760870"/>
                <a:gd name="connsiteX97" fmla="*/ 441146 w 953494"/>
                <a:gd name="connsiteY97" fmla="*/ 94475 h 760870"/>
                <a:gd name="connsiteX98" fmla="*/ 433710 w 953494"/>
                <a:gd name="connsiteY98" fmla="*/ 118383 h 760870"/>
                <a:gd name="connsiteX99" fmla="*/ 462804 w 953494"/>
                <a:gd name="connsiteY99" fmla="*/ 140079 h 760870"/>
                <a:gd name="connsiteX100" fmla="*/ 485682 w 953494"/>
                <a:gd name="connsiteY100" fmla="*/ 125577 h 760870"/>
                <a:gd name="connsiteX101" fmla="*/ 497706 w 953494"/>
                <a:gd name="connsiteY101" fmla="*/ 97614 h 760870"/>
                <a:gd name="connsiteX102" fmla="*/ 484119 w 953494"/>
                <a:gd name="connsiteY102" fmla="*/ 56840 h 760870"/>
                <a:gd name="connsiteX103" fmla="*/ 492864 w 953494"/>
                <a:gd name="connsiteY103" fmla="*/ 25598 h 760870"/>
                <a:gd name="connsiteX104" fmla="*/ 511522 w 953494"/>
                <a:gd name="connsiteY104" fmla="*/ 18544 h 760870"/>
                <a:gd name="connsiteX105" fmla="*/ 517877 w 953494"/>
                <a:gd name="connsiteY105" fmla="*/ 44549 h 760870"/>
                <a:gd name="connsiteX106" fmla="*/ 534464 w 953494"/>
                <a:gd name="connsiteY106" fmla="*/ 58530 h 760870"/>
                <a:gd name="connsiteX107" fmla="*/ 556783 w 953494"/>
                <a:gd name="connsiteY107" fmla="*/ 59967 h 760870"/>
                <a:gd name="connsiteX108" fmla="*/ 568527 w 953494"/>
                <a:gd name="connsiteY108" fmla="*/ 95555 h 760870"/>
                <a:gd name="connsiteX109" fmla="*/ 570612 w 953494"/>
                <a:gd name="connsiteY109" fmla="*/ 141439 h 760870"/>
                <a:gd name="connsiteX110" fmla="*/ 596452 w 953494"/>
                <a:gd name="connsiteY110" fmla="*/ 140397 h 760870"/>
                <a:gd name="connsiteX111" fmla="*/ 623855 w 953494"/>
                <a:gd name="connsiteY111" fmla="*/ 122234 h 760870"/>
                <a:gd name="connsiteX112" fmla="*/ 653088 w 953494"/>
                <a:gd name="connsiteY112" fmla="*/ 130864 h 760870"/>
                <a:gd name="connsiteX113" fmla="*/ 666396 w 953494"/>
                <a:gd name="connsiteY113" fmla="*/ 153590 h 760870"/>
                <a:gd name="connsiteX114" fmla="*/ 682589 w 953494"/>
                <a:gd name="connsiteY114" fmla="*/ 163669 h 760870"/>
                <a:gd name="connsiteX115" fmla="*/ 675522 w 953494"/>
                <a:gd name="connsiteY115" fmla="*/ 184222 h 760870"/>
                <a:gd name="connsiteX116" fmla="*/ 641840 w 953494"/>
                <a:gd name="connsiteY116" fmla="*/ 187870 h 760870"/>
                <a:gd name="connsiteX117" fmla="*/ 622902 w 953494"/>
                <a:gd name="connsiteY117" fmla="*/ 220293 h 760870"/>
                <a:gd name="connsiteX118" fmla="*/ 633604 w 953494"/>
                <a:gd name="connsiteY118" fmla="*/ 252717 h 760870"/>
                <a:gd name="connsiteX119" fmla="*/ 657207 w 953494"/>
                <a:gd name="connsiteY119" fmla="*/ 258195 h 760870"/>
                <a:gd name="connsiteX120" fmla="*/ 670654 w 953494"/>
                <a:gd name="connsiteY120" fmla="*/ 267601 h 760870"/>
                <a:gd name="connsiteX121" fmla="*/ 654982 w 953494"/>
                <a:gd name="connsiteY121" fmla="*/ 337786 h 760870"/>
                <a:gd name="connsiteX122" fmla="*/ 634900 w 953494"/>
                <a:gd name="connsiteY122" fmla="*/ 344459 h 760870"/>
                <a:gd name="connsiteX123" fmla="*/ 594316 w 953494"/>
                <a:gd name="connsiteY123" fmla="*/ 273752 h 760870"/>
                <a:gd name="connsiteX124" fmla="*/ 570701 w 953494"/>
                <a:gd name="connsiteY124" fmla="*/ 292563 h 760870"/>
                <a:gd name="connsiteX125" fmla="*/ 541366 w 953494"/>
                <a:gd name="connsiteY125" fmla="*/ 271922 h 760870"/>
                <a:gd name="connsiteX126" fmla="*/ 524270 w 953494"/>
                <a:gd name="connsiteY126" fmla="*/ 284734 h 760870"/>
                <a:gd name="connsiteX127" fmla="*/ 551025 w 953494"/>
                <a:gd name="connsiteY127" fmla="*/ 324339 h 760870"/>
                <a:gd name="connsiteX128" fmla="*/ 524131 w 953494"/>
                <a:gd name="connsiteY128" fmla="*/ 348387 h 760870"/>
                <a:gd name="connsiteX129" fmla="*/ 516695 w 953494"/>
                <a:gd name="connsiteY129" fmla="*/ 355187 h 760870"/>
                <a:gd name="connsiteX130" fmla="*/ 487335 w 953494"/>
                <a:gd name="connsiteY130" fmla="*/ 337024 h 760870"/>
                <a:gd name="connsiteX131" fmla="*/ 462944 w 953494"/>
                <a:gd name="connsiteY131" fmla="*/ 342629 h 760870"/>
                <a:gd name="connsiteX132" fmla="*/ 448454 w 953494"/>
                <a:gd name="connsiteY132" fmla="*/ 344472 h 760870"/>
                <a:gd name="connsiteX133" fmla="*/ 446484 w 953494"/>
                <a:gd name="connsiteY133" fmla="*/ 384725 h 760870"/>
                <a:gd name="connsiteX134" fmla="*/ 426389 w 953494"/>
                <a:gd name="connsiteY134" fmla="*/ 383556 h 760870"/>
                <a:gd name="connsiteX135" fmla="*/ 410743 w 953494"/>
                <a:gd name="connsiteY135" fmla="*/ 404108 h 760870"/>
                <a:gd name="connsiteX136" fmla="*/ 394550 w 953494"/>
                <a:gd name="connsiteY136" fmla="*/ 402024 h 760870"/>
                <a:gd name="connsiteX137" fmla="*/ 385539 w 953494"/>
                <a:gd name="connsiteY137" fmla="*/ 420314 h 760870"/>
                <a:gd name="connsiteX138" fmla="*/ 354487 w 953494"/>
                <a:gd name="connsiteY138" fmla="*/ 435998 h 760870"/>
                <a:gd name="connsiteX139" fmla="*/ 334253 w 953494"/>
                <a:gd name="connsiteY139" fmla="*/ 426199 h 760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953494" h="760870">
                  <a:moveTo>
                    <a:pt x="786050" y="301982"/>
                  </a:moveTo>
                  <a:lnTo>
                    <a:pt x="737497" y="294648"/>
                  </a:lnTo>
                  <a:lnTo>
                    <a:pt x="738666" y="255844"/>
                  </a:lnTo>
                  <a:lnTo>
                    <a:pt x="758126" y="247607"/>
                  </a:lnTo>
                  <a:lnTo>
                    <a:pt x="767658" y="231008"/>
                  </a:lnTo>
                  <a:lnTo>
                    <a:pt x="796497" y="233232"/>
                  </a:lnTo>
                  <a:lnTo>
                    <a:pt x="791019" y="211269"/>
                  </a:lnTo>
                  <a:lnTo>
                    <a:pt x="815423" y="197796"/>
                  </a:lnTo>
                  <a:lnTo>
                    <a:pt x="823494" y="242498"/>
                  </a:lnTo>
                  <a:lnTo>
                    <a:pt x="837856" y="256365"/>
                  </a:lnTo>
                  <a:lnTo>
                    <a:pt x="857964" y="251128"/>
                  </a:lnTo>
                  <a:lnTo>
                    <a:pt x="856782" y="269952"/>
                  </a:lnTo>
                  <a:lnTo>
                    <a:pt x="895142" y="278849"/>
                  </a:lnTo>
                  <a:lnTo>
                    <a:pt x="896590" y="302363"/>
                  </a:lnTo>
                  <a:lnTo>
                    <a:pt x="945652" y="296008"/>
                  </a:lnTo>
                  <a:lnTo>
                    <a:pt x="952452" y="329461"/>
                  </a:lnTo>
                  <a:lnTo>
                    <a:pt x="906504" y="328546"/>
                  </a:lnTo>
                  <a:lnTo>
                    <a:pt x="904280" y="369066"/>
                  </a:lnTo>
                  <a:lnTo>
                    <a:pt x="937428" y="383835"/>
                  </a:lnTo>
                  <a:lnTo>
                    <a:pt x="953494" y="441870"/>
                  </a:lnTo>
                  <a:lnTo>
                    <a:pt x="932751" y="436112"/>
                  </a:lnTo>
                  <a:lnTo>
                    <a:pt x="924515" y="435858"/>
                  </a:lnTo>
                  <a:lnTo>
                    <a:pt x="923460" y="437422"/>
                  </a:lnTo>
                  <a:lnTo>
                    <a:pt x="922036" y="439786"/>
                  </a:lnTo>
                  <a:lnTo>
                    <a:pt x="928303" y="446141"/>
                  </a:lnTo>
                  <a:lnTo>
                    <a:pt x="905983" y="457771"/>
                  </a:lnTo>
                  <a:lnTo>
                    <a:pt x="902844" y="426669"/>
                  </a:lnTo>
                  <a:lnTo>
                    <a:pt x="875059" y="398567"/>
                  </a:lnTo>
                  <a:lnTo>
                    <a:pt x="811369" y="378828"/>
                  </a:lnTo>
                  <a:lnTo>
                    <a:pt x="798061" y="385361"/>
                  </a:lnTo>
                  <a:lnTo>
                    <a:pt x="792977" y="388106"/>
                  </a:lnTo>
                  <a:lnTo>
                    <a:pt x="778881" y="386543"/>
                  </a:lnTo>
                  <a:lnTo>
                    <a:pt x="794133" y="343328"/>
                  </a:lnTo>
                  <a:lnTo>
                    <a:pt x="811369" y="333910"/>
                  </a:lnTo>
                  <a:lnTo>
                    <a:pt x="796625" y="322687"/>
                  </a:lnTo>
                  <a:close/>
                  <a:moveTo>
                    <a:pt x="340011" y="693456"/>
                  </a:moveTo>
                  <a:lnTo>
                    <a:pt x="329957" y="746394"/>
                  </a:lnTo>
                  <a:lnTo>
                    <a:pt x="312773" y="760871"/>
                  </a:lnTo>
                  <a:lnTo>
                    <a:pt x="295550" y="698006"/>
                  </a:lnTo>
                  <a:lnTo>
                    <a:pt x="271681" y="693837"/>
                  </a:lnTo>
                  <a:lnTo>
                    <a:pt x="276116" y="657626"/>
                  </a:lnTo>
                  <a:lnTo>
                    <a:pt x="292551" y="644407"/>
                  </a:lnTo>
                  <a:lnTo>
                    <a:pt x="314870" y="627693"/>
                  </a:lnTo>
                  <a:lnTo>
                    <a:pt x="327656" y="621681"/>
                  </a:lnTo>
                  <a:lnTo>
                    <a:pt x="364071" y="625990"/>
                  </a:lnTo>
                  <a:lnTo>
                    <a:pt x="392987" y="602387"/>
                  </a:lnTo>
                  <a:lnTo>
                    <a:pt x="390508" y="634404"/>
                  </a:lnTo>
                  <a:lnTo>
                    <a:pt x="371443" y="645005"/>
                  </a:lnTo>
                  <a:close/>
                  <a:moveTo>
                    <a:pt x="326029" y="411137"/>
                  </a:moveTo>
                  <a:lnTo>
                    <a:pt x="292106" y="419119"/>
                  </a:lnTo>
                  <a:lnTo>
                    <a:pt x="282052" y="451136"/>
                  </a:lnTo>
                  <a:lnTo>
                    <a:pt x="253085" y="443434"/>
                  </a:lnTo>
                  <a:lnTo>
                    <a:pt x="262999" y="477281"/>
                  </a:lnTo>
                  <a:lnTo>
                    <a:pt x="259733" y="491656"/>
                  </a:lnTo>
                  <a:lnTo>
                    <a:pt x="190170" y="480547"/>
                  </a:lnTo>
                  <a:lnTo>
                    <a:pt x="187170" y="497668"/>
                  </a:lnTo>
                  <a:lnTo>
                    <a:pt x="158852" y="495317"/>
                  </a:lnTo>
                  <a:lnTo>
                    <a:pt x="146968" y="513746"/>
                  </a:lnTo>
                  <a:lnTo>
                    <a:pt x="124535" y="494796"/>
                  </a:lnTo>
                  <a:lnTo>
                    <a:pt x="122831" y="471269"/>
                  </a:lnTo>
                  <a:lnTo>
                    <a:pt x="95695" y="460147"/>
                  </a:lnTo>
                  <a:lnTo>
                    <a:pt x="86429" y="464863"/>
                  </a:lnTo>
                  <a:lnTo>
                    <a:pt x="50841" y="437409"/>
                  </a:lnTo>
                  <a:lnTo>
                    <a:pt x="21607" y="425970"/>
                  </a:lnTo>
                  <a:lnTo>
                    <a:pt x="8999" y="396863"/>
                  </a:lnTo>
                  <a:lnTo>
                    <a:pt x="37851" y="373744"/>
                  </a:lnTo>
                  <a:lnTo>
                    <a:pt x="0" y="332690"/>
                  </a:lnTo>
                  <a:lnTo>
                    <a:pt x="25967" y="294788"/>
                  </a:lnTo>
                  <a:lnTo>
                    <a:pt x="44244" y="291915"/>
                  </a:lnTo>
                  <a:lnTo>
                    <a:pt x="82083" y="256327"/>
                  </a:lnTo>
                  <a:lnTo>
                    <a:pt x="105062" y="257598"/>
                  </a:lnTo>
                  <a:lnTo>
                    <a:pt x="108952" y="237605"/>
                  </a:lnTo>
                  <a:lnTo>
                    <a:pt x="99712" y="230283"/>
                  </a:lnTo>
                  <a:lnTo>
                    <a:pt x="91475" y="210799"/>
                  </a:lnTo>
                  <a:lnTo>
                    <a:pt x="105062" y="196563"/>
                  </a:lnTo>
                  <a:lnTo>
                    <a:pt x="105698" y="177752"/>
                  </a:lnTo>
                  <a:lnTo>
                    <a:pt x="129847" y="164673"/>
                  </a:lnTo>
                  <a:lnTo>
                    <a:pt x="131678" y="138668"/>
                  </a:lnTo>
                  <a:lnTo>
                    <a:pt x="166529" y="102584"/>
                  </a:lnTo>
                  <a:lnTo>
                    <a:pt x="187679" y="106778"/>
                  </a:lnTo>
                  <a:lnTo>
                    <a:pt x="214167" y="96051"/>
                  </a:lnTo>
                  <a:lnTo>
                    <a:pt x="236079" y="104414"/>
                  </a:lnTo>
                  <a:lnTo>
                    <a:pt x="249132" y="88349"/>
                  </a:lnTo>
                  <a:lnTo>
                    <a:pt x="299770" y="70300"/>
                  </a:lnTo>
                  <a:lnTo>
                    <a:pt x="326652" y="89264"/>
                  </a:lnTo>
                  <a:lnTo>
                    <a:pt x="348450" y="77621"/>
                  </a:lnTo>
                  <a:lnTo>
                    <a:pt x="340100" y="60640"/>
                  </a:lnTo>
                  <a:lnTo>
                    <a:pt x="314133" y="48223"/>
                  </a:lnTo>
                  <a:lnTo>
                    <a:pt x="318683" y="0"/>
                  </a:lnTo>
                  <a:lnTo>
                    <a:pt x="339439" y="4563"/>
                  </a:lnTo>
                  <a:lnTo>
                    <a:pt x="343366" y="24429"/>
                  </a:lnTo>
                  <a:lnTo>
                    <a:pt x="371405" y="15672"/>
                  </a:lnTo>
                  <a:lnTo>
                    <a:pt x="383810" y="22726"/>
                  </a:lnTo>
                  <a:lnTo>
                    <a:pt x="402596" y="12672"/>
                  </a:lnTo>
                  <a:lnTo>
                    <a:pt x="421000" y="18290"/>
                  </a:lnTo>
                  <a:lnTo>
                    <a:pt x="437701" y="36987"/>
                  </a:lnTo>
                  <a:lnTo>
                    <a:pt x="429274" y="81269"/>
                  </a:lnTo>
                  <a:lnTo>
                    <a:pt x="441146" y="94475"/>
                  </a:lnTo>
                  <a:lnTo>
                    <a:pt x="433710" y="118383"/>
                  </a:lnTo>
                  <a:lnTo>
                    <a:pt x="462804" y="140079"/>
                  </a:lnTo>
                  <a:lnTo>
                    <a:pt x="485682" y="125577"/>
                  </a:lnTo>
                  <a:lnTo>
                    <a:pt x="497706" y="97614"/>
                  </a:lnTo>
                  <a:lnTo>
                    <a:pt x="484119" y="56840"/>
                  </a:lnTo>
                  <a:lnTo>
                    <a:pt x="492864" y="25598"/>
                  </a:lnTo>
                  <a:lnTo>
                    <a:pt x="511522" y="18544"/>
                  </a:lnTo>
                  <a:lnTo>
                    <a:pt x="517877" y="44549"/>
                  </a:lnTo>
                  <a:lnTo>
                    <a:pt x="534464" y="58530"/>
                  </a:lnTo>
                  <a:lnTo>
                    <a:pt x="556783" y="59967"/>
                  </a:lnTo>
                  <a:lnTo>
                    <a:pt x="568527" y="95555"/>
                  </a:lnTo>
                  <a:lnTo>
                    <a:pt x="570612" y="141439"/>
                  </a:lnTo>
                  <a:lnTo>
                    <a:pt x="596452" y="140397"/>
                  </a:lnTo>
                  <a:lnTo>
                    <a:pt x="623855" y="122234"/>
                  </a:lnTo>
                  <a:lnTo>
                    <a:pt x="653088" y="130864"/>
                  </a:lnTo>
                  <a:lnTo>
                    <a:pt x="666396" y="153590"/>
                  </a:lnTo>
                  <a:lnTo>
                    <a:pt x="682589" y="163669"/>
                  </a:lnTo>
                  <a:lnTo>
                    <a:pt x="675522" y="184222"/>
                  </a:lnTo>
                  <a:lnTo>
                    <a:pt x="641840" y="187870"/>
                  </a:lnTo>
                  <a:lnTo>
                    <a:pt x="622902" y="220293"/>
                  </a:lnTo>
                  <a:lnTo>
                    <a:pt x="633604" y="252717"/>
                  </a:lnTo>
                  <a:lnTo>
                    <a:pt x="657207" y="258195"/>
                  </a:lnTo>
                  <a:lnTo>
                    <a:pt x="670654" y="267601"/>
                  </a:lnTo>
                  <a:lnTo>
                    <a:pt x="654982" y="337786"/>
                  </a:lnTo>
                  <a:lnTo>
                    <a:pt x="634900" y="344459"/>
                  </a:lnTo>
                  <a:lnTo>
                    <a:pt x="594316" y="273752"/>
                  </a:lnTo>
                  <a:lnTo>
                    <a:pt x="570701" y="292563"/>
                  </a:lnTo>
                  <a:lnTo>
                    <a:pt x="541366" y="271922"/>
                  </a:lnTo>
                  <a:lnTo>
                    <a:pt x="524270" y="284734"/>
                  </a:lnTo>
                  <a:lnTo>
                    <a:pt x="551025" y="324339"/>
                  </a:lnTo>
                  <a:lnTo>
                    <a:pt x="524131" y="348387"/>
                  </a:lnTo>
                  <a:lnTo>
                    <a:pt x="516695" y="355187"/>
                  </a:lnTo>
                  <a:lnTo>
                    <a:pt x="487335" y="337024"/>
                  </a:lnTo>
                  <a:lnTo>
                    <a:pt x="462944" y="342629"/>
                  </a:lnTo>
                  <a:lnTo>
                    <a:pt x="448454" y="344472"/>
                  </a:lnTo>
                  <a:lnTo>
                    <a:pt x="446484" y="384725"/>
                  </a:lnTo>
                  <a:lnTo>
                    <a:pt x="426389" y="383556"/>
                  </a:lnTo>
                  <a:lnTo>
                    <a:pt x="410743" y="404108"/>
                  </a:lnTo>
                  <a:lnTo>
                    <a:pt x="394550" y="402024"/>
                  </a:lnTo>
                  <a:lnTo>
                    <a:pt x="385539" y="420314"/>
                  </a:lnTo>
                  <a:lnTo>
                    <a:pt x="354487" y="435998"/>
                  </a:lnTo>
                  <a:lnTo>
                    <a:pt x="334253" y="426199"/>
                  </a:lnTo>
                  <a:close/>
                </a:path>
              </a:pathLst>
            </a:custGeom>
            <a:noFill/>
            <a:ln w="3810" cap="flat">
              <a:solidFill>
                <a:srgbClr val="E6E4E2"/>
              </a:solidFill>
              <a:prstDash val="solid"/>
              <a:miter/>
            </a:ln>
          </p:spPr>
          <p:txBody>
            <a:bodyPr rtlCol="0" anchor="ctr"/>
            <a:lstStyle/>
            <a:p>
              <a:endParaRPr lang="de-CH"/>
            </a:p>
          </p:txBody>
        </p:sp>
        <p:sp>
          <p:nvSpPr>
            <p:cNvPr id="110" name="Freihandform: Form 109">
              <a:extLst>
                <a:ext uri="{FF2B5EF4-FFF2-40B4-BE49-F238E27FC236}">
                  <a16:creationId xmlns:a16="http://schemas.microsoft.com/office/drawing/2014/main" id="{DC600C1F-5954-B7B8-7AE4-932F238CD4D1}"/>
                </a:ext>
              </a:extLst>
            </p:cNvPr>
            <p:cNvSpPr/>
            <p:nvPr/>
          </p:nvSpPr>
          <p:spPr>
            <a:xfrm>
              <a:off x="8073894" y="1455080"/>
              <a:ext cx="880486" cy="676907"/>
            </a:xfrm>
            <a:custGeom>
              <a:avLst/>
              <a:gdLst>
                <a:gd name="connsiteX0" fmla="*/ 205663 w 880486"/>
                <a:gd name="connsiteY0" fmla="*/ 228847 h 676907"/>
                <a:gd name="connsiteX1" fmla="*/ 268439 w 880486"/>
                <a:gd name="connsiteY1" fmla="*/ 216950 h 676907"/>
                <a:gd name="connsiteX2" fmla="*/ 297812 w 880486"/>
                <a:gd name="connsiteY2" fmla="*/ 218921 h 676907"/>
                <a:gd name="connsiteX3" fmla="*/ 344904 w 880486"/>
                <a:gd name="connsiteY3" fmla="*/ 199690 h 676907"/>
                <a:gd name="connsiteX4" fmla="*/ 361478 w 880486"/>
                <a:gd name="connsiteY4" fmla="*/ 193030 h 676907"/>
                <a:gd name="connsiteX5" fmla="*/ 414213 w 880486"/>
                <a:gd name="connsiteY5" fmla="*/ 212642 h 676907"/>
                <a:gd name="connsiteX6" fmla="*/ 470977 w 880486"/>
                <a:gd name="connsiteY6" fmla="*/ 191861 h 676907"/>
                <a:gd name="connsiteX7" fmla="*/ 487157 w 880486"/>
                <a:gd name="connsiteY7" fmla="*/ 109791 h 676907"/>
                <a:gd name="connsiteX8" fmla="*/ 522262 w 880486"/>
                <a:gd name="connsiteY8" fmla="*/ 118790 h 676907"/>
                <a:gd name="connsiteX9" fmla="*/ 553707 w 880486"/>
                <a:gd name="connsiteY9" fmla="*/ 97360 h 676907"/>
                <a:gd name="connsiteX10" fmla="*/ 600557 w 880486"/>
                <a:gd name="connsiteY10" fmla="*/ 86124 h 676907"/>
                <a:gd name="connsiteX11" fmla="*/ 634620 w 880486"/>
                <a:gd name="connsiteY11" fmla="*/ 60895 h 676907"/>
                <a:gd name="connsiteX12" fmla="*/ 666078 w 880486"/>
                <a:gd name="connsiteY12" fmla="*/ 54235 h 676907"/>
                <a:gd name="connsiteX13" fmla="*/ 669866 w 880486"/>
                <a:gd name="connsiteY13" fmla="*/ 29005 h 676907"/>
                <a:gd name="connsiteX14" fmla="*/ 670781 w 880486"/>
                <a:gd name="connsiteY14" fmla="*/ 17769 h 676907"/>
                <a:gd name="connsiteX15" fmla="*/ 681864 w 880486"/>
                <a:gd name="connsiteY15" fmla="*/ 5224 h 676907"/>
                <a:gd name="connsiteX16" fmla="*/ 706001 w 880486"/>
                <a:gd name="connsiteY16" fmla="*/ 0 h 676907"/>
                <a:gd name="connsiteX17" fmla="*/ 709014 w 880486"/>
                <a:gd name="connsiteY17" fmla="*/ 15939 h 676907"/>
                <a:gd name="connsiteX18" fmla="*/ 723096 w 880486"/>
                <a:gd name="connsiteY18" fmla="*/ 15023 h 676907"/>
                <a:gd name="connsiteX19" fmla="*/ 741513 w 880486"/>
                <a:gd name="connsiteY19" fmla="*/ 18163 h 676907"/>
                <a:gd name="connsiteX20" fmla="*/ 778042 w 880486"/>
                <a:gd name="connsiteY20" fmla="*/ 18163 h 676907"/>
                <a:gd name="connsiteX21" fmla="*/ 796841 w 880486"/>
                <a:gd name="connsiteY21" fmla="*/ 27823 h 676907"/>
                <a:gd name="connsiteX22" fmla="*/ 796574 w 880486"/>
                <a:gd name="connsiteY22" fmla="*/ 32004 h 676907"/>
                <a:gd name="connsiteX23" fmla="*/ 880487 w 880486"/>
                <a:gd name="connsiteY23" fmla="*/ 82985 h 676907"/>
                <a:gd name="connsiteX24" fmla="*/ 873051 w 880486"/>
                <a:gd name="connsiteY24" fmla="*/ 85870 h 676907"/>
                <a:gd name="connsiteX25" fmla="*/ 853083 w 880486"/>
                <a:gd name="connsiteY25" fmla="*/ 92276 h 676907"/>
                <a:gd name="connsiteX26" fmla="*/ 779211 w 880486"/>
                <a:gd name="connsiteY26" fmla="*/ 104427 h 676907"/>
                <a:gd name="connsiteX27" fmla="*/ 752596 w 880486"/>
                <a:gd name="connsiteY27" fmla="*/ 90039 h 676907"/>
                <a:gd name="connsiteX28" fmla="*/ 737459 w 880486"/>
                <a:gd name="connsiteY28" fmla="*/ 104935 h 676907"/>
                <a:gd name="connsiteX29" fmla="*/ 737204 w 880486"/>
                <a:gd name="connsiteY29" fmla="*/ 111608 h 676907"/>
                <a:gd name="connsiteX30" fmla="*/ 788224 w 880486"/>
                <a:gd name="connsiteY30" fmla="*/ 144934 h 676907"/>
                <a:gd name="connsiteX31" fmla="*/ 788477 w 880486"/>
                <a:gd name="connsiteY31" fmla="*/ 175782 h 676907"/>
                <a:gd name="connsiteX32" fmla="*/ 788351 w 880486"/>
                <a:gd name="connsiteY32" fmla="*/ 178133 h 676907"/>
                <a:gd name="connsiteX33" fmla="*/ 757159 w 880486"/>
                <a:gd name="connsiteY33" fmla="*/ 204139 h 676907"/>
                <a:gd name="connsiteX34" fmla="*/ 733811 w 880486"/>
                <a:gd name="connsiteY34" fmla="*/ 216696 h 676907"/>
                <a:gd name="connsiteX35" fmla="*/ 706522 w 880486"/>
                <a:gd name="connsiteY35" fmla="*/ 182582 h 676907"/>
                <a:gd name="connsiteX36" fmla="*/ 724406 w 880486"/>
                <a:gd name="connsiteY36" fmla="*/ 176697 h 676907"/>
                <a:gd name="connsiteX37" fmla="*/ 747640 w 880486"/>
                <a:gd name="connsiteY37" fmla="*/ 181527 h 676907"/>
                <a:gd name="connsiteX38" fmla="*/ 755202 w 880486"/>
                <a:gd name="connsiteY38" fmla="*/ 154086 h 676907"/>
                <a:gd name="connsiteX39" fmla="*/ 734980 w 880486"/>
                <a:gd name="connsiteY39" fmla="*/ 149383 h 676907"/>
                <a:gd name="connsiteX40" fmla="*/ 714237 w 880486"/>
                <a:gd name="connsiteY40" fmla="*/ 117747 h 676907"/>
                <a:gd name="connsiteX41" fmla="*/ 673247 w 880486"/>
                <a:gd name="connsiteY41" fmla="*/ 138656 h 676907"/>
                <a:gd name="connsiteX42" fmla="*/ 666726 w 880486"/>
                <a:gd name="connsiteY42" fmla="*/ 166389 h 676907"/>
                <a:gd name="connsiteX43" fmla="*/ 678865 w 880486"/>
                <a:gd name="connsiteY43" fmla="*/ 178655 h 676907"/>
                <a:gd name="connsiteX44" fmla="*/ 642971 w 880486"/>
                <a:gd name="connsiteY44" fmla="*/ 201533 h 676907"/>
                <a:gd name="connsiteX45" fmla="*/ 640239 w 880486"/>
                <a:gd name="connsiteY45" fmla="*/ 224933 h 676907"/>
                <a:gd name="connsiteX46" fmla="*/ 638014 w 880486"/>
                <a:gd name="connsiteY46" fmla="*/ 229902 h 676907"/>
                <a:gd name="connsiteX47" fmla="*/ 629918 w 880486"/>
                <a:gd name="connsiteY47" fmla="*/ 345184 h 676907"/>
                <a:gd name="connsiteX48" fmla="*/ 631634 w 880486"/>
                <a:gd name="connsiteY48" fmla="*/ 365825 h 676907"/>
                <a:gd name="connsiteX49" fmla="*/ 583602 w 880486"/>
                <a:gd name="connsiteY49" fmla="*/ 367783 h 676907"/>
                <a:gd name="connsiteX50" fmla="*/ 577590 w 880486"/>
                <a:gd name="connsiteY50" fmla="*/ 345184 h 676907"/>
                <a:gd name="connsiteX51" fmla="*/ 532837 w 880486"/>
                <a:gd name="connsiteY51" fmla="*/ 352225 h 676907"/>
                <a:gd name="connsiteX52" fmla="*/ 494465 w 880486"/>
                <a:gd name="connsiteY52" fmla="*/ 331190 h 676907"/>
                <a:gd name="connsiteX53" fmla="*/ 484424 w 880486"/>
                <a:gd name="connsiteY53" fmla="*/ 299948 h 676907"/>
                <a:gd name="connsiteX54" fmla="*/ 445925 w 880486"/>
                <a:gd name="connsiteY54" fmla="*/ 307015 h 676907"/>
                <a:gd name="connsiteX55" fmla="*/ 423606 w 880486"/>
                <a:gd name="connsiteY55" fmla="*/ 279561 h 676907"/>
                <a:gd name="connsiteX56" fmla="*/ 393203 w 880486"/>
                <a:gd name="connsiteY56" fmla="*/ 283743 h 676907"/>
                <a:gd name="connsiteX57" fmla="*/ 374023 w 880486"/>
                <a:gd name="connsiteY57" fmla="*/ 253937 h 676907"/>
                <a:gd name="connsiteX58" fmla="*/ 319979 w 880486"/>
                <a:gd name="connsiteY58" fmla="*/ 267270 h 676907"/>
                <a:gd name="connsiteX59" fmla="*/ 337862 w 880486"/>
                <a:gd name="connsiteY59" fmla="*/ 282561 h 676907"/>
                <a:gd name="connsiteX60" fmla="*/ 341523 w 880486"/>
                <a:gd name="connsiteY60" fmla="*/ 297088 h 676907"/>
                <a:gd name="connsiteX61" fmla="*/ 335511 w 880486"/>
                <a:gd name="connsiteY61" fmla="*/ 305579 h 676907"/>
                <a:gd name="connsiteX62" fmla="*/ 352352 w 880486"/>
                <a:gd name="connsiteY62" fmla="*/ 339947 h 676907"/>
                <a:gd name="connsiteX63" fmla="*/ 324555 w 880486"/>
                <a:gd name="connsiteY63" fmla="*/ 351056 h 676907"/>
                <a:gd name="connsiteX64" fmla="*/ 308896 w 880486"/>
                <a:gd name="connsiteY64" fmla="*/ 382043 h 676907"/>
                <a:gd name="connsiteX65" fmla="*/ 242727 w 880486"/>
                <a:gd name="connsiteY65" fmla="*/ 449204 h 676907"/>
                <a:gd name="connsiteX66" fmla="*/ 261004 w 880486"/>
                <a:gd name="connsiteY66" fmla="*/ 488288 h 676907"/>
                <a:gd name="connsiteX67" fmla="*/ 255513 w 880486"/>
                <a:gd name="connsiteY67" fmla="*/ 523978 h 676907"/>
                <a:gd name="connsiteX68" fmla="*/ 252641 w 880486"/>
                <a:gd name="connsiteY68" fmla="*/ 542662 h 676907"/>
                <a:gd name="connsiteX69" fmla="*/ 273397 w 880486"/>
                <a:gd name="connsiteY69" fmla="*/ 567244 h 676907"/>
                <a:gd name="connsiteX70" fmla="*/ 314247 w 880486"/>
                <a:gd name="connsiteY70" fmla="*/ 666053 h 676907"/>
                <a:gd name="connsiteX71" fmla="*/ 273397 w 880486"/>
                <a:gd name="connsiteY71" fmla="*/ 676907 h 676907"/>
                <a:gd name="connsiteX72" fmla="*/ 244811 w 880486"/>
                <a:gd name="connsiteY72" fmla="*/ 639768 h 676907"/>
                <a:gd name="connsiteX73" fmla="*/ 221730 w 880486"/>
                <a:gd name="connsiteY73" fmla="*/ 644623 h 676907"/>
                <a:gd name="connsiteX74" fmla="*/ 196665 w 880486"/>
                <a:gd name="connsiteY74" fmla="*/ 625406 h 676907"/>
                <a:gd name="connsiteX75" fmla="*/ 173557 w 880486"/>
                <a:gd name="connsiteY75" fmla="*/ 607637 h 676907"/>
                <a:gd name="connsiteX76" fmla="*/ 140155 w 880486"/>
                <a:gd name="connsiteY76" fmla="*/ 628926 h 676907"/>
                <a:gd name="connsiteX77" fmla="*/ 92772 w 880486"/>
                <a:gd name="connsiteY77" fmla="*/ 623575 h 676907"/>
                <a:gd name="connsiteX78" fmla="*/ 58327 w 880486"/>
                <a:gd name="connsiteY78" fmla="*/ 604624 h 676907"/>
                <a:gd name="connsiteX79" fmla="*/ 36135 w 880486"/>
                <a:gd name="connsiteY79" fmla="*/ 592219 h 676907"/>
                <a:gd name="connsiteX80" fmla="*/ 71648 w 880486"/>
                <a:gd name="connsiteY80" fmla="*/ 542281 h 676907"/>
                <a:gd name="connsiteX81" fmla="*/ 57285 w 880486"/>
                <a:gd name="connsiteY81" fmla="*/ 497833 h 676907"/>
                <a:gd name="connsiteX82" fmla="*/ 40317 w 880486"/>
                <a:gd name="connsiteY82" fmla="*/ 459271 h 676907"/>
                <a:gd name="connsiteX83" fmla="*/ 87433 w 880486"/>
                <a:gd name="connsiteY83" fmla="*/ 425156 h 676907"/>
                <a:gd name="connsiteX84" fmla="*/ 69436 w 880486"/>
                <a:gd name="connsiteY84" fmla="*/ 394321 h 676907"/>
                <a:gd name="connsiteX85" fmla="*/ 32754 w 880486"/>
                <a:gd name="connsiteY85" fmla="*/ 405163 h 676907"/>
                <a:gd name="connsiteX86" fmla="*/ 16561 w 880486"/>
                <a:gd name="connsiteY86" fmla="*/ 379031 h 676907"/>
                <a:gd name="connsiteX87" fmla="*/ 0 w 880486"/>
                <a:gd name="connsiteY87" fmla="*/ 336032 h 676907"/>
                <a:gd name="connsiteX88" fmla="*/ 38232 w 880486"/>
                <a:gd name="connsiteY88" fmla="*/ 333668 h 676907"/>
                <a:gd name="connsiteX89" fmla="*/ 59242 w 880486"/>
                <a:gd name="connsiteY89" fmla="*/ 303088 h 676907"/>
                <a:gd name="connsiteX90" fmla="*/ 54171 w 880486"/>
                <a:gd name="connsiteY90" fmla="*/ 269228 h 676907"/>
                <a:gd name="connsiteX91" fmla="*/ 80900 w 880486"/>
                <a:gd name="connsiteY91" fmla="*/ 258259 h 676907"/>
                <a:gd name="connsiteX92" fmla="*/ 81167 w 880486"/>
                <a:gd name="connsiteY92" fmla="*/ 228720 h 676907"/>
                <a:gd name="connsiteX93" fmla="*/ 205663 w 880486"/>
                <a:gd name="connsiteY93" fmla="*/ 228847 h 676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880486" h="676907">
                  <a:moveTo>
                    <a:pt x="205663" y="228847"/>
                  </a:moveTo>
                  <a:lnTo>
                    <a:pt x="268439" y="216950"/>
                  </a:lnTo>
                  <a:lnTo>
                    <a:pt x="297812" y="218921"/>
                  </a:lnTo>
                  <a:lnTo>
                    <a:pt x="344904" y="199690"/>
                  </a:lnTo>
                  <a:lnTo>
                    <a:pt x="361478" y="193030"/>
                  </a:lnTo>
                  <a:lnTo>
                    <a:pt x="414213" y="212642"/>
                  </a:lnTo>
                  <a:lnTo>
                    <a:pt x="470977" y="191861"/>
                  </a:lnTo>
                  <a:lnTo>
                    <a:pt x="487157" y="109791"/>
                  </a:lnTo>
                  <a:lnTo>
                    <a:pt x="522262" y="118790"/>
                  </a:lnTo>
                  <a:lnTo>
                    <a:pt x="553707" y="97360"/>
                  </a:lnTo>
                  <a:lnTo>
                    <a:pt x="600557" y="86124"/>
                  </a:lnTo>
                  <a:lnTo>
                    <a:pt x="634620" y="60895"/>
                  </a:lnTo>
                  <a:lnTo>
                    <a:pt x="666078" y="54235"/>
                  </a:lnTo>
                  <a:lnTo>
                    <a:pt x="669866" y="29005"/>
                  </a:lnTo>
                  <a:lnTo>
                    <a:pt x="670781" y="17769"/>
                  </a:lnTo>
                  <a:lnTo>
                    <a:pt x="681864" y="5224"/>
                  </a:lnTo>
                  <a:lnTo>
                    <a:pt x="706001" y="0"/>
                  </a:lnTo>
                  <a:lnTo>
                    <a:pt x="709014" y="15939"/>
                  </a:lnTo>
                  <a:lnTo>
                    <a:pt x="723096" y="15023"/>
                  </a:lnTo>
                  <a:lnTo>
                    <a:pt x="741513" y="18163"/>
                  </a:lnTo>
                  <a:lnTo>
                    <a:pt x="778042" y="18163"/>
                  </a:lnTo>
                  <a:lnTo>
                    <a:pt x="796841" y="27823"/>
                  </a:lnTo>
                  <a:lnTo>
                    <a:pt x="796574" y="32004"/>
                  </a:lnTo>
                  <a:lnTo>
                    <a:pt x="880487" y="82985"/>
                  </a:lnTo>
                  <a:lnTo>
                    <a:pt x="873051" y="85870"/>
                  </a:lnTo>
                  <a:lnTo>
                    <a:pt x="853083" y="92276"/>
                  </a:lnTo>
                  <a:lnTo>
                    <a:pt x="779211" y="104427"/>
                  </a:lnTo>
                  <a:lnTo>
                    <a:pt x="752596" y="90039"/>
                  </a:lnTo>
                  <a:lnTo>
                    <a:pt x="737459" y="104935"/>
                  </a:lnTo>
                  <a:lnTo>
                    <a:pt x="737204" y="111608"/>
                  </a:lnTo>
                  <a:lnTo>
                    <a:pt x="788224" y="144934"/>
                  </a:lnTo>
                  <a:lnTo>
                    <a:pt x="788477" y="175782"/>
                  </a:lnTo>
                  <a:lnTo>
                    <a:pt x="788351" y="178133"/>
                  </a:lnTo>
                  <a:lnTo>
                    <a:pt x="757159" y="204139"/>
                  </a:lnTo>
                  <a:lnTo>
                    <a:pt x="733811" y="216696"/>
                  </a:lnTo>
                  <a:lnTo>
                    <a:pt x="706522" y="182582"/>
                  </a:lnTo>
                  <a:lnTo>
                    <a:pt x="724406" y="176697"/>
                  </a:lnTo>
                  <a:lnTo>
                    <a:pt x="747640" y="181527"/>
                  </a:lnTo>
                  <a:lnTo>
                    <a:pt x="755202" y="154086"/>
                  </a:lnTo>
                  <a:lnTo>
                    <a:pt x="734980" y="149383"/>
                  </a:lnTo>
                  <a:lnTo>
                    <a:pt x="714237" y="117747"/>
                  </a:lnTo>
                  <a:lnTo>
                    <a:pt x="673247" y="138656"/>
                  </a:lnTo>
                  <a:lnTo>
                    <a:pt x="666726" y="166389"/>
                  </a:lnTo>
                  <a:lnTo>
                    <a:pt x="678865" y="178655"/>
                  </a:lnTo>
                  <a:lnTo>
                    <a:pt x="642971" y="201533"/>
                  </a:lnTo>
                  <a:lnTo>
                    <a:pt x="640239" y="224933"/>
                  </a:lnTo>
                  <a:lnTo>
                    <a:pt x="638014" y="229902"/>
                  </a:lnTo>
                  <a:lnTo>
                    <a:pt x="629918" y="345184"/>
                  </a:lnTo>
                  <a:lnTo>
                    <a:pt x="631634" y="365825"/>
                  </a:lnTo>
                  <a:lnTo>
                    <a:pt x="583602" y="367783"/>
                  </a:lnTo>
                  <a:lnTo>
                    <a:pt x="577590" y="345184"/>
                  </a:lnTo>
                  <a:lnTo>
                    <a:pt x="532837" y="352225"/>
                  </a:lnTo>
                  <a:lnTo>
                    <a:pt x="494465" y="331190"/>
                  </a:lnTo>
                  <a:lnTo>
                    <a:pt x="484424" y="299948"/>
                  </a:lnTo>
                  <a:lnTo>
                    <a:pt x="445925" y="307015"/>
                  </a:lnTo>
                  <a:lnTo>
                    <a:pt x="423606" y="279561"/>
                  </a:lnTo>
                  <a:lnTo>
                    <a:pt x="393203" y="283743"/>
                  </a:lnTo>
                  <a:lnTo>
                    <a:pt x="374023" y="253937"/>
                  </a:lnTo>
                  <a:lnTo>
                    <a:pt x="319979" y="267270"/>
                  </a:lnTo>
                  <a:lnTo>
                    <a:pt x="337862" y="282561"/>
                  </a:lnTo>
                  <a:lnTo>
                    <a:pt x="341523" y="297088"/>
                  </a:lnTo>
                  <a:lnTo>
                    <a:pt x="335511" y="305579"/>
                  </a:lnTo>
                  <a:lnTo>
                    <a:pt x="352352" y="339947"/>
                  </a:lnTo>
                  <a:lnTo>
                    <a:pt x="324555" y="351056"/>
                  </a:lnTo>
                  <a:lnTo>
                    <a:pt x="308896" y="382043"/>
                  </a:lnTo>
                  <a:lnTo>
                    <a:pt x="242727" y="449204"/>
                  </a:lnTo>
                  <a:lnTo>
                    <a:pt x="261004" y="488288"/>
                  </a:lnTo>
                  <a:lnTo>
                    <a:pt x="255513" y="523978"/>
                  </a:lnTo>
                  <a:lnTo>
                    <a:pt x="252641" y="542662"/>
                  </a:lnTo>
                  <a:lnTo>
                    <a:pt x="273397" y="567244"/>
                  </a:lnTo>
                  <a:lnTo>
                    <a:pt x="314247" y="666053"/>
                  </a:lnTo>
                  <a:lnTo>
                    <a:pt x="273397" y="676907"/>
                  </a:lnTo>
                  <a:lnTo>
                    <a:pt x="244811" y="639768"/>
                  </a:lnTo>
                  <a:lnTo>
                    <a:pt x="221730" y="644623"/>
                  </a:lnTo>
                  <a:lnTo>
                    <a:pt x="196665" y="625406"/>
                  </a:lnTo>
                  <a:lnTo>
                    <a:pt x="173557" y="607637"/>
                  </a:lnTo>
                  <a:lnTo>
                    <a:pt x="140155" y="628926"/>
                  </a:lnTo>
                  <a:lnTo>
                    <a:pt x="92772" y="623575"/>
                  </a:lnTo>
                  <a:lnTo>
                    <a:pt x="58327" y="604624"/>
                  </a:lnTo>
                  <a:lnTo>
                    <a:pt x="36135" y="592219"/>
                  </a:lnTo>
                  <a:lnTo>
                    <a:pt x="71648" y="542281"/>
                  </a:lnTo>
                  <a:lnTo>
                    <a:pt x="57285" y="497833"/>
                  </a:lnTo>
                  <a:lnTo>
                    <a:pt x="40317" y="459271"/>
                  </a:lnTo>
                  <a:lnTo>
                    <a:pt x="87433" y="425156"/>
                  </a:lnTo>
                  <a:lnTo>
                    <a:pt x="69436" y="394321"/>
                  </a:lnTo>
                  <a:lnTo>
                    <a:pt x="32754" y="405163"/>
                  </a:lnTo>
                  <a:lnTo>
                    <a:pt x="16561" y="379031"/>
                  </a:lnTo>
                  <a:lnTo>
                    <a:pt x="0" y="336032"/>
                  </a:lnTo>
                  <a:lnTo>
                    <a:pt x="38232" y="333668"/>
                  </a:lnTo>
                  <a:lnTo>
                    <a:pt x="59242" y="303088"/>
                  </a:lnTo>
                  <a:lnTo>
                    <a:pt x="54171" y="269228"/>
                  </a:lnTo>
                  <a:lnTo>
                    <a:pt x="80900" y="258259"/>
                  </a:lnTo>
                  <a:lnTo>
                    <a:pt x="81167" y="228720"/>
                  </a:lnTo>
                  <a:lnTo>
                    <a:pt x="205663" y="228847"/>
                  </a:lnTo>
                  <a:close/>
                </a:path>
              </a:pathLst>
            </a:custGeom>
            <a:solidFill>
              <a:srgbClr val="FFFFFF"/>
            </a:solidFill>
            <a:ln w="12700" cap="flat">
              <a:noFill/>
              <a:prstDash val="solid"/>
              <a:miter/>
            </a:ln>
          </p:spPr>
          <p:txBody>
            <a:bodyPr rtlCol="0" anchor="ctr"/>
            <a:lstStyle/>
            <a:p>
              <a:endParaRPr lang="de-CH"/>
            </a:p>
          </p:txBody>
        </p:sp>
        <p:sp>
          <p:nvSpPr>
            <p:cNvPr id="111" name="Freihandform: Form 110">
              <a:extLst>
                <a:ext uri="{FF2B5EF4-FFF2-40B4-BE49-F238E27FC236}">
                  <a16:creationId xmlns:a16="http://schemas.microsoft.com/office/drawing/2014/main" id="{7B547A2C-B0B5-9EEB-66F0-796D5B313028}"/>
                </a:ext>
              </a:extLst>
            </p:cNvPr>
            <p:cNvSpPr/>
            <p:nvPr/>
          </p:nvSpPr>
          <p:spPr>
            <a:xfrm>
              <a:off x="8073894" y="1455080"/>
              <a:ext cx="880486" cy="676907"/>
            </a:xfrm>
            <a:custGeom>
              <a:avLst/>
              <a:gdLst>
                <a:gd name="connsiteX0" fmla="*/ 205663 w 880486"/>
                <a:gd name="connsiteY0" fmla="*/ 228847 h 676907"/>
                <a:gd name="connsiteX1" fmla="*/ 268439 w 880486"/>
                <a:gd name="connsiteY1" fmla="*/ 216950 h 676907"/>
                <a:gd name="connsiteX2" fmla="*/ 297812 w 880486"/>
                <a:gd name="connsiteY2" fmla="*/ 218921 h 676907"/>
                <a:gd name="connsiteX3" fmla="*/ 344904 w 880486"/>
                <a:gd name="connsiteY3" fmla="*/ 199690 h 676907"/>
                <a:gd name="connsiteX4" fmla="*/ 361478 w 880486"/>
                <a:gd name="connsiteY4" fmla="*/ 193030 h 676907"/>
                <a:gd name="connsiteX5" fmla="*/ 414213 w 880486"/>
                <a:gd name="connsiteY5" fmla="*/ 212642 h 676907"/>
                <a:gd name="connsiteX6" fmla="*/ 470977 w 880486"/>
                <a:gd name="connsiteY6" fmla="*/ 191861 h 676907"/>
                <a:gd name="connsiteX7" fmla="*/ 487157 w 880486"/>
                <a:gd name="connsiteY7" fmla="*/ 109791 h 676907"/>
                <a:gd name="connsiteX8" fmla="*/ 522262 w 880486"/>
                <a:gd name="connsiteY8" fmla="*/ 118790 h 676907"/>
                <a:gd name="connsiteX9" fmla="*/ 553707 w 880486"/>
                <a:gd name="connsiteY9" fmla="*/ 97360 h 676907"/>
                <a:gd name="connsiteX10" fmla="*/ 600557 w 880486"/>
                <a:gd name="connsiteY10" fmla="*/ 86124 h 676907"/>
                <a:gd name="connsiteX11" fmla="*/ 634620 w 880486"/>
                <a:gd name="connsiteY11" fmla="*/ 60895 h 676907"/>
                <a:gd name="connsiteX12" fmla="*/ 666078 w 880486"/>
                <a:gd name="connsiteY12" fmla="*/ 54235 h 676907"/>
                <a:gd name="connsiteX13" fmla="*/ 669866 w 880486"/>
                <a:gd name="connsiteY13" fmla="*/ 29005 h 676907"/>
                <a:gd name="connsiteX14" fmla="*/ 670781 w 880486"/>
                <a:gd name="connsiteY14" fmla="*/ 17769 h 676907"/>
                <a:gd name="connsiteX15" fmla="*/ 681864 w 880486"/>
                <a:gd name="connsiteY15" fmla="*/ 5224 h 676907"/>
                <a:gd name="connsiteX16" fmla="*/ 706001 w 880486"/>
                <a:gd name="connsiteY16" fmla="*/ 0 h 676907"/>
                <a:gd name="connsiteX17" fmla="*/ 709014 w 880486"/>
                <a:gd name="connsiteY17" fmla="*/ 15939 h 676907"/>
                <a:gd name="connsiteX18" fmla="*/ 723096 w 880486"/>
                <a:gd name="connsiteY18" fmla="*/ 15023 h 676907"/>
                <a:gd name="connsiteX19" fmla="*/ 741513 w 880486"/>
                <a:gd name="connsiteY19" fmla="*/ 18163 h 676907"/>
                <a:gd name="connsiteX20" fmla="*/ 778042 w 880486"/>
                <a:gd name="connsiteY20" fmla="*/ 18163 h 676907"/>
                <a:gd name="connsiteX21" fmla="*/ 796841 w 880486"/>
                <a:gd name="connsiteY21" fmla="*/ 27823 h 676907"/>
                <a:gd name="connsiteX22" fmla="*/ 796574 w 880486"/>
                <a:gd name="connsiteY22" fmla="*/ 32004 h 676907"/>
                <a:gd name="connsiteX23" fmla="*/ 880487 w 880486"/>
                <a:gd name="connsiteY23" fmla="*/ 82985 h 676907"/>
                <a:gd name="connsiteX24" fmla="*/ 873051 w 880486"/>
                <a:gd name="connsiteY24" fmla="*/ 85870 h 676907"/>
                <a:gd name="connsiteX25" fmla="*/ 853083 w 880486"/>
                <a:gd name="connsiteY25" fmla="*/ 92276 h 676907"/>
                <a:gd name="connsiteX26" fmla="*/ 779211 w 880486"/>
                <a:gd name="connsiteY26" fmla="*/ 104427 h 676907"/>
                <a:gd name="connsiteX27" fmla="*/ 752596 w 880486"/>
                <a:gd name="connsiteY27" fmla="*/ 90039 h 676907"/>
                <a:gd name="connsiteX28" fmla="*/ 737459 w 880486"/>
                <a:gd name="connsiteY28" fmla="*/ 104935 h 676907"/>
                <a:gd name="connsiteX29" fmla="*/ 737204 w 880486"/>
                <a:gd name="connsiteY29" fmla="*/ 111608 h 676907"/>
                <a:gd name="connsiteX30" fmla="*/ 788224 w 880486"/>
                <a:gd name="connsiteY30" fmla="*/ 144934 h 676907"/>
                <a:gd name="connsiteX31" fmla="*/ 788477 w 880486"/>
                <a:gd name="connsiteY31" fmla="*/ 175782 h 676907"/>
                <a:gd name="connsiteX32" fmla="*/ 788351 w 880486"/>
                <a:gd name="connsiteY32" fmla="*/ 178133 h 676907"/>
                <a:gd name="connsiteX33" fmla="*/ 757159 w 880486"/>
                <a:gd name="connsiteY33" fmla="*/ 204139 h 676907"/>
                <a:gd name="connsiteX34" fmla="*/ 733811 w 880486"/>
                <a:gd name="connsiteY34" fmla="*/ 216696 h 676907"/>
                <a:gd name="connsiteX35" fmla="*/ 706522 w 880486"/>
                <a:gd name="connsiteY35" fmla="*/ 182582 h 676907"/>
                <a:gd name="connsiteX36" fmla="*/ 724406 w 880486"/>
                <a:gd name="connsiteY36" fmla="*/ 176697 h 676907"/>
                <a:gd name="connsiteX37" fmla="*/ 747640 w 880486"/>
                <a:gd name="connsiteY37" fmla="*/ 181527 h 676907"/>
                <a:gd name="connsiteX38" fmla="*/ 755202 w 880486"/>
                <a:gd name="connsiteY38" fmla="*/ 154086 h 676907"/>
                <a:gd name="connsiteX39" fmla="*/ 734980 w 880486"/>
                <a:gd name="connsiteY39" fmla="*/ 149383 h 676907"/>
                <a:gd name="connsiteX40" fmla="*/ 714237 w 880486"/>
                <a:gd name="connsiteY40" fmla="*/ 117747 h 676907"/>
                <a:gd name="connsiteX41" fmla="*/ 673247 w 880486"/>
                <a:gd name="connsiteY41" fmla="*/ 138656 h 676907"/>
                <a:gd name="connsiteX42" fmla="*/ 666726 w 880486"/>
                <a:gd name="connsiteY42" fmla="*/ 166389 h 676907"/>
                <a:gd name="connsiteX43" fmla="*/ 678865 w 880486"/>
                <a:gd name="connsiteY43" fmla="*/ 178655 h 676907"/>
                <a:gd name="connsiteX44" fmla="*/ 642971 w 880486"/>
                <a:gd name="connsiteY44" fmla="*/ 201533 h 676907"/>
                <a:gd name="connsiteX45" fmla="*/ 640239 w 880486"/>
                <a:gd name="connsiteY45" fmla="*/ 224933 h 676907"/>
                <a:gd name="connsiteX46" fmla="*/ 638014 w 880486"/>
                <a:gd name="connsiteY46" fmla="*/ 229902 h 676907"/>
                <a:gd name="connsiteX47" fmla="*/ 629918 w 880486"/>
                <a:gd name="connsiteY47" fmla="*/ 345184 h 676907"/>
                <a:gd name="connsiteX48" fmla="*/ 631634 w 880486"/>
                <a:gd name="connsiteY48" fmla="*/ 365825 h 676907"/>
                <a:gd name="connsiteX49" fmla="*/ 583602 w 880486"/>
                <a:gd name="connsiteY49" fmla="*/ 367783 h 676907"/>
                <a:gd name="connsiteX50" fmla="*/ 577590 w 880486"/>
                <a:gd name="connsiteY50" fmla="*/ 345184 h 676907"/>
                <a:gd name="connsiteX51" fmla="*/ 532837 w 880486"/>
                <a:gd name="connsiteY51" fmla="*/ 352225 h 676907"/>
                <a:gd name="connsiteX52" fmla="*/ 494465 w 880486"/>
                <a:gd name="connsiteY52" fmla="*/ 331190 h 676907"/>
                <a:gd name="connsiteX53" fmla="*/ 484424 w 880486"/>
                <a:gd name="connsiteY53" fmla="*/ 299948 h 676907"/>
                <a:gd name="connsiteX54" fmla="*/ 445925 w 880486"/>
                <a:gd name="connsiteY54" fmla="*/ 307015 h 676907"/>
                <a:gd name="connsiteX55" fmla="*/ 423606 w 880486"/>
                <a:gd name="connsiteY55" fmla="*/ 279561 h 676907"/>
                <a:gd name="connsiteX56" fmla="*/ 393203 w 880486"/>
                <a:gd name="connsiteY56" fmla="*/ 283743 h 676907"/>
                <a:gd name="connsiteX57" fmla="*/ 374023 w 880486"/>
                <a:gd name="connsiteY57" fmla="*/ 253937 h 676907"/>
                <a:gd name="connsiteX58" fmla="*/ 319979 w 880486"/>
                <a:gd name="connsiteY58" fmla="*/ 267270 h 676907"/>
                <a:gd name="connsiteX59" fmla="*/ 337862 w 880486"/>
                <a:gd name="connsiteY59" fmla="*/ 282561 h 676907"/>
                <a:gd name="connsiteX60" fmla="*/ 341523 w 880486"/>
                <a:gd name="connsiteY60" fmla="*/ 297088 h 676907"/>
                <a:gd name="connsiteX61" fmla="*/ 335511 w 880486"/>
                <a:gd name="connsiteY61" fmla="*/ 305579 h 676907"/>
                <a:gd name="connsiteX62" fmla="*/ 352352 w 880486"/>
                <a:gd name="connsiteY62" fmla="*/ 339947 h 676907"/>
                <a:gd name="connsiteX63" fmla="*/ 324555 w 880486"/>
                <a:gd name="connsiteY63" fmla="*/ 351056 h 676907"/>
                <a:gd name="connsiteX64" fmla="*/ 308896 w 880486"/>
                <a:gd name="connsiteY64" fmla="*/ 382043 h 676907"/>
                <a:gd name="connsiteX65" fmla="*/ 242727 w 880486"/>
                <a:gd name="connsiteY65" fmla="*/ 449204 h 676907"/>
                <a:gd name="connsiteX66" fmla="*/ 261004 w 880486"/>
                <a:gd name="connsiteY66" fmla="*/ 488288 h 676907"/>
                <a:gd name="connsiteX67" fmla="*/ 255513 w 880486"/>
                <a:gd name="connsiteY67" fmla="*/ 523978 h 676907"/>
                <a:gd name="connsiteX68" fmla="*/ 252641 w 880486"/>
                <a:gd name="connsiteY68" fmla="*/ 542662 h 676907"/>
                <a:gd name="connsiteX69" fmla="*/ 273397 w 880486"/>
                <a:gd name="connsiteY69" fmla="*/ 567244 h 676907"/>
                <a:gd name="connsiteX70" fmla="*/ 314247 w 880486"/>
                <a:gd name="connsiteY70" fmla="*/ 666053 h 676907"/>
                <a:gd name="connsiteX71" fmla="*/ 273397 w 880486"/>
                <a:gd name="connsiteY71" fmla="*/ 676907 h 676907"/>
                <a:gd name="connsiteX72" fmla="*/ 244811 w 880486"/>
                <a:gd name="connsiteY72" fmla="*/ 639768 h 676907"/>
                <a:gd name="connsiteX73" fmla="*/ 221730 w 880486"/>
                <a:gd name="connsiteY73" fmla="*/ 644623 h 676907"/>
                <a:gd name="connsiteX74" fmla="*/ 196665 w 880486"/>
                <a:gd name="connsiteY74" fmla="*/ 625406 h 676907"/>
                <a:gd name="connsiteX75" fmla="*/ 173557 w 880486"/>
                <a:gd name="connsiteY75" fmla="*/ 607637 h 676907"/>
                <a:gd name="connsiteX76" fmla="*/ 140155 w 880486"/>
                <a:gd name="connsiteY76" fmla="*/ 628926 h 676907"/>
                <a:gd name="connsiteX77" fmla="*/ 92772 w 880486"/>
                <a:gd name="connsiteY77" fmla="*/ 623575 h 676907"/>
                <a:gd name="connsiteX78" fmla="*/ 58327 w 880486"/>
                <a:gd name="connsiteY78" fmla="*/ 604624 h 676907"/>
                <a:gd name="connsiteX79" fmla="*/ 36135 w 880486"/>
                <a:gd name="connsiteY79" fmla="*/ 592219 h 676907"/>
                <a:gd name="connsiteX80" fmla="*/ 71648 w 880486"/>
                <a:gd name="connsiteY80" fmla="*/ 542281 h 676907"/>
                <a:gd name="connsiteX81" fmla="*/ 57285 w 880486"/>
                <a:gd name="connsiteY81" fmla="*/ 497833 h 676907"/>
                <a:gd name="connsiteX82" fmla="*/ 40317 w 880486"/>
                <a:gd name="connsiteY82" fmla="*/ 459271 h 676907"/>
                <a:gd name="connsiteX83" fmla="*/ 87433 w 880486"/>
                <a:gd name="connsiteY83" fmla="*/ 425156 h 676907"/>
                <a:gd name="connsiteX84" fmla="*/ 69436 w 880486"/>
                <a:gd name="connsiteY84" fmla="*/ 394321 h 676907"/>
                <a:gd name="connsiteX85" fmla="*/ 32754 w 880486"/>
                <a:gd name="connsiteY85" fmla="*/ 405163 h 676907"/>
                <a:gd name="connsiteX86" fmla="*/ 16561 w 880486"/>
                <a:gd name="connsiteY86" fmla="*/ 379031 h 676907"/>
                <a:gd name="connsiteX87" fmla="*/ 0 w 880486"/>
                <a:gd name="connsiteY87" fmla="*/ 336032 h 676907"/>
                <a:gd name="connsiteX88" fmla="*/ 38232 w 880486"/>
                <a:gd name="connsiteY88" fmla="*/ 333668 h 676907"/>
                <a:gd name="connsiteX89" fmla="*/ 59242 w 880486"/>
                <a:gd name="connsiteY89" fmla="*/ 303088 h 676907"/>
                <a:gd name="connsiteX90" fmla="*/ 54171 w 880486"/>
                <a:gd name="connsiteY90" fmla="*/ 269228 h 676907"/>
                <a:gd name="connsiteX91" fmla="*/ 80900 w 880486"/>
                <a:gd name="connsiteY91" fmla="*/ 258259 h 676907"/>
                <a:gd name="connsiteX92" fmla="*/ 81167 w 880486"/>
                <a:gd name="connsiteY92" fmla="*/ 228720 h 676907"/>
                <a:gd name="connsiteX93" fmla="*/ 205663 w 880486"/>
                <a:gd name="connsiteY93" fmla="*/ 228847 h 676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880486" h="676907">
                  <a:moveTo>
                    <a:pt x="205663" y="228847"/>
                  </a:moveTo>
                  <a:lnTo>
                    <a:pt x="268439" y="216950"/>
                  </a:lnTo>
                  <a:lnTo>
                    <a:pt x="297812" y="218921"/>
                  </a:lnTo>
                  <a:lnTo>
                    <a:pt x="344904" y="199690"/>
                  </a:lnTo>
                  <a:lnTo>
                    <a:pt x="361478" y="193030"/>
                  </a:lnTo>
                  <a:lnTo>
                    <a:pt x="414213" y="212642"/>
                  </a:lnTo>
                  <a:lnTo>
                    <a:pt x="470977" y="191861"/>
                  </a:lnTo>
                  <a:lnTo>
                    <a:pt x="487157" y="109791"/>
                  </a:lnTo>
                  <a:lnTo>
                    <a:pt x="522262" y="118790"/>
                  </a:lnTo>
                  <a:lnTo>
                    <a:pt x="553707" y="97360"/>
                  </a:lnTo>
                  <a:lnTo>
                    <a:pt x="600557" y="86124"/>
                  </a:lnTo>
                  <a:lnTo>
                    <a:pt x="634620" y="60895"/>
                  </a:lnTo>
                  <a:lnTo>
                    <a:pt x="666078" y="54235"/>
                  </a:lnTo>
                  <a:lnTo>
                    <a:pt x="669866" y="29005"/>
                  </a:lnTo>
                  <a:lnTo>
                    <a:pt x="670781" y="17769"/>
                  </a:lnTo>
                  <a:lnTo>
                    <a:pt x="681864" y="5224"/>
                  </a:lnTo>
                  <a:lnTo>
                    <a:pt x="706001" y="0"/>
                  </a:lnTo>
                  <a:lnTo>
                    <a:pt x="709014" y="15939"/>
                  </a:lnTo>
                  <a:lnTo>
                    <a:pt x="723096" y="15023"/>
                  </a:lnTo>
                  <a:lnTo>
                    <a:pt x="741513" y="18163"/>
                  </a:lnTo>
                  <a:lnTo>
                    <a:pt x="778042" y="18163"/>
                  </a:lnTo>
                  <a:lnTo>
                    <a:pt x="796841" y="27823"/>
                  </a:lnTo>
                  <a:lnTo>
                    <a:pt x="796574" y="32004"/>
                  </a:lnTo>
                  <a:lnTo>
                    <a:pt x="880487" y="82985"/>
                  </a:lnTo>
                  <a:lnTo>
                    <a:pt x="873051" y="85870"/>
                  </a:lnTo>
                  <a:lnTo>
                    <a:pt x="853083" y="92276"/>
                  </a:lnTo>
                  <a:lnTo>
                    <a:pt x="779211" y="104427"/>
                  </a:lnTo>
                  <a:lnTo>
                    <a:pt x="752596" y="90039"/>
                  </a:lnTo>
                  <a:lnTo>
                    <a:pt x="737459" y="104935"/>
                  </a:lnTo>
                  <a:lnTo>
                    <a:pt x="737204" y="111608"/>
                  </a:lnTo>
                  <a:lnTo>
                    <a:pt x="788224" y="144934"/>
                  </a:lnTo>
                  <a:lnTo>
                    <a:pt x="788477" y="175782"/>
                  </a:lnTo>
                  <a:lnTo>
                    <a:pt x="788351" y="178133"/>
                  </a:lnTo>
                  <a:lnTo>
                    <a:pt x="757159" y="204139"/>
                  </a:lnTo>
                  <a:lnTo>
                    <a:pt x="733811" y="216696"/>
                  </a:lnTo>
                  <a:lnTo>
                    <a:pt x="706522" y="182582"/>
                  </a:lnTo>
                  <a:lnTo>
                    <a:pt x="724406" y="176697"/>
                  </a:lnTo>
                  <a:lnTo>
                    <a:pt x="747640" y="181527"/>
                  </a:lnTo>
                  <a:lnTo>
                    <a:pt x="755202" y="154086"/>
                  </a:lnTo>
                  <a:lnTo>
                    <a:pt x="734980" y="149383"/>
                  </a:lnTo>
                  <a:lnTo>
                    <a:pt x="714237" y="117747"/>
                  </a:lnTo>
                  <a:lnTo>
                    <a:pt x="673247" y="138656"/>
                  </a:lnTo>
                  <a:lnTo>
                    <a:pt x="666726" y="166389"/>
                  </a:lnTo>
                  <a:lnTo>
                    <a:pt x="678865" y="178655"/>
                  </a:lnTo>
                  <a:lnTo>
                    <a:pt x="642971" y="201533"/>
                  </a:lnTo>
                  <a:lnTo>
                    <a:pt x="640239" y="224933"/>
                  </a:lnTo>
                  <a:lnTo>
                    <a:pt x="638014" y="229902"/>
                  </a:lnTo>
                  <a:lnTo>
                    <a:pt x="629918" y="345184"/>
                  </a:lnTo>
                  <a:lnTo>
                    <a:pt x="631634" y="365825"/>
                  </a:lnTo>
                  <a:lnTo>
                    <a:pt x="583602" y="367783"/>
                  </a:lnTo>
                  <a:lnTo>
                    <a:pt x="577590" y="345184"/>
                  </a:lnTo>
                  <a:lnTo>
                    <a:pt x="532837" y="352225"/>
                  </a:lnTo>
                  <a:lnTo>
                    <a:pt x="494465" y="331190"/>
                  </a:lnTo>
                  <a:lnTo>
                    <a:pt x="484424" y="299948"/>
                  </a:lnTo>
                  <a:lnTo>
                    <a:pt x="445925" y="307015"/>
                  </a:lnTo>
                  <a:lnTo>
                    <a:pt x="423606" y="279561"/>
                  </a:lnTo>
                  <a:lnTo>
                    <a:pt x="393203" y="283743"/>
                  </a:lnTo>
                  <a:lnTo>
                    <a:pt x="374023" y="253937"/>
                  </a:lnTo>
                  <a:lnTo>
                    <a:pt x="319979" y="267270"/>
                  </a:lnTo>
                  <a:lnTo>
                    <a:pt x="337862" y="282561"/>
                  </a:lnTo>
                  <a:lnTo>
                    <a:pt x="341523" y="297088"/>
                  </a:lnTo>
                  <a:lnTo>
                    <a:pt x="335511" y="305579"/>
                  </a:lnTo>
                  <a:lnTo>
                    <a:pt x="352352" y="339947"/>
                  </a:lnTo>
                  <a:lnTo>
                    <a:pt x="324555" y="351056"/>
                  </a:lnTo>
                  <a:lnTo>
                    <a:pt x="308896" y="382043"/>
                  </a:lnTo>
                  <a:lnTo>
                    <a:pt x="242727" y="449204"/>
                  </a:lnTo>
                  <a:lnTo>
                    <a:pt x="261004" y="488288"/>
                  </a:lnTo>
                  <a:lnTo>
                    <a:pt x="255513" y="523978"/>
                  </a:lnTo>
                  <a:lnTo>
                    <a:pt x="252641" y="542662"/>
                  </a:lnTo>
                  <a:lnTo>
                    <a:pt x="273397" y="567244"/>
                  </a:lnTo>
                  <a:lnTo>
                    <a:pt x="314247" y="666053"/>
                  </a:lnTo>
                  <a:lnTo>
                    <a:pt x="273397" y="676907"/>
                  </a:lnTo>
                  <a:lnTo>
                    <a:pt x="244811" y="639768"/>
                  </a:lnTo>
                  <a:lnTo>
                    <a:pt x="221730" y="644623"/>
                  </a:lnTo>
                  <a:lnTo>
                    <a:pt x="196665" y="625406"/>
                  </a:lnTo>
                  <a:lnTo>
                    <a:pt x="173557" y="607637"/>
                  </a:lnTo>
                  <a:lnTo>
                    <a:pt x="140155" y="628926"/>
                  </a:lnTo>
                  <a:lnTo>
                    <a:pt x="92772" y="623575"/>
                  </a:lnTo>
                  <a:lnTo>
                    <a:pt x="58327" y="604624"/>
                  </a:lnTo>
                  <a:lnTo>
                    <a:pt x="36135" y="592219"/>
                  </a:lnTo>
                  <a:lnTo>
                    <a:pt x="71648" y="542281"/>
                  </a:lnTo>
                  <a:lnTo>
                    <a:pt x="57285" y="497833"/>
                  </a:lnTo>
                  <a:lnTo>
                    <a:pt x="40317" y="459271"/>
                  </a:lnTo>
                  <a:lnTo>
                    <a:pt x="87433" y="425156"/>
                  </a:lnTo>
                  <a:lnTo>
                    <a:pt x="69436" y="394321"/>
                  </a:lnTo>
                  <a:lnTo>
                    <a:pt x="32754" y="405163"/>
                  </a:lnTo>
                  <a:lnTo>
                    <a:pt x="16561" y="379031"/>
                  </a:lnTo>
                  <a:lnTo>
                    <a:pt x="0" y="336032"/>
                  </a:lnTo>
                  <a:lnTo>
                    <a:pt x="38232" y="333668"/>
                  </a:lnTo>
                  <a:lnTo>
                    <a:pt x="59242" y="303088"/>
                  </a:lnTo>
                  <a:lnTo>
                    <a:pt x="54171" y="269228"/>
                  </a:lnTo>
                  <a:lnTo>
                    <a:pt x="80900" y="258259"/>
                  </a:lnTo>
                  <a:lnTo>
                    <a:pt x="81167" y="228720"/>
                  </a:lnTo>
                  <a:lnTo>
                    <a:pt x="205663" y="228847"/>
                  </a:lnTo>
                  <a:close/>
                </a:path>
              </a:pathLst>
            </a:custGeom>
            <a:noFill/>
            <a:ln w="3810" cap="flat">
              <a:solidFill>
                <a:srgbClr val="E6E4E2"/>
              </a:solidFill>
              <a:prstDash val="solid"/>
              <a:miter/>
            </a:ln>
          </p:spPr>
          <p:txBody>
            <a:bodyPr rtlCol="0" anchor="ctr"/>
            <a:lstStyle/>
            <a:p>
              <a:endParaRPr lang="de-CH"/>
            </a:p>
          </p:txBody>
        </p:sp>
        <p:sp>
          <p:nvSpPr>
            <p:cNvPr id="112" name="Freihandform: Form 111">
              <a:extLst>
                <a:ext uri="{FF2B5EF4-FFF2-40B4-BE49-F238E27FC236}">
                  <a16:creationId xmlns:a16="http://schemas.microsoft.com/office/drawing/2014/main" id="{E922711D-6F82-A44A-31AA-168EF9D1B508}"/>
                </a:ext>
              </a:extLst>
            </p:cNvPr>
            <p:cNvSpPr/>
            <p:nvPr/>
          </p:nvSpPr>
          <p:spPr>
            <a:xfrm>
              <a:off x="8316659" y="1545120"/>
              <a:ext cx="610318" cy="620359"/>
            </a:xfrm>
            <a:custGeom>
              <a:avLst/>
              <a:gdLst>
                <a:gd name="connsiteX0" fmla="*/ 430482 w 610318"/>
                <a:gd name="connsiteY0" fmla="*/ 48617 h 620359"/>
                <a:gd name="connsiteX1" fmla="*/ 471472 w 610318"/>
                <a:gd name="connsiteY1" fmla="*/ 27708 h 620359"/>
                <a:gd name="connsiteX2" fmla="*/ 492216 w 610318"/>
                <a:gd name="connsiteY2" fmla="*/ 59344 h 620359"/>
                <a:gd name="connsiteX3" fmla="*/ 512450 w 610318"/>
                <a:gd name="connsiteY3" fmla="*/ 64047 h 620359"/>
                <a:gd name="connsiteX4" fmla="*/ 504888 w 610318"/>
                <a:gd name="connsiteY4" fmla="*/ 91488 h 620359"/>
                <a:gd name="connsiteX5" fmla="*/ 481641 w 610318"/>
                <a:gd name="connsiteY5" fmla="*/ 86658 h 620359"/>
                <a:gd name="connsiteX6" fmla="*/ 463770 w 610318"/>
                <a:gd name="connsiteY6" fmla="*/ 92543 h 620359"/>
                <a:gd name="connsiteX7" fmla="*/ 491046 w 610318"/>
                <a:gd name="connsiteY7" fmla="*/ 126657 h 620359"/>
                <a:gd name="connsiteX8" fmla="*/ 397486 w 610318"/>
                <a:gd name="connsiteY8" fmla="*/ 134893 h 620359"/>
                <a:gd name="connsiteX9" fmla="*/ 400206 w 610318"/>
                <a:gd name="connsiteY9" fmla="*/ 111494 h 620359"/>
                <a:gd name="connsiteX10" fmla="*/ 436100 w 610318"/>
                <a:gd name="connsiteY10" fmla="*/ 88616 h 620359"/>
                <a:gd name="connsiteX11" fmla="*/ 423962 w 610318"/>
                <a:gd name="connsiteY11" fmla="*/ 76338 h 620359"/>
                <a:gd name="connsiteX12" fmla="*/ 509832 w 610318"/>
                <a:gd name="connsiteY12" fmla="*/ 0 h 620359"/>
                <a:gd name="connsiteX13" fmla="*/ 536460 w 610318"/>
                <a:gd name="connsiteY13" fmla="*/ 14388 h 620359"/>
                <a:gd name="connsiteX14" fmla="*/ 610319 w 610318"/>
                <a:gd name="connsiteY14" fmla="*/ 2237 h 620359"/>
                <a:gd name="connsiteX15" fmla="*/ 603964 w 610318"/>
                <a:gd name="connsiteY15" fmla="*/ 21836 h 620359"/>
                <a:gd name="connsiteX16" fmla="*/ 555030 w 610318"/>
                <a:gd name="connsiteY16" fmla="*/ 38563 h 620359"/>
                <a:gd name="connsiteX17" fmla="*/ 589347 w 610318"/>
                <a:gd name="connsiteY17" fmla="*/ 71241 h 620359"/>
                <a:gd name="connsiteX18" fmla="*/ 545764 w 610318"/>
                <a:gd name="connsiteY18" fmla="*/ 85730 h 620359"/>
                <a:gd name="connsiteX19" fmla="*/ 545509 w 610318"/>
                <a:gd name="connsiteY19" fmla="*/ 54895 h 620359"/>
                <a:gd name="connsiteX20" fmla="*/ 494478 w 610318"/>
                <a:gd name="connsiteY20" fmla="*/ 21569 h 620359"/>
                <a:gd name="connsiteX21" fmla="*/ 494732 w 610318"/>
                <a:gd name="connsiteY21" fmla="*/ 14896 h 620359"/>
                <a:gd name="connsiteX22" fmla="*/ 251701 w 610318"/>
                <a:gd name="connsiteY22" fmla="*/ 241151 h 620359"/>
                <a:gd name="connsiteX23" fmla="*/ 290073 w 610318"/>
                <a:gd name="connsiteY23" fmla="*/ 262186 h 620359"/>
                <a:gd name="connsiteX24" fmla="*/ 334825 w 610318"/>
                <a:gd name="connsiteY24" fmla="*/ 255145 h 620359"/>
                <a:gd name="connsiteX25" fmla="*/ 340837 w 610318"/>
                <a:gd name="connsiteY25" fmla="*/ 277743 h 620359"/>
                <a:gd name="connsiteX26" fmla="*/ 388869 w 610318"/>
                <a:gd name="connsiteY26" fmla="*/ 275786 h 620359"/>
                <a:gd name="connsiteX27" fmla="*/ 389377 w 610318"/>
                <a:gd name="connsiteY27" fmla="*/ 306125 h 620359"/>
                <a:gd name="connsiteX28" fmla="*/ 385069 w 610318"/>
                <a:gd name="connsiteY28" fmla="*/ 342324 h 620359"/>
                <a:gd name="connsiteX29" fmla="*/ 381166 w 610318"/>
                <a:gd name="connsiteY29" fmla="*/ 374328 h 620359"/>
                <a:gd name="connsiteX30" fmla="*/ 378167 w 610318"/>
                <a:gd name="connsiteY30" fmla="*/ 399825 h 620359"/>
                <a:gd name="connsiteX31" fmla="*/ 358975 w 610318"/>
                <a:gd name="connsiteY31" fmla="*/ 432363 h 620359"/>
                <a:gd name="connsiteX32" fmla="*/ 357703 w 610318"/>
                <a:gd name="connsiteY32" fmla="*/ 466617 h 620359"/>
                <a:gd name="connsiteX33" fmla="*/ 331228 w 610318"/>
                <a:gd name="connsiteY33" fmla="*/ 500464 h 620359"/>
                <a:gd name="connsiteX34" fmla="*/ 190526 w 610318"/>
                <a:gd name="connsiteY34" fmla="*/ 609772 h 620359"/>
                <a:gd name="connsiteX35" fmla="*/ 152560 w 610318"/>
                <a:gd name="connsiteY35" fmla="*/ 620360 h 620359"/>
                <a:gd name="connsiteX36" fmla="*/ 128539 w 610318"/>
                <a:gd name="connsiteY36" fmla="*/ 602565 h 620359"/>
                <a:gd name="connsiteX37" fmla="*/ 71521 w 610318"/>
                <a:gd name="connsiteY37" fmla="*/ 576026 h 620359"/>
                <a:gd name="connsiteX38" fmla="*/ 30670 w 610318"/>
                <a:gd name="connsiteY38" fmla="*/ 477217 h 620359"/>
                <a:gd name="connsiteX39" fmla="*/ 9914 w 610318"/>
                <a:gd name="connsiteY39" fmla="*/ 452636 h 620359"/>
                <a:gd name="connsiteX40" fmla="*/ 12799 w 610318"/>
                <a:gd name="connsiteY40" fmla="*/ 433952 h 620359"/>
                <a:gd name="connsiteX41" fmla="*/ 18277 w 610318"/>
                <a:gd name="connsiteY41" fmla="*/ 398262 h 620359"/>
                <a:gd name="connsiteX42" fmla="*/ 0 w 610318"/>
                <a:gd name="connsiteY42" fmla="*/ 359178 h 620359"/>
                <a:gd name="connsiteX43" fmla="*/ 66169 w 610318"/>
                <a:gd name="connsiteY43" fmla="*/ 292017 h 620359"/>
                <a:gd name="connsiteX44" fmla="*/ 81828 w 610318"/>
                <a:gd name="connsiteY44" fmla="*/ 261029 h 620359"/>
                <a:gd name="connsiteX45" fmla="*/ 109626 w 610318"/>
                <a:gd name="connsiteY45" fmla="*/ 249921 h 620359"/>
                <a:gd name="connsiteX46" fmla="*/ 92798 w 610318"/>
                <a:gd name="connsiteY46" fmla="*/ 215603 h 620359"/>
                <a:gd name="connsiteX47" fmla="*/ 98797 w 610318"/>
                <a:gd name="connsiteY47" fmla="*/ 207126 h 620359"/>
                <a:gd name="connsiteX48" fmla="*/ 95136 w 610318"/>
                <a:gd name="connsiteY48" fmla="*/ 192598 h 620359"/>
                <a:gd name="connsiteX49" fmla="*/ 77253 w 610318"/>
                <a:gd name="connsiteY49" fmla="*/ 177346 h 620359"/>
                <a:gd name="connsiteX50" fmla="*/ 131297 w 610318"/>
                <a:gd name="connsiteY50" fmla="*/ 164013 h 620359"/>
                <a:gd name="connsiteX51" fmla="*/ 150476 w 610318"/>
                <a:gd name="connsiteY51" fmla="*/ 193818 h 620359"/>
                <a:gd name="connsiteX52" fmla="*/ 180892 w 610318"/>
                <a:gd name="connsiteY52" fmla="*/ 189636 h 620359"/>
                <a:gd name="connsiteX53" fmla="*/ 203198 w 610318"/>
                <a:gd name="connsiteY53" fmla="*/ 217090 h 620359"/>
                <a:gd name="connsiteX54" fmla="*/ 241697 w 610318"/>
                <a:gd name="connsiteY54" fmla="*/ 210023 h 620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10318" h="620359">
                  <a:moveTo>
                    <a:pt x="430482" y="48617"/>
                  </a:moveTo>
                  <a:lnTo>
                    <a:pt x="471472" y="27708"/>
                  </a:lnTo>
                  <a:lnTo>
                    <a:pt x="492216" y="59344"/>
                  </a:lnTo>
                  <a:lnTo>
                    <a:pt x="512450" y="64047"/>
                  </a:lnTo>
                  <a:lnTo>
                    <a:pt x="504888" y="91488"/>
                  </a:lnTo>
                  <a:lnTo>
                    <a:pt x="481641" y="86658"/>
                  </a:lnTo>
                  <a:lnTo>
                    <a:pt x="463770" y="92543"/>
                  </a:lnTo>
                  <a:lnTo>
                    <a:pt x="491046" y="126657"/>
                  </a:lnTo>
                  <a:lnTo>
                    <a:pt x="397486" y="134893"/>
                  </a:lnTo>
                  <a:lnTo>
                    <a:pt x="400206" y="111494"/>
                  </a:lnTo>
                  <a:lnTo>
                    <a:pt x="436100" y="88616"/>
                  </a:lnTo>
                  <a:lnTo>
                    <a:pt x="423962" y="76338"/>
                  </a:lnTo>
                  <a:close/>
                  <a:moveTo>
                    <a:pt x="509832" y="0"/>
                  </a:moveTo>
                  <a:lnTo>
                    <a:pt x="536460" y="14388"/>
                  </a:lnTo>
                  <a:lnTo>
                    <a:pt x="610319" y="2237"/>
                  </a:lnTo>
                  <a:lnTo>
                    <a:pt x="603964" y="21836"/>
                  </a:lnTo>
                  <a:lnTo>
                    <a:pt x="555030" y="38563"/>
                  </a:lnTo>
                  <a:lnTo>
                    <a:pt x="589347" y="71241"/>
                  </a:lnTo>
                  <a:lnTo>
                    <a:pt x="545764" y="85730"/>
                  </a:lnTo>
                  <a:lnTo>
                    <a:pt x="545509" y="54895"/>
                  </a:lnTo>
                  <a:lnTo>
                    <a:pt x="494478" y="21569"/>
                  </a:lnTo>
                  <a:lnTo>
                    <a:pt x="494732" y="14896"/>
                  </a:lnTo>
                  <a:close/>
                  <a:moveTo>
                    <a:pt x="251701" y="241151"/>
                  </a:moveTo>
                  <a:lnTo>
                    <a:pt x="290073" y="262186"/>
                  </a:lnTo>
                  <a:lnTo>
                    <a:pt x="334825" y="255145"/>
                  </a:lnTo>
                  <a:lnTo>
                    <a:pt x="340837" y="277743"/>
                  </a:lnTo>
                  <a:lnTo>
                    <a:pt x="388869" y="275786"/>
                  </a:lnTo>
                  <a:lnTo>
                    <a:pt x="389377" y="306125"/>
                  </a:lnTo>
                  <a:lnTo>
                    <a:pt x="385069" y="342324"/>
                  </a:lnTo>
                  <a:lnTo>
                    <a:pt x="381166" y="374328"/>
                  </a:lnTo>
                  <a:lnTo>
                    <a:pt x="378167" y="399825"/>
                  </a:lnTo>
                  <a:lnTo>
                    <a:pt x="358975" y="432363"/>
                  </a:lnTo>
                  <a:lnTo>
                    <a:pt x="357703" y="466617"/>
                  </a:lnTo>
                  <a:lnTo>
                    <a:pt x="331228" y="500464"/>
                  </a:lnTo>
                  <a:lnTo>
                    <a:pt x="190526" y="609772"/>
                  </a:lnTo>
                  <a:lnTo>
                    <a:pt x="152560" y="620360"/>
                  </a:lnTo>
                  <a:lnTo>
                    <a:pt x="128539" y="602565"/>
                  </a:lnTo>
                  <a:lnTo>
                    <a:pt x="71521" y="576026"/>
                  </a:lnTo>
                  <a:lnTo>
                    <a:pt x="30670" y="477217"/>
                  </a:lnTo>
                  <a:lnTo>
                    <a:pt x="9914" y="452636"/>
                  </a:lnTo>
                  <a:lnTo>
                    <a:pt x="12799" y="433952"/>
                  </a:lnTo>
                  <a:lnTo>
                    <a:pt x="18277" y="398262"/>
                  </a:lnTo>
                  <a:lnTo>
                    <a:pt x="0" y="359178"/>
                  </a:lnTo>
                  <a:lnTo>
                    <a:pt x="66169" y="292017"/>
                  </a:lnTo>
                  <a:lnTo>
                    <a:pt x="81828" y="261029"/>
                  </a:lnTo>
                  <a:lnTo>
                    <a:pt x="109626" y="249921"/>
                  </a:lnTo>
                  <a:lnTo>
                    <a:pt x="92798" y="215603"/>
                  </a:lnTo>
                  <a:lnTo>
                    <a:pt x="98797" y="207126"/>
                  </a:lnTo>
                  <a:lnTo>
                    <a:pt x="95136" y="192598"/>
                  </a:lnTo>
                  <a:lnTo>
                    <a:pt x="77253" y="177346"/>
                  </a:lnTo>
                  <a:lnTo>
                    <a:pt x="131297" y="164013"/>
                  </a:lnTo>
                  <a:lnTo>
                    <a:pt x="150476" y="193818"/>
                  </a:lnTo>
                  <a:lnTo>
                    <a:pt x="180892" y="189636"/>
                  </a:lnTo>
                  <a:lnTo>
                    <a:pt x="203198" y="217090"/>
                  </a:lnTo>
                  <a:lnTo>
                    <a:pt x="241697" y="210023"/>
                  </a:lnTo>
                  <a:close/>
                </a:path>
              </a:pathLst>
            </a:custGeom>
            <a:solidFill>
              <a:srgbClr val="FFFFFF"/>
            </a:solidFill>
            <a:ln w="12700" cap="flat">
              <a:noFill/>
              <a:prstDash val="solid"/>
              <a:miter/>
            </a:ln>
          </p:spPr>
          <p:txBody>
            <a:bodyPr rtlCol="0" anchor="ctr"/>
            <a:lstStyle/>
            <a:p>
              <a:endParaRPr lang="de-CH"/>
            </a:p>
          </p:txBody>
        </p:sp>
        <p:sp>
          <p:nvSpPr>
            <p:cNvPr id="113" name="Freihandform: Form 112">
              <a:extLst>
                <a:ext uri="{FF2B5EF4-FFF2-40B4-BE49-F238E27FC236}">
                  <a16:creationId xmlns:a16="http://schemas.microsoft.com/office/drawing/2014/main" id="{97F4A5E8-FA81-6160-DEDA-9DE3DB2895A9}"/>
                </a:ext>
              </a:extLst>
            </p:cNvPr>
            <p:cNvSpPr/>
            <p:nvPr/>
          </p:nvSpPr>
          <p:spPr>
            <a:xfrm>
              <a:off x="8316659" y="1545120"/>
              <a:ext cx="610318" cy="620359"/>
            </a:xfrm>
            <a:custGeom>
              <a:avLst/>
              <a:gdLst>
                <a:gd name="connsiteX0" fmla="*/ 430482 w 610318"/>
                <a:gd name="connsiteY0" fmla="*/ 48617 h 620359"/>
                <a:gd name="connsiteX1" fmla="*/ 471472 w 610318"/>
                <a:gd name="connsiteY1" fmla="*/ 27708 h 620359"/>
                <a:gd name="connsiteX2" fmla="*/ 492216 w 610318"/>
                <a:gd name="connsiteY2" fmla="*/ 59344 h 620359"/>
                <a:gd name="connsiteX3" fmla="*/ 512450 w 610318"/>
                <a:gd name="connsiteY3" fmla="*/ 64047 h 620359"/>
                <a:gd name="connsiteX4" fmla="*/ 504888 w 610318"/>
                <a:gd name="connsiteY4" fmla="*/ 91488 h 620359"/>
                <a:gd name="connsiteX5" fmla="*/ 481641 w 610318"/>
                <a:gd name="connsiteY5" fmla="*/ 86658 h 620359"/>
                <a:gd name="connsiteX6" fmla="*/ 463770 w 610318"/>
                <a:gd name="connsiteY6" fmla="*/ 92543 h 620359"/>
                <a:gd name="connsiteX7" fmla="*/ 491046 w 610318"/>
                <a:gd name="connsiteY7" fmla="*/ 126657 h 620359"/>
                <a:gd name="connsiteX8" fmla="*/ 397486 w 610318"/>
                <a:gd name="connsiteY8" fmla="*/ 134893 h 620359"/>
                <a:gd name="connsiteX9" fmla="*/ 400206 w 610318"/>
                <a:gd name="connsiteY9" fmla="*/ 111494 h 620359"/>
                <a:gd name="connsiteX10" fmla="*/ 436100 w 610318"/>
                <a:gd name="connsiteY10" fmla="*/ 88616 h 620359"/>
                <a:gd name="connsiteX11" fmla="*/ 423962 w 610318"/>
                <a:gd name="connsiteY11" fmla="*/ 76338 h 620359"/>
                <a:gd name="connsiteX12" fmla="*/ 509832 w 610318"/>
                <a:gd name="connsiteY12" fmla="*/ 0 h 620359"/>
                <a:gd name="connsiteX13" fmla="*/ 536460 w 610318"/>
                <a:gd name="connsiteY13" fmla="*/ 14388 h 620359"/>
                <a:gd name="connsiteX14" fmla="*/ 610319 w 610318"/>
                <a:gd name="connsiteY14" fmla="*/ 2237 h 620359"/>
                <a:gd name="connsiteX15" fmla="*/ 603964 w 610318"/>
                <a:gd name="connsiteY15" fmla="*/ 21836 h 620359"/>
                <a:gd name="connsiteX16" fmla="*/ 555030 w 610318"/>
                <a:gd name="connsiteY16" fmla="*/ 38563 h 620359"/>
                <a:gd name="connsiteX17" fmla="*/ 589347 w 610318"/>
                <a:gd name="connsiteY17" fmla="*/ 71241 h 620359"/>
                <a:gd name="connsiteX18" fmla="*/ 545764 w 610318"/>
                <a:gd name="connsiteY18" fmla="*/ 85730 h 620359"/>
                <a:gd name="connsiteX19" fmla="*/ 545509 w 610318"/>
                <a:gd name="connsiteY19" fmla="*/ 54895 h 620359"/>
                <a:gd name="connsiteX20" fmla="*/ 494478 w 610318"/>
                <a:gd name="connsiteY20" fmla="*/ 21569 h 620359"/>
                <a:gd name="connsiteX21" fmla="*/ 494732 w 610318"/>
                <a:gd name="connsiteY21" fmla="*/ 14896 h 620359"/>
                <a:gd name="connsiteX22" fmla="*/ 251701 w 610318"/>
                <a:gd name="connsiteY22" fmla="*/ 241151 h 620359"/>
                <a:gd name="connsiteX23" fmla="*/ 290073 w 610318"/>
                <a:gd name="connsiteY23" fmla="*/ 262186 h 620359"/>
                <a:gd name="connsiteX24" fmla="*/ 334825 w 610318"/>
                <a:gd name="connsiteY24" fmla="*/ 255145 h 620359"/>
                <a:gd name="connsiteX25" fmla="*/ 340837 w 610318"/>
                <a:gd name="connsiteY25" fmla="*/ 277743 h 620359"/>
                <a:gd name="connsiteX26" fmla="*/ 388869 w 610318"/>
                <a:gd name="connsiteY26" fmla="*/ 275786 h 620359"/>
                <a:gd name="connsiteX27" fmla="*/ 389377 w 610318"/>
                <a:gd name="connsiteY27" fmla="*/ 306125 h 620359"/>
                <a:gd name="connsiteX28" fmla="*/ 385069 w 610318"/>
                <a:gd name="connsiteY28" fmla="*/ 342324 h 620359"/>
                <a:gd name="connsiteX29" fmla="*/ 381166 w 610318"/>
                <a:gd name="connsiteY29" fmla="*/ 374328 h 620359"/>
                <a:gd name="connsiteX30" fmla="*/ 378167 w 610318"/>
                <a:gd name="connsiteY30" fmla="*/ 399825 h 620359"/>
                <a:gd name="connsiteX31" fmla="*/ 358975 w 610318"/>
                <a:gd name="connsiteY31" fmla="*/ 432363 h 620359"/>
                <a:gd name="connsiteX32" fmla="*/ 357703 w 610318"/>
                <a:gd name="connsiteY32" fmla="*/ 466617 h 620359"/>
                <a:gd name="connsiteX33" fmla="*/ 331228 w 610318"/>
                <a:gd name="connsiteY33" fmla="*/ 500464 h 620359"/>
                <a:gd name="connsiteX34" fmla="*/ 190526 w 610318"/>
                <a:gd name="connsiteY34" fmla="*/ 609772 h 620359"/>
                <a:gd name="connsiteX35" fmla="*/ 152560 w 610318"/>
                <a:gd name="connsiteY35" fmla="*/ 620360 h 620359"/>
                <a:gd name="connsiteX36" fmla="*/ 128539 w 610318"/>
                <a:gd name="connsiteY36" fmla="*/ 602565 h 620359"/>
                <a:gd name="connsiteX37" fmla="*/ 71521 w 610318"/>
                <a:gd name="connsiteY37" fmla="*/ 576026 h 620359"/>
                <a:gd name="connsiteX38" fmla="*/ 30670 w 610318"/>
                <a:gd name="connsiteY38" fmla="*/ 477217 h 620359"/>
                <a:gd name="connsiteX39" fmla="*/ 9914 w 610318"/>
                <a:gd name="connsiteY39" fmla="*/ 452636 h 620359"/>
                <a:gd name="connsiteX40" fmla="*/ 12799 w 610318"/>
                <a:gd name="connsiteY40" fmla="*/ 433952 h 620359"/>
                <a:gd name="connsiteX41" fmla="*/ 18277 w 610318"/>
                <a:gd name="connsiteY41" fmla="*/ 398262 h 620359"/>
                <a:gd name="connsiteX42" fmla="*/ 0 w 610318"/>
                <a:gd name="connsiteY42" fmla="*/ 359178 h 620359"/>
                <a:gd name="connsiteX43" fmla="*/ 66169 w 610318"/>
                <a:gd name="connsiteY43" fmla="*/ 292017 h 620359"/>
                <a:gd name="connsiteX44" fmla="*/ 81828 w 610318"/>
                <a:gd name="connsiteY44" fmla="*/ 261029 h 620359"/>
                <a:gd name="connsiteX45" fmla="*/ 109626 w 610318"/>
                <a:gd name="connsiteY45" fmla="*/ 249921 h 620359"/>
                <a:gd name="connsiteX46" fmla="*/ 92798 w 610318"/>
                <a:gd name="connsiteY46" fmla="*/ 215603 h 620359"/>
                <a:gd name="connsiteX47" fmla="*/ 98797 w 610318"/>
                <a:gd name="connsiteY47" fmla="*/ 207126 h 620359"/>
                <a:gd name="connsiteX48" fmla="*/ 95136 w 610318"/>
                <a:gd name="connsiteY48" fmla="*/ 192598 h 620359"/>
                <a:gd name="connsiteX49" fmla="*/ 77253 w 610318"/>
                <a:gd name="connsiteY49" fmla="*/ 177346 h 620359"/>
                <a:gd name="connsiteX50" fmla="*/ 131297 w 610318"/>
                <a:gd name="connsiteY50" fmla="*/ 164013 h 620359"/>
                <a:gd name="connsiteX51" fmla="*/ 150476 w 610318"/>
                <a:gd name="connsiteY51" fmla="*/ 193818 h 620359"/>
                <a:gd name="connsiteX52" fmla="*/ 180892 w 610318"/>
                <a:gd name="connsiteY52" fmla="*/ 189636 h 620359"/>
                <a:gd name="connsiteX53" fmla="*/ 203198 w 610318"/>
                <a:gd name="connsiteY53" fmla="*/ 217090 h 620359"/>
                <a:gd name="connsiteX54" fmla="*/ 241697 w 610318"/>
                <a:gd name="connsiteY54" fmla="*/ 210023 h 620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10318" h="620359">
                  <a:moveTo>
                    <a:pt x="430482" y="48617"/>
                  </a:moveTo>
                  <a:lnTo>
                    <a:pt x="471472" y="27708"/>
                  </a:lnTo>
                  <a:lnTo>
                    <a:pt x="492216" y="59344"/>
                  </a:lnTo>
                  <a:lnTo>
                    <a:pt x="512450" y="64047"/>
                  </a:lnTo>
                  <a:lnTo>
                    <a:pt x="504888" y="91488"/>
                  </a:lnTo>
                  <a:lnTo>
                    <a:pt x="481641" y="86658"/>
                  </a:lnTo>
                  <a:lnTo>
                    <a:pt x="463770" y="92543"/>
                  </a:lnTo>
                  <a:lnTo>
                    <a:pt x="491046" y="126657"/>
                  </a:lnTo>
                  <a:lnTo>
                    <a:pt x="397486" y="134893"/>
                  </a:lnTo>
                  <a:lnTo>
                    <a:pt x="400206" y="111494"/>
                  </a:lnTo>
                  <a:lnTo>
                    <a:pt x="436100" y="88616"/>
                  </a:lnTo>
                  <a:lnTo>
                    <a:pt x="423962" y="76338"/>
                  </a:lnTo>
                  <a:close/>
                  <a:moveTo>
                    <a:pt x="509832" y="0"/>
                  </a:moveTo>
                  <a:lnTo>
                    <a:pt x="536460" y="14388"/>
                  </a:lnTo>
                  <a:lnTo>
                    <a:pt x="610319" y="2237"/>
                  </a:lnTo>
                  <a:lnTo>
                    <a:pt x="603964" y="21836"/>
                  </a:lnTo>
                  <a:lnTo>
                    <a:pt x="555030" y="38563"/>
                  </a:lnTo>
                  <a:lnTo>
                    <a:pt x="589347" y="71241"/>
                  </a:lnTo>
                  <a:lnTo>
                    <a:pt x="545764" y="85730"/>
                  </a:lnTo>
                  <a:lnTo>
                    <a:pt x="545509" y="54895"/>
                  </a:lnTo>
                  <a:lnTo>
                    <a:pt x="494478" y="21569"/>
                  </a:lnTo>
                  <a:lnTo>
                    <a:pt x="494732" y="14896"/>
                  </a:lnTo>
                  <a:close/>
                  <a:moveTo>
                    <a:pt x="251701" y="241151"/>
                  </a:moveTo>
                  <a:lnTo>
                    <a:pt x="290073" y="262186"/>
                  </a:lnTo>
                  <a:lnTo>
                    <a:pt x="334825" y="255145"/>
                  </a:lnTo>
                  <a:lnTo>
                    <a:pt x="340837" y="277743"/>
                  </a:lnTo>
                  <a:lnTo>
                    <a:pt x="388869" y="275786"/>
                  </a:lnTo>
                  <a:lnTo>
                    <a:pt x="389377" y="306125"/>
                  </a:lnTo>
                  <a:lnTo>
                    <a:pt x="385069" y="342324"/>
                  </a:lnTo>
                  <a:lnTo>
                    <a:pt x="381166" y="374328"/>
                  </a:lnTo>
                  <a:lnTo>
                    <a:pt x="378167" y="399825"/>
                  </a:lnTo>
                  <a:lnTo>
                    <a:pt x="358975" y="432363"/>
                  </a:lnTo>
                  <a:lnTo>
                    <a:pt x="357703" y="466617"/>
                  </a:lnTo>
                  <a:lnTo>
                    <a:pt x="331228" y="500464"/>
                  </a:lnTo>
                  <a:lnTo>
                    <a:pt x="190526" y="609772"/>
                  </a:lnTo>
                  <a:lnTo>
                    <a:pt x="152560" y="620360"/>
                  </a:lnTo>
                  <a:lnTo>
                    <a:pt x="128539" y="602565"/>
                  </a:lnTo>
                  <a:lnTo>
                    <a:pt x="71521" y="576026"/>
                  </a:lnTo>
                  <a:lnTo>
                    <a:pt x="30670" y="477217"/>
                  </a:lnTo>
                  <a:lnTo>
                    <a:pt x="9914" y="452636"/>
                  </a:lnTo>
                  <a:lnTo>
                    <a:pt x="12799" y="433952"/>
                  </a:lnTo>
                  <a:lnTo>
                    <a:pt x="18277" y="398262"/>
                  </a:lnTo>
                  <a:lnTo>
                    <a:pt x="0" y="359178"/>
                  </a:lnTo>
                  <a:lnTo>
                    <a:pt x="66169" y="292017"/>
                  </a:lnTo>
                  <a:lnTo>
                    <a:pt x="81828" y="261029"/>
                  </a:lnTo>
                  <a:lnTo>
                    <a:pt x="109626" y="249921"/>
                  </a:lnTo>
                  <a:lnTo>
                    <a:pt x="92798" y="215603"/>
                  </a:lnTo>
                  <a:lnTo>
                    <a:pt x="98797" y="207126"/>
                  </a:lnTo>
                  <a:lnTo>
                    <a:pt x="95136" y="192598"/>
                  </a:lnTo>
                  <a:lnTo>
                    <a:pt x="77253" y="177346"/>
                  </a:lnTo>
                  <a:lnTo>
                    <a:pt x="131297" y="164013"/>
                  </a:lnTo>
                  <a:lnTo>
                    <a:pt x="150476" y="193818"/>
                  </a:lnTo>
                  <a:lnTo>
                    <a:pt x="180892" y="189636"/>
                  </a:lnTo>
                  <a:lnTo>
                    <a:pt x="203198" y="217090"/>
                  </a:lnTo>
                  <a:lnTo>
                    <a:pt x="241697" y="210023"/>
                  </a:lnTo>
                  <a:close/>
                </a:path>
              </a:pathLst>
            </a:custGeom>
            <a:noFill/>
            <a:ln w="3810" cap="flat">
              <a:solidFill>
                <a:srgbClr val="E6E4E2"/>
              </a:solidFill>
              <a:prstDash val="solid"/>
              <a:miter/>
            </a:ln>
          </p:spPr>
          <p:txBody>
            <a:bodyPr rtlCol="0" anchor="ctr"/>
            <a:lstStyle/>
            <a:p>
              <a:endParaRPr lang="de-CH"/>
            </a:p>
          </p:txBody>
        </p:sp>
        <p:sp>
          <p:nvSpPr>
            <p:cNvPr id="114" name="Freihandform: Form 113">
              <a:extLst>
                <a:ext uri="{FF2B5EF4-FFF2-40B4-BE49-F238E27FC236}">
                  <a16:creationId xmlns:a16="http://schemas.microsoft.com/office/drawing/2014/main" id="{5FAD7664-0874-5CEF-E19E-CD07E09401B6}"/>
                </a:ext>
              </a:extLst>
            </p:cNvPr>
            <p:cNvSpPr/>
            <p:nvPr/>
          </p:nvSpPr>
          <p:spPr>
            <a:xfrm>
              <a:off x="7281438" y="1280595"/>
              <a:ext cx="1765612" cy="1951613"/>
            </a:xfrm>
            <a:custGeom>
              <a:avLst/>
              <a:gdLst>
                <a:gd name="connsiteX0" fmla="*/ 1279613 w 1765612"/>
                <a:gd name="connsiteY0" fmla="*/ 284276 h 1951613"/>
                <a:gd name="connsiteX1" fmla="*/ 1263432 w 1765612"/>
                <a:gd name="connsiteY1" fmla="*/ 366346 h 1951613"/>
                <a:gd name="connsiteX2" fmla="*/ 1206668 w 1765612"/>
                <a:gd name="connsiteY2" fmla="*/ 387127 h 1951613"/>
                <a:gd name="connsiteX3" fmla="*/ 1153934 w 1765612"/>
                <a:gd name="connsiteY3" fmla="*/ 367541 h 1951613"/>
                <a:gd name="connsiteX4" fmla="*/ 1137411 w 1765612"/>
                <a:gd name="connsiteY4" fmla="*/ 374214 h 1951613"/>
                <a:gd name="connsiteX5" fmla="*/ 1090307 w 1765612"/>
                <a:gd name="connsiteY5" fmla="*/ 393432 h 1951613"/>
                <a:gd name="connsiteX6" fmla="*/ 1060933 w 1765612"/>
                <a:gd name="connsiteY6" fmla="*/ 391462 h 1951613"/>
                <a:gd name="connsiteX7" fmla="*/ 998158 w 1765612"/>
                <a:gd name="connsiteY7" fmla="*/ 403358 h 1951613"/>
                <a:gd name="connsiteX8" fmla="*/ 873661 w 1765612"/>
                <a:gd name="connsiteY8" fmla="*/ 403231 h 1951613"/>
                <a:gd name="connsiteX9" fmla="*/ 873394 w 1765612"/>
                <a:gd name="connsiteY9" fmla="*/ 432770 h 1951613"/>
                <a:gd name="connsiteX10" fmla="*/ 846703 w 1765612"/>
                <a:gd name="connsiteY10" fmla="*/ 443751 h 1951613"/>
                <a:gd name="connsiteX11" fmla="*/ 851787 w 1765612"/>
                <a:gd name="connsiteY11" fmla="*/ 477599 h 1951613"/>
                <a:gd name="connsiteX12" fmla="*/ 830777 w 1765612"/>
                <a:gd name="connsiteY12" fmla="*/ 508179 h 1951613"/>
                <a:gd name="connsiteX13" fmla="*/ 792532 w 1765612"/>
                <a:gd name="connsiteY13" fmla="*/ 510543 h 1951613"/>
                <a:gd name="connsiteX14" fmla="*/ 809055 w 1765612"/>
                <a:gd name="connsiteY14" fmla="*/ 553542 h 1951613"/>
                <a:gd name="connsiteX15" fmla="*/ 825235 w 1765612"/>
                <a:gd name="connsiteY15" fmla="*/ 579687 h 1951613"/>
                <a:gd name="connsiteX16" fmla="*/ 861917 w 1765612"/>
                <a:gd name="connsiteY16" fmla="*/ 568832 h 1951613"/>
                <a:gd name="connsiteX17" fmla="*/ 879914 w 1765612"/>
                <a:gd name="connsiteY17" fmla="*/ 599667 h 1951613"/>
                <a:gd name="connsiteX18" fmla="*/ 832810 w 1765612"/>
                <a:gd name="connsiteY18" fmla="*/ 633794 h 1951613"/>
                <a:gd name="connsiteX19" fmla="*/ 849779 w 1765612"/>
                <a:gd name="connsiteY19" fmla="*/ 672357 h 1951613"/>
                <a:gd name="connsiteX20" fmla="*/ 864128 w 1765612"/>
                <a:gd name="connsiteY20" fmla="*/ 716843 h 1951613"/>
                <a:gd name="connsiteX21" fmla="*/ 828629 w 1765612"/>
                <a:gd name="connsiteY21" fmla="*/ 766781 h 1951613"/>
                <a:gd name="connsiteX22" fmla="*/ 850808 w 1765612"/>
                <a:gd name="connsiteY22" fmla="*/ 779186 h 1951613"/>
                <a:gd name="connsiteX23" fmla="*/ 885266 w 1765612"/>
                <a:gd name="connsiteY23" fmla="*/ 798137 h 1951613"/>
                <a:gd name="connsiteX24" fmla="*/ 932649 w 1765612"/>
                <a:gd name="connsiteY24" fmla="*/ 803488 h 1951613"/>
                <a:gd name="connsiteX25" fmla="*/ 966052 w 1765612"/>
                <a:gd name="connsiteY25" fmla="*/ 782199 h 1951613"/>
                <a:gd name="connsiteX26" fmla="*/ 989159 w 1765612"/>
                <a:gd name="connsiteY26" fmla="*/ 799993 h 1951613"/>
                <a:gd name="connsiteX27" fmla="*/ 1014211 w 1765612"/>
                <a:gd name="connsiteY27" fmla="*/ 819211 h 1951613"/>
                <a:gd name="connsiteX28" fmla="*/ 1037305 w 1765612"/>
                <a:gd name="connsiteY28" fmla="*/ 814368 h 1951613"/>
                <a:gd name="connsiteX29" fmla="*/ 1065878 w 1765612"/>
                <a:gd name="connsiteY29" fmla="*/ 851495 h 1951613"/>
                <a:gd name="connsiteX30" fmla="*/ 1106728 w 1765612"/>
                <a:gd name="connsiteY30" fmla="*/ 840640 h 1951613"/>
                <a:gd name="connsiteX31" fmla="*/ 1163746 w 1765612"/>
                <a:gd name="connsiteY31" fmla="*/ 867179 h 1951613"/>
                <a:gd name="connsiteX32" fmla="*/ 1187768 w 1765612"/>
                <a:gd name="connsiteY32" fmla="*/ 884973 h 1951613"/>
                <a:gd name="connsiteX33" fmla="*/ 1225734 w 1765612"/>
                <a:gd name="connsiteY33" fmla="*/ 874399 h 1951613"/>
                <a:gd name="connsiteX34" fmla="*/ 1366436 w 1765612"/>
                <a:gd name="connsiteY34" fmla="*/ 765091 h 1951613"/>
                <a:gd name="connsiteX35" fmla="*/ 1392911 w 1765612"/>
                <a:gd name="connsiteY35" fmla="*/ 731243 h 1951613"/>
                <a:gd name="connsiteX36" fmla="*/ 1394182 w 1765612"/>
                <a:gd name="connsiteY36" fmla="*/ 697002 h 1951613"/>
                <a:gd name="connsiteX37" fmla="*/ 1413375 w 1765612"/>
                <a:gd name="connsiteY37" fmla="*/ 664464 h 1951613"/>
                <a:gd name="connsiteX38" fmla="*/ 1416387 w 1765612"/>
                <a:gd name="connsiteY38" fmla="*/ 638955 h 1951613"/>
                <a:gd name="connsiteX39" fmla="*/ 1420289 w 1765612"/>
                <a:gd name="connsiteY39" fmla="*/ 606950 h 1951613"/>
                <a:gd name="connsiteX40" fmla="*/ 1424598 w 1765612"/>
                <a:gd name="connsiteY40" fmla="*/ 570752 h 1951613"/>
                <a:gd name="connsiteX41" fmla="*/ 1424089 w 1765612"/>
                <a:gd name="connsiteY41" fmla="*/ 540425 h 1951613"/>
                <a:gd name="connsiteX42" fmla="*/ 1422373 w 1765612"/>
                <a:gd name="connsiteY42" fmla="*/ 519771 h 1951613"/>
                <a:gd name="connsiteX43" fmla="*/ 1430470 w 1765612"/>
                <a:gd name="connsiteY43" fmla="*/ 404489 h 1951613"/>
                <a:gd name="connsiteX44" fmla="*/ 1432707 w 1765612"/>
                <a:gd name="connsiteY44" fmla="*/ 399520 h 1951613"/>
                <a:gd name="connsiteX45" fmla="*/ 1526267 w 1765612"/>
                <a:gd name="connsiteY45" fmla="*/ 391284 h 1951613"/>
                <a:gd name="connsiteX46" fmla="*/ 1549615 w 1765612"/>
                <a:gd name="connsiteY46" fmla="*/ 378726 h 1951613"/>
                <a:gd name="connsiteX47" fmla="*/ 1580819 w 1765612"/>
                <a:gd name="connsiteY47" fmla="*/ 352734 h 1951613"/>
                <a:gd name="connsiteX48" fmla="*/ 1580946 w 1765612"/>
                <a:gd name="connsiteY48" fmla="*/ 350369 h 1951613"/>
                <a:gd name="connsiteX49" fmla="*/ 1624580 w 1765612"/>
                <a:gd name="connsiteY49" fmla="*/ 335765 h 1951613"/>
                <a:gd name="connsiteX50" fmla="*/ 1590262 w 1765612"/>
                <a:gd name="connsiteY50" fmla="*/ 303088 h 1951613"/>
                <a:gd name="connsiteX51" fmla="*/ 1639197 w 1765612"/>
                <a:gd name="connsiteY51" fmla="*/ 286374 h 1951613"/>
                <a:gd name="connsiteX52" fmla="*/ 1645552 w 1765612"/>
                <a:gd name="connsiteY52" fmla="*/ 266762 h 1951613"/>
                <a:gd name="connsiteX53" fmla="*/ 1665520 w 1765612"/>
                <a:gd name="connsiteY53" fmla="*/ 260407 h 1951613"/>
                <a:gd name="connsiteX54" fmla="*/ 1672955 w 1765612"/>
                <a:gd name="connsiteY54" fmla="*/ 257521 h 1951613"/>
                <a:gd name="connsiteX55" fmla="*/ 1589068 w 1765612"/>
                <a:gd name="connsiteY55" fmla="*/ 206541 h 1951613"/>
                <a:gd name="connsiteX56" fmla="*/ 1589335 w 1765612"/>
                <a:gd name="connsiteY56" fmla="*/ 202372 h 1951613"/>
                <a:gd name="connsiteX57" fmla="*/ 1570536 w 1765612"/>
                <a:gd name="connsiteY57" fmla="*/ 192699 h 1951613"/>
                <a:gd name="connsiteX58" fmla="*/ 1534007 w 1765612"/>
                <a:gd name="connsiteY58" fmla="*/ 192699 h 1951613"/>
                <a:gd name="connsiteX59" fmla="*/ 1515603 w 1765612"/>
                <a:gd name="connsiteY59" fmla="*/ 189573 h 1951613"/>
                <a:gd name="connsiteX60" fmla="*/ 1501507 w 1765612"/>
                <a:gd name="connsiteY60" fmla="*/ 190475 h 1951613"/>
                <a:gd name="connsiteX61" fmla="*/ 1498495 w 1765612"/>
                <a:gd name="connsiteY61" fmla="*/ 174537 h 1951613"/>
                <a:gd name="connsiteX62" fmla="*/ 1474345 w 1765612"/>
                <a:gd name="connsiteY62" fmla="*/ 179760 h 1951613"/>
                <a:gd name="connsiteX63" fmla="*/ 1463262 w 1765612"/>
                <a:gd name="connsiteY63" fmla="*/ 192305 h 1951613"/>
                <a:gd name="connsiteX64" fmla="*/ 1462347 w 1765612"/>
                <a:gd name="connsiteY64" fmla="*/ 203541 h 1951613"/>
                <a:gd name="connsiteX65" fmla="*/ 1458534 w 1765612"/>
                <a:gd name="connsiteY65" fmla="*/ 228784 h 1951613"/>
                <a:gd name="connsiteX66" fmla="*/ 1427089 w 1765612"/>
                <a:gd name="connsiteY66" fmla="*/ 235444 h 1951613"/>
                <a:gd name="connsiteX67" fmla="*/ 1393013 w 1765612"/>
                <a:gd name="connsiteY67" fmla="*/ 260661 h 1951613"/>
                <a:gd name="connsiteX68" fmla="*/ 1346163 w 1765612"/>
                <a:gd name="connsiteY68" fmla="*/ 271897 h 1951613"/>
                <a:gd name="connsiteX69" fmla="*/ 1314718 w 1765612"/>
                <a:gd name="connsiteY69" fmla="*/ 293339 h 1951613"/>
                <a:gd name="connsiteX70" fmla="*/ 1081333 w 1765612"/>
                <a:gd name="connsiteY70" fmla="*/ 73185 h 1951613"/>
                <a:gd name="connsiteX71" fmla="*/ 1078715 w 1765612"/>
                <a:gd name="connsiteY71" fmla="*/ 91221 h 1951613"/>
                <a:gd name="connsiteX72" fmla="*/ 1133013 w 1765612"/>
                <a:gd name="connsiteY72" fmla="*/ 87306 h 1951613"/>
                <a:gd name="connsiteX73" fmla="*/ 1152586 w 1765612"/>
                <a:gd name="connsiteY73" fmla="*/ 92797 h 1951613"/>
                <a:gd name="connsiteX74" fmla="*/ 1138491 w 1765612"/>
                <a:gd name="connsiteY74" fmla="*/ 113578 h 1951613"/>
                <a:gd name="connsiteX75" fmla="*/ 1137843 w 1765612"/>
                <a:gd name="connsiteY75" fmla="*/ 135796 h 1951613"/>
                <a:gd name="connsiteX76" fmla="*/ 1151404 w 1765612"/>
                <a:gd name="connsiteY76" fmla="*/ 135796 h 1951613"/>
                <a:gd name="connsiteX77" fmla="*/ 1184451 w 1765612"/>
                <a:gd name="connsiteY77" fmla="*/ 147044 h 1951613"/>
                <a:gd name="connsiteX78" fmla="*/ 1188505 w 1765612"/>
                <a:gd name="connsiteY78" fmla="*/ 159055 h 1951613"/>
                <a:gd name="connsiteX79" fmla="*/ 1204686 w 1765612"/>
                <a:gd name="connsiteY79" fmla="*/ 156170 h 1951613"/>
                <a:gd name="connsiteX80" fmla="*/ 1224005 w 1765612"/>
                <a:gd name="connsiteY80" fmla="*/ 109778 h 1951613"/>
                <a:gd name="connsiteX81" fmla="*/ 1239525 w 1765612"/>
                <a:gd name="connsiteY81" fmla="*/ 95657 h 1951613"/>
                <a:gd name="connsiteX82" fmla="*/ 1248015 w 1765612"/>
                <a:gd name="connsiteY82" fmla="*/ 100500 h 1951613"/>
                <a:gd name="connsiteX83" fmla="*/ 1276079 w 1765612"/>
                <a:gd name="connsiteY83" fmla="*/ 69525 h 1951613"/>
                <a:gd name="connsiteX84" fmla="*/ 1304041 w 1765612"/>
                <a:gd name="connsiteY84" fmla="*/ 84294 h 1951613"/>
                <a:gd name="connsiteX85" fmla="*/ 1304969 w 1765612"/>
                <a:gd name="connsiteY85" fmla="*/ 111481 h 1951613"/>
                <a:gd name="connsiteX86" fmla="*/ 1335245 w 1765612"/>
                <a:gd name="connsiteY86" fmla="*/ 134220 h 1951613"/>
                <a:gd name="connsiteX87" fmla="*/ 1359255 w 1765612"/>
                <a:gd name="connsiteY87" fmla="*/ 118675 h 1951613"/>
                <a:gd name="connsiteX88" fmla="*/ 1371011 w 1765612"/>
                <a:gd name="connsiteY88" fmla="*/ 141147 h 1951613"/>
                <a:gd name="connsiteX89" fmla="*/ 1401923 w 1765612"/>
                <a:gd name="connsiteY89" fmla="*/ 147299 h 1951613"/>
                <a:gd name="connsiteX90" fmla="*/ 1430381 w 1765612"/>
                <a:gd name="connsiteY90" fmla="*/ 146117 h 1951613"/>
                <a:gd name="connsiteX91" fmla="*/ 1467965 w 1765612"/>
                <a:gd name="connsiteY91" fmla="*/ 139456 h 1951613"/>
                <a:gd name="connsiteX92" fmla="*/ 1493017 w 1765612"/>
                <a:gd name="connsiteY92" fmla="*/ 128335 h 1951613"/>
                <a:gd name="connsiteX93" fmla="*/ 1515895 w 1765612"/>
                <a:gd name="connsiteY93" fmla="*/ 88476 h 1951613"/>
                <a:gd name="connsiteX94" fmla="*/ 1529202 w 1765612"/>
                <a:gd name="connsiteY94" fmla="*/ 80850 h 1951613"/>
                <a:gd name="connsiteX95" fmla="*/ 1538989 w 1765612"/>
                <a:gd name="connsiteY95" fmla="*/ 104503 h 1951613"/>
                <a:gd name="connsiteX96" fmla="*/ 1577883 w 1765612"/>
                <a:gd name="connsiteY96" fmla="*/ 140575 h 1951613"/>
                <a:gd name="connsiteX97" fmla="*/ 1599490 w 1765612"/>
                <a:gd name="connsiteY97" fmla="*/ 186192 h 1951613"/>
                <a:gd name="connsiteX98" fmla="*/ 1616445 w 1765612"/>
                <a:gd name="connsiteY98" fmla="*/ 193373 h 1951613"/>
                <a:gd name="connsiteX99" fmla="*/ 1623373 w 1765612"/>
                <a:gd name="connsiteY99" fmla="*/ 185531 h 1951613"/>
                <a:gd name="connsiteX100" fmla="*/ 1625063 w 1765612"/>
                <a:gd name="connsiteY100" fmla="*/ 170762 h 1951613"/>
                <a:gd name="connsiteX101" fmla="*/ 1633960 w 1765612"/>
                <a:gd name="connsiteY101" fmla="*/ 167762 h 1951613"/>
                <a:gd name="connsiteX102" fmla="*/ 1644001 w 1765612"/>
                <a:gd name="connsiteY102" fmla="*/ 189064 h 1951613"/>
                <a:gd name="connsiteX103" fmla="*/ 1656712 w 1765612"/>
                <a:gd name="connsiteY103" fmla="*/ 205588 h 1951613"/>
                <a:gd name="connsiteX104" fmla="*/ 1694842 w 1765612"/>
                <a:gd name="connsiteY104" fmla="*/ 206859 h 1951613"/>
                <a:gd name="connsiteX105" fmla="*/ 1725245 w 1765612"/>
                <a:gd name="connsiteY105" fmla="*/ 214701 h 1951613"/>
                <a:gd name="connsiteX106" fmla="*/ 1731905 w 1765612"/>
                <a:gd name="connsiteY106" fmla="*/ 229076 h 1951613"/>
                <a:gd name="connsiteX107" fmla="*/ 1715458 w 1765612"/>
                <a:gd name="connsiteY107" fmla="*/ 247760 h 1951613"/>
                <a:gd name="connsiteX108" fmla="*/ 1702748 w 1765612"/>
                <a:gd name="connsiteY108" fmla="*/ 271909 h 1951613"/>
                <a:gd name="connsiteX109" fmla="*/ 1713717 w 1765612"/>
                <a:gd name="connsiteY109" fmla="*/ 299096 h 1951613"/>
                <a:gd name="connsiteX110" fmla="*/ 1718013 w 1765612"/>
                <a:gd name="connsiteY110" fmla="*/ 326017 h 1951613"/>
                <a:gd name="connsiteX111" fmla="*/ 1719855 w 1765612"/>
                <a:gd name="connsiteY111" fmla="*/ 361605 h 1951613"/>
                <a:gd name="connsiteX112" fmla="*/ 1765613 w 1765612"/>
                <a:gd name="connsiteY112" fmla="*/ 400028 h 1951613"/>
                <a:gd name="connsiteX113" fmla="*/ 1764341 w 1765612"/>
                <a:gd name="connsiteY113" fmla="*/ 433227 h 1951613"/>
                <a:gd name="connsiteX114" fmla="*/ 1735159 w 1765612"/>
                <a:gd name="connsiteY114" fmla="*/ 466681 h 1951613"/>
                <a:gd name="connsiteX115" fmla="*/ 1668202 w 1765612"/>
                <a:gd name="connsiteY115" fmla="*/ 477535 h 1951613"/>
                <a:gd name="connsiteX116" fmla="*/ 1628012 w 1765612"/>
                <a:gd name="connsiteY116" fmla="*/ 529647 h 1951613"/>
                <a:gd name="connsiteX117" fmla="*/ 1619115 w 1765612"/>
                <a:gd name="connsiteY117" fmla="*/ 545064 h 1951613"/>
                <a:gd name="connsiteX118" fmla="*/ 1604370 w 1765612"/>
                <a:gd name="connsiteY118" fmla="*/ 610166 h 1951613"/>
                <a:gd name="connsiteX119" fmla="*/ 1596541 w 1765612"/>
                <a:gd name="connsiteY119" fmla="*/ 628469 h 1951613"/>
                <a:gd name="connsiteX120" fmla="*/ 1586615 w 1765612"/>
                <a:gd name="connsiteY120" fmla="*/ 643225 h 1951613"/>
                <a:gd name="connsiteX121" fmla="*/ 1553568 w 1765612"/>
                <a:gd name="connsiteY121" fmla="*/ 668061 h 1951613"/>
                <a:gd name="connsiteX122" fmla="*/ 1536460 w 1765612"/>
                <a:gd name="connsiteY122" fmla="*/ 683479 h 1951613"/>
                <a:gd name="connsiteX123" fmla="*/ 1531770 w 1765612"/>
                <a:gd name="connsiteY123" fmla="*/ 694740 h 1951613"/>
                <a:gd name="connsiteX124" fmla="*/ 1524589 w 1765612"/>
                <a:gd name="connsiteY124" fmla="*/ 723605 h 1951613"/>
                <a:gd name="connsiteX125" fmla="*/ 1519899 w 1765612"/>
                <a:gd name="connsiteY125" fmla="*/ 734853 h 1951613"/>
                <a:gd name="connsiteX126" fmla="*/ 1511281 w 1765612"/>
                <a:gd name="connsiteY126" fmla="*/ 743877 h 1951613"/>
                <a:gd name="connsiteX127" fmla="*/ 1491581 w 1765612"/>
                <a:gd name="connsiteY127" fmla="*/ 759689 h 1951613"/>
                <a:gd name="connsiteX128" fmla="*/ 1485708 w 1765612"/>
                <a:gd name="connsiteY128" fmla="*/ 771458 h 1951613"/>
                <a:gd name="connsiteX129" fmla="*/ 1486229 w 1765612"/>
                <a:gd name="connsiteY129" fmla="*/ 789888 h 1951613"/>
                <a:gd name="connsiteX130" fmla="*/ 1482048 w 1765612"/>
                <a:gd name="connsiteY130" fmla="*/ 807009 h 1951613"/>
                <a:gd name="connsiteX131" fmla="*/ 1469909 w 1765612"/>
                <a:gd name="connsiteY131" fmla="*/ 842953 h 1951613"/>
                <a:gd name="connsiteX132" fmla="*/ 1453386 w 1765612"/>
                <a:gd name="connsiteY132" fmla="*/ 876140 h 1951613"/>
                <a:gd name="connsiteX133" fmla="*/ 1435490 w 1765612"/>
                <a:gd name="connsiteY133" fmla="*/ 908169 h 1951613"/>
                <a:gd name="connsiteX134" fmla="*/ 1431982 w 1765612"/>
                <a:gd name="connsiteY134" fmla="*/ 919278 h 1951613"/>
                <a:gd name="connsiteX135" fmla="*/ 1428462 w 1765612"/>
                <a:gd name="connsiteY135" fmla="*/ 941369 h 1951613"/>
                <a:gd name="connsiteX136" fmla="*/ 1424280 w 1765612"/>
                <a:gd name="connsiteY136" fmla="*/ 956150 h 1951613"/>
                <a:gd name="connsiteX137" fmla="*/ 1410438 w 1765612"/>
                <a:gd name="connsiteY137" fmla="*/ 986464 h 1951613"/>
                <a:gd name="connsiteX138" fmla="*/ 1405749 w 1765612"/>
                <a:gd name="connsiteY138" fmla="*/ 1009737 h 1951613"/>
                <a:gd name="connsiteX139" fmla="*/ 1406002 w 1765612"/>
                <a:gd name="connsiteY139" fmla="*/ 1057438 h 1951613"/>
                <a:gd name="connsiteX140" fmla="*/ 1423225 w 1765612"/>
                <a:gd name="connsiteY140" fmla="*/ 1109194 h 1951613"/>
                <a:gd name="connsiteX141" fmla="*/ 1439291 w 1765612"/>
                <a:gd name="connsiteY141" fmla="*/ 1138084 h 1951613"/>
                <a:gd name="connsiteX142" fmla="*/ 1455598 w 1765612"/>
                <a:gd name="connsiteY142" fmla="*/ 1172580 h 1951613"/>
                <a:gd name="connsiteX143" fmla="*/ 1465384 w 1765612"/>
                <a:gd name="connsiteY143" fmla="*/ 1211664 h 1951613"/>
                <a:gd name="connsiteX144" fmla="*/ 1469553 w 1765612"/>
                <a:gd name="connsiteY144" fmla="*/ 1231924 h 1951613"/>
                <a:gd name="connsiteX145" fmla="*/ 1476227 w 1765612"/>
                <a:gd name="connsiteY145" fmla="*/ 1264208 h 1951613"/>
                <a:gd name="connsiteX146" fmla="*/ 1476862 w 1765612"/>
                <a:gd name="connsiteY146" fmla="*/ 1289031 h 1951613"/>
                <a:gd name="connsiteX147" fmla="*/ 1464470 w 1765612"/>
                <a:gd name="connsiteY147" fmla="*/ 1321582 h 1951613"/>
                <a:gd name="connsiteX148" fmla="*/ 1423110 w 1765612"/>
                <a:gd name="connsiteY148" fmla="*/ 1355823 h 1951613"/>
                <a:gd name="connsiteX149" fmla="*/ 1398834 w 1765612"/>
                <a:gd name="connsiteY149" fmla="*/ 1372944 h 1951613"/>
                <a:gd name="connsiteX150" fmla="*/ 1384078 w 1765612"/>
                <a:gd name="connsiteY150" fmla="*/ 1390738 h 1951613"/>
                <a:gd name="connsiteX151" fmla="*/ 1392034 w 1765612"/>
                <a:gd name="connsiteY151" fmla="*/ 1423276 h 1951613"/>
                <a:gd name="connsiteX152" fmla="*/ 1395173 w 1765612"/>
                <a:gd name="connsiteY152" fmla="*/ 1430978 h 1951613"/>
                <a:gd name="connsiteX153" fmla="*/ 1411697 w 1765612"/>
                <a:gd name="connsiteY153" fmla="*/ 1456602 h 1951613"/>
                <a:gd name="connsiteX154" fmla="*/ 1425398 w 1765612"/>
                <a:gd name="connsiteY154" fmla="*/ 1476455 h 1951613"/>
                <a:gd name="connsiteX155" fmla="*/ 1465219 w 1765612"/>
                <a:gd name="connsiteY155" fmla="*/ 1545218 h 1951613"/>
                <a:gd name="connsiteX156" fmla="*/ 1539587 w 1765612"/>
                <a:gd name="connsiteY156" fmla="*/ 1643239 h 1951613"/>
                <a:gd name="connsiteX157" fmla="*/ 1495750 w 1765612"/>
                <a:gd name="connsiteY157" fmla="*/ 1656584 h 1951613"/>
                <a:gd name="connsiteX158" fmla="*/ 1486217 w 1765612"/>
                <a:gd name="connsiteY158" fmla="*/ 1707285 h 1951613"/>
                <a:gd name="connsiteX159" fmla="*/ 1447591 w 1765612"/>
                <a:gd name="connsiteY159" fmla="*/ 1714225 h 1951613"/>
                <a:gd name="connsiteX160" fmla="*/ 1442367 w 1765612"/>
                <a:gd name="connsiteY160" fmla="*/ 1740916 h 1951613"/>
                <a:gd name="connsiteX161" fmla="*/ 1410006 w 1765612"/>
                <a:gd name="connsiteY161" fmla="*/ 1845344 h 1951613"/>
                <a:gd name="connsiteX162" fmla="*/ 1384420 w 1765612"/>
                <a:gd name="connsiteY162" fmla="*/ 1876064 h 1951613"/>
                <a:gd name="connsiteX163" fmla="*/ 1386772 w 1765612"/>
                <a:gd name="connsiteY163" fmla="*/ 1903251 h 1951613"/>
                <a:gd name="connsiteX164" fmla="*/ 1371901 w 1765612"/>
                <a:gd name="connsiteY164" fmla="*/ 1919203 h 1951613"/>
                <a:gd name="connsiteX165" fmla="*/ 1346188 w 1765612"/>
                <a:gd name="connsiteY165" fmla="*/ 1951614 h 1951613"/>
                <a:gd name="connsiteX166" fmla="*/ 1337838 w 1765612"/>
                <a:gd name="connsiteY166" fmla="*/ 1943898 h 1951613"/>
                <a:gd name="connsiteX167" fmla="*/ 1278583 w 1765612"/>
                <a:gd name="connsiteY167" fmla="*/ 1888876 h 1951613"/>
                <a:gd name="connsiteX168" fmla="*/ 1197936 w 1765612"/>
                <a:gd name="connsiteY168" fmla="*/ 1886779 h 1951613"/>
                <a:gd name="connsiteX169" fmla="*/ 1130077 w 1765612"/>
                <a:gd name="connsiteY169" fmla="*/ 1878822 h 1951613"/>
                <a:gd name="connsiteX170" fmla="*/ 1031153 w 1765612"/>
                <a:gd name="connsiteY170" fmla="*/ 1858295 h 1951613"/>
                <a:gd name="connsiteX171" fmla="*/ 975050 w 1765612"/>
                <a:gd name="connsiteY171" fmla="*/ 1862108 h 1951613"/>
                <a:gd name="connsiteX172" fmla="*/ 939678 w 1765612"/>
                <a:gd name="connsiteY172" fmla="*/ 1838327 h 1951613"/>
                <a:gd name="connsiteX173" fmla="*/ 946859 w 1765612"/>
                <a:gd name="connsiteY173" fmla="*/ 1806056 h 1951613"/>
                <a:gd name="connsiteX174" fmla="*/ 910000 w 1765612"/>
                <a:gd name="connsiteY174" fmla="*/ 1740828 h 1951613"/>
                <a:gd name="connsiteX175" fmla="*/ 931149 w 1765612"/>
                <a:gd name="connsiteY175" fmla="*/ 1672332 h 1951613"/>
                <a:gd name="connsiteX176" fmla="*/ 938776 w 1765612"/>
                <a:gd name="connsiteY176" fmla="*/ 1593262 h 1951613"/>
                <a:gd name="connsiteX177" fmla="*/ 903276 w 1765612"/>
                <a:gd name="connsiteY177" fmla="*/ 1500986 h 1951613"/>
                <a:gd name="connsiteX178" fmla="*/ 872771 w 1765612"/>
                <a:gd name="connsiteY178" fmla="*/ 1491313 h 1951613"/>
                <a:gd name="connsiteX179" fmla="*/ 827231 w 1765612"/>
                <a:gd name="connsiteY179" fmla="*/ 1479671 h 1951613"/>
                <a:gd name="connsiteX180" fmla="*/ 793027 w 1765612"/>
                <a:gd name="connsiteY180" fmla="*/ 1514446 h 1951613"/>
                <a:gd name="connsiteX181" fmla="*/ 743458 w 1765612"/>
                <a:gd name="connsiteY181" fmla="*/ 1502943 h 1951613"/>
                <a:gd name="connsiteX182" fmla="*/ 705874 w 1765612"/>
                <a:gd name="connsiteY182" fmla="*/ 1476938 h 1951613"/>
                <a:gd name="connsiteX183" fmla="*/ 791223 w 1765612"/>
                <a:gd name="connsiteY183" fmla="*/ 1408456 h 1951613"/>
                <a:gd name="connsiteX184" fmla="*/ 814978 w 1765612"/>
                <a:gd name="connsiteY184" fmla="*/ 1391449 h 1951613"/>
                <a:gd name="connsiteX185" fmla="*/ 810796 w 1765612"/>
                <a:gd name="connsiteY185" fmla="*/ 1338918 h 1951613"/>
                <a:gd name="connsiteX186" fmla="*/ 803361 w 1765612"/>
                <a:gd name="connsiteY186" fmla="*/ 1244278 h 1951613"/>
                <a:gd name="connsiteX187" fmla="*/ 845889 w 1765612"/>
                <a:gd name="connsiteY187" fmla="*/ 1251218 h 1951613"/>
                <a:gd name="connsiteX188" fmla="*/ 858599 w 1765612"/>
                <a:gd name="connsiteY188" fmla="*/ 1244863 h 1951613"/>
                <a:gd name="connsiteX189" fmla="*/ 868641 w 1765612"/>
                <a:gd name="connsiteY189" fmla="*/ 1248905 h 1951613"/>
                <a:gd name="connsiteX190" fmla="*/ 872161 w 1765612"/>
                <a:gd name="connsiteY190" fmla="*/ 1254802 h 1951613"/>
                <a:gd name="connsiteX191" fmla="*/ 927629 w 1765612"/>
                <a:gd name="connsiteY191" fmla="*/ 1249171 h 1951613"/>
                <a:gd name="connsiteX192" fmla="*/ 940809 w 1765612"/>
                <a:gd name="connsiteY192" fmla="*/ 1240020 h 1951613"/>
                <a:gd name="connsiteX193" fmla="*/ 985180 w 1765612"/>
                <a:gd name="connsiteY193" fmla="*/ 1248650 h 1951613"/>
                <a:gd name="connsiteX194" fmla="*/ 999403 w 1765612"/>
                <a:gd name="connsiteY194" fmla="*/ 1247214 h 1951613"/>
                <a:gd name="connsiteX195" fmla="*/ 1015075 w 1765612"/>
                <a:gd name="connsiteY195" fmla="*/ 1240287 h 1951613"/>
                <a:gd name="connsiteX196" fmla="*/ 1027213 w 1765612"/>
                <a:gd name="connsiteY196" fmla="*/ 1235978 h 1951613"/>
                <a:gd name="connsiteX197" fmla="*/ 1027975 w 1765612"/>
                <a:gd name="connsiteY197" fmla="*/ 1224082 h 1951613"/>
                <a:gd name="connsiteX198" fmla="*/ 1034331 w 1765612"/>
                <a:gd name="connsiteY198" fmla="*/ 1207876 h 1951613"/>
                <a:gd name="connsiteX199" fmla="*/ 1030149 w 1765612"/>
                <a:gd name="connsiteY199" fmla="*/ 1202639 h 1951613"/>
                <a:gd name="connsiteX200" fmla="*/ 982651 w 1765612"/>
                <a:gd name="connsiteY200" fmla="*/ 1202258 h 1951613"/>
                <a:gd name="connsiteX201" fmla="*/ 970779 w 1765612"/>
                <a:gd name="connsiteY201" fmla="*/ 1205245 h 1951613"/>
                <a:gd name="connsiteX202" fmla="*/ 930832 w 1765612"/>
                <a:gd name="connsiteY202" fmla="*/ 1200428 h 1951613"/>
                <a:gd name="connsiteX203" fmla="*/ 856718 w 1765612"/>
                <a:gd name="connsiteY203" fmla="*/ 1206567 h 1951613"/>
                <a:gd name="connsiteX204" fmla="*/ 842190 w 1765612"/>
                <a:gd name="connsiteY204" fmla="*/ 1206414 h 1951613"/>
                <a:gd name="connsiteX205" fmla="*/ 803171 w 1765612"/>
                <a:gd name="connsiteY205" fmla="*/ 1195179 h 1951613"/>
                <a:gd name="connsiteX206" fmla="*/ 745873 w 1765612"/>
                <a:gd name="connsiteY206" fmla="*/ 1195700 h 1951613"/>
                <a:gd name="connsiteX207" fmla="*/ 737649 w 1765612"/>
                <a:gd name="connsiteY207" fmla="*/ 1190349 h 1951613"/>
                <a:gd name="connsiteX208" fmla="*/ 725905 w 1765612"/>
                <a:gd name="connsiteY208" fmla="*/ 1189167 h 1951613"/>
                <a:gd name="connsiteX209" fmla="*/ 719893 w 1765612"/>
                <a:gd name="connsiteY209" fmla="*/ 1194009 h 1951613"/>
                <a:gd name="connsiteX210" fmla="*/ 714034 w 1765612"/>
                <a:gd name="connsiteY210" fmla="*/ 1192166 h 1951613"/>
                <a:gd name="connsiteX211" fmla="*/ 709852 w 1765612"/>
                <a:gd name="connsiteY211" fmla="*/ 1185125 h 1951613"/>
                <a:gd name="connsiteX212" fmla="*/ 686884 w 1765612"/>
                <a:gd name="connsiteY212" fmla="*/ 1185633 h 1951613"/>
                <a:gd name="connsiteX213" fmla="*/ 672903 w 1765612"/>
                <a:gd name="connsiteY213" fmla="*/ 1179888 h 1951613"/>
                <a:gd name="connsiteX214" fmla="*/ 648894 w 1765612"/>
                <a:gd name="connsiteY214" fmla="*/ 1180409 h 1951613"/>
                <a:gd name="connsiteX215" fmla="*/ 642373 w 1765612"/>
                <a:gd name="connsiteY215" fmla="*/ 1190577 h 1951613"/>
                <a:gd name="connsiteX216" fmla="*/ 634010 w 1765612"/>
                <a:gd name="connsiteY216" fmla="*/ 1194225 h 1951613"/>
                <a:gd name="connsiteX217" fmla="*/ 623842 w 1765612"/>
                <a:gd name="connsiteY217" fmla="*/ 1192662 h 1951613"/>
                <a:gd name="connsiteX218" fmla="*/ 620029 w 1765612"/>
                <a:gd name="connsiteY218" fmla="*/ 1194098 h 1951613"/>
                <a:gd name="connsiteX219" fmla="*/ 620296 w 1765612"/>
                <a:gd name="connsiteY219" fmla="*/ 1198534 h 1951613"/>
                <a:gd name="connsiteX220" fmla="*/ 593795 w 1765612"/>
                <a:gd name="connsiteY220" fmla="*/ 1208079 h 1951613"/>
                <a:gd name="connsiteX221" fmla="*/ 557126 w 1765612"/>
                <a:gd name="connsiteY221" fmla="*/ 1209134 h 1951613"/>
                <a:gd name="connsiteX222" fmla="*/ 520978 w 1765612"/>
                <a:gd name="connsiteY222" fmla="*/ 1175008 h 1951613"/>
                <a:gd name="connsiteX223" fmla="*/ 433418 w 1765612"/>
                <a:gd name="connsiteY223" fmla="*/ 1086138 h 1951613"/>
                <a:gd name="connsiteX224" fmla="*/ 426504 w 1765612"/>
                <a:gd name="connsiteY224" fmla="*/ 1082998 h 1951613"/>
                <a:gd name="connsiteX225" fmla="*/ 377556 w 1765612"/>
                <a:gd name="connsiteY225" fmla="*/ 1053765 h 1951613"/>
                <a:gd name="connsiteX226" fmla="*/ 356292 w 1765612"/>
                <a:gd name="connsiteY226" fmla="*/ 1067378 h 1951613"/>
                <a:gd name="connsiteX227" fmla="*/ 338803 w 1765612"/>
                <a:gd name="connsiteY227" fmla="*/ 1053117 h 1951613"/>
                <a:gd name="connsiteX228" fmla="*/ 329397 w 1765612"/>
                <a:gd name="connsiteY228" fmla="*/ 1006979 h 1951613"/>
                <a:gd name="connsiteX229" fmla="*/ 362024 w 1765612"/>
                <a:gd name="connsiteY229" fmla="*/ 966204 h 1951613"/>
                <a:gd name="connsiteX230" fmla="*/ 359152 w 1765612"/>
                <a:gd name="connsiteY230" fmla="*/ 955617 h 1951613"/>
                <a:gd name="connsiteX231" fmla="*/ 352632 w 1765612"/>
                <a:gd name="connsiteY231" fmla="*/ 951422 h 1951613"/>
                <a:gd name="connsiteX232" fmla="*/ 345006 w 1765612"/>
                <a:gd name="connsiteY232" fmla="*/ 952693 h 1951613"/>
                <a:gd name="connsiteX233" fmla="*/ 326614 w 1765612"/>
                <a:gd name="connsiteY233" fmla="*/ 956227 h 1951613"/>
                <a:gd name="connsiteX234" fmla="*/ 295283 w 1765612"/>
                <a:gd name="connsiteY234" fmla="*/ 951638 h 1951613"/>
                <a:gd name="connsiteX235" fmla="*/ 304676 w 1765612"/>
                <a:gd name="connsiteY235" fmla="*/ 938928 h 1951613"/>
                <a:gd name="connsiteX236" fmla="*/ 305451 w 1765612"/>
                <a:gd name="connsiteY236" fmla="*/ 932649 h 1951613"/>
                <a:gd name="connsiteX237" fmla="*/ 248561 w 1765612"/>
                <a:gd name="connsiteY237" fmla="*/ 930679 h 1951613"/>
                <a:gd name="connsiteX238" fmla="*/ 244506 w 1765612"/>
                <a:gd name="connsiteY238" fmla="*/ 938928 h 1951613"/>
                <a:gd name="connsiteX239" fmla="*/ 227423 w 1765612"/>
                <a:gd name="connsiteY239" fmla="*/ 941407 h 1951613"/>
                <a:gd name="connsiteX240" fmla="*/ 201584 w 1765612"/>
                <a:gd name="connsiteY240" fmla="*/ 952846 h 1951613"/>
                <a:gd name="connsiteX241" fmla="*/ 177167 w 1765612"/>
                <a:gd name="connsiteY241" fmla="*/ 961476 h 1951613"/>
                <a:gd name="connsiteX242" fmla="*/ 166211 w 1765612"/>
                <a:gd name="connsiteY242" fmla="*/ 961476 h 1951613"/>
                <a:gd name="connsiteX243" fmla="*/ 160606 w 1765612"/>
                <a:gd name="connsiteY243" fmla="*/ 954930 h 1951613"/>
                <a:gd name="connsiteX244" fmla="*/ 141159 w 1765612"/>
                <a:gd name="connsiteY244" fmla="*/ 952846 h 1951613"/>
                <a:gd name="connsiteX245" fmla="*/ 127852 w 1765612"/>
                <a:gd name="connsiteY245" fmla="*/ 942512 h 1951613"/>
                <a:gd name="connsiteX246" fmla="*/ 109320 w 1765612"/>
                <a:gd name="connsiteY246" fmla="*/ 944216 h 1951613"/>
                <a:gd name="connsiteX247" fmla="*/ 105927 w 1765612"/>
                <a:gd name="connsiteY247" fmla="*/ 951397 h 1951613"/>
                <a:gd name="connsiteX248" fmla="*/ 107490 w 1765612"/>
                <a:gd name="connsiteY248" fmla="*/ 959519 h 1951613"/>
                <a:gd name="connsiteX249" fmla="*/ 97449 w 1765612"/>
                <a:gd name="connsiteY249" fmla="*/ 962912 h 1951613"/>
                <a:gd name="connsiteX250" fmla="*/ 75257 w 1765612"/>
                <a:gd name="connsiteY250" fmla="*/ 958985 h 1951613"/>
                <a:gd name="connsiteX251" fmla="*/ 61428 w 1765612"/>
                <a:gd name="connsiteY251" fmla="*/ 944737 h 1951613"/>
                <a:gd name="connsiteX252" fmla="*/ 41855 w 1765612"/>
                <a:gd name="connsiteY252" fmla="*/ 942767 h 1951613"/>
                <a:gd name="connsiteX253" fmla="*/ 32322 w 1765612"/>
                <a:gd name="connsiteY253" fmla="*/ 929446 h 1951613"/>
                <a:gd name="connsiteX254" fmla="*/ 44320 w 1765612"/>
                <a:gd name="connsiteY254" fmla="*/ 921820 h 1951613"/>
                <a:gd name="connsiteX255" fmla="*/ 38969 w 1765612"/>
                <a:gd name="connsiteY255" fmla="*/ 901840 h 1951613"/>
                <a:gd name="connsiteX256" fmla="*/ 17362 w 1765612"/>
                <a:gd name="connsiteY256" fmla="*/ 898955 h 1951613"/>
                <a:gd name="connsiteX257" fmla="*/ 7842 w 1765612"/>
                <a:gd name="connsiteY257" fmla="*/ 895815 h 1951613"/>
                <a:gd name="connsiteX258" fmla="*/ 0 w 1765612"/>
                <a:gd name="connsiteY258" fmla="*/ 897391 h 1951613"/>
                <a:gd name="connsiteX259" fmla="*/ 25318 w 1765612"/>
                <a:gd name="connsiteY259" fmla="*/ 867713 h 1951613"/>
                <a:gd name="connsiteX260" fmla="*/ 64339 w 1765612"/>
                <a:gd name="connsiteY260" fmla="*/ 859489 h 1951613"/>
                <a:gd name="connsiteX261" fmla="*/ 149497 w 1765612"/>
                <a:gd name="connsiteY261" fmla="*/ 873331 h 1951613"/>
                <a:gd name="connsiteX262" fmla="*/ 179493 w 1765612"/>
                <a:gd name="connsiteY262" fmla="*/ 850605 h 1951613"/>
                <a:gd name="connsiteX263" fmla="*/ 281417 w 1765612"/>
                <a:gd name="connsiteY263" fmla="*/ 825502 h 1951613"/>
                <a:gd name="connsiteX264" fmla="*/ 306087 w 1765612"/>
                <a:gd name="connsiteY264" fmla="*/ 764493 h 1951613"/>
                <a:gd name="connsiteX265" fmla="*/ 280667 w 1765612"/>
                <a:gd name="connsiteY265" fmla="*/ 747118 h 1951613"/>
                <a:gd name="connsiteX266" fmla="*/ 322305 w 1765612"/>
                <a:gd name="connsiteY266" fmla="*/ 693392 h 1951613"/>
                <a:gd name="connsiteX267" fmla="*/ 358580 w 1765612"/>
                <a:gd name="connsiteY267" fmla="*/ 685169 h 1951613"/>
                <a:gd name="connsiteX268" fmla="*/ 377900 w 1765612"/>
                <a:gd name="connsiteY268" fmla="*/ 648182 h 1951613"/>
                <a:gd name="connsiteX269" fmla="*/ 352479 w 1765612"/>
                <a:gd name="connsiteY269" fmla="*/ 568705 h 1951613"/>
                <a:gd name="connsiteX270" fmla="*/ 290898 w 1765612"/>
                <a:gd name="connsiteY270" fmla="*/ 481399 h 1951613"/>
                <a:gd name="connsiteX271" fmla="*/ 346365 w 1765612"/>
                <a:gd name="connsiteY271" fmla="*/ 434371 h 1951613"/>
                <a:gd name="connsiteX272" fmla="*/ 355746 w 1765612"/>
                <a:gd name="connsiteY272" fmla="*/ 376324 h 1951613"/>
                <a:gd name="connsiteX273" fmla="*/ 383416 w 1765612"/>
                <a:gd name="connsiteY273" fmla="*/ 366397 h 1951613"/>
                <a:gd name="connsiteX274" fmla="*/ 375790 w 1765612"/>
                <a:gd name="connsiteY274" fmla="*/ 320399 h 1951613"/>
                <a:gd name="connsiteX275" fmla="*/ 399799 w 1765612"/>
                <a:gd name="connsiteY275" fmla="*/ 302490 h 1951613"/>
                <a:gd name="connsiteX276" fmla="*/ 425627 w 1765612"/>
                <a:gd name="connsiteY276" fmla="*/ 306786 h 1951613"/>
                <a:gd name="connsiteX277" fmla="*/ 445455 w 1765612"/>
                <a:gd name="connsiteY277" fmla="*/ 282383 h 1951613"/>
                <a:gd name="connsiteX278" fmla="*/ 470265 w 1765612"/>
                <a:gd name="connsiteY278" fmla="*/ 300024 h 1951613"/>
                <a:gd name="connsiteX279" fmla="*/ 477815 w 1765612"/>
                <a:gd name="connsiteY279" fmla="*/ 281862 h 1951613"/>
                <a:gd name="connsiteX280" fmla="*/ 506400 w 1765612"/>
                <a:gd name="connsiteY280" fmla="*/ 274426 h 1951613"/>
                <a:gd name="connsiteX281" fmla="*/ 527537 w 1765612"/>
                <a:gd name="connsiteY281" fmla="*/ 266444 h 1951613"/>
                <a:gd name="connsiteX282" fmla="*/ 488262 w 1765612"/>
                <a:gd name="connsiteY282" fmla="*/ 245015 h 1951613"/>
                <a:gd name="connsiteX283" fmla="*/ 453945 w 1765612"/>
                <a:gd name="connsiteY283" fmla="*/ 237160 h 1951613"/>
                <a:gd name="connsiteX284" fmla="*/ 456029 w 1765612"/>
                <a:gd name="connsiteY284" fmla="*/ 217167 h 1951613"/>
                <a:gd name="connsiteX285" fmla="*/ 419742 w 1765612"/>
                <a:gd name="connsiteY285" fmla="*/ 194288 h 1951613"/>
                <a:gd name="connsiteX286" fmla="*/ 423008 w 1765612"/>
                <a:gd name="connsiteY286" fmla="*/ 140041 h 1951613"/>
                <a:gd name="connsiteX287" fmla="*/ 482644 w 1765612"/>
                <a:gd name="connsiteY287" fmla="*/ 119705 h 1951613"/>
                <a:gd name="connsiteX288" fmla="*/ 510836 w 1765612"/>
                <a:gd name="connsiteY288" fmla="*/ 144273 h 1951613"/>
                <a:gd name="connsiteX289" fmla="*/ 560304 w 1765612"/>
                <a:gd name="connsiteY289" fmla="*/ 120226 h 1951613"/>
                <a:gd name="connsiteX290" fmla="*/ 582356 w 1765612"/>
                <a:gd name="connsiteY290" fmla="*/ 156691 h 1951613"/>
                <a:gd name="connsiteX291" fmla="*/ 658693 w 1765612"/>
                <a:gd name="connsiteY291" fmla="*/ 149891 h 1951613"/>
                <a:gd name="connsiteX292" fmla="*/ 713246 w 1765612"/>
                <a:gd name="connsiteY292" fmla="*/ 138134 h 1951613"/>
                <a:gd name="connsiteX293" fmla="*/ 731905 w 1765612"/>
                <a:gd name="connsiteY293" fmla="*/ 90039 h 1951613"/>
                <a:gd name="connsiteX294" fmla="*/ 756054 w 1765612"/>
                <a:gd name="connsiteY294" fmla="*/ 110286 h 1951613"/>
                <a:gd name="connsiteX295" fmla="*/ 821562 w 1765612"/>
                <a:gd name="connsiteY295" fmla="*/ 132123 h 1951613"/>
                <a:gd name="connsiteX296" fmla="*/ 820520 w 1765612"/>
                <a:gd name="connsiteY296" fmla="*/ 159437 h 1951613"/>
                <a:gd name="connsiteX297" fmla="*/ 877029 w 1765612"/>
                <a:gd name="connsiteY297" fmla="*/ 155776 h 1951613"/>
                <a:gd name="connsiteX298" fmla="*/ 890591 w 1765612"/>
                <a:gd name="connsiteY298" fmla="*/ 155382 h 1951613"/>
                <a:gd name="connsiteX299" fmla="*/ 906123 w 1765612"/>
                <a:gd name="connsiteY299" fmla="*/ 174448 h 1951613"/>
                <a:gd name="connsiteX300" fmla="*/ 965746 w 1765612"/>
                <a:gd name="connsiteY300" fmla="*/ 147260 h 1951613"/>
                <a:gd name="connsiteX301" fmla="*/ 1001259 w 1765612"/>
                <a:gd name="connsiteY301" fmla="*/ 163784 h 1951613"/>
                <a:gd name="connsiteX302" fmla="*/ 1045744 w 1765612"/>
                <a:gd name="connsiteY302" fmla="*/ 122476 h 1951613"/>
                <a:gd name="connsiteX303" fmla="*/ 1044028 w 1765612"/>
                <a:gd name="connsiteY303" fmla="*/ 104046 h 1951613"/>
                <a:gd name="connsiteX304" fmla="*/ 1038169 w 1765612"/>
                <a:gd name="connsiteY304" fmla="*/ 93992 h 1951613"/>
                <a:gd name="connsiteX305" fmla="*/ 1023388 w 1765612"/>
                <a:gd name="connsiteY305" fmla="*/ 99356 h 1951613"/>
                <a:gd name="connsiteX306" fmla="*/ 1017528 w 1765612"/>
                <a:gd name="connsiteY306" fmla="*/ 90458 h 1951613"/>
                <a:gd name="connsiteX307" fmla="*/ 1036327 w 1765612"/>
                <a:gd name="connsiteY307" fmla="*/ 69144 h 1951613"/>
                <a:gd name="connsiteX308" fmla="*/ 1008262 w 1765612"/>
                <a:gd name="connsiteY308" fmla="*/ 49023 h 1951613"/>
                <a:gd name="connsiteX309" fmla="*/ 991612 w 1765612"/>
                <a:gd name="connsiteY309" fmla="*/ 67301 h 1951613"/>
                <a:gd name="connsiteX310" fmla="*/ 960828 w 1765612"/>
                <a:gd name="connsiteY310" fmla="*/ 56726 h 1951613"/>
                <a:gd name="connsiteX311" fmla="*/ 988091 w 1765612"/>
                <a:gd name="connsiteY311" fmla="*/ 28356 h 1951613"/>
                <a:gd name="connsiteX312" fmla="*/ 1079833 w 1765612"/>
                <a:gd name="connsiteY312" fmla="*/ 0 h 1951613"/>
                <a:gd name="connsiteX313" fmla="*/ 1089354 w 1765612"/>
                <a:gd name="connsiteY313" fmla="*/ 33047 h 1951613"/>
                <a:gd name="connsiteX314" fmla="*/ 1110897 w 1765612"/>
                <a:gd name="connsiteY314" fmla="*/ 40368 h 195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Lst>
              <a:rect l="l" t="t" r="r" b="b"/>
              <a:pathLst>
                <a:path w="1765612" h="1951613">
                  <a:moveTo>
                    <a:pt x="1279613" y="284276"/>
                  </a:moveTo>
                  <a:lnTo>
                    <a:pt x="1263432" y="366346"/>
                  </a:lnTo>
                  <a:lnTo>
                    <a:pt x="1206668" y="387127"/>
                  </a:lnTo>
                  <a:lnTo>
                    <a:pt x="1153934" y="367541"/>
                  </a:lnTo>
                  <a:lnTo>
                    <a:pt x="1137411" y="374214"/>
                  </a:lnTo>
                  <a:lnTo>
                    <a:pt x="1090307" y="393432"/>
                  </a:lnTo>
                  <a:lnTo>
                    <a:pt x="1060933" y="391462"/>
                  </a:lnTo>
                  <a:lnTo>
                    <a:pt x="998158" y="403358"/>
                  </a:lnTo>
                  <a:lnTo>
                    <a:pt x="873661" y="403231"/>
                  </a:lnTo>
                  <a:lnTo>
                    <a:pt x="873394" y="432770"/>
                  </a:lnTo>
                  <a:lnTo>
                    <a:pt x="846703" y="443751"/>
                  </a:lnTo>
                  <a:lnTo>
                    <a:pt x="851787" y="477599"/>
                  </a:lnTo>
                  <a:lnTo>
                    <a:pt x="830777" y="508179"/>
                  </a:lnTo>
                  <a:lnTo>
                    <a:pt x="792532" y="510543"/>
                  </a:lnTo>
                  <a:lnTo>
                    <a:pt x="809055" y="553542"/>
                  </a:lnTo>
                  <a:lnTo>
                    <a:pt x="825235" y="579687"/>
                  </a:lnTo>
                  <a:lnTo>
                    <a:pt x="861917" y="568832"/>
                  </a:lnTo>
                  <a:lnTo>
                    <a:pt x="879914" y="599667"/>
                  </a:lnTo>
                  <a:lnTo>
                    <a:pt x="832810" y="633794"/>
                  </a:lnTo>
                  <a:lnTo>
                    <a:pt x="849779" y="672357"/>
                  </a:lnTo>
                  <a:lnTo>
                    <a:pt x="864128" y="716843"/>
                  </a:lnTo>
                  <a:lnTo>
                    <a:pt x="828629" y="766781"/>
                  </a:lnTo>
                  <a:lnTo>
                    <a:pt x="850808" y="779186"/>
                  </a:lnTo>
                  <a:lnTo>
                    <a:pt x="885266" y="798137"/>
                  </a:lnTo>
                  <a:lnTo>
                    <a:pt x="932649" y="803488"/>
                  </a:lnTo>
                  <a:lnTo>
                    <a:pt x="966052" y="782199"/>
                  </a:lnTo>
                  <a:lnTo>
                    <a:pt x="989159" y="799993"/>
                  </a:lnTo>
                  <a:lnTo>
                    <a:pt x="1014211" y="819211"/>
                  </a:lnTo>
                  <a:lnTo>
                    <a:pt x="1037305" y="814368"/>
                  </a:lnTo>
                  <a:lnTo>
                    <a:pt x="1065878" y="851495"/>
                  </a:lnTo>
                  <a:lnTo>
                    <a:pt x="1106728" y="840640"/>
                  </a:lnTo>
                  <a:lnTo>
                    <a:pt x="1163746" y="867179"/>
                  </a:lnTo>
                  <a:lnTo>
                    <a:pt x="1187768" y="884973"/>
                  </a:lnTo>
                  <a:lnTo>
                    <a:pt x="1225734" y="874399"/>
                  </a:lnTo>
                  <a:lnTo>
                    <a:pt x="1366436" y="765091"/>
                  </a:lnTo>
                  <a:lnTo>
                    <a:pt x="1392911" y="731243"/>
                  </a:lnTo>
                  <a:lnTo>
                    <a:pt x="1394182" y="697002"/>
                  </a:lnTo>
                  <a:lnTo>
                    <a:pt x="1413375" y="664464"/>
                  </a:lnTo>
                  <a:lnTo>
                    <a:pt x="1416387" y="638955"/>
                  </a:lnTo>
                  <a:lnTo>
                    <a:pt x="1420289" y="606950"/>
                  </a:lnTo>
                  <a:lnTo>
                    <a:pt x="1424598" y="570752"/>
                  </a:lnTo>
                  <a:lnTo>
                    <a:pt x="1424089" y="540425"/>
                  </a:lnTo>
                  <a:lnTo>
                    <a:pt x="1422373" y="519771"/>
                  </a:lnTo>
                  <a:lnTo>
                    <a:pt x="1430470" y="404489"/>
                  </a:lnTo>
                  <a:lnTo>
                    <a:pt x="1432707" y="399520"/>
                  </a:lnTo>
                  <a:lnTo>
                    <a:pt x="1526267" y="391284"/>
                  </a:lnTo>
                  <a:lnTo>
                    <a:pt x="1549615" y="378726"/>
                  </a:lnTo>
                  <a:lnTo>
                    <a:pt x="1580819" y="352734"/>
                  </a:lnTo>
                  <a:lnTo>
                    <a:pt x="1580946" y="350369"/>
                  </a:lnTo>
                  <a:lnTo>
                    <a:pt x="1624580" y="335765"/>
                  </a:lnTo>
                  <a:lnTo>
                    <a:pt x="1590262" y="303088"/>
                  </a:lnTo>
                  <a:lnTo>
                    <a:pt x="1639197" y="286374"/>
                  </a:lnTo>
                  <a:lnTo>
                    <a:pt x="1645552" y="266762"/>
                  </a:lnTo>
                  <a:lnTo>
                    <a:pt x="1665520" y="260407"/>
                  </a:lnTo>
                  <a:lnTo>
                    <a:pt x="1672955" y="257521"/>
                  </a:lnTo>
                  <a:lnTo>
                    <a:pt x="1589068" y="206541"/>
                  </a:lnTo>
                  <a:lnTo>
                    <a:pt x="1589335" y="202372"/>
                  </a:lnTo>
                  <a:lnTo>
                    <a:pt x="1570536" y="192699"/>
                  </a:lnTo>
                  <a:lnTo>
                    <a:pt x="1534007" y="192699"/>
                  </a:lnTo>
                  <a:lnTo>
                    <a:pt x="1515603" y="189573"/>
                  </a:lnTo>
                  <a:lnTo>
                    <a:pt x="1501507" y="190475"/>
                  </a:lnTo>
                  <a:lnTo>
                    <a:pt x="1498495" y="174537"/>
                  </a:lnTo>
                  <a:lnTo>
                    <a:pt x="1474345" y="179760"/>
                  </a:lnTo>
                  <a:lnTo>
                    <a:pt x="1463262" y="192305"/>
                  </a:lnTo>
                  <a:lnTo>
                    <a:pt x="1462347" y="203541"/>
                  </a:lnTo>
                  <a:lnTo>
                    <a:pt x="1458534" y="228784"/>
                  </a:lnTo>
                  <a:lnTo>
                    <a:pt x="1427089" y="235444"/>
                  </a:lnTo>
                  <a:lnTo>
                    <a:pt x="1393013" y="260661"/>
                  </a:lnTo>
                  <a:lnTo>
                    <a:pt x="1346163" y="271897"/>
                  </a:lnTo>
                  <a:lnTo>
                    <a:pt x="1314718" y="293339"/>
                  </a:lnTo>
                  <a:close/>
                  <a:moveTo>
                    <a:pt x="1081333" y="73185"/>
                  </a:moveTo>
                  <a:lnTo>
                    <a:pt x="1078715" y="91221"/>
                  </a:lnTo>
                  <a:lnTo>
                    <a:pt x="1133013" y="87306"/>
                  </a:lnTo>
                  <a:lnTo>
                    <a:pt x="1152586" y="92797"/>
                  </a:lnTo>
                  <a:lnTo>
                    <a:pt x="1138491" y="113578"/>
                  </a:lnTo>
                  <a:lnTo>
                    <a:pt x="1137843" y="135796"/>
                  </a:lnTo>
                  <a:lnTo>
                    <a:pt x="1151404" y="135796"/>
                  </a:lnTo>
                  <a:lnTo>
                    <a:pt x="1184451" y="147044"/>
                  </a:lnTo>
                  <a:lnTo>
                    <a:pt x="1188505" y="159055"/>
                  </a:lnTo>
                  <a:lnTo>
                    <a:pt x="1204686" y="156170"/>
                  </a:lnTo>
                  <a:lnTo>
                    <a:pt x="1224005" y="109778"/>
                  </a:lnTo>
                  <a:lnTo>
                    <a:pt x="1239525" y="95657"/>
                  </a:lnTo>
                  <a:lnTo>
                    <a:pt x="1248015" y="100500"/>
                  </a:lnTo>
                  <a:lnTo>
                    <a:pt x="1276079" y="69525"/>
                  </a:lnTo>
                  <a:lnTo>
                    <a:pt x="1304041" y="84294"/>
                  </a:lnTo>
                  <a:lnTo>
                    <a:pt x="1304969" y="111481"/>
                  </a:lnTo>
                  <a:lnTo>
                    <a:pt x="1335245" y="134220"/>
                  </a:lnTo>
                  <a:lnTo>
                    <a:pt x="1359255" y="118675"/>
                  </a:lnTo>
                  <a:lnTo>
                    <a:pt x="1371011" y="141147"/>
                  </a:lnTo>
                  <a:lnTo>
                    <a:pt x="1401923" y="147299"/>
                  </a:lnTo>
                  <a:lnTo>
                    <a:pt x="1430381" y="146117"/>
                  </a:lnTo>
                  <a:lnTo>
                    <a:pt x="1467965" y="139456"/>
                  </a:lnTo>
                  <a:lnTo>
                    <a:pt x="1493017" y="128335"/>
                  </a:lnTo>
                  <a:lnTo>
                    <a:pt x="1515895" y="88476"/>
                  </a:lnTo>
                  <a:lnTo>
                    <a:pt x="1529202" y="80850"/>
                  </a:lnTo>
                  <a:lnTo>
                    <a:pt x="1538989" y="104503"/>
                  </a:lnTo>
                  <a:lnTo>
                    <a:pt x="1577883" y="140575"/>
                  </a:lnTo>
                  <a:lnTo>
                    <a:pt x="1599490" y="186192"/>
                  </a:lnTo>
                  <a:lnTo>
                    <a:pt x="1616445" y="193373"/>
                  </a:lnTo>
                  <a:lnTo>
                    <a:pt x="1623373" y="185531"/>
                  </a:lnTo>
                  <a:lnTo>
                    <a:pt x="1625063" y="170762"/>
                  </a:lnTo>
                  <a:lnTo>
                    <a:pt x="1633960" y="167762"/>
                  </a:lnTo>
                  <a:lnTo>
                    <a:pt x="1644001" y="189064"/>
                  </a:lnTo>
                  <a:lnTo>
                    <a:pt x="1656712" y="205588"/>
                  </a:lnTo>
                  <a:lnTo>
                    <a:pt x="1694842" y="206859"/>
                  </a:lnTo>
                  <a:lnTo>
                    <a:pt x="1725245" y="214701"/>
                  </a:lnTo>
                  <a:lnTo>
                    <a:pt x="1731905" y="229076"/>
                  </a:lnTo>
                  <a:lnTo>
                    <a:pt x="1715458" y="247760"/>
                  </a:lnTo>
                  <a:lnTo>
                    <a:pt x="1702748" y="271909"/>
                  </a:lnTo>
                  <a:lnTo>
                    <a:pt x="1713717" y="299096"/>
                  </a:lnTo>
                  <a:lnTo>
                    <a:pt x="1718013" y="326017"/>
                  </a:lnTo>
                  <a:lnTo>
                    <a:pt x="1719855" y="361605"/>
                  </a:lnTo>
                  <a:lnTo>
                    <a:pt x="1765613" y="400028"/>
                  </a:lnTo>
                  <a:lnTo>
                    <a:pt x="1764341" y="433227"/>
                  </a:lnTo>
                  <a:lnTo>
                    <a:pt x="1735159" y="466681"/>
                  </a:lnTo>
                  <a:lnTo>
                    <a:pt x="1668202" y="477535"/>
                  </a:lnTo>
                  <a:lnTo>
                    <a:pt x="1628012" y="529647"/>
                  </a:lnTo>
                  <a:lnTo>
                    <a:pt x="1619115" y="545064"/>
                  </a:lnTo>
                  <a:lnTo>
                    <a:pt x="1604370" y="610166"/>
                  </a:lnTo>
                  <a:lnTo>
                    <a:pt x="1596541" y="628469"/>
                  </a:lnTo>
                  <a:lnTo>
                    <a:pt x="1586615" y="643225"/>
                  </a:lnTo>
                  <a:lnTo>
                    <a:pt x="1553568" y="668061"/>
                  </a:lnTo>
                  <a:lnTo>
                    <a:pt x="1536460" y="683479"/>
                  </a:lnTo>
                  <a:lnTo>
                    <a:pt x="1531770" y="694740"/>
                  </a:lnTo>
                  <a:lnTo>
                    <a:pt x="1524589" y="723605"/>
                  </a:lnTo>
                  <a:lnTo>
                    <a:pt x="1519899" y="734853"/>
                  </a:lnTo>
                  <a:lnTo>
                    <a:pt x="1511281" y="743877"/>
                  </a:lnTo>
                  <a:lnTo>
                    <a:pt x="1491581" y="759689"/>
                  </a:lnTo>
                  <a:lnTo>
                    <a:pt x="1485708" y="771458"/>
                  </a:lnTo>
                  <a:lnTo>
                    <a:pt x="1486229" y="789888"/>
                  </a:lnTo>
                  <a:lnTo>
                    <a:pt x="1482048" y="807009"/>
                  </a:lnTo>
                  <a:lnTo>
                    <a:pt x="1469909" y="842953"/>
                  </a:lnTo>
                  <a:lnTo>
                    <a:pt x="1453386" y="876140"/>
                  </a:lnTo>
                  <a:lnTo>
                    <a:pt x="1435490" y="908169"/>
                  </a:lnTo>
                  <a:lnTo>
                    <a:pt x="1431982" y="919278"/>
                  </a:lnTo>
                  <a:lnTo>
                    <a:pt x="1428462" y="941369"/>
                  </a:lnTo>
                  <a:lnTo>
                    <a:pt x="1424280" y="956150"/>
                  </a:lnTo>
                  <a:lnTo>
                    <a:pt x="1410438" y="986464"/>
                  </a:lnTo>
                  <a:lnTo>
                    <a:pt x="1405749" y="1009737"/>
                  </a:lnTo>
                  <a:lnTo>
                    <a:pt x="1406002" y="1057438"/>
                  </a:lnTo>
                  <a:lnTo>
                    <a:pt x="1423225" y="1109194"/>
                  </a:lnTo>
                  <a:lnTo>
                    <a:pt x="1439291" y="1138084"/>
                  </a:lnTo>
                  <a:lnTo>
                    <a:pt x="1455598" y="1172580"/>
                  </a:lnTo>
                  <a:lnTo>
                    <a:pt x="1465384" y="1211664"/>
                  </a:lnTo>
                  <a:lnTo>
                    <a:pt x="1469553" y="1231924"/>
                  </a:lnTo>
                  <a:lnTo>
                    <a:pt x="1476227" y="1264208"/>
                  </a:lnTo>
                  <a:lnTo>
                    <a:pt x="1476862" y="1289031"/>
                  </a:lnTo>
                  <a:lnTo>
                    <a:pt x="1464470" y="1321582"/>
                  </a:lnTo>
                  <a:lnTo>
                    <a:pt x="1423110" y="1355823"/>
                  </a:lnTo>
                  <a:lnTo>
                    <a:pt x="1398834" y="1372944"/>
                  </a:lnTo>
                  <a:lnTo>
                    <a:pt x="1384078" y="1390738"/>
                  </a:lnTo>
                  <a:lnTo>
                    <a:pt x="1392034" y="1423276"/>
                  </a:lnTo>
                  <a:lnTo>
                    <a:pt x="1395173" y="1430978"/>
                  </a:lnTo>
                  <a:lnTo>
                    <a:pt x="1411697" y="1456602"/>
                  </a:lnTo>
                  <a:lnTo>
                    <a:pt x="1425398" y="1476455"/>
                  </a:lnTo>
                  <a:lnTo>
                    <a:pt x="1465219" y="1545218"/>
                  </a:lnTo>
                  <a:lnTo>
                    <a:pt x="1539587" y="1643239"/>
                  </a:lnTo>
                  <a:lnTo>
                    <a:pt x="1495750" y="1656584"/>
                  </a:lnTo>
                  <a:lnTo>
                    <a:pt x="1486217" y="1707285"/>
                  </a:lnTo>
                  <a:lnTo>
                    <a:pt x="1447591" y="1714225"/>
                  </a:lnTo>
                  <a:lnTo>
                    <a:pt x="1442367" y="1740916"/>
                  </a:lnTo>
                  <a:lnTo>
                    <a:pt x="1410006" y="1845344"/>
                  </a:lnTo>
                  <a:lnTo>
                    <a:pt x="1384420" y="1876064"/>
                  </a:lnTo>
                  <a:lnTo>
                    <a:pt x="1386772" y="1903251"/>
                  </a:lnTo>
                  <a:lnTo>
                    <a:pt x="1371901" y="1919203"/>
                  </a:lnTo>
                  <a:lnTo>
                    <a:pt x="1346188" y="1951614"/>
                  </a:lnTo>
                  <a:lnTo>
                    <a:pt x="1337838" y="1943898"/>
                  </a:lnTo>
                  <a:lnTo>
                    <a:pt x="1278583" y="1888876"/>
                  </a:lnTo>
                  <a:lnTo>
                    <a:pt x="1197936" y="1886779"/>
                  </a:lnTo>
                  <a:lnTo>
                    <a:pt x="1130077" y="1878822"/>
                  </a:lnTo>
                  <a:lnTo>
                    <a:pt x="1031153" y="1858295"/>
                  </a:lnTo>
                  <a:lnTo>
                    <a:pt x="975050" y="1862108"/>
                  </a:lnTo>
                  <a:lnTo>
                    <a:pt x="939678" y="1838327"/>
                  </a:lnTo>
                  <a:lnTo>
                    <a:pt x="946859" y="1806056"/>
                  </a:lnTo>
                  <a:lnTo>
                    <a:pt x="910000" y="1740828"/>
                  </a:lnTo>
                  <a:lnTo>
                    <a:pt x="931149" y="1672332"/>
                  </a:lnTo>
                  <a:lnTo>
                    <a:pt x="938776" y="1593262"/>
                  </a:lnTo>
                  <a:lnTo>
                    <a:pt x="903276" y="1500986"/>
                  </a:lnTo>
                  <a:lnTo>
                    <a:pt x="872771" y="1491313"/>
                  </a:lnTo>
                  <a:lnTo>
                    <a:pt x="827231" y="1479671"/>
                  </a:lnTo>
                  <a:lnTo>
                    <a:pt x="793027" y="1514446"/>
                  </a:lnTo>
                  <a:lnTo>
                    <a:pt x="743458" y="1502943"/>
                  </a:lnTo>
                  <a:lnTo>
                    <a:pt x="705874" y="1476938"/>
                  </a:lnTo>
                  <a:lnTo>
                    <a:pt x="791223" y="1408456"/>
                  </a:lnTo>
                  <a:lnTo>
                    <a:pt x="814978" y="1391449"/>
                  </a:lnTo>
                  <a:lnTo>
                    <a:pt x="810796" y="1338918"/>
                  </a:lnTo>
                  <a:lnTo>
                    <a:pt x="803361" y="1244278"/>
                  </a:lnTo>
                  <a:lnTo>
                    <a:pt x="845889" y="1251218"/>
                  </a:lnTo>
                  <a:lnTo>
                    <a:pt x="858599" y="1244863"/>
                  </a:lnTo>
                  <a:lnTo>
                    <a:pt x="868641" y="1248905"/>
                  </a:lnTo>
                  <a:lnTo>
                    <a:pt x="872161" y="1254802"/>
                  </a:lnTo>
                  <a:lnTo>
                    <a:pt x="927629" y="1249171"/>
                  </a:lnTo>
                  <a:lnTo>
                    <a:pt x="940809" y="1240020"/>
                  </a:lnTo>
                  <a:lnTo>
                    <a:pt x="985180" y="1248650"/>
                  </a:lnTo>
                  <a:lnTo>
                    <a:pt x="999403" y="1247214"/>
                  </a:lnTo>
                  <a:lnTo>
                    <a:pt x="1015075" y="1240287"/>
                  </a:lnTo>
                  <a:lnTo>
                    <a:pt x="1027213" y="1235978"/>
                  </a:lnTo>
                  <a:lnTo>
                    <a:pt x="1027975" y="1224082"/>
                  </a:lnTo>
                  <a:lnTo>
                    <a:pt x="1034331" y="1207876"/>
                  </a:lnTo>
                  <a:lnTo>
                    <a:pt x="1030149" y="1202639"/>
                  </a:lnTo>
                  <a:lnTo>
                    <a:pt x="982651" y="1202258"/>
                  </a:lnTo>
                  <a:lnTo>
                    <a:pt x="970779" y="1205245"/>
                  </a:lnTo>
                  <a:lnTo>
                    <a:pt x="930832" y="1200428"/>
                  </a:lnTo>
                  <a:lnTo>
                    <a:pt x="856718" y="1206567"/>
                  </a:lnTo>
                  <a:lnTo>
                    <a:pt x="842190" y="1206414"/>
                  </a:lnTo>
                  <a:lnTo>
                    <a:pt x="803171" y="1195179"/>
                  </a:lnTo>
                  <a:lnTo>
                    <a:pt x="745873" y="1195700"/>
                  </a:lnTo>
                  <a:lnTo>
                    <a:pt x="737649" y="1190349"/>
                  </a:lnTo>
                  <a:lnTo>
                    <a:pt x="725905" y="1189167"/>
                  </a:lnTo>
                  <a:lnTo>
                    <a:pt x="719893" y="1194009"/>
                  </a:lnTo>
                  <a:lnTo>
                    <a:pt x="714034" y="1192166"/>
                  </a:lnTo>
                  <a:lnTo>
                    <a:pt x="709852" y="1185125"/>
                  </a:lnTo>
                  <a:lnTo>
                    <a:pt x="686884" y="1185633"/>
                  </a:lnTo>
                  <a:lnTo>
                    <a:pt x="672903" y="1179888"/>
                  </a:lnTo>
                  <a:lnTo>
                    <a:pt x="648894" y="1180409"/>
                  </a:lnTo>
                  <a:lnTo>
                    <a:pt x="642373" y="1190577"/>
                  </a:lnTo>
                  <a:lnTo>
                    <a:pt x="634010" y="1194225"/>
                  </a:lnTo>
                  <a:lnTo>
                    <a:pt x="623842" y="1192662"/>
                  </a:lnTo>
                  <a:lnTo>
                    <a:pt x="620029" y="1194098"/>
                  </a:lnTo>
                  <a:lnTo>
                    <a:pt x="620296" y="1198534"/>
                  </a:lnTo>
                  <a:lnTo>
                    <a:pt x="593795" y="1208079"/>
                  </a:lnTo>
                  <a:lnTo>
                    <a:pt x="557126" y="1209134"/>
                  </a:lnTo>
                  <a:lnTo>
                    <a:pt x="520978" y="1175008"/>
                  </a:lnTo>
                  <a:lnTo>
                    <a:pt x="433418" y="1086138"/>
                  </a:lnTo>
                  <a:lnTo>
                    <a:pt x="426504" y="1082998"/>
                  </a:lnTo>
                  <a:lnTo>
                    <a:pt x="377556" y="1053765"/>
                  </a:lnTo>
                  <a:lnTo>
                    <a:pt x="356292" y="1067378"/>
                  </a:lnTo>
                  <a:lnTo>
                    <a:pt x="338803" y="1053117"/>
                  </a:lnTo>
                  <a:lnTo>
                    <a:pt x="329397" y="1006979"/>
                  </a:lnTo>
                  <a:lnTo>
                    <a:pt x="362024" y="966204"/>
                  </a:lnTo>
                  <a:lnTo>
                    <a:pt x="359152" y="955617"/>
                  </a:lnTo>
                  <a:lnTo>
                    <a:pt x="352632" y="951422"/>
                  </a:lnTo>
                  <a:lnTo>
                    <a:pt x="345006" y="952693"/>
                  </a:lnTo>
                  <a:lnTo>
                    <a:pt x="326614" y="956227"/>
                  </a:lnTo>
                  <a:lnTo>
                    <a:pt x="295283" y="951638"/>
                  </a:lnTo>
                  <a:lnTo>
                    <a:pt x="304676" y="938928"/>
                  </a:lnTo>
                  <a:lnTo>
                    <a:pt x="305451" y="932649"/>
                  </a:lnTo>
                  <a:lnTo>
                    <a:pt x="248561" y="930679"/>
                  </a:lnTo>
                  <a:lnTo>
                    <a:pt x="244506" y="938928"/>
                  </a:lnTo>
                  <a:lnTo>
                    <a:pt x="227423" y="941407"/>
                  </a:lnTo>
                  <a:lnTo>
                    <a:pt x="201584" y="952846"/>
                  </a:lnTo>
                  <a:lnTo>
                    <a:pt x="177167" y="961476"/>
                  </a:lnTo>
                  <a:lnTo>
                    <a:pt x="166211" y="961476"/>
                  </a:lnTo>
                  <a:lnTo>
                    <a:pt x="160606" y="954930"/>
                  </a:lnTo>
                  <a:lnTo>
                    <a:pt x="141159" y="952846"/>
                  </a:lnTo>
                  <a:lnTo>
                    <a:pt x="127852" y="942512"/>
                  </a:lnTo>
                  <a:lnTo>
                    <a:pt x="109320" y="944216"/>
                  </a:lnTo>
                  <a:lnTo>
                    <a:pt x="105927" y="951397"/>
                  </a:lnTo>
                  <a:lnTo>
                    <a:pt x="107490" y="959519"/>
                  </a:lnTo>
                  <a:lnTo>
                    <a:pt x="97449" y="962912"/>
                  </a:lnTo>
                  <a:lnTo>
                    <a:pt x="75257" y="958985"/>
                  </a:lnTo>
                  <a:lnTo>
                    <a:pt x="61428" y="944737"/>
                  </a:lnTo>
                  <a:lnTo>
                    <a:pt x="41855" y="942767"/>
                  </a:lnTo>
                  <a:lnTo>
                    <a:pt x="32322" y="929446"/>
                  </a:lnTo>
                  <a:lnTo>
                    <a:pt x="44320" y="921820"/>
                  </a:lnTo>
                  <a:lnTo>
                    <a:pt x="38969" y="901840"/>
                  </a:lnTo>
                  <a:lnTo>
                    <a:pt x="17362" y="898955"/>
                  </a:lnTo>
                  <a:lnTo>
                    <a:pt x="7842" y="895815"/>
                  </a:lnTo>
                  <a:lnTo>
                    <a:pt x="0" y="897391"/>
                  </a:lnTo>
                  <a:lnTo>
                    <a:pt x="25318" y="867713"/>
                  </a:lnTo>
                  <a:lnTo>
                    <a:pt x="64339" y="859489"/>
                  </a:lnTo>
                  <a:lnTo>
                    <a:pt x="149497" y="873331"/>
                  </a:lnTo>
                  <a:lnTo>
                    <a:pt x="179493" y="850605"/>
                  </a:lnTo>
                  <a:lnTo>
                    <a:pt x="281417" y="825502"/>
                  </a:lnTo>
                  <a:lnTo>
                    <a:pt x="306087" y="764493"/>
                  </a:lnTo>
                  <a:lnTo>
                    <a:pt x="280667" y="747118"/>
                  </a:lnTo>
                  <a:lnTo>
                    <a:pt x="322305" y="693392"/>
                  </a:lnTo>
                  <a:lnTo>
                    <a:pt x="358580" y="685169"/>
                  </a:lnTo>
                  <a:lnTo>
                    <a:pt x="377900" y="648182"/>
                  </a:lnTo>
                  <a:lnTo>
                    <a:pt x="352479" y="568705"/>
                  </a:lnTo>
                  <a:lnTo>
                    <a:pt x="290898" y="481399"/>
                  </a:lnTo>
                  <a:lnTo>
                    <a:pt x="346365" y="434371"/>
                  </a:lnTo>
                  <a:lnTo>
                    <a:pt x="355746" y="376324"/>
                  </a:lnTo>
                  <a:lnTo>
                    <a:pt x="383416" y="366397"/>
                  </a:lnTo>
                  <a:lnTo>
                    <a:pt x="375790" y="320399"/>
                  </a:lnTo>
                  <a:lnTo>
                    <a:pt x="399799" y="302490"/>
                  </a:lnTo>
                  <a:lnTo>
                    <a:pt x="425627" y="306786"/>
                  </a:lnTo>
                  <a:lnTo>
                    <a:pt x="445455" y="282383"/>
                  </a:lnTo>
                  <a:lnTo>
                    <a:pt x="470265" y="300024"/>
                  </a:lnTo>
                  <a:lnTo>
                    <a:pt x="477815" y="281862"/>
                  </a:lnTo>
                  <a:lnTo>
                    <a:pt x="506400" y="274426"/>
                  </a:lnTo>
                  <a:lnTo>
                    <a:pt x="527537" y="266444"/>
                  </a:lnTo>
                  <a:lnTo>
                    <a:pt x="488262" y="245015"/>
                  </a:lnTo>
                  <a:lnTo>
                    <a:pt x="453945" y="237160"/>
                  </a:lnTo>
                  <a:lnTo>
                    <a:pt x="456029" y="217167"/>
                  </a:lnTo>
                  <a:lnTo>
                    <a:pt x="419742" y="194288"/>
                  </a:lnTo>
                  <a:lnTo>
                    <a:pt x="423008" y="140041"/>
                  </a:lnTo>
                  <a:lnTo>
                    <a:pt x="482644" y="119705"/>
                  </a:lnTo>
                  <a:lnTo>
                    <a:pt x="510836" y="144273"/>
                  </a:lnTo>
                  <a:lnTo>
                    <a:pt x="560304" y="120226"/>
                  </a:lnTo>
                  <a:lnTo>
                    <a:pt x="582356" y="156691"/>
                  </a:lnTo>
                  <a:lnTo>
                    <a:pt x="658693" y="149891"/>
                  </a:lnTo>
                  <a:lnTo>
                    <a:pt x="713246" y="138134"/>
                  </a:lnTo>
                  <a:lnTo>
                    <a:pt x="731905" y="90039"/>
                  </a:lnTo>
                  <a:lnTo>
                    <a:pt x="756054" y="110286"/>
                  </a:lnTo>
                  <a:lnTo>
                    <a:pt x="821562" y="132123"/>
                  </a:lnTo>
                  <a:lnTo>
                    <a:pt x="820520" y="159437"/>
                  </a:lnTo>
                  <a:lnTo>
                    <a:pt x="877029" y="155776"/>
                  </a:lnTo>
                  <a:lnTo>
                    <a:pt x="890591" y="155382"/>
                  </a:lnTo>
                  <a:lnTo>
                    <a:pt x="906123" y="174448"/>
                  </a:lnTo>
                  <a:lnTo>
                    <a:pt x="965746" y="147260"/>
                  </a:lnTo>
                  <a:lnTo>
                    <a:pt x="1001259" y="163784"/>
                  </a:lnTo>
                  <a:lnTo>
                    <a:pt x="1045744" y="122476"/>
                  </a:lnTo>
                  <a:lnTo>
                    <a:pt x="1044028" y="104046"/>
                  </a:lnTo>
                  <a:lnTo>
                    <a:pt x="1038169" y="93992"/>
                  </a:lnTo>
                  <a:lnTo>
                    <a:pt x="1023388" y="99356"/>
                  </a:lnTo>
                  <a:lnTo>
                    <a:pt x="1017528" y="90458"/>
                  </a:lnTo>
                  <a:lnTo>
                    <a:pt x="1036327" y="69144"/>
                  </a:lnTo>
                  <a:lnTo>
                    <a:pt x="1008262" y="49023"/>
                  </a:lnTo>
                  <a:lnTo>
                    <a:pt x="991612" y="67301"/>
                  </a:lnTo>
                  <a:lnTo>
                    <a:pt x="960828" y="56726"/>
                  </a:lnTo>
                  <a:lnTo>
                    <a:pt x="988091" y="28356"/>
                  </a:lnTo>
                  <a:lnTo>
                    <a:pt x="1079833" y="0"/>
                  </a:lnTo>
                  <a:lnTo>
                    <a:pt x="1089354" y="33047"/>
                  </a:lnTo>
                  <a:lnTo>
                    <a:pt x="1110897" y="40368"/>
                  </a:lnTo>
                  <a:close/>
                </a:path>
              </a:pathLst>
            </a:custGeom>
            <a:solidFill>
              <a:srgbClr val="FFFFFF"/>
            </a:solidFill>
            <a:ln w="12700" cap="flat">
              <a:noFill/>
              <a:prstDash val="solid"/>
              <a:miter/>
            </a:ln>
          </p:spPr>
          <p:txBody>
            <a:bodyPr rtlCol="0" anchor="ctr"/>
            <a:lstStyle/>
            <a:p>
              <a:endParaRPr lang="de-CH"/>
            </a:p>
          </p:txBody>
        </p:sp>
        <p:sp>
          <p:nvSpPr>
            <p:cNvPr id="115" name="Freihandform: Form 114">
              <a:extLst>
                <a:ext uri="{FF2B5EF4-FFF2-40B4-BE49-F238E27FC236}">
                  <a16:creationId xmlns:a16="http://schemas.microsoft.com/office/drawing/2014/main" id="{C65C3AF9-63CE-468B-0784-5604E528B37F}"/>
                </a:ext>
              </a:extLst>
            </p:cNvPr>
            <p:cNvSpPr/>
            <p:nvPr/>
          </p:nvSpPr>
          <p:spPr>
            <a:xfrm>
              <a:off x="7281438" y="1280595"/>
              <a:ext cx="1765612" cy="1951613"/>
            </a:xfrm>
            <a:custGeom>
              <a:avLst/>
              <a:gdLst>
                <a:gd name="connsiteX0" fmla="*/ 1279613 w 1765612"/>
                <a:gd name="connsiteY0" fmla="*/ 284276 h 1951613"/>
                <a:gd name="connsiteX1" fmla="*/ 1263432 w 1765612"/>
                <a:gd name="connsiteY1" fmla="*/ 366346 h 1951613"/>
                <a:gd name="connsiteX2" fmla="*/ 1206668 w 1765612"/>
                <a:gd name="connsiteY2" fmla="*/ 387127 h 1951613"/>
                <a:gd name="connsiteX3" fmla="*/ 1153934 w 1765612"/>
                <a:gd name="connsiteY3" fmla="*/ 367541 h 1951613"/>
                <a:gd name="connsiteX4" fmla="*/ 1137411 w 1765612"/>
                <a:gd name="connsiteY4" fmla="*/ 374214 h 1951613"/>
                <a:gd name="connsiteX5" fmla="*/ 1090307 w 1765612"/>
                <a:gd name="connsiteY5" fmla="*/ 393432 h 1951613"/>
                <a:gd name="connsiteX6" fmla="*/ 1060933 w 1765612"/>
                <a:gd name="connsiteY6" fmla="*/ 391462 h 1951613"/>
                <a:gd name="connsiteX7" fmla="*/ 998158 w 1765612"/>
                <a:gd name="connsiteY7" fmla="*/ 403358 h 1951613"/>
                <a:gd name="connsiteX8" fmla="*/ 873661 w 1765612"/>
                <a:gd name="connsiteY8" fmla="*/ 403231 h 1951613"/>
                <a:gd name="connsiteX9" fmla="*/ 873394 w 1765612"/>
                <a:gd name="connsiteY9" fmla="*/ 432770 h 1951613"/>
                <a:gd name="connsiteX10" fmla="*/ 846703 w 1765612"/>
                <a:gd name="connsiteY10" fmla="*/ 443751 h 1951613"/>
                <a:gd name="connsiteX11" fmla="*/ 851787 w 1765612"/>
                <a:gd name="connsiteY11" fmla="*/ 477599 h 1951613"/>
                <a:gd name="connsiteX12" fmla="*/ 830777 w 1765612"/>
                <a:gd name="connsiteY12" fmla="*/ 508179 h 1951613"/>
                <a:gd name="connsiteX13" fmla="*/ 792532 w 1765612"/>
                <a:gd name="connsiteY13" fmla="*/ 510543 h 1951613"/>
                <a:gd name="connsiteX14" fmla="*/ 809055 w 1765612"/>
                <a:gd name="connsiteY14" fmla="*/ 553542 h 1951613"/>
                <a:gd name="connsiteX15" fmla="*/ 825235 w 1765612"/>
                <a:gd name="connsiteY15" fmla="*/ 579687 h 1951613"/>
                <a:gd name="connsiteX16" fmla="*/ 861917 w 1765612"/>
                <a:gd name="connsiteY16" fmla="*/ 568832 h 1951613"/>
                <a:gd name="connsiteX17" fmla="*/ 879914 w 1765612"/>
                <a:gd name="connsiteY17" fmla="*/ 599667 h 1951613"/>
                <a:gd name="connsiteX18" fmla="*/ 832810 w 1765612"/>
                <a:gd name="connsiteY18" fmla="*/ 633794 h 1951613"/>
                <a:gd name="connsiteX19" fmla="*/ 849779 w 1765612"/>
                <a:gd name="connsiteY19" fmla="*/ 672357 h 1951613"/>
                <a:gd name="connsiteX20" fmla="*/ 864128 w 1765612"/>
                <a:gd name="connsiteY20" fmla="*/ 716843 h 1951613"/>
                <a:gd name="connsiteX21" fmla="*/ 828629 w 1765612"/>
                <a:gd name="connsiteY21" fmla="*/ 766781 h 1951613"/>
                <a:gd name="connsiteX22" fmla="*/ 850808 w 1765612"/>
                <a:gd name="connsiteY22" fmla="*/ 779186 h 1951613"/>
                <a:gd name="connsiteX23" fmla="*/ 885266 w 1765612"/>
                <a:gd name="connsiteY23" fmla="*/ 798137 h 1951613"/>
                <a:gd name="connsiteX24" fmla="*/ 932649 w 1765612"/>
                <a:gd name="connsiteY24" fmla="*/ 803488 h 1951613"/>
                <a:gd name="connsiteX25" fmla="*/ 966052 w 1765612"/>
                <a:gd name="connsiteY25" fmla="*/ 782199 h 1951613"/>
                <a:gd name="connsiteX26" fmla="*/ 989159 w 1765612"/>
                <a:gd name="connsiteY26" fmla="*/ 799993 h 1951613"/>
                <a:gd name="connsiteX27" fmla="*/ 1014211 w 1765612"/>
                <a:gd name="connsiteY27" fmla="*/ 819211 h 1951613"/>
                <a:gd name="connsiteX28" fmla="*/ 1037305 w 1765612"/>
                <a:gd name="connsiteY28" fmla="*/ 814368 h 1951613"/>
                <a:gd name="connsiteX29" fmla="*/ 1065878 w 1765612"/>
                <a:gd name="connsiteY29" fmla="*/ 851495 h 1951613"/>
                <a:gd name="connsiteX30" fmla="*/ 1106728 w 1765612"/>
                <a:gd name="connsiteY30" fmla="*/ 840640 h 1951613"/>
                <a:gd name="connsiteX31" fmla="*/ 1163746 w 1765612"/>
                <a:gd name="connsiteY31" fmla="*/ 867179 h 1951613"/>
                <a:gd name="connsiteX32" fmla="*/ 1187768 w 1765612"/>
                <a:gd name="connsiteY32" fmla="*/ 884973 h 1951613"/>
                <a:gd name="connsiteX33" fmla="*/ 1225734 w 1765612"/>
                <a:gd name="connsiteY33" fmla="*/ 874399 h 1951613"/>
                <a:gd name="connsiteX34" fmla="*/ 1366436 w 1765612"/>
                <a:gd name="connsiteY34" fmla="*/ 765091 h 1951613"/>
                <a:gd name="connsiteX35" fmla="*/ 1392911 w 1765612"/>
                <a:gd name="connsiteY35" fmla="*/ 731243 h 1951613"/>
                <a:gd name="connsiteX36" fmla="*/ 1394182 w 1765612"/>
                <a:gd name="connsiteY36" fmla="*/ 697002 h 1951613"/>
                <a:gd name="connsiteX37" fmla="*/ 1413375 w 1765612"/>
                <a:gd name="connsiteY37" fmla="*/ 664464 h 1951613"/>
                <a:gd name="connsiteX38" fmla="*/ 1416387 w 1765612"/>
                <a:gd name="connsiteY38" fmla="*/ 638955 h 1951613"/>
                <a:gd name="connsiteX39" fmla="*/ 1420289 w 1765612"/>
                <a:gd name="connsiteY39" fmla="*/ 606950 h 1951613"/>
                <a:gd name="connsiteX40" fmla="*/ 1424598 w 1765612"/>
                <a:gd name="connsiteY40" fmla="*/ 570752 h 1951613"/>
                <a:gd name="connsiteX41" fmla="*/ 1424089 w 1765612"/>
                <a:gd name="connsiteY41" fmla="*/ 540425 h 1951613"/>
                <a:gd name="connsiteX42" fmla="*/ 1422373 w 1765612"/>
                <a:gd name="connsiteY42" fmla="*/ 519771 h 1951613"/>
                <a:gd name="connsiteX43" fmla="*/ 1430470 w 1765612"/>
                <a:gd name="connsiteY43" fmla="*/ 404489 h 1951613"/>
                <a:gd name="connsiteX44" fmla="*/ 1432707 w 1765612"/>
                <a:gd name="connsiteY44" fmla="*/ 399520 h 1951613"/>
                <a:gd name="connsiteX45" fmla="*/ 1526267 w 1765612"/>
                <a:gd name="connsiteY45" fmla="*/ 391284 h 1951613"/>
                <a:gd name="connsiteX46" fmla="*/ 1549615 w 1765612"/>
                <a:gd name="connsiteY46" fmla="*/ 378726 h 1951613"/>
                <a:gd name="connsiteX47" fmla="*/ 1580819 w 1765612"/>
                <a:gd name="connsiteY47" fmla="*/ 352734 h 1951613"/>
                <a:gd name="connsiteX48" fmla="*/ 1580946 w 1765612"/>
                <a:gd name="connsiteY48" fmla="*/ 350369 h 1951613"/>
                <a:gd name="connsiteX49" fmla="*/ 1624580 w 1765612"/>
                <a:gd name="connsiteY49" fmla="*/ 335765 h 1951613"/>
                <a:gd name="connsiteX50" fmla="*/ 1590262 w 1765612"/>
                <a:gd name="connsiteY50" fmla="*/ 303088 h 1951613"/>
                <a:gd name="connsiteX51" fmla="*/ 1639197 w 1765612"/>
                <a:gd name="connsiteY51" fmla="*/ 286374 h 1951613"/>
                <a:gd name="connsiteX52" fmla="*/ 1645552 w 1765612"/>
                <a:gd name="connsiteY52" fmla="*/ 266762 h 1951613"/>
                <a:gd name="connsiteX53" fmla="*/ 1665520 w 1765612"/>
                <a:gd name="connsiteY53" fmla="*/ 260407 h 1951613"/>
                <a:gd name="connsiteX54" fmla="*/ 1672955 w 1765612"/>
                <a:gd name="connsiteY54" fmla="*/ 257521 h 1951613"/>
                <a:gd name="connsiteX55" fmla="*/ 1589068 w 1765612"/>
                <a:gd name="connsiteY55" fmla="*/ 206541 h 1951613"/>
                <a:gd name="connsiteX56" fmla="*/ 1589335 w 1765612"/>
                <a:gd name="connsiteY56" fmla="*/ 202372 h 1951613"/>
                <a:gd name="connsiteX57" fmla="*/ 1570536 w 1765612"/>
                <a:gd name="connsiteY57" fmla="*/ 192699 h 1951613"/>
                <a:gd name="connsiteX58" fmla="*/ 1534007 w 1765612"/>
                <a:gd name="connsiteY58" fmla="*/ 192699 h 1951613"/>
                <a:gd name="connsiteX59" fmla="*/ 1515603 w 1765612"/>
                <a:gd name="connsiteY59" fmla="*/ 189573 h 1951613"/>
                <a:gd name="connsiteX60" fmla="*/ 1501507 w 1765612"/>
                <a:gd name="connsiteY60" fmla="*/ 190475 h 1951613"/>
                <a:gd name="connsiteX61" fmla="*/ 1498495 w 1765612"/>
                <a:gd name="connsiteY61" fmla="*/ 174537 h 1951613"/>
                <a:gd name="connsiteX62" fmla="*/ 1474345 w 1765612"/>
                <a:gd name="connsiteY62" fmla="*/ 179760 h 1951613"/>
                <a:gd name="connsiteX63" fmla="*/ 1463262 w 1765612"/>
                <a:gd name="connsiteY63" fmla="*/ 192305 h 1951613"/>
                <a:gd name="connsiteX64" fmla="*/ 1462347 w 1765612"/>
                <a:gd name="connsiteY64" fmla="*/ 203541 h 1951613"/>
                <a:gd name="connsiteX65" fmla="*/ 1458534 w 1765612"/>
                <a:gd name="connsiteY65" fmla="*/ 228784 h 1951613"/>
                <a:gd name="connsiteX66" fmla="*/ 1427089 w 1765612"/>
                <a:gd name="connsiteY66" fmla="*/ 235444 h 1951613"/>
                <a:gd name="connsiteX67" fmla="*/ 1393013 w 1765612"/>
                <a:gd name="connsiteY67" fmla="*/ 260661 h 1951613"/>
                <a:gd name="connsiteX68" fmla="*/ 1346163 w 1765612"/>
                <a:gd name="connsiteY68" fmla="*/ 271897 h 1951613"/>
                <a:gd name="connsiteX69" fmla="*/ 1314718 w 1765612"/>
                <a:gd name="connsiteY69" fmla="*/ 293339 h 1951613"/>
                <a:gd name="connsiteX70" fmla="*/ 1081333 w 1765612"/>
                <a:gd name="connsiteY70" fmla="*/ 73185 h 1951613"/>
                <a:gd name="connsiteX71" fmla="*/ 1078715 w 1765612"/>
                <a:gd name="connsiteY71" fmla="*/ 91221 h 1951613"/>
                <a:gd name="connsiteX72" fmla="*/ 1133013 w 1765612"/>
                <a:gd name="connsiteY72" fmla="*/ 87306 h 1951613"/>
                <a:gd name="connsiteX73" fmla="*/ 1152586 w 1765612"/>
                <a:gd name="connsiteY73" fmla="*/ 92797 h 1951613"/>
                <a:gd name="connsiteX74" fmla="*/ 1138491 w 1765612"/>
                <a:gd name="connsiteY74" fmla="*/ 113578 h 1951613"/>
                <a:gd name="connsiteX75" fmla="*/ 1137843 w 1765612"/>
                <a:gd name="connsiteY75" fmla="*/ 135796 h 1951613"/>
                <a:gd name="connsiteX76" fmla="*/ 1151404 w 1765612"/>
                <a:gd name="connsiteY76" fmla="*/ 135796 h 1951613"/>
                <a:gd name="connsiteX77" fmla="*/ 1184451 w 1765612"/>
                <a:gd name="connsiteY77" fmla="*/ 147044 h 1951613"/>
                <a:gd name="connsiteX78" fmla="*/ 1188505 w 1765612"/>
                <a:gd name="connsiteY78" fmla="*/ 159055 h 1951613"/>
                <a:gd name="connsiteX79" fmla="*/ 1204686 w 1765612"/>
                <a:gd name="connsiteY79" fmla="*/ 156170 h 1951613"/>
                <a:gd name="connsiteX80" fmla="*/ 1224005 w 1765612"/>
                <a:gd name="connsiteY80" fmla="*/ 109778 h 1951613"/>
                <a:gd name="connsiteX81" fmla="*/ 1239525 w 1765612"/>
                <a:gd name="connsiteY81" fmla="*/ 95657 h 1951613"/>
                <a:gd name="connsiteX82" fmla="*/ 1248015 w 1765612"/>
                <a:gd name="connsiteY82" fmla="*/ 100500 h 1951613"/>
                <a:gd name="connsiteX83" fmla="*/ 1276079 w 1765612"/>
                <a:gd name="connsiteY83" fmla="*/ 69525 h 1951613"/>
                <a:gd name="connsiteX84" fmla="*/ 1304041 w 1765612"/>
                <a:gd name="connsiteY84" fmla="*/ 84294 h 1951613"/>
                <a:gd name="connsiteX85" fmla="*/ 1304969 w 1765612"/>
                <a:gd name="connsiteY85" fmla="*/ 111481 h 1951613"/>
                <a:gd name="connsiteX86" fmla="*/ 1335245 w 1765612"/>
                <a:gd name="connsiteY86" fmla="*/ 134220 h 1951613"/>
                <a:gd name="connsiteX87" fmla="*/ 1359255 w 1765612"/>
                <a:gd name="connsiteY87" fmla="*/ 118675 h 1951613"/>
                <a:gd name="connsiteX88" fmla="*/ 1371011 w 1765612"/>
                <a:gd name="connsiteY88" fmla="*/ 141147 h 1951613"/>
                <a:gd name="connsiteX89" fmla="*/ 1401923 w 1765612"/>
                <a:gd name="connsiteY89" fmla="*/ 147299 h 1951613"/>
                <a:gd name="connsiteX90" fmla="*/ 1430381 w 1765612"/>
                <a:gd name="connsiteY90" fmla="*/ 146117 h 1951613"/>
                <a:gd name="connsiteX91" fmla="*/ 1467965 w 1765612"/>
                <a:gd name="connsiteY91" fmla="*/ 139456 h 1951613"/>
                <a:gd name="connsiteX92" fmla="*/ 1493017 w 1765612"/>
                <a:gd name="connsiteY92" fmla="*/ 128335 h 1951613"/>
                <a:gd name="connsiteX93" fmla="*/ 1515895 w 1765612"/>
                <a:gd name="connsiteY93" fmla="*/ 88476 h 1951613"/>
                <a:gd name="connsiteX94" fmla="*/ 1529202 w 1765612"/>
                <a:gd name="connsiteY94" fmla="*/ 80850 h 1951613"/>
                <a:gd name="connsiteX95" fmla="*/ 1538989 w 1765612"/>
                <a:gd name="connsiteY95" fmla="*/ 104503 h 1951613"/>
                <a:gd name="connsiteX96" fmla="*/ 1577883 w 1765612"/>
                <a:gd name="connsiteY96" fmla="*/ 140575 h 1951613"/>
                <a:gd name="connsiteX97" fmla="*/ 1599490 w 1765612"/>
                <a:gd name="connsiteY97" fmla="*/ 186192 h 1951613"/>
                <a:gd name="connsiteX98" fmla="*/ 1616445 w 1765612"/>
                <a:gd name="connsiteY98" fmla="*/ 193373 h 1951613"/>
                <a:gd name="connsiteX99" fmla="*/ 1623373 w 1765612"/>
                <a:gd name="connsiteY99" fmla="*/ 185531 h 1951613"/>
                <a:gd name="connsiteX100" fmla="*/ 1625063 w 1765612"/>
                <a:gd name="connsiteY100" fmla="*/ 170762 h 1951613"/>
                <a:gd name="connsiteX101" fmla="*/ 1633960 w 1765612"/>
                <a:gd name="connsiteY101" fmla="*/ 167762 h 1951613"/>
                <a:gd name="connsiteX102" fmla="*/ 1644001 w 1765612"/>
                <a:gd name="connsiteY102" fmla="*/ 189064 h 1951613"/>
                <a:gd name="connsiteX103" fmla="*/ 1656712 w 1765612"/>
                <a:gd name="connsiteY103" fmla="*/ 205588 h 1951613"/>
                <a:gd name="connsiteX104" fmla="*/ 1694842 w 1765612"/>
                <a:gd name="connsiteY104" fmla="*/ 206859 h 1951613"/>
                <a:gd name="connsiteX105" fmla="*/ 1725245 w 1765612"/>
                <a:gd name="connsiteY105" fmla="*/ 214701 h 1951613"/>
                <a:gd name="connsiteX106" fmla="*/ 1731905 w 1765612"/>
                <a:gd name="connsiteY106" fmla="*/ 229076 h 1951613"/>
                <a:gd name="connsiteX107" fmla="*/ 1715458 w 1765612"/>
                <a:gd name="connsiteY107" fmla="*/ 247760 h 1951613"/>
                <a:gd name="connsiteX108" fmla="*/ 1702748 w 1765612"/>
                <a:gd name="connsiteY108" fmla="*/ 271909 h 1951613"/>
                <a:gd name="connsiteX109" fmla="*/ 1713717 w 1765612"/>
                <a:gd name="connsiteY109" fmla="*/ 299096 h 1951613"/>
                <a:gd name="connsiteX110" fmla="*/ 1718013 w 1765612"/>
                <a:gd name="connsiteY110" fmla="*/ 326017 h 1951613"/>
                <a:gd name="connsiteX111" fmla="*/ 1719855 w 1765612"/>
                <a:gd name="connsiteY111" fmla="*/ 361605 h 1951613"/>
                <a:gd name="connsiteX112" fmla="*/ 1765613 w 1765612"/>
                <a:gd name="connsiteY112" fmla="*/ 400028 h 1951613"/>
                <a:gd name="connsiteX113" fmla="*/ 1764341 w 1765612"/>
                <a:gd name="connsiteY113" fmla="*/ 433227 h 1951613"/>
                <a:gd name="connsiteX114" fmla="*/ 1735159 w 1765612"/>
                <a:gd name="connsiteY114" fmla="*/ 466681 h 1951613"/>
                <a:gd name="connsiteX115" fmla="*/ 1668202 w 1765612"/>
                <a:gd name="connsiteY115" fmla="*/ 477535 h 1951613"/>
                <a:gd name="connsiteX116" fmla="*/ 1628012 w 1765612"/>
                <a:gd name="connsiteY116" fmla="*/ 529647 h 1951613"/>
                <a:gd name="connsiteX117" fmla="*/ 1619115 w 1765612"/>
                <a:gd name="connsiteY117" fmla="*/ 545064 h 1951613"/>
                <a:gd name="connsiteX118" fmla="*/ 1604370 w 1765612"/>
                <a:gd name="connsiteY118" fmla="*/ 610166 h 1951613"/>
                <a:gd name="connsiteX119" fmla="*/ 1596541 w 1765612"/>
                <a:gd name="connsiteY119" fmla="*/ 628469 h 1951613"/>
                <a:gd name="connsiteX120" fmla="*/ 1586615 w 1765612"/>
                <a:gd name="connsiteY120" fmla="*/ 643225 h 1951613"/>
                <a:gd name="connsiteX121" fmla="*/ 1553568 w 1765612"/>
                <a:gd name="connsiteY121" fmla="*/ 668061 h 1951613"/>
                <a:gd name="connsiteX122" fmla="*/ 1536460 w 1765612"/>
                <a:gd name="connsiteY122" fmla="*/ 683479 h 1951613"/>
                <a:gd name="connsiteX123" fmla="*/ 1531770 w 1765612"/>
                <a:gd name="connsiteY123" fmla="*/ 694740 h 1951613"/>
                <a:gd name="connsiteX124" fmla="*/ 1524589 w 1765612"/>
                <a:gd name="connsiteY124" fmla="*/ 723605 h 1951613"/>
                <a:gd name="connsiteX125" fmla="*/ 1519899 w 1765612"/>
                <a:gd name="connsiteY125" fmla="*/ 734853 h 1951613"/>
                <a:gd name="connsiteX126" fmla="*/ 1511281 w 1765612"/>
                <a:gd name="connsiteY126" fmla="*/ 743877 h 1951613"/>
                <a:gd name="connsiteX127" fmla="*/ 1491581 w 1765612"/>
                <a:gd name="connsiteY127" fmla="*/ 759689 h 1951613"/>
                <a:gd name="connsiteX128" fmla="*/ 1485708 w 1765612"/>
                <a:gd name="connsiteY128" fmla="*/ 771458 h 1951613"/>
                <a:gd name="connsiteX129" fmla="*/ 1486229 w 1765612"/>
                <a:gd name="connsiteY129" fmla="*/ 789888 h 1951613"/>
                <a:gd name="connsiteX130" fmla="*/ 1482048 w 1765612"/>
                <a:gd name="connsiteY130" fmla="*/ 807009 h 1951613"/>
                <a:gd name="connsiteX131" fmla="*/ 1469909 w 1765612"/>
                <a:gd name="connsiteY131" fmla="*/ 842953 h 1951613"/>
                <a:gd name="connsiteX132" fmla="*/ 1453386 w 1765612"/>
                <a:gd name="connsiteY132" fmla="*/ 876140 h 1951613"/>
                <a:gd name="connsiteX133" fmla="*/ 1435490 w 1765612"/>
                <a:gd name="connsiteY133" fmla="*/ 908169 h 1951613"/>
                <a:gd name="connsiteX134" fmla="*/ 1431982 w 1765612"/>
                <a:gd name="connsiteY134" fmla="*/ 919278 h 1951613"/>
                <a:gd name="connsiteX135" fmla="*/ 1428462 w 1765612"/>
                <a:gd name="connsiteY135" fmla="*/ 941369 h 1951613"/>
                <a:gd name="connsiteX136" fmla="*/ 1424280 w 1765612"/>
                <a:gd name="connsiteY136" fmla="*/ 956150 h 1951613"/>
                <a:gd name="connsiteX137" fmla="*/ 1410438 w 1765612"/>
                <a:gd name="connsiteY137" fmla="*/ 986464 h 1951613"/>
                <a:gd name="connsiteX138" fmla="*/ 1405749 w 1765612"/>
                <a:gd name="connsiteY138" fmla="*/ 1009737 h 1951613"/>
                <a:gd name="connsiteX139" fmla="*/ 1406002 w 1765612"/>
                <a:gd name="connsiteY139" fmla="*/ 1057438 h 1951613"/>
                <a:gd name="connsiteX140" fmla="*/ 1423225 w 1765612"/>
                <a:gd name="connsiteY140" fmla="*/ 1109194 h 1951613"/>
                <a:gd name="connsiteX141" fmla="*/ 1439291 w 1765612"/>
                <a:gd name="connsiteY141" fmla="*/ 1138084 h 1951613"/>
                <a:gd name="connsiteX142" fmla="*/ 1455598 w 1765612"/>
                <a:gd name="connsiteY142" fmla="*/ 1172580 h 1951613"/>
                <a:gd name="connsiteX143" fmla="*/ 1465384 w 1765612"/>
                <a:gd name="connsiteY143" fmla="*/ 1211664 h 1951613"/>
                <a:gd name="connsiteX144" fmla="*/ 1469553 w 1765612"/>
                <a:gd name="connsiteY144" fmla="*/ 1231924 h 1951613"/>
                <a:gd name="connsiteX145" fmla="*/ 1476227 w 1765612"/>
                <a:gd name="connsiteY145" fmla="*/ 1264208 h 1951613"/>
                <a:gd name="connsiteX146" fmla="*/ 1476862 w 1765612"/>
                <a:gd name="connsiteY146" fmla="*/ 1289031 h 1951613"/>
                <a:gd name="connsiteX147" fmla="*/ 1464470 w 1765612"/>
                <a:gd name="connsiteY147" fmla="*/ 1321582 h 1951613"/>
                <a:gd name="connsiteX148" fmla="*/ 1423110 w 1765612"/>
                <a:gd name="connsiteY148" fmla="*/ 1355823 h 1951613"/>
                <a:gd name="connsiteX149" fmla="*/ 1398834 w 1765612"/>
                <a:gd name="connsiteY149" fmla="*/ 1372944 h 1951613"/>
                <a:gd name="connsiteX150" fmla="*/ 1384078 w 1765612"/>
                <a:gd name="connsiteY150" fmla="*/ 1390738 h 1951613"/>
                <a:gd name="connsiteX151" fmla="*/ 1392034 w 1765612"/>
                <a:gd name="connsiteY151" fmla="*/ 1423276 h 1951613"/>
                <a:gd name="connsiteX152" fmla="*/ 1395173 w 1765612"/>
                <a:gd name="connsiteY152" fmla="*/ 1430978 h 1951613"/>
                <a:gd name="connsiteX153" fmla="*/ 1411697 w 1765612"/>
                <a:gd name="connsiteY153" fmla="*/ 1456602 h 1951613"/>
                <a:gd name="connsiteX154" fmla="*/ 1425398 w 1765612"/>
                <a:gd name="connsiteY154" fmla="*/ 1476455 h 1951613"/>
                <a:gd name="connsiteX155" fmla="*/ 1465219 w 1765612"/>
                <a:gd name="connsiteY155" fmla="*/ 1545218 h 1951613"/>
                <a:gd name="connsiteX156" fmla="*/ 1539587 w 1765612"/>
                <a:gd name="connsiteY156" fmla="*/ 1643239 h 1951613"/>
                <a:gd name="connsiteX157" fmla="*/ 1495750 w 1765612"/>
                <a:gd name="connsiteY157" fmla="*/ 1656584 h 1951613"/>
                <a:gd name="connsiteX158" fmla="*/ 1486217 w 1765612"/>
                <a:gd name="connsiteY158" fmla="*/ 1707285 h 1951613"/>
                <a:gd name="connsiteX159" fmla="*/ 1447591 w 1765612"/>
                <a:gd name="connsiteY159" fmla="*/ 1714225 h 1951613"/>
                <a:gd name="connsiteX160" fmla="*/ 1442367 w 1765612"/>
                <a:gd name="connsiteY160" fmla="*/ 1740916 h 1951613"/>
                <a:gd name="connsiteX161" fmla="*/ 1410006 w 1765612"/>
                <a:gd name="connsiteY161" fmla="*/ 1845344 h 1951613"/>
                <a:gd name="connsiteX162" fmla="*/ 1384420 w 1765612"/>
                <a:gd name="connsiteY162" fmla="*/ 1876064 h 1951613"/>
                <a:gd name="connsiteX163" fmla="*/ 1386772 w 1765612"/>
                <a:gd name="connsiteY163" fmla="*/ 1903251 h 1951613"/>
                <a:gd name="connsiteX164" fmla="*/ 1371901 w 1765612"/>
                <a:gd name="connsiteY164" fmla="*/ 1919203 h 1951613"/>
                <a:gd name="connsiteX165" fmla="*/ 1346188 w 1765612"/>
                <a:gd name="connsiteY165" fmla="*/ 1951614 h 1951613"/>
                <a:gd name="connsiteX166" fmla="*/ 1337838 w 1765612"/>
                <a:gd name="connsiteY166" fmla="*/ 1943898 h 1951613"/>
                <a:gd name="connsiteX167" fmla="*/ 1278583 w 1765612"/>
                <a:gd name="connsiteY167" fmla="*/ 1888876 h 1951613"/>
                <a:gd name="connsiteX168" fmla="*/ 1197936 w 1765612"/>
                <a:gd name="connsiteY168" fmla="*/ 1886779 h 1951613"/>
                <a:gd name="connsiteX169" fmla="*/ 1130077 w 1765612"/>
                <a:gd name="connsiteY169" fmla="*/ 1878822 h 1951613"/>
                <a:gd name="connsiteX170" fmla="*/ 1031153 w 1765612"/>
                <a:gd name="connsiteY170" fmla="*/ 1858295 h 1951613"/>
                <a:gd name="connsiteX171" fmla="*/ 975050 w 1765612"/>
                <a:gd name="connsiteY171" fmla="*/ 1862108 h 1951613"/>
                <a:gd name="connsiteX172" fmla="*/ 939678 w 1765612"/>
                <a:gd name="connsiteY172" fmla="*/ 1838327 h 1951613"/>
                <a:gd name="connsiteX173" fmla="*/ 946859 w 1765612"/>
                <a:gd name="connsiteY173" fmla="*/ 1806056 h 1951613"/>
                <a:gd name="connsiteX174" fmla="*/ 910000 w 1765612"/>
                <a:gd name="connsiteY174" fmla="*/ 1740828 h 1951613"/>
                <a:gd name="connsiteX175" fmla="*/ 931149 w 1765612"/>
                <a:gd name="connsiteY175" fmla="*/ 1672332 h 1951613"/>
                <a:gd name="connsiteX176" fmla="*/ 938776 w 1765612"/>
                <a:gd name="connsiteY176" fmla="*/ 1593262 h 1951613"/>
                <a:gd name="connsiteX177" fmla="*/ 903276 w 1765612"/>
                <a:gd name="connsiteY177" fmla="*/ 1500986 h 1951613"/>
                <a:gd name="connsiteX178" fmla="*/ 872771 w 1765612"/>
                <a:gd name="connsiteY178" fmla="*/ 1491313 h 1951613"/>
                <a:gd name="connsiteX179" fmla="*/ 827231 w 1765612"/>
                <a:gd name="connsiteY179" fmla="*/ 1479671 h 1951613"/>
                <a:gd name="connsiteX180" fmla="*/ 793027 w 1765612"/>
                <a:gd name="connsiteY180" fmla="*/ 1514446 h 1951613"/>
                <a:gd name="connsiteX181" fmla="*/ 743458 w 1765612"/>
                <a:gd name="connsiteY181" fmla="*/ 1502943 h 1951613"/>
                <a:gd name="connsiteX182" fmla="*/ 705874 w 1765612"/>
                <a:gd name="connsiteY182" fmla="*/ 1476938 h 1951613"/>
                <a:gd name="connsiteX183" fmla="*/ 791223 w 1765612"/>
                <a:gd name="connsiteY183" fmla="*/ 1408456 h 1951613"/>
                <a:gd name="connsiteX184" fmla="*/ 814978 w 1765612"/>
                <a:gd name="connsiteY184" fmla="*/ 1391449 h 1951613"/>
                <a:gd name="connsiteX185" fmla="*/ 810796 w 1765612"/>
                <a:gd name="connsiteY185" fmla="*/ 1338918 h 1951613"/>
                <a:gd name="connsiteX186" fmla="*/ 803361 w 1765612"/>
                <a:gd name="connsiteY186" fmla="*/ 1244278 h 1951613"/>
                <a:gd name="connsiteX187" fmla="*/ 845889 w 1765612"/>
                <a:gd name="connsiteY187" fmla="*/ 1251218 h 1951613"/>
                <a:gd name="connsiteX188" fmla="*/ 858599 w 1765612"/>
                <a:gd name="connsiteY188" fmla="*/ 1244863 h 1951613"/>
                <a:gd name="connsiteX189" fmla="*/ 868641 w 1765612"/>
                <a:gd name="connsiteY189" fmla="*/ 1248905 h 1951613"/>
                <a:gd name="connsiteX190" fmla="*/ 872161 w 1765612"/>
                <a:gd name="connsiteY190" fmla="*/ 1254802 h 1951613"/>
                <a:gd name="connsiteX191" fmla="*/ 927629 w 1765612"/>
                <a:gd name="connsiteY191" fmla="*/ 1249171 h 1951613"/>
                <a:gd name="connsiteX192" fmla="*/ 940809 w 1765612"/>
                <a:gd name="connsiteY192" fmla="*/ 1240020 h 1951613"/>
                <a:gd name="connsiteX193" fmla="*/ 985180 w 1765612"/>
                <a:gd name="connsiteY193" fmla="*/ 1248650 h 1951613"/>
                <a:gd name="connsiteX194" fmla="*/ 999403 w 1765612"/>
                <a:gd name="connsiteY194" fmla="*/ 1247214 h 1951613"/>
                <a:gd name="connsiteX195" fmla="*/ 1015075 w 1765612"/>
                <a:gd name="connsiteY195" fmla="*/ 1240287 h 1951613"/>
                <a:gd name="connsiteX196" fmla="*/ 1027213 w 1765612"/>
                <a:gd name="connsiteY196" fmla="*/ 1235978 h 1951613"/>
                <a:gd name="connsiteX197" fmla="*/ 1027975 w 1765612"/>
                <a:gd name="connsiteY197" fmla="*/ 1224082 h 1951613"/>
                <a:gd name="connsiteX198" fmla="*/ 1034331 w 1765612"/>
                <a:gd name="connsiteY198" fmla="*/ 1207876 h 1951613"/>
                <a:gd name="connsiteX199" fmla="*/ 1030149 w 1765612"/>
                <a:gd name="connsiteY199" fmla="*/ 1202639 h 1951613"/>
                <a:gd name="connsiteX200" fmla="*/ 982651 w 1765612"/>
                <a:gd name="connsiteY200" fmla="*/ 1202258 h 1951613"/>
                <a:gd name="connsiteX201" fmla="*/ 970779 w 1765612"/>
                <a:gd name="connsiteY201" fmla="*/ 1205245 h 1951613"/>
                <a:gd name="connsiteX202" fmla="*/ 930832 w 1765612"/>
                <a:gd name="connsiteY202" fmla="*/ 1200428 h 1951613"/>
                <a:gd name="connsiteX203" fmla="*/ 856718 w 1765612"/>
                <a:gd name="connsiteY203" fmla="*/ 1206567 h 1951613"/>
                <a:gd name="connsiteX204" fmla="*/ 842190 w 1765612"/>
                <a:gd name="connsiteY204" fmla="*/ 1206414 h 1951613"/>
                <a:gd name="connsiteX205" fmla="*/ 803171 w 1765612"/>
                <a:gd name="connsiteY205" fmla="*/ 1195179 h 1951613"/>
                <a:gd name="connsiteX206" fmla="*/ 745873 w 1765612"/>
                <a:gd name="connsiteY206" fmla="*/ 1195700 h 1951613"/>
                <a:gd name="connsiteX207" fmla="*/ 737649 w 1765612"/>
                <a:gd name="connsiteY207" fmla="*/ 1190349 h 1951613"/>
                <a:gd name="connsiteX208" fmla="*/ 725905 w 1765612"/>
                <a:gd name="connsiteY208" fmla="*/ 1189167 h 1951613"/>
                <a:gd name="connsiteX209" fmla="*/ 719893 w 1765612"/>
                <a:gd name="connsiteY209" fmla="*/ 1194009 h 1951613"/>
                <a:gd name="connsiteX210" fmla="*/ 714034 w 1765612"/>
                <a:gd name="connsiteY210" fmla="*/ 1192166 h 1951613"/>
                <a:gd name="connsiteX211" fmla="*/ 709852 w 1765612"/>
                <a:gd name="connsiteY211" fmla="*/ 1185125 h 1951613"/>
                <a:gd name="connsiteX212" fmla="*/ 686884 w 1765612"/>
                <a:gd name="connsiteY212" fmla="*/ 1185633 h 1951613"/>
                <a:gd name="connsiteX213" fmla="*/ 672903 w 1765612"/>
                <a:gd name="connsiteY213" fmla="*/ 1179888 h 1951613"/>
                <a:gd name="connsiteX214" fmla="*/ 648894 w 1765612"/>
                <a:gd name="connsiteY214" fmla="*/ 1180409 h 1951613"/>
                <a:gd name="connsiteX215" fmla="*/ 642373 w 1765612"/>
                <a:gd name="connsiteY215" fmla="*/ 1190577 h 1951613"/>
                <a:gd name="connsiteX216" fmla="*/ 634010 w 1765612"/>
                <a:gd name="connsiteY216" fmla="*/ 1194225 h 1951613"/>
                <a:gd name="connsiteX217" fmla="*/ 623842 w 1765612"/>
                <a:gd name="connsiteY217" fmla="*/ 1192662 h 1951613"/>
                <a:gd name="connsiteX218" fmla="*/ 620029 w 1765612"/>
                <a:gd name="connsiteY218" fmla="*/ 1194098 h 1951613"/>
                <a:gd name="connsiteX219" fmla="*/ 620296 w 1765612"/>
                <a:gd name="connsiteY219" fmla="*/ 1198534 h 1951613"/>
                <a:gd name="connsiteX220" fmla="*/ 593795 w 1765612"/>
                <a:gd name="connsiteY220" fmla="*/ 1208079 h 1951613"/>
                <a:gd name="connsiteX221" fmla="*/ 557126 w 1765612"/>
                <a:gd name="connsiteY221" fmla="*/ 1209134 h 1951613"/>
                <a:gd name="connsiteX222" fmla="*/ 520978 w 1765612"/>
                <a:gd name="connsiteY222" fmla="*/ 1175008 h 1951613"/>
                <a:gd name="connsiteX223" fmla="*/ 433418 w 1765612"/>
                <a:gd name="connsiteY223" fmla="*/ 1086138 h 1951613"/>
                <a:gd name="connsiteX224" fmla="*/ 426504 w 1765612"/>
                <a:gd name="connsiteY224" fmla="*/ 1082998 h 1951613"/>
                <a:gd name="connsiteX225" fmla="*/ 377556 w 1765612"/>
                <a:gd name="connsiteY225" fmla="*/ 1053765 h 1951613"/>
                <a:gd name="connsiteX226" fmla="*/ 356292 w 1765612"/>
                <a:gd name="connsiteY226" fmla="*/ 1067378 h 1951613"/>
                <a:gd name="connsiteX227" fmla="*/ 338803 w 1765612"/>
                <a:gd name="connsiteY227" fmla="*/ 1053117 h 1951613"/>
                <a:gd name="connsiteX228" fmla="*/ 329397 w 1765612"/>
                <a:gd name="connsiteY228" fmla="*/ 1006979 h 1951613"/>
                <a:gd name="connsiteX229" fmla="*/ 362024 w 1765612"/>
                <a:gd name="connsiteY229" fmla="*/ 966204 h 1951613"/>
                <a:gd name="connsiteX230" fmla="*/ 359152 w 1765612"/>
                <a:gd name="connsiteY230" fmla="*/ 955617 h 1951613"/>
                <a:gd name="connsiteX231" fmla="*/ 352632 w 1765612"/>
                <a:gd name="connsiteY231" fmla="*/ 951422 h 1951613"/>
                <a:gd name="connsiteX232" fmla="*/ 345006 w 1765612"/>
                <a:gd name="connsiteY232" fmla="*/ 952693 h 1951613"/>
                <a:gd name="connsiteX233" fmla="*/ 326614 w 1765612"/>
                <a:gd name="connsiteY233" fmla="*/ 956227 h 1951613"/>
                <a:gd name="connsiteX234" fmla="*/ 295283 w 1765612"/>
                <a:gd name="connsiteY234" fmla="*/ 951638 h 1951613"/>
                <a:gd name="connsiteX235" fmla="*/ 304676 w 1765612"/>
                <a:gd name="connsiteY235" fmla="*/ 938928 h 1951613"/>
                <a:gd name="connsiteX236" fmla="*/ 305451 w 1765612"/>
                <a:gd name="connsiteY236" fmla="*/ 932649 h 1951613"/>
                <a:gd name="connsiteX237" fmla="*/ 248561 w 1765612"/>
                <a:gd name="connsiteY237" fmla="*/ 930679 h 1951613"/>
                <a:gd name="connsiteX238" fmla="*/ 244506 w 1765612"/>
                <a:gd name="connsiteY238" fmla="*/ 938928 h 1951613"/>
                <a:gd name="connsiteX239" fmla="*/ 227423 w 1765612"/>
                <a:gd name="connsiteY239" fmla="*/ 941407 h 1951613"/>
                <a:gd name="connsiteX240" fmla="*/ 201584 w 1765612"/>
                <a:gd name="connsiteY240" fmla="*/ 952846 h 1951613"/>
                <a:gd name="connsiteX241" fmla="*/ 177167 w 1765612"/>
                <a:gd name="connsiteY241" fmla="*/ 961476 h 1951613"/>
                <a:gd name="connsiteX242" fmla="*/ 166211 w 1765612"/>
                <a:gd name="connsiteY242" fmla="*/ 961476 h 1951613"/>
                <a:gd name="connsiteX243" fmla="*/ 160606 w 1765612"/>
                <a:gd name="connsiteY243" fmla="*/ 954930 h 1951613"/>
                <a:gd name="connsiteX244" fmla="*/ 141159 w 1765612"/>
                <a:gd name="connsiteY244" fmla="*/ 952846 h 1951613"/>
                <a:gd name="connsiteX245" fmla="*/ 127852 w 1765612"/>
                <a:gd name="connsiteY245" fmla="*/ 942512 h 1951613"/>
                <a:gd name="connsiteX246" fmla="*/ 109320 w 1765612"/>
                <a:gd name="connsiteY246" fmla="*/ 944216 h 1951613"/>
                <a:gd name="connsiteX247" fmla="*/ 105927 w 1765612"/>
                <a:gd name="connsiteY247" fmla="*/ 951397 h 1951613"/>
                <a:gd name="connsiteX248" fmla="*/ 107490 w 1765612"/>
                <a:gd name="connsiteY248" fmla="*/ 959519 h 1951613"/>
                <a:gd name="connsiteX249" fmla="*/ 97449 w 1765612"/>
                <a:gd name="connsiteY249" fmla="*/ 962912 h 1951613"/>
                <a:gd name="connsiteX250" fmla="*/ 75257 w 1765612"/>
                <a:gd name="connsiteY250" fmla="*/ 958985 h 1951613"/>
                <a:gd name="connsiteX251" fmla="*/ 61428 w 1765612"/>
                <a:gd name="connsiteY251" fmla="*/ 944737 h 1951613"/>
                <a:gd name="connsiteX252" fmla="*/ 41855 w 1765612"/>
                <a:gd name="connsiteY252" fmla="*/ 942767 h 1951613"/>
                <a:gd name="connsiteX253" fmla="*/ 32322 w 1765612"/>
                <a:gd name="connsiteY253" fmla="*/ 929446 h 1951613"/>
                <a:gd name="connsiteX254" fmla="*/ 44320 w 1765612"/>
                <a:gd name="connsiteY254" fmla="*/ 921820 h 1951613"/>
                <a:gd name="connsiteX255" fmla="*/ 38969 w 1765612"/>
                <a:gd name="connsiteY255" fmla="*/ 901840 h 1951613"/>
                <a:gd name="connsiteX256" fmla="*/ 17362 w 1765612"/>
                <a:gd name="connsiteY256" fmla="*/ 898955 h 1951613"/>
                <a:gd name="connsiteX257" fmla="*/ 7842 w 1765612"/>
                <a:gd name="connsiteY257" fmla="*/ 895815 h 1951613"/>
                <a:gd name="connsiteX258" fmla="*/ 0 w 1765612"/>
                <a:gd name="connsiteY258" fmla="*/ 897391 h 1951613"/>
                <a:gd name="connsiteX259" fmla="*/ 25318 w 1765612"/>
                <a:gd name="connsiteY259" fmla="*/ 867713 h 1951613"/>
                <a:gd name="connsiteX260" fmla="*/ 64339 w 1765612"/>
                <a:gd name="connsiteY260" fmla="*/ 859489 h 1951613"/>
                <a:gd name="connsiteX261" fmla="*/ 149497 w 1765612"/>
                <a:gd name="connsiteY261" fmla="*/ 873331 h 1951613"/>
                <a:gd name="connsiteX262" fmla="*/ 179493 w 1765612"/>
                <a:gd name="connsiteY262" fmla="*/ 850605 h 1951613"/>
                <a:gd name="connsiteX263" fmla="*/ 281417 w 1765612"/>
                <a:gd name="connsiteY263" fmla="*/ 825502 h 1951613"/>
                <a:gd name="connsiteX264" fmla="*/ 306087 w 1765612"/>
                <a:gd name="connsiteY264" fmla="*/ 764493 h 1951613"/>
                <a:gd name="connsiteX265" fmla="*/ 280667 w 1765612"/>
                <a:gd name="connsiteY265" fmla="*/ 747118 h 1951613"/>
                <a:gd name="connsiteX266" fmla="*/ 322305 w 1765612"/>
                <a:gd name="connsiteY266" fmla="*/ 693392 h 1951613"/>
                <a:gd name="connsiteX267" fmla="*/ 358580 w 1765612"/>
                <a:gd name="connsiteY267" fmla="*/ 685169 h 1951613"/>
                <a:gd name="connsiteX268" fmla="*/ 377900 w 1765612"/>
                <a:gd name="connsiteY268" fmla="*/ 648182 h 1951613"/>
                <a:gd name="connsiteX269" fmla="*/ 352479 w 1765612"/>
                <a:gd name="connsiteY269" fmla="*/ 568705 h 1951613"/>
                <a:gd name="connsiteX270" fmla="*/ 290898 w 1765612"/>
                <a:gd name="connsiteY270" fmla="*/ 481399 h 1951613"/>
                <a:gd name="connsiteX271" fmla="*/ 346365 w 1765612"/>
                <a:gd name="connsiteY271" fmla="*/ 434371 h 1951613"/>
                <a:gd name="connsiteX272" fmla="*/ 355746 w 1765612"/>
                <a:gd name="connsiteY272" fmla="*/ 376324 h 1951613"/>
                <a:gd name="connsiteX273" fmla="*/ 383416 w 1765612"/>
                <a:gd name="connsiteY273" fmla="*/ 366397 h 1951613"/>
                <a:gd name="connsiteX274" fmla="*/ 375790 w 1765612"/>
                <a:gd name="connsiteY274" fmla="*/ 320399 h 1951613"/>
                <a:gd name="connsiteX275" fmla="*/ 399799 w 1765612"/>
                <a:gd name="connsiteY275" fmla="*/ 302490 h 1951613"/>
                <a:gd name="connsiteX276" fmla="*/ 425627 w 1765612"/>
                <a:gd name="connsiteY276" fmla="*/ 306786 h 1951613"/>
                <a:gd name="connsiteX277" fmla="*/ 445455 w 1765612"/>
                <a:gd name="connsiteY277" fmla="*/ 282383 h 1951613"/>
                <a:gd name="connsiteX278" fmla="*/ 470265 w 1765612"/>
                <a:gd name="connsiteY278" fmla="*/ 300024 h 1951613"/>
                <a:gd name="connsiteX279" fmla="*/ 477815 w 1765612"/>
                <a:gd name="connsiteY279" fmla="*/ 281862 h 1951613"/>
                <a:gd name="connsiteX280" fmla="*/ 506400 w 1765612"/>
                <a:gd name="connsiteY280" fmla="*/ 274426 h 1951613"/>
                <a:gd name="connsiteX281" fmla="*/ 527537 w 1765612"/>
                <a:gd name="connsiteY281" fmla="*/ 266444 h 1951613"/>
                <a:gd name="connsiteX282" fmla="*/ 488262 w 1765612"/>
                <a:gd name="connsiteY282" fmla="*/ 245015 h 1951613"/>
                <a:gd name="connsiteX283" fmla="*/ 453945 w 1765612"/>
                <a:gd name="connsiteY283" fmla="*/ 237160 h 1951613"/>
                <a:gd name="connsiteX284" fmla="*/ 456029 w 1765612"/>
                <a:gd name="connsiteY284" fmla="*/ 217167 h 1951613"/>
                <a:gd name="connsiteX285" fmla="*/ 419742 w 1765612"/>
                <a:gd name="connsiteY285" fmla="*/ 194288 h 1951613"/>
                <a:gd name="connsiteX286" fmla="*/ 423008 w 1765612"/>
                <a:gd name="connsiteY286" fmla="*/ 140041 h 1951613"/>
                <a:gd name="connsiteX287" fmla="*/ 482644 w 1765612"/>
                <a:gd name="connsiteY287" fmla="*/ 119705 h 1951613"/>
                <a:gd name="connsiteX288" fmla="*/ 510836 w 1765612"/>
                <a:gd name="connsiteY288" fmla="*/ 144273 h 1951613"/>
                <a:gd name="connsiteX289" fmla="*/ 560304 w 1765612"/>
                <a:gd name="connsiteY289" fmla="*/ 120226 h 1951613"/>
                <a:gd name="connsiteX290" fmla="*/ 582356 w 1765612"/>
                <a:gd name="connsiteY290" fmla="*/ 156691 h 1951613"/>
                <a:gd name="connsiteX291" fmla="*/ 658693 w 1765612"/>
                <a:gd name="connsiteY291" fmla="*/ 149891 h 1951613"/>
                <a:gd name="connsiteX292" fmla="*/ 713246 w 1765612"/>
                <a:gd name="connsiteY292" fmla="*/ 138134 h 1951613"/>
                <a:gd name="connsiteX293" fmla="*/ 731905 w 1765612"/>
                <a:gd name="connsiteY293" fmla="*/ 90039 h 1951613"/>
                <a:gd name="connsiteX294" fmla="*/ 756054 w 1765612"/>
                <a:gd name="connsiteY294" fmla="*/ 110286 h 1951613"/>
                <a:gd name="connsiteX295" fmla="*/ 821562 w 1765612"/>
                <a:gd name="connsiteY295" fmla="*/ 132123 h 1951613"/>
                <a:gd name="connsiteX296" fmla="*/ 820520 w 1765612"/>
                <a:gd name="connsiteY296" fmla="*/ 159437 h 1951613"/>
                <a:gd name="connsiteX297" fmla="*/ 877029 w 1765612"/>
                <a:gd name="connsiteY297" fmla="*/ 155776 h 1951613"/>
                <a:gd name="connsiteX298" fmla="*/ 890591 w 1765612"/>
                <a:gd name="connsiteY298" fmla="*/ 155382 h 1951613"/>
                <a:gd name="connsiteX299" fmla="*/ 906123 w 1765612"/>
                <a:gd name="connsiteY299" fmla="*/ 174448 h 1951613"/>
                <a:gd name="connsiteX300" fmla="*/ 965746 w 1765612"/>
                <a:gd name="connsiteY300" fmla="*/ 147260 h 1951613"/>
                <a:gd name="connsiteX301" fmla="*/ 1001259 w 1765612"/>
                <a:gd name="connsiteY301" fmla="*/ 163784 h 1951613"/>
                <a:gd name="connsiteX302" fmla="*/ 1045744 w 1765612"/>
                <a:gd name="connsiteY302" fmla="*/ 122476 h 1951613"/>
                <a:gd name="connsiteX303" fmla="*/ 1044028 w 1765612"/>
                <a:gd name="connsiteY303" fmla="*/ 104046 h 1951613"/>
                <a:gd name="connsiteX304" fmla="*/ 1038169 w 1765612"/>
                <a:gd name="connsiteY304" fmla="*/ 93992 h 1951613"/>
                <a:gd name="connsiteX305" fmla="*/ 1023388 w 1765612"/>
                <a:gd name="connsiteY305" fmla="*/ 99356 h 1951613"/>
                <a:gd name="connsiteX306" fmla="*/ 1017528 w 1765612"/>
                <a:gd name="connsiteY306" fmla="*/ 90458 h 1951613"/>
                <a:gd name="connsiteX307" fmla="*/ 1036327 w 1765612"/>
                <a:gd name="connsiteY307" fmla="*/ 69144 h 1951613"/>
                <a:gd name="connsiteX308" fmla="*/ 1008262 w 1765612"/>
                <a:gd name="connsiteY308" fmla="*/ 49023 h 1951613"/>
                <a:gd name="connsiteX309" fmla="*/ 991612 w 1765612"/>
                <a:gd name="connsiteY309" fmla="*/ 67301 h 1951613"/>
                <a:gd name="connsiteX310" fmla="*/ 960828 w 1765612"/>
                <a:gd name="connsiteY310" fmla="*/ 56726 h 1951613"/>
                <a:gd name="connsiteX311" fmla="*/ 988091 w 1765612"/>
                <a:gd name="connsiteY311" fmla="*/ 28356 h 1951613"/>
                <a:gd name="connsiteX312" fmla="*/ 1079833 w 1765612"/>
                <a:gd name="connsiteY312" fmla="*/ 0 h 1951613"/>
                <a:gd name="connsiteX313" fmla="*/ 1089354 w 1765612"/>
                <a:gd name="connsiteY313" fmla="*/ 33047 h 1951613"/>
                <a:gd name="connsiteX314" fmla="*/ 1110897 w 1765612"/>
                <a:gd name="connsiteY314" fmla="*/ 40368 h 195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Lst>
              <a:rect l="l" t="t" r="r" b="b"/>
              <a:pathLst>
                <a:path w="1765612" h="1951613">
                  <a:moveTo>
                    <a:pt x="1279613" y="284276"/>
                  </a:moveTo>
                  <a:lnTo>
                    <a:pt x="1263432" y="366346"/>
                  </a:lnTo>
                  <a:lnTo>
                    <a:pt x="1206668" y="387127"/>
                  </a:lnTo>
                  <a:lnTo>
                    <a:pt x="1153934" y="367541"/>
                  </a:lnTo>
                  <a:lnTo>
                    <a:pt x="1137411" y="374214"/>
                  </a:lnTo>
                  <a:lnTo>
                    <a:pt x="1090307" y="393432"/>
                  </a:lnTo>
                  <a:lnTo>
                    <a:pt x="1060933" y="391462"/>
                  </a:lnTo>
                  <a:lnTo>
                    <a:pt x="998158" y="403358"/>
                  </a:lnTo>
                  <a:lnTo>
                    <a:pt x="873661" y="403231"/>
                  </a:lnTo>
                  <a:lnTo>
                    <a:pt x="873394" y="432770"/>
                  </a:lnTo>
                  <a:lnTo>
                    <a:pt x="846703" y="443751"/>
                  </a:lnTo>
                  <a:lnTo>
                    <a:pt x="851787" y="477599"/>
                  </a:lnTo>
                  <a:lnTo>
                    <a:pt x="830777" y="508179"/>
                  </a:lnTo>
                  <a:lnTo>
                    <a:pt x="792532" y="510543"/>
                  </a:lnTo>
                  <a:lnTo>
                    <a:pt x="809055" y="553542"/>
                  </a:lnTo>
                  <a:lnTo>
                    <a:pt x="825235" y="579687"/>
                  </a:lnTo>
                  <a:lnTo>
                    <a:pt x="861917" y="568832"/>
                  </a:lnTo>
                  <a:lnTo>
                    <a:pt x="879914" y="599667"/>
                  </a:lnTo>
                  <a:lnTo>
                    <a:pt x="832810" y="633794"/>
                  </a:lnTo>
                  <a:lnTo>
                    <a:pt x="849779" y="672357"/>
                  </a:lnTo>
                  <a:lnTo>
                    <a:pt x="864128" y="716843"/>
                  </a:lnTo>
                  <a:lnTo>
                    <a:pt x="828629" y="766781"/>
                  </a:lnTo>
                  <a:lnTo>
                    <a:pt x="850808" y="779186"/>
                  </a:lnTo>
                  <a:lnTo>
                    <a:pt x="885266" y="798137"/>
                  </a:lnTo>
                  <a:lnTo>
                    <a:pt x="932649" y="803488"/>
                  </a:lnTo>
                  <a:lnTo>
                    <a:pt x="966052" y="782199"/>
                  </a:lnTo>
                  <a:lnTo>
                    <a:pt x="989159" y="799993"/>
                  </a:lnTo>
                  <a:lnTo>
                    <a:pt x="1014211" y="819211"/>
                  </a:lnTo>
                  <a:lnTo>
                    <a:pt x="1037305" y="814368"/>
                  </a:lnTo>
                  <a:lnTo>
                    <a:pt x="1065878" y="851495"/>
                  </a:lnTo>
                  <a:lnTo>
                    <a:pt x="1106728" y="840640"/>
                  </a:lnTo>
                  <a:lnTo>
                    <a:pt x="1163746" y="867179"/>
                  </a:lnTo>
                  <a:lnTo>
                    <a:pt x="1187768" y="884973"/>
                  </a:lnTo>
                  <a:lnTo>
                    <a:pt x="1225734" y="874399"/>
                  </a:lnTo>
                  <a:lnTo>
                    <a:pt x="1366436" y="765091"/>
                  </a:lnTo>
                  <a:lnTo>
                    <a:pt x="1392911" y="731243"/>
                  </a:lnTo>
                  <a:lnTo>
                    <a:pt x="1394182" y="697002"/>
                  </a:lnTo>
                  <a:lnTo>
                    <a:pt x="1413375" y="664464"/>
                  </a:lnTo>
                  <a:lnTo>
                    <a:pt x="1416387" y="638955"/>
                  </a:lnTo>
                  <a:lnTo>
                    <a:pt x="1420289" y="606950"/>
                  </a:lnTo>
                  <a:lnTo>
                    <a:pt x="1424598" y="570752"/>
                  </a:lnTo>
                  <a:lnTo>
                    <a:pt x="1424089" y="540425"/>
                  </a:lnTo>
                  <a:lnTo>
                    <a:pt x="1422373" y="519771"/>
                  </a:lnTo>
                  <a:lnTo>
                    <a:pt x="1430470" y="404489"/>
                  </a:lnTo>
                  <a:lnTo>
                    <a:pt x="1432707" y="399520"/>
                  </a:lnTo>
                  <a:lnTo>
                    <a:pt x="1526267" y="391284"/>
                  </a:lnTo>
                  <a:lnTo>
                    <a:pt x="1549615" y="378726"/>
                  </a:lnTo>
                  <a:lnTo>
                    <a:pt x="1580819" y="352734"/>
                  </a:lnTo>
                  <a:lnTo>
                    <a:pt x="1580946" y="350369"/>
                  </a:lnTo>
                  <a:lnTo>
                    <a:pt x="1624580" y="335765"/>
                  </a:lnTo>
                  <a:lnTo>
                    <a:pt x="1590262" y="303088"/>
                  </a:lnTo>
                  <a:lnTo>
                    <a:pt x="1639197" y="286374"/>
                  </a:lnTo>
                  <a:lnTo>
                    <a:pt x="1645552" y="266762"/>
                  </a:lnTo>
                  <a:lnTo>
                    <a:pt x="1665520" y="260407"/>
                  </a:lnTo>
                  <a:lnTo>
                    <a:pt x="1672955" y="257521"/>
                  </a:lnTo>
                  <a:lnTo>
                    <a:pt x="1589068" y="206541"/>
                  </a:lnTo>
                  <a:lnTo>
                    <a:pt x="1589335" y="202372"/>
                  </a:lnTo>
                  <a:lnTo>
                    <a:pt x="1570536" y="192699"/>
                  </a:lnTo>
                  <a:lnTo>
                    <a:pt x="1534007" y="192699"/>
                  </a:lnTo>
                  <a:lnTo>
                    <a:pt x="1515603" y="189573"/>
                  </a:lnTo>
                  <a:lnTo>
                    <a:pt x="1501507" y="190475"/>
                  </a:lnTo>
                  <a:lnTo>
                    <a:pt x="1498495" y="174537"/>
                  </a:lnTo>
                  <a:lnTo>
                    <a:pt x="1474345" y="179760"/>
                  </a:lnTo>
                  <a:lnTo>
                    <a:pt x="1463262" y="192305"/>
                  </a:lnTo>
                  <a:lnTo>
                    <a:pt x="1462347" y="203541"/>
                  </a:lnTo>
                  <a:lnTo>
                    <a:pt x="1458534" y="228784"/>
                  </a:lnTo>
                  <a:lnTo>
                    <a:pt x="1427089" y="235444"/>
                  </a:lnTo>
                  <a:lnTo>
                    <a:pt x="1393013" y="260661"/>
                  </a:lnTo>
                  <a:lnTo>
                    <a:pt x="1346163" y="271897"/>
                  </a:lnTo>
                  <a:lnTo>
                    <a:pt x="1314718" y="293339"/>
                  </a:lnTo>
                  <a:close/>
                  <a:moveTo>
                    <a:pt x="1081333" y="73185"/>
                  </a:moveTo>
                  <a:lnTo>
                    <a:pt x="1078715" y="91221"/>
                  </a:lnTo>
                  <a:lnTo>
                    <a:pt x="1133013" y="87306"/>
                  </a:lnTo>
                  <a:lnTo>
                    <a:pt x="1152586" y="92797"/>
                  </a:lnTo>
                  <a:lnTo>
                    <a:pt x="1138491" y="113578"/>
                  </a:lnTo>
                  <a:lnTo>
                    <a:pt x="1137843" y="135796"/>
                  </a:lnTo>
                  <a:lnTo>
                    <a:pt x="1151404" y="135796"/>
                  </a:lnTo>
                  <a:lnTo>
                    <a:pt x="1184451" y="147044"/>
                  </a:lnTo>
                  <a:lnTo>
                    <a:pt x="1188505" y="159055"/>
                  </a:lnTo>
                  <a:lnTo>
                    <a:pt x="1204686" y="156170"/>
                  </a:lnTo>
                  <a:lnTo>
                    <a:pt x="1224005" y="109778"/>
                  </a:lnTo>
                  <a:lnTo>
                    <a:pt x="1239525" y="95657"/>
                  </a:lnTo>
                  <a:lnTo>
                    <a:pt x="1248015" y="100500"/>
                  </a:lnTo>
                  <a:lnTo>
                    <a:pt x="1276079" y="69525"/>
                  </a:lnTo>
                  <a:lnTo>
                    <a:pt x="1304041" y="84294"/>
                  </a:lnTo>
                  <a:lnTo>
                    <a:pt x="1304969" y="111481"/>
                  </a:lnTo>
                  <a:lnTo>
                    <a:pt x="1335245" y="134220"/>
                  </a:lnTo>
                  <a:lnTo>
                    <a:pt x="1359255" y="118675"/>
                  </a:lnTo>
                  <a:lnTo>
                    <a:pt x="1371011" y="141147"/>
                  </a:lnTo>
                  <a:lnTo>
                    <a:pt x="1401923" y="147299"/>
                  </a:lnTo>
                  <a:lnTo>
                    <a:pt x="1430381" y="146117"/>
                  </a:lnTo>
                  <a:lnTo>
                    <a:pt x="1467965" y="139456"/>
                  </a:lnTo>
                  <a:lnTo>
                    <a:pt x="1493017" y="128335"/>
                  </a:lnTo>
                  <a:lnTo>
                    <a:pt x="1515895" y="88476"/>
                  </a:lnTo>
                  <a:lnTo>
                    <a:pt x="1529202" y="80850"/>
                  </a:lnTo>
                  <a:lnTo>
                    <a:pt x="1538989" y="104503"/>
                  </a:lnTo>
                  <a:lnTo>
                    <a:pt x="1577883" y="140575"/>
                  </a:lnTo>
                  <a:lnTo>
                    <a:pt x="1599490" y="186192"/>
                  </a:lnTo>
                  <a:lnTo>
                    <a:pt x="1616445" y="193373"/>
                  </a:lnTo>
                  <a:lnTo>
                    <a:pt x="1623373" y="185531"/>
                  </a:lnTo>
                  <a:lnTo>
                    <a:pt x="1625063" y="170762"/>
                  </a:lnTo>
                  <a:lnTo>
                    <a:pt x="1633960" y="167762"/>
                  </a:lnTo>
                  <a:lnTo>
                    <a:pt x="1644001" y="189064"/>
                  </a:lnTo>
                  <a:lnTo>
                    <a:pt x="1656712" y="205588"/>
                  </a:lnTo>
                  <a:lnTo>
                    <a:pt x="1694842" y="206859"/>
                  </a:lnTo>
                  <a:lnTo>
                    <a:pt x="1725245" y="214701"/>
                  </a:lnTo>
                  <a:lnTo>
                    <a:pt x="1731905" y="229076"/>
                  </a:lnTo>
                  <a:lnTo>
                    <a:pt x="1715458" y="247760"/>
                  </a:lnTo>
                  <a:lnTo>
                    <a:pt x="1702748" y="271909"/>
                  </a:lnTo>
                  <a:lnTo>
                    <a:pt x="1713717" y="299096"/>
                  </a:lnTo>
                  <a:lnTo>
                    <a:pt x="1718013" y="326017"/>
                  </a:lnTo>
                  <a:lnTo>
                    <a:pt x="1719855" y="361605"/>
                  </a:lnTo>
                  <a:lnTo>
                    <a:pt x="1765613" y="400028"/>
                  </a:lnTo>
                  <a:lnTo>
                    <a:pt x="1764341" y="433227"/>
                  </a:lnTo>
                  <a:lnTo>
                    <a:pt x="1735159" y="466681"/>
                  </a:lnTo>
                  <a:lnTo>
                    <a:pt x="1668202" y="477535"/>
                  </a:lnTo>
                  <a:lnTo>
                    <a:pt x="1628012" y="529647"/>
                  </a:lnTo>
                  <a:lnTo>
                    <a:pt x="1619115" y="545064"/>
                  </a:lnTo>
                  <a:lnTo>
                    <a:pt x="1604370" y="610166"/>
                  </a:lnTo>
                  <a:lnTo>
                    <a:pt x="1596541" y="628469"/>
                  </a:lnTo>
                  <a:lnTo>
                    <a:pt x="1586615" y="643225"/>
                  </a:lnTo>
                  <a:lnTo>
                    <a:pt x="1553568" y="668061"/>
                  </a:lnTo>
                  <a:lnTo>
                    <a:pt x="1536460" y="683479"/>
                  </a:lnTo>
                  <a:lnTo>
                    <a:pt x="1531770" y="694740"/>
                  </a:lnTo>
                  <a:lnTo>
                    <a:pt x="1524589" y="723605"/>
                  </a:lnTo>
                  <a:lnTo>
                    <a:pt x="1519899" y="734853"/>
                  </a:lnTo>
                  <a:lnTo>
                    <a:pt x="1511281" y="743877"/>
                  </a:lnTo>
                  <a:lnTo>
                    <a:pt x="1491581" y="759689"/>
                  </a:lnTo>
                  <a:lnTo>
                    <a:pt x="1485708" y="771458"/>
                  </a:lnTo>
                  <a:lnTo>
                    <a:pt x="1486229" y="789888"/>
                  </a:lnTo>
                  <a:lnTo>
                    <a:pt x="1482048" y="807009"/>
                  </a:lnTo>
                  <a:lnTo>
                    <a:pt x="1469909" y="842953"/>
                  </a:lnTo>
                  <a:lnTo>
                    <a:pt x="1453386" y="876140"/>
                  </a:lnTo>
                  <a:lnTo>
                    <a:pt x="1435490" y="908169"/>
                  </a:lnTo>
                  <a:lnTo>
                    <a:pt x="1431982" y="919278"/>
                  </a:lnTo>
                  <a:lnTo>
                    <a:pt x="1428462" y="941369"/>
                  </a:lnTo>
                  <a:lnTo>
                    <a:pt x="1424280" y="956150"/>
                  </a:lnTo>
                  <a:lnTo>
                    <a:pt x="1410438" y="986464"/>
                  </a:lnTo>
                  <a:lnTo>
                    <a:pt x="1405749" y="1009737"/>
                  </a:lnTo>
                  <a:lnTo>
                    <a:pt x="1406002" y="1057438"/>
                  </a:lnTo>
                  <a:lnTo>
                    <a:pt x="1423225" y="1109194"/>
                  </a:lnTo>
                  <a:lnTo>
                    <a:pt x="1439291" y="1138084"/>
                  </a:lnTo>
                  <a:lnTo>
                    <a:pt x="1455598" y="1172580"/>
                  </a:lnTo>
                  <a:lnTo>
                    <a:pt x="1465384" y="1211664"/>
                  </a:lnTo>
                  <a:lnTo>
                    <a:pt x="1469553" y="1231924"/>
                  </a:lnTo>
                  <a:lnTo>
                    <a:pt x="1476227" y="1264208"/>
                  </a:lnTo>
                  <a:lnTo>
                    <a:pt x="1476862" y="1289031"/>
                  </a:lnTo>
                  <a:lnTo>
                    <a:pt x="1464470" y="1321582"/>
                  </a:lnTo>
                  <a:lnTo>
                    <a:pt x="1423110" y="1355823"/>
                  </a:lnTo>
                  <a:lnTo>
                    <a:pt x="1398834" y="1372944"/>
                  </a:lnTo>
                  <a:lnTo>
                    <a:pt x="1384078" y="1390738"/>
                  </a:lnTo>
                  <a:lnTo>
                    <a:pt x="1392034" y="1423276"/>
                  </a:lnTo>
                  <a:lnTo>
                    <a:pt x="1395173" y="1430978"/>
                  </a:lnTo>
                  <a:lnTo>
                    <a:pt x="1411697" y="1456602"/>
                  </a:lnTo>
                  <a:lnTo>
                    <a:pt x="1425398" y="1476455"/>
                  </a:lnTo>
                  <a:lnTo>
                    <a:pt x="1465219" y="1545218"/>
                  </a:lnTo>
                  <a:lnTo>
                    <a:pt x="1539587" y="1643239"/>
                  </a:lnTo>
                  <a:lnTo>
                    <a:pt x="1495750" y="1656584"/>
                  </a:lnTo>
                  <a:lnTo>
                    <a:pt x="1486217" y="1707285"/>
                  </a:lnTo>
                  <a:lnTo>
                    <a:pt x="1447591" y="1714225"/>
                  </a:lnTo>
                  <a:lnTo>
                    <a:pt x="1442367" y="1740916"/>
                  </a:lnTo>
                  <a:lnTo>
                    <a:pt x="1410006" y="1845344"/>
                  </a:lnTo>
                  <a:lnTo>
                    <a:pt x="1384420" y="1876064"/>
                  </a:lnTo>
                  <a:lnTo>
                    <a:pt x="1386772" y="1903251"/>
                  </a:lnTo>
                  <a:lnTo>
                    <a:pt x="1371901" y="1919203"/>
                  </a:lnTo>
                  <a:lnTo>
                    <a:pt x="1346188" y="1951614"/>
                  </a:lnTo>
                  <a:lnTo>
                    <a:pt x="1337838" y="1943898"/>
                  </a:lnTo>
                  <a:lnTo>
                    <a:pt x="1278583" y="1888876"/>
                  </a:lnTo>
                  <a:lnTo>
                    <a:pt x="1197936" y="1886779"/>
                  </a:lnTo>
                  <a:lnTo>
                    <a:pt x="1130077" y="1878822"/>
                  </a:lnTo>
                  <a:lnTo>
                    <a:pt x="1031153" y="1858295"/>
                  </a:lnTo>
                  <a:lnTo>
                    <a:pt x="975050" y="1862108"/>
                  </a:lnTo>
                  <a:lnTo>
                    <a:pt x="939678" y="1838327"/>
                  </a:lnTo>
                  <a:lnTo>
                    <a:pt x="946859" y="1806056"/>
                  </a:lnTo>
                  <a:lnTo>
                    <a:pt x="910000" y="1740828"/>
                  </a:lnTo>
                  <a:lnTo>
                    <a:pt x="931149" y="1672332"/>
                  </a:lnTo>
                  <a:lnTo>
                    <a:pt x="938776" y="1593262"/>
                  </a:lnTo>
                  <a:lnTo>
                    <a:pt x="903276" y="1500986"/>
                  </a:lnTo>
                  <a:lnTo>
                    <a:pt x="872771" y="1491313"/>
                  </a:lnTo>
                  <a:lnTo>
                    <a:pt x="827231" y="1479671"/>
                  </a:lnTo>
                  <a:lnTo>
                    <a:pt x="793027" y="1514446"/>
                  </a:lnTo>
                  <a:lnTo>
                    <a:pt x="743458" y="1502943"/>
                  </a:lnTo>
                  <a:lnTo>
                    <a:pt x="705874" y="1476938"/>
                  </a:lnTo>
                  <a:lnTo>
                    <a:pt x="791223" y="1408456"/>
                  </a:lnTo>
                  <a:lnTo>
                    <a:pt x="814978" y="1391449"/>
                  </a:lnTo>
                  <a:lnTo>
                    <a:pt x="810796" y="1338918"/>
                  </a:lnTo>
                  <a:lnTo>
                    <a:pt x="803361" y="1244278"/>
                  </a:lnTo>
                  <a:lnTo>
                    <a:pt x="845889" y="1251218"/>
                  </a:lnTo>
                  <a:lnTo>
                    <a:pt x="858599" y="1244863"/>
                  </a:lnTo>
                  <a:lnTo>
                    <a:pt x="868641" y="1248905"/>
                  </a:lnTo>
                  <a:lnTo>
                    <a:pt x="872161" y="1254802"/>
                  </a:lnTo>
                  <a:lnTo>
                    <a:pt x="927629" y="1249171"/>
                  </a:lnTo>
                  <a:lnTo>
                    <a:pt x="940809" y="1240020"/>
                  </a:lnTo>
                  <a:lnTo>
                    <a:pt x="985180" y="1248650"/>
                  </a:lnTo>
                  <a:lnTo>
                    <a:pt x="999403" y="1247214"/>
                  </a:lnTo>
                  <a:lnTo>
                    <a:pt x="1015075" y="1240287"/>
                  </a:lnTo>
                  <a:lnTo>
                    <a:pt x="1027213" y="1235978"/>
                  </a:lnTo>
                  <a:lnTo>
                    <a:pt x="1027975" y="1224082"/>
                  </a:lnTo>
                  <a:lnTo>
                    <a:pt x="1034331" y="1207876"/>
                  </a:lnTo>
                  <a:lnTo>
                    <a:pt x="1030149" y="1202639"/>
                  </a:lnTo>
                  <a:lnTo>
                    <a:pt x="982651" y="1202258"/>
                  </a:lnTo>
                  <a:lnTo>
                    <a:pt x="970779" y="1205245"/>
                  </a:lnTo>
                  <a:lnTo>
                    <a:pt x="930832" y="1200428"/>
                  </a:lnTo>
                  <a:lnTo>
                    <a:pt x="856718" y="1206567"/>
                  </a:lnTo>
                  <a:lnTo>
                    <a:pt x="842190" y="1206414"/>
                  </a:lnTo>
                  <a:lnTo>
                    <a:pt x="803171" y="1195179"/>
                  </a:lnTo>
                  <a:lnTo>
                    <a:pt x="745873" y="1195700"/>
                  </a:lnTo>
                  <a:lnTo>
                    <a:pt x="737649" y="1190349"/>
                  </a:lnTo>
                  <a:lnTo>
                    <a:pt x="725905" y="1189167"/>
                  </a:lnTo>
                  <a:lnTo>
                    <a:pt x="719893" y="1194009"/>
                  </a:lnTo>
                  <a:lnTo>
                    <a:pt x="714034" y="1192166"/>
                  </a:lnTo>
                  <a:lnTo>
                    <a:pt x="709852" y="1185125"/>
                  </a:lnTo>
                  <a:lnTo>
                    <a:pt x="686884" y="1185633"/>
                  </a:lnTo>
                  <a:lnTo>
                    <a:pt x="672903" y="1179888"/>
                  </a:lnTo>
                  <a:lnTo>
                    <a:pt x="648894" y="1180409"/>
                  </a:lnTo>
                  <a:lnTo>
                    <a:pt x="642373" y="1190577"/>
                  </a:lnTo>
                  <a:lnTo>
                    <a:pt x="634010" y="1194225"/>
                  </a:lnTo>
                  <a:lnTo>
                    <a:pt x="623842" y="1192662"/>
                  </a:lnTo>
                  <a:lnTo>
                    <a:pt x="620029" y="1194098"/>
                  </a:lnTo>
                  <a:lnTo>
                    <a:pt x="620296" y="1198534"/>
                  </a:lnTo>
                  <a:lnTo>
                    <a:pt x="593795" y="1208079"/>
                  </a:lnTo>
                  <a:lnTo>
                    <a:pt x="557126" y="1209134"/>
                  </a:lnTo>
                  <a:lnTo>
                    <a:pt x="520978" y="1175008"/>
                  </a:lnTo>
                  <a:lnTo>
                    <a:pt x="433418" y="1086138"/>
                  </a:lnTo>
                  <a:lnTo>
                    <a:pt x="426504" y="1082998"/>
                  </a:lnTo>
                  <a:lnTo>
                    <a:pt x="377556" y="1053765"/>
                  </a:lnTo>
                  <a:lnTo>
                    <a:pt x="356292" y="1067378"/>
                  </a:lnTo>
                  <a:lnTo>
                    <a:pt x="338803" y="1053117"/>
                  </a:lnTo>
                  <a:lnTo>
                    <a:pt x="329397" y="1006979"/>
                  </a:lnTo>
                  <a:lnTo>
                    <a:pt x="362024" y="966204"/>
                  </a:lnTo>
                  <a:lnTo>
                    <a:pt x="359152" y="955617"/>
                  </a:lnTo>
                  <a:lnTo>
                    <a:pt x="352632" y="951422"/>
                  </a:lnTo>
                  <a:lnTo>
                    <a:pt x="345006" y="952693"/>
                  </a:lnTo>
                  <a:lnTo>
                    <a:pt x="326614" y="956227"/>
                  </a:lnTo>
                  <a:lnTo>
                    <a:pt x="295283" y="951638"/>
                  </a:lnTo>
                  <a:lnTo>
                    <a:pt x="304676" y="938928"/>
                  </a:lnTo>
                  <a:lnTo>
                    <a:pt x="305451" y="932649"/>
                  </a:lnTo>
                  <a:lnTo>
                    <a:pt x="248561" y="930679"/>
                  </a:lnTo>
                  <a:lnTo>
                    <a:pt x="244506" y="938928"/>
                  </a:lnTo>
                  <a:lnTo>
                    <a:pt x="227423" y="941407"/>
                  </a:lnTo>
                  <a:lnTo>
                    <a:pt x="201584" y="952846"/>
                  </a:lnTo>
                  <a:lnTo>
                    <a:pt x="177167" y="961476"/>
                  </a:lnTo>
                  <a:lnTo>
                    <a:pt x="166211" y="961476"/>
                  </a:lnTo>
                  <a:lnTo>
                    <a:pt x="160606" y="954930"/>
                  </a:lnTo>
                  <a:lnTo>
                    <a:pt x="141159" y="952846"/>
                  </a:lnTo>
                  <a:lnTo>
                    <a:pt x="127852" y="942512"/>
                  </a:lnTo>
                  <a:lnTo>
                    <a:pt x="109320" y="944216"/>
                  </a:lnTo>
                  <a:lnTo>
                    <a:pt x="105927" y="951397"/>
                  </a:lnTo>
                  <a:lnTo>
                    <a:pt x="107490" y="959519"/>
                  </a:lnTo>
                  <a:lnTo>
                    <a:pt x="97449" y="962912"/>
                  </a:lnTo>
                  <a:lnTo>
                    <a:pt x="75257" y="958985"/>
                  </a:lnTo>
                  <a:lnTo>
                    <a:pt x="61428" y="944737"/>
                  </a:lnTo>
                  <a:lnTo>
                    <a:pt x="41855" y="942767"/>
                  </a:lnTo>
                  <a:lnTo>
                    <a:pt x="32322" y="929446"/>
                  </a:lnTo>
                  <a:lnTo>
                    <a:pt x="44320" y="921820"/>
                  </a:lnTo>
                  <a:lnTo>
                    <a:pt x="38969" y="901840"/>
                  </a:lnTo>
                  <a:lnTo>
                    <a:pt x="17362" y="898955"/>
                  </a:lnTo>
                  <a:lnTo>
                    <a:pt x="7842" y="895815"/>
                  </a:lnTo>
                  <a:lnTo>
                    <a:pt x="0" y="897391"/>
                  </a:lnTo>
                  <a:lnTo>
                    <a:pt x="25318" y="867713"/>
                  </a:lnTo>
                  <a:lnTo>
                    <a:pt x="64339" y="859489"/>
                  </a:lnTo>
                  <a:lnTo>
                    <a:pt x="149497" y="873331"/>
                  </a:lnTo>
                  <a:lnTo>
                    <a:pt x="179493" y="850605"/>
                  </a:lnTo>
                  <a:lnTo>
                    <a:pt x="281417" y="825502"/>
                  </a:lnTo>
                  <a:lnTo>
                    <a:pt x="306087" y="764493"/>
                  </a:lnTo>
                  <a:lnTo>
                    <a:pt x="280667" y="747118"/>
                  </a:lnTo>
                  <a:lnTo>
                    <a:pt x="322305" y="693392"/>
                  </a:lnTo>
                  <a:lnTo>
                    <a:pt x="358580" y="685169"/>
                  </a:lnTo>
                  <a:lnTo>
                    <a:pt x="377900" y="648182"/>
                  </a:lnTo>
                  <a:lnTo>
                    <a:pt x="352479" y="568705"/>
                  </a:lnTo>
                  <a:lnTo>
                    <a:pt x="290898" y="481399"/>
                  </a:lnTo>
                  <a:lnTo>
                    <a:pt x="346365" y="434371"/>
                  </a:lnTo>
                  <a:lnTo>
                    <a:pt x="355746" y="376324"/>
                  </a:lnTo>
                  <a:lnTo>
                    <a:pt x="383416" y="366397"/>
                  </a:lnTo>
                  <a:lnTo>
                    <a:pt x="375790" y="320399"/>
                  </a:lnTo>
                  <a:lnTo>
                    <a:pt x="399799" y="302490"/>
                  </a:lnTo>
                  <a:lnTo>
                    <a:pt x="425627" y="306786"/>
                  </a:lnTo>
                  <a:lnTo>
                    <a:pt x="445455" y="282383"/>
                  </a:lnTo>
                  <a:lnTo>
                    <a:pt x="470265" y="300024"/>
                  </a:lnTo>
                  <a:lnTo>
                    <a:pt x="477815" y="281862"/>
                  </a:lnTo>
                  <a:lnTo>
                    <a:pt x="506400" y="274426"/>
                  </a:lnTo>
                  <a:lnTo>
                    <a:pt x="527537" y="266444"/>
                  </a:lnTo>
                  <a:lnTo>
                    <a:pt x="488262" y="245015"/>
                  </a:lnTo>
                  <a:lnTo>
                    <a:pt x="453945" y="237160"/>
                  </a:lnTo>
                  <a:lnTo>
                    <a:pt x="456029" y="217167"/>
                  </a:lnTo>
                  <a:lnTo>
                    <a:pt x="419742" y="194288"/>
                  </a:lnTo>
                  <a:lnTo>
                    <a:pt x="423008" y="140041"/>
                  </a:lnTo>
                  <a:lnTo>
                    <a:pt x="482644" y="119705"/>
                  </a:lnTo>
                  <a:lnTo>
                    <a:pt x="510836" y="144273"/>
                  </a:lnTo>
                  <a:lnTo>
                    <a:pt x="560304" y="120226"/>
                  </a:lnTo>
                  <a:lnTo>
                    <a:pt x="582356" y="156691"/>
                  </a:lnTo>
                  <a:lnTo>
                    <a:pt x="658693" y="149891"/>
                  </a:lnTo>
                  <a:lnTo>
                    <a:pt x="713246" y="138134"/>
                  </a:lnTo>
                  <a:lnTo>
                    <a:pt x="731905" y="90039"/>
                  </a:lnTo>
                  <a:lnTo>
                    <a:pt x="756054" y="110286"/>
                  </a:lnTo>
                  <a:lnTo>
                    <a:pt x="821562" y="132123"/>
                  </a:lnTo>
                  <a:lnTo>
                    <a:pt x="820520" y="159437"/>
                  </a:lnTo>
                  <a:lnTo>
                    <a:pt x="877029" y="155776"/>
                  </a:lnTo>
                  <a:lnTo>
                    <a:pt x="890591" y="155382"/>
                  </a:lnTo>
                  <a:lnTo>
                    <a:pt x="906123" y="174448"/>
                  </a:lnTo>
                  <a:lnTo>
                    <a:pt x="965746" y="147260"/>
                  </a:lnTo>
                  <a:lnTo>
                    <a:pt x="1001259" y="163784"/>
                  </a:lnTo>
                  <a:lnTo>
                    <a:pt x="1045744" y="122476"/>
                  </a:lnTo>
                  <a:lnTo>
                    <a:pt x="1044028" y="104046"/>
                  </a:lnTo>
                  <a:lnTo>
                    <a:pt x="1038169" y="93992"/>
                  </a:lnTo>
                  <a:lnTo>
                    <a:pt x="1023388" y="99356"/>
                  </a:lnTo>
                  <a:lnTo>
                    <a:pt x="1017528" y="90458"/>
                  </a:lnTo>
                  <a:lnTo>
                    <a:pt x="1036327" y="69144"/>
                  </a:lnTo>
                  <a:lnTo>
                    <a:pt x="1008262" y="49023"/>
                  </a:lnTo>
                  <a:lnTo>
                    <a:pt x="991612" y="67301"/>
                  </a:lnTo>
                  <a:lnTo>
                    <a:pt x="960828" y="56726"/>
                  </a:lnTo>
                  <a:lnTo>
                    <a:pt x="988091" y="28356"/>
                  </a:lnTo>
                  <a:lnTo>
                    <a:pt x="1079833" y="0"/>
                  </a:lnTo>
                  <a:lnTo>
                    <a:pt x="1089354" y="33047"/>
                  </a:lnTo>
                  <a:lnTo>
                    <a:pt x="1110897" y="40368"/>
                  </a:lnTo>
                  <a:close/>
                </a:path>
              </a:pathLst>
            </a:custGeom>
            <a:noFill/>
            <a:ln w="3810" cap="flat">
              <a:solidFill>
                <a:srgbClr val="E6E4E2"/>
              </a:solidFill>
              <a:prstDash val="solid"/>
              <a:miter/>
            </a:ln>
          </p:spPr>
          <p:txBody>
            <a:bodyPr rtlCol="0" anchor="ctr"/>
            <a:lstStyle/>
            <a:p>
              <a:endParaRPr lang="de-CH"/>
            </a:p>
          </p:txBody>
        </p:sp>
        <p:sp>
          <p:nvSpPr>
            <p:cNvPr id="116" name="Freihandform: Form 115">
              <a:extLst>
                <a:ext uri="{FF2B5EF4-FFF2-40B4-BE49-F238E27FC236}">
                  <a16:creationId xmlns:a16="http://schemas.microsoft.com/office/drawing/2014/main" id="{6BD5C789-DA9E-8520-EA37-F43A2E725959}"/>
                </a:ext>
              </a:extLst>
            </p:cNvPr>
            <p:cNvSpPr/>
            <p:nvPr/>
          </p:nvSpPr>
          <p:spPr>
            <a:xfrm>
              <a:off x="7015922" y="2657288"/>
              <a:ext cx="3780078" cy="2693126"/>
            </a:xfrm>
            <a:custGeom>
              <a:avLst/>
              <a:gdLst>
                <a:gd name="connsiteX0" fmla="*/ 2039988 w 3780078"/>
                <a:gd name="connsiteY0" fmla="*/ 12926 h 2693126"/>
                <a:gd name="connsiteX1" fmla="*/ 1999544 w 3780078"/>
                <a:gd name="connsiteY1" fmla="*/ 10575 h 2693126"/>
                <a:gd name="connsiteX2" fmla="*/ 1977479 w 3780078"/>
                <a:gd name="connsiteY2" fmla="*/ 34495 h 2693126"/>
                <a:gd name="connsiteX3" fmla="*/ 1949682 w 3780078"/>
                <a:gd name="connsiteY3" fmla="*/ 31890 h 2693126"/>
                <a:gd name="connsiteX4" fmla="*/ 1940289 w 3780078"/>
                <a:gd name="connsiteY4" fmla="*/ 11236 h 2693126"/>
                <a:gd name="connsiteX5" fmla="*/ 1914182 w 3780078"/>
                <a:gd name="connsiteY5" fmla="*/ 4055 h 2693126"/>
                <a:gd name="connsiteX6" fmla="*/ 1882865 w 3780078"/>
                <a:gd name="connsiteY6" fmla="*/ 23132 h 2693126"/>
                <a:gd name="connsiteX7" fmla="*/ 1822707 w 3780078"/>
                <a:gd name="connsiteY7" fmla="*/ 51489 h 2693126"/>
                <a:gd name="connsiteX8" fmla="*/ 1815665 w 3780078"/>
                <a:gd name="connsiteY8" fmla="*/ 21162 h 2693126"/>
                <a:gd name="connsiteX9" fmla="*/ 1786559 w 3780078"/>
                <a:gd name="connsiteY9" fmla="*/ 3000 h 2693126"/>
                <a:gd name="connsiteX10" fmla="*/ 1768155 w 3780078"/>
                <a:gd name="connsiteY10" fmla="*/ 9800 h 2693126"/>
                <a:gd name="connsiteX11" fmla="*/ 1657614 w 3780078"/>
                <a:gd name="connsiteY11" fmla="*/ 46659 h 2693126"/>
                <a:gd name="connsiteX12" fmla="*/ 1660741 w 3780078"/>
                <a:gd name="connsiteY12" fmla="*/ 54374 h 2693126"/>
                <a:gd name="connsiteX13" fmla="*/ 1677328 w 3780078"/>
                <a:gd name="connsiteY13" fmla="*/ 79985 h 2693126"/>
                <a:gd name="connsiteX14" fmla="*/ 1691029 w 3780078"/>
                <a:gd name="connsiteY14" fmla="*/ 99839 h 2693126"/>
                <a:gd name="connsiteX15" fmla="*/ 1730837 w 3780078"/>
                <a:gd name="connsiteY15" fmla="*/ 168601 h 2693126"/>
                <a:gd name="connsiteX16" fmla="*/ 1805218 w 3780078"/>
                <a:gd name="connsiteY16" fmla="*/ 266622 h 2693126"/>
                <a:gd name="connsiteX17" fmla="*/ 1761393 w 3780078"/>
                <a:gd name="connsiteY17" fmla="*/ 279968 h 2693126"/>
                <a:gd name="connsiteX18" fmla="*/ 1751847 w 3780078"/>
                <a:gd name="connsiteY18" fmla="*/ 330656 h 2693126"/>
                <a:gd name="connsiteX19" fmla="*/ 1713221 w 3780078"/>
                <a:gd name="connsiteY19" fmla="*/ 337608 h 2693126"/>
                <a:gd name="connsiteX20" fmla="*/ 1707997 w 3780078"/>
                <a:gd name="connsiteY20" fmla="*/ 364262 h 2693126"/>
                <a:gd name="connsiteX21" fmla="*/ 1675637 w 3780078"/>
                <a:gd name="connsiteY21" fmla="*/ 468701 h 2693126"/>
                <a:gd name="connsiteX22" fmla="*/ 1650064 w 3780078"/>
                <a:gd name="connsiteY22" fmla="*/ 499397 h 2693126"/>
                <a:gd name="connsiteX23" fmla="*/ 1652403 w 3780078"/>
                <a:gd name="connsiteY23" fmla="*/ 526596 h 2693126"/>
                <a:gd name="connsiteX24" fmla="*/ 1637519 w 3780078"/>
                <a:gd name="connsiteY24" fmla="*/ 542548 h 2693126"/>
                <a:gd name="connsiteX25" fmla="*/ 1611819 w 3780078"/>
                <a:gd name="connsiteY25" fmla="*/ 574959 h 2693126"/>
                <a:gd name="connsiteX26" fmla="*/ 1603468 w 3780078"/>
                <a:gd name="connsiteY26" fmla="*/ 567244 h 2693126"/>
                <a:gd name="connsiteX27" fmla="*/ 1544213 w 3780078"/>
                <a:gd name="connsiteY27" fmla="*/ 512221 h 2693126"/>
                <a:gd name="connsiteX28" fmla="*/ 1463568 w 3780078"/>
                <a:gd name="connsiteY28" fmla="*/ 510124 h 2693126"/>
                <a:gd name="connsiteX29" fmla="*/ 1395708 w 3780078"/>
                <a:gd name="connsiteY29" fmla="*/ 502167 h 2693126"/>
                <a:gd name="connsiteX30" fmla="*/ 1296784 w 3780078"/>
                <a:gd name="connsiteY30" fmla="*/ 481640 h 2693126"/>
                <a:gd name="connsiteX31" fmla="*/ 1240669 w 3780078"/>
                <a:gd name="connsiteY31" fmla="*/ 485415 h 2693126"/>
                <a:gd name="connsiteX32" fmla="*/ 1205322 w 3780078"/>
                <a:gd name="connsiteY32" fmla="*/ 461634 h 2693126"/>
                <a:gd name="connsiteX33" fmla="*/ 1162628 w 3780078"/>
                <a:gd name="connsiteY33" fmla="*/ 489216 h 2693126"/>
                <a:gd name="connsiteX34" fmla="*/ 1133534 w 3780078"/>
                <a:gd name="connsiteY34" fmla="*/ 535748 h 2693126"/>
                <a:gd name="connsiteX35" fmla="*/ 1099865 w 3780078"/>
                <a:gd name="connsiteY35" fmla="*/ 567777 h 2693126"/>
                <a:gd name="connsiteX36" fmla="*/ 1018697 w 3780078"/>
                <a:gd name="connsiteY36" fmla="*/ 568019 h 2693126"/>
                <a:gd name="connsiteX37" fmla="*/ 1004208 w 3780078"/>
                <a:gd name="connsiteY37" fmla="*/ 585534 h 2693126"/>
                <a:gd name="connsiteX38" fmla="*/ 984113 w 3780078"/>
                <a:gd name="connsiteY38" fmla="*/ 620843 h 2693126"/>
                <a:gd name="connsiteX39" fmla="*/ 974974 w 3780078"/>
                <a:gd name="connsiteY39" fmla="*/ 633502 h 2693126"/>
                <a:gd name="connsiteX40" fmla="*/ 928773 w 3780078"/>
                <a:gd name="connsiteY40" fmla="*/ 664223 h 2693126"/>
                <a:gd name="connsiteX41" fmla="*/ 893934 w 3780078"/>
                <a:gd name="connsiteY41" fmla="*/ 604091 h 2693126"/>
                <a:gd name="connsiteX42" fmla="*/ 833789 w 3780078"/>
                <a:gd name="connsiteY42" fmla="*/ 593388 h 2693126"/>
                <a:gd name="connsiteX43" fmla="*/ 808738 w 3780078"/>
                <a:gd name="connsiteY43" fmla="*/ 603048 h 2693126"/>
                <a:gd name="connsiteX44" fmla="*/ 793053 w 3780078"/>
                <a:gd name="connsiteY44" fmla="*/ 623067 h 2693126"/>
                <a:gd name="connsiteX45" fmla="*/ 772971 w 3780078"/>
                <a:gd name="connsiteY45" fmla="*/ 713246 h 2693126"/>
                <a:gd name="connsiteX46" fmla="*/ 722054 w 3780078"/>
                <a:gd name="connsiteY46" fmla="*/ 785656 h 2693126"/>
                <a:gd name="connsiteX47" fmla="*/ 615568 w 3780078"/>
                <a:gd name="connsiteY47" fmla="*/ 803170 h 2693126"/>
                <a:gd name="connsiteX48" fmla="*/ 558016 w 3780078"/>
                <a:gd name="connsiteY48" fmla="*/ 832696 h 2693126"/>
                <a:gd name="connsiteX49" fmla="*/ 529838 w 3780078"/>
                <a:gd name="connsiteY49" fmla="*/ 789304 h 2693126"/>
                <a:gd name="connsiteX50" fmla="*/ 495774 w 3780078"/>
                <a:gd name="connsiteY50" fmla="*/ 780686 h 2693126"/>
                <a:gd name="connsiteX51" fmla="*/ 453500 w 3780078"/>
                <a:gd name="connsiteY51" fmla="*/ 781080 h 2693126"/>
                <a:gd name="connsiteX52" fmla="*/ 390991 w 3780078"/>
                <a:gd name="connsiteY52" fmla="*/ 838314 h 2693126"/>
                <a:gd name="connsiteX53" fmla="*/ 354843 w 3780078"/>
                <a:gd name="connsiteY53" fmla="*/ 845127 h 2693126"/>
                <a:gd name="connsiteX54" fmla="*/ 351704 w 3780078"/>
                <a:gd name="connsiteY54" fmla="*/ 867344 h 2693126"/>
                <a:gd name="connsiteX55" fmla="*/ 366194 w 3780078"/>
                <a:gd name="connsiteY55" fmla="*/ 921706 h 2693126"/>
                <a:gd name="connsiteX56" fmla="*/ 336706 w 3780078"/>
                <a:gd name="connsiteY56" fmla="*/ 933069 h 2693126"/>
                <a:gd name="connsiteX57" fmla="*/ 325610 w 3780078"/>
                <a:gd name="connsiteY57" fmla="*/ 1013207 h 2693126"/>
                <a:gd name="connsiteX58" fmla="*/ 262720 w 3780078"/>
                <a:gd name="connsiteY58" fmla="*/ 1041042 h 2693126"/>
                <a:gd name="connsiteX59" fmla="*/ 233092 w 3780078"/>
                <a:gd name="connsiteY59" fmla="*/ 988371 h 2693126"/>
                <a:gd name="connsiteX60" fmla="*/ 191835 w 3780078"/>
                <a:gd name="connsiteY60" fmla="*/ 1019867 h 2693126"/>
                <a:gd name="connsiteX61" fmla="*/ 183357 w 3780078"/>
                <a:gd name="connsiteY61" fmla="*/ 1080647 h 2693126"/>
                <a:gd name="connsiteX62" fmla="*/ 114443 w 3780078"/>
                <a:gd name="connsiteY62" fmla="*/ 1130966 h 2693126"/>
                <a:gd name="connsiteX63" fmla="*/ 80646 w 3780078"/>
                <a:gd name="connsiteY63" fmla="*/ 1123137 h 2693126"/>
                <a:gd name="connsiteX64" fmla="*/ 40202 w 3780078"/>
                <a:gd name="connsiteY64" fmla="*/ 1152790 h 2693126"/>
                <a:gd name="connsiteX65" fmla="*/ 43215 w 3780078"/>
                <a:gd name="connsiteY65" fmla="*/ 1198292 h 2693126"/>
                <a:gd name="connsiteX66" fmla="*/ 54044 w 3780078"/>
                <a:gd name="connsiteY66" fmla="*/ 1235660 h 2693126"/>
                <a:gd name="connsiteX67" fmla="*/ 5758 w 3780078"/>
                <a:gd name="connsiteY67" fmla="*/ 1278939 h 2693126"/>
                <a:gd name="connsiteX68" fmla="*/ 0 w 3780078"/>
                <a:gd name="connsiteY68" fmla="*/ 1322064 h 2693126"/>
                <a:gd name="connsiteX69" fmla="*/ 56510 w 3780078"/>
                <a:gd name="connsiteY69" fmla="*/ 1379566 h 2693126"/>
                <a:gd name="connsiteX70" fmla="*/ 57298 w 3780078"/>
                <a:gd name="connsiteY70" fmla="*/ 1486090 h 2693126"/>
                <a:gd name="connsiteX71" fmla="*/ 101542 w 3780078"/>
                <a:gd name="connsiteY71" fmla="*/ 1506604 h 2693126"/>
                <a:gd name="connsiteX72" fmla="*/ 206210 w 3780078"/>
                <a:gd name="connsiteY72" fmla="*/ 1495622 h 2693126"/>
                <a:gd name="connsiteX73" fmla="*/ 277578 w 3780078"/>
                <a:gd name="connsiteY73" fmla="*/ 1519555 h 2693126"/>
                <a:gd name="connsiteX74" fmla="*/ 372854 w 3780078"/>
                <a:gd name="connsiteY74" fmla="*/ 1529864 h 2693126"/>
                <a:gd name="connsiteX75" fmla="*/ 519530 w 3780078"/>
                <a:gd name="connsiteY75" fmla="*/ 1466605 h 2693126"/>
                <a:gd name="connsiteX76" fmla="*/ 547060 w 3780078"/>
                <a:gd name="connsiteY76" fmla="*/ 1436812 h 2693126"/>
                <a:gd name="connsiteX77" fmla="*/ 524360 w 3780078"/>
                <a:gd name="connsiteY77" fmla="*/ 1368584 h 2693126"/>
                <a:gd name="connsiteX78" fmla="*/ 556847 w 3780078"/>
                <a:gd name="connsiteY78" fmla="*/ 1349887 h 2693126"/>
                <a:gd name="connsiteX79" fmla="*/ 597443 w 3780078"/>
                <a:gd name="connsiteY79" fmla="*/ 1360996 h 2693126"/>
                <a:gd name="connsiteX80" fmla="*/ 628240 w 3780078"/>
                <a:gd name="connsiteY80" fmla="*/ 1327937 h 2693126"/>
                <a:gd name="connsiteX81" fmla="*/ 642069 w 3780078"/>
                <a:gd name="connsiteY81" fmla="*/ 1362966 h 2693126"/>
                <a:gd name="connsiteX82" fmla="*/ 638675 w 3780078"/>
                <a:gd name="connsiteY82" fmla="*/ 1408964 h 2693126"/>
                <a:gd name="connsiteX83" fmla="*/ 660994 w 3780078"/>
                <a:gd name="connsiteY83" fmla="*/ 1408583 h 2693126"/>
                <a:gd name="connsiteX84" fmla="*/ 727418 w 3780078"/>
                <a:gd name="connsiteY84" fmla="*/ 1382311 h 2693126"/>
                <a:gd name="connsiteX85" fmla="*/ 786533 w 3780078"/>
                <a:gd name="connsiteY85" fmla="*/ 1414188 h 2693126"/>
                <a:gd name="connsiteX86" fmla="*/ 807416 w 3780078"/>
                <a:gd name="connsiteY86" fmla="*/ 1463224 h 2693126"/>
                <a:gd name="connsiteX87" fmla="*/ 772971 w 3780078"/>
                <a:gd name="connsiteY87" fmla="*/ 1516658 h 2693126"/>
                <a:gd name="connsiteX88" fmla="*/ 754694 w 3780078"/>
                <a:gd name="connsiteY88" fmla="*/ 1617183 h 2693126"/>
                <a:gd name="connsiteX89" fmla="*/ 762396 w 3780078"/>
                <a:gd name="connsiteY89" fmla="*/ 1629219 h 2693126"/>
                <a:gd name="connsiteX90" fmla="*/ 769311 w 3780078"/>
                <a:gd name="connsiteY90" fmla="*/ 1684356 h 2693126"/>
                <a:gd name="connsiteX91" fmla="*/ 805319 w 3780078"/>
                <a:gd name="connsiteY91" fmla="*/ 1730634 h 2693126"/>
                <a:gd name="connsiteX92" fmla="*/ 802980 w 3780078"/>
                <a:gd name="connsiteY92" fmla="*/ 1736900 h 2693126"/>
                <a:gd name="connsiteX93" fmla="*/ 811203 w 3780078"/>
                <a:gd name="connsiteY93" fmla="*/ 1764888 h 2693126"/>
                <a:gd name="connsiteX94" fmla="*/ 834946 w 3780078"/>
                <a:gd name="connsiteY94" fmla="*/ 1780433 h 2693126"/>
                <a:gd name="connsiteX95" fmla="*/ 885050 w 3780078"/>
                <a:gd name="connsiteY95" fmla="*/ 1775603 h 2693126"/>
                <a:gd name="connsiteX96" fmla="*/ 920155 w 3780078"/>
                <a:gd name="connsiteY96" fmla="*/ 1827753 h 2693126"/>
                <a:gd name="connsiteX97" fmla="*/ 902946 w 3780078"/>
                <a:gd name="connsiteY97" fmla="*/ 1897557 h 2693126"/>
                <a:gd name="connsiteX98" fmla="*/ 939996 w 3780078"/>
                <a:gd name="connsiteY98" fmla="*/ 1968264 h 2693126"/>
                <a:gd name="connsiteX99" fmla="*/ 908551 w 3780078"/>
                <a:gd name="connsiteY99" fmla="*/ 2041055 h 2693126"/>
                <a:gd name="connsiteX100" fmla="*/ 925265 w 3780078"/>
                <a:gd name="connsiteY100" fmla="*/ 2086151 h 2693126"/>
                <a:gd name="connsiteX101" fmla="*/ 919253 w 3780078"/>
                <a:gd name="connsiteY101" fmla="*/ 2147846 h 2693126"/>
                <a:gd name="connsiteX102" fmla="*/ 879190 w 3780078"/>
                <a:gd name="connsiteY102" fmla="*/ 2176597 h 2693126"/>
                <a:gd name="connsiteX103" fmla="*/ 867306 w 3780078"/>
                <a:gd name="connsiteY103" fmla="*/ 2209936 h 2693126"/>
                <a:gd name="connsiteX104" fmla="*/ 868221 w 3780078"/>
                <a:gd name="connsiteY104" fmla="*/ 2235280 h 2693126"/>
                <a:gd name="connsiteX105" fmla="*/ 888075 w 3780078"/>
                <a:gd name="connsiteY105" fmla="*/ 2262607 h 2693126"/>
                <a:gd name="connsiteX106" fmla="*/ 866658 w 3780078"/>
                <a:gd name="connsiteY106" fmla="*/ 2297369 h 2693126"/>
                <a:gd name="connsiteX107" fmla="*/ 846945 w 3780078"/>
                <a:gd name="connsiteY107" fmla="*/ 2328077 h 2693126"/>
                <a:gd name="connsiteX108" fmla="*/ 864561 w 3780078"/>
                <a:gd name="connsiteY108" fmla="*/ 2378257 h 2693126"/>
                <a:gd name="connsiteX109" fmla="*/ 895230 w 3780078"/>
                <a:gd name="connsiteY109" fmla="*/ 2418409 h 2693126"/>
                <a:gd name="connsiteX110" fmla="*/ 893019 w 3780078"/>
                <a:gd name="connsiteY110" fmla="*/ 2440893 h 2693126"/>
                <a:gd name="connsiteX111" fmla="*/ 887147 w 3780078"/>
                <a:gd name="connsiteY111" fmla="*/ 2498661 h 2693126"/>
                <a:gd name="connsiteX112" fmla="*/ 923167 w 3780078"/>
                <a:gd name="connsiteY112" fmla="*/ 2567270 h 2693126"/>
                <a:gd name="connsiteX113" fmla="*/ 985943 w 3780078"/>
                <a:gd name="connsiteY113" fmla="*/ 2601778 h 2693126"/>
                <a:gd name="connsiteX114" fmla="*/ 1029145 w 3780078"/>
                <a:gd name="connsiteY114" fmla="*/ 2665304 h 2693126"/>
                <a:gd name="connsiteX115" fmla="*/ 1071280 w 3780078"/>
                <a:gd name="connsiteY115" fmla="*/ 2691576 h 2693126"/>
                <a:gd name="connsiteX116" fmla="*/ 1086417 w 3780078"/>
                <a:gd name="connsiteY116" fmla="*/ 2689860 h 2693126"/>
                <a:gd name="connsiteX117" fmla="*/ 1098709 w 3780078"/>
                <a:gd name="connsiteY117" fmla="*/ 2689860 h 2693126"/>
                <a:gd name="connsiteX118" fmla="*/ 1121930 w 3780078"/>
                <a:gd name="connsiteY118" fmla="*/ 2693127 h 2693126"/>
                <a:gd name="connsiteX119" fmla="*/ 1142533 w 3780078"/>
                <a:gd name="connsiteY119" fmla="*/ 2663461 h 2693126"/>
                <a:gd name="connsiteX120" fmla="*/ 1156769 w 3780078"/>
                <a:gd name="connsiteY120" fmla="*/ 2577591 h 2693126"/>
                <a:gd name="connsiteX121" fmla="*/ 1186256 w 3780078"/>
                <a:gd name="connsiteY121" fmla="*/ 2572494 h 2693126"/>
                <a:gd name="connsiteX122" fmla="*/ 1199843 w 3780078"/>
                <a:gd name="connsiteY122" fmla="*/ 2558894 h 2693126"/>
                <a:gd name="connsiteX123" fmla="*/ 1203351 w 3780078"/>
                <a:gd name="connsiteY123" fmla="*/ 2515642 h 2693126"/>
                <a:gd name="connsiteX124" fmla="*/ 1226954 w 3780078"/>
                <a:gd name="connsiteY124" fmla="*/ 2502715 h 2693126"/>
                <a:gd name="connsiteX125" fmla="*/ 1251765 w 3780078"/>
                <a:gd name="connsiteY125" fmla="*/ 2505575 h 2693126"/>
                <a:gd name="connsiteX126" fmla="*/ 1258806 w 3780078"/>
                <a:gd name="connsiteY126" fmla="*/ 2457073 h 2693126"/>
                <a:gd name="connsiteX127" fmla="*/ 1266521 w 3780078"/>
                <a:gd name="connsiteY127" fmla="*/ 2398530 h 2693126"/>
                <a:gd name="connsiteX128" fmla="*/ 1274732 w 3780078"/>
                <a:gd name="connsiteY128" fmla="*/ 2365458 h 2693126"/>
                <a:gd name="connsiteX129" fmla="*/ 1294306 w 3780078"/>
                <a:gd name="connsiteY129" fmla="*/ 2352404 h 2693126"/>
                <a:gd name="connsiteX130" fmla="*/ 1322624 w 3780078"/>
                <a:gd name="connsiteY130" fmla="*/ 2305072 h 2693126"/>
                <a:gd name="connsiteX131" fmla="*/ 1321073 w 3780078"/>
                <a:gd name="connsiteY131" fmla="*/ 2253837 h 2693126"/>
                <a:gd name="connsiteX132" fmla="*/ 1341931 w 3780078"/>
                <a:gd name="connsiteY132" fmla="*/ 2243249 h 2693126"/>
                <a:gd name="connsiteX133" fmla="*/ 1350942 w 3780078"/>
                <a:gd name="connsiteY133" fmla="*/ 2216469 h 2693126"/>
                <a:gd name="connsiteX134" fmla="*/ 1338296 w 3780078"/>
                <a:gd name="connsiteY134" fmla="*/ 2190070 h 2693126"/>
                <a:gd name="connsiteX135" fmla="*/ 1347422 w 3780078"/>
                <a:gd name="connsiteY135" fmla="*/ 2167967 h 2693126"/>
                <a:gd name="connsiteX136" fmla="*/ 1341143 w 3780078"/>
                <a:gd name="connsiteY136" fmla="*/ 2130471 h 2693126"/>
                <a:gd name="connsiteX137" fmla="*/ 1307613 w 3780078"/>
                <a:gd name="connsiteY137" fmla="*/ 2120532 h 2693126"/>
                <a:gd name="connsiteX138" fmla="*/ 1299008 w 3780078"/>
                <a:gd name="connsiteY138" fmla="*/ 2095569 h 2693126"/>
                <a:gd name="connsiteX139" fmla="*/ 1301754 w 3780078"/>
                <a:gd name="connsiteY139" fmla="*/ 2064582 h 2693126"/>
                <a:gd name="connsiteX140" fmla="*/ 1314794 w 3780078"/>
                <a:gd name="connsiteY140" fmla="*/ 2045631 h 2693126"/>
                <a:gd name="connsiteX141" fmla="*/ 1295742 w 3780078"/>
                <a:gd name="connsiteY141" fmla="*/ 2014376 h 2693126"/>
                <a:gd name="connsiteX142" fmla="*/ 1311935 w 3780078"/>
                <a:gd name="connsiteY142" fmla="*/ 1987609 h 2693126"/>
                <a:gd name="connsiteX143" fmla="*/ 1300838 w 3780078"/>
                <a:gd name="connsiteY143" fmla="*/ 1951385 h 2693126"/>
                <a:gd name="connsiteX144" fmla="*/ 1240148 w 3780078"/>
                <a:gd name="connsiteY144" fmla="*/ 1907484 h 2693126"/>
                <a:gd name="connsiteX145" fmla="*/ 1233488 w 3780078"/>
                <a:gd name="connsiteY145" fmla="*/ 1861066 h 2693126"/>
                <a:gd name="connsiteX146" fmla="*/ 1268465 w 3780078"/>
                <a:gd name="connsiteY146" fmla="*/ 1849449 h 2693126"/>
                <a:gd name="connsiteX147" fmla="*/ 1290137 w 3780078"/>
                <a:gd name="connsiteY147" fmla="*/ 1831400 h 2693126"/>
                <a:gd name="connsiteX148" fmla="*/ 1296784 w 3780078"/>
                <a:gd name="connsiteY148" fmla="*/ 1815195 h 2693126"/>
                <a:gd name="connsiteX149" fmla="*/ 1289615 w 3780078"/>
                <a:gd name="connsiteY149" fmla="*/ 1801862 h 2693126"/>
                <a:gd name="connsiteX150" fmla="*/ 1298360 w 3780078"/>
                <a:gd name="connsiteY150" fmla="*/ 1759918 h 2693126"/>
                <a:gd name="connsiteX151" fmla="*/ 1288319 w 3780078"/>
                <a:gd name="connsiteY151" fmla="*/ 1751682 h 2693126"/>
                <a:gd name="connsiteX152" fmla="*/ 1301487 w 3780078"/>
                <a:gd name="connsiteY152" fmla="*/ 1718330 h 2693126"/>
                <a:gd name="connsiteX153" fmla="*/ 1322115 w 3780078"/>
                <a:gd name="connsiteY153" fmla="*/ 1715471 h 2693126"/>
                <a:gd name="connsiteX154" fmla="*/ 1360729 w 3780078"/>
                <a:gd name="connsiteY154" fmla="*/ 1687368 h 2693126"/>
                <a:gd name="connsiteX155" fmla="*/ 1445964 w 3780078"/>
                <a:gd name="connsiteY155" fmla="*/ 1681229 h 2693126"/>
                <a:gd name="connsiteX156" fmla="*/ 1466173 w 3780078"/>
                <a:gd name="connsiteY156" fmla="*/ 1668557 h 2693126"/>
                <a:gd name="connsiteX157" fmla="*/ 1489140 w 3780078"/>
                <a:gd name="connsiteY157" fmla="*/ 1684483 h 2693126"/>
                <a:gd name="connsiteX158" fmla="*/ 1477930 w 3780078"/>
                <a:gd name="connsiteY158" fmla="*/ 1709992 h 2693126"/>
                <a:gd name="connsiteX159" fmla="*/ 1525301 w 3780078"/>
                <a:gd name="connsiteY159" fmla="*/ 1775603 h 2693126"/>
                <a:gd name="connsiteX160" fmla="*/ 1570842 w 3780078"/>
                <a:gd name="connsiteY160" fmla="*/ 1792990 h 2693126"/>
                <a:gd name="connsiteX161" fmla="*/ 1602414 w 3780078"/>
                <a:gd name="connsiteY161" fmla="*/ 1765803 h 2693126"/>
                <a:gd name="connsiteX162" fmla="*/ 1598893 w 3780078"/>
                <a:gd name="connsiteY162" fmla="*/ 1726198 h 2693126"/>
                <a:gd name="connsiteX163" fmla="*/ 1617831 w 3780078"/>
                <a:gd name="connsiteY163" fmla="*/ 1700701 h 2693126"/>
                <a:gd name="connsiteX164" fmla="*/ 1650966 w 3780078"/>
                <a:gd name="connsiteY164" fmla="*/ 1679793 h 2693126"/>
                <a:gd name="connsiteX165" fmla="*/ 1668596 w 3780078"/>
                <a:gd name="connsiteY165" fmla="*/ 1673006 h 2693126"/>
                <a:gd name="connsiteX166" fmla="*/ 1674582 w 3780078"/>
                <a:gd name="connsiteY166" fmla="*/ 1719805 h 2693126"/>
                <a:gd name="connsiteX167" fmla="*/ 1638447 w 3780078"/>
                <a:gd name="connsiteY167" fmla="*/ 1729198 h 2693126"/>
                <a:gd name="connsiteX168" fmla="*/ 1641447 w 3780078"/>
                <a:gd name="connsiteY168" fmla="*/ 1759918 h 2693126"/>
                <a:gd name="connsiteX169" fmla="*/ 1673921 w 3780078"/>
                <a:gd name="connsiteY169" fmla="*/ 1758736 h 2693126"/>
                <a:gd name="connsiteX170" fmla="*/ 1676806 w 3780078"/>
                <a:gd name="connsiteY170" fmla="*/ 1795990 h 2693126"/>
                <a:gd name="connsiteX171" fmla="*/ 1661529 w 3780078"/>
                <a:gd name="connsiteY171" fmla="*/ 1809577 h 2693126"/>
                <a:gd name="connsiteX172" fmla="*/ 1662203 w 3780078"/>
                <a:gd name="connsiteY172" fmla="*/ 1930997 h 2693126"/>
                <a:gd name="connsiteX173" fmla="*/ 1694423 w 3780078"/>
                <a:gd name="connsiteY173" fmla="*/ 2022371 h 2693126"/>
                <a:gd name="connsiteX174" fmla="*/ 1678650 w 3780078"/>
                <a:gd name="connsiteY174" fmla="*/ 2038437 h 2693126"/>
                <a:gd name="connsiteX175" fmla="*/ 1679679 w 3780078"/>
                <a:gd name="connsiteY175" fmla="*/ 2061709 h 2693126"/>
                <a:gd name="connsiteX176" fmla="*/ 1748835 w 3780078"/>
                <a:gd name="connsiteY176" fmla="*/ 2092557 h 2693126"/>
                <a:gd name="connsiteX177" fmla="*/ 1763337 w 3780078"/>
                <a:gd name="connsiteY177" fmla="*/ 2124193 h 2693126"/>
                <a:gd name="connsiteX178" fmla="*/ 1793079 w 3780078"/>
                <a:gd name="connsiteY178" fmla="*/ 2189536 h 2693126"/>
                <a:gd name="connsiteX179" fmla="*/ 1825707 w 3780078"/>
                <a:gd name="connsiteY179" fmla="*/ 2244177 h 2693126"/>
                <a:gd name="connsiteX180" fmla="*/ 1863024 w 3780078"/>
                <a:gd name="connsiteY180" fmla="*/ 2282460 h 2693126"/>
                <a:gd name="connsiteX181" fmla="*/ 1881047 w 3780078"/>
                <a:gd name="connsiteY181" fmla="*/ 2267564 h 2693126"/>
                <a:gd name="connsiteX182" fmla="*/ 1927897 w 3780078"/>
                <a:gd name="connsiteY182" fmla="*/ 2301017 h 2693126"/>
                <a:gd name="connsiteX183" fmla="*/ 1981915 w 3780078"/>
                <a:gd name="connsiteY183" fmla="*/ 2298297 h 2693126"/>
                <a:gd name="connsiteX184" fmla="*/ 2015330 w 3780078"/>
                <a:gd name="connsiteY184" fmla="*/ 2319981 h 2693126"/>
                <a:gd name="connsiteX185" fmla="*/ 2059829 w 3780078"/>
                <a:gd name="connsiteY185" fmla="*/ 2319066 h 2693126"/>
                <a:gd name="connsiteX186" fmla="*/ 2128731 w 3780078"/>
                <a:gd name="connsiteY186" fmla="*/ 2270703 h 2693126"/>
                <a:gd name="connsiteX187" fmla="*/ 2151711 w 3780078"/>
                <a:gd name="connsiteY187" fmla="*/ 2299199 h 2693126"/>
                <a:gd name="connsiteX188" fmla="*/ 2208728 w 3780078"/>
                <a:gd name="connsiteY188" fmla="*/ 2294891 h 2693126"/>
                <a:gd name="connsiteX189" fmla="*/ 2211741 w 3780078"/>
                <a:gd name="connsiteY189" fmla="*/ 2260383 h 2693126"/>
                <a:gd name="connsiteX190" fmla="*/ 2232865 w 3780078"/>
                <a:gd name="connsiteY190" fmla="*/ 2243643 h 2693126"/>
                <a:gd name="connsiteX191" fmla="*/ 2236005 w 3780078"/>
                <a:gd name="connsiteY191" fmla="*/ 2212274 h 2693126"/>
                <a:gd name="connsiteX192" fmla="*/ 2214207 w 3780078"/>
                <a:gd name="connsiteY192" fmla="*/ 2208093 h 2693126"/>
                <a:gd name="connsiteX193" fmla="*/ 2232357 w 3780078"/>
                <a:gd name="connsiteY193" fmla="*/ 2175300 h 2693126"/>
                <a:gd name="connsiteX194" fmla="*/ 2221769 w 3780078"/>
                <a:gd name="connsiteY194" fmla="*/ 2151761 h 2693126"/>
                <a:gd name="connsiteX195" fmla="*/ 2249719 w 3780078"/>
                <a:gd name="connsiteY195" fmla="*/ 2121295 h 2693126"/>
                <a:gd name="connsiteX196" fmla="*/ 2319778 w 3780078"/>
                <a:gd name="connsiteY196" fmla="*/ 2166530 h 2693126"/>
                <a:gd name="connsiteX197" fmla="*/ 2349024 w 3780078"/>
                <a:gd name="connsiteY197" fmla="*/ 2147707 h 2693126"/>
                <a:gd name="connsiteX198" fmla="*/ 2404872 w 3780078"/>
                <a:gd name="connsiteY198" fmla="*/ 2131374 h 2693126"/>
                <a:gd name="connsiteX199" fmla="*/ 2444426 w 3780078"/>
                <a:gd name="connsiteY199" fmla="*/ 2085897 h 2693126"/>
                <a:gd name="connsiteX200" fmla="*/ 2534860 w 3780078"/>
                <a:gd name="connsiteY200" fmla="*/ 2079236 h 2693126"/>
                <a:gd name="connsiteX201" fmla="*/ 2556632 w 3780078"/>
                <a:gd name="connsiteY201" fmla="*/ 2041195 h 2693126"/>
                <a:gd name="connsiteX202" fmla="*/ 2598143 w 3780078"/>
                <a:gd name="connsiteY202" fmla="*/ 2020414 h 2693126"/>
                <a:gd name="connsiteX203" fmla="*/ 2626996 w 3780078"/>
                <a:gd name="connsiteY203" fmla="*/ 2067455 h 2693126"/>
                <a:gd name="connsiteX204" fmla="*/ 2660513 w 3780078"/>
                <a:gd name="connsiteY204" fmla="*/ 2063794 h 2693126"/>
                <a:gd name="connsiteX205" fmla="*/ 2652302 w 3780078"/>
                <a:gd name="connsiteY205" fmla="*/ 2041970 h 2693126"/>
                <a:gd name="connsiteX206" fmla="*/ 2689479 w 3780078"/>
                <a:gd name="connsiteY206" fmla="*/ 2028904 h 2693126"/>
                <a:gd name="connsiteX207" fmla="*/ 2746269 w 3780078"/>
                <a:gd name="connsiteY207" fmla="*/ 2101060 h 2693126"/>
                <a:gd name="connsiteX208" fmla="*/ 2781628 w 3780078"/>
                <a:gd name="connsiteY208" fmla="*/ 2101060 h 2693126"/>
                <a:gd name="connsiteX209" fmla="*/ 2782276 w 3780078"/>
                <a:gd name="connsiteY209" fmla="*/ 2127192 h 2693126"/>
                <a:gd name="connsiteX210" fmla="*/ 2757492 w 3780078"/>
                <a:gd name="connsiteY210" fmla="*/ 2153197 h 2693126"/>
                <a:gd name="connsiteX211" fmla="*/ 2747959 w 3780078"/>
                <a:gd name="connsiteY211" fmla="*/ 2189790 h 2693126"/>
                <a:gd name="connsiteX212" fmla="*/ 2789331 w 3780078"/>
                <a:gd name="connsiteY212" fmla="*/ 2219328 h 2693126"/>
                <a:gd name="connsiteX213" fmla="*/ 2792330 w 3780078"/>
                <a:gd name="connsiteY213" fmla="*/ 2254231 h 2693126"/>
                <a:gd name="connsiteX214" fmla="*/ 2775743 w 3780078"/>
                <a:gd name="connsiteY214" fmla="*/ 2270309 h 2693126"/>
                <a:gd name="connsiteX215" fmla="*/ 2790500 w 3780078"/>
                <a:gd name="connsiteY215" fmla="*/ 2307690 h 2693126"/>
                <a:gd name="connsiteX216" fmla="*/ 2861232 w 3780078"/>
                <a:gd name="connsiteY216" fmla="*/ 2322586 h 2693126"/>
                <a:gd name="connsiteX217" fmla="*/ 2916179 w 3780078"/>
                <a:gd name="connsiteY217" fmla="*/ 2350167 h 2693126"/>
                <a:gd name="connsiteX218" fmla="*/ 2927008 w 3780078"/>
                <a:gd name="connsiteY218" fmla="*/ 2405457 h 2693126"/>
                <a:gd name="connsiteX219" fmla="*/ 2890847 w 3780078"/>
                <a:gd name="connsiteY219" fmla="*/ 2463619 h 2693126"/>
                <a:gd name="connsiteX220" fmla="*/ 2951157 w 3780078"/>
                <a:gd name="connsiteY220" fmla="*/ 2497339 h 2693126"/>
                <a:gd name="connsiteX221" fmla="*/ 2981026 w 3780078"/>
                <a:gd name="connsiteY221" fmla="*/ 2465195 h 2693126"/>
                <a:gd name="connsiteX222" fmla="*/ 3047322 w 3780078"/>
                <a:gd name="connsiteY222" fmla="*/ 2477880 h 2693126"/>
                <a:gd name="connsiteX223" fmla="*/ 3085694 w 3780078"/>
                <a:gd name="connsiteY223" fmla="*/ 2473685 h 2693126"/>
                <a:gd name="connsiteX224" fmla="*/ 3104874 w 3780078"/>
                <a:gd name="connsiteY224" fmla="*/ 2452256 h 2693126"/>
                <a:gd name="connsiteX225" fmla="*/ 3122885 w 3780078"/>
                <a:gd name="connsiteY225" fmla="*/ 2422845 h 2693126"/>
                <a:gd name="connsiteX226" fmla="*/ 3150161 w 3780078"/>
                <a:gd name="connsiteY226" fmla="*/ 2397996 h 2693126"/>
                <a:gd name="connsiteX227" fmla="*/ 3165031 w 3780078"/>
                <a:gd name="connsiteY227" fmla="*/ 2367288 h 2693126"/>
                <a:gd name="connsiteX228" fmla="*/ 3160456 w 3780078"/>
                <a:gd name="connsiteY228" fmla="*/ 2339046 h 2693126"/>
                <a:gd name="connsiteX229" fmla="*/ 3139459 w 3780078"/>
                <a:gd name="connsiteY229" fmla="*/ 2324683 h 2693126"/>
                <a:gd name="connsiteX230" fmla="*/ 3118843 w 3780078"/>
                <a:gd name="connsiteY230" fmla="*/ 2259073 h 2693126"/>
                <a:gd name="connsiteX231" fmla="*/ 3090512 w 3780078"/>
                <a:gd name="connsiteY231" fmla="*/ 2242474 h 2693126"/>
                <a:gd name="connsiteX232" fmla="*/ 3083991 w 3780078"/>
                <a:gd name="connsiteY232" fmla="*/ 2228226 h 2693126"/>
                <a:gd name="connsiteX233" fmla="*/ 3034676 w 3780078"/>
                <a:gd name="connsiteY233" fmla="*/ 2200378 h 2693126"/>
                <a:gd name="connsiteX234" fmla="*/ 3016005 w 3780078"/>
                <a:gd name="connsiteY234" fmla="*/ 2149016 h 2693126"/>
                <a:gd name="connsiteX235" fmla="*/ 3024876 w 3780078"/>
                <a:gd name="connsiteY235" fmla="*/ 2092811 h 2693126"/>
                <a:gd name="connsiteX236" fmla="*/ 3064418 w 3780078"/>
                <a:gd name="connsiteY236" fmla="*/ 2064976 h 2693126"/>
                <a:gd name="connsiteX237" fmla="*/ 3051746 w 3780078"/>
                <a:gd name="connsiteY237" fmla="*/ 2015431 h 2693126"/>
                <a:gd name="connsiteX238" fmla="*/ 3088046 w 3780078"/>
                <a:gd name="connsiteY238" fmla="*/ 1991142 h 2693126"/>
                <a:gd name="connsiteX239" fmla="*/ 3108801 w 3780078"/>
                <a:gd name="connsiteY239" fmla="*/ 2004717 h 2693126"/>
                <a:gd name="connsiteX240" fmla="*/ 3133586 w 3780078"/>
                <a:gd name="connsiteY240" fmla="*/ 1978063 h 2693126"/>
                <a:gd name="connsiteX241" fmla="*/ 3124715 w 3780078"/>
                <a:gd name="connsiteY241" fmla="*/ 1937277 h 2693126"/>
                <a:gd name="connsiteX242" fmla="*/ 3136459 w 3780078"/>
                <a:gd name="connsiteY242" fmla="*/ 1926689 h 2693126"/>
                <a:gd name="connsiteX243" fmla="*/ 3120012 w 3780078"/>
                <a:gd name="connsiteY243" fmla="*/ 1892320 h 2693126"/>
                <a:gd name="connsiteX244" fmla="*/ 3098735 w 3780078"/>
                <a:gd name="connsiteY244" fmla="*/ 1901205 h 2693126"/>
                <a:gd name="connsiteX245" fmla="*/ 3080471 w 3780078"/>
                <a:gd name="connsiteY245" fmla="*/ 1858588 h 2693126"/>
                <a:gd name="connsiteX246" fmla="*/ 3056855 w 3780078"/>
                <a:gd name="connsiteY246" fmla="*/ 1846818 h 2693126"/>
                <a:gd name="connsiteX247" fmla="*/ 3004260 w 3780078"/>
                <a:gd name="connsiteY247" fmla="*/ 1862782 h 2693126"/>
                <a:gd name="connsiteX248" fmla="*/ 2995388 w 3780078"/>
                <a:gd name="connsiteY248" fmla="*/ 1882254 h 2693126"/>
                <a:gd name="connsiteX249" fmla="*/ 2959355 w 3780078"/>
                <a:gd name="connsiteY249" fmla="*/ 1885253 h 2693126"/>
                <a:gd name="connsiteX250" fmla="*/ 2949314 w 3780078"/>
                <a:gd name="connsiteY250" fmla="*/ 1864612 h 2693126"/>
                <a:gd name="connsiteX251" fmla="*/ 2907574 w 3780078"/>
                <a:gd name="connsiteY251" fmla="*/ 1866569 h 2693126"/>
                <a:gd name="connsiteX252" fmla="*/ 2902095 w 3780078"/>
                <a:gd name="connsiteY252" fmla="*/ 1826177 h 2693126"/>
                <a:gd name="connsiteX253" fmla="*/ 2867104 w 3780078"/>
                <a:gd name="connsiteY253" fmla="*/ 1828668 h 2693126"/>
                <a:gd name="connsiteX254" fmla="*/ 2863062 w 3780078"/>
                <a:gd name="connsiteY254" fmla="*/ 1812462 h 2693126"/>
                <a:gd name="connsiteX255" fmla="*/ 2885509 w 3780078"/>
                <a:gd name="connsiteY255" fmla="*/ 1753233 h 2693126"/>
                <a:gd name="connsiteX256" fmla="*/ 2867104 w 3780078"/>
                <a:gd name="connsiteY256" fmla="*/ 1721750 h 2693126"/>
                <a:gd name="connsiteX257" fmla="*/ 2880285 w 3780078"/>
                <a:gd name="connsiteY257" fmla="*/ 1674175 h 2693126"/>
                <a:gd name="connsiteX258" fmla="*/ 2865529 w 3780078"/>
                <a:gd name="connsiteY258" fmla="*/ 1634570 h 2693126"/>
                <a:gd name="connsiteX259" fmla="*/ 2886678 w 3780078"/>
                <a:gd name="connsiteY259" fmla="*/ 1616140 h 2693126"/>
                <a:gd name="connsiteX260" fmla="*/ 2890326 w 3780078"/>
                <a:gd name="connsiteY260" fmla="*/ 1564766 h 2693126"/>
                <a:gd name="connsiteX261" fmla="*/ 2863444 w 3780078"/>
                <a:gd name="connsiteY261" fmla="*/ 1530919 h 2693126"/>
                <a:gd name="connsiteX262" fmla="*/ 2905083 w 3780078"/>
                <a:gd name="connsiteY262" fmla="*/ 1515628 h 2693126"/>
                <a:gd name="connsiteX263" fmla="*/ 2950483 w 3780078"/>
                <a:gd name="connsiteY263" fmla="*/ 1458890 h 2693126"/>
                <a:gd name="connsiteX264" fmla="*/ 2939273 w 3780078"/>
                <a:gd name="connsiteY264" fmla="*/ 1434601 h 2693126"/>
                <a:gd name="connsiteX265" fmla="*/ 2968240 w 3780078"/>
                <a:gd name="connsiteY265" fmla="*/ 1428716 h 2693126"/>
                <a:gd name="connsiteX266" fmla="*/ 2982983 w 3780078"/>
                <a:gd name="connsiteY266" fmla="*/ 1400334 h 2693126"/>
                <a:gd name="connsiteX267" fmla="*/ 2971239 w 3780078"/>
                <a:gd name="connsiteY267" fmla="*/ 1354730 h 2693126"/>
                <a:gd name="connsiteX268" fmla="*/ 2975167 w 3780078"/>
                <a:gd name="connsiteY268" fmla="*/ 1327416 h 2693126"/>
                <a:gd name="connsiteX269" fmla="*/ 3027240 w 3780078"/>
                <a:gd name="connsiteY269" fmla="*/ 1341791 h 2693126"/>
                <a:gd name="connsiteX270" fmla="*/ 3141289 w 3780078"/>
                <a:gd name="connsiteY270" fmla="*/ 1281404 h 2693126"/>
                <a:gd name="connsiteX271" fmla="*/ 3160075 w 3780078"/>
                <a:gd name="connsiteY271" fmla="*/ 1278532 h 2693126"/>
                <a:gd name="connsiteX272" fmla="*/ 3215669 w 3780078"/>
                <a:gd name="connsiteY272" fmla="*/ 1295653 h 2693126"/>
                <a:gd name="connsiteX273" fmla="*/ 3226257 w 3780078"/>
                <a:gd name="connsiteY273" fmla="*/ 1260102 h 2693126"/>
                <a:gd name="connsiteX274" fmla="*/ 3238128 w 3780078"/>
                <a:gd name="connsiteY274" fmla="*/ 1249527 h 2693126"/>
                <a:gd name="connsiteX275" fmla="*/ 3250393 w 3780078"/>
                <a:gd name="connsiteY275" fmla="*/ 1240630 h 2693126"/>
                <a:gd name="connsiteX276" fmla="*/ 3267348 w 3780078"/>
                <a:gd name="connsiteY276" fmla="*/ 1278011 h 2693126"/>
                <a:gd name="connsiteX277" fmla="*/ 3292400 w 3780078"/>
                <a:gd name="connsiteY277" fmla="*/ 1306888 h 2693126"/>
                <a:gd name="connsiteX278" fmla="*/ 3264730 w 3780078"/>
                <a:gd name="connsiteY278" fmla="*/ 1367936 h 2693126"/>
                <a:gd name="connsiteX279" fmla="*/ 3270603 w 3780078"/>
                <a:gd name="connsiteY279" fmla="*/ 1409625 h 2693126"/>
                <a:gd name="connsiteX280" fmla="*/ 3291892 w 3780078"/>
                <a:gd name="connsiteY280" fmla="*/ 1428983 h 2693126"/>
                <a:gd name="connsiteX281" fmla="*/ 3322689 w 3780078"/>
                <a:gd name="connsiteY281" fmla="*/ 1408964 h 2693126"/>
                <a:gd name="connsiteX282" fmla="*/ 3348516 w 3780078"/>
                <a:gd name="connsiteY282" fmla="*/ 1429364 h 2693126"/>
                <a:gd name="connsiteX283" fmla="*/ 3375665 w 3780078"/>
                <a:gd name="connsiteY283" fmla="*/ 1461241 h 2693126"/>
                <a:gd name="connsiteX284" fmla="*/ 3368878 w 3780078"/>
                <a:gd name="connsiteY284" fmla="*/ 1482683 h 2693126"/>
                <a:gd name="connsiteX285" fmla="*/ 3417558 w 3780078"/>
                <a:gd name="connsiteY285" fmla="*/ 1504392 h 2693126"/>
                <a:gd name="connsiteX286" fmla="*/ 3440411 w 3780078"/>
                <a:gd name="connsiteY286" fmla="*/ 1481768 h 2693126"/>
                <a:gd name="connsiteX287" fmla="*/ 3467280 w 3780078"/>
                <a:gd name="connsiteY287" fmla="*/ 1507786 h 2693126"/>
                <a:gd name="connsiteX288" fmla="*/ 3495459 w 3780078"/>
                <a:gd name="connsiteY288" fmla="*/ 1495495 h 2693126"/>
                <a:gd name="connsiteX289" fmla="*/ 3499640 w 3780078"/>
                <a:gd name="connsiteY289" fmla="*/ 1471320 h 2693126"/>
                <a:gd name="connsiteX290" fmla="*/ 3528620 w 3780078"/>
                <a:gd name="connsiteY290" fmla="*/ 1474193 h 2693126"/>
                <a:gd name="connsiteX291" fmla="*/ 3588116 w 3780078"/>
                <a:gd name="connsiteY291" fmla="*/ 1499829 h 2693126"/>
                <a:gd name="connsiteX292" fmla="*/ 3628318 w 3780078"/>
                <a:gd name="connsiteY292" fmla="*/ 1482569 h 2693126"/>
                <a:gd name="connsiteX293" fmla="*/ 3698657 w 3780078"/>
                <a:gd name="connsiteY293" fmla="*/ 1539295 h 2693126"/>
                <a:gd name="connsiteX294" fmla="*/ 3719273 w 3780078"/>
                <a:gd name="connsiteY294" fmla="*/ 1522161 h 2693126"/>
                <a:gd name="connsiteX295" fmla="*/ 3723975 w 3780078"/>
                <a:gd name="connsiteY295" fmla="*/ 1506731 h 2693126"/>
                <a:gd name="connsiteX296" fmla="*/ 3746422 w 3780078"/>
                <a:gd name="connsiteY296" fmla="*/ 1499156 h 2693126"/>
                <a:gd name="connsiteX297" fmla="*/ 3758293 w 3780078"/>
                <a:gd name="connsiteY297" fmla="*/ 1454708 h 2693126"/>
                <a:gd name="connsiteX298" fmla="*/ 3751124 w 3780078"/>
                <a:gd name="connsiteY298" fmla="*/ 1422170 h 2693126"/>
                <a:gd name="connsiteX299" fmla="*/ 3768868 w 3780078"/>
                <a:gd name="connsiteY299" fmla="*/ 1389111 h 2693126"/>
                <a:gd name="connsiteX300" fmla="*/ 3774727 w 3780078"/>
                <a:gd name="connsiteY300" fmla="*/ 1358912 h 2693126"/>
                <a:gd name="connsiteX301" fmla="*/ 3765996 w 3780078"/>
                <a:gd name="connsiteY301" fmla="*/ 1315125 h 2693126"/>
                <a:gd name="connsiteX302" fmla="*/ 3780078 w 3780078"/>
                <a:gd name="connsiteY302" fmla="*/ 1277884 h 2693126"/>
                <a:gd name="connsiteX303" fmla="*/ 3757124 w 3780078"/>
                <a:gd name="connsiteY303" fmla="*/ 1258399 h 2693126"/>
                <a:gd name="connsiteX304" fmla="*/ 3712740 w 3780078"/>
                <a:gd name="connsiteY304" fmla="*/ 1220497 h 2693126"/>
                <a:gd name="connsiteX305" fmla="*/ 3683265 w 3780078"/>
                <a:gd name="connsiteY305" fmla="*/ 1201013 h 2693126"/>
                <a:gd name="connsiteX306" fmla="*/ 3635347 w 3780078"/>
                <a:gd name="connsiteY306" fmla="*/ 1214498 h 2693126"/>
                <a:gd name="connsiteX307" fmla="*/ 3596340 w 3780078"/>
                <a:gd name="connsiteY307" fmla="*/ 1219582 h 2693126"/>
                <a:gd name="connsiteX308" fmla="*/ 3583172 w 3780078"/>
                <a:gd name="connsiteY308" fmla="*/ 1217752 h 2693126"/>
                <a:gd name="connsiteX309" fmla="*/ 3575190 w 3780078"/>
                <a:gd name="connsiteY309" fmla="*/ 1185214 h 2693126"/>
                <a:gd name="connsiteX310" fmla="*/ 3566064 w 3780078"/>
                <a:gd name="connsiteY310" fmla="*/ 1168220 h 2693126"/>
                <a:gd name="connsiteX311" fmla="*/ 3562022 w 3780078"/>
                <a:gd name="connsiteY311" fmla="*/ 1115422 h 2693126"/>
                <a:gd name="connsiteX312" fmla="*/ 3541127 w 3780078"/>
                <a:gd name="connsiteY312" fmla="*/ 1081575 h 2693126"/>
                <a:gd name="connsiteX313" fmla="*/ 3568670 w 3780078"/>
                <a:gd name="connsiteY313" fmla="*/ 1063272 h 2693126"/>
                <a:gd name="connsiteX314" fmla="*/ 3578736 w 3780078"/>
                <a:gd name="connsiteY314" fmla="*/ 1019994 h 2693126"/>
                <a:gd name="connsiteX315" fmla="*/ 3606521 w 3780078"/>
                <a:gd name="connsiteY315" fmla="*/ 1010588 h 2693126"/>
                <a:gd name="connsiteX316" fmla="*/ 3613041 w 3780078"/>
                <a:gd name="connsiteY316" fmla="*/ 977402 h 2693126"/>
                <a:gd name="connsiteX317" fmla="*/ 3573627 w 3780078"/>
                <a:gd name="connsiteY317" fmla="*/ 935700 h 2693126"/>
                <a:gd name="connsiteX318" fmla="*/ 3657946 w 3780078"/>
                <a:gd name="connsiteY318" fmla="*/ 878199 h 2693126"/>
                <a:gd name="connsiteX319" fmla="*/ 3663818 w 3780078"/>
                <a:gd name="connsiteY319" fmla="*/ 849169 h 2693126"/>
                <a:gd name="connsiteX320" fmla="*/ 3653764 w 3780078"/>
                <a:gd name="connsiteY320" fmla="*/ 817152 h 2693126"/>
                <a:gd name="connsiteX321" fmla="*/ 3620616 w 3780078"/>
                <a:gd name="connsiteY321" fmla="*/ 764875 h 2693126"/>
                <a:gd name="connsiteX322" fmla="*/ 3675168 w 3780078"/>
                <a:gd name="connsiteY322" fmla="*/ 723045 h 2693126"/>
                <a:gd name="connsiteX323" fmla="*/ 3692124 w 3780078"/>
                <a:gd name="connsiteY323" fmla="*/ 679386 h 2693126"/>
                <a:gd name="connsiteX324" fmla="*/ 3687434 w 3780078"/>
                <a:gd name="connsiteY324" fmla="*/ 645144 h 2693126"/>
                <a:gd name="connsiteX325" fmla="*/ 3704529 w 3780078"/>
                <a:gd name="connsiteY325" fmla="*/ 627388 h 2693126"/>
                <a:gd name="connsiteX326" fmla="*/ 3712231 w 3780078"/>
                <a:gd name="connsiteY326" fmla="*/ 578365 h 2693126"/>
                <a:gd name="connsiteX327" fmla="*/ 3702712 w 3780078"/>
                <a:gd name="connsiteY327" fmla="*/ 557037 h 2693126"/>
                <a:gd name="connsiteX328" fmla="*/ 3705698 w 3780078"/>
                <a:gd name="connsiteY328" fmla="*/ 516288 h 2693126"/>
                <a:gd name="connsiteX329" fmla="*/ 3687942 w 3780078"/>
                <a:gd name="connsiteY329" fmla="*/ 472489 h 2693126"/>
                <a:gd name="connsiteX330" fmla="*/ 3707528 w 3780078"/>
                <a:gd name="connsiteY330" fmla="*/ 445302 h 2693126"/>
                <a:gd name="connsiteX331" fmla="*/ 3710401 w 3780078"/>
                <a:gd name="connsiteY331" fmla="*/ 405570 h 2693126"/>
                <a:gd name="connsiteX332" fmla="*/ 3726975 w 3780078"/>
                <a:gd name="connsiteY332" fmla="*/ 386746 h 2693126"/>
                <a:gd name="connsiteX333" fmla="*/ 3732847 w 3780078"/>
                <a:gd name="connsiteY333" fmla="*/ 354208 h 2693126"/>
                <a:gd name="connsiteX334" fmla="*/ 3723975 w 3780078"/>
                <a:gd name="connsiteY334" fmla="*/ 337062 h 2693126"/>
                <a:gd name="connsiteX335" fmla="*/ 3737029 w 3780078"/>
                <a:gd name="connsiteY335" fmla="*/ 318136 h 2693126"/>
                <a:gd name="connsiteX336" fmla="*/ 3701529 w 3780078"/>
                <a:gd name="connsiteY336" fmla="*/ 307409 h 2693126"/>
                <a:gd name="connsiteX337" fmla="*/ 3657946 w 3780078"/>
                <a:gd name="connsiteY337" fmla="*/ 276167 h 2693126"/>
                <a:gd name="connsiteX338" fmla="*/ 3595424 w 3780078"/>
                <a:gd name="connsiteY338" fmla="*/ 253556 h 2693126"/>
                <a:gd name="connsiteX339" fmla="*/ 3599606 w 3780078"/>
                <a:gd name="connsiteY339" fmla="*/ 210811 h 2693126"/>
                <a:gd name="connsiteX340" fmla="*/ 3594522 w 3780078"/>
                <a:gd name="connsiteY340" fmla="*/ 205066 h 2693126"/>
                <a:gd name="connsiteX341" fmla="*/ 3538788 w 3780078"/>
                <a:gd name="connsiteY341" fmla="*/ 142850 h 2693126"/>
                <a:gd name="connsiteX342" fmla="*/ 3501471 w 3780078"/>
                <a:gd name="connsiteY342" fmla="*/ 140638 h 2693126"/>
                <a:gd name="connsiteX343" fmla="*/ 3480194 w 3780078"/>
                <a:gd name="connsiteY343" fmla="*/ 165461 h 2693126"/>
                <a:gd name="connsiteX344" fmla="*/ 3441186 w 3780078"/>
                <a:gd name="connsiteY344" fmla="*/ 165461 h 2693126"/>
                <a:gd name="connsiteX345" fmla="*/ 3401645 w 3780078"/>
                <a:gd name="connsiteY345" fmla="*/ 244798 h 2693126"/>
                <a:gd name="connsiteX346" fmla="*/ 3400984 w 3780078"/>
                <a:gd name="connsiteY346" fmla="*/ 283094 h 2693126"/>
                <a:gd name="connsiteX347" fmla="*/ 3365624 w 3780078"/>
                <a:gd name="connsiteY347" fmla="*/ 291445 h 2693126"/>
                <a:gd name="connsiteX348" fmla="*/ 3356218 w 3780078"/>
                <a:gd name="connsiteY348" fmla="*/ 327542 h 2693126"/>
                <a:gd name="connsiteX349" fmla="*/ 3380101 w 3780078"/>
                <a:gd name="connsiteY349" fmla="*/ 369880 h 2693126"/>
                <a:gd name="connsiteX350" fmla="*/ 3331954 w 3780078"/>
                <a:gd name="connsiteY350" fmla="*/ 380467 h 2693126"/>
                <a:gd name="connsiteX351" fmla="*/ 3260422 w 3780078"/>
                <a:gd name="connsiteY351" fmla="*/ 360614 h 2693126"/>
                <a:gd name="connsiteX352" fmla="*/ 3225710 w 3780078"/>
                <a:gd name="connsiteY352" fmla="*/ 357602 h 2693126"/>
                <a:gd name="connsiteX353" fmla="*/ 3216190 w 3780078"/>
                <a:gd name="connsiteY353" fmla="*/ 434168 h 2693126"/>
                <a:gd name="connsiteX354" fmla="*/ 3196743 w 3780078"/>
                <a:gd name="connsiteY354" fmla="*/ 474192 h 2693126"/>
                <a:gd name="connsiteX355" fmla="*/ 3214500 w 3780078"/>
                <a:gd name="connsiteY355" fmla="*/ 497846 h 2693126"/>
                <a:gd name="connsiteX356" fmla="*/ 3214754 w 3780078"/>
                <a:gd name="connsiteY356" fmla="*/ 540705 h 2693126"/>
                <a:gd name="connsiteX357" fmla="*/ 3136459 w 3780078"/>
                <a:gd name="connsiteY357" fmla="*/ 551953 h 2693126"/>
                <a:gd name="connsiteX358" fmla="*/ 3108255 w 3780078"/>
                <a:gd name="connsiteY358" fmla="*/ 575734 h 2693126"/>
                <a:gd name="connsiteX359" fmla="*/ 3066248 w 3780078"/>
                <a:gd name="connsiteY359" fmla="*/ 605552 h 2693126"/>
                <a:gd name="connsiteX360" fmla="*/ 3036748 w 3780078"/>
                <a:gd name="connsiteY360" fmla="*/ 599655 h 2693126"/>
                <a:gd name="connsiteX361" fmla="*/ 3020847 w 3780078"/>
                <a:gd name="connsiteY361" fmla="*/ 612733 h 2693126"/>
                <a:gd name="connsiteX362" fmla="*/ 2988220 w 3780078"/>
                <a:gd name="connsiteY362" fmla="*/ 613763 h 2693126"/>
                <a:gd name="connsiteX363" fmla="*/ 2957563 w 3780078"/>
                <a:gd name="connsiteY363" fmla="*/ 634036 h 2693126"/>
                <a:gd name="connsiteX364" fmla="*/ 2941358 w 3780078"/>
                <a:gd name="connsiteY364" fmla="*/ 613394 h 2693126"/>
                <a:gd name="connsiteX365" fmla="*/ 2929207 w 3780078"/>
                <a:gd name="connsiteY365" fmla="*/ 575353 h 2693126"/>
                <a:gd name="connsiteX366" fmla="*/ 2854318 w 3780078"/>
                <a:gd name="connsiteY366" fmla="*/ 575353 h 2693126"/>
                <a:gd name="connsiteX367" fmla="*/ 2850149 w 3780078"/>
                <a:gd name="connsiteY367" fmla="*/ 535087 h 2693126"/>
                <a:gd name="connsiteX368" fmla="*/ 2769757 w 3780078"/>
                <a:gd name="connsiteY368" fmla="*/ 459931 h 2693126"/>
                <a:gd name="connsiteX369" fmla="*/ 2745862 w 3780078"/>
                <a:gd name="connsiteY369" fmla="*/ 468956 h 2693126"/>
                <a:gd name="connsiteX370" fmla="*/ 2708926 w 3780078"/>
                <a:gd name="connsiteY370" fmla="*/ 458521 h 2693126"/>
                <a:gd name="connsiteX371" fmla="*/ 2696546 w 3780078"/>
                <a:gd name="connsiteY371" fmla="*/ 422169 h 2693126"/>
                <a:gd name="connsiteX372" fmla="*/ 2617057 w 3780078"/>
                <a:gd name="connsiteY372" fmla="*/ 431448 h 2693126"/>
                <a:gd name="connsiteX373" fmla="*/ 2590442 w 3780078"/>
                <a:gd name="connsiteY373" fmla="*/ 423326 h 2693126"/>
                <a:gd name="connsiteX374" fmla="*/ 2565123 w 3780078"/>
                <a:gd name="connsiteY374" fmla="*/ 406866 h 2693126"/>
                <a:gd name="connsiteX375" fmla="*/ 2482901 w 3780078"/>
                <a:gd name="connsiteY375" fmla="*/ 366105 h 2693126"/>
                <a:gd name="connsiteX376" fmla="*/ 2482901 w 3780078"/>
                <a:gd name="connsiteY376" fmla="*/ 305579 h 2693126"/>
                <a:gd name="connsiteX377" fmla="*/ 2468805 w 3780078"/>
                <a:gd name="connsiteY377" fmla="*/ 287289 h 2693126"/>
                <a:gd name="connsiteX378" fmla="*/ 2509401 w 3780078"/>
                <a:gd name="connsiteY378" fmla="*/ 216963 h 2693126"/>
                <a:gd name="connsiteX379" fmla="*/ 2507049 w 3780078"/>
                <a:gd name="connsiteY379" fmla="*/ 174994 h 2693126"/>
                <a:gd name="connsiteX380" fmla="*/ 2464496 w 3780078"/>
                <a:gd name="connsiteY380" fmla="*/ 149002 h 2693126"/>
                <a:gd name="connsiteX381" fmla="*/ 2486434 w 3780078"/>
                <a:gd name="connsiteY381" fmla="*/ 130038 h 2693126"/>
                <a:gd name="connsiteX382" fmla="*/ 2482252 w 3780078"/>
                <a:gd name="connsiteY382" fmla="*/ 112269 h 2693126"/>
                <a:gd name="connsiteX383" fmla="*/ 2442711 w 3780078"/>
                <a:gd name="connsiteY383" fmla="*/ 105342 h 2693126"/>
                <a:gd name="connsiteX384" fmla="*/ 2422501 w 3780078"/>
                <a:gd name="connsiteY384" fmla="*/ 123378 h 2693126"/>
                <a:gd name="connsiteX385" fmla="*/ 2382947 w 3780078"/>
                <a:gd name="connsiteY385" fmla="*/ 137626 h 2693126"/>
                <a:gd name="connsiteX386" fmla="*/ 2281939 w 3780078"/>
                <a:gd name="connsiteY386" fmla="*/ 65216 h 2693126"/>
                <a:gd name="connsiteX387" fmla="*/ 2217740 w 3780078"/>
                <a:gd name="connsiteY387" fmla="*/ 69144 h 2693126"/>
                <a:gd name="connsiteX388" fmla="*/ 2204166 w 3780078"/>
                <a:gd name="connsiteY388" fmla="*/ 54501 h 2693126"/>
                <a:gd name="connsiteX389" fmla="*/ 2136954 w 3780078"/>
                <a:gd name="connsiteY389" fmla="*/ 45350 h 2693126"/>
                <a:gd name="connsiteX390" fmla="*/ 2129773 w 3780078"/>
                <a:gd name="connsiteY390" fmla="*/ 20654 h 2693126"/>
                <a:gd name="connsiteX391" fmla="*/ 2091934 w 3780078"/>
                <a:gd name="connsiteY391" fmla="*/ 23005 h 2693126"/>
                <a:gd name="connsiteX392" fmla="*/ 2075487 w 3780078"/>
                <a:gd name="connsiteY392" fmla="*/ 0 h 2693126"/>
                <a:gd name="connsiteX393" fmla="*/ 2039988 w 3780078"/>
                <a:gd name="connsiteY393" fmla="*/ 12926 h 2693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3780078" h="2693126">
                  <a:moveTo>
                    <a:pt x="2039988" y="12926"/>
                  </a:moveTo>
                  <a:lnTo>
                    <a:pt x="1999544" y="10575"/>
                  </a:lnTo>
                  <a:lnTo>
                    <a:pt x="1977479" y="34495"/>
                  </a:lnTo>
                  <a:lnTo>
                    <a:pt x="1949682" y="31890"/>
                  </a:lnTo>
                  <a:lnTo>
                    <a:pt x="1940289" y="11236"/>
                  </a:lnTo>
                  <a:lnTo>
                    <a:pt x="1914182" y="4055"/>
                  </a:lnTo>
                  <a:lnTo>
                    <a:pt x="1882865" y="23132"/>
                  </a:lnTo>
                  <a:lnTo>
                    <a:pt x="1822707" y="51489"/>
                  </a:lnTo>
                  <a:lnTo>
                    <a:pt x="1815665" y="21162"/>
                  </a:lnTo>
                  <a:lnTo>
                    <a:pt x="1786559" y="3000"/>
                  </a:lnTo>
                  <a:lnTo>
                    <a:pt x="1768155" y="9800"/>
                  </a:lnTo>
                  <a:lnTo>
                    <a:pt x="1657614" y="46659"/>
                  </a:lnTo>
                  <a:lnTo>
                    <a:pt x="1660741" y="54374"/>
                  </a:lnTo>
                  <a:lnTo>
                    <a:pt x="1677328" y="79985"/>
                  </a:lnTo>
                  <a:lnTo>
                    <a:pt x="1691029" y="99839"/>
                  </a:lnTo>
                  <a:lnTo>
                    <a:pt x="1730837" y="168601"/>
                  </a:lnTo>
                  <a:lnTo>
                    <a:pt x="1805218" y="266622"/>
                  </a:lnTo>
                  <a:lnTo>
                    <a:pt x="1761393" y="279968"/>
                  </a:lnTo>
                  <a:lnTo>
                    <a:pt x="1751847" y="330656"/>
                  </a:lnTo>
                  <a:lnTo>
                    <a:pt x="1713221" y="337608"/>
                  </a:lnTo>
                  <a:lnTo>
                    <a:pt x="1707997" y="364262"/>
                  </a:lnTo>
                  <a:lnTo>
                    <a:pt x="1675637" y="468701"/>
                  </a:lnTo>
                  <a:lnTo>
                    <a:pt x="1650064" y="499397"/>
                  </a:lnTo>
                  <a:lnTo>
                    <a:pt x="1652403" y="526596"/>
                  </a:lnTo>
                  <a:lnTo>
                    <a:pt x="1637519" y="542548"/>
                  </a:lnTo>
                  <a:lnTo>
                    <a:pt x="1611819" y="574959"/>
                  </a:lnTo>
                  <a:lnTo>
                    <a:pt x="1603468" y="567244"/>
                  </a:lnTo>
                  <a:lnTo>
                    <a:pt x="1544213" y="512221"/>
                  </a:lnTo>
                  <a:lnTo>
                    <a:pt x="1463568" y="510124"/>
                  </a:lnTo>
                  <a:lnTo>
                    <a:pt x="1395708" y="502167"/>
                  </a:lnTo>
                  <a:lnTo>
                    <a:pt x="1296784" y="481640"/>
                  </a:lnTo>
                  <a:lnTo>
                    <a:pt x="1240669" y="485415"/>
                  </a:lnTo>
                  <a:lnTo>
                    <a:pt x="1205322" y="461634"/>
                  </a:lnTo>
                  <a:lnTo>
                    <a:pt x="1162628" y="489216"/>
                  </a:lnTo>
                  <a:lnTo>
                    <a:pt x="1133534" y="535748"/>
                  </a:lnTo>
                  <a:lnTo>
                    <a:pt x="1099865" y="567777"/>
                  </a:lnTo>
                  <a:lnTo>
                    <a:pt x="1018697" y="568019"/>
                  </a:lnTo>
                  <a:lnTo>
                    <a:pt x="1004208" y="585534"/>
                  </a:lnTo>
                  <a:lnTo>
                    <a:pt x="984113" y="620843"/>
                  </a:lnTo>
                  <a:lnTo>
                    <a:pt x="974974" y="633502"/>
                  </a:lnTo>
                  <a:lnTo>
                    <a:pt x="928773" y="664223"/>
                  </a:lnTo>
                  <a:lnTo>
                    <a:pt x="893934" y="604091"/>
                  </a:lnTo>
                  <a:lnTo>
                    <a:pt x="833789" y="593388"/>
                  </a:lnTo>
                  <a:lnTo>
                    <a:pt x="808738" y="603048"/>
                  </a:lnTo>
                  <a:lnTo>
                    <a:pt x="793053" y="623067"/>
                  </a:lnTo>
                  <a:lnTo>
                    <a:pt x="772971" y="713246"/>
                  </a:lnTo>
                  <a:lnTo>
                    <a:pt x="722054" y="785656"/>
                  </a:lnTo>
                  <a:lnTo>
                    <a:pt x="615568" y="803170"/>
                  </a:lnTo>
                  <a:lnTo>
                    <a:pt x="558016" y="832696"/>
                  </a:lnTo>
                  <a:lnTo>
                    <a:pt x="529838" y="789304"/>
                  </a:lnTo>
                  <a:lnTo>
                    <a:pt x="495774" y="780686"/>
                  </a:lnTo>
                  <a:lnTo>
                    <a:pt x="453500" y="781080"/>
                  </a:lnTo>
                  <a:lnTo>
                    <a:pt x="390991" y="838314"/>
                  </a:lnTo>
                  <a:lnTo>
                    <a:pt x="354843" y="845127"/>
                  </a:lnTo>
                  <a:lnTo>
                    <a:pt x="351704" y="867344"/>
                  </a:lnTo>
                  <a:lnTo>
                    <a:pt x="366194" y="921706"/>
                  </a:lnTo>
                  <a:lnTo>
                    <a:pt x="336706" y="933069"/>
                  </a:lnTo>
                  <a:lnTo>
                    <a:pt x="325610" y="1013207"/>
                  </a:lnTo>
                  <a:lnTo>
                    <a:pt x="262720" y="1041042"/>
                  </a:lnTo>
                  <a:lnTo>
                    <a:pt x="233092" y="988371"/>
                  </a:lnTo>
                  <a:lnTo>
                    <a:pt x="191835" y="1019867"/>
                  </a:lnTo>
                  <a:lnTo>
                    <a:pt x="183357" y="1080647"/>
                  </a:lnTo>
                  <a:lnTo>
                    <a:pt x="114443" y="1130966"/>
                  </a:lnTo>
                  <a:lnTo>
                    <a:pt x="80646" y="1123137"/>
                  </a:lnTo>
                  <a:lnTo>
                    <a:pt x="40202" y="1152790"/>
                  </a:lnTo>
                  <a:lnTo>
                    <a:pt x="43215" y="1198292"/>
                  </a:lnTo>
                  <a:lnTo>
                    <a:pt x="54044" y="1235660"/>
                  </a:lnTo>
                  <a:lnTo>
                    <a:pt x="5758" y="1278939"/>
                  </a:lnTo>
                  <a:lnTo>
                    <a:pt x="0" y="1322064"/>
                  </a:lnTo>
                  <a:lnTo>
                    <a:pt x="56510" y="1379566"/>
                  </a:lnTo>
                  <a:lnTo>
                    <a:pt x="57298" y="1486090"/>
                  </a:lnTo>
                  <a:lnTo>
                    <a:pt x="101542" y="1506604"/>
                  </a:lnTo>
                  <a:lnTo>
                    <a:pt x="206210" y="1495622"/>
                  </a:lnTo>
                  <a:lnTo>
                    <a:pt x="277578" y="1519555"/>
                  </a:lnTo>
                  <a:lnTo>
                    <a:pt x="372854" y="1529864"/>
                  </a:lnTo>
                  <a:lnTo>
                    <a:pt x="519530" y="1466605"/>
                  </a:lnTo>
                  <a:lnTo>
                    <a:pt x="547060" y="1436812"/>
                  </a:lnTo>
                  <a:lnTo>
                    <a:pt x="524360" y="1368584"/>
                  </a:lnTo>
                  <a:lnTo>
                    <a:pt x="556847" y="1349887"/>
                  </a:lnTo>
                  <a:lnTo>
                    <a:pt x="597443" y="1360996"/>
                  </a:lnTo>
                  <a:lnTo>
                    <a:pt x="628240" y="1327937"/>
                  </a:lnTo>
                  <a:lnTo>
                    <a:pt x="642069" y="1362966"/>
                  </a:lnTo>
                  <a:lnTo>
                    <a:pt x="638675" y="1408964"/>
                  </a:lnTo>
                  <a:lnTo>
                    <a:pt x="660994" y="1408583"/>
                  </a:lnTo>
                  <a:lnTo>
                    <a:pt x="727418" y="1382311"/>
                  </a:lnTo>
                  <a:lnTo>
                    <a:pt x="786533" y="1414188"/>
                  </a:lnTo>
                  <a:lnTo>
                    <a:pt x="807416" y="1463224"/>
                  </a:lnTo>
                  <a:lnTo>
                    <a:pt x="772971" y="1516658"/>
                  </a:lnTo>
                  <a:lnTo>
                    <a:pt x="754694" y="1617183"/>
                  </a:lnTo>
                  <a:lnTo>
                    <a:pt x="762396" y="1629219"/>
                  </a:lnTo>
                  <a:lnTo>
                    <a:pt x="769311" y="1684356"/>
                  </a:lnTo>
                  <a:lnTo>
                    <a:pt x="805319" y="1730634"/>
                  </a:lnTo>
                  <a:lnTo>
                    <a:pt x="802980" y="1736900"/>
                  </a:lnTo>
                  <a:lnTo>
                    <a:pt x="811203" y="1764888"/>
                  </a:lnTo>
                  <a:lnTo>
                    <a:pt x="834946" y="1780433"/>
                  </a:lnTo>
                  <a:lnTo>
                    <a:pt x="885050" y="1775603"/>
                  </a:lnTo>
                  <a:lnTo>
                    <a:pt x="920155" y="1827753"/>
                  </a:lnTo>
                  <a:lnTo>
                    <a:pt x="902946" y="1897557"/>
                  </a:lnTo>
                  <a:lnTo>
                    <a:pt x="939996" y="1968264"/>
                  </a:lnTo>
                  <a:lnTo>
                    <a:pt x="908551" y="2041055"/>
                  </a:lnTo>
                  <a:lnTo>
                    <a:pt x="925265" y="2086151"/>
                  </a:lnTo>
                  <a:lnTo>
                    <a:pt x="919253" y="2147846"/>
                  </a:lnTo>
                  <a:lnTo>
                    <a:pt x="879190" y="2176597"/>
                  </a:lnTo>
                  <a:lnTo>
                    <a:pt x="867306" y="2209936"/>
                  </a:lnTo>
                  <a:lnTo>
                    <a:pt x="868221" y="2235280"/>
                  </a:lnTo>
                  <a:lnTo>
                    <a:pt x="888075" y="2262607"/>
                  </a:lnTo>
                  <a:lnTo>
                    <a:pt x="866658" y="2297369"/>
                  </a:lnTo>
                  <a:lnTo>
                    <a:pt x="846945" y="2328077"/>
                  </a:lnTo>
                  <a:lnTo>
                    <a:pt x="864561" y="2378257"/>
                  </a:lnTo>
                  <a:lnTo>
                    <a:pt x="895230" y="2418409"/>
                  </a:lnTo>
                  <a:lnTo>
                    <a:pt x="893019" y="2440893"/>
                  </a:lnTo>
                  <a:lnTo>
                    <a:pt x="887147" y="2498661"/>
                  </a:lnTo>
                  <a:lnTo>
                    <a:pt x="923167" y="2567270"/>
                  </a:lnTo>
                  <a:lnTo>
                    <a:pt x="985943" y="2601778"/>
                  </a:lnTo>
                  <a:lnTo>
                    <a:pt x="1029145" y="2665304"/>
                  </a:lnTo>
                  <a:lnTo>
                    <a:pt x="1071280" y="2691576"/>
                  </a:lnTo>
                  <a:lnTo>
                    <a:pt x="1086417" y="2689860"/>
                  </a:lnTo>
                  <a:lnTo>
                    <a:pt x="1098709" y="2689860"/>
                  </a:lnTo>
                  <a:lnTo>
                    <a:pt x="1121930" y="2693127"/>
                  </a:lnTo>
                  <a:lnTo>
                    <a:pt x="1142533" y="2663461"/>
                  </a:lnTo>
                  <a:lnTo>
                    <a:pt x="1156769" y="2577591"/>
                  </a:lnTo>
                  <a:lnTo>
                    <a:pt x="1186256" y="2572494"/>
                  </a:lnTo>
                  <a:lnTo>
                    <a:pt x="1199843" y="2558894"/>
                  </a:lnTo>
                  <a:lnTo>
                    <a:pt x="1203351" y="2515642"/>
                  </a:lnTo>
                  <a:lnTo>
                    <a:pt x="1226954" y="2502715"/>
                  </a:lnTo>
                  <a:lnTo>
                    <a:pt x="1251765" y="2505575"/>
                  </a:lnTo>
                  <a:lnTo>
                    <a:pt x="1258806" y="2457073"/>
                  </a:lnTo>
                  <a:lnTo>
                    <a:pt x="1266521" y="2398530"/>
                  </a:lnTo>
                  <a:lnTo>
                    <a:pt x="1274732" y="2365458"/>
                  </a:lnTo>
                  <a:lnTo>
                    <a:pt x="1294306" y="2352404"/>
                  </a:lnTo>
                  <a:lnTo>
                    <a:pt x="1322624" y="2305072"/>
                  </a:lnTo>
                  <a:lnTo>
                    <a:pt x="1321073" y="2253837"/>
                  </a:lnTo>
                  <a:lnTo>
                    <a:pt x="1341931" y="2243249"/>
                  </a:lnTo>
                  <a:lnTo>
                    <a:pt x="1350942" y="2216469"/>
                  </a:lnTo>
                  <a:lnTo>
                    <a:pt x="1338296" y="2190070"/>
                  </a:lnTo>
                  <a:lnTo>
                    <a:pt x="1347422" y="2167967"/>
                  </a:lnTo>
                  <a:lnTo>
                    <a:pt x="1341143" y="2130471"/>
                  </a:lnTo>
                  <a:lnTo>
                    <a:pt x="1307613" y="2120532"/>
                  </a:lnTo>
                  <a:lnTo>
                    <a:pt x="1299008" y="2095569"/>
                  </a:lnTo>
                  <a:lnTo>
                    <a:pt x="1301754" y="2064582"/>
                  </a:lnTo>
                  <a:lnTo>
                    <a:pt x="1314794" y="2045631"/>
                  </a:lnTo>
                  <a:lnTo>
                    <a:pt x="1295742" y="2014376"/>
                  </a:lnTo>
                  <a:lnTo>
                    <a:pt x="1311935" y="1987609"/>
                  </a:lnTo>
                  <a:lnTo>
                    <a:pt x="1300838" y="1951385"/>
                  </a:lnTo>
                  <a:lnTo>
                    <a:pt x="1240148" y="1907484"/>
                  </a:lnTo>
                  <a:lnTo>
                    <a:pt x="1233488" y="1861066"/>
                  </a:lnTo>
                  <a:lnTo>
                    <a:pt x="1268465" y="1849449"/>
                  </a:lnTo>
                  <a:lnTo>
                    <a:pt x="1290137" y="1831400"/>
                  </a:lnTo>
                  <a:lnTo>
                    <a:pt x="1296784" y="1815195"/>
                  </a:lnTo>
                  <a:lnTo>
                    <a:pt x="1289615" y="1801862"/>
                  </a:lnTo>
                  <a:lnTo>
                    <a:pt x="1298360" y="1759918"/>
                  </a:lnTo>
                  <a:lnTo>
                    <a:pt x="1288319" y="1751682"/>
                  </a:lnTo>
                  <a:lnTo>
                    <a:pt x="1301487" y="1718330"/>
                  </a:lnTo>
                  <a:lnTo>
                    <a:pt x="1322115" y="1715471"/>
                  </a:lnTo>
                  <a:lnTo>
                    <a:pt x="1360729" y="1687368"/>
                  </a:lnTo>
                  <a:lnTo>
                    <a:pt x="1445964" y="1681229"/>
                  </a:lnTo>
                  <a:lnTo>
                    <a:pt x="1466173" y="1668557"/>
                  </a:lnTo>
                  <a:lnTo>
                    <a:pt x="1489140" y="1684483"/>
                  </a:lnTo>
                  <a:lnTo>
                    <a:pt x="1477930" y="1709992"/>
                  </a:lnTo>
                  <a:lnTo>
                    <a:pt x="1525301" y="1775603"/>
                  </a:lnTo>
                  <a:lnTo>
                    <a:pt x="1570842" y="1792990"/>
                  </a:lnTo>
                  <a:lnTo>
                    <a:pt x="1602414" y="1765803"/>
                  </a:lnTo>
                  <a:lnTo>
                    <a:pt x="1598893" y="1726198"/>
                  </a:lnTo>
                  <a:lnTo>
                    <a:pt x="1617831" y="1700701"/>
                  </a:lnTo>
                  <a:lnTo>
                    <a:pt x="1650966" y="1679793"/>
                  </a:lnTo>
                  <a:lnTo>
                    <a:pt x="1668596" y="1673006"/>
                  </a:lnTo>
                  <a:lnTo>
                    <a:pt x="1674582" y="1719805"/>
                  </a:lnTo>
                  <a:lnTo>
                    <a:pt x="1638447" y="1729198"/>
                  </a:lnTo>
                  <a:lnTo>
                    <a:pt x="1641447" y="1759918"/>
                  </a:lnTo>
                  <a:lnTo>
                    <a:pt x="1673921" y="1758736"/>
                  </a:lnTo>
                  <a:lnTo>
                    <a:pt x="1676806" y="1795990"/>
                  </a:lnTo>
                  <a:lnTo>
                    <a:pt x="1661529" y="1809577"/>
                  </a:lnTo>
                  <a:lnTo>
                    <a:pt x="1662203" y="1930997"/>
                  </a:lnTo>
                  <a:lnTo>
                    <a:pt x="1694423" y="2022371"/>
                  </a:lnTo>
                  <a:lnTo>
                    <a:pt x="1678650" y="2038437"/>
                  </a:lnTo>
                  <a:lnTo>
                    <a:pt x="1679679" y="2061709"/>
                  </a:lnTo>
                  <a:lnTo>
                    <a:pt x="1748835" y="2092557"/>
                  </a:lnTo>
                  <a:lnTo>
                    <a:pt x="1763337" y="2124193"/>
                  </a:lnTo>
                  <a:lnTo>
                    <a:pt x="1793079" y="2189536"/>
                  </a:lnTo>
                  <a:lnTo>
                    <a:pt x="1825707" y="2244177"/>
                  </a:lnTo>
                  <a:lnTo>
                    <a:pt x="1863024" y="2282460"/>
                  </a:lnTo>
                  <a:lnTo>
                    <a:pt x="1881047" y="2267564"/>
                  </a:lnTo>
                  <a:lnTo>
                    <a:pt x="1927897" y="2301017"/>
                  </a:lnTo>
                  <a:lnTo>
                    <a:pt x="1981915" y="2298297"/>
                  </a:lnTo>
                  <a:lnTo>
                    <a:pt x="2015330" y="2319981"/>
                  </a:lnTo>
                  <a:lnTo>
                    <a:pt x="2059829" y="2319066"/>
                  </a:lnTo>
                  <a:lnTo>
                    <a:pt x="2128731" y="2270703"/>
                  </a:lnTo>
                  <a:lnTo>
                    <a:pt x="2151711" y="2299199"/>
                  </a:lnTo>
                  <a:lnTo>
                    <a:pt x="2208728" y="2294891"/>
                  </a:lnTo>
                  <a:lnTo>
                    <a:pt x="2211741" y="2260383"/>
                  </a:lnTo>
                  <a:lnTo>
                    <a:pt x="2232865" y="2243643"/>
                  </a:lnTo>
                  <a:lnTo>
                    <a:pt x="2236005" y="2212274"/>
                  </a:lnTo>
                  <a:lnTo>
                    <a:pt x="2214207" y="2208093"/>
                  </a:lnTo>
                  <a:lnTo>
                    <a:pt x="2232357" y="2175300"/>
                  </a:lnTo>
                  <a:lnTo>
                    <a:pt x="2221769" y="2151761"/>
                  </a:lnTo>
                  <a:lnTo>
                    <a:pt x="2249719" y="2121295"/>
                  </a:lnTo>
                  <a:lnTo>
                    <a:pt x="2319778" y="2166530"/>
                  </a:lnTo>
                  <a:lnTo>
                    <a:pt x="2349024" y="2147707"/>
                  </a:lnTo>
                  <a:lnTo>
                    <a:pt x="2404872" y="2131374"/>
                  </a:lnTo>
                  <a:lnTo>
                    <a:pt x="2444426" y="2085897"/>
                  </a:lnTo>
                  <a:lnTo>
                    <a:pt x="2534860" y="2079236"/>
                  </a:lnTo>
                  <a:lnTo>
                    <a:pt x="2556632" y="2041195"/>
                  </a:lnTo>
                  <a:lnTo>
                    <a:pt x="2598143" y="2020414"/>
                  </a:lnTo>
                  <a:lnTo>
                    <a:pt x="2626996" y="2067455"/>
                  </a:lnTo>
                  <a:lnTo>
                    <a:pt x="2660513" y="2063794"/>
                  </a:lnTo>
                  <a:lnTo>
                    <a:pt x="2652302" y="2041970"/>
                  </a:lnTo>
                  <a:lnTo>
                    <a:pt x="2689479" y="2028904"/>
                  </a:lnTo>
                  <a:lnTo>
                    <a:pt x="2746269" y="2101060"/>
                  </a:lnTo>
                  <a:lnTo>
                    <a:pt x="2781628" y="2101060"/>
                  </a:lnTo>
                  <a:lnTo>
                    <a:pt x="2782276" y="2127192"/>
                  </a:lnTo>
                  <a:lnTo>
                    <a:pt x="2757492" y="2153197"/>
                  </a:lnTo>
                  <a:lnTo>
                    <a:pt x="2747959" y="2189790"/>
                  </a:lnTo>
                  <a:lnTo>
                    <a:pt x="2789331" y="2219328"/>
                  </a:lnTo>
                  <a:lnTo>
                    <a:pt x="2792330" y="2254231"/>
                  </a:lnTo>
                  <a:lnTo>
                    <a:pt x="2775743" y="2270309"/>
                  </a:lnTo>
                  <a:lnTo>
                    <a:pt x="2790500" y="2307690"/>
                  </a:lnTo>
                  <a:lnTo>
                    <a:pt x="2861232" y="2322586"/>
                  </a:lnTo>
                  <a:lnTo>
                    <a:pt x="2916179" y="2350167"/>
                  </a:lnTo>
                  <a:lnTo>
                    <a:pt x="2927008" y="2405457"/>
                  </a:lnTo>
                  <a:lnTo>
                    <a:pt x="2890847" y="2463619"/>
                  </a:lnTo>
                  <a:lnTo>
                    <a:pt x="2951157" y="2497339"/>
                  </a:lnTo>
                  <a:lnTo>
                    <a:pt x="2981026" y="2465195"/>
                  </a:lnTo>
                  <a:lnTo>
                    <a:pt x="3047322" y="2477880"/>
                  </a:lnTo>
                  <a:lnTo>
                    <a:pt x="3085694" y="2473685"/>
                  </a:lnTo>
                  <a:lnTo>
                    <a:pt x="3104874" y="2452256"/>
                  </a:lnTo>
                  <a:lnTo>
                    <a:pt x="3122885" y="2422845"/>
                  </a:lnTo>
                  <a:lnTo>
                    <a:pt x="3150161" y="2397996"/>
                  </a:lnTo>
                  <a:lnTo>
                    <a:pt x="3165031" y="2367288"/>
                  </a:lnTo>
                  <a:lnTo>
                    <a:pt x="3160456" y="2339046"/>
                  </a:lnTo>
                  <a:lnTo>
                    <a:pt x="3139459" y="2324683"/>
                  </a:lnTo>
                  <a:lnTo>
                    <a:pt x="3118843" y="2259073"/>
                  </a:lnTo>
                  <a:lnTo>
                    <a:pt x="3090512" y="2242474"/>
                  </a:lnTo>
                  <a:lnTo>
                    <a:pt x="3083991" y="2228226"/>
                  </a:lnTo>
                  <a:lnTo>
                    <a:pt x="3034676" y="2200378"/>
                  </a:lnTo>
                  <a:lnTo>
                    <a:pt x="3016005" y="2149016"/>
                  </a:lnTo>
                  <a:lnTo>
                    <a:pt x="3024876" y="2092811"/>
                  </a:lnTo>
                  <a:lnTo>
                    <a:pt x="3064418" y="2064976"/>
                  </a:lnTo>
                  <a:lnTo>
                    <a:pt x="3051746" y="2015431"/>
                  </a:lnTo>
                  <a:lnTo>
                    <a:pt x="3088046" y="1991142"/>
                  </a:lnTo>
                  <a:lnTo>
                    <a:pt x="3108801" y="2004717"/>
                  </a:lnTo>
                  <a:lnTo>
                    <a:pt x="3133586" y="1978063"/>
                  </a:lnTo>
                  <a:lnTo>
                    <a:pt x="3124715" y="1937277"/>
                  </a:lnTo>
                  <a:lnTo>
                    <a:pt x="3136459" y="1926689"/>
                  </a:lnTo>
                  <a:lnTo>
                    <a:pt x="3120012" y="1892320"/>
                  </a:lnTo>
                  <a:lnTo>
                    <a:pt x="3098735" y="1901205"/>
                  </a:lnTo>
                  <a:lnTo>
                    <a:pt x="3080471" y="1858588"/>
                  </a:lnTo>
                  <a:lnTo>
                    <a:pt x="3056855" y="1846818"/>
                  </a:lnTo>
                  <a:lnTo>
                    <a:pt x="3004260" y="1862782"/>
                  </a:lnTo>
                  <a:lnTo>
                    <a:pt x="2995388" y="1882254"/>
                  </a:lnTo>
                  <a:lnTo>
                    <a:pt x="2959355" y="1885253"/>
                  </a:lnTo>
                  <a:lnTo>
                    <a:pt x="2949314" y="1864612"/>
                  </a:lnTo>
                  <a:lnTo>
                    <a:pt x="2907574" y="1866569"/>
                  </a:lnTo>
                  <a:lnTo>
                    <a:pt x="2902095" y="1826177"/>
                  </a:lnTo>
                  <a:lnTo>
                    <a:pt x="2867104" y="1828668"/>
                  </a:lnTo>
                  <a:lnTo>
                    <a:pt x="2863062" y="1812462"/>
                  </a:lnTo>
                  <a:lnTo>
                    <a:pt x="2885509" y="1753233"/>
                  </a:lnTo>
                  <a:lnTo>
                    <a:pt x="2867104" y="1721750"/>
                  </a:lnTo>
                  <a:lnTo>
                    <a:pt x="2880285" y="1674175"/>
                  </a:lnTo>
                  <a:lnTo>
                    <a:pt x="2865529" y="1634570"/>
                  </a:lnTo>
                  <a:lnTo>
                    <a:pt x="2886678" y="1616140"/>
                  </a:lnTo>
                  <a:lnTo>
                    <a:pt x="2890326" y="1564766"/>
                  </a:lnTo>
                  <a:lnTo>
                    <a:pt x="2863444" y="1530919"/>
                  </a:lnTo>
                  <a:lnTo>
                    <a:pt x="2905083" y="1515628"/>
                  </a:lnTo>
                  <a:lnTo>
                    <a:pt x="2950483" y="1458890"/>
                  </a:lnTo>
                  <a:lnTo>
                    <a:pt x="2939273" y="1434601"/>
                  </a:lnTo>
                  <a:lnTo>
                    <a:pt x="2968240" y="1428716"/>
                  </a:lnTo>
                  <a:lnTo>
                    <a:pt x="2982983" y="1400334"/>
                  </a:lnTo>
                  <a:lnTo>
                    <a:pt x="2971239" y="1354730"/>
                  </a:lnTo>
                  <a:lnTo>
                    <a:pt x="2975167" y="1327416"/>
                  </a:lnTo>
                  <a:lnTo>
                    <a:pt x="3027240" y="1341791"/>
                  </a:lnTo>
                  <a:lnTo>
                    <a:pt x="3141289" y="1281404"/>
                  </a:lnTo>
                  <a:lnTo>
                    <a:pt x="3160075" y="1278532"/>
                  </a:lnTo>
                  <a:lnTo>
                    <a:pt x="3215669" y="1295653"/>
                  </a:lnTo>
                  <a:lnTo>
                    <a:pt x="3226257" y="1260102"/>
                  </a:lnTo>
                  <a:lnTo>
                    <a:pt x="3238128" y="1249527"/>
                  </a:lnTo>
                  <a:lnTo>
                    <a:pt x="3250393" y="1240630"/>
                  </a:lnTo>
                  <a:lnTo>
                    <a:pt x="3267348" y="1278011"/>
                  </a:lnTo>
                  <a:lnTo>
                    <a:pt x="3292400" y="1306888"/>
                  </a:lnTo>
                  <a:lnTo>
                    <a:pt x="3264730" y="1367936"/>
                  </a:lnTo>
                  <a:lnTo>
                    <a:pt x="3270603" y="1409625"/>
                  </a:lnTo>
                  <a:lnTo>
                    <a:pt x="3291892" y="1428983"/>
                  </a:lnTo>
                  <a:lnTo>
                    <a:pt x="3322689" y="1408964"/>
                  </a:lnTo>
                  <a:lnTo>
                    <a:pt x="3348516" y="1429364"/>
                  </a:lnTo>
                  <a:lnTo>
                    <a:pt x="3375665" y="1461241"/>
                  </a:lnTo>
                  <a:lnTo>
                    <a:pt x="3368878" y="1482683"/>
                  </a:lnTo>
                  <a:lnTo>
                    <a:pt x="3417558" y="1504392"/>
                  </a:lnTo>
                  <a:lnTo>
                    <a:pt x="3440411" y="1481768"/>
                  </a:lnTo>
                  <a:lnTo>
                    <a:pt x="3467280" y="1507786"/>
                  </a:lnTo>
                  <a:lnTo>
                    <a:pt x="3495459" y="1495495"/>
                  </a:lnTo>
                  <a:lnTo>
                    <a:pt x="3499640" y="1471320"/>
                  </a:lnTo>
                  <a:lnTo>
                    <a:pt x="3528620" y="1474193"/>
                  </a:lnTo>
                  <a:lnTo>
                    <a:pt x="3588116" y="1499829"/>
                  </a:lnTo>
                  <a:lnTo>
                    <a:pt x="3628318" y="1482569"/>
                  </a:lnTo>
                  <a:lnTo>
                    <a:pt x="3698657" y="1539295"/>
                  </a:lnTo>
                  <a:lnTo>
                    <a:pt x="3719273" y="1522161"/>
                  </a:lnTo>
                  <a:lnTo>
                    <a:pt x="3723975" y="1506731"/>
                  </a:lnTo>
                  <a:lnTo>
                    <a:pt x="3746422" y="1499156"/>
                  </a:lnTo>
                  <a:lnTo>
                    <a:pt x="3758293" y="1454708"/>
                  </a:lnTo>
                  <a:lnTo>
                    <a:pt x="3751124" y="1422170"/>
                  </a:lnTo>
                  <a:lnTo>
                    <a:pt x="3768868" y="1389111"/>
                  </a:lnTo>
                  <a:lnTo>
                    <a:pt x="3774727" y="1358912"/>
                  </a:lnTo>
                  <a:lnTo>
                    <a:pt x="3765996" y="1315125"/>
                  </a:lnTo>
                  <a:lnTo>
                    <a:pt x="3780078" y="1277884"/>
                  </a:lnTo>
                  <a:lnTo>
                    <a:pt x="3757124" y="1258399"/>
                  </a:lnTo>
                  <a:lnTo>
                    <a:pt x="3712740" y="1220497"/>
                  </a:lnTo>
                  <a:lnTo>
                    <a:pt x="3683265" y="1201013"/>
                  </a:lnTo>
                  <a:lnTo>
                    <a:pt x="3635347" y="1214498"/>
                  </a:lnTo>
                  <a:lnTo>
                    <a:pt x="3596340" y="1219582"/>
                  </a:lnTo>
                  <a:lnTo>
                    <a:pt x="3583172" y="1217752"/>
                  </a:lnTo>
                  <a:lnTo>
                    <a:pt x="3575190" y="1185214"/>
                  </a:lnTo>
                  <a:lnTo>
                    <a:pt x="3566064" y="1168220"/>
                  </a:lnTo>
                  <a:lnTo>
                    <a:pt x="3562022" y="1115422"/>
                  </a:lnTo>
                  <a:lnTo>
                    <a:pt x="3541127" y="1081575"/>
                  </a:lnTo>
                  <a:lnTo>
                    <a:pt x="3568670" y="1063272"/>
                  </a:lnTo>
                  <a:lnTo>
                    <a:pt x="3578736" y="1019994"/>
                  </a:lnTo>
                  <a:lnTo>
                    <a:pt x="3606521" y="1010588"/>
                  </a:lnTo>
                  <a:lnTo>
                    <a:pt x="3613041" y="977402"/>
                  </a:lnTo>
                  <a:lnTo>
                    <a:pt x="3573627" y="935700"/>
                  </a:lnTo>
                  <a:lnTo>
                    <a:pt x="3657946" y="878199"/>
                  </a:lnTo>
                  <a:lnTo>
                    <a:pt x="3663818" y="849169"/>
                  </a:lnTo>
                  <a:lnTo>
                    <a:pt x="3653764" y="817152"/>
                  </a:lnTo>
                  <a:lnTo>
                    <a:pt x="3620616" y="764875"/>
                  </a:lnTo>
                  <a:lnTo>
                    <a:pt x="3675168" y="723045"/>
                  </a:lnTo>
                  <a:lnTo>
                    <a:pt x="3692124" y="679386"/>
                  </a:lnTo>
                  <a:lnTo>
                    <a:pt x="3687434" y="645144"/>
                  </a:lnTo>
                  <a:lnTo>
                    <a:pt x="3704529" y="627388"/>
                  </a:lnTo>
                  <a:lnTo>
                    <a:pt x="3712231" y="578365"/>
                  </a:lnTo>
                  <a:lnTo>
                    <a:pt x="3702712" y="557037"/>
                  </a:lnTo>
                  <a:lnTo>
                    <a:pt x="3705698" y="516288"/>
                  </a:lnTo>
                  <a:lnTo>
                    <a:pt x="3687942" y="472489"/>
                  </a:lnTo>
                  <a:lnTo>
                    <a:pt x="3707528" y="445302"/>
                  </a:lnTo>
                  <a:lnTo>
                    <a:pt x="3710401" y="405570"/>
                  </a:lnTo>
                  <a:lnTo>
                    <a:pt x="3726975" y="386746"/>
                  </a:lnTo>
                  <a:lnTo>
                    <a:pt x="3732847" y="354208"/>
                  </a:lnTo>
                  <a:lnTo>
                    <a:pt x="3723975" y="337062"/>
                  </a:lnTo>
                  <a:lnTo>
                    <a:pt x="3737029" y="318136"/>
                  </a:lnTo>
                  <a:lnTo>
                    <a:pt x="3701529" y="307409"/>
                  </a:lnTo>
                  <a:lnTo>
                    <a:pt x="3657946" y="276167"/>
                  </a:lnTo>
                  <a:lnTo>
                    <a:pt x="3595424" y="253556"/>
                  </a:lnTo>
                  <a:lnTo>
                    <a:pt x="3599606" y="210811"/>
                  </a:lnTo>
                  <a:lnTo>
                    <a:pt x="3594522" y="205066"/>
                  </a:lnTo>
                  <a:lnTo>
                    <a:pt x="3538788" y="142850"/>
                  </a:lnTo>
                  <a:lnTo>
                    <a:pt x="3501471" y="140638"/>
                  </a:lnTo>
                  <a:lnTo>
                    <a:pt x="3480194" y="165461"/>
                  </a:lnTo>
                  <a:lnTo>
                    <a:pt x="3441186" y="165461"/>
                  </a:lnTo>
                  <a:lnTo>
                    <a:pt x="3401645" y="244798"/>
                  </a:lnTo>
                  <a:lnTo>
                    <a:pt x="3400984" y="283094"/>
                  </a:lnTo>
                  <a:lnTo>
                    <a:pt x="3365624" y="291445"/>
                  </a:lnTo>
                  <a:lnTo>
                    <a:pt x="3356218" y="327542"/>
                  </a:lnTo>
                  <a:lnTo>
                    <a:pt x="3380101" y="369880"/>
                  </a:lnTo>
                  <a:lnTo>
                    <a:pt x="3331954" y="380467"/>
                  </a:lnTo>
                  <a:lnTo>
                    <a:pt x="3260422" y="360614"/>
                  </a:lnTo>
                  <a:lnTo>
                    <a:pt x="3225710" y="357602"/>
                  </a:lnTo>
                  <a:lnTo>
                    <a:pt x="3216190" y="434168"/>
                  </a:lnTo>
                  <a:lnTo>
                    <a:pt x="3196743" y="474192"/>
                  </a:lnTo>
                  <a:lnTo>
                    <a:pt x="3214500" y="497846"/>
                  </a:lnTo>
                  <a:lnTo>
                    <a:pt x="3214754" y="540705"/>
                  </a:lnTo>
                  <a:lnTo>
                    <a:pt x="3136459" y="551953"/>
                  </a:lnTo>
                  <a:lnTo>
                    <a:pt x="3108255" y="575734"/>
                  </a:lnTo>
                  <a:lnTo>
                    <a:pt x="3066248" y="605552"/>
                  </a:lnTo>
                  <a:lnTo>
                    <a:pt x="3036748" y="599655"/>
                  </a:lnTo>
                  <a:lnTo>
                    <a:pt x="3020847" y="612733"/>
                  </a:lnTo>
                  <a:lnTo>
                    <a:pt x="2988220" y="613763"/>
                  </a:lnTo>
                  <a:lnTo>
                    <a:pt x="2957563" y="634036"/>
                  </a:lnTo>
                  <a:lnTo>
                    <a:pt x="2941358" y="613394"/>
                  </a:lnTo>
                  <a:lnTo>
                    <a:pt x="2929207" y="575353"/>
                  </a:lnTo>
                  <a:lnTo>
                    <a:pt x="2854318" y="575353"/>
                  </a:lnTo>
                  <a:lnTo>
                    <a:pt x="2850149" y="535087"/>
                  </a:lnTo>
                  <a:lnTo>
                    <a:pt x="2769757" y="459931"/>
                  </a:lnTo>
                  <a:lnTo>
                    <a:pt x="2745862" y="468956"/>
                  </a:lnTo>
                  <a:lnTo>
                    <a:pt x="2708926" y="458521"/>
                  </a:lnTo>
                  <a:lnTo>
                    <a:pt x="2696546" y="422169"/>
                  </a:lnTo>
                  <a:lnTo>
                    <a:pt x="2617057" y="431448"/>
                  </a:lnTo>
                  <a:lnTo>
                    <a:pt x="2590442" y="423326"/>
                  </a:lnTo>
                  <a:lnTo>
                    <a:pt x="2565123" y="406866"/>
                  </a:lnTo>
                  <a:lnTo>
                    <a:pt x="2482901" y="366105"/>
                  </a:lnTo>
                  <a:lnTo>
                    <a:pt x="2482901" y="305579"/>
                  </a:lnTo>
                  <a:lnTo>
                    <a:pt x="2468805" y="287289"/>
                  </a:lnTo>
                  <a:lnTo>
                    <a:pt x="2509401" y="216963"/>
                  </a:lnTo>
                  <a:lnTo>
                    <a:pt x="2507049" y="174994"/>
                  </a:lnTo>
                  <a:lnTo>
                    <a:pt x="2464496" y="149002"/>
                  </a:lnTo>
                  <a:lnTo>
                    <a:pt x="2486434" y="130038"/>
                  </a:lnTo>
                  <a:lnTo>
                    <a:pt x="2482252" y="112269"/>
                  </a:lnTo>
                  <a:lnTo>
                    <a:pt x="2442711" y="105342"/>
                  </a:lnTo>
                  <a:lnTo>
                    <a:pt x="2422501" y="123378"/>
                  </a:lnTo>
                  <a:lnTo>
                    <a:pt x="2382947" y="137626"/>
                  </a:lnTo>
                  <a:lnTo>
                    <a:pt x="2281939" y="65216"/>
                  </a:lnTo>
                  <a:lnTo>
                    <a:pt x="2217740" y="69144"/>
                  </a:lnTo>
                  <a:lnTo>
                    <a:pt x="2204166" y="54501"/>
                  </a:lnTo>
                  <a:lnTo>
                    <a:pt x="2136954" y="45350"/>
                  </a:lnTo>
                  <a:lnTo>
                    <a:pt x="2129773" y="20654"/>
                  </a:lnTo>
                  <a:lnTo>
                    <a:pt x="2091934" y="23005"/>
                  </a:lnTo>
                  <a:lnTo>
                    <a:pt x="2075487" y="0"/>
                  </a:lnTo>
                  <a:lnTo>
                    <a:pt x="2039988" y="12926"/>
                  </a:lnTo>
                  <a:close/>
                </a:path>
              </a:pathLst>
            </a:custGeom>
            <a:solidFill>
              <a:srgbClr val="FFFFFF"/>
            </a:solidFill>
            <a:ln w="12700" cap="flat">
              <a:noFill/>
              <a:prstDash val="solid"/>
              <a:miter/>
            </a:ln>
          </p:spPr>
          <p:txBody>
            <a:bodyPr rtlCol="0" anchor="ctr"/>
            <a:lstStyle/>
            <a:p>
              <a:endParaRPr lang="de-CH"/>
            </a:p>
          </p:txBody>
        </p:sp>
        <p:sp>
          <p:nvSpPr>
            <p:cNvPr id="117" name="Freihandform: Form 116">
              <a:extLst>
                <a:ext uri="{FF2B5EF4-FFF2-40B4-BE49-F238E27FC236}">
                  <a16:creationId xmlns:a16="http://schemas.microsoft.com/office/drawing/2014/main" id="{5C4EE5B4-09D7-99E1-EA6A-41611B5CC0DF}"/>
                </a:ext>
              </a:extLst>
            </p:cNvPr>
            <p:cNvSpPr/>
            <p:nvPr/>
          </p:nvSpPr>
          <p:spPr>
            <a:xfrm>
              <a:off x="7015909" y="2657288"/>
              <a:ext cx="3780091" cy="2693126"/>
            </a:xfrm>
            <a:custGeom>
              <a:avLst/>
              <a:gdLst>
                <a:gd name="connsiteX0" fmla="*/ 3090525 w 3780091"/>
                <a:gd name="connsiteY0" fmla="*/ 2242461 h 2693126"/>
                <a:gd name="connsiteX1" fmla="*/ 3118842 w 3780091"/>
                <a:gd name="connsiteY1" fmla="*/ 2259073 h 2693126"/>
                <a:gd name="connsiteX2" fmla="*/ 3139459 w 3780091"/>
                <a:gd name="connsiteY2" fmla="*/ 2324671 h 2693126"/>
                <a:gd name="connsiteX3" fmla="*/ 3160469 w 3780091"/>
                <a:gd name="connsiteY3" fmla="*/ 2339046 h 2693126"/>
                <a:gd name="connsiteX4" fmla="*/ 3165032 w 3780091"/>
                <a:gd name="connsiteY4" fmla="*/ 2367275 h 2693126"/>
                <a:gd name="connsiteX5" fmla="*/ 3150161 w 3780091"/>
                <a:gd name="connsiteY5" fmla="*/ 2397996 h 2693126"/>
                <a:gd name="connsiteX6" fmla="*/ 3122897 w 3780091"/>
                <a:gd name="connsiteY6" fmla="*/ 2422832 h 2693126"/>
                <a:gd name="connsiteX7" fmla="*/ 3104874 w 3780091"/>
                <a:gd name="connsiteY7" fmla="*/ 2452243 h 2693126"/>
                <a:gd name="connsiteX8" fmla="*/ 3085695 w 3780091"/>
                <a:gd name="connsiteY8" fmla="*/ 2473685 h 2693126"/>
                <a:gd name="connsiteX9" fmla="*/ 3047323 w 3780091"/>
                <a:gd name="connsiteY9" fmla="*/ 2477867 h 2693126"/>
                <a:gd name="connsiteX10" fmla="*/ 2981026 w 3780091"/>
                <a:gd name="connsiteY10" fmla="*/ 2465182 h 2693126"/>
                <a:gd name="connsiteX11" fmla="*/ 2951157 w 3780091"/>
                <a:gd name="connsiteY11" fmla="*/ 2497326 h 2693126"/>
                <a:gd name="connsiteX12" fmla="*/ 2890847 w 3780091"/>
                <a:gd name="connsiteY12" fmla="*/ 2463606 h 2693126"/>
                <a:gd name="connsiteX13" fmla="*/ 2927008 w 3780091"/>
                <a:gd name="connsiteY13" fmla="*/ 2405444 h 2693126"/>
                <a:gd name="connsiteX14" fmla="*/ 2916166 w 3780091"/>
                <a:gd name="connsiteY14" fmla="*/ 2350155 h 2693126"/>
                <a:gd name="connsiteX15" fmla="*/ 2861233 w 3780091"/>
                <a:gd name="connsiteY15" fmla="*/ 2322586 h 2693126"/>
                <a:gd name="connsiteX16" fmla="*/ 2790500 w 3780091"/>
                <a:gd name="connsiteY16" fmla="*/ 2307690 h 2693126"/>
                <a:gd name="connsiteX17" fmla="*/ 2775756 w 3780091"/>
                <a:gd name="connsiteY17" fmla="*/ 2270296 h 2693126"/>
                <a:gd name="connsiteX18" fmla="*/ 2792330 w 3780091"/>
                <a:gd name="connsiteY18" fmla="*/ 2254218 h 2693126"/>
                <a:gd name="connsiteX19" fmla="*/ 2789331 w 3780091"/>
                <a:gd name="connsiteY19" fmla="*/ 2219316 h 2693126"/>
                <a:gd name="connsiteX20" fmla="*/ 2747959 w 3780091"/>
                <a:gd name="connsiteY20" fmla="*/ 2189777 h 2693126"/>
                <a:gd name="connsiteX21" fmla="*/ 2757491 w 3780091"/>
                <a:gd name="connsiteY21" fmla="*/ 2153185 h 2693126"/>
                <a:gd name="connsiteX22" fmla="*/ 2782277 w 3780091"/>
                <a:gd name="connsiteY22" fmla="*/ 2127192 h 2693126"/>
                <a:gd name="connsiteX23" fmla="*/ 2781629 w 3780091"/>
                <a:gd name="connsiteY23" fmla="*/ 2101047 h 2693126"/>
                <a:gd name="connsiteX24" fmla="*/ 2746268 w 3780091"/>
                <a:gd name="connsiteY24" fmla="*/ 2101047 h 2693126"/>
                <a:gd name="connsiteX25" fmla="*/ 2689492 w 3780091"/>
                <a:gd name="connsiteY25" fmla="*/ 2028891 h 2693126"/>
                <a:gd name="connsiteX26" fmla="*/ 2652302 w 3780091"/>
                <a:gd name="connsiteY26" fmla="*/ 2041970 h 2693126"/>
                <a:gd name="connsiteX27" fmla="*/ 2660526 w 3780091"/>
                <a:gd name="connsiteY27" fmla="*/ 2063794 h 2693126"/>
                <a:gd name="connsiteX28" fmla="*/ 2626996 w 3780091"/>
                <a:gd name="connsiteY28" fmla="*/ 2067455 h 2693126"/>
                <a:gd name="connsiteX29" fmla="*/ 2598144 w 3780091"/>
                <a:gd name="connsiteY29" fmla="*/ 2020401 h 2693126"/>
                <a:gd name="connsiteX30" fmla="*/ 2556645 w 3780091"/>
                <a:gd name="connsiteY30" fmla="*/ 2041182 h 2693126"/>
                <a:gd name="connsiteX31" fmla="*/ 2534860 w 3780091"/>
                <a:gd name="connsiteY31" fmla="*/ 2079224 h 2693126"/>
                <a:gd name="connsiteX32" fmla="*/ 2444414 w 3780091"/>
                <a:gd name="connsiteY32" fmla="*/ 2085884 h 2693126"/>
                <a:gd name="connsiteX33" fmla="*/ 2404873 w 3780091"/>
                <a:gd name="connsiteY33" fmla="*/ 2131361 h 2693126"/>
                <a:gd name="connsiteX34" fmla="*/ 2349011 w 3780091"/>
                <a:gd name="connsiteY34" fmla="*/ 2147707 h 2693126"/>
                <a:gd name="connsiteX35" fmla="*/ 2319778 w 3780091"/>
                <a:gd name="connsiteY35" fmla="*/ 2166530 h 2693126"/>
                <a:gd name="connsiteX36" fmla="*/ 2249719 w 3780091"/>
                <a:gd name="connsiteY36" fmla="*/ 2121295 h 2693126"/>
                <a:gd name="connsiteX37" fmla="*/ 2221782 w 3780091"/>
                <a:gd name="connsiteY37" fmla="*/ 2151748 h 2693126"/>
                <a:gd name="connsiteX38" fmla="*/ 2232357 w 3780091"/>
                <a:gd name="connsiteY38" fmla="*/ 2175288 h 2693126"/>
                <a:gd name="connsiteX39" fmla="*/ 2214207 w 3780091"/>
                <a:gd name="connsiteY39" fmla="*/ 2208093 h 2693126"/>
                <a:gd name="connsiteX40" fmla="*/ 2236005 w 3780091"/>
                <a:gd name="connsiteY40" fmla="*/ 2212274 h 2693126"/>
                <a:gd name="connsiteX41" fmla="*/ 2232865 w 3780091"/>
                <a:gd name="connsiteY41" fmla="*/ 2243631 h 2693126"/>
                <a:gd name="connsiteX42" fmla="*/ 2211728 w 3780091"/>
                <a:gd name="connsiteY42" fmla="*/ 2260370 h 2693126"/>
                <a:gd name="connsiteX43" fmla="*/ 2208741 w 3780091"/>
                <a:gd name="connsiteY43" fmla="*/ 2294878 h 2693126"/>
                <a:gd name="connsiteX44" fmla="*/ 2151710 w 3780091"/>
                <a:gd name="connsiteY44" fmla="*/ 2299187 h 2693126"/>
                <a:gd name="connsiteX45" fmla="*/ 2128730 w 3780091"/>
                <a:gd name="connsiteY45" fmla="*/ 2270691 h 2693126"/>
                <a:gd name="connsiteX46" fmla="*/ 2059829 w 3780091"/>
                <a:gd name="connsiteY46" fmla="*/ 2319053 h 2693126"/>
                <a:gd name="connsiteX47" fmla="*/ 2015318 w 3780091"/>
                <a:gd name="connsiteY47" fmla="*/ 2319981 h 2693126"/>
                <a:gd name="connsiteX48" fmla="*/ 1981915 w 3780091"/>
                <a:gd name="connsiteY48" fmla="*/ 2298284 h 2693126"/>
                <a:gd name="connsiteX49" fmla="*/ 1927897 w 3780091"/>
                <a:gd name="connsiteY49" fmla="*/ 2301005 h 2693126"/>
                <a:gd name="connsiteX50" fmla="*/ 1881047 w 3780091"/>
                <a:gd name="connsiteY50" fmla="*/ 2267551 h 2693126"/>
                <a:gd name="connsiteX51" fmla="*/ 1863024 w 3780091"/>
                <a:gd name="connsiteY51" fmla="*/ 2282447 h 2693126"/>
                <a:gd name="connsiteX52" fmla="*/ 1825706 w 3780091"/>
                <a:gd name="connsiteY52" fmla="*/ 2244164 h 2693126"/>
                <a:gd name="connsiteX53" fmla="*/ 1793092 w 3780091"/>
                <a:gd name="connsiteY53" fmla="*/ 2189536 h 2693126"/>
                <a:gd name="connsiteX54" fmla="*/ 1763338 w 3780091"/>
                <a:gd name="connsiteY54" fmla="*/ 2124180 h 2693126"/>
                <a:gd name="connsiteX55" fmla="*/ 1748848 w 3780091"/>
                <a:gd name="connsiteY55" fmla="*/ 2092544 h 2693126"/>
                <a:gd name="connsiteX56" fmla="*/ 1679679 w 3780091"/>
                <a:gd name="connsiteY56" fmla="*/ 2061697 h 2693126"/>
                <a:gd name="connsiteX57" fmla="*/ 1678649 w 3780091"/>
                <a:gd name="connsiteY57" fmla="*/ 2038424 h 2693126"/>
                <a:gd name="connsiteX58" fmla="*/ 1694423 w 3780091"/>
                <a:gd name="connsiteY58" fmla="*/ 2022359 h 2693126"/>
                <a:gd name="connsiteX59" fmla="*/ 1662190 w 3780091"/>
                <a:gd name="connsiteY59" fmla="*/ 1930997 h 2693126"/>
                <a:gd name="connsiteX60" fmla="*/ 1661542 w 3780091"/>
                <a:gd name="connsiteY60" fmla="*/ 1809564 h 2693126"/>
                <a:gd name="connsiteX61" fmla="*/ 1676819 w 3780091"/>
                <a:gd name="connsiteY61" fmla="*/ 1795977 h 2693126"/>
                <a:gd name="connsiteX62" fmla="*/ 1673934 w 3780091"/>
                <a:gd name="connsiteY62" fmla="*/ 1758724 h 2693126"/>
                <a:gd name="connsiteX63" fmla="*/ 1641446 w 3780091"/>
                <a:gd name="connsiteY63" fmla="*/ 1759905 h 2693126"/>
                <a:gd name="connsiteX64" fmla="*/ 1638447 w 3780091"/>
                <a:gd name="connsiteY64" fmla="*/ 1729185 h 2693126"/>
                <a:gd name="connsiteX65" fmla="*/ 1674595 w 3780091"/>
                <a:gd name="connsiteY65" fmla="*/ 1719792 h 2693126"/>
                <a:gd name="connsiteX66" fmla="*/ 1668596 w 3780091"/>
                <a:gd name="connsiteY66" fmla="*/ 1672993 h 2693126"/>
                <a:gd name="connsiteX67" fmla="*/ 1650967 w 3780091"/>
                <a:gd name="connsiteY67" fmla="*/ 1679781 h 2693126"/>
                <a:gd name="connsiteX68" fmla="*/ 1617831 w 3780091"/>
                <a:gd name="connsiteY68" fmla="*/ 1700689 h 2693126"/>
                <a:gd name="connsiteX69" fmla="*/ 1598893 w 3780091"/>
                <a:gd name="connsiteY69" fmla="*/ 1726185 h 2693126"/>
                <a:gd name="connsiteX70" fmla="*/ 1602427 w 3780091"/>
                <a:gd name="connsiteY70" fmla="*/ 1765790 h 2693126"/>
                <a:gd name="connsiteX71" fmla="*/ 1570841 w 3780091"/>
                <a:gd name="connsiteY71" fmla="*/ 1792978 h 2693126"/>
                <a:gd name="connsiteX72" fmla="*/ 1525314 w 3780091"/>
                <a:gd name="connsiteY72" fmla="*/ 1775590 h 2693126"/>
                <a:gd name="connsiteX73" fmla="*/ 1477930 w 3780091"/>
                <a:gd name="connsiteY73" fmla="*/ 1709980 h 2693126"/>
                <a:gd name="connsiteX74" fmla="*/ 1489153 w 3780091"/>
                <a:gd name="connsiteY74" fmla="*/ 1684483 h 2693126"/>
                <a:gd name="connsiteX75" fmla="*/ 1466173 w 3780091"/>
                <a:gd name="connsiteY75" fmla="*/ 1668545 h 2693126"/>
                <a:gd name="connsiteX76" fmla="*/ 1445964 w 3780091"/>
                <a:gd name="connsiteY76" fmla="*/ 1681217 h 2693126"/>
                <a:gd name="connsiteX77" fmla="*/ 1360729 w 3780091"/>
                <a:gd name="connsiteY77" fmla="*/ 1687368 h 2693126"/>
                <a:gd name="connsiteX78" fmla="*/ 1322116 w 3780091"/>
                <a:gd name="connsiteY78" fmla="*/ 1715471 h 2693126"/>
                <a:gd name="connsiteX79" fmla="*/ 1301487 w 3780091"/>
                <a:gd name="connsiteY79" fmla="*/ 1718330 h 2693126"/>
                <a:gd name="connsiteX80" fmla="*/ 1288319 w 3780091"/>
                <a:gd name="connsiteY80" fmla="*/ 1751669 h 2693126"/>
                <a:gd name="connsiteX81" fmla="*/ 1298360 w 3780091"/>
                <a:gd name="connsiteY81" fmla="*/ 1759905 h 2693126"/>
                <a:gd name="connsiteX82" fmla="*/ 1289616 w 3780091"/>
                <a:gd name="connsiteY82" fmla="*/ 1801862 h 2693126"/>
                <a:gd name="connsiteX83" fmla="*/ 1296797 w 3780091"/>
                <a:gd name="connsiteY83" fmla="*/ 1815182 h 2693126"/>
                <a:gd name="connsiteX84" fmla="*/ 1290137 w 3780091"/>
                <a:gd name="connsiteY84" fmla="*/ 1831400 h 2693126"/>
                <a:gd name="connsiteX85" fmla="*/ 1268478 w 3780091"/>
                <a:gd name="connsiteY85" fmla="*/ 1849449 h 2693126"/>
                <a:gd name="connsiteX86" fmla="*/ 1233487 w 3780091"/>
                <a:gd name="connsiteY86" fmla="*/ 1861053 h 2693126"/>
                <a:gd name="connsiteX87" fmla="*/ 1240160 w 3780091"/>
                <a:gd name="connsiteY87" fmla="*/ 1907471 h 2693126"/>
                <a:gd name="connsiteX88" fmla="*/ 1300839 w 3780091"/>
                <a:gd name="connsiteY88" fmla="*/ 1951372 h 2693126"/>
                <a:gd name="connsiteX89" fmla="*/ 1311935 w 3780091"/>
                <a:gd name="connsiteY89" fmla="*/ 1987596 h 2693126"/>
                <a:gd name="connsiteX90" fmla="*/ 1295742 w 3780091"/>
                <a:gd name="connsiteY90" fmla="*/ 2014376 h 2693126"/>
                <a:gd name="connsiteX91" fmla="*/ 1314795 w 3780091"/>
                <a:gd name="connsiteY91" fmla="*/ 2045631 h 2693126"/>
                <a:gd name="connsiteX92" fmla="*/ 1301741 w 3780091"/>
                <a:gd name="connsiteY92" fmla="*/ 2064569 h 2693126"/>
                <a:gd name="connsiteX93" fmla="*/ 1299009 w 3780091"/>
                <a:gd name="connsiteY93" fmla="*/ 2095557 h 2693126"/>
                <a:gd name="connsiteX94" fmla="*/ 1307626 w 3780091"/>
                <a:gd name="connsiteY94" fmla="*/ 2120520 h 2693126"/>
                <a:gd name="connsiteX95" fmla="*/ 1341155 w 3780091"/>
                <a:gd name="connsiteY95" fmla="*/ 2130459 h 2693126"/>
                <a:gd name="connsiteX96" fmla="*/ 1347421 w 3780091"/>
                <a:gd name="connsiteY96" fmla="*/ 2167954 h 2693126"/>
                <a:gd name="connsiteX97" fmla="*/ 1338308 w 3780091"/>
                <a:gd name="connsiteY97" fmla="*/ 2190057 h 2693126"/>
                <a:gd name="connsiteX98" fmla="*/ 1350943 w 3780091"/>
                <a:gd name="connsiteY98" fmla="*/ 2216456 h 2693126"/>
                <a:gd name="connsiteX99" fmla="*/ 1341944 w 3780091"/>
                <a:gd name="connsiteY99" fmla="*/ 2243237 h 2693126"/>
                <a:gd name="connsiteX100" fmla="*/ 1321073 w 3780091"/>
                <a:gd name="connsiteY100" fmla="*/ 2253837 h 2693126"/>
                <a:gd name="connsiteX101" fmla="*/ 1322624 w 3780091"/>
                <a:gd name="connsiteY101" fmla="*/ 2305072 h 2693126"/>
                <a:gd name="connsiteX102" fmla="*/ 1294306 w 3780091"/>
                <a:gd name="connsiteY102" fmla="*/ 2352392 h 2693126"/>
                <a:gd name="connsiteX103" fmla="*/ 1274732 w 3780091"/>
                <a:gd name="connsiteY103" fmla="*/ 2365458 h 2693126"/>
                <a:gd name="connsiteX104" fmla="*/ 1266521 w 3780091"/>
                <a:gd name="connsiteY104" fmla="*/ 2398530 h 2693126"/>
                <a:gd name="connsiteX105" fmla="*/ 1258818 w 3780091"/>
                <a:gd name="connsiteY105" fmla="*/ 2457073 h 2693126"/>
                <a:gd name="connsiteX106" fmla="*/ 1251764 w 3780091"/>
                <a:gd name="connsiteY106" fmla="*/ 2505562 h 2693126"/>
                <a:gd name="connsiteX107" fmla="*/ 1226967 w 3780091"/>
                <a:gd name="connsiteY107" fmla="*/ 2502690 h 2693126"/>
                <a:gd name="connsiteX108" fmla="*/ 1203352 w 3780091"/>
                <a:gd name="connsiteY108" fmla="*/ 2515629 h 2693126"/>
                <a:gd name="connsiteX109" fmla="*/ 1199830 w 3780091"/>
                <a:gd name="connsiteY109" fmla="*/ 2558894 h 2693126"/>
                <a:gd name="connsiteX110" fmla="*/ 1186269 w 3780091"/>
                <a:gd name="connsiteY110" fmla="*/ 2572494 h 2693126"/>
                <a:gd name="connsiteX111" fmla="*/ 1156768 w 3780091"/>
                <a:gd name="connsiteY111" fmla="*/ 2577578 h 2693126"/>
                <a:gd name="connsiteX112" fmla="*/ 1142546 w 3780091"/>
                <a:gd name="connsiteY112" fmla="*/ 2663461 h 2693126"/>
                <a:gd name="connsiteX113" fmla="*/ 1121930 w 3780091"/>
                <a:gd name="connsiteY113" fmla="*/ 2693127 h 2693126"/>
                <a:gd name="connsiteX114" fmla="*/ 1098696 w 3780091"/>
                <a:gd name="connsiteY114" fmla="*/ 2689848 h 2693126"/>
                <a:gd name="connsiteX115" fmla="*/ 1086430 w 3780091"/>
                <a:gd name="connsiteY115" fmla="*/ 2689848 h 2693126"/>
                <a:gd name="connsiteX116" fmla="*/ 1071280 w 3780091"/>
                <a:gd name="connsiteY116" fmla="*/ 2691564 h 2693126"/>
                <a:gd name="connsiteX117" fmla="*/ 1029146 w 3780091"/>
                <a:gd name="connsiteY117" fmla="*/ 2665291 h 2693126"/>
                <a:gd name="connsiteX118" fmla="*/ 985943 w 3780091"/>
                <a:gd name="connsiteY118" fmla="*/ 2601766 h 2693126"/>
                <a:gd name="connsiteX119" fmla="*/ 923168 w 3780091"/>
                <a:gd name="connsiteY119" fmla="*/ 2567270 h 2693126"/>
                <a:gd name="connsiteX120" fmla="*/ 887160 w 3780091"/>
                <a:gd name="connsiteY120" fmla="*/ 2498648 h 2693126"/>
                <a:gd name="connsiteX121" fmla="*/ 893019 w 3780091"/>
                <a:gd name="connsiteY121" fmla="*/ 2440880 h 2693126"/>
                <a:gd name="connsiteX122" fmla="*/ 895231 w 3780091"/>
                <a:gd name="connsiteY122" fmla="*/ 2418383 h 2693126"/>
                <a:gd name="connsiteX123" fmla="*/ 864574 w 3780091"/>
                <a:gd name="connsiteY123" fmla="*/ 2378257 h 2693126"/>
                <a:gd name="connsiteX124" fmla="*/ 846957 w 3780091"/>
                <a:gd name="connsiteY124" fmla="*/ 2328077 h 2693126"/>
                <a:gd name="connsiteX125" fmla="*/ 866671 w 3780091"/>
                <a:gd name="connsiteY125" fmla="*/ 2297356 h 2693126"/>
                <a:gd name="connsiteX126" fmla="*/ 888075 w 3780091"/>
                <a:gd name="connsiteY126" fmla="*/ 2262594 h 2693126"/>
                <a:gd name="connsiteX127" fmla="*/ 868234 w 3780091"/>
                <a:gd name="connsiteY127" fmla="*/ 2235280 h 2693126"/>
                <a:gd name="connsiteX128" fmla="*/ 867319 w 3780091"/>
                <a:gd name="connsiteY128" fmla="*/ 2209923 h 2693126"/>
                <a:gd name="connsiteX129" fmla="*/ 879190 w 3780091"/>
                <a:gd name="connsiteY129" fmla="*/ 2176584 h 2693126"/>
                <a:gd name="connsiteX130" fmla="*/ 919266 w 3780091"/>
                <a:gd name="connsiteY130" fmla="*/ 2147834 h 2693126"/>
                <a:gd name="connsiteX131" fmla="*/ 925265 w 3780091"/>
                <a:gd name="connsiteY131" fmla="*/ 2086139 h 2693126"/>
                <a:gd name="connsiteX132" fmla="*/ 908551 w 3780091"/>
                <a:gd name="connsiteY132" fmla="*/ 2041043 h 2693126"/>
                <a:gd name="connsiteX133" fmla="*/ 940009 w 3780091"/>
                <a:gd name="connsiteY133" fmla="*/ 1968251 h 2693126"/>
                <a:gd name="connsiteX134" fmla="*/ 902946 w 3780091"/>
                <a:gd name="connsiteY134" fmla="*/ 1897544 h 2693126"/>
                <a:gd name="connsiteX135" fmla="*/ 920168 w 3780091"/>
                <a:gd name="connsiteY135" fmla="*/ 1827740 h 2693126"/>
                <a:gd name="connsiteX136" fmla="*/ 885062 w 3780091"/>
                <a:gd name="connsiteY136" fmla="*/ 1775590 h 2693126"/>
                <a:gd name="connsiteX137" fmla="*/ 834959 w 3780091"/>
                <a:gd name="connsiteY137" fmla="*/ 1780420 h 2693126"/>
                <a:gd name="connsiteX138" fmla="*/ 811203 w 3780091"/>
                <a:gd name="connsiteY138" fmla="*/ 1764875 h 2693126"/>
                <a:gd name="connsiteX139" fmla="*/ 802980 w 3780091"/>
                <a:gd name="connsiteY139" fmla="*/ 1736887 h 2693126"/>
                <a:gd name="connsiteX140" fmla="*/ 805319 w 3780091"/>
                <a:gd name="connsiteY140" fmla="*/ 1730621 h 2693126"/>
                <a:gd name="connsiteX141" fmla="*/ 769311 w 3780091"/>
                <a:gd name="connsiteY141" fmla="*/ 1684356 h 2693126"/>
                <a:gd name="connsiteX142" fmla="*/ 762396 w 3780091"/>
                <a:gd name="connsiteY142" fmla="*/ 1629207 h 2693126"/>
                <a:gd name="connsiteX143" fmla="*/ 754694 w 3780091"/>
                <a:gd name="connsiteY143" fmla="*/ 1617183 h 2693126"/>
                <a:gd name="connsiteX144" fmla="*/ 772971 w 3780091"/>
                <a:gd name="connsiteY144" fmla="*/ 1516658 h 2693126"/>
                <a:gd name="connsiteX145" fmla="*/ 807416 w 3780091"/>
                <a:gd name="connsiteY145" fmla="*/ 1463211 h 2693126"/>
                <a:gd name="connsiteX146" fmla="*/ 786533 w 3780091"/>
                <a:gd name="connsiteY146" fmla="*/ 1414188 h 2693126"/>
                <a:gd name="connsiteX147" fmla="*/ 727418 w 3780091"/>
                <a:gd name="connsiteY147" fmla="*/ 1382311 h 2693126"/>
                <a:gd name="connsiteX148" fmla="*/ 661007 w 3780091"/>
                <a:gd name="connsiteY148" fmla="*/ 1408583 h 2693126"/>
                <a:gd name="connsiteX149" fmla="*/ 638688 w 3780091"/>
                <a:gd name="connsiteY149" fmla="*/ 1408964 h 2693126"/>
                <a:gd name="connsiteX150" fmla="*/ 642069 w 3780091"/>
                <a:gd name="connsiteY150" fmla="*/ 1362953 h 2693126"/>
                <a:gd name="connsiteX151" fmla="*/ 628240 w 3780091"/>
                <a:gd name="connsiteY151" fmla="*/ 1327937 h 2693126"/>
                <a:gd name="connsiteX152" fmla="*/ 597443 w 3780091"/>
                <a:gd name="connsiteY152" fmla="*/ 1360996 h 2693126"/>
                <a:gd name="connsiteX153" fmla="*/ 556860 w 3780091"/>
                <a:gd name="connsiteY153" fmla="*/ 1349887 h 2693126"/>
                <a:gd name="connsiteX154" fmla="*/ 524360 w 3780091"/>
                <a:gd name="connsiteY154" fmla="*/ 1368571 h 2693126"/>
                <a:gd name="connsiteX155" fmla="*/ 547060 w 3780091"/>
                <a:gd name="connsiteY155" fmla="*/ 1436812 h 2693126"/>
                <a:gd name="connsiteX156" fmla="*/ 519530 w 3780091"/>
                <a:gd name="connsiteY156" fmla="*/ 1466605 h 2693126"/>
                <a:gd name="connsiteX157" fmla="*/ 372854 w 3780091"/>
                <a:gd name="connsiteY157" fmla="*/ 1529864 h 2693126"/>
                <a:gd name="connsiteX158" fmla="*/ 277578 w 3780091"/>
                <a:gd name="connsiteY158" fmla="*/ 1519543 h 2693126"/>
                <a:gd name="connsiteX159" fmla="*/ 206210 w 3780091"/>
                <a:gd name="connsiteY159" fmla="*/ 1495622 h 2693126"/>
                <a:gd name="connsiteX160" fmla="*/ 101542 w 3780091"/>
                <a:gd name="connsiteY160" fmla="*/ 1506604 h 2693126"/>
                <a:gd name="connsiteX161" fmla="*/ 57310 w 3780091"/>
                <a:gd name="connsiteY161" fmla="*/ 1486077 h 2693126"/>
                <a:gd name="connsiteX162" fmla="*/ 56510 w 3780091"/>
                <a:gd name="connsiteY162" fmla="*/ 1379553 h 2693126"/>
                <a:gd name="connsiteX163" fmla="*/ 0 w 3780091"/>
                <a:gd name="connsiteY163" fmla="*/ 1322052 h 2693126"/>
                <a:gd name="connsiteX164" fmla="*/ 5758 w 3780091"/>
                <a:gd name="connsiteY164" fmla="*/ 1278926 h 2693126"/>
                <a:gd name="connsiteX165" fmla="*/ 54044 w 3780091"/>
                <a:gd name="connsiteY165" fmla="*/ 1235648 h 2693126"/>
                <a:gd name="connsiteX166" fmla="*/ 43215 w 3780091"/>
                <a:gd name="connsiteY166" fmla="*/ 1198280 h 2693126"/>
                <a:gd name="connsiteX167" fmla="*/ 40202 w 3780091"/>
                <a:gd name="connsiteY167" fmla="*/ 1152790 h 2693126"/>
                <a:gd name="connsiteX168" fmla="*/ 80646 w 3780091"/>
                <a:gd name="connsiteY168" fmla="*/ 1123124 h 2693126"/>
                <a:gd name="connsiteX169" fmla="*/ 114455 w 3780091"/>
                <a:gd name="connsiteY169" fmla="*/ 1130966 h 2693126"/>
                <a:gd name="connsiteX170" fmla="*/ 183370 w 3780091"/>
                <a:gd name="connsiteY170" fmla="*/ 1080647 h 2693126"/>
                <a:gd name="connsiteX171" fmla="*/ 191848 w 3780091"/>
                <a:gd name="connsiteY171" fmla="*/ 1019867 h 2693126"/>
                <a:gd name="connsiteX172" fmla="*/ 233093 w 3780091"/>
                <a:gd name="connsiteY172" fmla="*/ 988358 h 2693126"/>
                <a:gd name="connsiteX173" fmla="*/ 262720 w 3780091"/>
                <a:gd name="connsiteY173" fmla="*/ 1041042 h 2693126"/>
                <a:gd name="connsiteX174" fmla="*/ 325610 w 3780091"/>
                <a:gd name="connsiteY174" fmla="*/ 1013194 h 2693126"/>
                <a:gd name="connsiteX175" fmla="*/ 336706 w 3780091"/>
                <a:gd name="connsiteY175" fmla="*/ 933069 h 2693126"/>
                <a:gd name="connsiteX176" fmla="*/ 366207 w 3780091"/>
                <a:gd name="connsiteY176" fmla="*/ 921706 h 2693126"/>
                <a:gd name="connsiteX177" fmla="*/ 351704 w 3780091"/>
                <a:gd name="connsiteY177" fmla="*/ 867332 h 2693126"/>
                <a:gd name="connsiteX178" fmla="*/ 354843 w 3780091"/>
                <a:gd name="connsiteY178" fmla="*/ 845114 h 2693126"/>
                <a:gd name="connsiteX179" fmla="*/ 390991 w 3780091"/>
                <a:gd name="connsiteY179" fmla="*/ 838301 h 2693126"/>
                <a:gd name="connsiteX180" fmla="*/ 453500 w 3780091"/>
                <a:gd name="connsiteY180" fmla="*/ 781080 h 2693126"/>
                <a:gd name="connsiteX181" fmla="*/ 495787 w 3780091"/>
                <a:gd name="connsiteY181" fmla="*/ 780673 h 2693126"/>
                <a:gd name="connsiteX182" fmla="*/ 529838 w 3780091"/>
                <a:gd name="connsiteY182" fmla="*/ 789291 h 2693126"/>
                <a:gd name="connsiteX183" fmla="*/ 558029 w 3780091"/>
                <a:gd name="connsiteY183" fmla="*/ 832684 h 2693126"/>
                <a:gd name="connsiteX184" fmla="*/ 615581 w 3780091"/>
                <a:gd name="connsiteY184" fmla="*/ 803158 h 2693126"/>
                <a:gd name="connsiteX185" fmla="*/ 722067 w 3780091"/>
                <a:gd name="connsiteY185" fmla="*/ 785643 h 2693126"/>
                <a:gd name="connsiteX186" fmla="*/ 772971 w 3780091"/>
                <a:gd name="connsiteY186" fmla="*/ 713233 h 2693126"/>
                <a:gd name="connsiteX187" fmla="*/ 793053 w 3780091"/>
                <a:gd name="connsiteY187" fmla="*/ 623054 h 2693126"/>
                <a:gd name="connsiteX188" fmla="*/ 808725 w 3780091"/>
                <a:gd name="connsiteY188" fmla="*/ 603048 h 2693126"/>
                <a:gd name="connsiteX189" fmla="*/ 833789 w 3780091"/>
                <a:gd name="connsiteY189" fmla="*/ 593376 h 2693126"/>
                <a:gd name="connsiteX190" fmla="*/ 893934 w 3780091"/>
                <a:gd name="connsiteY190" fmla="*/ 604091 h 2693126"/>
                <a:gd name="connsiteX191" fmla="*/ 928773 w 3780091"/>
                <a:gd name="connsiteY191" fmla="*/ 664223 h 2693126"/>
                <a:gd name="connsiteX192" fmla="*/ 974974 w 3780091"/>
                <a:gd name="connsiteY192" fmla="*/ 633489 h 2693126"/>
                <a:gd name="connsiteX193" fmla="*/ 984113 w 3780091"/>
                <a:gd name="connsiteY193" fmla="*/ 620830 h 2693126"/>
                <a:gd name="connsiteX194" fmla="*/ 1004208 w 3780091"/>
                <a:gd name="connsiteY194" fmla="*/ 585534 h 2693126"/>
                <a:gd name="connsiteX195" fmla="*/ 1018698 w 3780091"/>
                <a:gd name="connsiteY195" fmla="*/ 568019 h 2693126"/>
                <a:gd name="connsiteX196" fmla="*/ 1099878 w 3780091"/>
                <a:gd name="connsiteY196" fmla="*/ 567765 h 2693126"/>
                <a:gd name="connsiteX197" fmla="*/ 1133534 w 3780091"/>
                <a:gd name="connsiteY197" fmla="*/ 535735 h 2693126"/>
                <a:gd name="connsiteX198" fmla="*/ 1162628 w 3780091"/>
                <a:gd name="connsiteY198" fmla="*/ 489216 h 2693126"/>
                <a:gd name="connsiteX199" fmla="*/ 1205309 w 3780091"/>
                <a:gd name="connsiteY199" fmla="*/ 461634 h 2693126"/>
                <a:gd name="connsiteX200" fmla="*/ 1240682 w 3780091"/>
                <a:gd name="connsiteY200" fmla="*/ 485403 h 2693126"/>
                <a:gd name="connsiteX201" fmla="*/ 1296797 w 3780091"/>
                <a:gd name="connsiteY201" fmla="*/ 481628 h 2693126"/>
                <a:gd name="connsiteX202" fmla="*/ 1395708 w 3780091"/>
                <a:gd name="connsiteY202" fmla="*/ 502155 h 2693126"/>
                <a:gd name="connsiteX203" fmla="*/ 1463580 w 3780091"/>
                <a:gd name="connsiteY203" fmla="*/ 510124 h 2693126"/>
                <a:gd name="connsiteX204" fmla="*/ 1544226 w 3780091"/>
                <a:gd name="connsiteY204" fmla="*/ 512208 h 2693126"/>
                <a:gd name="connsiteX205" fmla="*/ 1603469 w 3780091"/>
                <a:gd name="connsiteY205" fmla="*/ 567231 h 2693126"/>
                <a:gd name="connsiteX206" fmla="*/ 1611819 w 3780091"/>
                <a:gd name="connsiteY206" fmla="*/ 574946 h 2693126"/>
                <a:gd name="connsiteX207" fmla="*/ 1637532 w 3780091"/>
                <a:gd name="connsiteY207" fmla="*/ 542535 h 2693126"/>
                <a:gd name="connsiteX208" fmla="*/ 1652403 w 3780091"/>
                <a:gd name="connsiteY208" fmla="*/ 526584 h 2693126"/>
                <a:gd name="connsiteX209" fmla="*/ 1650064 w 3780091"/>
                <a:gd name="connsiteY209" fmla="*/ 499397 h 2693126"/>
                <a:gd name="connsiteX210" fmla="*/ 1675637 w 3780091"/>
                <a:gd name="connsiteY210" fmla="*/ 468689 h 2693126"/>
                <a:gd name="connsiteX211" fmla="*/ 1708010 w 3780091"/>
                <a:gd name="connsiteY211" fmla="*/ 364249 h 2693126"/>
                <a:gd name="connsiteX212" fmla="*/ 1713221 w 3780091"/>
                <a:gd name="connsiteY212" fmla="*/ 337596 h 2693126"/>
                <a:gd name="connsiteX213" fmla="*/ 1751848 w 3780091"/>
                <a:gd name="connsiteY213" fmla="*/ 330656 h 2693126"/>
                <a:gd name="connsiteX214" fmla="*/ 1761380 w 3780091"/>
                <a:gd name="connsiteY214" fmla="*/ 279955 h 2693126"/>
                <a:gd name="connsiteX215" fmla="*/ 1805218 w 3780091"/>
                <a:gd name="connsiteY215" fmla="*/ 266622 h 2693126"/>
                <a:gd name="connsiteX216" fmla="*/ 1730850 w 3780091"/>
                <a:gd name="connsiteY216" fmla="*/ 168588 h 2693126"/>
                <a:gd name="connsiteX217" fmla="*/ 1691029 w 3780091"/>
                <a:gd name="connsiteY217" fmla="*/ 99839 h 2693126"/>
                <a:gd name="connsiteX218" fmla="*/ 1677327 w 3780091"/>
                <a:gd name="connsiteY218" fmla="*/ 79973 h 2693126"/>
                <a:gd name="connsiteX219" fmla="*/ 1660754 w 3780091"/>
                <a:gd name="connsiteY219" fmla="*/ 54361 h 2693126"/>
                <a:gd name="connsiteX220" fmla="*/ 1657614 w 3780091"/>
                <a:gd name="connsiteY220" fmla="*/ 46646 h 2693126"/>
                <a:gd name="connsiteX221" fmla="*/ 1768168 w 3780091"/>
                <a:gd name="connsiteY221" fmla="*/ 9800 h 2693126"/>
                <a:gd name="connsiteX222" fmla="*/ 1786572 w 3780091"/>
                <a:gd name="connsiteY222" fmla="*/ 2987 h 2693126"/>
                <a:gd name="connsiteX223" fmla="*/ 1815678 w 3780091"/>
                <a:gd name="connsiteY223" fmla="*/ 21162 h 2693126"/>
                <a:gd name="connsiteX224" fmla="*/ 1822707 w 3780091"/>
                <a:gd name="connsiteY224" fmla="*/ 51489 h 2693126"/>
                <a:gd name="connsiteX225" fmla="*/ 1882877 w 3780091"/>
                <a:gd name="connsiteY225" fmla="*/ 23120 h 2693126"/>
                <a:gd name="connsiteX226" fmla="*/ 1914182 w 3780091"/>
                <a:gd name="connsiteY226" fmla="*/ 4042 h 2693126"/>
                <a:gd name="connsiteX227" fmla="*/ 1940289 w 3780091"/>
                <a:gd name="connsiteY227" fmla="*/ 11223 h 2693126"/>
                <a:gd name="connsiteX228" fmla="*/ 1949694 w 3780091"/>
                <a:gd name="connsiteY228" fmla="*/ 31877 h 2693126"/>
                <a:gd name="connsiteX229" fmla="*/ 1977492 w 3780091"/>
                <a:gd name="connsiteY229" fmla="*/ 34483 h 2693126"/>
                <a:gd name="connsiteX230" fmla="*/ 1999544 w 3780091"/>
                <a:gd name="connsiteY230" fmla="*/ 10575 h 2693126"/>
                <a:gd name="connsiteX231" fmla="*/ 2039988 w 3780091"/>
                <a:gd name="connsiteY231" fmla="*/ 12926 h 2693126"/>
                <a:gd name="connsiteX232" fmla="*/ 2075488 w 3780091"/>
                <a:gd name="connsiteY232" fmla="*/ 0 h 2693126"/>
                <a:gd name="connsiteX233" fmla="*/ 2091947 w 3780091"/>
                <a:gd name="connsiteY233" fmla="*/ 22993 h 2693126"/>
                <a:gd name="connsiteX234" fmla="*/ 2129773 w 3780091"/>
                <a:gd name="connsiteY234" fmla="*/ 20641 h 2693126"/>
                <a:gd name="connsiteX235" fmla="*/ 2136954 w 3780091"/>
                <a:gd name="connsiteY235" fmla="*/ 45337 h 2693126"/>
                <a:gd name="connsiteX236" fmla="*/ 2204165 w 3780091"/>
                <a:gd name="connsiteY236" fmla="*/ 54501 h 2693126"/>
                <a:gd name="connsiteX237" fmla="*/ 2217740 w 3780091"/>
                <a:gd name="connsiteY237" fmla="*/ 69131 h 2693126"/>
                <a:gd name="connsiteX238" fmla="*/ 2281939 w 3780091"/>
                <a:gd name="connsiteY238" fmla="*/ 65203 h 2693126"/>
                <a:gd name="connsiteX239" fmla="*/ 2382948 w 3780091"/>
                <a:gd name="connsiteY239" fmla="*/ 137613 h 2693126"/>
                <a:gd name="connsiteX240" fmla="*/ 2422502 w 3780091"/>
                <a:gd name="connsiteY240" fmla="*/ 123378 h 2693126"/>
                <a:gd name="connsiteX241" fmla="*/ 2442711 w 3780091"/>
                <a:gd name="connsiteY241" fmla="*/ 105342 h 2693126"/>
                <a:gd name="connsiteX242" fmla="*/ 2482252 w 3780091"/>
                <a:gd name="connsiteY242" fmla="*/ 112269 h 2693126"/>
                <a:gd name="connsiteX243" fmla="*/ 2486434 w 3780091"/>
                <a:gd name="connsiteY243" fmla="*/ 130038 h 2693126"/>
                <a:gd name="connsiteX244" fmla="*/ 2464509 w 3780091"/>
                <a:gd name="connsiteY244" fmla="*/ 148989 h 2693126"/>
                <a:gd name="connsiteX245" fmla="*/ 2507062 w 3780091"/>
                <a:gd name="connsiteY245" fmla="*/ 174994 h 2693126"/>
                <a:gd name="connsiteX246" fmla="*/ 2509401 w 3780091"/>
                <a:gd name="connsiteY246" fmla="*/ 216950 h 2693126"/>
                <a:gd name="connsiteX247" fmla="*/ 2468805 w 3780091"/>
                <a:gd name="connsiteY247" fmla="*/ 287276 h 2693126"/>
                <a:gd name="connsiteX248" fmla="*/ 2482913 w 3780091"/>
                <a:gd name="connsiteY248" fmla="*/ 305566 h 2693126"/>
                <a:gd name="connsiteX249" fmla="*/ 2482913 w 3780091"/>
                <a:gd name="connsiteY249" fmla="*/ 366092 h 2693126"/>
                <a:gd name="connsiteX250" fmla="*/ 2565136 w 3780091"/>
                <a:gd name="connsiteY250" fmla="*/ 406854 h 2693126"/>
                <a:gd name="connsiteX251" fmla="*/ 2590441 w 3780091"/>
                <a:gd name="connsiteY251" fmla="*/ 423326 h 2693126"/>
                <a:gd name="connsiteX252" fmla="*/ 2617069 w 3780091"/>
                <a:gd name="connsiteY252" fmla="*/ 431435 h 2693126"/>
                <a:gd name="connsiteX253" fmla="*/ 2696546 w 3780091"/>
                <a:gd name="connsiteY253" fmla="*/ 422144 h 2693126"/>
                <a:gd name="connsiteX254" fmla="*/ 2708938 w 3780091"/>
                <a:gd name="connsiteY254" fmla="*/ 458508 h 2693126"/>
                <a:gd name="connsiteX255" fmla="*/ 2745874 w 3780091"/>
                <a:gd name="connsiteY255" fmla="*/ 468943 h 2693126"/>
                <a:gd name="connsiteX256" fmla="*/ 2769757 w 3780091"/>
                <a:gd name="connsiteY256" fmla="*/ 459931 h 2693126"/>
                <a:gd name="connsiteX257" fmla="*/ 2850149 w 3780091"/>
                <a:gd name="connsiteY257" fmla="*/ 535087 h 2693126"/>
                <a:gd name="connsiteX258" fmla="*/ 2854331 w 3780091"/>
                <a:gd name="connsiteY258" fmla="*/ 575340 h 2693126"/>
                <a:gd name="connsiteX259" fmla="*/ 2929220 w 3780091"/>
                <a:gd name="connsiteY259" fmla="*/ 575340 h 2693126"/>
                <a:gd name="connsiteX260" fmla="*/ 2941371 w 3780091"/>
                <a:gd name="connsiteY260" fmla="*/ 613382 h 2693126"/>
                <a:gd name="connsiteX261" fmla="*/ 2957563 w 3780091"/>
                <a:gd name="connsiteY261" fmla="*/ 634036 h 2693126"/>
                <a:gd name="connsiteX262" fmla="*/ 2988220 w 3780091"/>
                <a:gd name="connsiteY262" fmla="*/ 613763 h 2693126"/>
                <a:gd name="connsiteX263" fmla="*/ 3020834 w 3780091"/>
                <a:gd name="connsiteY263" fmla="*/ 612721 h 2693126"/>
                <a:gd name="connsiteX264" fmla="*/ 3036761 w 3780091"/>
                <a:gd name="connsiteY264" fmla="*/ 599642 h 2693126"/>
                <a:gd name="connsiteX265" fmla="*/ 3066248 w 3780091"/>
                <a:gd name="connsiteY265" fmla="*/ 605539 h 2693126"/>
                <a:gd name="connsiteX266" fmla="*/ 3108268 w 3780091"/>
                <a:gd name="connsiteY266" fmla="*/ 575721 h 2693126"/>
                <a:gd name="connsiteX267" fmla="*/ 3136459 w 3780091"/>
                <a:gd name="connsiteY267" fmla="*/ 551941 h 2693126"/>
                <a:gd name="connsiteX268" fmla="*/ 3214754 w 3780091"/>
                <a:gd name="connsiteY268" fmla="*/ 540705 h 2693126"/>
                <a:gd name="connsiteX269" fmla="*/ 3214499 w 3780091"/>
                <a:gd name="connsiteY269" fmla="*/ 497833 h 2693126"/>
                <a:gd name="connsiteX270" fmla="*/ 3196744 w 3780091"/>
                <a:gd name="connsiteY270" fmla="*/ 474179 h 2693126"/>
                <a:gd name="connsiteX271" fmla="*/ 3216190 w 3780091"/>
                <a:gd name="connsiteY271" fmla="*/ 434168 h 2693126"/>
                <a:gd name="connsiteX272" fmla="*/ 3225710 w 3780091"/>
                <a:gd name="connsiteY272" fmla="*/ 357589 h 2693126"/>
                <a:gd name="connsiteX273" fmla="*/ 3260434 w 3780091"/>
                <a:gd name="connsiteY273" fmla="*/ 360601 h 2693126"/>
                <a:gd name="connsiteX274" fmla="*/ 3331955 w 3780091"/>
                <a:gd name="connsiteY274" fmla="*/ 380455 h 2693126"/>
                <a:gd name="connsiteX275" fmla="*/ 3380101 w 3780091"/>
                <a:gd name="connsiteY275" fmla="*/ 369867 h 2693126"/>
                <a:gd name="connsiteX276" fmla="*/ 3356219 w 3780091"/>
                <a:gd name="connsiteY276" fmla="*/ 327529 h 2693126"/>
                <a:gd name="connsiteX277" fmla="*/ 3365624 w 3780091"/>
                <a:gd name="connsiteY277" fmla="*/ 291445 h 2693126"/>
                <a:gd name="connsiteX278" fmla="*/ 3400984 w 3780091"/>
                <a:gd name="connsiteY278" fmla="*/ 283082 h 2693126"/>
                <a:gd name="connsiteX279" fmla="*/ 3401645 w 3780091"/>
                <a:gd name="connsiteY279" fmla="*/ 244798 h 2693126"/>
                <a:gd name="connsiteX280" fmla="*/ 3441186 w 3780091"/>
                <a:gd name="connsiteY280" fmla="*/ 165461 h 2693126"/>
                <a:gd name="connsiteX281" fmla="*/ 3480194 w 3780091"/>
                <a:gd name="connsiteY281" fmla="*/ 165461 h 2693126"/>
                <a:gd name="connsiteX282" fmla="*/ 3501471 w 3780091"/>
                <a:gd name="connsiteY282" fmla="*/ 140626 h 2693126"/>
                <a:gd name="connsiteX283" fmla="*/ 3538788 w 3780091"/>
                <a:gd name="connsiteY283" fmla="*/ 142850 h 2693126"/>
                <a:gd name="connsiteX284" fmla="*/ 3594522 w 3780091"/>
                <a:gd name="connsiteY284" fmla="*/ 205054 h 2693126"/>
                <a:gd name="connsiteX285" fmla="*/ 3599606 w 3780091"/>
                <a:gd name="connsiteY285" fmla="*/ 210799 h 2693126"/>
                <a:gd name="connsiteX286" fmla="*/ 3595425 w 3780091"/>
                <a:gd name="connsiteY286" fmla="*/ 253543 h 2693126"/>
                <a:gd name="connsiteX287" fmla="*/ 3657946 w 3780091"/>
                <a:gd name="connsiteY287" fmla="*/ 276154 h 2693126"/>
                <a:gd name="connsiteX288" fmla="*/ 3701530 w 3780091"/>
                <a:gd name="connsiteY288" fmla="*/ 307396 h 2693126"/>
                <a:gd name="connsiteX289" fmla="*/ 3737029 w 3780091"/>
                <a:gd name="connsiteY289" fmla="*/ 318124 h 2693126"/>
                <a:gd name="connsiteX290" fmla="*/ 3723976 w 3780091"/>
                <a:gd name="connsiteY290" fmla="*/ 337062 h 2693126"/>
                <a:gd name="connsiteX291" fmla="*/ 3732848 w 3780091"/>
                <a:gd name="connsiteY291" fmla="*/ 354195 h 2693126"/>
                <a:gd name="connsiteX292" fmla="*/ 3726975 w 3780091"/>
                <a:gd name="connsiteY292" fmla="*/ 386733 h 2693126"/>
                <a:gd name="connsiteX293" fmla="*/ 3710414 w 3780091"/>
                <a:gd name="connsiteY293" fmla="*/ 405557 h 2693126"/>
                <a:gd name="connsiteX294" fmla="*/ 3707529 w 3780091"/>
                <a:gd name="connsiteY294" fmla="*/ 445289 h 2693126"/>
                <a:gd name="connsiteX295" fmla="*/ 3687942 w 3780091"/>
                <a:gd name="connsiteY295" fmla="*/ 472476 h 2693126"/>
                <a:gd name="connsiteX296" fmla="*/ 3705698 w 3780091"/>
                <a:gd name="connsiteY296" fmla="*/ 516276 h 2693126"/>
                <a:gd name="connsiteX297" fmla="*/ 3702711 w 3780091"/>
                <a:gd name="connsiteY297" fmla="*/ 557037 h 2693126"/>
                <a:gd name="connsiteX298" fmla="*/ 3712218 w 3780091"/>
                <a:gd name="connsiteY298" fmla="*/ 578352 h 2693126"/>
                <a:gd name="connsiteX299" fmla="*/ 3704529 w 3780091"/>
                <a:gd name="connsiteY299" fmla="*/ 627363 h 2693126"/>
                <a:gd name="connsiteX300" fmla="*/ 3687434 w 3780091"/>
                <a:gd name="connsiteY300" fmla="*/ 645132 h 2693126"/>
                <a:gd name="connsiteX301" fmla="*/ 3692137 w 3780091"/>
                <a:gd name="connsiteY301" fmla="*/ 679386 h 2693126"/>
                <a:gd name="connsiteX302" fmla="*/ 3675168 w 3780091"/>
                <a:gd name="connsiteY302" fmla="*/ 723033 h 2693126"/>
                <a:gd name="connsiteX303" fmla="*/ 3620616 w 3780091"/>
                <a:gd name="connsiteY303" fmla="*/ 764862 h 2693126"/>
                <a:gd name="connsiteX304" fmla="*/ 3653764 w 3780091"/>
                <a:gd name="connsiteY304" fmla="*/ 817139 h 2693126"/>
                <a:gd name="connsiteX305" fmla="*/ 3663818 w 3780091"/>
                <a:gd name="connsiteY305" fmla="*/ 849156 h 2693126"/>
                <a:gd name="connsiteX306" fmla="*/ 3657946 w 3780091"/>
                <a:gd name="connsiteY306" fmla="*/ 878186 h 2693126"/>
                <a:gd name="connsiteX307" fmla="*/ 3573640 w 3780091"/>
                <a:gd name="connsiteY307" fmla="*/ 935700 h 2693126"/>
                <a:gd name="connsiteX308" fmla="*/ 3613054 w 3780091"/>
                <a:gd name="connsiteY308" fmla="*/ 977389 h 2693126"/>
                <a:gd name="connsiteX309" fmla="*/ 3606521 w 3780091"/>
                <a:gd name="connsiteY309" fmla="*/ 1010588 h 2693126"/>
                <a:gd name="connsiteX310" fmla="*/ 3578736 w 3780091"/>
                <a:gd name="connsiteY310" fmla="*/ 1019994 h 2693126"/>
                <a:gd name="connsiteX311" fmla="*/ 3568670 w 3780091"/>
                <a:gd name="connsiteY311" fmla="*/ 1063259 h 2693126"/>
                <a:gd name="connsiteX312" fmla="*/ 3541139 w 3780091"/>
                <a:gd name="connsiteY312" fmla="*/ 1081562 h 2693126"/>
                <a:gd name="connsiteX313" fmla="*/ 3562022 w 3780091"/>
                <a:gd name="connsiteY313" fmla="*/ 1115409 h 2693126"/>
                <a:gd name="connsiteX314" fmla="*/ 3566064 w 3780091"/>
                <a:gd name="connsiteY314" fmla="*/ 1168208 h 2693126"/>
                <a:gd name="connsiteX315" fmla="*/ 3575203 w 3780091"/>
                <a:gd name="connsiteY315" fmla="*/ 1185201 h 2693126"/>
                <a:gd name="connsiteX316" fmla="*/ 3583172 w 3780091"/>
                <a:gd name="connsiteY316" fmla="*/ 1217752 h 2693126"/>
                <a:gd name="connsiteX317" fmla="*/ 3596340 w 3780091"/>
                <a:gd name="connsiteY317" fmla="*/ 1219582 h 2693126"/>
                <a:gd name="connsiteX318" fmla="*/ 3635360 w 3780091"/>
                <a:gd name="connsiteY318" fmla="*/ 1214485 h 2693126"/>
                <a:gd name="connsiteX319" fmla="*/ 3683265 w 3780091"/>
                <a:gd name="connsiteY319" fmla="*/ 1201013 h 2693126"/>
                <a:gd name="connsiteX320" fmla="*/ 3712753 w 3780091"/>
                <a:gd name="connsiteY320" fmla="*/ 1220484 h 2693126"/>
                <a:gd name="connsiteX321" fmla="*/ 3757124 w 3780091"/>
                <a:gd name="connsiteY321" fmla="*/ 1258399 h 2693126"/>
                <a:gd name="connsiteX322" fmla="*/ 3780091 w 3780091"/>
                <a:gd name="connsiteY322" fmla="*/ 1277871 h 2693126"/>
                <a:gd name="connsiteX323" fmla="*/ 3765995 w 3780091"/>
                <a:gd name="connsiteY323" fmla="*/ 1315112 h 2693126"/>
                <a:gd name="connsiteX324" fmla="*/ 3774740 w 3780091"/>
                <a:gd name="connsiteY324" fmla="*/ 1358899 h 2693126"/>
                <a:gd name="connsiteX325" fmla="*/ 3768881 w 3780091"/>
                <a:gd name="connsiteY325" fmla="*/ 1389098 h 2693126"/>
                <a:gd name="connsiteX326" fmla="*/ 3751125 w 3780091"/>
                <a:gd name="connsiteY326" fmla="*/ 1422170 h 2693126"/>
                <a:gd name="connsiteX327" fmla="*/ 3758293 w 3780091"/>
                <a:gd name="connsiteY327" fmla="*/ 1454708 h 2693126"/>
                <a:gd name="connsiteX328" fmla="*/ 3746422 w 3780091"/>
                <a:gd name="connsiteY328" fmla="*/ 1499143 h 2693126"/>
                <a:gd name="connsiteX329" fmla="*/ 3723976 w 3780091"/>
                <a:gd name="connsiteY329" fmla="*/ 1506731 h 2693126"/>
                <a:gd name="connsiteX330" fmla="*/ 3719273 w 3780091"/>
                <a:gd name="connsiteY330" fmla="*/ 1522148 h 2693126"/>
                <a:gd name="connsiteX331" fmla="*/ 3698657 w 3780091"/>
                <a:gd name="connsiteY331" fmla="*/ 1539282 h 2693126"/>
                <a:gd name="connsiteX332" fmla="*/ 3628319 w 3780091"/>
                <a:gd name="connsiteY332" fmla="*/ 1482556 h 2693126"/>
                <a:gd name="connsiteX333" fmla="*/ 3588116 w 3780091"/>
                <a:gd name="connsiteY333" fmla="*/ 1499817 h 2693126"/>
                <a:gd name="connsiteX334" fmla="*/ 3528620 w 3780091"/>
                <a:gd name="connsiteY334" fmla="*/ 1474180 h 2693126"/>
                <a:gd name="connsiteX335" fmla="*/ 3499640 w 3780091"/>
                <a:gd name="connsiteY335" fmla="*/ 1471308 h 2693126"/>
                <a:gd name="connsiteX336" fmla="*/ 3495459 w 3780091"/>
                <a:gd name="connsiteY336" fmla="*/ 1495495 h 2693126"/>
                <a:gd name="connsiteX337" fmla="*/ 3467280 w 3780091"/>
                <a:gd name="connsiteY337" fmla="*/ 1507773 h 2693126"/>
                <a:gd name="connsiteX338" fmla="*/ 3440411 w 3780091"/>
                <a:gd name="connsiteY338" fmla="*/ 1481768 h 2693126"/>
                <a:gd name="connsiteX339" fmla="*/ 3417558 w 3780091"/>
                <a:gd name="connsiteY339" fmla="*/ 1504379 h 2693126"/>
                <a:gd name="connsiteX340" fmla="*/ 3368891 w 3780091"/>
                <a:gd name="connsiteY340" fmla="*/ 1482683 h 2693126"/>
                <a:gd name="connsiteX341" fmla="*/ 3375666 w 3780091"/>
                <a:gd name="connsiteY341" fmla="*/ 1461241 h 2693126"/>
                <a:gd name="connsiteX342" fmla="*/ 3348516 w 3780091"/>
                <a:gd name="connsiteY342" fmla="*/ 1429351 h 2693126"/>
                <a:gd name="connsiteX343" fmla="*/ 3322689 w 3780091"/>
                <a:gd name="connsiteY343" fmla="*/ 1408964 h 2693126"/>
                <a:gd name="connsiteX344" fmla="*/ 3291893 w 3780091"/>
                <a:gd name="connsiteY344" fmla="*/ 1428970 h 2693126"/>
                <a:gd name="connsiteX345" fmla="*/ 3270602 w 3780091"/>
                <a:gd name="connsiteY345" fmla="*/ 1409625 h 2693126"/>
                <a:gd name="connsiteX346" fmla="*/ 3264743 w 3780091"/>
                <a:gd name="connsiteY346" fmla="*/ 1367923 h 2693126"/>
                <a:gd name="connsiteX347" fmla="*/ 3292401 w 3780091"/>
                <a:gd name="connsiteY347" fmla="*/ 1306888 h 2693126"/>
                <a:gd name="connsiteX348" fmla="*/ 3267349 w 3780091"/>
                <a:gd name="connsiteY348" fmla="*/ 1277998 h 2693126"/>
                <a:gd name="connsiteX349" fmla="*/ 3250394 w 3780091"/>
                <a:gd name="connsiteY349" fmla="*/ 1240630 h 2693126"/>
                <a:gd name="connsiteX350" fmla="*/ 3238128 w 3780091"/>
                <a:gd name="connsiteY350" fmla="*/ 1249514 h 2693126"/>
                <a:gd name="connsiteX351" fmla="*/ 3226257 w 3780091"/>
                <a:gd name="connsiteY351" fmla="*/ 1260089 h 2693126"/>
                <a:gd name="connsiteX352" fmla="*/ 3215669 w 3780091"/>
                <a:gd name="connsiteY352" fmla="*/ 1295640 h 2693126"/>
                <a:gd name="connsiteX353" fmla="*/ 3160088 w 3780091"/>
                <a:gd name="connsiteY353" fmla="*/ 1278532 h 2693126"/>
                <a:gd name="connsiteX354" fmla="*/ 3141289 w 3780091"/>
                <a:gd name="connsiteY354" fmla="*/ 1281392 h 2693126"/>
                <a:gd name="connsiteX355" fmla="*/ 3027240 w 3780091"/>
                <a:gd name="connsiteY355" fmla="*/ 1341778 h 2693126"/>
                <a:gd name="connsiteX356" fmla="*/ 2975167 w 3780091"/>
                <a:gd name="connsiteY356" fmla="*/ 1327403 h 2693126"/>
                <a:gd name="connsiteX357" fmla="*/ 2971239 w 3780091"/>
                <a:gd name="connsiteY357" fmla="*/ 1354730 h 2693126"/>
                <a:gd name="connsiteX358" fmla="*/ 2982996 w 3780091"/>
                <a:gd name="connsiteY358" fmla="*/ 1400334 h 2693126"/>
                <a:gd name="connsiteX359" fmla="*/ 2968239 w 3780091"/>
                <a:gd name="connsiteY359" fmla="*/ 1428703 h 2693126"/>
                <a:gd name="connsiteX360" fmla="*/ 2939273 w 3780091"/>
                <a:gd name="connsiteY360" fmla="*/ 1434588 h 2693126"/>
                <a:gd name="connsiteX361" fmla="*/ 2950496 w 3780091"/>
                <a:gd name="connsiteY361" fmla="*/ 1458890 h 2693126"/>
                <a:gd name="connsiteX362" fmla="*/ 2905082 w 3780091"/>
                <a:gd name="connsiteY362" fmla="*/ 1515615 h 2693126"/>
                <a:gd name="connsiteX363" fmla="*/ 2863457 w 3780091"/>
                <a:gd name="connsiteY363" fmla="*/ 1530906 h 2693126"/>
                <a:gd name="connsiteX364" fmla="*/ 2890339 w 3780091"/>
                <a:gd name="connsiteY364" fmla="*/ 1564753 h 2693126"/>
                <a:gd name="connsiteX365" fmla="*/ 2886678 w 3780091"/>
                <a:gd name="connsiteY365" fmla="*/ 1616128 h 2693126"/>
                <a:gd name="connsiteX366" fmla="*/ 2865541 w 3780091"/>
                <a:gd name="connsiteY366" fmla="*/ 1634557 h 2693126"/>
                <a:gd name="connsiteX367" fmla="*/ 2880285 w 3780091"/>
                <a:gd name="connsiteY367" fmla="*/ 1674175 h 2693126"/>
                <a:gd name="connsiteX368" fmla="*/ 2867105 w 3780091"/>
                <a:gd name="connsiteY368" fmla="*/ 1721737 h 2693126"/>
                <a:gd name="connsiteX369" fmla="*/ 2885509 w 3780091"/>
                <a:gd name="connsiteY369" fmla="*/ 1753233 h 2693126"/>
                <a:gd name="connsiteX370" fmla="*/ 2863063 w 3780091"/>
                <a:gd name="connsiteY370" fmla="*/ 1812449 h 2693126"/>
                <a:gd name="connsiteX371" fmla="*/ 2867105 w 3780091"/>
                <a:gd name="connsiteY371" fmla="*/ 1828655 h 2693126"/>
                <a:gd name="connsiteX372" fmla="*/ 2902096 w 3780091"/>
                <a:gd name="connsiteY372" fmla="*/ 1826164 h 2693126"/>
                <a:gd name="connsiteX373" fmla="*/ 2907574 w 3780091"/>
                <a:gd name="connsiteY373" fmla="*/ 1866557 h 2693126"/>
                <a:gd name="connsiteX374" fmla="*/ 2949314 w 3780091"/>
                <a:gd name="connsiteY374" fmla="*/ 1864599 h 2693126"/>
                <a:gd name="connsiteX375" fmla="*/ 2959355 w 3780091"/>
                <a:gd name="connsiteY375" fmla="*/ 1885241 h 2693126"/>
                <a:gd name="connsiteX376" fmla="*/ 2995389 w 3780091"/>
                <a:gd name="connsiteY376" fmla="*/ 1882241 h 2693126"/>
                <a:gd name="connsiteX377" fmla="*/ 3004261 w 3780091"/>
                <a:gd name="connsiteY377" fmla="*/ 1862769 h 2693126"/>
                <a:gd name="connsiteX378" fmla="*/ 3056855 w 3780091"/>
                <a:gd name="connsiteY378" fmla="*/ 1846818 h 2693126"/>
                <a:gd name="connsiteX379" fmla="*/ 3080484 w 3780091"/>
                <a:gd name="connsiteY379" fmla="*/ 1858588 h 2693126"/>
                <a:gd name="connsiteX380" fmla="*/ 3098748 w 3780091"/>
                <a:gd name="connsiteY380" fmla="*/ 1901192 h 2693126"/>
                <a:gd name="connsiteX381" fmla="*/ 3120012 w 3780091"/>
                <a:gd name="connsiteY381" fmla="*/ 1892308 h 2693126"/>
                <a:gd name="connsiteX382" fmla="*/ 3136459 w 3780091"/>
                <a:gd name="connsiteY382" fmla="*/ 1926676 h 2693126"/>
                <a:gd name="connsiteX383" fmla="*/ 3124715 w 3780091"/>
                <a:gd name="connsiteY383" fmla="*/ 1937264 h 2693126"/>
                <a:gd name="connsiteX384" fmla="*/ 3133599 w 3780091"/>
                <a:gd name="connsiteY384" fmla="*/ 1978051 h 2693126"/>
                <a:gd name="connsiteX385" fmla="*/ 3108802 w 3780091"/>
                <a:gd name="connsiteY385" fmla="*/ 2004704 h 2693126"/>
                <a:gd name="connsiteX386" fmla="*/ 3088046 w 3780091"/>
                <a:gd name="connsiteY386" fmla="*/ 1991130 h 2693126"/>
                <a:gd name="connsiteX387" fmla="*/ 3051759 w 3780091"/>
                <a:gd name="connsiteY387" fmla="*/ 2015431 h 2693126"/>
                <a:gd name="connsiteX388" fmla="*/ 3064431 w 3780091"/>
                <a:gd name="connsiteY388" fmla="*/ 2064963 h 2693126"/>
                <a:gd name="connsiteX389" fmla="*/ 3024889 w 3780091"/>
                <a:gd name="connsiteY389" fmla="*/ 2092798 h 2693126"/>
                <a:gd name="connsiteX390" fmla="*/ 3016004 w 3780091"/>
                <a:gd name="connsiteY390" fmla="*/ 2149016 h 2693126"/>
                <a:gd name="connsiteX391" fmla="*/ 3034676 w 3780091"/>
                <a:gd name="connsiteY391" fmla="*/ 2200378 h 2693126"/>
                <a:gd name="connsiteX392" fmla="*/ 3084004 w 3780091"/>
                <a:gd name="connsiteY392" fmla="*/ 2228213 h 2693126"/>
                <a:gd name="connsiteX393" fmla="*/ 3090525 w 3780091"/>
                <a:gd name="connsiteY393" fmla="*/ 2242461 h 2693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3780091" h="2693126">
                  <a:moveTo>
                    <a:pt x="3090525" y="2242461"/>
                  </a:moveTo>
                  <a:lnTo>
                    <a:pt x="3118842" y="2259073"/>
                  </a:lnTo>
                  <a:lnTo>
                    <a:pt x="3139459" y="2324671"/>
                  </a:lnTo>
                  <a:lnTo>
                    <a:pt x="3160469" y="2339046"/>
                  </a:lnTo>
                  <a:lnTo>
                    <a:pt x="3165032" y="2367275"/>
                  </a:lnTo>
                  <a:lnTo>
                    <a:pt x="3150161" y="2397996"/>
                  </a:lnTo>
                  <a:lnTo>
                    <a:pt x="3122897" y="2422832"/>
                  </a:lnTo>
                  <a:lnTo>
                    <a:pt x="3104874" y="2452243"/>
                  </a:lnTo>
                  <a:lnTo>
                    <a:pt x="3085695" y="2473685"/>
                  </a:lnTo>
                  <a:lnTo>
                    <a:pt x="3047323" y="2477867"/>
                  </a:lnTo>
                  <a:lnTo>
                    <a:pt x="2981026" y="2465182"/>
                  </a:lnTo>
                  <a:lnTo>
                    <a:pt x="2951157" y="2497326"/>
                  </a:lnTo>
                  <a:lnTo>
                    <a:pt x="2890847" y="2463606"/>
                  </a:lnTo>
                  <a:lnTo>
                    <a:pt x="2927008" y="2405444"/>
                  </a:lnTo>
                  <a:lnTo>
                    <a:pt x="2916166" y="2350155"/>
                  </a:lnTo>
                  <a:lnTo>
                    <a:pt x="2861233" y="2322586"/>
                  </a:lnTo>
                  <a:lnTo>
                    <a:pt x="2790500" y="2307690"/>
                  </a:lnTo>
                  <a:lnTo>
                    <a:pt x="2775756" y="2270296"/>
                  </a:lnTo>
                  <a:lnTo>
                    <a:pt x="2792330" y="2254218"/>
                  </a:lnTo>
                  <a:lnTo>
                    <a:pt x="2789331" y="2219316"/>
                  </a:lnTo>
                  <a:lnTo>
                    <a:pt x="2747959" y="2189777"/>
                  </a:lnTo>
                  <a:lnTo>
                    <a:pt x="2757491" y="2153185"/>
                  </a:lnTo>
                  <a:lnTo>
                    <a:pt x="2782277" y="2127192"/>
                  </a:lnTo>
                  <a:lnTo>
                    <a:pt x="2781629" y="2101047"/>
                  </a:lnTo>
                  <a:lnTo>
                    <a:pt x="2746268" y="2101047"/>
                  </a:lnTo>
                  <a:lnTo>
                    <a:pt x="2689492" y="2028891"/>
                  </a:lnTo>
                  <a:lnTo>
                    <a:pt x="2652302" y="2041970"/>
                  </a:lnTo>
                  <a:lnTo>
                    <a:pt x="2660526" y="2063794"/>
                  </a:lnTo>
                  <a:lnTo>
                    <a:pt x="2626996" y="2067455"/>
                  </a:lnTo>
                  <a:lnTo>
                    <a:pt x="2598144" y="2020401"/>
                  </a:lnTo>
                  <a:lnTo>
                    <a:pt x="2556645" y="2041182"/>
                  </a:lnTo>
                  <a:lnTo>
                    <a:pt x="2534860" y="2079224"/>
                  </a:lnTo>
                  <a:lnTo>
                    <a:pt x="2444414" y="2085884"/>
                  </a:lnTo>
                  <a:lnTo>
                    <a:pt x="2404873" y="2131361"/>
                  </a:lnTo>
                  <a:lnTo>
                    <a:pt x="2349011" y="2147707"/>
                  </a:lnTo>
                  <a:lnTo>
                    <a:pt x="2319778" y="2166530"/>
                  </a:lnTo>
                  <a:lnTo>
                    <a:pt x="2249719" y="2121295"/>
                  </a:lnTo>
                  <a:lnTo>
                    <a:pt x="2221782" y="2151748"/>
                  </a:lnTo>
                  <a:lnTo>
                    <a:pt x="2232357" y="2175288"/>
                  </a:lnTo>
                  <a:lnTo>
                    <a:pt x="2214207" y="2208093"/>
                  </a:lnTo>
                  <a:lnTo>
                    <a:pt x="2236005" y="2212274"/>
                  </a:lnTo>
                  <a:lnTo>
                    <a:pt x="2232865" y="2243631"/>
                  </a:lnTo>
                  <a:lnTo>
                    <a:pt x="2211728" y="2260370"/>
                  </a:lnTo>
                  <a:lnTo>
                    <a:pt x="2208741" y="2294878"/>
                  </a:lnTo>
                  <a:lnTo>
                    <a:pt x="2151710" y="2299187"/>
                  </a:lnTo>
                  <a:lnTo>
                    <a:pt x="2128730" y="2270691"/>
                  </a:lnTo>
                  <a:lnTo>
                    <a:pt x="2059829" y="2319053"/>
                  </a:lnTo>
                  <a:lnTo>
                    <a:pt x="2015318" y="2319981"/>
                  </a:lnTo>
                  <a:lnTo>
                    <a:pt x="1981915" y="2298284"/>
                  </a:lnTo>
                  <a:lnTo>
                    <a:pt x="1927897" y="2301005"/>
                  </a:lnTo>
                  <a:lnTo>
                    <a:pt x="1881047" y="2267551"/>
                  </a:lnTo>
                  <a:lnTo>
                    <a:pt x="1863024" y="2282447"/>
                  </a:lnTo>
                  <a:lnTo>
                    <a:pt x="1825706" y="2244164"/>
                  </a:lnTo>
                  <a:lnTo>
                    <a:pt x="1793092" y="2189536"/>
                  </a:lnTo>
                  <a:lnTo>
                    <a:pt x="1763338" y="2124180"/>
                  </a:lnTo>
                  <a:lnTo>
                    <a:pt x="1748848" y="2092544"/>
                  </a:lnTo>
                  <a:lnTo>
                    <a:pt x="1679679" y="2061697"/>
                  </a:lnTo>
                  <a:lnTo>
                    <a:pt x="1678649" y="2038424"/>
                  </a:lnTo>
                  <a:lnTo>
                    <a:pt x="1694423" y="2022359"/>
                  </a:lnTo>
                  <a:lnTo>
                    <a:pt x="1662190" y="1930997"/>
                  </a:lnTo>
                  <a:lnTo>
                    <a:pt x="1661542" y="1809564"/>
                  </a:lnTo>
                  <a:lnTo>
                    <a:pt x="1676819" y="1795977"/>
                  </a:lnTo>
                  <a:lnTo>
                    <a:pt x="1673934" y="1758724"/>
                  </a:lnTo>
                  <a:lnTo>
                    <a:pt x="1641446" y="1759905"/>
                  </a:lnTo>
                  <a:lnTo>
                    <a:pt x="1638447" y="1729185"/>
                  </a:lnTo>
                  <a:lnTo>
                    <a:pt x="1674595" y="1719792"/>
                  </a:lnTo>
                  <a:lnTo>
                    <a:pt x="1668596" y="1672993"/>
                  </a:lnTo>
                  <a:lnTo>
                    <a:pt x="1650967" y="1679781"/>
                  </a:lnTo>
                  <a:lnTo>
                    <a:pt x="1617831" y="1700689"/>
                  </a:lnTo>
                  <a:lnTo>
                    <a:pt x="1598893" y="1726185"/>
                  </a:lnTo>
                  <a:lnTo>
                    <a:pt x="1602427" y="1765790"/>
                  </a:lnTo>
                  <a:lnTo>
                    <a:pt x="1570841" y="1792978"/>
                  </a:lnTo>
                  <a:lnTo>
                    <a:pt x="1525314" y="1775590"/>
                  </a:lnTo>
                  <a:lnTo>
                    <a:pt x="1477930" y="1709980"/>
                  </a:lnTo>
                  <a:lnTo>
                    <a:pt x="1489153" y="1684483"/>
                  </a:lnTo>
                  <a:lnTo>
                    <a:pt x="1466173" y="1668545"/>
                  </a:lnTo>
                  <a:lnTo>
                    <a:pt x="1445964" y="1681217"/>
                  </a:lnTo>
                  <a:lnTo>
                    <a:pt x="1360729" y="1687368"/>
                  </a:lnTo>
                  <a:lnTo>
                    <a:pt x="1322116" y="1715471"/>
                  </a:lnTo>
                  <a:lnTo>
                    <a:pt x="1301487" y="1718330"/>
                  </a:lnTo>
                  <a:lnTo>
                    <a:pt x="1288319" y="1751669"/>
                  </a:lnTo>
                  <a:lnTo>
                    <a:pt x="1298360" y="1759905"/>
                  </a:lnTo>
                  <a:lnTo>
                    <a:pt x="1289616" y="1801862"/>
                  </a:lnTo>
                  <a:lnTo>
                    <a:pt x="1296797" y="1815182"/>
                  </a:lnTo>
                  <a:lnTo>
                    <a:pt x="1290137" y="1831400"/>
                  </a:lnTo>
                  <a:lnTo>
                    <a:pt x="1268478" y="1849449"/>
                  </a:lnTo>
                  <a:lnTo>
                    <a:pt x="1233487" y="1861053"/>
                  </a:lnTo>
                  <a:lnTo>
                    <a:pt x="1240160" y="1907471"/>
                  </a:lnTo>
                  <a:lnTo>
                    <a:pt x="1300839" y="1951372"/>
                  </a:lnTo>
                  <a:lnTo>
                    <a:pt x="1311935" y="1987596"/>
                  </a:lnTo>
                  <a:lnTo>
                    <a:pt x="1295742" y="2014376"/>
                  </a:lnTo>
                  <a:lnTo>
                    <a:pt x="1314795" y="2045631"/>
                  </a:lnTo>
                  <a:lnTo>
                    <a:pt x="1301741" y="2064569"/>
                  </a:lnTo>
                  <a:lnTo>
                    <a:pt x="1299009" y="2095557"/>
                  </a:lnTo>
                  <a:lnTo>
                    <a:pt x="1307626" y="2120520"/>
                  </a:lnTo>
                  <a:lnTo>
                    <a:pt x="1341155" y="2130459"/>
                  </a:lnTo>
                  <a:lnTo>
                    <a:pt x="1347421" y="2167954"/>
                  </a:lnTo>
                  <a:lnTo>
                    <a:pt x="1338308" y="2190057"/>
                  </a:lnTo>
                  <a:lnTo>
                    <a:pt x="1350943" y="2216456"/>
                  </a:lnTo>
                  <a:lnTo>
                    <a:pt x="1341944" y="2243237"/>
                  </a:lnTo>
                  <a:lnTo>
                    <a:pt x="1321073" y="2253837"/>
                  </a:lnTo>
                  <a:lnTo>
                    <a:pt x="1322624" y="2305072"/>
                  </a:lnTo>
                  <a:lnTo>
                    <a:pt x="1294306" y="2352392"/>
                  </a:lnTo>
                  <a:lnTo>
                    <a:pt x="1274732" y="2365458"/>
                  </a:lnTo>
                  <a:lnTo>
                    <a:pt x="1266521" y="2398530"/>
                  </a:lnTo>
                  <a:lnTo>
                    <a:pt x="1258818" y="2457073"/>
                  </a:lnTo>
                  <a:lnTo>
                    <a:pt x="1251764" y="2505562"/>
                  </a:lnTo>
                  <a:lnTo>
                    <a:pt x="1226967" y="2502690"/>
                  </a:lnTo>
                  <a:lnTo>
                    <a:pt x="1203352" y="2515629"/>
                  </a:lnTo>
                  <a:lnTo>
                    <a:pt x="1199830" y="2558894"/>
                  </a:lnTo>
                  <a:lnTo>
                    <a:pt x="1186269" y="2572494"/>
                  </a:lnTo>
                  <a:lnTo>
                    <a:pt x="1156768" y="2577578"/>
                  </a:lnTo>
                  <a:lnTo>
                    <a:pt x="1142546" y="2663461"/>
                  </a:lnTo>
                  <a:lnTo>
                    <a:pt x="1121930" y="2693127"/>
                  </a:lnTo>
                  <a:lnTo>
                    <a:pt x="1098696" y="2689848"/>
                  </a:lnTo>
                  <a:lnTo>
                    <a:pt x="1086430" y="2689848"/>
                  </a:lnTo>
                  <a:lnTo>
                    <a:pt x="1071280" y="2691564"/>
                  </a:lnTo>
                  <a:lnTo>
                    <a:pt x="1029146" y="2665291"/>
                  </a:lnTo>
                  <a:lnTo>
                    <a:pt x="985943" y="2601766"/>
                  </a:lnTo>
                  <a:lnTo>
                    <a:pt x="923168" y="2567270"/>
                  </a:lnTo>
                  <a:lnTo>
                    <a:pt x="887160" y="2498648"/>
                  </a:lnTo>
                  <a:lnTo>
                    <a:pt x="893019" y="2440880"/>
                  </a:lnTo>
                  <a:lnTo>
                    <a:pt x="895231" y="2418383"/>
                  </a:lnTo>
                  <a:lnTo>
                    <a:pt x="864574" y="2378257"/>
                  </a:lnTo>
                  <a:lnTo>
                    <a:pt x="846957" y="2328077"/>
                  </a:lnTo>
                  <a:lnTo>
                    <a:pt x="866671" y="2297356"/>
                  </a:lnTo>
                  <a:lnTo>
                    <a:pt x="888075" y="2262594"/>
                  </a:lnTo>
                  <a:lnTo>
                    <a:pt x="868234" y="2235280"/>
                  </a:lnTo>
                  <a:lnTo>
                    <a:pt x="867319" y="2209923"/>
                  </a:lnTo>
                  <a:lnTo>
                    <a:pt x="879190" y="2176584"/>
                  </a:lnTo>
                  <a:lnTo>
                    <a:pt x="919266" y="2147834"/>
                  </a:lnTo>
                  <a:lnTo>
                    <a:pt x="925265" y="2086139"/>
                  </a:lnTo>
                  <a:lnTo>
                    <a:pt x="908551" y="2041043"/>
                  </a:lnTo>
                  <a:lnTo>
                    <a:pt x="940009" y="1968251"/>
                  </a:lnTo>
                  <a:lnTo>
                    <a:pt x="902946" y="1897544"/>
                  </a:lnTo>
                  <a:lnTo>
                    <a:pt x="920168" y="1827740"/>
                  </a:lnTo>
                  <a:lnTo>
                    <a:pt x="885062" y="1775590"/>
                  </a:lnTo>
                  <a:lnTo>
                    <a:pt x="834959" y="1780420"/>
                  </a:lnTo>
                  <a:lnTo>
                    <a:pt x="811203" y="1764875"/>
                  </a:lnTo>
                  <a:lnTo>
                    <a:pt x="802980" y="1736887"/>
                  </a:lnTo>
                  <a:lnTo>
                    <a:pt x="805319" y="1730621"/>
                  </a:lnTo>
                  <a:lnTo>
                    <a:pt x="769311" y="1684356"/>
                  </a:lnTo>
                  <a:lnTo>
                    <a:pt x="762396" y="1629207"/>
                  </a:lnTo>
                  <a:lnTo>
                    <a:pt x="754694" y="1617183"/>
                  </a:lnTo>
                  <a:lnTo>
                    <a:pt x="772971" y="1516658"/>
                  </a:lnTo>
                  <a:lnTo>
                    <a:pt x="807416" y="1463211"/>
                  </a:lnTo>
                  <a:lnTo>
                    <a:pt x="786533" y="1414188"/>
                  </a:lnTo>
                  <a:lnTo>
                    <a:pt x="727418" y="1382311"/>
                  </a:lnTo>
                  <a:lnTo>
                    <a:pt x="661007" y="1408583"/>
                  </a:lnTo>
                  <a:lnTo>
                    <a:pt x="638688" y="1408964"/>
                  </a:lnTo>
                  <a:lnTo>
                    <a:pt x="642069" y="1362953"/>
                  </a:lnTo>
                  <a:lnTo>
                    <a:pt x="628240" y="1327937"/>
                  </a:lnTo>
                  <a:lnTo>
                    <a:pt x="597443" y="1360996"/>
                  </a:lnTo>
                  <a:lnTo>
                    <a:pt x="556860" y="1349887"/>
                  </a:lnTo>
                  <a:lnTo>
                    <a:pt x="524360" y="1368571"/>
                  </a:lnTo>
                  <a:lnTo>
                    <a:pt x="547060" y="1436812"/>
                  </a:lnTo>
                  <a:lnTo>
                    <a:pt x="519530" y="1466605"/>
                  </a:lnTo>
                  <a:lnTo>
                    <a:pt x="372854" y="1529864"/>
                  </a:lnTo>
                  <a:lnTo>
                    <a:pt x="277578" y="1519543"/>
                  </a:lnTo>
                  <a:lnTo>
                    <a:pt x="206210" y="1495622"/>
                  </a:lnTo>
                  <a:lnTo>
                    <a:pt x="101542" y="1506604"/>
                  </a:lnTo>
                  <a:lnTo>
                    <a:pt x="57310" y="1486077"/>
                  </a:lnTo>
                  <a:lnTo>
                    <a:pt x="56510" y="1379553"/>
                  </a:lnTo>
                  <a:lnTo>
                    <a:pt x="0" y="1322052"/>
                  </a:lnTo>
                  <a:lnTo>
                    <a:pt x="5758" y="1278926"/>
                  </a:lnTo>
                  <a:lnTo>
                    <a:pt x="54044" y="1235648"/>
                  </a:lnTo>
                  <a:lnTo>
                    <a:pt x="43215" y="1198280"/>
                  </a:lnTo>
                  <a:lnTo>
                    <a:pt x="40202" y="1152790"/>
                  </a:lnTo>
                  <a:lnTo>
                    <a:pt x="80646" y="1123124"/>
                  </a:lnTo>
                  <a:lnTo>
                    <a:pt x="114455" y="1130966"/>
                  </a:lnTo>
                  <a:lnTo>
                    <a:pt x="183370" y="1080647"/>
                  </a:lnTo>
                  <a:lnTo>
                    <a:pt x="191848" y="1019867"/>
                  </a:lnTo>
                  <a:lnTo>
                    <a:pt x="233093" y="988358"/>
                  </a:lnTo>
                  <a:lnTo>
                    <a:pt x="262720" y="1041042"/>
                  </a:lnTo>
                  <a:lnTo>
                    <a:pt x="325610" y="1013194"/>
                  </a:lnTo>
                  <a:lnTo>
                    <a:pt x="336706" y="933069"/>
                  </a:lnTo>
                  <a:lnTo>
                    <a:pt x="366207" y="921706"/>
                  </a:lnTo>
                  <a:lnTo>
                    <a:pt x="351704" y="867332"/>
                  </a:lnTo>
                  <a:lnTo>
                    <a:pt x="354843" y="845114"/>
                  </a:lnTo>
                  <a:lnTo>
                    <a:pt x="390991" y="838301"/>
                  </a:lnTo>
                  <a:lnTo>
                    <a:pt x="453500" y="781080"/>
                  </a:lnTo>
                  <a:lnTo>
                    <a:pt x="495787" y="780673"/>
                  </a:lnTo>
                  <a:lnTo>
                    <a:pt x="529838" y="789291"/>
                  </a:lnTo>
                  <a:lnTo>
                    <a:pt x="558029" y="832684"/>
                  </a:lnTo>
                  <a:lnTo>
                    <a:pt x="615581" y="803158"/>
                  </a:lnTo>
                  <a:lnTo>
                    <a:pt x="722067" y="785643"/>
                  </a:lnTo>
                  <a:lnTo>
                    <a:pt x="772971" y="713233"/>
                  </a:lnTo>
                  <a:lnTo>
                    <a:pt x="793053" y="623054"/>
                  </a:lnTo>
                  <a:lnTo>
                    <a:pt x="808725" y="603048"/>
                  </a:lnTo>
                  <a:lnTo>
                    <a:pt x="833789" y="593376"/>
                  </a:lnTo>
                  <a:lnTo>
                    <a:pt x="893934" y="604091"/>
                  </a:lnTo>
                  <a:lnTo>
                    <a:pt x="928773" y="664223"/>
                  </a:lnTo>
                  <a:lnTo>
                    <a:pt x="974974" y="633489"/>
                  </a:lnTo>
                  <a:lnTo>
                    <a:pt x="984113" y="620830"/>
                  </a:lnTo>
                  <a:lnTo>
                    <a:pt x="1004208" y="585534"/>
                  </a:lnTo>
                  <a:lnTo>
                    <a:pt x="1018698" y="568019"/>
                  </a:lnTo>
                  <a:lnTo>
                    <a:pt x="1099878" y="567765"/>
                  </a:lnTo>
                  <a:lnTo>
                    <a:pt x="1133534" y="535735"/>
                  </a:lnTo>
                  <a:lnTo>
                    <a:pt x="1162628" y="489216"/>
                  </a:lnTo>
                  <a:lnTo>
                    <a:pt x="1205309" y="461634"/>
                  </a:lnTo>
                  <a:lnTo>
                    <a:pt x="1240682" y="485403"/>
                  </a:lnTo>
                  <a:lnTo>
                    <a:pt x="1296797" y="481628"/>
                  </a:lnTo>
                  <a:lnTo>
                    <a:pt x="1395708" y="502155"/>
                  </a:lnTo>
                  <a:lnTo>
                    <a:pt x="1463580" y="510124"/>
                  </a:lnTo>
                  <a:lnTo>
                    <a:pt x="1544226" y="512208"/>
                  </a:lnTo>
                  <a:lnTo>
                    <a:pt x="1603469" y="567231"/>
                  </a:lnTo>
                  <a:lnTo>
                    <a:pt x="1611819" y="574946"/>
                  </a:lnTo>
                  <a:lnTo>
                    <a:pt x="1637532" y="542535"/>
                  </a:lnTo>
                  <a:lnTo>
                    <a:pt x="1652403" y="526584"/>
                  </a:lnTo>
                  <a:lnTo>
                    <a:pt x="1650064" y="499397"/>
                  </a:lnTo>
                  <a:lnTo>
                    <a:pt x="1675637" y="468689"/>
                  </a:lnTo>
                  <a:lnTo>
                    <a:pt x="1708010" y="364249"/>
                  </a:lnTo>
                  <a:lnTo>
                    <a:pt x="1713221" y="337596"/>
                  </a:lnTo>
                  <a:lnTo>
                    <a:pt x="1751848" y="330656"/>
                  </a:lnTo>
                  <a:lnTo>
                    <a:pt x="1761380" y="279955"/>
                  </a:lnTo>
                  <a:lnTo>
                    <a:pt x="1805218" y="266622"/>
                  </a:lnTo>
                  <a:lnTo>
                    <a:pt x="1730850" y="168588"/>
                  </a:lnTo>
                  <a:lnTo>
                    <a:pt x="1691029" y="99839"/>
                  </a:lnTo>
                  <a:lnTo>
                    <a:pt x="1677327" y="79973"/>
                  </a:lnTo>
                  <a:lnTo>
                    <a:pt x="1660754" y="54361"/>
                  </a:lnTo>
                  <a:lnTo>
                    <a:pt x="1657614" y="46646"/>
                  </a:lnTo>
                  <a:lnTo>
                    <a:pt x="1768168" y="9800"/>
                  </a:lnTo>
                  <a:lnTo>
                    <a:pt x="1786572" y="2987"/>
                  </a:lnTo>
                  <a:lnTo>
                    <a:pt x="1815678" y="21162"/>
                  </a:lnTo>
                  <a:lnTo>
                    <a:pt x="1822707" y="51489"/>
                  </a:lnTo>
                  <a:lnTo>
                    <a:pt x="1882877" y="23120"/>
                  </a:lnTo>
                  <a:lnTo>
                    <a:pt x="1914182" y="4042"/>
                  </a:lnTo>
                  <a:lnTo>
                    <a:pt x="1940289" y="11223"/>
                  </a:lnTo>
                  <a:lnTo>
                    <a:pt x="1949694" y="31877"/>
                  </a:lnTo>
                  <a:lnTo>
                    <a:pt x="1977492" y="34483"/>
                  </a:lnTo>
                  <a:lnTo>
                    <a:pt x="1999544" y="10575"/>
                  </a:lnTo>
                  <a:lnTo>
                    <a:pt x="2039988" y="12926"/>
                  </a:lnTo>
                  <a:lnTo>
                    <a:pt x="2075488" y="0"/>
                  </a:lnTo>
                  <a:lnTo>
                    <a:pt x="2091947" y="22993"/>
                  </a:lnTo>
                  <a:lnTo>
                    <a:pt x="2129773" y="20641"/>
                  </a:lnTo>
                  <a:lnTo>
                    <a:pt x="2136954" y="45337"/>
                  </a:lnTo>
                  <a:lnTo>
                    <a:pt x="2204165" y="54501"/>
                  </a:lnTo>
                  <a:lnTo>
                    <a:pt x="2217740" y="69131"/>
                  </a:lnTo>
                  <a:lnTo>
                    <a:pt x="2281939" y="65203"/>
                  </a:lnTo>
                  <a:lnTo>
                    <a:pt x="2382948" y="137613"/>
                  </a:lnTo>
                  <a:lnTo>
                    <a:pt x="2422502" y="123378"/>
                  </a:lnTo>
                  <a:lnTo>
                    <a:pt x="2442711" y="105342"/>
                  </a:lnTo>
                  <a:lnTo>
                    <a:pt x="2482252" y="112269"/>
                  </a:lnTo>
                  <a:lnTo>
                    <a:pt x="2486434" y="130038"/>
                  </a:lnTo>
                  <a:lnTo>
                    <a:pt x="2464509" y="148989"/>
                  </a:lnTo>
                  <a:lnTo>
                    <a:pt x="2507062" y="174994"/>
                  </a:lnTo>
                  <a:lnTo>
                    <a:pt x="2509401" y="216950"/>
                  </a:lnTo>
                  <a:lnTo>
                    <a:pt x="2468805" y="287276"/>
                  </a:lnTo>
                  <a:lnTo>
                    <a:pt x="2482913" y="305566"/>
                  </a:lnTo>
                  <a:lnTo>
                    <a:pt x="2482913" y="366092"/>
                  </a:lnTo>
                  <a:lnTo>
                    <a:pt x="2565136" y="406854"/>
                  </a:lnTo>
                  <a:lnTo>
                    <a:pt x="2590441" y="423326"/>
                  </a:lnTo>
                  <a:lnTo>
                    <a:pt x="2617069" y="431435"/>
                  </a:lnTo>
                  <a:lnTo>
                    <a:pt x="2696546" y="422144"/>
                  </a:lnTo>
                  <a:lnTo>
                    <a:pt x="2708938" y="458508"/>
                  </a:lnTo>
                  <a:lnTo>
                    <a:pt x="2745874" y="468943"/>
                  </a:lnTo>
                  <a:lnTo>
                    <a:pt x="2769757" y="459931"/>
                  </a:lnTo>
                  <a:lnTo>
                    <a:pt x="2850149" y="535087"/>
                  </a:lnTo>
                  <a:lnTo>
                    <a:pt x="2854331" y="575340"/>
                  </a:lnTo>
                  <a:lnTo>
                    <a:pt x="2929220" y="575340"/>
                  </a:lnTo>
                  <a:lnTo>
                    <a:pt x="2941371" y="613382"/>
                  </a:lnTo>
                  <a:lnTo>
                    <a:pt x="2957563" y="634036"/>
                  </a:lnTo>
                  <a:lnTo>
                    <a:pt x="2988220" y="613763"/>
                  </a:lnTo>
                  <a:lnTo>
                    <a:pt x="3020834" y="612721"/>
                  </a:lnTo>
                  <a:lnTo>
                    <a:pt x="3036761" y="599642"/>
                  </a:lnTo>
                  <a:lnTo>
                    <a:pt x="3066248" y="605539"/>
                  </a:lnTo>
                  <a:lnTo>
                    <a:pt x="3108268" y="575721"/>
                  </a:lnTo>
                  <a:lnTo>
                    <a:pt x="3136459" y="551941"/>
                  </a:lnTo>
                  <a:lnTo>
                    <a:pt x="3214754" y="540705"/>
                  </a:lnTo>
                  <a:lnTo>
                    <a:pt x="3214499" y="497833"/>
                  </a:lnTo>
                  <a:lnTo>
                    <a:pt x="3196744" y="474179"/>
                  </a:lnTo>
                  <a:lnTo>
                    <a:pt x="3216190" y="434168"/>
                  </a:lnTo>
                  <a:lnTo>
                    <a:pt x="3225710" y="357589"/>
                  </a:lnTo>
                  <a:lnTo>
                    <a:pt x="3260434" y="360601"/>
                  </a:lnTo>
                  <a:lnTo>
                    <a:pt x="3331955" y="380455"/>
                  </a:lnTo>
                  <a:lnTo>
                    <a:pt x="3380101" y="369867"/>
                  </a:lnTo>
                  <a:lnTo>
                    <a:pt x="3356219" y="327529"/>
                  </a:lnTo>
                  <a:lnTo>
                    <a:pt x="3365624" y="291445"/>
                  </a:lnTo>
                  <a:lnTo>
                    <a:pt x="3400984" y="283082"/>
                  </a:lnTo>
                  <a:lnTo>
                    <a:pt x="3401645" y="244798"/>
                  </a:lnTo>
                  <a:lnTo>
                    <a:pt x="3441186" y="165461"/>
                  </a:lnTo>
                  <a:lnTo>
                    <a:pt x="3480194" y="165461"/>
                  </a:lnTo>
                  <a:lnTo>
                    <a:pt x="3501471" y="140626"/>
                  </a:lnTo>
                  <a:lnTo>
                    <a:pt x="3538788" y="142850"/>
                  </a:lnTo>
                  <a:lnTo>
                    <a:pt x="3594522" y="205054"/>
                  </a:lnTo>
                  <a:lnTo>
                    <a:pt x="3599606" y="210799"/>
                  </a:lnTo>
                  <a:lnTo>
                    <a:pt x="3595425" y="253543"/>
                  </a:lnTo>
                  <a:lnTo>
                    <a:pt x="3657946" y="276154"/>
                  </a:lnTo>
                  <a:lnTo>
                    <a:pt x="3701530" y="307396"/>
                  </a:lnTo>
                  <a:lnTo>
                    <a:pt x="3737029" y="318124"/>
                  </a:lnTo>
                  <a:lnTo>
                    <a:pt x="3723976" y="337062"/>
                  </a:lnTo>
                  <a:lnTo>
                    <a:pt x="3732848" y="354195"/>
                  </a:lnTo>
                  <a:lnTo>
                    <a:pt x="3726975" y="386733"/>
                  </a:lnTo>
                  <a:lnTo>
                    <a:pt x="3710414" y="405557"/>
                  </a:lnTo>
                  <a:lnTo>
                    <a:pt x="3707529" y="445289"/>
                  </a:lnTo>
                  <a:lnTo>
                    <a:pt x="3687942" y="472476"/>
                  </a:lnTo>
                  <a:lnTo>
                    <a:pt x="3705698" y="516276"/>
                  </a:lnTo>
                  <a:lnTo>
                    <a:pt x="3702711" y="557037"/>
                  </a:lnTo>
                  <a:lnTo>
                    <a:pt x="3712218" y="578352"/>
                  </a:lnTo>
                  <a:lnTo>
                    <a:pt x="3704529" y="627363"/>
                  </a:lnTo>
                  <a:lnTo>
                    <a:pt x="3687434" y="645132"/>
                  </a:lnTo>
                  <a:lnTo>
                    <a:pt x="3692137" y="679386"/>
                  </a:lnTo>
                  <a:lnTo>
                    <a:pt x="3675168" y="723033"/>
                  </a:lnTo>
                  <a:lnTo>
                    <a:pt x="3620616" y="764862"/>
                  </a:lnTo>
                  <a:lnTo>
                    <a:pt x="3653764" y="817139"/>
                  </a:lnTo>
                  <a:lnTo>
                    <a:pt x="3663818" y="849156"/>
                  </a:lnTo>
                  <a:lnTo>
                    <a:pt x="3657946" y="878186"/>
                  </a:lnTo>
                  <a:lnTo>
                    <a:pt x="3573640" y="935700"/>
                  </a:lnTo>
                  <a:lnTo>
                    <a:pt x="3613054" y="977389"/>
                  </a:lnTo>
                  <a:lnTo>
                    <a:pt x="3606521" y="1010588"/>
                  </a:lnTo>
                  <a:lnTo>
                    <a:pt x="3578736" y="1019994"/>
                  </a:lnTo>
                  <a:lnTo>
                    <a:pt x="3568670" y="1063259"/>
                  </a:lnTo>
                  <a:lnTo>
                    <a:pt x="3541139" y="1081562"/>
                  </a:lnTo>
                  <a:lnTo>
                    <a:pt x="3562022" y="1115409"/>
                  </a:lnTo>
                  <a:lnTo>
                    <a:pt x="3566064" y="1168208"/>
                  </a:lnTo>
                  <a:lnTo>
                    <a:pt x="3575203" y="1185201"/>
                  </a:lnTo>
                  <a:lnTo>
                    <a:pt x="3583172" y="1217752"/>
                  </a:lnTo>
                  <a:lnTo>
                    <a:pt x="3596340" y="1219582"/>
                  </a:lnTo>
                  <a:lnTo>
                    <a:pt x="3635360" y="1214485"/>
                  </a:lnTo>
                  <a:lnTo>
                    <a:pt x="3683265" y="1201013"/>
                  </a:lnTo>
                  <a:lnTo>
                    <a:pt x="3712753" y="1220484"/>
                  </a:lnTo>
                  <a:lnTo>
                    <a:pt x="3757124" y="1258399"/>
                  </a:lnTo>
                  <a:lnTo>
                    <a:pt x="3780091" y="1277871"/>
                  </a:lnTo>
                  <a:lnTo>
                    <a:pt x="3765995" y="1315112"/>
                  </a:lnTo>
                  <a:lnTo>
                    <a:pt x="3774740" y="1358899"/>
                  </a:lnTo>
                  <a:lnTo>
                    <a:pt x="3768881" y="1389098"/>
                  </a:lnTo>
                  <a:lnTo>
                    <a:pt x="3751125" y="1422170"/>
                  </a:lnTo>
                  <a:lnTo>
                    <a:pt x="3758293" y="1454708"/>
                  </a:lnTo>
                  <a:lnTo>
                    <a:pt x="3746422" y="1499143"/>
                  </a:lnTo>
                  <a:lnTo>
                    <a:pt x="3723976" y="1506731"/>
                  </a:lnTo>
                  <a:lnTo>
                    <a:pt x="3719273" y="1522148"/>
                  </a:lnTo>
                  <a:lnTo>
                    <a:pt x="3698657" y="1539282"/>
                  </a:lnTo>
                  <a:lnTo>
                    <a:pt x="3628319" y="1482556"/>
                  </a:lnTo>
                  <a:lnTo>
                    <a:pt x="3588116" y="1499817"/>
                  </a:lnTo>
                  <a:lnTo>
                    <a:pt x="3528620" y="1474180"/>
                  </a:lnTo>
                  <a:lnTo>
                    <a:pt x="3499640" y="1471308"/>
                  </a:lnTo>
                  <a:lnTo>
                    <a:pt x="3495459" y="1495495"/>
                  </a:lnTo>
                  <a:lnTo>
                    <a:pt x="3467280" y="1507773"/>
                  </a:lnTo>
                  <a:lnTo>
                    <a:pt x="3440411" y="1481768"/>
                  </a:lnTo>
                  <a:lnTo>
                    <a:pt x="3417558" y="1504379"/>
                  </a:lnTo>
                  <a:lnTo>
                    <a:pt x="3368891" y="1482683"/>
                  </a:lnTo>
                  <a:lnTo>
                    <a:pt x="3375666" y="1461241"/>
                  </a:lnTo>
                  <a:lnTo>
                    <a:pt x="3348516" y="1429351"/>
                  </a:lnTo>
                  <a:lnTo>
                    <a:pt x="3322689" y="1408964"/>
                  </a:lnTo>
                  <a:lnTo>
                    <a:pt x="3291893" y="1428970"/>
                  </a:lnTo>
                  <a:lnTo>
                    <a:pt x="3270602" y="1409625"/>
                  </a:lnTo>
                  <a:lnTo>
                    <a:pt x="3264743" y="1367923"/>
                  </a:lnTo>
                  <a:lnTo>
                    <a:pt x="3292401" y="1306888"/>
                  </a:lnTo>
                  <a:lnTo>
                    <a:pt x="3267349" y="1277998"/>
                  </a:lnTo>
                  <a:lnTo>
                    <a:pt x="3250394" y="1240630"/>
                  </a:lnTo>
                  <a:lnTo>
                    <a:pt x="3238128" y="1249514"/>
                  </a:lnTo>
                  <a:lnTo>
                    <a:pt x="3226257" y="1260089"/>
                  </a:lnTo>
                  <a:lnTo>
                    <a:pt x="3215669" y="1295640"/>
                  </a:lnTo>
                  <a:lnTo>
                    <a:pt x="3160088" y="1278532"/>
                  </a:lnTo>
                  <a:lnTo>
                    <a:pt x="3141289" y="1281392"/>
                  </a:lnTo>
                  <a:lnTo>
                    <a:pt x="3027240" y="1341778"/>
                  </a:lnTo>
                  <a:lnTo>
                    <a:pt x="2975167" y="1327403"/>
                  </a:lnTo>
                  <a:lnTo>
                    <a:pt x="2971239" y="1354730"/>
                  </a:lnTo>
                  <a:lnTo>
                    <a:pt x="2982996" y="1400334"/>
                  </a:lnTo>
                  <a:lnTo>
                    <a:pt x="2968239" y="1428703"/>
                  </a:lnTo>
                  <a:lnTo>
                    <a:pt x="2939273" y="1434588"/>
                  </a:lnTo>
                  <a:lnTo>
                    <a:pt x="2950496" y="1458890"/>
                  </a:lnTo>
                  <a:lnTo>
                    <a:pt x="2905082" y="1515615"/>
                  </a:lnTo>
                  <a:lnTo>
                    <a:pt x="2863457" y="1530906"/>
                  </a:lnTo>
                  <a:lnTo>
                    <a:pt x="2890339" y="1564753"/>
                  </a:lnTo>
                  <a:lnTo>
                    <a:pt x="2886678" y="1616128"/>
                  </a:lnTo>
                  <a:lnTo>
                    <a:pt x="2865541" y="1634557"/>
                  </a:lnTo>
                  <a:lnTo>
                    <a:pt x="2880285" y="1674175"/>
                  </a:lnTo>
                  <a:lnTo>
                    <a:pt x="2867105" y="1721737"/>
                  </a:lnTo>
                  <a:lnTo>
                    <a:pt x="2885509" y="1753233"/>
                  </a:lnTo>
                  <a:lnTo>
                    <a:pt x="2863063" y="1812449"/>
                  </a:lnTo>
                  <a:lnTo>
                    <a:pt x="2867105" y="1828655"/>
                  </a:lnTo>
                  <a:lnTo>
                    <a:pt x="2902096" y="1826164"/>
                  </a:lnTo>
                  <a:lnTo>
                    <a:pt x="2907574" y="1866557"/>
                  </a:lnTo>
                  <a:lnTo>
                    <a:pt x="2949314" y="1864599"/>
                  </a:lnTo>
                  <a:lnTo>
                    <a:pt x="2959355" y="1885241"/>
                  </a:lnTo>
                  <a:lnTo>
                    <a:pt x="2995389" y="1882241"/>
                  </a:lnTo>
                  <a:lnTo>
                    <a:pt x="3004261" y="1862769"/>
                  </a:lnTo>
                  <a:lnTo>
                    <a:pt x="3056855" y="1846818"/>
                  </a:lnTo>
                  <a:lnTo>
                    <a:pt x="3080484" y="1858588"/>
                  </a:lnTo>
                  <a:lnTo>
                    <a:pt x="3098748" y="1901192"/>
                  </a:lnTo>
                  <a:lnTo>
                    <a:pt x="3120012" y="1892308"/>
                  </a:lnTo>
                  <a:lnTo>
                    <a:pt x="3136459" y="1926676"/>
                  </a:lnTo>
                  <a:lnTo>
                    <a:pt x="3124715" y="1937264"/>
                  </a:lnTo>
                  <a:lnTo>
                    <a:pt x="3133599" y="1978051"/>
                  </a:lnTo>
                  <a:lnTo>
                    <a:pt x="3108802" y="2004704"/>
                  </a:lnTo>
                  <a:lnTo>
                    <a:pt x="3088046" y="1991130"/>
                  </a:lnTo>
                  <a:lnTo>
                    <a:pt x="3051759" y="2015431"/>
                  </a:lnTo>
                  <a:lnTo>
                    <a:pt x="3064431" y="2064963"/>
                  </a:lnTo>
                  <a:lnTo>
                    <a:pt x="3024889" y="2092798"/>
                  </a:lnTo>
                  <a:lnTo>
                    <a:pt x="3016004" y="2149016"/>
                  </a:lnTo>
                  <a:lnTo>
                    <a:pt x="3034676" y="2200378"/>
                  </a:lnTo>
                  <a:lnTo>
                    <a:pt x="3084004" y="2228213"/>
                  </a:lnTo>
                  <a:lnTo>
                    <a:pt x="3090525" y="2242461"/>
                  </a:lnTo>
                  <a:close/>
                </a:path>
              </a:pathLst>
            </a:custGeom>
            <a:noFill/>
            <a:ln w="3810" cap="flat">
              <a:solidFill>
                <a:srgbClr val="E6E4E2"/>
              </a:solidFill>
              <a:prstDash val="solid"/>
              <a:miter/>
            </a:ln>
          </p:spPr>
          <p:txBody>
            <a:bodyPr rtlCol="0" anchor="ctr"/>
            <a:lstStyle/>
            <a:p>
              <a:endParaRPr lang="de-CH"/>
            </a:p>
          </p:txBody>
        </p:sp>
        <p:sp>
          <p:nvSpPr>
            <p:cNvPr id="118" name="Freihandform: Form 117">
              <a:extLst>
                <a:ext uri="{FF2B5EF4-FFF2-40B4-BE49-F238E27FC236}">
                  <a16:creationId xmlns:a16="http://schemas.microsoft.com/office/drawing/2014/main" id="{D7BDC72E-FFBE-2345-2200-841DD7CDABDD}"/>
                </a:ext>
              </a:extLst>
            </p:cNvPr>
            <p:cNvSpPr/>
            <p:nvPr/>
          </p:nvSpPr>
          <p:spPr>
            <a:xfrm>
              <a:off x="5083081" y="1054595"/>
              <a:ext cx="1495787" cy="1435388"/>
            </a:xfrm>
            <a:custGeom>
              <a:avLst/>
              <a:gdLst>
                <a:gd name="connsiteX0" fmla="*/ 636705 w 1495787"/>
                <a:gd name="connsiteY0" fmla="*/ 746318 h 1435388"/>
                <a:gd name="connsiteX1" fmla="*/ 643632 w 1495787"/>
                <a:gd name="connsiteY1" fmla="*/ 711416 h 1435388"/>
                <a:gd name="connsiteX2" fmla="*/ 636070 w 1495787"/>
                <a:gd name="connsiteY2" fmla="*/ 680453 h 1435388"/>
                <a:gd name="connsiteX3" fmla="*/ 634227 w 1495787"/>
                <a:gd name="connsiteY3" fmla="*/ 673247 h 1435388"/>
                <a:gd name="connsiteX4" fmla="*/ 601866 w 1495787"/>
                <a:gd name="connsiteY4" fmla="*/ 675204 h 1435388"/>
                <a:gd name="connsiteX5" fmla="*/ 598219 w 1495787"/>
                <a:gd name="connsiteY5" fmla="*/ 653127 h 1435388"/>
                <a:gd name="connsiteX6" fmla="*/ 594164 w 1495787"/>
                <a:gd name="connsiteY6" fmla="*/ 636133 h 1435388"/>
                <a:gd name="connsiteX7" fmla="*/ 519657 w 1495787"/>
                <a:gd name="connsiteY7" fmla="*/ 595486 h 1435388"/>
                <a:gd name="connsiteX8" fmla="*/ 544848 w 1495787"/>
                <a:gd name="connsiteY8" fmla="*/ 576141 h 1435388"/>
                <a:gd name="connsiteX9" fmla="*/ 554101 w 1495787"/>
                <a:gd name="connsiteY9" fmla="*/ 575213 h 1435388"/>
                <a:gd name="connsiteX10" fmla="*/ 542751 w 1495787"/>
                <a:gd name="connsiteY10" fmla="*/ 522682 h 1435388"/>
                <a:gd name="connsiteX11" fmla="*/ 527995 w 1495787"/>
                <a:gd name="connsiteY11" fmla="*/ 484640 h 1435388"/>
                <a:gd name="connsiteX12" fmla="*/ 491974 w 1495787"/>
                <a:gd name="connsiteY12" fmla="*/ 496283 h 1435388"/>
                <a:gd name="connsiteX13" fmla="*/ 479721 w 1495787"/>
                <a:gd name="connsiteY13" fmla="*/ 469477 h 1435388"/>
                <a:gd name="connsiteX14" fmla="*/ 458178 w 1495787"/>
                <a:gd name="connsiteY14" fmla="*/ 476162 h 1435388"/>
                <a:gd name="connsiteX15" fmla="*/ 469274 w 1495787"/>
                <a:gd name="connsiteY15" fmla="*/ 406358 h 1435388"/>
                <a:gd name="connsiteX16" fmla="*/ 386403 w 1495787"/>
                <a:gd name="connsiteY16" fmla="*/ 408569 h 1435388"/>
                <a:gd name="connsiteX17" fmla="*/ 386022 w 1495787"/>
                <a:gd name="connsiteY17" fmla="*/ 386886 h 1435388"/>
                <a:gd name="connsiteX18" fmla="*/ 367084 w 1495787"/>
                <a:gd name="connsiteY18" fmla="*/ 356953 h 1435388"/>
                <a:gd name="connsiteX19" fmla="*/ 364491 w 1495787"/>
                <a:gd name="connsiteY19" fmla="*/ 346633 h 1435388"/>
                <a:gd name="connsiteX20" fmla="*/ 327173 w 1495787"/>
                <a:gd name="connsiteY20" fmla="*/ 324542 h 1435388"/>
                <a:gd name="connsiteX21" fmla="*/ 328978 w 1495787"/>
                <a:gd name="connsiteY21" fmla="*/ 296173 h 1435388"/>
                <a:gd name="connsiteX22" fmla="*/ 302376 w 1495787"/>
                <a:gd name="connsiteY22" fmla="*/ 293695 h 1435388"/>
                <a:gd name="connsiteX23" fmla="*/ 279917 w 1495787"/>
                <a:gd name="connsiteY23" fmla="*/ 258932 h 1435388"/>
                <a:gd name="connsiteX24" fmla="*/ 241557 w 1495787"/>
                <a:gd name="connsiteY24" fmla="*/ 263495 h 1435388"/>
                <a:gd name="connsiteX25" fmla="*/ 239079 w 1495787"/>
                <a:gd name="connsiteY25" fmla="*/ 320221 h 1435388"/>
                <a:gd name="connsiteX26" fmla="*/ 189738 w 1495787"/>
                <a:gd name="connsiteY26" fmla="*/ 373044 h 1435388"/>
                <a:gd name="connsiteX27" fmla="*/ 171995 w 1495787"/>
                <a:gd name="connsiteY27" fmla="*/ 368062 h 1435388"/>
                <a:gd name="connsiteX28" fmla="*/ 155433 w 1495787"/>
                <a:gd name="connsiteY28" fmla="*/ 376692 h 1435388"/>
                <a:gd name="connsiteX29" fmla="*/ 152802 w 1495787"/>
                <a:gd name="connsiteY29" fmla="*/ 366359 h 1435388"/>
                <a:gd name="connsiteX30" fmla="*/ 158153 w 1495787"/>
                <a:gd name="connsiteY30" fmla="*/ 354475 h 1435388"/>
                <a:gd name="connsiteX31" fmla="*/ 152294 w 1495787"/>
                <a:gd name="connsiteY31" fmla="*/ 310154 h 1435388"/>
                <a:gd name="connsiteX32" fmla="*/ 71508 w 1495787"/>
                <a:gd name="connsiteY32" fmla="*/ 290543 h 1435388"/>
                <a:gd name="connsiteX33" fmla="*/ 40978 w 1495787"/>
                <a:gd name="connsiteY33" fmla="*/ 272125 h 1435388"/>
                <a:gd name="connsiteX34" fmla="*/ 0 w 1495787"/>
                <a:gd name="connsiteY34" fmla="*/ 247163 h 1435388"/>
                <a:gd name="connsiteX35" fmla="*/ 19841 w 1495787"/>
                <a:gd name="connsiteY35" fmla="*/ 239575 h 1435388"/>
                <a:gd name="connsiteX36" fmla="*/ 78956 w 1495787"/>
                <a:gd name="connsiteY36" fmla="*/ 230690 h 1435388"/>
                <a:gd name="connsiteX37" fmla="*/ 90306 w 1495787"/>
                <a:gd name="connsiteY37" fmla="*/ 218539 h 1435388"/>
                <a:gd name="connsiteX38" fmla="*/ 165602 w 1495787"/>
                <a:gd name="connsiteY38" fmla="*/ 193576 h 1435388"/>
                <a:gd name="connsiteX39" fmla="*/ 194441 w 1495787"/>
                <a:gd name="connsiteY39" fmla="*/ 152535 h 1435388"/>
                <a:gd name="connsiteX40" fmla="*/ 206312 w 1495787"/>
                <a:gd name="connsiteY40" fmla="*/ 106397 h 1435388"/>
                <a:gd name="connsiteX41" fmla="*/ 231110 w 1495787"/>
                <a:gd name="connsiteY41" fmla="*/ 102876 h 1435388"/>
                <a:gd name="connsiteX42" fmla="*/ 249387 w 1495787"/>
                <a:gd name="connsiteY42" fmla="*/ 117125 h 1435388"/>
                <a:gd name="connsiteX43" fmla="*/ 272482 w 1495787"/>
                <a:gd name="connsiteY43" fmla="*/ 114760 h 1435388"/>
                <a:gd name="connsiteX44" fmla="*/ 296097 w 1495787"/>
                <a:gd name="connsiteY44" fmla="*/ 101161 h 1435388"/>
                <a:gd name="connsiteX45" fmla="*/ 343862 w 1495787"/>
                <a:gd name="connsiteY45" fmla="*/ 98822 h 1435388"/>
                <a:gd name="connsiteX46" fmla="*/ 370884 w 1495787"/>
                <a:gd name="connsiteY46" fmla="*/ 113184 h 1435388"/>
                <a:gd name="connsiteX47" fmla="*/ 397245 w 1495787"/>
                <a:gd name="connsiteY47" fmla="*/ 153971 h 1435388"/>
                <a:gd name="connsiteX48" fmla="*/ 392809 w 1495787"/>
                <a:gd name="connsiteY48" fmla="*/ 199855 h 1435388"/>
                <a:gd name="connsiteX49" fmla="*/ 411735 w 1495787"/>
                <a:gd name="connsiteY49" fmla="*/ 223102 h 1435388"/>
                <a:gd name="connsiteX50" fmla="*/ 443307 w 1495787"/>
                <a:gd name="connsiteY50" fmla="*/ 223102 h 1435388"/>
                <a:gd name="connsiteX51" fmla="*/ 457262 w 1495787"/>
                <a:gd name="connsiteY51" fmla="*/ 229902 h 1435388"/>
                <a:gd name="connsiteX52" fmla="*/ 487042 w 1495787"/>
                <a:gd name="connsiteY52" fmla="*/ 192915 h 1435388"/>
                <a:gd name="connsiteX53" fmla="*/ 505561 w 1495787"/>
                <a:gd name="connsiteY53" fmla="*/ 191619 h 1435388"/>
                <a:gd name="connsiteX54" fmla="*/ 593249 w 1495787"/>
                <a:gd name="connsiteY54" fmla="*/ 198940 h 1435388"/>
                <a:gd name="connsiteX55" fmla="*/ 620652 w 1495787"/>
                <a:gd name="connsiteY55" fmla="*/ 211752 h 1435388"/>
                <a:gd name="connsiteX56" fmla="*/ 669866 w 1495787"/>
                <a:gd name="connsiteY56" fmla="*/ 196589 h 1435388"/>
                <a:gd name="connsiteX57" fmla="*/ 697142 w 1495787"/>
                <a:gd name="connsiteY57" fmla="*/ 171626 h 1435388"/>
                <a:gd name="connsiteX58" fmla="*/ 727418 w 1495787"/>
                <a:gd name="connsiteY58" fmla="*/ 176316 h 1435388"/>
                <a:gd name="connsiteX59" fmla="*/ 748288 w 1495787"/>
                <a:gd name="connsiteY59" fmla="*/ 188086 h 1435388"/>
                <a:gd name="connsiteX60" fmla="*/ 772679 w 1495787"/>
                <a:gd name="connsiteY60" fmla="*/ 178540 h 1435388"/>
                <a:gd name="connsiteX61" fmla="*/ 787308 w 1495787"/>
                <a:gd name="connsiteY61" fmla="*/ 133190 h 1435388"/>
                <a:gd name="connsiteX62" fmla="*/ 803882 w 1495787"/>
                <a:gd name="connsiteY62" fmla="*/ 111761 h 1435388"/>
                <a:gd name="connsiteX63" fmla="*/ 830625 w 1495787"/>
                <a:gd name="connsiteY63" fmla="*/ 112015 h 1435388"/>
                <a:gd name="connsiteX64" fmla="*/ 851647 w 1495787"/>
                <a:gd name="connsiteY64" fmla="*/ 106397 h 1435388"/>
                <a:gd name="connsiteX65" fmla="*/ 850478 w 1495787"/>
                <a:gd name="connsiteY65" fmla="*/ 86404 h 1435388"/>
                <a:gd name="connsiteX66" fmla="*/ 874361 w 1495787"/>
                <a:gd name="connsiteY66" fmla="*/ 74240 h 1435388"/>
                <a:gd name="connsiteX67" fmla="*/ 897061 w 1495787"/>
                <a:gd name="connsiteY67" fmla="*/ 80379 h 1435388"/>
                <a:gd name="connsiteX68" fmla="*/ 947952 w 1495787"/>
                <a:gd name="connsiteY68" fmla="*/ 46532 h 1435388"/>
                <a:gd name="connsiteX69" fmla="*/ 965048 w 1495787"/>
                <a:gd name="connsiteY69" fmla="*/ 12431 h 1435388"/>
                <a:gd name="connsiteX70" fmla="*/ 995717 w 1495787"/>
                <a:gd name="connsiteY70" fmla="*/ 0 h 1435388"/>
                <a:gd name="connsiteX71" fmla="*/ 1019727 w 1495787"/>
                <a:gd name="connsiteY71" fmla="*/ 12812 h 1435388"/>
                <a:gd name="connsiteX72" fmla="*/ 1027036 w 1495787"/>
                <a:gd name="connsiteY72" fmla="*/ 39745 h 1435388"/>
                <a:gd name="connsiteX73" fmla="*/ 1058226 w 1495787"/>
                <a:gd name="connsiteY73" fmla="*/ 19879 h 1435388"/>
                <a:gd name="connsiteX74" fmla="*/ 1102191 w 1495787"/>
                <a:gd name="connsiteY74" fmla="*/ 19091 h 1435388"/>
                <a:gd name="connsiteX75" fmla="*/ 1114469 w 1495787"/>
                <a:gd name="connsiteY75" fmla="*/ 27848 h 1435388"/>
                <a:gd name="connsiteX76" fmla="*/ 1157404 w 1495787"/>
                <a:gd name="connsiteY76" fmla="*/ 28623 h 1435388"/>
                <a:gd name="connsiteX77" fmla="*/ 1176597 w 1495787"/>
                <a:gd name="connsiteY77" fmla="*/ 41181 h 1435388"/>
                <a:gd name="connsiteX78" fmla="*/ 1171754 w 1495787"/>
                <a:gd name="connsiteY78" fmla="*/ 77520 h 1435388"/>
                <a:gd name="connsiteX79" fmla="*/ 1176190 w 1495787"/>
                <a:gd name="connsiteY79" fmla="*/ 91107 h 1435388"/>
                <a:gd name="connsiteX80" fmla="*/ 1214041 w 1495787"/>
                <a:gd name="connsiteY80" fmla="*/ 121294 h 1435388"/>
                <a:gd name="connsiteX81" fmla="*/ 1231403 w 1495787"/>
                <a:gd name="connsiteY81" fmla="*/ 139596 h 1435388"/>
                <a:gd name="connsiteX82" fmla="*/ 1256327 w 1495787"/>
                <a:gd name="connsiteY82" fmla="*/ 146256 h 1435388"/>
                <a:gd name="connsiteX83" fmla="*/ 1305783 w 1495787"/>
                <a:gd name="connsiteY83" fmla="*/ 147438 h 1435388"/>
                <a:gd name="connsiteX84" fmla="*/ 1343494 w 1495787"/>
                <a:gd name="connsiteY84" fmla="*/ 159056 h 1435388"/>
                <a:gd name="connsiteX85" fmla="*/ 1355366 w 1495787"/>
                <a:gd name="connsiteY85" fmla="*/ 155535 h 1435388"/>
                <a:gd name="connsiteX86" fmla="*/ 1362420 w 1495787"/>
                <a:gd name="connsiteY86" fmla="*/ 131233 h 1435388"/>
                <a:gd name="connsiteX87" fmla="*/ 1379248 w 1495787"/>
                <a:gd name="connsiteY87" fmla="*/ 124166 h 1435388"/>
                <a:gd name="connsiteX88" fmla="*/ 1407706 w 1495787"/>
                <a:gd name="connsiteY88" fmla="*/ 139329 h 1435388"/>
                <a:gd name="connsiteX89" fmla="*/ 1434715 w 1495787"/>
                <a:gd name="connsiteY89" fmla="*/ 151480 h 1435388"/>
                <a:gd name="connsiteX90" fmla="*/ 1420493 w 1495787"/>
                <a:gd name="connsiteY90" fmla="*/ 170571 h 1435388"/>
                <a:gd name="connsiteX91" fmla="*/ 1418929 w 1495787"/>
                <a:gd name="connsiteY91" fmla="*/ 217751 h 1435388"/>
                <a:gd name="connsiteX92" fmla="*/ 1383036 w 1495787"/>
                <a:gd name="connsiteY92" fmla="*/ 236308 h 1435388"/>
                <a:gd name="connsiteX93" fmla="*/ 1389568 w 1495787"/>
                <a:gd name="connsiteY93" fmla="*/ 254992 h 1435388"/>
                <a:gd name="connsiteX94" fmla="*/ 1377951 w 1495787"/>
                <a:gd name="connsiteY94" fmla="*/ 273968 h 1435388"/>
                <a:gd name="connsiteX95" fmla="*/ 1368431 w 1495787"/>
                <a:gd name="connsiteY95" fmla="*/ 272253 h 1435388"/>
                <a:gd name="connsiteX96" fmla="*/ 1357336 w 1495787"/>
                <a:gd name="connsiteY96" fmla="*/ 268605 h 1435388"/>
                <a:gd name="connsiteX97" fmla="*/ 1338677 w 1495787"/>
                <a:gd name="connsiteY97" fmla="*/ 317997 h 1435388"/>
                <a:gd name="connsiteX98" fmla="*/ 1306685 w 1495787"/>
                <a:gd name="connsiteY98" fmla="*/ 325330 h 1435388"/>
                <a:gd name="connsiteX99" fmla="*/ 1311655 w 1495787"/>
                <a:gd name="connsiteY99" fmla="*/ 412255 h 1435388"/>
                <a:gd name="connsiteX100" fmla="*/ 1332030 w 1495787"/>
                <a:gd name="connsiteY100" fmla="*/ 410285 h 1435388"/>
                <a:gd name="connsiteX101" fmla="*/ 1336466 w 1495787"/>
                <a:gd name="connsiteY101" fmla="*/ 440993 h 1435388"/>
                <a:gd name="connsiteX102" fmla="*/ 1317667 w 1495787"/>
                <a:gd name="connsiteY102" fmla="*/ 454059 h 1435388"/>
                <a:gd name="connsiteX103" fmla="*/ 1363602 w 1495787"/>
                <a:gd name="connsiteY103" fmla="*/ 503070 h 1435388"/>
                <a:gd name="connsiteX104" fmla="*/ 1345070 w 1495787"/>
                <a:gd name="connsiteY104" fmla="*/ 517064 h 1435388"/>
                <a:gd name="connsiteX105" fmla="*/ 1355124 w 1495787"/>
                <a:gd name="connsiteY105" fmla="*/ 549869 h 1435388"/>
                <a:gd name="connsiteX106" fmla="*/ 1350548 w 1495787"/>
                <a:gd name="connsiteY106" fmla="*/ 567778 h 1435388"/>
                <a:gd name="connsiteX107" fmla="*/ 1362559 w 1495787"/>
                <a:gd name="connsiteY107" fmla="*/ 569608 h 1435388"/>
                <a:gd name="connsiteX108" fmla="*/ 1353675 w 1495787"/>
                <a:gd name="connsiteY108" fmla="*/ 640836 h 1435388"/>
                <a:gd name="connsiteX109" fmla="*/ 1312837 w 1495787"/>
                <a:gd name="connsiteY109" fmla="*/ 646466 h 1435388"/>
                <a:gd name="connsiteX110" fmla="*/ 1313358 w 1495787"/>
                <a:gd name="connsiteY110" fmla="*/ 658223 h 1435388"/>
                <a:gd name="connsiteX111" fmla="*/ 1382260 w 1495787"/>
                <a:gd name="connsiteY111" fmla="*/ 670768 h 1435388"/>
                <a:gd name="connsiteX112" fmla="*/ 1389048 w 1495787"/>
                <a:gd name="connsiteY112" fmla="*/ 727621 h 1435388"/>
                <a:gd name="connsiteX113" fmla="*/ 1390878 w 1495787"/>
                <a:gd name="connsiteY113" fmla="*/ 740433 h 1435388"/>
                <a:gd name="connsiteX114" fmla="*/ 1406791 w 1495787"/>
                <a:gd name="connsiteY114" fmla="*/ 751669 h 1435388"/>
                <a:gd name="connsiteX115" fmla="*/ 1400665 w 1495787"/>
                <a:gd name="connsiteY115" fmla="*/ 759397 h 1435388"/>
                <a:gd name="connsiteX116" fmla="*/ 1404440 w 1495787"/>
                <a:gd name="connsiteY116" fmla="*/ 795989 h 1435388"/>
                <a:gd name="connsiteX117" fmla="*/ 1424547 w 1495787"/>
                <a:gd name="connsiteY117" fmla="*/ 839763 h 1435388"/>
                <a:gd name="connsiteX118" fmla="*/ 1417112 w 1495787"/>
                <a:gd name="connsiteY118" fmla="*/ 865400 h 1435388"/>
                <a:gd name="connsiteX119" fmla="*/ 1458077 w 1495787"/>
                <a:gd name="connsiteY119" fmla="*/ 871399 h 1435388"/>
                <a:gd name="connsiteX120" fmla="*/ 1492280 w 1495787"/>
                <a:gd name="connsiteY120" fmla="*/ 850618 h 1435388"/>
                <a:gd name="connsiteX121" fmla="*/ 1495788 w 1495787"/>
                <a:gd name="connsiteY121" fmla="*/ 870229 h 1435388"/>
                <a:gd name="connsiteX122" fmla="*/ 1475578 w 1495787"/>
                <a:gd name="connsiteY122" fmla="*/ 902513 h 1435388"/>
                <a:gd name="connsiteX123" fmla="*/ 1465385 w 1495787"/>
                <a:gd name="connsiteY123" fmla="*/ 904471 h 1435388"/>
                <a:gd name="connsiteX124" fmla="*/ 1450234 w 1495787"/>
                <a:gd name="connsiteY124" fmla="*/ 946821 h 1435388"/>
                <a:gd name="connsiteX125" fmla="*/ 1422590 w 1495787"/>
                <a:gd name="connsiteY125" fmla="*/ 970081 h 1435388"/>
                <a:gd name="connsiteX126" fmla="*/ 1369868 w 1495787"/>
                <a:gd name="connsiteY126" fmla="*/ 980668 h 1435388"/>
                <a:gd name="connsiteX127" fmla="*/ 1375994 w 1495787"/>
                <a:gd name="connsiteY127" fmla="*/ 991243 h 1435388"/>
                <a:gd name="connsiteX128" fmla="*/ 1385133 w 1495787"/>
                <a:gd name="connsiteY128" fmla="*/ 1014910 h 1435388"/>
                <a:gd name="connsiteX129" fmla="*/ 1391386 w 1495787"/>
                <a:gd name="connsiteY129" fmla="*/ 1023667 h 1435388"/>
                <a:gd name="connsiteX130" fmla="*/ 1398453 w 1495787"/>
                <a:gd name="connsiteY130" fmla="*/ 1030200 h 1435388"/>
                <a:gd name="connsiteX131" fmla="*/ 1399089 w 1495787"/>
                <a:gd name="connsiteY131" fmla="*/ 1035945 h 1435388"/>
                <a:gd name="connsiteX132" fmla="*/ 1396737 w 1495787"/>
                <a:gd name="connsiteY132" fmla="*/ 1045490 h 1435388"/>
                <a:gd name="connsiteX133" fmla="*/ 1396089 w 1495787"/>
                <a:gd name="connsiteY133" fmla="*/ 1055049 h 1435388"/>
                <a:gd name="connsiteX134" fmla="*/ 1398834 w 1495787"/>
                <a:gd name="connsiteY134" fmla="*/ 1062230 h 1435388"/>
                <a:gd name="connsiteX135" fmla="*/ 1404973 w 1495787"/>
                <a:gd name="connsiteY135" fmla="*/ 1066272 h 1435388"/>
                <a:gd name="connsiteX136" fmla="*/ 1405482 w 1495787"/>
                <a:gd name="connsiteY136" fmla="*/ 1074648 h 1435388"/>
                <a:gd name="connsiteX137" fmla="*/ 1400004 w 1495787"/>
                <a:gd name="connsiteY137" fmla="*/ 1082363 h 1435388"/>
                <a:gd name="connsiteX138" fmla="*/ 1403804 w 1495787"/>
                <a:gd name="connsiteY138" fmla="*/ 1089938 h 1435388"/>
                <a:gd name="connsiteX139" fmla="*/ 1415014 w 1495787"/>
                <a:gd name="connsiteY139" fmla="*/ 1104440 h 1435388"/>
                <a:gd name="connsiteX140" fmla="*/ 1416718 w 1495787"/>
                <a:gd name="connsiteY140" fmla="*/ 1107071 h 1435388"/>
                <a:gd name="connsiteX141" fmla="*/ 1417874 w 1495787"/>
                <a:gd name="connsiteY141" fmla="*/ 1114113 h 1435388"/>
                <a:gd name="connsiteX142" fmla="*/ 1410846 w 1495787"/>
                <a:gd name="connsiteY142" fmla="*/ 1122997 h 1435388"/>
                <a:gd name="connsiteX143" fmla="*/ 1409664 w 1495787"/>
                <a:gd name="connsiteY143" fmla="*/ 1136064 h 1435388"/>
                <a:gd name="connsiteX144" fmla="*/ 1389568 w 1495787"/>
                <a:gd name="connsiteY144" fmla="*/ 1161433 h 1435388"/>
                <a:gd name="connsiteX145" fmla="*/ 1385400 w 1495787"/>
                <a:gd name="connsiteY145" fmla="*/ 1173330 h 1435388"/>
                <a:gd name="connsiteX146" fmla="*/ 1388247 w 1495787"/>
                <a:gd name="connsiteY146" fmla="*/ 1189396 h 1435388"/>
                <a:gd name="connsiteX147" fmla="*/ 1396089 w 1495787"/>
                <a:gd name="connsiteY147" fmla="*/ 1202207 h 1435388"/>
                <a:gd name="connsiteX148" fmla="*/ 1396356 w 1495787"/>
                <a:gd name="connsiteY148" fmla="*/ 1221819 h 1435388"/>
                <a:gd name="connsiteX149" fmla="*/ 1409015 w 1495787"/>
                <a:gd name="connsiteY149" fmla="*/ 1265606 h 1435388"/>
                <a:gd name="connsiteX150" fmla="*/ 1399622 w 1495787"/>
                <a:gd name="connsiteY150" fmla="*/ 1281557 h 1435388"/>
                <a:gd name="connsiteX151" fmla="*/ 1397398 w 1495787"/>
                <a:gd name="connsiteY151" fmla="*/ 1298144 h 1435388"/>
                <a:gd name="connsiteX152" fmla="*/ 1400792 w 1495787"/>
                <a:gd name="connsiteY152" fmla="*/ 1315786 h 1435388"/>
                <a:gd name="connsiteX153" fmla="*/ 1407820 w 1495787"/>
                <a:gd name="connsiteY153" fmla="*/ 1322319 h 1435388"/>
                <a:gd name="connsiteX154" fmla="*/ 1420239 w 1495787"/>
                <a:gd name="connsiteY154" fmla="*/ 1324683 h 1435388"/>
                <a:gd name="connsiteX155" fmla="*/ 1427941 w 1495787"/>
                <a:gd name="connsiteY155" fmla="*/ 1348997 h 1435388"/>
                <a:gd name="connsiteX156" fmla="*/ 1430279 w 1495787"/>
                <a:gd name="connsiteY156" fmla="*/ 1364288 h 1435388"/>
                <a:gd name="connsiteX157" fmla="*/ 1427026 w 1495787"/>
                <a:gd name="connsiteY157" fmla="*/ 1375918 h 1435388"/>
                <a:gd name="connsiteX158" fmla="*/ 1426771 w 1495787"/>
                <a:gd name="connsiteY158" fmla="*/ 1378409 h 1435388"/>
                <a:gd name="connsiteX159" fmla="*/ 1423759 w 1495787"/>
                <a:gd name="connsiteY159" fmla="*/ 1386772 h 1435388"/>
                <a:gd name="connsiteX160" fmla="*/ 1429110 w 1495787"/>
                <a:gd name="connsiteY160" fmla="*/ 1402711 h 1435388"/>
                <a:gd name="connsiteX161" fmla="*/ 1430279 w 1495787"/>
                <a:gd name="connsiteY161" fmla="*/ 1416311 h 1435388"/>
                <a:gd name="connsiteX162" fmla="*/ 1423238 w 1495787"/>
                <a:gd name="connsiteY162" fmla="*/ 1425970 h 1435388"/>
                <a:gd name="connsiteX163" fmla="*/ 1409282 w 1495787"/>
                <a:gd name="connsiteY163" fmla="*/ 1435389 h 1435388"/>
                <a:gd name="connsiteX164" fmla="*/ 1347155 w 1495787"/>
                <a:gd name="connsiteY164" fmla="*/ 1419450 h 1435388"/>
                <a:gd name="connsiteX165" fmla="*/ 1321442 w 1495787"/>
                <a:gd name="connsiteY165" fmla="*/ 1411087 h 1435388"/>
                <a:gd name="connsiteX166" fmla="*/ 1313218 w 1495787"/>
                <a:gd name="connsiteY166" fmla="*/ 1389391 h 1435388"/>
                <a:gd name="connsiteX167" fmla="*/ 1312964 w 1495787"/>
                <a:gd name="connsiteY167" fmla="*/ 1379044 h 1435388"/>
                <a:gd name="connsiteX168" fmla="*/ 1291166 w 1495787"/>
                <a:gd name="connsiteY168" fmla="*/ 1356840 h 1435388"/>
                <a:gd name="connsiteX169" fmla="*/ 1273677 w 1495787"/>
                <a:gd name="connsiteY169" fmla="*/ 1297102 h 1435388"/>
                <a:gd name="connsiteX170" fmla="*/ 1254370 w 1495787"/>
                <a:gd name="connsiteY170" fmla="*/ 1243515 h 1435388"/>
                <a:gd name="connsiteX171" fmla="*/ 1248625 w 1495787"/>
                <a:gd name="connsiteY171" fmla="*/ 1218553 h 1435388"/>
                <a:gd name="connsiteX172" fmla="*/ 1244965 w 1495787"/>
                <a:gd name="connsiteY172" fmla="*/ 1210050 h 1435388"/>
                <a:gd name="connsiteX173" fmla="*/ 1230221 w 1495787"/>
                <a:gd name="connsiteY173" fmla="*/ 1181032 h 1435388"/>
                <a:gd name="connsiteX174" fmla="*/ 1223700 w 1495787"/>
                <a:gd name="connsiteY174" fmla="*/ 1159349 h 1435388"/>
                <a:gd name="connsiteX175" fmla="*/ 1222137 w 1495787"/>
                <a:gd name="connsiteY175" fmla="*/ 1132543 h 1435388"/>
                <a:gd name="connsiteX176" fmla="*/ 1213659 w 1495787"/>
                <a:gd name="connsiteY176" fmla="*/ 1116464 h 1435388"/>
                <a:gd name="connsiteX177" fmla="*/ 1204648 w 1495787"/>
                <a:gd name="connsiteY177" fmla="*/ 1099077 h 1435388"/>
                <a:gd name="connsiteX178" fmla="*/ 1189777 w 1495787"/>
                <a:gd name="connsiteY178" fmla="*/ 1086011 h 1435388"/>
                <a:gd name="connsiteX179" fmla="*/ 1186510 w 1495787"/>
                <a:gd name="connsiteY179" fmla="*/ 1036619 h 1435388"/>
                <a:gd name="connsiteX180" fmla="*/ 1106640 w 1495787"/>
                <a:gd name="connsiteY180" fmla="*/ 992565 h 1435388"/>
                <a:gd name="connsiteX181" fmla="*/ 1074025 w 1495787"/>
                <a:gd name="connsiteY181" fmla="*/ 1036619 h 1435388"/>
                <a:gd name="connsiteX182" fmla="*/ 1045694 w 1495787"/>
                <a:gd name="connsiteY182" fmla="*/ 1035564 h 1435388"/>
                <a:gd name="connsiteX183" fmla="*/ 1047143 w 1495787"/>
                <a:gd name="connsiteY183" fmla="*/ 1025510 h 1435388"/>
                <a:gd name="connsiteX184" fmla="*/ 1045173 w 1495787"/>
                <a:gd name="connsiteY184" fmla="*/ 1019358 h 1435388"/>
                <a:gd name="connsiteX185" fmla="*/ 1031471 w 1495787"/>
                <a:gd name="connsiteY185" fmla="*/ 975051 h 1435388"/>
                <a:gd name="connsiteX186" fmla="*/ 1020769 w 1495787"/>
                <a:gd name="connsiteY186" fmla="*/ 926815 h 1435388"/>
                <a:gd name="connsiteX187" fmla="*/ 1015939 w 1495787"/>
                <a:gd name="connsiteY187" fmla="*/ 917283 h 1435388"/>
                <a:gd name="connsiteX188" fmla="*/ 1004589 w 1495787"/>
                <a:gd name="connsiteY188" fmla="*/ 902641 h 1435388"/>
                <a:gd name="connsiteX189" fmla="*/ 996493 w 1495787"/>
                <a:gd name="connsiteY189" fmla="*/ 897531 h 1435388"/>
                <a:gd name="connsiteX190" fmla="*/ 991015 w 1495787"/>
                <a:gd name="connsiteY190" fmla="*/ 898586 h 1435388"/>
                <a:gd name="connsiteX191" fmla="*/ 992845 w 1495787"/>
                <a:gd name="connsiteY191" fmla="*/ 904865 h 1435388"/>
                <a:gd name="connsiteX192" fmla="*/ 987621 w 1495787"/>
                <a:gd name="connsiteY192" fmla="*/ 908004 h 1435388"/>
                <a:gd name="connsiteX193" fmla="*/ 984367 w 1495787"/>
                <a:gd name="connsiteY193" fmla="*/ 928391 h 1435388"/>
                <a:gd name="connsiteX194" fmla="*/ 989972 w 1495787"/>
                <a:gd name="connsiteY194" fmla="*/ 960154 h 1435388"/>
                <a:gd name="connsiteX195" fmla="*/ 1001590 w 1495787"/>
                <a:gd name="connsiteY195" fmla="*/ 1012431 h 1435388"/>
                <a:gd name="connsiteX196" fmla="*/ 1003153 w 1495787"/>
                <a:gd name="connsiteY196" fmla="*/ 1019485 h 1435388"/>
                <a:gd name="connsiteX197" fmla="*/ 1008123 w 1495787"/>
                <a:gd name="connsiteY197" fmla="*/ 1042618 h 1435388"/>
                <a:gd name="connsiteX198" fmla="*/ 1013982 w 1495787"/>
                <a:gd name="connsiteY198" fmla="*/ 1049685 h 1435388"/>
                <a:gd name="connsiteX199" fmla="*/ 1015813 w 1495787"/>
                <a:gd name="connsiteY199" fmla="*/ 1062751 h 1435388"/>
                <a:gd name="connsiteX200" fmla="*/ 1029120 w 1495787"/>
                <a:gd name="connsiteY200" fmla="*/ 1097272 h 1435388"/>
                <a:gd name="connsiteX201" fmla="*/ 1005110 w 1495787"/>
                <a:gd name="connsiteY201" fmla="*/ 1111901 h 1435388"/>
                <a:gd name="connsiteX202" fmla="*/ 997802 w 1495787"/>
                <a:gd name="connsiteY202" fmla="*/ 1175948 h 1435388"/>
                <a:gd name="connsiteX203" fmla="*/ 941432 w 1495787"/>
                <a:gd name="connsiteY203" fmla="*/ 1188620 h 1435388"/>
                <a:gd name="connsiteX204" fmla="*/ 935954 w 1495787"/>
                <a:gd name="connsiteY204" fmla="*/ 1177905 h 1435388"/>
                <a:gd name="connsiteX205" fmla="*/ 922126 w 1495787"/>
                <a:gd name="connsiteY205" fmla="*/ 1159349 h 1435388"/>
                <a:gd name="connsiteX206" fmla="*/ 900060 w 1495787"/>
                <a:gd name="connsiteY206" fmla="*/ 1136737 h 1435388"/>
                <a:gd name="connsiteX207" fmla="*/ 948601 w 1495787"/>
                <a:gd name="connsiteY207" fmla="*/ 1118053 h 1435388"/>
                <a:gd name="connsiteX208" fmla="*/ 947432 w 1495787"/>
                <a:gd name="connsiteY208" fmla="*/ 1102750 h 1435388"/>
                <a:gd name="connsiteX209" fmla="*/ 937772 w 1495787"/>
                <a:gd name="connsiteY209" fmla="*/ 1094641 h 1435388"/>
                <a:gd name="connsiteX210" fmla="*/ 873039 w 1495787"/>
                <a:gd name="connsiteY210" fmla="*/ 1113465 h 1435388"/>
                <a:gd name="connsiteX211" fmla="*/ 847084 w 1495787"/>
                <a:gd name="connsiteY211" fmla="*/ 1125095 h 1435388"/>
                <a:gd name="connsiteX212" fmla="*/ 835861 w 1495787"/>
                <a:gd name="connsiteY212" fmla="*/ 1131373 h 1435388"/>
                <a:gd name="connsiteX213" fmla="*/ 804797 w 1495787"/>
                <a:gd name="connsiteY213" fmla="*/ 1122222 h 1435388"/>
                <a:gd name="connsiteX214" fmla="*/ 798925 w 1495787"/>
                <a:gd name="connsiteY214" fmla="*/ 1109423 h 1435388"/>
                <a:gd name="connsiteX215" fmla="*/ 786520 w 1495787"/>
                <a:gd name="connsiteY215" fmla="*/ 1078575 h 1435388"/>
                <a:gd name="connsiteX216" fmla="*/ 762257 w 1495787"/>
                <a:gd name="connsiteY216" fmla="*/ 1067860 h 1435388"/>
                <a:gd name="connsiteX217" fmla="*/ 730812 w 1495787"/>
                <a:gd name="connsiteY217" fmla="*/ 1091501 h 1435388"/>
                <a:gd name="connsiteX218" fmla="*/ 698439 w 1495787"/>
                <a:gd name="connsiteY218" fmla="*/ 1090459 h 1435388"/>
                <a:gd name="connsiteX219" fmla="*/ 698184 w 1495787"/>
                <a:gd name="connsiteY219" fmla="*/ 1100539 h 1435388"/>
                <a:gd name="connsiteX220" fmla="*/ 711746 w 1495787"/>
                <a:gd name="connsiteY220" fmla="*/ 1116871 h 1435388"/>
                <a:gd name="connsiteX221" fmla="*/ 615822 w 1495787"/>
                <a:gd name="connsiteY221" fmla="*/ 1124840 h 1435388"/>
                <a:gd name="connsiteX222" fmla="*/ 611526 w 1495787"/>
                <a:gd name="connsiteY222" fmla="*/ 1071508 h 1435388"/>
                <a:gd name="connsiteX223" fmla="*/ 593122 w 1495787"/>
                <a:gd name="connsiteY223" fmla="*/ 1044715 h 1435388"/>
                <a:gd name="connsiteX224" fmla="*/ 578251 w 1495787"/>
                <a:gd name="connsiteY224" fmla="*/ 1019231 h 1435388"/>
                <a:gd name="connsiteX225" fmla="*/ 482734 w 1495787"/>
                <a:gd name="connsiteY225" fmla="*/ 1034776 h 1435388"/>
                <a:gd name="connsiteX226" fmla="*/ 505155 w 1495787"/>
                <a:gd name="connsiteY226" fmla="*/ 1095035 h 1435388"/>
                <a:gd name="connsiteX227" fmla="*/ 448925 w 1495787"/>
                <a:gd name="connsiteY227" fmla="*/ 1150858 h 1435388"/>
                <a:gd name="connsiteX228" fmla="*/ 426224 w 1495787"/>
                <a:gd name="connsiteY228" fmla="*/ 1145494 h 1435388"/>
                <a:gd name="connsiteX229" fmla="*/ 370223 w 1495787"/>
                <a:gd name="connsiteY229" fmla="*/ 1131246 h 1435388"/>
                <a:gd name="connsiteX230" fmla="*/ 256950 w 1495787"/>
                <a:gd name="connsiteY230" fmla="*/ 1155548 h 1435388"/>
                <a:gd name="connsiteX231" fmla="*/ 234516 w 1495787"/>
                <a:gd name="connsiteY231" fmla="*/ 1098950 h 1435388"/>
                <a:gd name="connsiteX232" fmla="*/ 228758 w 1495787"/>
                <a:gd name="connsiteY232" fmla="*/ 1063552 h 1435388"/>
                <a:gd name="connsiteX233" fmla="*/ 235291 w 1495787"/>
                <a:gd name="connsiteY233" fmla="*/ 1060654 h 1435388"/>
                <a:gd name="connsiteX234" fmla="*/ 246642 w 1495787"/>
                <a:gd name="connsiteY234" fmla="*/ 1054794 h 1435388"/>
                <a:gd name="connsiteX235" fmla="*/ 261652 w 1495787"/>
                <a:gd name="connsiteY235" fmla="*/ 1038182 h 1435388"/>
                <a:gd name="connsiteX236" fmla="*/ 267258 w 1495787"/>
                <a:gd name="connsiteY236" fmla="*/ 1029158 h 1435388"/>
                <a:gd name="connsiteX237" fmla="*/ 268300 w 1495787"/>
                <a:gd name="connsiteY237" fmla="*/ 1010220 h 1435388"/>
                <a:gd name="connsiteX238" fmla="*/ 278099 w 1495787"/>
                <a:gd name="connsiteY238" fmla="*/ 994929 h 1435388"/>
                <a:gd name="connsiteX239" fmla="*/ 282014 w 1495787"/>
                <a:gd name="connsiteY239" fmla="*/ 990608 h 1435388"/>
                <a:gd name="connsiteX240" fmla="*/ 299758 w 1495787"/>
                <a:gd name="connsiteY240" fmla="*/ 943949 h 1435388"/>
                <a:gd name="connsiteX241" fmla="*/ 324288 w 1495787"/>
                <a:gd name="connsiteY241" fmla="*/ 929040 h 1435388"/>
                <a:gd name="connsiteX242" fmla="*/ 341523 w 1495787"/>
                <a:gd name="connsiteY242" fmla="*/ 929167 h 1435388"/>
                <a:gd name="connsiteX243" fmla="*/ 354170 w 1495787"/>
                <a:gd name="connsiteY243" fmla="*/ 927349 h 1435388"/>
                <a:gd name="connsiteX244" fmla="*/ 363448 w 1495787"/>
                <a:gd name="connsiteY244" fmla="*/ 919367 h 1435388"/>
                <a:gd name="connsiteX245" fmla="*/ 363448 w 1495787"/>
                <a:gd name="connsiteY245" fmla="*/ 911525 h 1435388"/>
                <a:gd name="connsiteX246" fmla="*/ 374799 w 1495787"/>
                <a:gd name="connsiteY246" fmla="*/ 901725 h 1435388"/>
                <a:gd name="connsiteX247" fmla="*/ 374278 w 1495787"/>
                <a:gd name="connsiteY247" fmla="*/ 895713 h 1435388"/>
                <a:gd name="connsiteX248" fmla="*/ 371532 w 1495787"/>
                <a:gd name="connsiteY248" fmla="*/ 885380 h 1435388"/>
                <a:gd name="connsiteX249" fmla="*/ 378065 w 1495787"/>
                <a:gd name="connsiteY249" fmla="*/ 866950 h 1435388"/>
                <a:gd name="connsiteX250" fmla="*/ 392936 w 1495787"/>
                <a:gd name="connsiteY250" fmla="*/ 842254 h 1435388"/>
                <a:gd name="connsiteX251" fmla="*/ 411468 w 1495787"/>
                <a:gd name="connsiteY251" fmla="*/ 850618 h 1435388"/>
                <a:gd name="connsiteX252" fmla="*/ 416170 w 1495787"/>
                <a:gd name="connsiteY252" fmla="*/ 854278 h 1435388"/>
                <a:gd name="connsiteX253" fmla="*/ 445798 w 1495787"/>
                <a:gd name="connsiteY253" fmla="*/ 860290 h 1435388"/>
                <a:gd name="connsiteX254" fmla="*/ 476328 w 1495787"/>
                <a:gd name="connsiteY254" fmla="*/ 862120 h 1435388"/>
                <a:gd name="connsiteX255" fmla="*/ 478005 w 1495787"/>
                <a:gd name="connsiteY255" fmla="*/ 908004 h 1435388"/>
                <a:gd name="connsiteX256" fmla="*/ 508688 w 1495787"/>
                <a:gd name="connsiteY256" fmla="*/ 896235 h 1435388"/>
                <a:gd name="connsiteX257" fmla="*/ 565337 w 1495787"/>
                <a:gd name="connsiteY257" fmla="*/ 861587 h 1435388"/>
                <a:gd name="connsiteX258" fmla="*/ 583869 w 1495787"/>
                <a:gd name="connsiteY258" fmla="*/ 855053 h 1435388"/>
                <a:gd name="connsiteX259" fmla="*/ 605514 w 1495787"/>
                <a:gd name="connsiteY259" fmla="*/ 809970 h 1435388"/>
                <a:gd name="connsiteX260" fmla="*/ 620004 w 1495787"/>
                <a:gd name="connsiteY260" fmla="*/ 769056 h 1435388"/>
                <a:gd name="connsiteX261" fmla="*/ 627833 w 1495787"/>
                <a:gd name="connsiteY261" fmla="*/ 765142 h 1435388"/>
                <a:gd name="connsiteX262" fmla="*/ 631888 w 1495787"/>
                <a:gd name="connsiteY262" fmla="*/ 756397 h 1435388"/>
                <a:gd name="connsiteX263" fmla="*/ 636705 w 1495787"/>
                <a:gd name="connsiteY263" fmla="*/ 746318 h 1435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Lst>
              <a:rect l="l" t="t" r="r" b="b"/>
              <a:pathLst>
                <a:path w="1495787" h="1435388">
                  <a:moveTo>
                    <a:pt x="636705" y="746318"/>
                  </a:moveTo>
                  <a:lnTo>
                    <a:pt x="643632" y="711416"/>
                  </a:lnTo>
                  <a:lnTo>
                    <a:pt x="636070" y="680453"/>
                  </a:lnTo>
                  <a:lnTo>
                    <a:pt x="634227" y="673247"/>
                  </a:lnTo>
                  <a:lnTo>
                    <a:pt x="601866" y="675204"/>
                  </a:lnTo>
                  <a:lnTo>
                    <a:pt x="598219" y="653127"/>
                  </a:lnTo>
                  <a:lnTo>
                    <a:pt x="594164" y="636133"/>
                  </a:lnTo>
                  <a:lnTo>
                    <a:pt x="519657" y="595486"/>
                  </a:lnTo>
                  <a:lnTo>
                    <a:pt x="544848" y="576141"/>
                  </a:lnTo>
                  <a:lnTo>
                    <a:pt x="554101" y="575213"/>
                  </a:lnTo>
                  <a:lnTo>
                    <a:pt x="542751" y="522682"/>
                  </a:lnTo>
                  <a:lnTo>
                    <a:pt x="527995" y="484640"/>
                  </a:lnTo>
                  <a:lnTo>
                    <a:pt x="491974" y="496283"/>
                  </a:lnTo>
                  <a:lnTo>
                    <a:pt x="479721" y="469477"/>
                  </a:lnTo>
                  <a:lnTo>
                    <a:pt x="458178" y="476162"/>
                  </a:lnTo>
                  <a:lnTo>
                    <a:pt x="469274" y="406358"/>
                  </a:lnTo>
                  <a:lnTo>
                    <a:pt x="386403" y="408569"/>
                  </a:lnTo>
                  <a:lnTo>
                    <a:pt x="386022" y="386886"/>
                  </a:lnTo>
                  <a:lnTo>
                    <a:pt x="367084" y="356953"/>
                  </a:lnTo>
                  <a:lnTo>
                    <a:pt x="364491" y="346633"/>
                  </a:lnTo>
                  <a:lnTo>
                    <a:pt x="327173" y="324542"/>
                  </a:lnTo>
                  <a:lnTo>
                    <a:pt x="328978" y="296173"/>
                  </a:lnTo>
                  <a:lnTo>
                    <a:pt x="302376" y="293695"/>
                  </a:lnTo>
                  <a:lnTo>
                    <a:pt x="279917" y="258932"/>
                  </a:lnTo>
                  <a:lnTo>
                    <a:pt x="241557" y="263495"/>
                  </a:lnTo>
                  <a:lnTo>
                    <a:pt x="239079" y="320221"/>
                  </a:lnTo>
                  <a:lnTo>
                    <a:pt x="189738" y="373044"/>
                  </a:lnTo>
                  <a:lnTo>
                    <a:pt x="171995" y="368062"/>
                  </a:lnTo>
                  <a:lnTo>
                    <a:pt x="155433" y="376692"/>
                  </a:lnTo>
                  <a:lnTo>
                    <a:pt x="152802" y="366359"/>
                  </a:lnTo>
                  <a:lnTo>
                    <a:pt x="158153" y="354475"/>
                  </a:lnTo>
                  <a:lnTo>
                    <a:pt x="152294" y="310154"/>
                  </a:lnTo>
                  <a:lnTo>
                    <a:pt x="71508" y="290543"/>
                  </a:lnTo>
                  <a:lnTo>
                    <a:pt x="40978" y="272125"/>
                  </a:lnTo>
                  <a:lnTo>
                    <a:pt x="0" y="247163"/>
                  </a:lnTo>
                  <a:lnTo>
                    <a:pt x="19841" y="239575"/>
                  </a:lnTo>
                  <a:lnTo>
                    <a:pt x="78956" y="230690"/>
                  </a:lnTo>
                  <a:lnTo>
                    <a:pt x="90306" y="218539"/>
                  </a:lnTo>
                  <a:lnTo>
                    <a:pt x="165602" y="193576"/>
                  </a:lnTo>
                  <a:lnTo>
                    <a:pt x="194441" y="152535"/>
                  </a:lnTo>
                  <a:lnTo>
                    <a:pt x="206312" y="106397"/>
                  </a:lnTo>
                  <a:lnTo>
                    <a:pt x="231110" y="102876"/>
                  </a:lnTo>
                  <a:lnTo>
                    <a:pt x="249387" y="117125"/>
                  </a:lnTo>
                  <a:lnTo>
                    <a:pt x="272482" y="114760"/>
                  </a:lnTo>
                  <a:lnTo>
                    <a:pt x="296097" y="101161"/>
                  </a:lnTo>
                  <a:lnTo>
                    <a:pt x="343862" y="98822"/>
                  </a:lnTo>
                  <a:lnTo>
                    <a:pt x="370884" y="113184"/>
                  </a:lnTo>
                  <a:lnTo>
                    <a:pt x="397245" y="153971"/>
                  </a:lnTo>
                  <a:lnTo>
                    <a:pt x="392809" y="199855"/>
                  </a:lnTo>
                  <a:lnTo>
                    <a:pt x="411735" y="223102"/>
                  </a:lnTo>
                  <a:lnTo>
                    <a:pt x="443307" y="223102"/>
                  </a:lnTo>
                  <a:lnTo>
                    <a:pt x="457262" y="229902"/>
                  </a:lnTo>
                  <a:lnTo>
                    <a:pt x="487042" y="192915"/>
                  </a:lnTo>
                  <a:lnTo>
                    <a:pt x="505561" y="191619"/>
                  </a:lnTo>
                  <a:lnTo>
                    <a:pt x="593249" y="198940"/>
                  </a:lnTo>
                  <a:lnTo>
                    <a:pt x="620652" y="211752"/>
                  </a:lnTo>
                  <a:lnTo>
                    <a:pt x="669866" y="196589"/>
                  </a:lnTo>
                  <a:lnTo>
                    <a:pt x="697142" y="171626"/>
                  </a:lnTo>
                  <a:lnTo>
                    <a:pt x="727418" y="176316"/>
                  </a:lnTo>
                  <a:lnTo>
                    <a:pt x="748288" y="188086"/>
                  </a:lnTo>
                  <a:lnTo>
                    <a:pt x="772679" y="178540"/>
                  </a:lnTo>
                  <a:lnTo>
                    <a:pt x="787308" y="133190"/>
                  </a:lnTo>
                  <a:lnTo>
                    <a:pt x="803882" y="111761"/>
                  </a:lnTo>
                  <a:lnTo>
                    <a:pt x="830625" y="112015"/>
                  </a:lnTo>
                  <a:lnTo>
                    <a:pt x="851647" y="106397"/>
                  </a:lnTo>
                  <a:lnTo>
                    <a:pt x="850478" y="86404"/>
                  </a:lnTo>
                  <a:lnTo>
                    <a:pt x="874361" y="74240"/>
                  </a:lnTo>
                  <a:lnTo>
                    <a:pt x="897061" y="80379"/>
                  </a:lnTo>
                  <a:lnTo>
                    <a:pt x="947952" y="46532"/>
                  </a:lnTo>
                  <a:lnTo>
                    <a:pt x="965048" y="12431"/>
                  </a:lnTo>
                  <a:lnTo>
                    <a:pt x="995717" y="0"/>
                  </a:lnTo>
                  <a:lnTo>
                    <a:pt x="1019727" y="12812"/>
                  </a:lnTo>
                  <a:lnTo>
                    <a:pt x="1027036" y="39745"/>
                  </a:lnTo>
                  <a:lnTo>
                    <a:pt x="1058226" y="19879"/>
                  </a:lnTo>
                  <a:lnTo>
                    <a:pt x="1102191" y="19091"/>
                  </a:lnTo>
                  <a:lnTo>
                    <a:pt x="1114469" y="27848"/>
                  </a:lnTo>
                  <a:lnTo>
                    <a:pt x="1157404" y="28623"/>
                  </a:lnTo>
                  <a:lnTo>
                    <a:pt x="1176597" y="41181"/>
                  </a:lnTo>
                  <a:lnTo>
                    <a:pt x="1171754" y="77520"/>
                  </a:lnTo>
                  <a:lnTo>
                    <a:pt x="1176190" y="91107"/>
                  </a:lnTo>
                  <a:lnTo>
                    <a:pt x="1214041" y="121294"/>
                  </a:lnTo>
                  <a:lnTo>
                    <a:pt x="1231403" y="139596"/>
                  </a:lnTo>
                  <a:lnTo>
                    <a:pt x="1256327" y="146256"/>
                  </a:lnTo>
                  <a:lnTo>
                    <a:pt x="1305783" y="147438"/>
                  </a:lnTo>
                  <a:lnTo>
                    <a:pt x="1343494" y="159056"/>
                  </a:lnTo>
                  <a:lnTo>
                    <a:pt x="1355366" y="155535"/>
                  </a:lnTo>
                  <a:lnTo>
                    <a:pt x="1362420" y="131233"/>
                  </a:lnTo>
                  <a:lnTo>
                    <a:pt x="1379248" y="124166"/>
                  </a:lnTo>
                  <a:lnTo>
                    <a:pt x="1407706" y="139329"/>
                  </a:lnTo>
                  <a:lnTo>
                    <a:pt x="1434715" y="151480"/>
                  </a:lnTo>
                  <a:lnTo>
                    <a:pt x="1420493" y="170571"/>
                  </a:lnTo>
                  <a:lnTo>
                    <a:pt x="1418929" y="217751"/>
                  </a:lnTo>
                  <a:lnTo>
                    <a:pt x="1383036" y="236308"/>
                  </a:lnTo>
                  <a:lnTo>
                    <a:pt x="1389568" y="254992"/>
                  </a:lnTo>
                  <a:lnTo>
                    <a:pt x="1377951" y="273968"/>
                  </a:lnTo>
                  <a:lnTo>
                    <a:pt x="1368431" y="272253"/>
                  </a:lnTo>
                  <a:lnTo>
                    <a:pt x="1357336" y="268605"/>
                  </a:lnTo>
                  <a:lnTo>
                    <a:pt x="1338677" y="317997"/>
                  </a:lnTo>
                  <a:lnTo>
                    <a:pt x="1306685" y="325330"/>
                  </a:lnTo>
                  <a:lnTo>
                    <a:pt x="1311655" y="412255"/>
                  </a:lnTo>
                  <a:lnTo>
                    <a:pt x="1332030" y="410285"/>
                  </a:lnTo>
                  <a:lnTo>
                    <a:pt x="1336466" y="440993"/>
                  </a:lnTo>
                  <a:lnTo>
                    <a:pt x="1317667" y="454059"/>
                  </a:lnTo>
                  <a:lnTo>
                    <a:pt x="1363602" y="503070"/>
                  </a:lnTo>
                  <a:lnTo>
                    <a:pt x="1345070" y="517064"/>
                  </a:lnTo>
                  <a:lnTo>
                    <a:pt x="1355124" y="549869"/>
                  </a:lnTo>
                  <a:lnTo>
                    <a:pt x="1350548" y="567778"/>
                  </a:lnTo>
                  <a:lnTo>
                    <a:pt x="1362559" y="569608"/>
                  </a:lnTo>
                  <a:lnTo>
                    <a:pt x="1353675" y="640836"/>
                  </a:lnTo>
                  <a:lnTo>
                    <a:pt x="1312837" y="646466"/>
                  </a:lnTo>
                  <a:lnTo>
                    <a:pt x="1313358" y="658223"/>
                  </a:lnTo>
                  <a:lnTo>
                    <a:pt x="1382260" y="670768"/>
                  </a:lnTo>
                  <a:lnTo>
                    <a:pt x="1389048" y="727621"/>
                  </a:lnTo>
                  <a:lnTo>
                    <a:pt x="1390878" y="740433"/>
                  </a:lnTo>
                  <a:lnTo>
                    <a:pt x="1406791" y="751669"/>
                  </a:lnTo>
                  <a:lnTo>
                    <a:pt x="1400665" y="759397"/>
                  </a:lnTo>
                  <a:lnTo>
                    <a:pt x="1404440" y="795989"/>
                  </a:lnTo>
                  <a:lnTo>
                    <a:pt x="1424547" y="839763"/>
                  </a:lnTo>
                  <a:lnTo>
                    <a:pt x="1417112" y="865400"/>
                  </a:lnTo>
                  <a:lnTo>
                    <a:pt x="1458077" y="871399"/>
                  </a:lnTo>
                  <a:lnTo>
                    <a:pt x="1492280" y="850618"/>
                  </a:lnTo>
                  <a:lnTo>
                    <a:pt x="1495788" y="870229"/>
                  </a:lnTo>
                  <a:lnTo>
                    <a:pt x="1475578" y="902513"/>
                  </a:lnTo>
                  <a:lnTo>
                    <a:pt x="1465385" y="904471"/>
                  </a:lnTo>
                  <a:lnTo>
                    <a:pt x="1450234" y="946821"/>
                  </a:lnTo>
                  <a:lnTo>
                    <a:pt x="1422590" y="970081"/>
                  </a:lnTo>
                  <a:lnTo>
                    <a:pt x="1369868" y="980668"/>
                  </a:lnTo>
                  <a:lnTo>
                    <a:pt x="1375994" y="991243"/>
                  </a:lnTo>
                  <a:lnTo>
                    <a:pt x="1385133" y="1014910"/>
                  </a:lnTo>
                  <a:lnTo>
                    <a:pt x="1391386" y="1023667"/>
                  </a:lnTo>
                  <a:lnTo>
                    <a:pt x="1398453" y="1030200"/>
                  </a:lnTo>
                  <a:lnTo>
                    <a:pt x="1399089" y="1035945"/>
                  </a:lnTo>
                  <a:lnTo>
                    <a:pt x="1396737" y="1045490"/>
                  </a:lnTo>
                  <a:lnTo>
                    <a:pt x="1396089" y="1055049"/>
                  </a:lnTo>
                  <a:lnTo>
                    <a:pt x="1398834" y="1062230"/>
                  </a:lnTo>
                  <a:lnTo>
                    <a:pt x="1404973" y="1066272"/>
                  </a:lnTo>
                  <a:lnTo>
                    <a:pt x="1405482" y="1074648"/>
                  </a:lnTo>
                  <a:lnTo>
                    <a:pt x="1400004" y="1082363"/>
                  </a:lnTo>
                  <a:lnTo>
                    <a:pt x="1403804" y="1089938"/>
                  </a:lnTo>
                  <a:lnTo>
                    <a:pt x="1415014" y="1104440"/>
                  </a:lnTo>
                  <a:lnTo>
                    <a:pt x="1416718" y="1107071"/>
                  </a:lnTo>
                  <a:lnTo>
                    <a:pt x="1417874" y="1114113"/>
                  </a:lnTo>
                  <a:lnTo>
                    <a:pt x="1410846" y="1122997"/>
                  </a:lnTo>
                  <a:lnTo>
                    <a:pt x="1409664" y="1136064"/>
                  </a:lnTo>
                  <a:lnTo>
                    <a:pt x="1389568" y="1161433"/>
                  </a:lnTo>
                  <a:lnTo>
                    <a:pt x="1385400" y="1173330"/>
                  </a:lnTo>
                  <a:lnTo>
                    <a:pt x="1388247" y="1189396"/>
                  </a:lnTo>
                  <a:lnTo>
                    <a:pt x="1396089" y="1202207"/>
                  </a:lnTo>
                  <a:lnTo>
                    <a:pt x="1396356" y="1221819"/>
                  </a:lnTo>
                  <a:lnTo>
                    <a:pt x="1409015" y="1265606"/>
                  </a:lnTo>
                  <a:lnTo>
                    <a:pt x="1399622" y="1281557"/>
                  </a:lnTo>
                  <a:lnTo>
                    <a:pt x="1397398" y="1298144"/>
                  </a:lnTo>
                  <a:lnTo>
                    <a:pt x="1400792" y="1315786"/>
                  </a:lnTo>
                  <a:lnTo>
                    <a:pt x="1407820" y="1322319"/>
                  </a:lnTo>
                  <a:lnTo>
                    <a:pt x="1420239" y="1324683"/>
                  </a:lnTo>
                  <a:lnTo>
                    <a:pt x="1427941" y="1348997"/>
                  </a:lnTo>
                  <a:lnTo>
                    <a:pt x="1430279" y="1364288"/>
                  </a:lnTo>
                  <a:lnTo>
                    <a:pt x="1427026" y="1375918"/>
                  </a:lnTo>
                  <a:lnTo>
                    <a:pt x="1426771" y="1378409"/>
                  </a:lnTo>
                  <a:lnTo>
                    <a:pt x="1423759" y="1386772"/>
                  </a:lnTo>
                  <a:lnTo>
                    <a:pt x="1429110" y="1402711"/>
                  </a:lnTo>
                  <a:lnTo>
                    <a:pt x="1430279" y="1416311"/>
                  </a:lnTo>
                  <a:lnTo>
                    <a:pt x="1423238" y="1425970"/>
                  </a:lnTo>
                  <a:lnTo>
                    <a:pt x="1409282" y="1435389"/>
                  </a:lnTo>
                  <a:lnTo>
                    <a:pt x="1347155" y="1419450"/>
                  </a:lnTo>
                  <a:lnTo>
                    <a:pt x="1321442" y="1411087"/>
                  </a:lnTo>
                  <a:lnTo>
                    <a:pt x="1313218" y="1389391"/>
                  </a:lnTo>
                  <a:lnTo>
                    <a:pt x="1312964" y="1379044"/>
                  </a:lnTo>
                  <a:lnTo>
                    <a:pt x="1291166" y="1356840"/>
                  </a:lnTo>
                  <a:lnTo>
                    <a:pt x="1273677" y="1297102"/>
                  </a:lnTo>
                  <a:lnTo>
                    <a:pt x="1254370" y="1243515"/>
                  </a:lnTo>
                  <a:lnTo>
                    <a:pt x="1248625" y="1218553"/>
                  </a:lnTo>
                  <a:lnTo>
                    <a:pt x="1244965" y="1210050"/>
                  </a:lnTo>
                  <a:lnTo>
                    <a:pt x="1230221" y="1181032"/>
                  </a:lnTo>
                  <a:lnTo>
                    <a:pt x="1223700" y="1159349"/>
                  </a:lnTo>
                  <a:lnTo>
                    <a:pt x="1222137" y="1132543"/>
                  </a:lnTo>
                  <a:lnTo>
                    <a:pt x="1213659" y="1116464"/>
                  </a:lnTo>
                  <a:lnTo>
                    <a:pt x="1204648" y="1099077"/>
                  </a:lnTo>
                  <a:lnTo>
                    <a:pt x="1189777" y="1086011"/>
                  </a:lnTo>
                  <a:lnTo>
                    <a:pt x="1186510" y="1036619"/>
                  </a:lnTo>
                  <a:lnTo>
                    <a:pt x="1106640" y="992565"/>
                  </a:lnTo>
                  <a:lnTo>
                    <a:pt x="1074025" y="1036619"/>
                  </a:lnTo>
                  <a:lnTo>
                    <a:pt x="1045694" y="1035564"/>
                  </a:lnTo>
                  <a:lnTo>
                    <a:pt x="1047143" y="1025510"/>
                  </a:lnTo>
                  <a:lnTo>
                    <a:pt x="1045173" y="1019358"/>
                  </a:lnTo>
                  <a:lnTo>
                    <a:pt x="1031471" y="975051"/>
                  </a:lnTo>
                  <a:lnTo>
                    <a:pt x="1020769" y="926815"/>
                  </a:lnTo>
                  <a:lnTo>
                    <a:pt x="1015939" y="917283"/>
                  </a:lnTo>
                  <a:lnTo>
                    <a:pt x="1004589" y="902641"/>
                  </a:lnTo>
                  <a:lnTo>
                    <a:pt x="996493" y="897531"/>
                  </a:lnTo>
                  <a:lnTo>
                    <a:pt x="991015" y="898586"/>
                  </a:lnTo>
                  <a:lnTo>
                    <a:pt x="992845" y="904865"/>
                  </a:lnTo>
                  <a:lnTo>
                    <a:pt x="987621" y="908004"/>
                  </a:lnTo>
                  <a:lnTo>
                    <a:pt x="984367" y="928391"/>
                  </a:lnTo>
                  <a:lnTo>
                    <a:pt x="989972" y="960154"/>
                  </a:lnTo>
                  <a:lnTo>
                    <a:pt x="1001590" y="1012431"/>
                  </a:lnTo>
                  <a:lnTo>
                    <a:pt x="1003153" y="1019485"/>
                  </a:lnTo>
                  <a:lnTo>
                    <a:pt x="1008123" y="1042618"/>
                  </a:lnTo>
                  <a:lnTo>
                    <a:pt x="1013982" y="1049685"/>
                  </a:lnTo>
                  <a:lnTo>
                    <a:pt x="1015813" y="1062751"/>
                  </a:lnTo>
                  <a:lnTo>
                    <a:pt x="1029120" y="1097272"/>
                  </a:lnTo>
                  <a:lnTo>
                    <a:pt x="1005110" y="1111901"/>
                  </a:lnTo>
                  <a:lnTo>
                    <a:pt x="997802" y="1175948"/>
                  </a:lnTo>
                  <a:lnTo>
                    <a:pt x="941432" y="1188620"/>
                  </a:lnTo>
                  <a:lnTo>
                    <a:pt x="935954" y="1177905"/>
                  </a:lnTo>
                  <a:lnTo>
                    <a:pt x="922126" y="1159349"/>
                  </a:lnTo>
                  <a:lnTo>
                    <a:pt x="900060" y="1136737"/>
                  </a:lnTo>
                  <a:lnTo>
                    <a:pt x="948601" y="1118053"/>
                  </a:lnTo>
                  <a:lnTo>
                    <a:pt x="947432" y="1102750"/>
                  </a:lnTo>
                  <a:lnTo>
                    <a:pt x="937772" y="1094641"/>
                  </a:lnTo>
                  <a:lnTo>
                    <a:pt x="873039" y="1113465"/>
                  </a:lnTo>
                  <a:lnTo>
                    <a:pt x="847084" y="1125095"/>
                  </a:lnTo>
                  <a:lnTo>
                    <a:pt x="835861" y="1131373"/>
                  </a:lnTo>
                  <a:lnTo>
                    <a:pt x="804797" y="1122222"/>
                  </a:lnTo>
                  <a:lnTo>
                    <a:pt x="798925" y="1109423"/>
                  </a:lnTo>
                  <a:lnTo>
                    <a:pt x="786520" y="1078575"/>
                  </a:lnTo>
                  <a:lnTo>
                    <a:pt x="762257" y="1067860"/>
                  </a:lnTo>
                  <a:lnTo>
                    <a:pt x="730812" y="1091501"/>
                  </a:lnTo>
                  <a:lnTo>
                    <a:pt x="698439" y="1090459"/>
                  </a:lnTo>
                  <a:lnTo>
                    <a:pt x="698184" y="1100539"/>
                  </a:lnTo>
                  <a:lnTo>
                    <a:pt x="711746" y="1116871"/>
                  </a:lnTo>
                  <a:lnTo>
                    <a:pt x="615822" y="1124840"/>
                  </a:lnTo>
                  <a:lnTo>
                    <a:pt x="611526" y="1071508"/>
                  </a:lnTo>
                  <a:lnTo>
                    <a:pt x="593122" y="1044715"/>
                  </a:lnTo>
                  <a:lnTo>
                    <a:pt x="578251" y="1019231"/>
                  </a:lnTo>
                  <a:lnTo>
                    <a:pt x="482734" y="1034776"/>
                  </a:lnTo>
                  <a:lnTo>
                    <a:pt x="505155" y="1095035"/>
                  </a:lnTo>
                  <a:lnTo>
                    <a:pt x="448925" y="1150858"/>
                  </a:lnTo>
                  <a:lnTo>
                    <a:pt x="426224" y="1145494"/>
                  </a:lnTo>
                  <a:lnTo>
                    <a:pt x="370223" y="1131246"/>
                  </a:lnTo>
                  <a:lnTo>
                    <a:pt x="256950" y="1155548"/>
                  </a:lnTo>
                  <a:lnTo>
                    <a:pt x="234516" y="1098950"/>
                  </a:lnTo>
                  <a:lnTo>
                    <a:pt x="228758" y="1063552"/>
                  </a:lnTo>
                  <a:lnTo>
                    <a:pt x="235291" y="1060654"/>
                  </a:lnTo>
                  <a:lnTo>
                    <a:pt x="246642" y="1054794"/>
                  </a:lnTo>
                  <a:lnTo>
                    <a:pt x="261652" y="1038182"/>
                  </a:lnTo>
                  <a:lnTo>
                    <a:pt x="267258" y="1029158"/>
                  </a:lnTo>
                  <a:lnTo>
                    <a:pt x="268300" y="1010220"/>
                  </a:lnTo>
                  <a:lnTo>
                    <a:pt x="278099" y="994929"/>
                  </a:lnTo>
                  <a:lnTo>
                    <a:pt x="282014" y="990608"/>
                  </a:lnTo>
                  <a:lnTo>
                    <a:pt x="299758" y="943949"/>
                  </a:lnTo>
                  <a:lnTo>
                    <a:pt x="324288" y="929040"/>
                  </a:lnTo>
                  <a:lnTo>
                    <a:pt x="341523" y="929167"/>
                  </a:lnTo>
                  <a:lnTo>
                    <a:pt x="354170" y="927349"/>
                  </a:lnTo>
                  <a:lnTo>
                    <a:pt x="363448" y="919367"/>
                  </a:lnTo>
                  <a:lnTo>
                    <a:pt x="363448" y="911525"/>
                  </a:lnTo>
                  <a:lnTo>
                    <a:pt x="374799" y="901725"/>
                  </a:lnTo>
                  <a:lnTo>
                    <a:pt x="374278" y="895713"/>
                  </a:lnTo>
                  <a:lnTo>
                    <a:pt x="371532" y="885380"/>
                  </a:lnTo>
                  <a:lnTo>
                    <a:pt x="378065" y="866950"/>
                  </a:lnTo>
                  <a:lnTo>
                    <a:pt x="392936" y="842254"/>
                  </a:lnTo>
                  <a:lnTo>
                    <a:pt x="411468" y="850618"/>
                  </a:lnTo>
                  <a:lnTo>
                    <a:pt x="416170" y="854278"/>
                  </a:lnTo>
                  <a:lnTo>
                    <a:pt x="445798" y="860290"/>
                  </a:lnTo>
                  <a:lnTo>
                    <a:pt x="476328" y="862120"/>
                  </a:lnTo>
                  <a:lnTo>
                    <a:pt x="478005" y="908004"/>
                  </a:lnTo>
                  <a:lnTo>
                    <a:pt x="508688" y="896235"/>
                  </a:lnTo>
                  <a:lnTo>
                    <a:pt x="565337" y="861587"/>
                  </a:lnTo>
                  <a:lnTo>
                    <a:pt x="583869" y="855053"/>
                  </a:lnTo>
                  <a:lnTo>
                    <a:pt x="605514" y="809970"/>
                  </a:lnTo>
                  <a:lnTo>
                    <a:pt x="620004" y="769056"/>
                  </a:lnTo>
                  <a:lnTo>
                    <a:pt x="627833" y="765142"/>
                  </a:lnTo>
                  <a:lnTo>
                    <a:pt x="631888" y="756397"/>
                  </a:lnTo>
                  <a:lnTo>
                    <a:pt x="636705" y="746318"/>
                  </a:lnTo>
                  <a:close/>
                </a:path>
              </a:pathLst>
            </a:custGeom>
            <a:solidFill>
              <a:srgbClr val="FFFFFF"/>
            </a:solidFill>
            <a:ln w="12700" cap="flat">
              <a:noFill/>
              <a:prstDash val="solid"/>
              <a:miter/>
            </a:ln>
          </p:spPr>
          <p:txBody>
            <a:bodyPr rtlCol="0" anchor="ctr"/>
            <a:lstStyle/>
            <a:p>
              <a:endParaRPr lang="de-CH"/>
            </a:p>
          </p:txBody>
        </p:sp>
        <p:sp>
          <p:nvSpPr>
            <p:cNvPr id="119" name="Freihandform: Form 118">
              <a:extLst>
                <a:ext uri="{FF2B5EF4-FFF2-40B4-BE49-F238E27FC236}">
                  <a16:creationId xmlns:a16="http://schemas.microsoft.com/office/drawing/2014/main" id="{779A1DF3-6005-1B29-93D7-9AD35DF55E26}"/>
                </a:ext>
              </a:extLst>
            </p:cNvPr>
            <p:cNvSpPr/>
            <p:nvPr/>
          </p:nvSpPr>
          <p:spPr>
            <a:xfrm>
              <a:off x="5083081" y="1054595"/>
              <a:ext cx="1495787" cy="1435388"/>
            </a:xfrm>
            <a:custGeom>
              <a:avLst/>
              <a:gdLst>
                <a:gd name="connsiteX0" fmla="*/ 636705 w 1495787"/>
                <a:gd name="connsiteY0" fmla="*/ 746318 h 1435388"/>
                <a:gd name="connsiteX1" fmla="*/ 643632 w 1495787"/>
                <a:gd name="connsiteY1" fmla="*/ 711416 h 1435388"/>
                <a:gd name="connsiteX2" fmla="*/ 636070 w 1495787"/>
                <a:gd name="connsiteY2" fmla="*/ 680453 h 1435388"/>
                <a:gd name="connsiteX3" fmla="*/ 634227 w 1495787"/>
                <a:gd name="connsiteY3" fmla="*/ 673247 h 1435388"/>
                <a:gd name="connsiteX4" fmla="*/ 601866 w 1495787"/>
                <a:gd name="connsiteY4" fmla="*/ 675204 h 1435388"/>
                <a:gd name="connsiteX5" fmla="*/ 598219 w 1495787"/>
                <a:gd name="connsiteY5" fmla="*/ 653127 h 1435388"/>
                <a:gd name="connsiteX6" fmla="*/ 594164 w 1495787"/>
                <a:gd name="connsiteY6" fmla="*/ 636133 h 1435388"/>
                <a:gd name="connsiteX7" fmla="*/ 519657 w 1495787"/>
                <a:gd name="connsiteY7" fmla="*/ 595486 h 1435388"/>
                <a:gd name="connsiteX8" fmla="*/ 544848 w 1495787"/>
                <a:gd name="connsiteY8" fmla="*/ 576141 h 1435388"/>
                <a:gd name="connsiteX9" fmla="*/ 554101 w 1495787"/>
                <a:gd name="connsiteY9" fmla="*/ 575213 h 1435388"/>
                <a:gd name="connsiteX10" fmla="*/ 542751 w 1495787"/>
                <a:gd name="connsiteY10" fmla="*/ 522682 h 1435388"/>
                <a:gd name="connsiteX11" fmla="*/ 527995 w 1495787"/>
                <a:gd name="connsiteY11" fmla="*/ 484640 h 1435388"/>
                <a:gd name="connsiteX12" fmla="*/ 491974 w 1495787"/>
                <a:gd name="connsiteY12" fmla="*/ 496283 h 1435388"/>
                <a:gd name="connsiteX13" fmla="*/ 479721 w 1495787"/>
                <a:gd name="connsiteY13" fmla="*/ 469477 h 1435388"/>
                <a:gd name="connsiteX14" fmla="*/ 458178 w 1495787"/>
                <a:gd name="connsiteY14" fmla="*/ 476162 h 1435388"/>
                <a:gd name="connsiteX15" fmla="*/ 469274 w 1495787"/>
                <a:gd name="connsiteY15" fmla="*/ 406358 h 1435388"/>
                <a:gd name="connsiteX16" fmla="*/ 386403 w 1495787"/>
                <a:gd name="connsiteY16" fmla="*/ 408569 h 1435388"/>
                <a:gd name="connsiteX17" fmla="*/ 386022 w 1495787"/>
                <a:gd name="connsiteY17" fmla="*/ 386886 h 1435388"/>
                <a:gd name="connsiteX18" fmla="*/ 367084 w 1495787"/>
                <a:gd name="connsiteY18" fmla="*/ 356953 h 1435388"/>
                <a:gd name="connsiteX19" fmla="*/ 364491 w 1495787"/>
                <a:gd name="connsiteY19" fmla="*/ 346633 h 1435388"/>
                <a:gd name="connsiteX20" fmla="*/ 327173 w 1495787"/>
                <a:gd name="connsiteY20" fmla="*/ 324542 h 1435388"/>
                <a:gd name="connsiteX21" fmla="*/ 328978 w 1495787"/>
                <a:gd name="connsiteY21" fmla="*/ 296173 h 1435388"/>
                <a:gd name="connsiteX22" fmla="*/ 302376 w 1495787"/>
                <a:gd name="connsiteY22" fmla="*/ 293695 h 1435388"/>
                <a:gd name="connsiteX23" fmla="*/ 279917 w 1495787"/>
                <a:gd name="connsiteY23" fmla="*/ 258932 h 1435388"/>
                <a:gd name="connsiteX24" fmla="*/ 241557 w 1495787"/>
                <a:gd name="connsiteY24" fmla="*/ 263495 h 1435388"/>
                <a:gd name="connsiteX25" fmla="*/ 239079 w 1495787"/>
                <a:gd name="connsiteY25" fmla="*/ 320221 h 1435388"/>
                <a:gd name="connsiteX26" fmla="*/ 189738 w 1495787"/>
                <a:gd name="connsiteY26" fmla="*/ 373044 h 1435388"/>
                <a:gd name="connsiteX27" fmla="*/ 171995 w 1495787"/>
                <a:gd name="connsiteY27" fmla="*/ 368062 h 1435388"/>
                <a:gd name="connsiteX28" fmla="*/ 155433 w 1495787"/>
                <a:gd name="connsiteY28" fmla="*/ 376692 h 1435388"/>
                <a:gd name="connsiteX29" fmla="*/ 152802 w 1495787"/>
                <a:gd name="connsiteY29" fmla="*/ 366359 h 1435388"/>
                <a:gd name="connsiteX30" fmla="*/ 158153 w 1495787"/>
                <a:gd name="connsiteY30" fmla="*/ 354475 h 1435388"/>
                <a:gd name="connsiteX31" fmla="*/ 152294 w 1495787"/>
                <a:gd name="connsiteY31" fmla="*/ 310154 h 1435388"/>
                <a:gd name="connsiteX32" fmla="*/ 71508 w 1495787"/>
                <a:gd name="connsiteY32" fmla="*/ 290543 h 1435388"/>
                <a:gd name="connsiteX33" fmla="*/ 40978 w 1495787"/>
                <a:gd name="connsiteY33" fmla="*/ 272125 h 1435388"/>
                <a:gd name="connsiteX34" fmla="*/ 0 w 1495787"/>
                <a:gd name="connsiteY34" fmla="*/ 247163 h 1435388"/>
                <a:gd name="connsiteX35" fmla="*/ 19841 w 1495787"/>
                <a:gd name="connsiteY35" fmla="*/ 239575 h 1435388"/>
                <a:gd name="connsiteX36" fmla="*/ 78956 w 1495787"/>
                <a:gd name="connsiteY36" fmla="*/ 230690 h 1435388"/>
                <a:gd name="connsiteX37" fmla="*/ 90306 w 1495787"/>
                <a:gd name="connsiteY37" fmla="*/ 218539 h 1435388"/>
                <a:gd name="connsiteX38" fmla="*/ 165602 w 1495787"/>
                <a:gd name="connsiteY38" fmla="*/ 193576 h 1435388"/>
                <a:gd name="connsiteX39" fmla="*/ 194441 w 1495787"/>
                <a:gd name="connsiteY39" fmla="*/ 152535 h 1435388"/>
                <a:gd name="connsiteX40" fmla="*/ 206312 w 1495787"/>
                <a:gd name="connsiteY40" fmla="*/ 106397 h 1435388"/>
                <a:gd name="connsiteX41" fmla="*/ 231110 w 1495787"/>
                <a:gd name="connsiteY41" fmla="*/ 102876 h 1435388"/>
                <a:gd name="connsiteX42" fmla="*/ 249387 w 1495787"/>
                <a:gd name="connsiteY42" fmla="*/ 117125 h 1435388"/>
                <a:gd name="connsiteX43" fmla="*/ 272482 w 1495787"/>
                <a:gd name="connsiteY43" fmla="*/ 114760 h 1435388"/>
                <a:gd name="connsiteX44" fmla="*/ 296097 w 1495787"/>
                <a:gd name="connsiteY44" fmla="*/ 101161 h 1435388"/>
                <a:gd name="connsiteX45" fmla="*/ 343862 w 1495787"/>
                <a:gd name="connsiteY45" fmla="*/ 98822 h 1435388"/>
                <a:gd name="connsiteX46" fmla="*/ 370884 w 1495787"/>
                <a:gd name="connsiteY46" fmla="*/ 113184 h 1435388"/>
                <a:gd name="connsiteX47" fmla="*/ 397245 w 1495787"/>
                <a:gd name="connsiteY47" fmla="*/ 153971 h 1435388"/>
                <a:gd name="connsiteX48" fmla="*/ 392809 w 1495787"/>
                <a:gd name="connsiteY48" fmla="*/ 199855 h 1435388"/>
                <a:gd name="connsiteX49" fmla="*/ 411735 w 1495787"/>
                <a:gd name="connsiteY49" fmla="*/ 223102 h 1435388"/>
                <a:gd name="connsiteX50" fmla="*/ 443307 w 1495787"/>
                <a:gd name="connsiteY50" fmla="*/ 223102 h 1435388"/>
                <a:gd name="connsiteX51" fmla="*/ 457262 w 1495787"/>
                <a:gd name="connsiteY51" fmla="*/ 229902 h 1435388"/>
                <a:gd name="connsiteX52" fmla="*/ 487042 w 1495787"/>
                <a:gd name="connsiteY52" fmla="*/ 192915 h 1435388"/>
                <a:gd name="connsiteX53" fmla="*/ 505561 w 1495787"/>
                <a:gd name="connsiteY53" fmla="*/ 191619 h 1435388"/>
                <a:gd name="connsiteX54" fmla="*/ 593249 w 1495787"/>
                <a:gd name="connsiteY54" fmla="*/ 198940 h 1435388"/>
                <a:gd name="connsiteX55" fmla="*/ 620652 w 1495787"/>
                <a:gd name="connsiteY55" fmla="*/ 211752 h 1435388"/>
                <a:gd name="connsiteX56" fmla="*/ 669866 w 1495787"/>
                <a:gd name="connsiteY56" fmla="*/ 196589 h 1435388"/>
                <a:gd name="connsiteX57" fmla="*/ 697142 w 1495787"/>
                <a:gd name="connsiteY57" fmla="*/ 171626 h 1435388"/>
                <a:gd name="connsiteX58" fmla="*/ 727418 w 1495787"/>
                <a:gd name="connsiteY58" fmla="*/ 176316 h 1435388"/>
                <a:gd name="connsiteX59" fmla="*/ 748288 w 1495787"/>
                <a:gd name="connsiteY59" fmla="*/ 188086 h 1435388"/>
                <a:gd name="connsiteX60" fmla="*/ 772679 w 1495787"/>
                <a:gd name="connsiteY60" fmla="*/ 178540 h 1435388"/>
                <a:gd name="connsiteX61" fmla="*/ 787308 w 1495787"/>
                <a:gd name="connsiteY61" fmla="*/ 133190 h 1435388"/>
                <a:gd name="connsiteX62" fmla="*/ 803882 w 1495787"/>
                <a:gd name="connsiteY62" fmla="*/ 111761 h 1435388"/>
                <a:gd name="connsiteX63" fmla="*/ 830625 w 1495787"/>
                <a:gd name="connsiteY63" fmla="*/ 112015 h 1435388"/>
                <a:gd name="connsiteX64" fmla="*/ 851647 w 1495787"/>
                <a:gd name="connsiteY64" fmla="*/ 106397 h 1435388"/>
                <a:gd name="connsiteX65" fmla="*/ 850478 w 1495787"/>
                <a:gd name="connsiteY65" fmla="*/ 86404 h 1435388"/>
                <a:gd name="connsiteX66" fmla="*/ 874361 w 1495787"/>
                <a:gd name="connsiteY66" fmla="*/ 74240 h 1435388"/>
                <a:gd name="connsiteX67" fmla="*/ 897061 w 1495787"/>
                <a:gd name="connsiteY67" fmla="*/ 80379 h 1435388"/>
                <a:gd name="connsiteX68" fmla="*/ 947952 w 1495787"/>
                <a:gd name="connsiteY68" fmla="*/ 46532 h 1435388"/>
                <a:gd name="connsiteX69" fmla="*/ 965048 w 1495787"/>
                <a:gd name="connsiteY69" fmla="*/ 12431 h 1435388"/>
                <a:gd name="connsiteX70" fmla="*/ 995717 w 1495787"/>
                <a:gd name="connsiteY70" fmla="*/ 0 h 1435388"/>
                <a:gd name="connsiteX71" fmla="*/ 1019727 w 1495787"/>
                <a:gd name="connsiteY71" fmla="*/ 12812 h 1435388"/>
                <a:gd name="connsiteX72" fmla="*/ 1027036 w 1495787"/>
                <a:gd name="connsiteY72" fmla="*/ 39745 h 1435388"/>
                <a:gd name="connsiteX73" fmla="*/ 1058226 w 1495787"/>
                <a:gd name="connsiteY73" fmla="*/ 19879 h 1435388"/>
                <a:gd name="connsiteX74" fmla="*/ 1102191 w 1495787"/>
                <a:gd name="connsiteY74" fmla="*/ 19091 h 1435388"/>
                <a:gd name="connsiteX75" fmla="*/ 1114469 w 1495787"/>
                <a:gd name="connsiteY75" fmla="*/ 27848 h 1435388"/>
                <a:gd name="connsiteX76" fmla="*/ 1157404 w 1495787"/>
                <a:gd name="connsiteY76" fmla="*/ 28623 h 1435388"/>
                <a:gd name="connsiteX77" fmla="*/ 1176597 w 1495787"/>
                <a:gd name="connsiteY77" fmla="*/ 41181 h 1435388"/>
                <a:gd name="connsiteX78" fmla="*/ 1171754 w 1495787"/>
                <a:gd name="connsiteY78" fmla="*/ 77520 h 1435388"/>
                <a:gd name="connsiteX79" fmla="*/ 1176190 w 1495787"/>
                <a:gd name="connsiteY79" fmla="*/ 91107 h 1435388"/>
                <a:gd name="connsiteX80" fmla="*/ 1214041 w 1495787"/>
                <a:gd name="connsiteY80" fmla="*/ 121294 h 1435388"/>
                <a:gd name="connsiteX81" fmla="*/ 1231403 w 1495787"/>
                <a:gd name="connsiteY81" fmla="*/ 139596 h 1435388"/>
                <a:gd name="connsiteX82" fmla="*/ 1256327 w 1495787"/>
                <a:gd name="connsiteY82" fmla="*/ 146256 h 1435388"/>
                <a:gd name="connsiteX83" fmla="*/ 1305783 w 1495787"/>
                <a:gd name="connsiteY83" fmla="*/ 147438 h 1435388"/>
                <a:gd name="connsiteX84" fmla="*/ 1343494 w 1495787"/>
                <a:gd name="connsiteY84" fmla="*/ 159056 h 1435388"/>
                <a:gd name="connsiteX85" fmla="*/ 1355366 w 1495787"/>
                <a:gd name="connsiteY85" fmla="*/ 155535 h 1435388"/>
                <a:gd name="connsiteX86" fmla="*/ 1362420 w 1495787"/>
                <a:gd name="connsiteY86" fmla="*/ 131233 h 1435388"/>
                <a:gd name="connsiteX87" fmla="*/ 1379248 w 1495787"/>
                <a:gd name="connsiteY87" fmla="*/ 124166 h 1435388"/>
                <a:gd name="connsiteX88" fmla="*/ 1407706 w 1495787"/>
                <a:gd name="connsiteY88" fmla="*/ 139329 h 1435388"/>
                <a:gd name="connsiteX89" fmla="*/ 1434715 w 1495787"/>
                <a:gd name="connsiteY89" fmla="*/ 151480 h 1435388"/>
                <a:gd name="connsiteX90" fmla="*/ 1420493 w 1495787"/>
                <a:gd name="connsiteY90" fmla="*/ 170571 h 1435388"/>
                <a:gd name="connsiteX91" fmla="*/ 1418929 w 1495787"/>
                <a:gd name="connsiteY91" fmla="*/ 217751 h 1435388"/>
                <a:gd name="connsiteX92" fmla="*/ 1383036 w 1495787"/>
                <a:gd name="connsiteY92" fmla="*/ 236308 h 1435388"/>
                <a:gd name="connsiteX93" fmla="*/ 1389568 w 1495787"/>
                <a:gd name="connsiteY93" fmla="*/ 254992 h 1435388"/>
                <a:gd name="connsiteX94" fmla="*/ 1377951 w 1495787"/>
                <a:gd name="connsiteY94" fmla="*/ 273968 h 1435388"/>
                <a:gd name="connsiteX95" fmla="*/ 1368431 w 1495787"/>
                <a:gd name="connsiteY95" fmla="*/ 272253 h 1435388"/>
                <a:gd name="connsiteX96" fmla="*/ 1357336 w 1495787"/>
                <a:gd name="connsiteY96" fmla="*/ 268605 h 1435388"/>
                <a:gd name="connsiteX97" fmla="*/ 1338677 w 1495787"/>
                <a:gd name="connsiteY97" fmla="*/ 317997 h 1435388"/>
                <a:gd name="connsiteX98" fmla="*/ 1306685 w 1495787"/>
                <a:gd name="connsiteY98" fmla="*/ 325330 h 1435388"/>
                <a:gd name="connsiteX99" fmla="*/ 1311655 w 1495787"/>
                <a:gd name="connsiteY99" fmla="*/ 412255 h 1435388"/>
                <a:gd name="connsiteX100" fmla="*/ 1332030 w 1495787"/>
                <a:gd name="connsiteY100" fmla="*/ 410285 h 1435388"/>
                <a:gd name="connsiteX101" fmla="*/ 1336466 w 1495787"/>
                <a:gd name="connsiteY101" fmla="*/ 440993 h 1435388"/>
                <a:gd name="connsiteX102" fmla="*/ 1317667 w 1495787"/>
                <a:gd name="connsiteY102" fmla="*/ 454059 h 1435388"/>
                <a:gd name="connsiteX103" fmla="*/ 1363602 w 1495787"/>
                <a:gd name="connsiteY103" fmla="*/ 503070 h 1435388"/>
                <a:gd name="connsiteX104" fmla="*/ 1345070 w 1495787"/>
                <a:gd name="connsiteY104" fmla="*/ 517064 h 1435388"/>
                <a:gd name="connsiteX105" fmla="*/ 1355124 w 1495787"/>
                <a:gd name="connsiteY105" fmla="*/ 549869 h 1435388"/>
                <a:gd name="connsiteX106" fmla="*/ 1350548 w 1495787"/>
                <a:gd name="connsiteY106" fmla="*/ 567778 h 1435388"/>
                <a:gd name="connsiteX107" fmla="*/ 1362559 w 1495787"/>
                <a:gd name="connsiteY107" fmla="*/ 569608 h 1435388"/>
                <a:gd name="connsiteX108" fmla="*/ 1353675 w 1495787"/>
                <a:gd name="connsiteY108" fmla="*/ 640836 h 1435388"/>
                <a:gd name="connsiteX109" fmla="*/ 1312837 w 1495787"/>
                <a:gd name="connsiteY109" fmla="*/ 646466 h 1435388"/>
                <a:gd name="connsiteX110" fmla="*/ 1313358 w 1495787"/>
                <a:gd name="connsiteY110" fmla="*/ 658223 h 1435388"/>
                <a:gd name="connsiteX111" fmla="*/ 1382260 w 1495787"/>
                <a:gd name="connsiteY111" fmla="*/ 670768 h 1435388"/>
                <a:gd name="connsiteX112" fmla="*/ 1389048 w 1495787"/>
                <a:gd name="connsiteY112" fmla="*/ 727621 h 1435388"/>
                <a:gd name="connsiteX113" fmla="*/ 1390878 w 1495787"/>
                <a:gd name="connsiteY113" fmla="*/ 740433 h 1435388"/>
                <a:gd name="connsiteX114" fmla="*/ 1406791 w 1495787"/>
                <a:gd name="connsiteY114" fmla="*/ 751669 h 1435388"/>
                <a:gd name="connsiteX115" fmla="*/ 1400665 w 1495787"/>
                <a:gd name="connsiteY115" fmla="*/ 759397 h 1435388"/>
                <a:gd name="connsiteX116" fmla="*/ 1404440 w 1495787"/>
                <a:gd name="connsiteY116" fmla="*/ 795989 h 1435388"/>
                <a:gd name="connsiteX117" fmla="*/ 1424547 w 1495787"/>
                <a:gd name="connsiteY117" fmla="*/ 839763 h 1435388"/>
                <a:gd name="connsiteX118" fmla="*/ 1417112 w 1495787"/>
                <a:gd name="connsiteY118" fmla="*/ 865400 h 1435388"/>
                <a:gd name="connsiteX119" fmla="*/ 1458077 w 1495787"/>
                <a:gd name="connsiteY119" fmla="*/ 871399 h 1435388"/>
                <a:gd name="connsiteX120" fmla="*/ 1492280 w 1495787"/>
                <a:gd name="connsiteY120" fmla="*/ 850618 h 1435388"/>
                <a:gd name="connsiteX121" fmla="*/ 1495788 w 1495787"/>
                <a:gd name="connsiteY121" fmla="*/ 870229 h 1435388"/>
                <a:gd name="connsiteX122" fmla="*/ 1475578 w 1495787"/>
                <a:gd name="connsiteY122" fmla="*/ 902513 h 1435388"/>
                <a:gd name="connsiteX123" fmla="*/ 1465385 w 1495787"/>
                <a:gd name="connsiteY123" fmla="*/ 904471 h 1435388"/>
                <a:gd name="connsiteX124" fmla="*/ 1450234 w 1495787"/>
                <a:gd name="connsiteY124" fmla="*/ 946821 h 1435388"/>
                <a:gd name="connsiteX125" fmla="*/ 1422590 w 1495787"/>
                <a:gd name="connsiteY125" fmla="*/ 970081 h 1435388"/>
                <a:gd name="connsiteX126" fmla="*/ 1369868 w 1495787"/>
                <a:gd name="connsiteY126" fmla="*/ 980668 h 1435388"/>
                <a:gd name="connsiteX127" fmla="*/ 1375994 w 1495787"/>
                <a:gd name="connsiteY127" fmla="*/ 991243 h 1435388"/>
                <a:gd name="connsiteX128" fmla="*/ 1385133 w 1495787"/>
                <a:gd name="connsiteY128" fmla="*/ 1014910 h 1435388"/>
                <a:gd name="connsiteX129" fmla="*/ 1391386 w 1495787"/>
                <a:gd name="connsiteY129" fmla="*/ 1023667 h 1435388"/>
                <a:gd name="connsiteX130" fmla="*/ 1398453 w 1495787"/>
                <a:gd name="connsiteY130" fmla="*/ 1030200 h 1435388"/>
                <a:gd name="connsiteX131" fmla="*/ 1399089 w 1495787"/>
                <a:gd name="connsiteY131" fmla="*/ 1035945 h 1435388"/>
                <a:gd name="connsiteX132" fmla="*/ 1396737 w 1495787"/>
                <a:gd name="connsiteY132" fmla="*/ 1045490 h 1435388"/>
                <a:gd name="connsiteX133" fmla="*/ 1396089 w 1495787"/>
                <a:gd name="connsiteY133" fmla="*/ 1055049 h 1435388"/>
                <a:gd name="connsiteX134" fmla="*/ 1398834 w 1495787"/>
                <a:gd name="connsiteY134" fmla="*/ 1062230 h 1435388"/>
                <a:gd name="connsiteX135" fmla="*/ 1404973 w 1495787"/>
                <a:gd name="connsiteY135" fmla="*/ 1066272 h 1435388"/>
                <a:gd name="connsiteX136" fmla="*/ 1405482 w 1495787"/>
                <a:gd name="connsiteY136" fmla="*/ 1074648 h 1435388"/>
                <a:gd name="connsiteX137" fmla="*/ 1400004 w 1495787"/>
                <a:gd name="connsiteY137" fmla="*/ 1082363 h 1435388"/>
                <a:gd name="connsiteX138" fmla="*/ 1403804 w 1495787"/>
                <a:gd name="connsiteY138" fmla="*/ 1089938 h 1435388"/>
                <a:gd name="connsiteX139" fmla="*/ 1415014 w 1495787"/>
                <a:gd name="connsiteY139" fmla="*/ 1104440 h 1435388"/>
                <a:gd name="connsiteX140" fmla="*/ 1416718 w 1495787"/>
                <a:gd name="connsiteY140" fmla="*/ 1107071 h 1435388"/>
                <a:gd name="connsiteX141" fmla="*/ 1417874 w 1495787"/>
                <a:gd name="connsiteY141" fmla="*/ 1114113 h 1435388"/>
                <a:gd name="connsiteX142" fmla="*/ 1410846 w 1495787"/>
                <a:gd name="connsiteY142" fmla="*/ 1122997 h 1435388"/>
                <a:gd name="connsiteX143" fmla="*/ 1409664 w 1495787"/>
                <a:gd name="connsiteY143" fmla="*/ 1136064 h 1435388"/>
                <a:gd name="connsiteX144" fmla="*/ 1389568 w 1495787"/>
                <a:gd name="connsiteY144" fmla="*/ 1161433 h 1435388"/>
                <a:gd name="connsiteX145" fmla="*/ 1385400 w 1495787"/>
                <a:gd name="connsiteY145" fmla="*/ 1173330 h 1435388"/>
                <a:gd name="connsiteX146" fmla="*/ 1388247 w 1495787"/>
                <a:gd name="connsiteY146" fmla="*/ 1189396 h 1435388"/>
                <a:gd name="connsiteX147" fmla="*/ 1396089 w 1495787"/>
                <a:gd name="connsiteY147" fmla="*/ 1202207 h 1435388"/>
                <a:gd name="connsiteX148" fmla="*/ 1396356 w 1495787"/>
                <a:gd name="connsiteY148" fmla="*/ 1221819 h 1435388"/>
                <a:gd name="connsiteX149" fmla="*/ 1409015 w 1495787"/>
                <a:gd name="connsiteY149" fmla="*/ 1265606 h 1435388"/>
                <a:gd name="connsiteX150" fmla="*/ 1399622 w 1495787"/>
                <a:gd name="connsiteY150" fmla="*/ 1281557 h 1435388"/>
                <a:gd name="connsiteX151" fmla="*/ 1397398 w 1495787"/>
                <a:gd name="connsiteY151" fmla="*/ 1298144 h 1435388"/>
                <a:gd name="connsiteX152" fmla="*/ 1400792 w 1495787"/>
                <a:gd name="connsiteY152" fmla="*/ 1315786 h 1435388"/>
                <a:gd name="connsiteX153" fmla="*/ 1407820 w 1495787"/>
                <a:gd name="connsiteY153" fmla="*/ 1322319 h 1435388"/>
                <a:gd name="connsiteX154" fmla="*/ 1420239 w 1495787"/>
                <a:gd name="connsiteY154" fmla="*/ 1324683 h 1435388"/>
                <a:gd name="connsiteX155" fmla="*/ 1427941 w 1495787"/>
                <a:gd name="connsiteY155" fmla="*/ 1348997 h 1435388"/>
                <a:gd name="connsiteX156" fmla="*/ 1430279 w 1495787"/>
                <a:gd name="connsiteY156" fmla="*/ 1364288 h 1435388"/>
                <a:gd name="connsiteX157" fmla="*/ 1427026 w 1495787"/>
                <a:gd name="connsiteY157" fmla="*/ 1375918 h 1435388"/>
                <a:gd name="connsiteX158" fmla="*/ 1426771 w 1495787"/>
                <a:gd name="connsiteY158" fmla="*/ 1378409 h 1435388"/>
                <a:gd name="connsiteX159" fmla="*/ 1423759 w 1495787"/>
                <a:gd name="connsiteY159" fmla="*/ 1386772 h 1435388"/>
                <a:gd name="connsiteX160" fmla="*/ 1429110 w 1495787"/>
                <a:gd name="connsiteY160" fmla="*/ 1402711 h 1435388"/>
                <a:gd name="connsiteX161" fmla="*/ 1430279 w 1495787"/>
                <a:gd name="connsiteY161" fmla="*/ 1416311 h 1435388"/>
                <a:gd name="connsiteX162" fmla="*/ 1423238 w 1495787"/>
                <a:gd name="connsiteY162" fmla="*/ 1425970 h 1435388"/>
                <a:gd name="connsiteX163" fmla="*/ 1409282 w 1495787"/>
                <a:gd name="connsiteY163" fmla="*/ 1435389 h 1435388"/>
                <a:gd name="connsiteX164" fmla="*/ 1347155 w 1495787"/>
                <a:gd name="connsiteY164" fmla="*/ 1419450 h 1435388"/>
                <a:gd name="connsiteX165" fmla="*/ 1321442 w 1495787"/>
                <a:gd name="connsiteY165" fmla="*/ 1411087 h 1435388"/>
                <a:gd name="connsiteX166" fmla="*/ 1313218 w 1495787"/>
                <a:gd name="connsiteY166" fmla="*/ 1389391 h 1435388"/>
                <a:gd name="connsiteX167" fmla="*/ 1312964 w 1495787"/>
                <a:gd name="connsiteY167" fmla="*/ 1379044 h 1435388"/>
                <a:gd name="connsiteX168" fmla="*/ 1291166 w 1495787"/>
                <a:gd name="connsiteY168" fmla="*/ 1356840 h 1435388"/>
                <a:gd name="connsiteX169" fmla="*/ 1273677 w 1495787"/>
                <a:gd name="connsiteY169" fmla="*/ 1297102 h 1435388"/>
                <a:gd name="connsiteX170" fmla="*/ 1254370 w 1495787"/>
                <a:gd name="connsiteY170" fmla="*/ 1243515 h 1435388"/>
                <a:gd name="connsiteX171" fmla="*/ 1248625 w 1495787"/>
                <a:gd name="connsiteY171" fmla="*/ 1218553 h 1435388"/>
                <a:gd name="connsiteX172" fmla="*/ 1244965 w 1495787"/>
                <a:gd name="connsiteY172" fmla="*/ 1210050 h 1435388"/>
                <a:gd name="connsiteX173" fmla="*/ 1230221 w 1495787"/>
                <a:gd name="connsiteY173" fmla="*/ 1181032 h 1435388"/>
                <a:gd name="connsiteX174" fmla="*/ 1223700 w 1495787"/>
                <a:gd name="connsiteY174" fmla="*/ 1159349 h 1435388"/>
                <a:gd name="connsiteX175" fmla="*/ 1222137 w 1495787"/>
                <a:gd name="connsiteY175" fmla="*/ 1132543 h 1435388"/>
                <a:gd name="connsiteX176" fmla="*/ 1213659 w 1495787"/>
                <a:gd name="connsiteY176" fmla="*/ 1116464 h 1435388"/>
                <a:gd name="connsiteX177" fmla="*/ 1204648 w 1495787"/>
                <a:gd name="connsiteY177" fmla="*/ 1099077 h 1435388"/>
                <a:gd name="connsiteX178" fmla="*/ 1189777 w 1495787"/>
                <a:gd name="connsiteY178" fmla="*/ 1086011 h 1435388"/>
                <a:gd name="connsiteX179" fmla="*/ 1186510 w 1495787"/>
                <a:gd name="connsiteY179" fmla="*/ 1036619 h 1435388"/>
                <a:gd name="connsiteX180" fmla="*/ 1106640 w 1495787"/>
                <a:gd name="connsiteY180" fmla="*/ 992565 h 1435388"/>
                <a:gd name="connsiteX181" fmla="*/ 1074025 w 1495787"/>
                <a:gd name="connsiteY181" fmla="*/ 1036619 h 1435388"/>
                <a:gd name="connsiteX182" fmla="*/ 1045694 w 1495787"/>
                <a:gd name="connsiteY182" fmla="*/ 1035564 h 1435388"/>
                <a:gd name="connsiteX183" fmla="*/ 1047143 w 1495787"/>
                <a:gd name="connsiteY183" fmla="*/ 1025510 h 1435388"/>
                <a:gd name="connsiteX184" fmla="*/ 1045173 w 1495787"/>
                <a:gd name="connsiteY184" fmla="*/ 1019358 h 1435388"/>
                <a:gd name="connsiteX185" fmla="*/ 1031471 w 1495787"/>
                <a:gd name="connsiteY185" fmla="*/ 975051 h 1435388"/>
                <a:gd name="connsiteX186" fmla="*/ 1020769 w 1495787"/>
                <a:gd name="connsiteY186" fmla="*/ 926815 h 1435388"/>
                <a:gd name="connsiteX187" fmla="*/ 1015939 w 1495787"/>
                <a:gd name="connsiteY187" fmla="*/ 917283 h 1435388"/>
                <a:gd name="connsiteX188" fmla="*/ 1004589 w 1495787"/>
                <a:gd name="connsiteY188" fmla="*/ 902641 h 1435388"/>
                <a:gd name="connsiteX189" fmla="*/ 996493 w 1495787"/>
                <a:gd name="connsiteY189" fmla="*/ 897531 h 1435388"/>
                <a:gd name="connsiteX190" fmla="*/ 991015 w 1495787"/>
                <a:gd name="connsiteY190" fmla="*/ 898586 h 1435388"/>
                <a:gd name="connsiteX191" fmla="*/ 992845 w 1495787"/>
                <a:gd name="connsiteY191" fmla="*/ 904865 h 1435388"/>
                <a:gd name="connsiteX192" fmla="*/ 987621 w 1495787"/>
                <a:gd name="connsiteY192" fmla="*/ 908004 h 1435388"/>
                <a:gd name="connsiteX193" fmla="*/ 984367 w 1495787"/>
                <a:gd name="connsiteY193" fmla="*/ 928391 h 1435388"/>
                <a:gd name="connsiteX194" fmla="*/ 989972 w 1495787"/>
                <a:gd name="connsiteY194" fmla="*/ 960154 h 1435388"/>
                <a:gd name="connsiteX195" fmla="*/ 1001590 w 1495787"/>
                <a:gd name="connsiteY195" fmla="*/ 1012431 h 1435388"/>
                <a:gd name="connsiteX196" fmla="*/ 1003153 w 1495787"/>
                <a:gd name="connsiteY196" fmla="*/ 1019485 h 1435388"/>
                <a:gd name="connsiteX197" fmla="*/ 1008123 w 1495787"/>
                <a:gd name="connsiteY197" fmla="*/ 1042618 h 1435388"/>
                <a:gd name="connsiteX198" fmla="*/ 1013982 w 1495787"/>
                <a:gd name="connsiteY198" fmla="*/ 1049685 h 1435388"/>
                <a:gd name="connsiteX199" fmla="*/ 1015813 w 1495787"/>
                <a:gd name="connsiteY199" fmla="*/ 1062751 h 1435388"/>
                <a:gd name="connsiteX200" fmla="*/ 1029120 w 1495787"/>
                <a:gd name="connsiteY200" fmla="*/ 1097272 h 1435388"/>
                <a:gd name="connsiteX201" fmla="*/ 1005110 w 1495787"/>
                <a:gd name="connsiteY201" fmla="*/ 1111901 h 1435388"/>
                <a:gd name="connsiteX202" fmla="*/ 997802 w 1495787"/>
                <a:gd name="connsiteY202" fmla="*/ 1175948 h 1435388"/>
                <a:gd name="connsiteX203" fmla="*/ 941432 w 1495787"/>
                <a:gd name="connsiteY203" fmla="*/ 1188620 h 1435388"/>
                <a:gd name="connsiteX204" fmla="*/ 935954 w 1495787"/>
                <a:gd name="connsiteY204" fmla="*/ 1177905 h 1435388"/>
                <a:gd name="connsiteX205" fmla="*/ 922126 w 1495787"/>
                <a:gd name="connsiteY205" fmla="*/ 1159349 h 1435388"/>
                <a:gd name="connsiteX206" fmla="*/ 900060 w 1495787"/>
                <a:gd name="connsiteY206" fmla="*/ 1136737 h 1435388"/>
                <a:gd name="connsiteX207" fmla="*/ 948601 w 1495787"/>
                <a:gd name="connsiteY207" fmla="*/ 1118053 h 1435388"/>
                <a:gd name="connsiteX208" fmla="*/ 947432 w 1495787"/>
                <a:gd name="connsiteY208" fmla="*/ 1102750 h 1435388"/>
                <a:gd name="connsiteX209" fmla="*/ 937772 w 1495787"/>
                <a:gd name="connsiteY209" fmla="*/ 1094641 h 1435388"/>
                <a:gd name="connsiteX210" fmla="*/ 873039 w 1495787"/>
                <a:gd name="connsiteY210" fmla="*/ 1113465 h 1435388"/>
                <a:gd name="connsiteX211" fmla="*/ 847084 w 1495787"/>
                <a:gd name="connsiteY211" fmla="*/ 1125095 h 1435388"/>
                <a:gd name="connsiteX212" fmla="*/ 835861 w 1495787"/>
                <a:gd name="connsiteY212" fmla="*/ 1131373 h 1435388"/>
                <a:gd name="connsiteX213" fmla="*/ 804797 w 1495787"/>
                <a:gd name="connsiteY213" fmla="*/ 1122222 h 1435388"/>
                <a:gd name="connsiteX214" fmla="*/ 798925 w 1495787"/>
                <a:gd name="connsiteY214" fmla="*/ 1109423 h 1435388"/>
                <a:gd name="connsiteX215" fmla="*/ 786520 w 1495787"/>
                <a:gd name="connsiteY215" fmla="*/ 1078575 h 1435388"/>
                <a:gd name="connsiteX216" fmla="*/ 762257 w 1495787"/>
                <a:gd name="connsiteY216" fmla="*/ 1067860 h 1435388"/>
                <a:gd name="connsiteX217" fmla="*/ 730812 w 1495787"/>
                <a:gd name="connsiteY217" fmla="*/ 1091501 h 1435388"/>
                <a:gd name="connsiteX218" fmla="*/ 698439 w 1495787"/>
                <a:gd name="connsiteY218" fmla="*/ 1090459 h 1435388"/>
                <a:gd name="connsiteX219" fmla="*/ 698184 w 1495787"/>
                <a:gd name="connsiteY219" fmla="*/ 1100539 h 1435388"/>
                <a:gd name="connsiteX220" fmla="*/ 711746 w 1495787"/>
                <a:gd name="connsiteY220" fmla="*/ 1116871 h 1435388"/>
                <a:gd name="connsiteX221" fmla="*/ 615822 w 1495787"/>
                <a:gd name="connsiteY221" fmla="*/ 1124840 h 1435388"/>
                <a:gd name="connsiteX222" fmla="*/ 611526 w 1495787"/>
                <a:gd name="connsiteY222" fmla="*/ 1071508 h 1435388"/>
                <a:gd name="connsiteX223" fmla="*/ 593122 w 1495787"/>
                <a:gd name="connsiteY223" fmla="*/ 1044715 h 1435388"/>
                <a:gd name="connsiteX224" fmla="*/ 578251 w 1495787"/>
                <a:gd name="connsiteY224" fmla="*/ 1019231 h 1435388"/>
                <a:gd name="connsiteX225" fmla="*/ 482734 w 1495787"/>
                <a:gd name="connsiteY225" fmla="*/ 1034776 h 1435388"/>
                <a:gd name="connsiteX226" fmla="*/ 505155 w 1495787"/>
                <a:gd name="connsiteY226" fmla="*/ 1095035 h 1435388"/>
                <a:gd name="connsiteX227" fmla="*/ 448925 w 1495787"/>
                <a:gd name="connsiteY227" fmla="*/ 1150858 h 1435388"/>
                <a:gd name="connsiteX228" fmla="*/ 426224 w 1495787"/>
                <a:gd name="connsiteY228" fmla="*/ 1145494 h 1435388"/>
                <a:gd name="connsiteX229" fmla="*/ 370223 w 1495787"/>
                <a:gd name="connsiteY229" fmla="*/ 1131246 h 1435388"/>
                <a:gd name="connsiteX230" fmla="*/ 256950 w 1495787"/>
                <a:gd name="connsiteY230" fmla="*/ 1155548 h 1435388"/>
                <a:gd name="connsiteX231" fmla="*/ 234516 w 1495787"/>
                <a:gd name="connsiteY231" fmla="*/ 1098950 h 1435388"/>
                <a:gd name="connsiteX232" fmla="*/ 228758 w 1495787"/>
                <a:gd name="connsiteY232" fmla="*/ 1063552 h 1435388"/>
                <a:gd name="connsiteX233" fmla="*/ 235291 w 1495787"/>
                <a:gd name="connsiteY233" fmla="*/ 1060654 h 1435388"/>
                <a:gd name="connsiteX234" fmla="*/ 246642 w 1495787"/>
                <a:gd name="connsiteY234" fmla="*/ 1054794 h 1435388"/>
                <a:gd name="connsiteX235" fmla="*/ 261652 w 1495787"/>
                <a:gd name="connsiteY235" fmla="*/ 1038182 h 1435388"/>
                <a:gd name="connsiteX236" fmla="*/ 267258 w 1495787"/>
                <a:gd name="connsiteY236" fmla="*/ 1029158 h 1435388"/>
                <a:gd name="connsiteX237" fmla="*/ 268300 w 1495787"/>
                <a:gd name="connsiteY237" fmla="*/ 1010220 h 1435388"/>
                <a:gd name="connsiteX238" fmla="*/ 278099 w 1495787"/>
                <a:gd name="connsiteY238" fmla="*/ 994929 h 1435388"/>
                <a:gd name="connsiteX239" fmla="*/ 282014 w 1495787"/>
                <a:gd name="connsiteY239" fmla="*/ 990608 h 1435388"/>
                <a:gd name="connsiteX240" fmla="*/ 299758 w 1495787"/>
                <a:gd name="connsiteY240" fmla="*/ 943949 h 1435388"/>
                <a:gd name="connsiteX241" fmla="*/ 324288 w 1495787"/>
                <a:gd name="connsiteY241" fmla="*/ 929040 h 1435388"/>
                <a:gd name="connsiteX242" fmla="*/ 341523 w 1495787"/>
                <a:gd name="connsiteY242" fmla="*/ 929167 h 1435388"/>
                <a:gd name="connsiteX243" fmla="*/ 354170 w 1495787"/>
                <a:gd name="connsiteY243" fmla="*/ 927349 h 1435388"/>
                <a:gd name="connsiteX244" fmla="*/ 363448 w 1495787"/>
                <a:gd name="connsiteY244" fmla="*/ 919367 h 1435388"/>
                <a:gd name="connsiteX245" fmla="*/ 363448 w 1495787"/>
                <a:gd name="connsiteY245" fmla="*/ 911525 h 1435388"/>
                <a:gd name="connsiteX246" fmla="*/ 374799 w 1495787"/>
                <a:gd name="connsiteY246" fmla="*/ 901725 h 1435388"/>
                <a:gd name="connsiteX247" fmla="*/ 374278 w 1495787"/>
                <a:gd name="connsiteY247" fmla="*/ 895713 h 1435388"/>
                <a:gd name="connsiteX248" fmla="*/ 371532 w 1495787"/>
                <a:gd name="connsiteY248" fmla="*/ 885380 h 1435388"/>
                <a:gd name="connsiteX249" fmla="*/ 378065 w 1495787"/>
                <a:gd name="connsiteY249" fmla="*/ 866950 h 1435388"/>
                <a:gd name="connsiteX250" fmla="*/ 392936 w 1495787"/>
                <a:gd name="connsiteY250" fmla="*/ 842254 h 1435388"/>
                <a:gd name="connsiteX251" fmla="*/ 411468 w 1495787"/>
                <a:gd name="connsiteY251" fmla="*/ 850618 h 1435388"/>
                <a:gd name="connsiteX252" fmla="*/ 416170 w 1495787"/>
                <a:gd name="connsiteY252" fmla="*/ 854278 h 1435388"/>
                <a:gd name="connsiteX253" fmla="*/ 445798 w 1495787"/>
                <a:gd name="connsiteY253" fmla="*/ 860290 h 1435388"/>
                <a:gd name="connsiteX254" fmla="*/ 476328 w 1495787"/>
                <a:gd name="connsiteY254" fmla="*/ 862120 h 1435388"/>
                <a:gd name="connsiteX255" fmla="*/ 478005 w 1495787"/>
                <a:gd name="connsiteY255" fmla="*/ 908004 h 1435388"/>
                <a:gd name="connsiteX256" fmla="*/ 508688 w 1495787"/>
                <a:gd name="connsiteY256" fmla="*/ 896235 h 1435388"/>
                <a:gd name="connsiteX257" fmla="*/ 565337 w 1495787"/>
                <a:gd name="connsiteY257" fmla="*/ 861587 h 1435388"/>
                <a:gd name="connsiteX258" fmla="*/ 583869 w 1495787"/>
                <a:gd name="connsiteY258" fmla="*/ 855053 h 1435388"/>
                <a:gd name="connsiteX259" fmla="*/ 605514 w 1495787"/>
                <a:gd name="connsiteY259" fmla="*/ 809970 h 1435388"/>
                <a:gd name="connsiteX260" fmla="*/ 620004 w 1495787"/>
                <a:gd name="connsiteY260" fmla="*/ 769056 h 1435388"/>
                <a:gd name="connsiteX261" fmla="*/ 627833 w 1495787"/>
                <a:gd name="connsiteY261" fmla="*/ 765142 h 1435388"/>
                <a:gd name="connsiteX262" fmla="*/ 631888 w 1495787"/>
                <a:gd name="connsiteY262" fmla="*/ 756397 h 1435388"/>
                <a:gd name="connsiteX263" fmla="*/ 636705 w 1495787"/>
                <a:gd name="connsiteY263" fmla="*/ 746318 h 1435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Lst>
              <a:rect l="l" t="t" r="r" b="b"/>
              <a:pathLst>
                <a:path w="1495787" h="1435388">
                  <a:moveTo>
                    <a:pt x="636705" y="746318"/>
                  </a:moveTo>
                  <a:lnTo>
                    <a:pt x="643632" y="711416"/>
                  </a:lnTo>
                  <a:lnTo>
                    <a:pt x="636070" y="680453"/>
                  </a:lnTo>
                  <a:lnTo>
                    <a:pt x="634227" y="673247"/>
                  </a:lnTo>
                  <a:lnTo>
                    <a:pt x="601866" y="675204"/>
                  </a:lnTo>
                  <a:lnTo>
                    <a:pt x="598219" y="653127"/>
                  </a:lnTo>
                  <a:lnTo>
                    <a:pt x="594164" y="636133"/>
                  </a:lnTo>
                  <a:lnTo>
                    <a:pt x="519657" y="595486"/>
                  </a:lnTo>
                  <a:lnTo>
                    <a:pt x="544848" y="576141"/>
                  </a:lnTo>
                  <a:lnTo>
                    <a:pt x="554101" y="575213"/>
                  </a:lnTo>
                  <a:lnTo>
                    <a:pt x="542751" y="522682"/>
                  </a:lnTo>
                  <a:lnTo>
                    <a:pt x="527995" y="484640"/>
                  </a:lnTo>
                  <a:lnTo>
                    <a:pt x="491974" y="496283"/>
                  </a:lnTo>
                  <a:lnTo>
                    <a:pt x="479721" y="469477"/>
                  </a:lnTo>
                  <a:lnTo>
                    <a:pt x="458178" y="476162"/>
                  </a:lnTo>
                  <a:lnTo>
                    <a:pt x="469274" y="406358"/>
                  </a:lnTo>
                  <a:lnTo>
                    <a:pt x="386403" y="408569"/>
                  </a:lnTo>
                  <a:lnTo>
                    <a:pt x="386022" y="386886"/>
                  </a:lnTo>
                  <a:lnTo>
                    <a:pt x="367084" y="356953"/>
                  </a:lnTo>
                  <a:lnTo>
                    <a:pt x="364491" y="346633"/>
                  </a:lnTo>
                  <a:lnTo>
                    <a:pt x="327173" y="324542"/>
                  </a:lnTo>
                  <a:lnTo>
                    <a:pt x="328978" y="296173"/>
                  </a:lnTo>
                  <a:lnTo>
                    <a:pt x="302376" y="293695"/>
                  </a:lnTo>
                  <a:lnTo>
                    <a:pt x="279917" y="258932"/>
                  </a:lnTo>
                  <a:lnTo>
                    <a:pt x="241557" y="263495"/>
                  </a:lnTo>
                  <a:lnTo>
                    <a:pt x="239079" y="320221"/>
                  </a:lnTo>
                  <a:lnTo>
                    <a:pt x="189738" y="373044"/>
                  </a:lnTo>
                  <a:lnTo>
                    <a:pt x="171995" y="368062"/>
                  </a:lnTo>
                  <a:lnTo>
                    <a:pt x="155433" y="376692"/>
                  </a:lnTo>
                  <a:lnTo>
                    <a:pt x="152802" y="366359"/>
                  </a:lnTo>
                  <a:lnTo>
                    <a:pt x="158153" y="354475"/>
                  </a:lnTo>
                  <a:lnTo>
                    <a:pt x="152294" y="310154"/>
                  </a:lnTo>
                  <a:lnTo>
                    <a:pt x="71508" y="290543"/>
                  </a:lnTo>
                  <a:lnTo>
                    <a:pt x="40978" y="272125"/>
                  </a:lnTo>
                  <a:lnTo>
                    <a:pt x="0" y="247163"/>
                  </a:lnTo>
                  <a:lnTo>
                    <a:pt x="19841" y="239575"/>
                  </a:lnTo>
                  <a:lnTo>
                    <a:pt x="78956" y="230690"/>
                  </a:lnTo>
                  <a:lnTo>
                    <a:pt x="90306" y="218539"/>
                  </a:lnTo>
                  <a:lnTo>
                    <a:pt x="165602" y="193576"/>
                  </a:lnTo>
                  <a:lnTo>
                    <a:pt x="194441" y="152535"/>
                  </a:lnTo>
                  <a:lnTo>
                    <a:pt x="206312" y="106397"/>
                  </a:lnTo>
                  <a:lnTo>
                    <a:pt x="231110" y="102876"/>
                  </a:lnTo>
                  <a:lnTo>
                    <a:pt x="249387" y="117125"/>
                  </a:lnTo>
                  <a:lnTo>
                    <a:pt x="272482" y="114760"/>
                  </a:lnTo>
                  <a:lnTo>
                    <a:pt x="296097" y="101161"/>
                  </a:lnTo>
                  <a:lnTo>
                    <a:pt x="343862" y="98822"/>
                  </a:lnTo>
                  <a:lnTo>
                    <a:pt x="370884" y="113184"/>
                  </a:lnTo>
                  <a:lnTo>
                    <a:pt x="397245" y="153971"/>
                  </a:lnTo>
                  <a:lnTo>
                    <a:pt x="392809" y="199855"/>
                  </a:lnTo>
                  <a:lnTo>
                    <a:pt x="411735" y="223102"/>
                  </a:lnTo>
                  <a:lnTo>
                    <a:pt x="443307" y="223102"/>
                  </a:lnTo>
                  <a:lnTo>
                    <a:pt x="457262" y="229902"/>
                  </a:lnTo>
                  <a:lnTo>
                    <a:pt x="487042" y="192915"/>
                  </a:lnTo>
                  <a:lnTo>
                    <a:pt x="505561" y="191619"/>
                  </a:lnTo>
                  <a:lnTo>
                    <a:pt x="593249" y="198940"/>
                  </a:lnTo>
                  <a:lnTo>
                    <a:pt x="620652" y="211752"/>
                  </a:lnTo>
                  <a:lnTo>
                    <a:pt x="669866" y="196589"/>
                  </a:lnTo>
                  <a:lnTo>
                    <a:pt x="697142" y="171626"/>
                  </a:lnTo>
                  <a:lnTo>
                    <a:pt x="727418" y="176316"/>
                  </a:lnTo>
                  <a:lnTo>
                    <a:pt x="748288" y="188086"/>
                  </a:lnTo>
                  <a:lnTo>
                    <a:pt x="772679" y="178540"/>
                  </a:lnTo>
                  <a:lnTo>
                    <a:pt x="787308" y="133190"/>
                  </a:lnTo>
                  <a:lnTo>
                    <a:pt x="803882" y="111761"/>
                  </a:lnTo>
                  <a:lnTo>
                    <a:pt x="830625" y="112015"/>
                  </a:lnTo>
                  <a:lnTo>
                    <a:pt x="851647" y="106397"/>
                  </a:lnTo>
                  <a:lnTo>
                    <a:pt x="850478" y="86404"/>
                  </a:lnTo>
                  <a:lnTo>
                    <a:pt x="874361" y="74240"/>
                  </a:lnTo>
                  <a:lnTo>
                    <a:pt x="897061" y="80379"/>
                  </a:lnTo>
                  <a:lnTo>
                    <a:pt x="947952" y="46532"/>
                  </a:lnTo>
                  <a:lnTo>
                    <a:pt x="965048" y="12431"/>
                  </a:lnTo>
                  <a:lnTo>
                    <a:pt x="995717" y="0"/>
                  </a:lnTo>
                  <a:lnTo>
                    <a:pt x="1019727" y="12812"/>
                  </a:lnTo>
                  <a:lnTo>
                    <a:pt x="1027036" y="39745"/>
                  </a:lnTo>
                  <a:lnTo>
                    <a:pt x="1058226" y="19879"/>
                  </a:lnTo>
                  <a:lnTo>
                    <a:pt x="1102191" y="19091"/>
                  </a:lnTo>
                  <a:lnTo>
                    <a:pt x="1114469" y="27848"/>
                  </a:lnTo>
                  <a:lnTo>
                    <a:pt x="1157404" y="28623"/>
                  </a:lnTo>
                  <a:lnTo>
                    <a:pt x="1176597" y="41181"/>
                  </a:lnTo>
                  <a:lnTo>
                    <a:pt x="1171754" y="77520"/>
                  </a:lnTo>
                  <a:lnTo>
                    <a:pt x="1176190" y="91107"/>
                  </a:lnTo>
                  <a:lnTo>
                    <a:pt x="1214041" y="121294"/>
                  </a:lnTo>
                  <a:lnTo>
                    <a:pt x="1231403" y="139596"/>
                  </a:lnTo>
                  <a:lnTo>
                    <a:pt x="1256327" y="146256"/>
                  </a:lnTo>
                  <a:lnTo>
                    <a:pt x="1305783" y="147438"/>
                  </a:lnTo>
                  <a:lnTo>
                    <a:pt x="1343494" y="159056"/>
                  </a:lnTo>
                  <a:lnTo>
                    <a:pt x="1355366" y="155535"/>
                  </a:lnTo>
                  <a:lnTo>
                    <a:pt x="1362420" y="131233"/>
                  </a:lnTo>
                  <a:lnTo>
                    <a:pt x="1379248" y="124166"/>
                  </a:lnTo>
                  <a:lnTo>
                    <a:pt x="1407706" y="139329"/>
                  </a:lnTo>
                  <a:lnTo>
                    <a:pt x="1434715" y="151480"/>
                  </a:lnTo>
                  <a:lnTo>
                    <a:pt x="1420493" y="170571"/>
                  </a:lnTo>
                  <a:lnTo>
                    <a:pt x="1418929" y="217751"/>
                  </a:lnTo>
                  <a:lnTo>
                    <a:pt x="1383036" y="236308"/>
                  </a:lnTo>
                  <a:lnTo>
                    <a:pt x="1389568" y="254992"/>
                  </a:lnTo>
                  <a:lnTo>
                    <a:pt x="1377951" y="273968"/>
                  </a:lnTo>
                  <a:lnTo>
                    <a:pt x="1368431" y="272253"/>
                  </a:lnTo>
                  <a:lnTo>
                    <a:pt x="1357336" y="268605"/>
                  </a:lnTo>
                  <a:lnTo>
                    <a:pt x="1338677" y="317997"/>
                  </a:lnTo>
                  <a:lnTo>
                    <a:pt x="1306685" y="325330"/>
                  </a:lnTo>
                  <a:lnTo>
                    <a:pt x="1311655" y="412255"/>
                  </a:lnTo>
                  <a:lnTo>
                    <a:pt x="1332030" y="410285"/>
                  </a:lnTo>
                  <a:lnTo>
                    <a:pt x="1336466" y="440993"/>
                  </a:lnTo>
                  <a:lnTo>
                    <a:pt x="1317667" y="454059"/>
                  </a:lnTo>
                  <a:lnTo>
                    <a:pt x="1363602" y="503070"/>
                  </a:lnTo>
                  <a:lnTo>
                    <a:pt x="1345070" y="517064"/>
                  </a:lnTo>
                  <a:lnTo>
                    <a:pt x="1355124" y="549869"/>
                  </a:lnTo>
                  <a:lnTo>
                    <a:pt x="1350548" y="567778"/>
                  </a:lnTo>
                  <a:lnTo>
                    <a:pt x="1362559" y="569608"/>
                  </a:lnTo>
                  <a:lnTo>
                    <a:pt x="1353675" y="640836"/>
                  </a:lnTo>
                  <a:lnTo>
                    <a:pt x="1312837" y="646466"/>
                  </a:lnTo>
                  <a:lnTo>
                    <a:pt x="1313358" y="658223"/>
                  </a:lnTo>
                  <a:lnTo>
                    <a:pt x="1382260" y="670768"/>
                  </a:lnTo>
                  <a:lnTo>
                    <a:pt x="1389048" y="727621"/>
                  </a:lnTo>
                  <a:lnTo>
                    <a:pt x="1390878" y="740433"/>
                  </a:lnTo>
                  <a:lnTo>
                    <a:pt x="1406791" y="751669"/>
                  </a:lnTo>
                  <a:lnTo>
                    <a:pt x="1400665" y="759397"/>
                  </a:lnTo>
                  <a:lnTo>
                    <a:pt x="1404440" y="795989"/>
                  </a:lnTo>
                  <a:lnTo>
                    <a:pt x="1424547" y="839763"/>
                  </a:lnTo>
                  <a:lnTo>
                    <a:pt x="1417112" y="865400"/>
                  </a:lnTo>
                  <a:lnTo>
                    <a:pt x="1458077" y="871399"/>
                  </a:lnTo>
                  <a:lnTo>
                    <a:pt x="1492280" y="850618"/>
                  </a:lnTo>
                  <a:lnTo>
                    <a:pt x="1495788" y="870229"/>
                  </a:lnTo>
                  <a:lnTo>
                    <a:pt x="1475578" y="902513"/>
                  </a:lnTo>
                  <a:lnTo>
                    <a:pt x="1465385" y="904471"/>
                  </a:lnTo>
                  <a:lnTo>
                    <a:pt x="1450234" y="946821"/>
                  </a:lnTo>
                  <a:lnTo>
                    <a:pt x="1422590" y="970081"/>
                  </a:lnTo>
                  <a:lnTo>
                    <a:pt x="1369868" y="980668"/>
                  </a:lnTo>
                  <a:lnTo>
                    <a:pt x="1375994" y="991243"/>
                  </a:lnTo>
                  <a:lnTo>
                    <a:pt x="1385133" y="1014910"/>
                  </a:lnTo>
                  <a:lnTo>
                    <a:pt x="1391386" y="1023667"/>
                  </a:lnTo>
                  <a:lnTo>
                    <a:pt x="1398453" y="1030200"/>
                  </a:lnTo>
                  <a:lnTo>
                    <a:pt x="1399089" y="1035945"/>
                  </a:lnTo>
                  <a:lnTo>
                    <a:pt x="1396737" y="1045490"/>
                  </a:lnTo>
                  <a:lnTo>
                    <a:pt x="1396089" y="1055049"/>
                  </a:lnTo>
                  <a:lnTo>
                    <a:pt x="1398834" y="1062230"/>
                  </a:lnTo>
                  <a:lnTo>
                    <a:pt x="1404973" y="1066272"/>
                  </a:lnTo>
                  <a:lnTo>
                    <a:pt x="1405482" y="1074648"/>
                  </a:lnTo>
                  <a:lnTo>
                    <a:pt x="1400004" y="1082363"/>
                  </a:lnTo>
                  <a:lnTo>
                    <a:pt x="1403804" y="1089938"/>
                  </a:lnTo>
                  <a:lnTo>
                    <a:pt x="1415014" y="1104440"/>
                  </a:lnTo>
                  <a:lnTo>
                    <a:pt x="1416718" y="1107071"/>
                  </a:lnTo>
                  <a:lnTo>
                    <a:pt x="1417874" y="1114113"/>
                  </a:lnTo>
                  <a:lnTo>
                    <a:pt x="1410846" y="1122997"/>
                  </a:lnTo>
                  <a:lnTo>
                    <a:pt x="1409664" y="1136064"/>
                  </a:lnTo>
                  <a:lnTo>
                    <a:pt x="1389568" y="1161433"/>
                  </a:lnTo>
                  <a:lnTo>
                    <a:pt x="1385400" y="1173330"/>
                  </a:lnTo>
                  <a:lnTo>
                    <a:pt x="1388247" y="1189396"/>
                  </a:lnTo>
                  <a:lnTo>
                    <a:pt x="1396089" y="1202207"/>
                  </a:lnTo>
                  <a:lnTo>
                    <a:pt x="1396356" y="1221819"/>
                  </a:lnTo>
                  <a:lnTo>
                    <a:pt x="1409015" y="1265606"/>
                  </a:lnTo>
                  <a:lnTo>
                    <a:pt x="1399622" y="1281557"/>
                  </a:lnTo>
                  <a:lnTo>
                    <a:pt x="1397398" y="1298144"/>
                  </a:lnTo>
                  <a:lnTo>
                    <a:pt x="1400792" y="1315786"/>
                  </a:lnTo>
                  <a:lnTo>
                    <a:pt x="1407820" y="1322319"/>
                  </a:lnTo>
                  <a:lnTo>
                    <a:pt x="1420239" y="1324683"/>
                  </a:lnTo>
                  <a:lnTo>
                    <a:pt x="1427941" y="1348997"/>
                  </a:lnTo>
                  <a:lnTo>
                    <a:pt x="1430279" y="1364288"/>
                  </a:lnTo>
                  <a:lnTo>
                    <a:pt x="1427026" y="1375918"/>
                  </a:lnTo>
                  <a:lnTo>
                    <a:pt x="1426771" y="1378409"/>
                  </a:lnTo>
                  <a:lnTo>
                    <a:pt x="1423759" y="1386772"/>
                  </a:lnTo>
                  <a:lnTo>
                    <a:pt x="1429110" y="1402711"/>
                  </a:lnTo>
                  <a:lnTo>
                    <a:pt x="1430279" y="1416311"/>
                  </a:lnTo>
                  <a:lnTo>
                    <a:pt x="1423238" y="1425970"/>
                  </a:lnTo>
                  <a:lnTo>
                    <a:pt x="1409282" y="1435389"/>
                  </a:lnTo>
                  <a:lnTo>
                    <a:pt x="1347155" y="1419450"/>
                  </a:lnTo>
                  <a:lnTo>
                    <a:pt x="1321442" y="1411087"/>
                  </a:lnTo>
                  <a:lnTo>
                    <a:pt x="1313218" y="1389391"/>
                  </a:lnTo>
                  <a:lnTo>
                    <a:pt x="1312964" y="1379044"/>
                  </a:lnTo>
                  <a:lnTo>
                    <a:pt x="1291166" y="1356840"/>
                  </a:lnTo>
                  <a:lnTo>
                    <a:pt x="1273677" y="1297102"/>
                  </a:lnTo>
                  <a:lnTo>
                    <a:pt x="1254370" y="1243515"/>
                  </a:lnTo>
                  <a:lnTo>
                    <a:pt x="1248625" y="1218553"/>
                  </a:lnTo>
                  <a:lnTo>
                    <a:pt x="1244965" y="1210050"/>
                  </a:lnTo>
                  <a:lnTo>
                    <a:pt x="1230221" y="1181032"/>
                  </a:lnTo>
                  <a:lnTo>
                    <a:pt x="1223700" y="1159349"/>
                  </a:lnTo>
                  <a:lnTo>
                    <a:pt x="1222137" y="1132543"/>
                  </a:lnTo>
                  <a:lnTo>
                    <a:pt x="1213659" y="1116464"/>
                  </a:lnTo>
                  <a:lnTo>
                    <a:pt x="1204648" y="1099077"/>
                  </a:lnTo>
                  <a:lnTo>
                    <a:pt x="1189777" y="1086011"/>
                  </a:lnTo>
                  <a:lnTo>
                    <a:pt x="1186510" y="1036619"/>
                  </a:lnTo>
                  <a:lnTo>
                    <a:pt x="1106640" y="992565"/>
                  </a:lnTo>
                  <a:lnTo>
                    <a:pt x="1074025" y="1036619"/>
                  </a:lnTo>
                  <a:lnTo>
                    <a:pt x="1045694" y="1035564"/>
                  </a:lnTo>
                  <a:lnTo>
                    <a:pt x="1047143" y="1025510"/>
                  </a:lnTo>
                  <a:lnTo>
                    <a:pt x="1045173" y="1019358"/>
                  </a:lnTo>
                  <a:lnTo>
                    <a:pt x="1031471" y="975051"/>
                  </a:lnTo>
                  <a:lnTo>
                    <a:pt x="1020769" y="926815"/>
                  </a:lnTo>
                  <a:lnTo>
                    <a:pt x="1015939" y="917283"/>
                  </a:lnTo>
                  <a:lnTo>
                    <a:pt x="1004589" y="902641"/>
                  </a:lnTo>
                  <a:lnTo>
                    <a:pt x="996493" y="897531"/>
                  </a:lnTo>
                  <a:lnTo>
                    <a:pt x="991015" y="898586"/>
                  </a:lnTo>
                  <a:lnTo>
                    <a:pt x="992845" y="904865"/>
                  </a:lnTo>
                  <a:lnTo>
                    <a:pt x="987621" y="908004"/>
                  </a:lnTo>
                  <a:lnTo>
                    <a:pt x="984367" y="928391"/>
                  </a:lnTo>
                  <a:lnTo>
                    <a:pt x="989972" y="960154"/>
                  </a:lnTo>
                  <a:lnTo>
                    <a:pt x="1001590" y="1012431"/>
                  </a:lnTo>
                  <a:lnTo>
                    <a:pt x="1003153" y="1019485"/>
                  </a:lnTo>
                  <a:lnTo>
                    <a:pt x="1008123" y="1042618"/>
                  </a:lnTo>
                  <a:lnTo>
                    <a:pt x="1013982" y="1049685"/>
                  </a:lnTo>
                  <a:lnTo>
                    <a:pt x="1015813" y="1062751"/>
                  </a:lnTo>
                  <a:lnTo>
                    <a:pt x="1029120" y="1097272"/>
                  </a:lnTo>
                  <a:lnTo>
                    <a:pt x="1005110" y="1111901"/>
                  </a:lnTo>
                  <a:lnTo>
                    <a:pt x="997802" y="1175948"/>
                  </a:lnTo>
                  <a:lnTo>
                    <a:pt x="941432" y="1188620"/>
                  </a:lnTo>
                  <a:lnTo>
                    <a:pt x="935954" y="1177905"/>
                  </a:lnTo>
                  <a:lnTo>
                    <a:pt x="922126" y="1159349"/>
                  </a:lnTo>
                  <a:lnTo>
                    <a:pt x="900060" y="1136737"/>
                  </a:lnTo>
                  <a:lnTo>
                    <a:pt x="948601" y="1118053"/>
                  </a:lnTo>
                  <a:lnTo>
                    <a:pt x="947432" y="1102750"/>
                  </a:lnTo>
                  <a:lnTo>
                    <a:pt x="937772" y="1094641"/>
                  </a:lnTo>
                  <a:lnTo>
                    <a:pt x="873039" y="1113465"/>
                  </a:lnTo>
                  <a:lnTo>
                    <a:pt x="847084" y="1125095"/>
                  </a:lnTo>
                  <a:lnTo>
                    <a:pt x="835861" y="1131373"/>
                  </a:lnTo>
                  <a:lnTo>
                    <a:pt x="804797" y="1122222"/>
                  </a:lnTo>
                  <a:lnTo>
                    <a:pt x="798925" y="1109423"/>
                  </a:lnTo>
                  <a:lnTo>
                    <a:pt x="786520" y="1078575"/>
                  </a:lnTo>
                  <a:lnTo>
                    <a:pt x="762257" y="1067860"/>
                  </a:lnTo>
                  <a:lnTo>
                    <a:pt x="730812" y="1091501"/>
                  </a:lnTo>
                  <a:lnTo>
                    <a:pt x="698439" y="1090459"/>
                  </a:lnTo>
                  <a:lnTo>
                    <a:pt x="698184" y="1100539"/>
                  </a:lnTo>
                  <a:lnTo>
                    <a:pt x="711746" y="1116871"/>
                  </a:lnTo>
                  <a:lnTo>
                    <a:pt x="615822" y="1124840"/>
                  </a:lnTo>
                  <a:lnTo>
                    <a:pt x="611526" y="1071508"/>
                  </a:lnTo>
                  <a:lnTo>
                    <a:pt x="593122" y="1044715"/>
                  </a:lnTo>
                  <a:lnTo>
                    <a:pt x="578251" y="1019231"/>
                  </a:lnTo>
                  <a:lnTo>
                    <a:pt x="482734" y="1034776"/>
                  </a:lnTo>
                  <a:lnTo>
                    <a:pt x="505155" y="1095035"/>
                  </a:lnTo>
                  <a:lnTo>
                    <a:pt x="448925" y="1150858"/>
                  </a:lnTo>
                  <a:lnTo>
                    <a:pt x="426224" y="1145494"/>
                  </a:lnTo>
                  <a:lnTo>
                    <a:pt x="370223" y="1131246"/>
                  </a:lnTo>
                  <a:lnTo>
                    <a:pt x="256950" y="1155548"/>
                  </a:lnTo>
                  <a:lnTo>
                    <a:pt x="234516" y="1098950"/>
                  </a:lnTo>
                  <a:lnTo>
                    <a:pt x="228758" y="1063552"/>
                  </a:lnTo>
                  <a:lnTo>
                    <a:pt x="235291" y="1060654"/>
                  </a:lnTo>
                  <a:lnTo>
                    <a:pt x="246642" y="1054794"/>
                  </a:lnTo>
                  <a:lnTo>
                    <a:pt x="261652" y="1038182"/>
                  </a:lnTo>
                  <a:lnTo>
                    <a:pt x="267258" y="1029158"/>
                  </a:lnTo>
                  <a:lnTo>
                    <a:pt x="268300" y="1010220"/>
                  </a:lnTo>
                  <a:lnTo>
                    <a:pt x="278099" y="994929"/>
                  </a:lnTo>
                  <a:lnTo>
                    <a:pt x="282014" y="990608"/>
                  </a:lnTo>
                  <a:lnTo>
                    <a:pt x="299758" y="943949"/>
                  </a:lnTo>
                  <a:lnTo>
                    <a:pt x="324288" y="929040"/>
                  </a:lnTo>
                  <a:lnTo>
                    <a:pt x="341523" y="929167"/>
                  </a:lnTo>
                  <a:lnTo>
                    <a:pt x="354170" y="927349"/>
                  </a:lnTo>
                  <a:lnTo>
                    <a:pt x="363448" y="919367"/>
                  </a:lnTo>
                  <a:lnTo>
                    <a:pt x="363448" y="911525"/>
                  </a:lnTo>
                  <a:lnTo>
                    <a:pt x="374799" y="901725"/>
                  </a:lnTo>
                  <a:lnTo>
                    <a:pt x="374278" y="895713"/>
                  </a:lnTo>
                  <a:lnTo>
                    <a:pt x="371532" y="885380"/>
                  </a:lnTo>
                  <a:lnTo>
                    <a:pt x="378065" y="866950"/>
                  </a:lnTo>
                  <a:lnTo>
                    <a:pt x="392936" y="842254"/>
                  </a:lnTo>
                  <a:lnTo>
                    <a:pt x="411468" y="850618"/>
                  </a:lnTo>
                  <a:lnTo>
                    <a:pt x="416170" y="854278"/>
                  </a:lnTo>
                  <a:lnTo>
                    <a:pt x="445798" y="860290"/>
                  </a:lnTo>
                  <a:lnTo>
                    <a:pt x="476328" y="862120"/>
                  </a:lnTo>
                  <a:lnTo>
                    <a:pt x="478005" y="908004"/>
                  </a:lnTo>
                  <a:lnTo>
                    <a:pt x="508688" y="896235"/>
                  </a:lnTo>
                  <a:lnTo>
                    <a:pt x="565337" y="861587"/>
                  </a:lnTo>
                  <a:lnTo>
                    <a:pt x="583869" y="855053"/>
                  </a:lnTo>
                  <a:lnTo>
                    <a:pt x="605514" y="809970"/>
                  </a:lnTo>
                  <a:lnTo>
                    <a:pt x="620004" y="769056"/>
                  </a:lnTo>
                  <a:lnTo>
                    <a:pt x="627833" y="765142"/>
                  </a:lnTo>
                  <a:lnTo>
                    <a:pt x="631888" y="756397"/>
                  </a:lnTo>
                  <a:lnTo>
                    <a:pt x="636705" y="746318"/>
                  </a:lnTo>
                  <a:close/>
                </a:path>
              </a:pathLst>
            </a:custGeom>
            <a:noFill/>
            <a:ln w="3810" cap="flat">
              <a:solidFill>
                <a:srgbClr val="E6E4E2"/>
              </a:solidFill>
              <a:prstDash val="solid"/>
              <a:miter/>
            </a:ln>
          </p:spPr>
          <p:txBody>
            <a:bodyPr rtlCol="0" anchor="ctr"/>
            <a:lstStyle/>
            <a:p>
              <a:endParaRPr lang="de-CH"/>
            </a:p>
          </p:txBody>
        </p:sp>
        <p:sp>
          <p:nvSpPr>
            <p:cNvPr id="120" name="Freihandform: Form 119">
              <a:extLst>
                <a:ext uri="{FF2B5EF4-FFF2-40B4-BE49-F238E27FC236}">
                  <a16:creationId xmlns:a16="http://schemas.microsoft.com/office/drawing/2014/main" id="{476D7B77-30BF-1588-5202-9BEDED0FE787}"/>
                </a:ext>
              </a:extLst>
            </p:cNvPr>
            <p:cNvSpPr/>
            <p:nvPr/>
          </p:nvSpPr>
          <p:spPr>
            <a:xfrm>
              <a:off x="7001242" y="817893"/>
              <a:ext cx="1639413" cy="943999"/>
            </a:xfrm>
            <a:custGeom>
              <a:avLst/>
              <a:gdLst>
                <a:gd name="connsiteX0" fmla="*/ 1585128 w 1639413"/>
                <a:gd name="connsiteY0" fmla="*/ 574183 h 943999"/>
                <a:gd name="connsiteX1" fmla="*/ 1584212 w 1639413"/>
                <a:gd name="connsiteY1" fmla="*/ 546996 h 943999"/>
                <a:gd name="connsiteX2" fmla="*/ 1618415 w 1639413"/>
                <a:gd name="connsiteY2" fmla="*/ 561105 h 943999"/>
                <a:gd name="connsiteX3" fmla="*/ 1639413 w 1639413"/>
                <a:gd name="connsiteY3" fmla="*/ 581377 h 943999"/>
                <a:gd name="connsiteX4" fmla="*/ 1615416 w 1639413"/>
                <a:gd name="connsiteY4" fmla="*/ 596922 h 943999"/>
                <a:gd name="connsiteX5" fmla="*/ 1493525 w 1639413"/>
                <a:gd name="connsiteY5" fmla="*/ 448454 h 943999"/>
                <a:gd name="connsiteX6" fmla="*/ 1516620 w 1639413"/>
                <a:gd name="connsiteY6" fmla="*/ 470786 h 943999"/>
                <a:gd name="connsiteX7" fmla="*/ 1533842 w 1639413"/>
                <a:gd name="connsiteY7" fmla="*/ 487398 h 943999"/>
                <a:gd name="connsiteX8" fmla="*/ 1558652 w 1639413"/>
                <a:gd name="connsiteY8" fmla="*/ 495101 h 943999"/>
                <a:gd name="connsiteX9" fmla="*/ 1563469 w 1639413"/>
                <a:gd name="connsiteY9" fmla="*/ 507531 h 943999"/>
                <a:gd name="connsiteX10" fmla="*/ 1556301 w 1639413"/>
                <a:gd name="connsiteY10" fmla="*/ 516022 h 943999"/>
                <a:gd name="connsiteX11" fmla="*/ 1556301 w 1639413"/>
                <a:gd name="connsiteY11" fmla="*/ 532227 h 943999"/>
                <a:gd name="connsiteX12" fmla="*/ 1528237 w 1639413"/>
                <a:gd name="connsiteY12" fmla="*/ 563202 h 943999"/>
                <a:gd name="connsiteX13" fmla="*/ 1519746 w 1639413"/>
                <a:gd name="connsiteY13" fmla="*/ 558359 h 943999"/>
                <a:gd name="connsiteX14" fmla="*/ 1504228 w 1639413"/>
                <a:gd name="connsiteY14" fmla="*/ 572480 h 943999"/>
                <a:gd name="connsiteX15" fmla="*/ 1484908 w 1639413"/>
                <a:gd name="connsiteY15" fmla="*/ 618873 h 943999"/>
                <a:gd name="connsiteX16" fmla="*/ 1468728 w 1639413"/>
                <a:gd name="connsiteY16" fmla="*/ 621758 h 943999"/>
                <a:gd name="connsiteX17" fmla="*/ 1464686 w 1639413"/>
                <a:gd name="connsiteY17" fmla="*/ 609747 h 943999"/>
                <a:gd name="connsiteX18" fmla="*/ 1431640 w 1639413"/>
                <a:gd name="connsiteY18" fmla="*/ 598498 h 943999"/>
                <a:gd name="connsiteX19" fmla="*/ 1418064 w 1639413"/>
                <a:gd name="connsiteY19" fmla="*/ 598498 h 943999"/>
                <a:gd name="connsiteX20" fmla="*/ 1418713 w 1639413"/>
                <a:gd name="connsiteY20" fmla="*/ 576281 h 943999"/>
                <a:gd name="connsiteX21" fmla="*/ 1432809 w 1639413"/>
                <a:gd name="connsiteY21" fmla="*/ 555499 h 943999"/>
                <a:gd name="connsiteX22" fmla="*/ 1413235 w 1639413"/>
                <a:gd name="connsiteY22" fmla="*/ 550009 h 943999"/>
                <a:gd name="connsiteX23" fmla="*/ 1358950 w 1639413"/>
                <a:gd name="connsiteY23" fmla="*/ 553923 h 943999"/>
                <a:gd name="connsiteX24" fmla="*/ 1361555 w 1639413"/>
                <a:gd name="connsiteY24" fmla="*/ 535888 h 943999"/>
                <a:gd name="connsiteX25" fmla="*/ 1391055 w 1639413"/>
                <a:gd name="connsiteY25" fmla="*/ 503083 h 943999"/>
                <a:gd name="connsiteX26" fmla="*/ 1369525 w 1639413"/>
                <a:gd name="connsiteY26" fmla="*/ 495761 h 943999"/>
                <a:gd name="connsiteX27" fmla="*/ 1359992 w 1639413"/>
                <a:gd name="connsiteY27" fmla="*/ 462715 h 943999"/>
                <a:gd name="connsiteX28" fmla="*/ 1268249 w 1639413"/>
                <a:gd name="connsiteY28" fmla="*/ 491071 h 943999"/>
                <a:gd name="connsiteX29" fmla="*/ 1240987 w 1639413"/>
                <a:gd name="connsiteY29" fmla="*/ 519441 h 943999"/>
                <a:gd name="connsiteX30" fmla="*/ 1271771 w 1639413"/>
                <a:gd name="connsiteY30" fmla="*/ 530015 h 943999"/>
                <a:gd name="connsiteX31" fmla="*/ 1288485 w 1639413"/>
                <a:gd name="connsiteY31" fmla="*/ 511726 h 943999"/>
                <a:gd name="connsiteX32" fmla="*/ 1316536 w 1639413"/>
                <a:gd name="connsiteY32" fmla="*/ 531846 h 943999"/>
                <a:gd name="connsiteX33" fmla="*/ 1297775 w 1639413"/>
                <a:gd name="connsiteY33" fmla="*/ 553161 h 943999"/>
                <a:gd name="connsiteX34" fmla="*/ 1303635 w 1639413"/>
                <a:gd name="connsiteY34" fmla="*/ 562058 h 943999"/>
                <a:gd name="connsiteX35" fmla="*/ 1318391 w 1639413"/>
                <a:gd name="connsiteY35" fmla="*/ 556694 h 943999"/>
                <a:gd name="connsiteX36" fmla="*/ 1324251 w 1639413"/>
                <a:gd name="connsiteY36" fmla="*/ 566748 h 943999"/>
                <a:gd name="connsiteX37" fmla="*/ 1325967 w 1639413"/>
                <a:gd name="connsiteY37" fmla="*/ 585178 h 943999"/>
                <a:gd name="connsiteX38" fmla="*/ 1281481 w 1639413"/>
                <a:gd name="connsiteY38" fmla="*/ 626486 h 943999"/>
                <a:gd name="connsiteX39" fmla="*/ 1245982 w 1639413"/>
                <a:gd name="connsiteY39" fmla="*/ 609963 h 943999"/>
                <a:gd name="connsiteX40" fmla="*/ 1186358 w 1639413"/>
                <a:gd name="connsiteY40" fmla="*/ 637150 h 943999"/>
                <a:gd name="connsiteX41" fmla="*/ 1170814 w 1639413"/>
                <a:gd name="connsiteY41" fmla="*/ 618084 h 943999"/>
                <a:gd name="connsiteX42" fmla="*/ 1157252 w 1639413"/>
                <a:gd name="connsiteY42" fmla="*/ 618478 h 943999"/>
                <a:gd name="connsiteX43" fmla="*/ 1100742 w 1639413"/>
                <a:gd name="connsiteY43" fmla="*/ 622139 h 943999"/>
                <a:gd name="connsiteX44" fmla="*/ 1101784 w 1639413"/>
                <a:gd name="connsiteY44" fmla="*/ 594825 h 943999"/>
                <a:gd name="connsiteX45" fmla="*/ 1036276 w 1639413"/>
                <a:gd name="connsiteY45" fmla="*/ 572989 h 943999"/>
                <a:gd name="connsiteX46" fmla="*/ 1012126 w 1639413"/>
                <a:gd name="connsiteY46" fmla="*/ 552741 h 943999"/>
                <a:gd name="connsiteX47" fmla="*/ 993455 w 1639413"/>
                <a:gd name="connsiteY47" fmla="*/ 600849 h 943999"/>
                <a:gd name="connsiteX48" fmla="*/ 938916 w 1639413"/>
                <a:gd name="connsiteY48" fmla="*/ 612594 h 943999"/>
                <a:gd name="connsiteX49" fmla="*/ 862565 w 1639413"/>
                <a:gd name="connsiteY49" fmla="*/ 619406 h 943999"/>
                <a:gd name="connsiteX50" fmla="*/ 840513 w 1639413"/>
                <a:gd name="connsiteY50" fmla="*/ 582941 h 943999"/>
                <a:gd name="connsiteX51" fmla="*/ 791045 w 1639413"/>
                <a:gd name="connsiteY51" fmla="*/ 606988 h 943999"/>
                <a:gd name="connsiteX52" fmla="*/ 762854 w 1639413"/>
                <a:gd name="connsiteY52" fmla="*/ 582394 h 943999"/>
                <a:gd name="connsiteX53" fmla="*/ 703205 w 1639413"/>
                <a:gd name="connsiteY53" fmla="*/ 602731 h 943999"/>
                <a:gd name="connsiteX54" fmla="*/ 699938 w 1639413"/>
                <a:gd name="connsiteY54" fmla="*/ 656978 h 943999"/>
                <a:gd name="connsiteX55" fmla="*/ 736226 w 1639413"/>
                <a:gd name="connsiteY55" fmla="*/ 679856 h 943999"/>
                <a:gd name="connsiteX56" fmla="*/ 734142 w 1639413"/>
                <a:gd name="connsiteY56" fmla="*/ 699849 h 943999"/>
                <a:gd name="connsiteX57" fmla="*/ 768459 w 1639413"/>
                <a:gd name="connsiteY57" fmla="*/ 707704 h 943999"/>
                <a:gd name="connsiteX58" fmla="*/ 807733 w 1639413"/>
                <a:gd name="connsiteY58" fmla="*/ 729133 h 943999"/>
                <a:gd name="connsiteX59" fmla="*/ 786596 w 1639413"/>
                <a:gd name="connsiteY59" fmla="*/ 737115 h 943999"/>
                <a:gd name="connsiteX60" fmla="*/ 758024 w 1639413"/>
                <a:gd name="connsiteY60" fmla="*/ 744551 h 943999"/>
                <a:gd name="connsiteX61" fmla="*/ 750461 w 1639413"/>
                <a:gd name="connsiteY61" fmla="*/ 762714 h 943999"/>
                <a:gd name="connsiteX62" fmla="*/ 725664 w 1639413"/>
                <a:gd name="connsiteY62" fmla="*/ 745085 h 943999"/>
                <a:gd name="connsiteX63" fmla="*/ 705823 w 1639413"/>
                <a:gd name="connsiteY63" fmla="*/ 769387 h 943999"/>
                <a:gd name="connsiteX64" fmla="*/ 679983 w 1639413"/>
                <a:gd name="connsiteY64" fmla="*/ 765091 h 943999"/>
                <a:gd name="connsiteX65" fmla="*/ 655973 w 1639413"/>
                <a:gd name="connsiteY65" fmla="*/ 782999 h 943999"/>
                <a:gd name="connsiteX66" fmla="*/ 663600 w 1639413"/>
                <a:gd name="connsiteY66" fmla="*/ 828998 h 943999"/>
                <a:gd name="connsiteX67" fmla="*/ 635917 w 1639413"/>
                <a:gd name="connsiteY67" fmla="*/ 838924 h 943999"/>
                <a:gd name="connsiteX68" fmla="*/ 626537 w 1639413"/>
                <a:gd name="connsiteY68" fmla="*/ 896972 h 943999"/>
                <a:gd name="connsiteX69" fmla="*/ 571069 w 1639413"/>
                <a:gd name="connsiteY69" fmla="*/ 943999 h 943999"/>
                <a:gd name="connsiteX70" fmla="*/ 565985 w 1639413"/>
                <a:gd name="connsiteY70" fmla="*/ 909873 h 943999"/>
                <a:gd name="connsiteX71" fmla="*/ 495507 w 1639413"/>
                <a:gd name="connsiteY71" fmla="*/ 870534 h 943999"/>
                <a:gd name="connsiteX72" fmla="*/ 495380 w 1639413"/>
                <a:gd name="connsiteY72" fmla="*/ 860366 h 943999"/>
                <a:gd name="connsiteX73" fmla="*/ 504913 w 1639413"/>
                <a:gd name="connsiteY73" fmla="*/ 779021 h 943999"/>
                <a:gd name="connsiteX74" fmla="*/ 542103 w 1639413"/>
                <a:gd name="connsiteY74" fmla="*/ 777598 h 943999"/>
                <a:gd name="connsiteX75" fmla="*/ 542891 w 1639413"/>
                <a:gd name="connsiteY75" fmla="*/ 763731 h 943999"/>
                <a:gd name="connsiteX76" fmla="*/ 486775 w 1639413"/>
                <a:gd name="connsiteY76" fmla="*/ 744398 h 943999"/>
                <a:gd name="connsiteX77" fmla="*/ 466439 w 1639413"/>
                <a:gd name="connsiteY77" fmla="*/ 685182 h 943999"/>
                <a:gd name="connsiteX78" fmla="*/ 444374 w 1639413"/>
                <a:gd name="connsiteY78" fmla="*/ 664756 h 943999"/>
                <a:gd name="connsiteX79" fmla="*/ 447259 w 1639413"/>
                <a:gd name="connsiteY79" fmla="*/ 630655 h 943999"/>
                <a:gd name="connsiteX80" fmla="*/ 471650 w 1639413"/>
                <a:gd name="connsiteY80" fmla="*/ 620182 h 943999"/>
                <a:gd name="connsiteX81" fmla="*/ 465791 w 1639413"/>
                <a:gd name="connsiteY81" fmla="*/ 567650 h 943999"/>
                <a:gd name="connsiteX82" fmla="*/ 471523 w 1639413"/>
                <a:gd name="connsiteY82" fmla="*/ 503464 h 943999"/>
                <a:gd name="connsiteX83" fmla="*/ 449229 w 1639413"/>
                <a:gd name="connsiteY83" fmla="*/ 491694 h 943999"/>
                <a:gd name="connsiteX84" fmla="*/ 421814 w 1639413"/>
                <a:gd name="connsiteY84" fmla="*/ 488695 h 943999"/>
                <a:gd name="connsiteX85" fmla="*/ 409294 w 1639413"/>
                <a:gd name="connsiteY85" fmla="*/ 485949 h 943999"/>
                <a:gd name="connsiteX86" fmla="*/ 355403 w 1639413"/>
                <a:gd name="connsiteY86" fmla="*/ 480204 h 943999"/>
                <a:gd name="connsiteX87" fmla="*/ 331380 w 1639413"/>
                <a:gd name="connsiteY87" fmla="*/ 419043 h 943999"/>
                <a:gd name="connsiteX88" fmla="*/ 373197 w 1639413"/>
                <a:gd name="connsiteY88" fmla="*/ 387674 h 943999"/>
                <a:gd name="connsiteX89" fmla="*/ 348400 w 1639413"/>
                <a:gd name="connsiteY89" fmla="*/ 365723 h 943999"/>
                <a:gd name="connsiteX90" fmla="*/ 291369 w 1639413"/>
                <a:gd name="connsiteY90" fmla="*/ 367668 h 943999"/>
                <a:gd name="connsiteX91" fmla="*/ 265656 w 1639413"/>
                <a:gd name="connsiteY91" fmla="*/ 325724 h 943999"/>
                <a:gd name="connsiteX92" fmla="*/ 192839 w 1639413"/>
                <a:gd name="connsiteY92" fmla="*/ 303647 h 943999"/>
                <a:gd name="connsiteX93" fmla="*/ 165029 w 1639413"/>
                <a:gd name="connsiteY93" fmla="*/ 305604 h 943999"/>
                <a:gd name="connsiteX94" fmla="*/ 146956 w 1639413"/>
                <a:gd name="connsiteY94" fmla="*/ 259059 h 943999"/>
                <a:gd name="connsiteX95" fmla="*/ 166275 w 1639413"/>
                <a:gd name="connsiteY95" fmla="*/ 218933 h 943999"/>
                <a:gd name="connsiteX96" fmla="*/ 244036 w 1639413"/>
                <a:gd name="connsiteY96" fmla="*/ 252781 h 943999"/>
                <a:gd name="connsiteX97" fmla="*/ 265046 w 1639413"/>
                <a:gd name="connsiteY97" fmla="*/ 269113 h 943999"/>
                <a:gd name="connsiteX98" fmla="*/ 276917 w 1639413"/>
                <a:gd name="connsiteY98" fmla="*/ 256835 h 943999"/>
                <a:gd name="connsiteX99" fmla="*/ 318162 w 1639413"/>
                <a:gd name="connsiteY99" fmla="*/ 169389 h 943999"/>
                <a:gd name="connsiteX100" fmla="*/ 319865 w 1639413"/>
                <a:gd name="connsiteY100" fmla="*/ 140155 h 943999"/>
                <a:gd name="connsiteX101" fmla="*/ 297813 w 1639413"/>
                <a:gd name="connsiteY101" fmla="*/ 131792 h 943999"/>
                <a:gd name="connsiteX102" fmla="*/ 276002 w 1639413"/>
                <a:gd name="connsiteY102" fmla="*/ 124865 h 943999"/>
                <a:gd name="connsiteX103" fmla="*/ 271846 w 1639413"/>
                <a:gd name="connsiteY103" fmla="*/ 86569 h 943999"/>
                <a:gd name="connsiteX104" fmla="*/ 262695 w 1639413"/>
                <a:gd name="connsiteY104" fmla="*/ 87344 h 943999"/>
                <a:gd name="connsiteX105" fmla="*/ 196284 w 1639413"/>
                <a:gd name="connsiteY105" fmla="*/ 136482 h 943999"/>
                <a:gd name="connsiteX106" fmla="*/ 160911 w 1639413"/>
                <a:gd name="connsiteY106" fmla="*/ 167343 h 943999"/>
                <a:gd name="connsiteX107" fmla="*/ 129860 w 1639413"/>
                <a:gd name="connsiteY107" fmla="*/ 158191 h 943999"/>
                <a:gd name="connsiteX108" fmla="*/ 100232 w 1639413"/>
                <a:gd name="connsiteY108" fmla="*/ 159462 h 943999"/>
                <a:gd name="connsiteX109" fmla="*/ 41766 w 1639413"/>
                <a:gd name="connsiteY109" fmla="*/ 136190 h 943999"/>
                <a:gd name="connsiteX110" fmla="*/ 19307 w 1639413"/>
                <a:gd name="connsiteY110" fmla="*/ 88616 h 943999"/>
                <a:gd name="connsiteX111" fmla="*/ 0 w 1639413"/>
                <a:gd name="connsiteY111" fmla="*/ 53853 h 943999"/>
                <a:gd name="connsiteX112" fmla="*/ 2224 w 1639413"/>
                <a:gd name="connsiteY112" fmla="*/ 32030 h 943999"/>
                <a:gd name="connsiteX113" fmla="*/ 43202 w 1639413"/>
                <a:gd name="connsiteY113" fmla="*/ 0 h 943999"/>
                <a:gd name="connsiteX114" fmla="*/ 66296 w 1639413"/>
                <a:gd name="connsiteY114" fmla="*/ 9406 h 943999"/>
                <a:gd name="connsiteX115" fmla="*/ 99343 w 1639413"/>
                <a:gd name="connsiteY115" fmla="*/ 13079 h 943999"/>
                <a:gd name="connsiteX116" fmla="*/ 119425 w 1639413"/>
                <a:gd name="connsiteY116" fmla="*/ 6406 h 943999"/>
                <a:gd name="connsiteX117" fmla="*/ 149841 w 1639413"/>
                <a:gd name="connsiteY117" fmla="*/ 10982 h 943999"/>
                <a:gd name="connsiteX118" fmla="*/ 243286 w 1639413"/>
                <a:gd name="connsiteY118" fmla="*/ 55162 h 943999"/>
                <a:gd name="connsiteX119" fmla="*/ 257382 w 1639413"/>
                <a:gd name="connsiteY119" fmla="*/ 56726 h 943999"/>
                <a:gd name="connsiteX120" fmla="*/ 262466 w 1639413"/>
                <a:gd name="connsiteY120" fmla="*/ 53980 h 943999"/>
                <a:gd name="connsiteX121" fmla="*/ 275773 w 1639413"/>
                <a:gd name="connsiteY121" fmla="*/ 47447 h 943999"/>
                <a:gd name="connsiteX122" fmla="*/ 339464 w 1639413"/>
                <a:gd name="connsiteY122" fmla="*/ 67186 h 943999"/>
                <a:gd name="connsiteX123" fmla="*/ 367261 w 1639413"/>
                <a:gd name="connsiteY123" fmla="*/ 95288 h 943999"/>
                <a:gd name="connsiteX124" fmla="*/ 370388 w 1639413"/>
                <a:gd name="connsiteY124" fmla="*/ 126390 h 943999"/>
                <a:gd name="connsiteX125" fmla="*/ 392720 w 1639413"/>
                <a:gd name="connsiteY125" fmla="*/ 114748 h 943999"/>
                <a:gd name="connsiteX126" fmla="*/ 434079 w 1639413"/>
                <a:gd name="connsiteY126" fmla="*/ 128729 h 943999"/>
                <a:gd name="connsiteX127" fmla="*/ 458101 w 1639413"/>
                <a:gd name="connsiteY127" fmla="*/ 145583 h 943999"/>
                <a:gd name="connsiteX128" fmla="*/ 481183 w 1639413"/>
                <a:gd name="connsiteY128" fmla="*/ 143765 h 943999"/>
                <a:gd name="connsiteX129" fmla="*/ 501519 w 1639413"/>
                <a:gd name="connsiteY129" fmla="*/ 132656 h 943999"/>
                <a:gd name="connsiteX130" fmla="*/ 518208 w 1639413"/>
                <a:gd name="connsiteY130" fmla="*/ 134614 h 943999"/>
                <a:gd name="connsiteX131" fmla="*/ 531261 w 1639413"/>
                <a:gd name="connsiteY131" fmla="*/ 120887 h 943999"/>
                <a:gd name="connsiteX132" fmla="*/ 565846 w 1639413"/>
                <a:gd name="connsiteY132" fmla="*/ 111341 h 943999"/>
                <a:gd name="connsiteX133" fmla="*/ 589995 w 1639413"/>
                <a:gd name="connsiteY133" fmla="*/ 105596 h 943999"/>
                <a:gd name="connsiteX134" fmla="*/ 609899 w 1639413"/>
                <a:gd name="connsiteY134" fmla="*/ 93051 h 943999"/>
                <a:gd name="connsiteX135" fmla="*/ 613293 w 1639413"/>
                <a:gd name="connsiteY135" fmla="*/ 80240 h 943999"/>
                <a:gd name="connsiteX136" fmla="*/ 634430 w 1639413"/>
                <a:gd name="connsiteY136" fmla="*/ 65470 h 943999"/>
                <a:gd name="connsiteX137" fmla="*/ 677645 w 1639413"/>
                <a:gd name="connsiteY137" fmla="*/ 57844 h 943999"/>
                <a:gd name="connsiteX138" fmla="*/ 698515 w 1639413"/>
                <a:gd name="connsiteY138" fmla="*/ 48172 h 943999"/>
                <a:gd name="connsiteX139" fmla="*/ 709852 w 1639413"/>
                <a:gd name="connsiteY139" fmla="*/ 46227 h 943999"/>
                <a:gd name="connsiteX140" fmla="*/ 755799 w 1639413"/>
                <a:gd name="connsiteY140" fmla="*/ 53662 h 943999"/>
                <a:gd name="connsiteX141" fmla="*/ 767150 w 1639413"/>
                <a:gd name="connsiteY141" fmla="*/ 47917 h 943999"/>
                <a:gd name="connsiteX142" fmla="*/ 799523 w 1639413"/>
                <a:gd name="connsiteY142" fmla="*/ 49481 h 943999"/>
                <a:gd name="connsiteX143" fmla="*/ 809437 w 1639413"/>
                <a:gd name="connsiteY143" fmla="*/ 48960 h 943999"/>
                <a:gd name="connsiteX144" fmla="*/ 815970 w 1639413"/>
                <a:gd name="connsiteY144" fmla="*/ 58645 h 943999"/>
                <a:gd name="connsiteX145" fmla="*/ 827180 w 1639413"/>
                <a:gd name="connsiteY145" fmla="*/ 59153 h 943999"/>
                <a:gd name="connsiteX146" fmla="*/ 832925 w 1639413"/>
                <a:gd name="connsiteY146" fmla="*/ 47917 h 943999"/>
                <a:gd name="connsiteX147" fmla="*/ 848724 w 1639413"/>
                <a:gd name="connsiteY147" fmla="*/ 52112 h 943999"/>
                <a:gd name="connsiteX148" fmla="*/ 852626 w 1639413"/>
                <a:gd name="connsiteY148" fmla="*/ 65953 h 943999"/>
                <a:gd name="connsiteX149" fmla="*/ 861523 w 1639413"/>
                <a:gd name="connsiteY149" fmla="*/ 72486 h 943999"/>
                <a:gd name="connsiteX150" fmla="*/ 902361 w 1639413"/>
                <a:gd name="connsiteY150" fmla="*/ 73134 h 943999"/>
                <a:gd name="connsiteX151" fmla="*/ 921426 w 1639413"/>
                <a:gd name="connsiteY151" fmla="*/ 70008 h 943999"/>
                <a:gd name="connsiteX152" fmla="*/ 946224 w 1639413"/>
                <a:gd name="connsiteY152" fmla="*/ 79299 h 943999"/>
                <a:gd name="connsiteX153" fmla="*/ 965657 w 1639413"/>
                <a:gd name="connsiteY153" fmla="*/ 70402 h 943999"/>
                <a:gd name="connsiteX154" fmla="*/ 984062 w 1639413"/>
                <a:gd name="connsiteY154" fmla="*/ 70402 h 943999"/>
                <a:gd name="connsiteX155" fmla="*/ 991231 w 1639413"/>
                <a:gd name="connsiteY155" fmla="*/ 79426 h 943999"/>
                <a:gd name="connsiteX156" fmla="*/ 996582 w 1639413"/>
                <a:gd name="connsiteY156" fmla="*/ 86213 h 943999"/>
                <a:gd name="connsiteX157" fmla="*/ 1016689 w 1639413"/>
                <a:gd name="connsiteY157" fmla="*/ 98237 h 943999"/>
                <a:gd name="connsiteX158" fmla="*/ 1034038 w 1639413"/>
                <a:gd name="connsiteY158" fmla="*/ 98758 h 943999"/>
                <a:gd name="connsiteX159" fmla="*/ 1053625 w 1639413"/>
                <a:gd name="connsiteY159" fmla="*/ 122031 h 943999"/>
                <a:gd name="connsiteX160" fmla="*/ 1083252 w 1639413"/>
                <a:gd name="connsiteY160" fmla="*/ 132351 h 943999"/>
                <a:gd name="connsiteX161" fmla="*/ 1111952 w 1639413"/>
                <a:gd name="connsiteY161" fmla="*/ 146866 h 943999"/>
                <a:gd name="connsiteX162" fmla="*/ 1167153 w 1639413"/>
                <a:gd name="connsiteY162" fmla="*/ 169478 h 943999"/>
                <a:gd name="connsiteX163" fmla="*/ 1202652 w 1639413"/>
                <a:gd name="connsiteY163" fmla="*/ 191301 h 943999"/>
                <a:gd name="connsiteX164" fmla="*/ 1236220 w 1639413"/>
                <a:gd name="connsiteY164" fmla="*/ 208714 h 943999"/>
                <a:gd name="connsiteX165" fmla="*/ 1275240 w 1639413"/>
                <a:gd name="connsiteY165" fmla="*/ 228326 h 943999"/>
                <a:gd name="connsiteX166" fmla="*/ 1303559 w 1639413"/>
                <a:gd name="connsiteY166" fmla="*/ 256416 h 943999"/>
                <a:gd name="connsiteX167" fmla="*/ 1340190 w 1639413"/>
                <a:gd name="connsiteY167" fmla="*/ 284975 h 943999"/>
                <a:gd name="connsiteX168" fmla="*/ 1392518 w 1639413"/>
                <a:gd name="connsiteY168" fmla="*/ 314908 h 943999"/>
                <a:gd name="connsiteX169" fmla="*/ 1443790 w 1639413"/>
                <a:gd name="connsiteY169" fmla="*/ 342095 h 943999"/>
                <a:gd name="connsiteX170" fmla="*/ 1447184 w 1639413"/>
                <a:gd name="connsiteY170" fmla="*/ 350992 h 943999"/>
                <a:gd name="connsiteX171" fmla="*/ 1441324 w 1639413"/>
                <a:gd name="connsiteY171" fmla="*/ 386810 h 943999"/>
                <a:gd name="connsiteX172" fmla="*/ 1446803 w 1639413"/>
                <a:gd name="connsiteY172" fmla="*/ 401058 h 943999"/>
                <a:gd name="connsiteX173" fmla="*/ 1454759 w 1639413"/>
                <a:gd name="connsiteY173" fmla="*/ 422106 h 943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1639413" h="943999">
                  <a:moveTo>
                    <a:pt x="1585128" y="574183"/>
                  </a:moveTo>
                  <a:lnTo>
                    <a:pt x="1584212" y="546996"/>
                  </a:lnTo>
                  <a:lnTo>
                    <a:pt x="1618415" y="561105"/>
                  </a:lnTo>
                  <a:lnTo>
                    <a:pt x="1639413" y="581377"/>
                  </a:lnTo>
                  <a:lnTo>
                    <a:pt x="1615416" y="596922"/>
                  </a:lnTo>
                  <a:close/>
                  <a:moveTo>
                    <a:pt x="1493525" y="448454"/>
                  </a:moveTo>
                  <a:lnTo>
                    <a:pt x="1516620" y="470786"/>
                  </a:lnTo>
                  <a:lnTo>
                    <a:pt x="1533842" y="487398"/>
                  </a:lnTo>
                  <a:lnTo>
                    <a:pt x="1558652" y="495101"/>
                  </a:lnTo>
                  <a:lnTo>
                    <a:pt x="1563469" y="507531"/>
                  </a:lnTo>
                  <a:lnTo>
                    <a:pt x="1556301" y="516022"/>
                  </a:lnTo>
                  <a:lnTo>
                    <a:pt x="1556301" y="532227"/>
                  </a:lnTo>
                  <a:lnTo>
                    <a:pt x="1528237" y="563202"/>
                  </a:lnTo>
                  <a:lnTo>
                    <a:pt x="1519746" y="558359"/>
                  </a:lnTo>
                  <a:lnTo>
                    <a:pt x="1504228" y="572480"/>
                  </a:lnTo>
                  <a:lnTo>
                    <a:pt x="1484908" y="618873"/>
                  </a:lnTo>
                  <a:lnTo>
                    <a:pt x="1468728" y="621758"/>
                  </a:lnTo>
                  <a:lnTo>
                    <a:pt x="1464686" y="609747"/>
                  </a:lnTo>
                  <a:lnTo>
                    <a:pt x="1431640" y="598498"/>
                  </a:lnTo>
                  <a:lnTo>
                    <a:pt x="1418064" y="598498"/>
                  </a:lnTo>
                  <a:lnTo>
                    <a:pt x="1418713" y="576281"/>
                  </a:lnTo>
                  <a:lnTo>
                    <a:pt x="1432809" y="555499"/>
                  </a:lnTo>
                  <a:lnTo>
                    <a:pt x="1413235" y="550009"/>
                  </a:lnTo>
                  <a:lnTo>
                    <a:pt x="1358950" y="553923"/>
                  </a:lnTo>
                  <a:lnTo>
                    <a:pt x="1361555" y="535888"/>
                  </a:lnTo>
                  <a:lnTo>
                    <a:pt x="1391055" y="503083"/>
                  </a:lnTo>
                  <a:lnTo>
                    <a:pt x="1369525" y="495761"/>
                  </a:lnTo>
                  <a:lnTo>
                    <a:pt x="1359992" y="462715"/>
                  </a:lnTo>
                  <a:lnTo>
                    <a:pt x="1268249" y="491071"/>
                  </a:lnTo>
                  <a:lnTo>
                    <a:pt x="1240987" y="519441"/>
                  </a:lnTo>
                  <a:lnTo>
                    <a:pt x="1271771" y="530015"/>
                  </a:lnTo>
                  <a:lnTo>
                    <a:pt x="1288485" y="511726"/>
                  </a:lnTo>
                  <a:lnTo>
                    <a:pt x="1316536" y="531846"/>
                  </a:lnTo>
                  <a:lnTo>
                    <a:pt x="1297775" y="553161"/>
                  </a:lnTo>
                  <a:lnTo>
                    <a:pt x="1303635" y="562058"/>
                  </a:lnTo>
                  <a:lnTo>
                    <a:pt x="1318391" y="556694"/>
                  </a:lnTo>
                  <a:lnTo>
                    <a:pt x="1324251" y="566748"/>
                  </a:lnTo>
                  <a:lnTo>
                    <a:pt x="1325967" y="585178"/>
                  </a:lnTo>
                  <a:lnTo>
                    <a:pt x="1281481" y="626486"/>
                  </a:lnTo>
                  <a:lnTo>
                    <a:pt x="1245982" y="609963"/>
                  </a:lnTo>
                  <a:lnTo>
                    <a:pt x="1186358" y="637150"/>
                  </a:lnTo>
                  <a:lnTo>
                    <a:pt x="1170814" y="618084"/>
                  </a:lnTo>
                  <a:lnTo>
                    <a:pt x="1157252" y="618478"/>
                  </a:lnTo>
                  <a:lnTo>
                    <a:pt x="1100742" y="622139"/>
                  </a:lnTo>
                  <a:lnTo>
                    <a:pt x="1101784" y="594825"/>
                  </a:lnTo>
                  <a:lnTo>
                    <a:pt x="1036276" y="572989"/>
                  </a:lnTo>
                  <a:lnTo>
                    <a:pt x="1012126" y="552741"/>
                  </a:lnTo>
                  <a:lnTo>
                    <a:pt x="993455" y="600849"/>
                  </a:lnTo>
                  <a:lnTo>
                    <a:pt x="938916" y="612594"/>
                  </a:lnTo>
                  <a:lnTo>
                    <a:pt x="862565" y="619406"/>
                  </a:lnTo>
                  <a:lnTo>
                    <a:pt x="840513" y="582941"/>
                  </a:lnTo>
                  <a:lnTo>
                    <a:pt x="791045" y="606988"/>
                  </a:lnTo>
                  <a:lnTo>
                    <a:pt x="762854" y="582394"/>
                  </a:lnTo>
                  <a:lnTo>
                    <a:pt x="703205" y="602731"/>
                  </a:lnTo>
                  <a:lnTo>
                    <a:pt x="699938" y="656978"/>
                  </a:lnTo>
                  <a:lnTo>
                    <a:pt x="736226" y="679856"/>
                  </a:lnTo>
                  <a:lnTo>
                    <a:pt x="734142" y="699849"/>
                  </a:lnTo>
                  <a:lnTo>
                    <a:pt x="768459" y="707704"/>
                  </a:lnTo>
                  <a:lnTo>
                    <a:pt x="807733" y="729133"/>
                  </a:lnTo>
                  <a:lnTo>
                    <a:pt x="786596" y="737115"/>
                  </a:lnTo>
                  <a:lnTo>
                    <a:pt x="758024" y="744551"/>
                  </a:lnTo>
                  <a:lnTo>
                    <a:pt x="750461" y="762714"/>
                  </a:lnTo>
                  <a:lnTo>
                    <a:pt x="725664" y="745085"/>
                  </a:lnTo>
                  <a:lnTo>
                    <a:pt x="705823" y="769387"/>
                  </a:lnTo>
                  <a:lnTo>
                    <a:pt x="679983" y="765091"/>
                  </a:lnTo>
                  <a:lnTo>
                    <a:pt x="655973" y="782999"/>
                  </a:lnTo>
                  <a:lnTo>
                    <a:pt x="663600" y="828998"/>
                  </a:lnTo>
                  <a:lnTo>
                    <a:pt x="635917" y="838924"/>
                  </a:lnTo>
                  <a:lnTo>
                    <a:pt x="626537" y="896972"/>
                  </a:lnTo>
                  <a:lnTo>
                    <a:pt x="571069" y="943999"/>
                  </a:lnTo>
                  <a:lnTo>
                    <a:pt x="565985" y="909873"/>
                  </a:lnTo>
                  <a:lnTo>
                    <a:pt x="495507" y="870534"/>
                  </a:lnTo>
                  <a:lnTo>
                    <a:pt x="495380" y="860366"/>
                  </a:lnTo>
                  <a:lnTo>
                    <a:pt x="504913" y="779021"/>
                  </a:lnTo>
                  <a:lnTo>
                    <a:pt x="542103" y="777598"/>
                  </a:lnTo>
                  <a:lnTo>
                    <a:pt x="542891" y="763731"/>
                  </a:lnTo>
                  <a:lnTo>
                    <a:pt x="486775" y="744398"/>
                  </a:lnTo>
                  <a:lnTo>
                    <a:pt x="466439" y="685182"/>
                  </a:lnTo>
                  <a:lnTo>
                    <a:pt x="444374" y="664756"/>
                  </a:lnTo>
                  <a:lnTo>
                    <a:pt x="447259" y="630655"/>
                  </a:lnTo>
                  <a:lnTo>
                    <a:pt x="471650" y="620182"/>
                  </a:lnTo>
                  <a:lnTo>
                    <a:pt x="465791" y="567650"/>
                  </a:lnTo>
                  <a:lnTo>
                    <a:pt x="471523" y="503464"/>
                  </a:lnTo>
                  <a:lnTo>
                    <a:pt x="449229" y="491694"/>
                  </a:lnTo>
                  <a:lnTo>
                    <a:pt x="421814" y="488695"/>
                  </a:lnTo>
                  <a:lnTo>
                    <a:pt x="409294" y="485949"/>
                  </a:lnTo>
                  <a:lnTo>
                    <a:pt x="355403" y="480204"/>
                  </a:lnTo>
                  <a:lnTo>
                    <a:pt x="331380" y="419043"/>
                  </a:lnTo>
                  <a:lnTo>
                    <a:pt x="373197" y="387674"/>
                  </a:lnTo>
                  <a:lnTo>
                    <a:pt x="348400" y="365723"/>
                  </a:lnTo>
                  <a:lnTo>
                    <a:pt x="291369" y="367668"/>
                  </a:lnTo>
                  <a:lnTo>
                    <a:pt x="265656" y="325724"/>
                  </a:lnTo>
                  <a:lnTo>
                    <a:pt x="192839" y="303647"/>
                  </a:lnTo>
                  <a:lnTo>
                    <a:pt x="165029" y="305604"/>
                  </a:lnTo>
                  <a:lnTo>
                    <a:pt x="146956" y="259059"/>
                  </a:lnTo>
                  <a:lnTo>
                    <a:pt x="166275" y="218933"/>
                  </a:lnTo>
                  <a:lnTo>
                    <a:pt x="244036" y="252781"/>
                  </a:lnTo>
                  <a:lnTo>
                    <a:pt x="265046" y="269113"/>
                  </a:lnTo>
                  <a:lnTo>
                    <a:pt x="276917" y="256835"/>
                  </a:lnTo>
                  <a:lnTo>
                    <a:pt x="318162" y="169389"/>
                  </a:lnTo>
                  <a:lnTo>
                    <a:pt x="319865" y="140155"/>
                  </a:lnTo>
                  <a:lnTo>
                    <a:pt x="297813" y="131792"/>
                  </a:lnTo>
                  <a:lnTo>
                    <a:pt x="276002" y="124865"/>
                  </a:lnTo>
                  <a:lnTo>
                    <a:pt x="271846" y="86569"/>
                  </a:lnTo>
                  <a:lnTo>
                    <a:pt x="262695" y="87344"/>
                  </a:lnTo>
                  <a:lnTo>
                    <a:pt x="196284" y="136482"/>
                  </a:lnTo>
                  <a:lnTo>
                    <a:pt x="160911" y="167343"/>
                  </a:lnTo>
                  <a:lnTo>
                    <a:pt x="129860" y="158191"/>
                  </a:lnTo>
                  <a:lnTo>
                    <a:pt x="100232" y="159462"/>
                  </a:lnTo>
                  <a:lnTo>
                    <a:pt x="41766" y="136190"/>
                  </a:lnTo>
                  <a:lnTo>
                    <a:pt x="19307" y="88616"/>
                  </a:lnTo>
                  <a:lnTo>
                    <a:pt x="0" y="53853"/>
                  </a:lnTo>
                  <a:lnTo>
                    <a:pt x="2224" y="32030"/>
                  </a:lnTo>
                  <a:lnTo>
                    <a:pt x="43202" y="0"/>
                  </a:lnTo>
                  <a:lnTo>
                    <a:pt x="66296" y="9406"/>
                  </a:lnTo>
                  <a:lnTo>
                    <a:pt x="99343" y="13079"/>
                  </a:lnTo>
                  <a:lnTo>
                    <a:pt x="119425" y="6406"/>
                  </a:lnTo>
                  <a:lnTo>
                    <a:pt x="149841" y="10982"/>
                  </a:lnTo>
                  <a:lnTo>
                    <a:pt x="243286" y="55162"/>
                  </a:lnTo>
                  <a:lnTo>
                    <a:pt x="257382" y="56726"/>
                  </a:lnTo>
                  <a:lnTo>
                    <a:pt x="262466" y="53980"/>
                  </a:lnTo>
                  <a:lnTo>
                    <a:pt x="275773" y="47447"/>
                  </a:lnTo>
                  <a:lnTo>
                    <a:pt x="339464" y="67186"/>
                  </a:lnTo>
                  <a:lnTo>
                    <a:pt x="367261" y="95288"/>
                  </a:lnTo>
                  <a:lnTo>
                    <a:pt x="370388" y="126390"/>
                  </a:lnTo>
                  <a:lnTo>
                    <a:pt x="392720" y="114748"/>
                  </a:lnTo>
                  <a:lnTo>
                    <a:pt x="434079" y="128729"/>
                  </a:lnTo>
                  <a:lnTo>
                    <a:pt x="458101" y="145583"/>
                  </a:lnTo>
                  <a:lnTo>
                    <a:pt x="481183" y="143765"/>
                  </a:lnTo>
                  <a:lnTo>
                    <a:pt x="501519" y="132656"/>
                  </a:lnTo>
                  <a:lnTo>
                    <a:pt x="518208" y="134614"/>
                  </a:lnTo>
                  <a:lnTo>
                    <a:pt x="531261" y="120887"/>
                  </a:lnTo>
                  <a:lnTo>
                    <a:pt x="565846" y="111341"/>
                  </a:lnTo>
                  <a:lnTo>
                    <a:pt x="589995" y="105596"/>
                  </a:lnTo>
                  <a:lnTo>
                    <a:pt x="609899" y="93051"/>
                  </a:lnTo>
                  <a:lnTo>
                    <a:pt x="613293" y="80240"/>
                  </a:lnTo>
                  <a:lnTo>
                    <a:pt x="634430" y="65470"/>
                  </a:lnTo>
                  <a:lnTo>
                    <a:pt x="677645" y="57844"/>
                  </a:lnTo>
                  <a:lnTo>
                    <a:pt x="698515" y="48172"/>
                  </a:lnTo>
                  <a:lnTo>
                    <a:pt x="709852" y="46227"/>
                  </a:lnTo>
                  <a:lnTo>
                    <a:pt x="755799" y="53662"/>
                  </a:lnTo>
                  <a:lnTo>
                    <a:pt x="767150" y="47917"/>
                  </a:lnTo>
                  <a:lnTo>
                    <a:pt x="799523" y="49481"/>
                  </a:lnTo>
                  <a:lnTo>
                    <a:pt x="809437" y="48960"/>
                  </a:lnTo>
                  <a:lnTo>
                    <a:pt x="815970" y="58645"/>
                  </a:lnTo>
                  <a:lnTo>
                    <a:pt x="827180" y="59153"/>
                  </a:lnTo>
                  <a:lnTo>
                    <a:pt x="832925" y="47917"/>
                  </a:lnTo>
                  <a:lnTo>
                    <a:pt x="848724" y="52112"/>
                  </a:lnTo>
                  <a:lnTo>
                    <a:pt x="852626" y="65953"/>
                  </a:lnTo>
                  <a:lnTo>
                    <a:pt x="861523" y="72486"/>
                  </a:lnTo>
                  <a:lnTo>
                    <a:pt x="902361" y="73134"/>
                  </a:lnTo>
                  <a:lnTo>
                    <a:pt x="921426" y="70008"/>
                  </a:lnTo>
                  <a:lnTo>
                    <a:pt x="946224" y="79299"/>
                  </a:lnTo>
                  <a:lnTo>
                    <a:pt x="965657" y="70402"/>
                  </a:lnTo>
                  <a:lnTo>
                    <a:pt x="984062" y="70402"/>
                  </a:lnTo>
                  <a:lnTo>
                    <a:pt x="991231" y="79426"/>
                  </a:lnTo>
                  <a:lnTo>
                    <a:pt x="996582" y="86213"/>
                  </a:lnTo>
                  <a:lnTo>
                    <a:pt x="1016689" y="98237"/>
                  </a:lnTo>
                  <a:lnTo>
                    <a:pt x="1034038" y="98758"/>
                  </a:lnTo>
                  <a:lnTo>
                    <a:pt x="1053625" y="122031"/>
                  </a:lnTo>
                  <a:lnTo>
                    <a:pt x="1083252" y="132351"/>
                  </a:lnTo>
                  <a:lnTo>
                    <a:pt x="1111952" y="146866"/>
                  </a:lnTo>
                  <a:lnTo>
                    <a:pt x="1167153" y="169478"/>
                  </a:lnTo>
                  <a:lnTo>
                    <a:pt x="1202652" y="191301"/>
                  </a:lnTo>
                  <a:lnTo>
                    <a:pt x="1236220" y="208714"/>
                  </a:lnTo>
                  <a:lnTo>
                    <a:pt x="1275240" y="228326"/>
                  </a:lnTo>
                  <a:lnTo>
                    <a:pt x="1303559" y="256416"/>
                  </a:lnTo>
                  <a:lnTo>
                    <a:pt x="1340190" y="284975"/>
                  </a:lnTo>
                  <a:lnTo>
                    <a:pt x="1392518" y="314908"/>
                  </a:lnTo>
                  <a:lnTo>
                    <a:pt x="1443790" y="342095"/>
                  </a:lnTo>
                  <a:lnTo>
                    <a:pt x="1447184" y="350992"/>
                  </a:lnTo>
                  <a:lnTo>
                    <a:pt x="1441324" y="386810"/>
                  </a:lnTo>
                  <a:lnTo>
                    <a:pt x="1446803" y="401058"/>
                  </a:lnTo>
                  <a:lnTo>
                    <a:pt x="1454759" y="422106"/>
                  </a:lnTo>
                  <a:close/>
                </a:path>
              </a:pathLst>
            </a:custGeom>
            <a:solidFill>
              <a:srgbClr val="FFFFFF"/>
            </a:solidFill>
            <a:ln w="12700" cap="flat">
              <a:noFill/>
              <a:prstDash val="solid"/>
              <a:miter/>
            </a:ln>
          </p:spPr>
          <p:txBody>
            <a:bodyPr rtlCol="0" anchor="ctr"/>
            <a:lstStyle/>
            <a:p>
              <a:endParaRPr lang="de-CH"/>
            </a:p>
          </p:txBody>
        </p:sp>
        <p:sp>
          <p:nvSpPr>
            <p:cNvPr id="121" name="Freihandform: Form 120">
              <a:extLst>
                <a:ext uri="{FF2B5EF4-FFF2-40B4-BE49-F238E27FC236}">
                  <a16:creationId xmlns:a16="http://schemas.microsoft.com/office/drawing/2014/main" id="{5DF0E41D-4E05-5F7C-9EF9-96B4AE1D2D23}"/>
                </a:ext>
              </a:extLst>
            </p:cNvPr>
            <p:cNvSpPr/>
            <p:nvPr/>
          </p:nvSpPr>
          <p:spPr>
            <a:xfrm>
              <a:off x="7001242" y="817893"/>
              <a:ext cx="1639413" cy="943999"/>
            </a:xfrm>
            <a:custGeom>
              <a:avLst/>
              <a:gdLst>
                <a:gd name="connsiteX0" fmla="*/ 1585128 w 1639413"/>
                <a:gd name="connsiteY0" fmla="*/ 574183 h 943999"/>
                <a:gd name="connsiteX1" fmla="*/ 1584212 w 1639413"/>
                <a:gd name="connsiteY1" fmla="*/ 546996 h 943999"/>
                <a:gd name="connsiteX2" fmla="*/ 1618415 w 1639413"/>
                <a:gd name="connsiteY2" fmla="*/ 561105 h 943999"/>
                <a:gd name="connsiteX3" fmla="*/ 1639413 w 1639413"/>
                <a:gd name="connsiteY3" fmla="*/ 581377 h 943999"/>
                <a:gd name="connsiteX4" fmla="*/ 1615416 w 1639413"/>
                <a:gd name="connsiteY4" fmla="*/ 596922 h 943999"/>
                <a:gd name="connsiteX5" fmla="*/ 1493525 w 1639413"/>
                <a:gd name="connsiteY5" fmla="*/ 448454 h 943999"/>
                <a:gd name="connsiteX6" fmla="*/ 1516620 w 1639413"/>
                <a:gd name="connsiteY6" fmla="*/ 470786 h 943999"/>
                <a:gd name="connsiteX7" fmla="*/ 1533842 w 1639413"/>
                <a:gd name="connsiteY7" fmla="*/ 487398 h 943999"/>
                <a:gd name="connsiteX8" fmla="*/ 1558652 w 1639413"/>
                <a:gd name="connsiteY8" fmla="*/ 495101 h 943999"/>
                <a:gd name="connsiteX9" fmla="*/ 1563469 w 1639413"/>
                <a:gd name="connsiteY9" fmla="*/ 507531 h 943999"/>
                <a:gd name="connsiteX10" fmla="*/ 1556301 w 1639413"/>
                <a:gd name="connsiteY10" fmla="*/ 516022 h 943999"/>
                <a:gd name="connsiteX11" fmla="*/ 1556301 w 1639413"/>
                <a:gd name="connsiteY11" fmla="*/ 532227 h 943999"/>
                <a:gd name="connsiteX12" fmla="*/ 1528237 w 1639413"/>
                <a:gd name="connsiteY12" fmla="*/ 563202 h 943999"/>
                <a:gd name="connsiteX13" fmla="*/ 1519746 w 1639413"/>
                <a:gd name="connsiteY13" fmla="*/ 558359 h 943999"/>
                <a:gd name="connsiteX14" fmla="*/ 1504228 w 1639413"/>
                <a:gd name="connsiteY14" fmla="*/ 572480 h 943999"/>
                <a:gd name="connsiteX15" fmla="*/ 1484908 w 1639413"/>
                <a:gd name="connsiteY15" fmla="*/ 618873 h 943999"/>
                <a:gd name="connsiteX16" fmla="*/ 1468728 w 1639413"/>
                <a:gd name="connsiteY16" fmla="*/ 621758 h 943999"/>
                <a:gd name="connsiteX17" fmla="*/ 1464686 w 1639413"/>
                <a:gd name="connsiteY17" fmla="*/ 609747 h 943999"/>
                <a:gd name="connsiteX18" fmla="*/ 1431640 w 1639413"/>
                <a:gd name="connsiteY18" fmla="*/ 598498 h 943999"/>
                <a:gd name="connsiteX19" fmla="*/ 1418064 w 1639413"/>
                <a:gd name="connsiteY19" fmla="*/ 598498 h 943999"/>
                <a:gd name="connsiteX20" fmla="*/ 1418713 w 1639413"/>
                <a:gd name="connsiteY20" fmla="*/ 576281 h 943999"/>
                <a:gd name="connsiteX21" fmla="*/ 1432809 w 1639413"/>
                <a:gd name="connsiteY21" fmla="*/ 555499 h 943999"/>
                <a:gd name="connsiteX22" fmla="*/ 1413235 w 1639413"/>
                <a:gd name="connsiteY22" fmla="*/ 550009 h 943999"/>
                <a:gd name="connsiteX23" fmla="*/ 1358950 w 1639413"/>
                <a:gd name="connsiteY23" fmla="*/ 553923 h 943999"/>
                <a:gd name="connsiteX24" fmla="*/ 1361555 w 1639413"/>
                <a:gd name="connsiteY24" fmla="*/ 535888 h 943999"/>
                <a:gd name="connsiteX25" fmla="*/ 1391055 w 1639413"/>
                <a:gd name="connsiteY25" fmla="*/ 503083 h 943999"/>
                <a:gd name="connsiteX26" fmla="*/ 1369525 w 1639413"/>
                <a:gd name="connsiteY26" fmla="*/ 495761 h 943999"/>
                <a:gd name="connsiteX27" fmla="*/ 1359992 w 1639413"/>
                <a:gd name="connsiteY27" fmla="*/ 462715 h 943999"/>
                <a:gd name="connsiteX28" fmla="*/ 1268249 w 1639413"/>
                <a:gd name="connsiteY28" fmla="*/ 491071 h 943999"/>
                <a:gd name="connsiteX29" fmla="*/ 1240987 w 1639413"/>
                <a:gd name="connsiteY29" fmla="*/ 519441 h 943999"/>
                <a:gd name="connsiteX30" fmla="*/ 1271771 w 1639413"/>
                <a:gd name="connsiteY30" fmla="*/ 530015 h 943999"/>
                <a:gd name="connsiteX31" fmla="*/ 1288485 w 1639413"/>
                <a:gd name="connsiteY31" fmla="*/ 511726 h 943999"/>
                <a:gd name="connsiteX32" fmla="*/ 1316536 w 1639413"/>
                <a:gd name="connsiteY32" fmla="*/ 531846 h 943999"/>
                <a:gd name="connsiteX33" fmla="*/ 1297775 w 1639413"/>
                <a:gd name="connsiteY33" fmla="*/ 553161 h 943999"/>
                <a:gd name="connsiteX34" fmla="*/ 1303635 w 1639413"/>
                <a:gd name="connsiteY34" fmla="*/ 562058 h 943999"/>
                <a:gd name="connsiteX35" fmla="*/ 1318391 w 1639413"/>
                <a:gd name="connsiteY35" fmla="*/ 556694 h 943999"/>
                <a:gd name="connsiteX36" fmla="*/ 1324251 w 1639413"/>
                <a:gd name="connsiteY36" fmla="*/ 566748 h 943999"/>
                <a:gd name="connsiteX37" fmla="*/ 1325967 w 1639413"/>
                <a:gd name="connsiteY37" fmla="*/ 585178 h 943999"/>
                <a:gd name="connsiteX38" fmla="*/ 1281481 w 1639413"/>
                <a:gd name="connsiteY38" fmla="*/ 626486 h 943999"/>
                <a:gd name="connsiteX39" fmla="*/ 1245982 w 1639413"/>
                <a:gd name="connsiteY39" fmla="*/ 609963 h 943999"/>
                <a:gd name="connsiteX40" fmla="*/ 1186358 w 1639413"/>
                <a:gd name="connsiteY40" fmla="*/ 637150 h 943999"/>
                <a:gd name="connsiteX41" fmla="*/ 1170814 w 1639413"/>
                <a:gd name="connsiteY41" fmla="*/ 618084 h 943999"/>
                <a:gd name="connsiteX42" fmla="*/ 1157252 w 1639413"/>
                <a:gd name="connsiteY42" fmla="*/ 618478 h 943999"/>
                <a:gd name="connsiteX43" fmla="*/ 1100742 w 1639413"/>
                <a:gd name="connsiteY43" fmla="*/ 622139 h 943999"/>
                <a:gd name="connsiteX44" fmla="*/ 1101784 w 1639413"/>
                <a:gd name="connsiteY44" fmla="*/ 594825 h 943999"/>
                <a:gd name="connsiteX45" fmla="*/ 1036276 w 1639413"/>
                <a:gd name="connsiteY45" fmla="*/ 572989 h 943999"/>
                <a:gd name="connsiteX46" fmla="*/ 1012126 w 1639413"/>
                <a:gd name="connsiteY46" fmla="*/ 552741 h 943999"/>
                <a:gd name="connsiteX47" fmla="*/ 993455 w 1639413"/>
                <a:gd name="connsiteY47" fmla="*/ 600849 h 943999"/>
                <a:gd name="connsiteX48" fmla="*/ 938916 w 1639413"/>
                <a:gd name="connsiteY48" fmla="*/ 612594 h 943999"/>
                <a:gd name="connsiteX49" fmla="*/ 862565 w 1639413"/>
                <a:gd name="connsiteY49" fmla="*/ 619406 h 943999"/>
                <a:gd name="connsiteX50" fmla="*/ 840513 w 1639413"/>
                <a:gd name="connsiteY50" fmla="*/ 582941 h 943999"/>
                <a:gd name="connsiteX51" fmla="*/ 791045 w 1639413"/>
                <a:gd name="connsiteY51" fmla="*/ 606988 h 943999"/>
                <a:gd name="connsiteX52" fmla="*/ 762854 w 1639413"/>
                <a:gd name="connsiteY52" fmla="*/ 582394 h 943999"/>
                <a:gd name="connsiteX53" fmla="*/ 703205 w 1639413"/>
                <a:gd name="connsiteY53" fmla="*/ 602731 h 943999"/>
                <a:gd name="connsiteX54" fmla="*/ 699938 w 1639413"/>
                <a:gd name="connsiteY54" fmla="*/ 656978 h 943999"/>
                <a:gd name="connsiteX55" fmla="*/ 736226 w 1639413"/>
                <a:gd name="connsiteY55" fmla="*/ 679856 h 943999"/>
                <a:gd name="connsiteX56" fmla="*/ 734142 w 1639413"/>
                <a:gd name="connsiteY56" fmla="*/ 699849 h 943999"/>
                <a:gd name="connsiteX57" fmla="*/ 768459 w 1639413"/>
                <a:gd name="connsiteY57" fmla="*/ 707704 h 943999"/>
                <a:gd name="connsiteX58" fmla="*/ 807733 w 1639413"/>
                <a:gd name="connsiteY58" fmla="*/ 729133 h 943999"/>
                <a:gd name="connsiteX59" fmla="*/ 786596 w 1639413"/>
                <a:gd name="connsiteY59" fmla="*/ 737115 h 943999"/>
                <a:gd name="connsiteX60" fmla="*/ 758024 w 1639413"/>
                <a:gd name="connsiteY60" fmla="*/ 744551 h 943999"/>
                <a:gd name="connsiteX61" fmla="*/ 750461 w 1639413"/>
                <a:gd name="connsiteY61" fmla="*/ 762714 h 943999"/>
                <a:gd name="connsiteX62" fmla="*/ 725664 w 1639413"/>
                <a:gd name="connsiteY62" fmla="*/ 745085 h 943999"/>
                <a:gd name="connsiteX63" fmla="*/ 705823 w 1639413"/>
                <a:gd name="connsiteY63" fmla="*/ 769387 h 943999"/>
                <a:gd name="connsiteX64" fmla="*/ 679983 w 1639413"/>
                <a:gd name="connsiteY64" fmla="*/ 765091 h 943999"/>
                <a:gd name="connsiteX65" fmla="*/ 655973 w 1639413"/>
                <a:gd name="connsiteY65" fmla="*/ 782999 h 943999"/>
                <a:gd name="connsiteX66" fmla="*/ 663600 w 1639413"/>
                <a:gd name="connsiteY66" fmla="*/ 828998 h 943999"/>
                <a:gd name="connsiteX67" fmla="*/ 635917 w 1639413"/>
                <a:gd name="connsiteY67" fmla="*/ 838924 h 943999"/>
                <a:gd name="connsiteX68" fmla="*/ 626537 w 1639413"/>
                <a:gd name="connsiteY68" fmla="*/ 896972 h 943999"/>
                <a:gd name="connsiteX69" fmla="*/ 571069 w 1639413"/>
                <a:gd name="connsiteY69" fmla="*/ 943999 h 943999"/>
                <a:gd name="connsiteX70" fmla="*/ 565985 w 1639413"/>
                <a:gd name="connsiteY70" fmla="*/ 909873 h 943999"/>
                <a:gd name="connsiteX71" fmla="*/ 495507 w 1639413"/>
                <a:gd name="connsiteY71" fmla="*/ 870534 h 943999"/>
                <a:gd name="connsiteX72" fmla="*/ 495380 w 1639413"/>
                <a:gd name="connsiteY72" fmla="*/ 860366 h 943999"/>
                <a:gd name="connsiteX73" fmla="*/ 504913 w 1639413"/>
                <a:gd name="connsiteY73" fmla="*/ 779021 h 943999"/>
                <a:gd name="connsiteX74" fmla="*/ 542103 w 1639413"/>
                <a:gd name="connsiteY74" fmla="*/ 777598 h 943999"/>
                <a:gd name="connsiteX75" fmla="*/ 542891 w 1639413"/>
                <a:gd name="connsiteY75" fmla="*/ 763731 h 943999"/>
                <a:gd name="connsiteX76" fmla="*/ 486775 w 1639413"/>
                <a:gd name="connsiteY76" fmla="*/ 744398 h 943999"/>
                <a:gd name="connsiteX77" fmla="*/ 466439 w 1639413"/>
                <a:gd name="connsiteY77" fmla="*/ 685182 h 943999"/>
                <a:gd name="connsiteX78" fmla="*/ 444374 w 1639413"/>
                <a:gd name="connsiteY78" fmla="*/ 664756 h 943999"/>
                <a:gd name="connsiteX79" fmla="*/ 447259 w 1639413"/>
                <a:gd name="connsiteY79" fmla="*/ 630655 h 943999"/>
                <a:gd name="connsiteX80" fmla="*/ 471650 w 1639413"/>
                <a:gd name="connsiteY80" fmla="*/ 620182 h 943999"/>
                <a:gd name="connsiteX81" fmla="*/ 465791 w 1639413"/>
                <a:gd name="connsiteY81" fmla="*/ 567650 h 943999"/>
                <a:gd name="connsiteX82" fmla="*/ 471523 w 1639413"/>
                <a:gd name="connsiteY82" fmla="*/ 503464 h 943999"/>
                <a:gd name="connsiteX83" fmla="*/ 449229 w 1639413"/>
                <a:gd name="connsiteY83" fmla="*/ 491694 h 943999"/>
                <a:gd name="connsiteX84" fmla="*/ 421814 w 1639413"/>
                <a:gd name="connsiteY84" fmla="*/ 488695 h 943999"/>
                <a:gd name="connsiteX85" fmla="*/ 409294 w 1639413"/>
                <a:gd name="connsiteY85" fmla="*/ 485949 h 943999"/>
                <a:gd name="connsiteX86" fmla="*/ 355403 w 1639413"/>
                <a:gd name="connsiteY86" fmla="*/ 480204 h 943999"/>
                <a:gd name="connsiteX87" fmla="*/ 331380 w 1639413"/>
                <a:gd name="connsiteY87" fmla="*/ 419043 h 943999"/>
                <a:gd name="connsiteX88" fmla="*/ 373197 w 1639413"/>
                <a:gd name="connsiteY88" fmla="*/ 387674 h 943999"/>
                <a:gd name="connsiteX89" fmla="*/ 348400 w 1639413"/>
                <a:gd name="connsiteY89" fmla="*/ 365723 h 943999"/>
                <a:gd name="connsiteX90" fmla="*/ 291369 w 1639413"/>
                <a:gd name="connsiteY90" fmla="*/ 367668 h 943999"/>
                <a:gd name="connsiteX91" fmla="*/ 265656 w 1639413"/>
                <a:gd name="connsiteY91" fmla="*/ 325724 h 943999"/>
                <a:gd name="connsiteX92" fmla="*/ 192839 w 1639413"/>
                <a:gd name="connsiteY92" fmla="*/ 303647 h 943999"/>
                <a:gd name="connsiteX93" fmla="*/ 165029 w 1639413"/>
                <a:gd name="connsiteY93" fmla="*/ 305604 h 943999"/>
                <a:gd name="connsiteX94" fmla="*/ 146956 w 1639413"/>
                <a:gd name="connsiteY94" fmla="*/ 259059 h 943999"/>
                <a:gd name="connsiteX95" fmla="*/ 166275 w 1639413"/>
                <a:gd name="connsiteY95" fmla="*/ 218933 h 943999"/>
                <a:gd name="connsiteX96" fmla="*/ 244036 w 1639413"/>
                <a:gd name="connsiteY96" fmla="*/ 252781 h 943999"/>
                <a:gd name="connsiteX97" fmla="*/ 265046 w 1639413"/>
                <a:gd name="connsiteY97" fmla="*/ 269113 h 943999"/>
                <a:gd name="connsiteX98" fmla="*/ 276917 w 1639413"/>
                <a:gd name="connsiteY98" fmla="*/ 256835 h 943999"/>
                <a:gd name="connsiteX99" fmla="*/ 318162 w 1639413"/>
                <a:gd name="connsiteY99" fmla="*/ 169389 h 943999"/>
                <a:gd name="connsiteX100" fmla="*/ 319865 w 1639413"/>
                <a:gd name="connsiteY100" fmla="*/ 140155 h 943999"/>
                <a:gd name="connsiteX101" fmla="*/ 297813 w 1639413"/>
                <a:gd name="connsiteY101" fmla="*/ 131792 h 943999"/>
                <a:gd name="connsiteX102" fmla="*/ 276002 w 1639413"/>
                <a:gd name="connsiteY102" fmla="*/ 124865 h 943999"/>
                <a:gd name="connsiteX103" fmla="*/ 271846 w 1639413"/>
                <a:gd name="connsiteY103" fmla="*/ 86569 h 943999"/>
                <a:gd name="connsiteX104" fmla="*/ 262695 w 1639413"/>
                <a:gd name="connsiteY104" fmla="*/ 87344 h 943999"/>
                <a:gd name="connsiteX105" fmla="*/ 196284 w 1639413"/>
                <a:gd name="connsiteY105" fmla="*/ 136482 h 943999"/>
                <a:gd name="connsiteX106" fmla="*/ 160911 w 1639413"/>
                <a:gd name="connsiteY106" fmla="*/ 167343 h 943999"/>
                <a:gd name="connsiteX107" fmla="*/ 129860 w 1639413"/>
                <a:gd name="connsiteY107" fmla="*/ 158191 h 943999"/>
                <a:gd name="connsiteX108" fmla="*/ 100232 w 1639413"/>
                <a:gd name="connsiteY108" fmla="*/ 159462 h 943999"/>
                <a:gd name="connsiteX109" fmla="*/ 41766 w 1639413"/>
                <a:gd name="connsiteY109" fmla="*/ 136190 h 943999"/>
                <a:gd name="connsiteX110" fmla="*/ 19307 w 1639413"/>
                <a:gd name="connsiteY110" fmla="*/ 88616 h 943999"/>
                <a:gd name="connsiteX111" fmla="*/ 0 w 1639413"/>
                <a:gd name="connsiteY111" fmla="*/ 53853 h 943999"/>
                <a:gd name="connsiteX112" fmla="*/ 2224 w 1639413"/>
                <a:gd name="connsiteY112" fmla="*/ 32030 h 943999"/>
                <a:gd name="connsiteX113" fmla="*/ 43202 w 1639413"/>
                <a:gd name="connsiteY113" fmla="*/ 0 h 943999"/>
                <a:gd name="connsiteX114" fmla="*/ 66296 w 1639413"/>
                <a:gd name="connsiteY114" fmla="*/ 9406 h 943999"/>
                <a:gd name="connsiteX115" fmla="*/ 99343 w 1639413"/>
                <a:gd name="connsiteY115" fmla="*/ 13079 h 943999"/>
                <a:gd name="connsiteX116" fmla="*/ 119425 w 1639413"/>
                <a:gd name="connsiteY116" fmla="*/ 6406 h 943999"/>
                <a:gd name="connsiteX117" fmla="*/ 149841 w 1639413"/>
                <a:gd name="connsiteY117" fmla="*/ 10982 h 943999"/>
                <a:gd name="connsiteX118" fmla="*/ 243286 w 1639413"/>
                <a:gd name="connsiteY118" fmla="*/ 55162 h 943999"/>
                <a:gd name="connsiteX119" fmla="*/ 257382 w 1639413"/>
                <a:gd name="connsiteY119" fmla="*/ 56726 h 943999"/>
                <a:gd name="connsiteX120" fmla="*/ 262466 w 1639413"/>
                <a:gd name="connsiteY120" fmla="*/ 53980 h 943999"/>
                <a:gd name="connsiteX121" fmla="*/ 275773 w 1639413"/>
                <a:gd name="connsiteY121" fmla="*/ 47447 h 943999"/>
                <a:gd name="connsiteX122" fmla="*/ 339464 w 1639413"/>
                <a:gd name="connsiteY122" fmla="*/ 67186 h 943999"/>
                <a:gd name="connsiteX123" fmla="*/ 367261 w 1639413"/>
                <a:gd name="connsiteY123" fmla="*/ 95288 h 943999"/>
                <a:gd name="connsiteX124" fmla="*/ 370388 w 1639413"/>
                <a:gd name="connsiteY124" fmla="*/ 126390 h 943999"/>
                <a:gd name="connsiteX125" fmla="*/ 392720 w 1639413"/>
                <a:gd name="connsiteY125" fmla="*/ 114748 h 943999"/>
                <a:gd name="connsiteX126" fmla="*/ 434079 w 1639413"/>
                <a:gd name="connsiteY126" fmla="*/ 128729 h 943999"/>
                <a:gd name="connsiteX127" fmla="*/ 458101 w 1639413"/>
                <a:gd name="connsiteY127" fmla="*/ 145583 h 943999"/>
                <a:gd name="connsiteX128" fmla="*/ 481183 w 1639413"/>
                <a:gd name="connsiteY128" fmla="*/ 143765 h 943999"/>
                <a:gd name="connsiteX129" fmla="*/ 501519 w 1639413"/>
                <a:gd name="connsiteY129" fmla="*/ 132656 h 943999"/>
                <a:gd name="connsiteX130" fmla="*/ 518208 w 1639413"/>
                <a:gd name="connsiteY130" fmla="*/ 134614 h 943999"/>
                <a:gd name="connsiteX131" fmla="*/ 531261 w 1639413"/>
                <a:gd name="connsiteY131" fmla="*/ 120887 h 943999"/>
                <a:gd name="connsiteX132" fmla="*/ 565846 w 1639413"/>
                <a:gd name="connsiteY132" fmla="*/ 111341 h 943999"/>
                <a:gd name="connsiteX133" fmla="*/ 589995 w 1639413"/>
                <a:gd name="connsiteY133" fmla="*/ 105596 h 943999"/>
                <a:gd name="connsiteX134" fmla="*/ 609899 w 1639413"/>
                <a:gd name="connsiteY134" fmla="*/ 93051 h 943999"/>
                <a:gd name="connsiteX135" fmla="*/ 613293 w 1639413"/>
                <a:gd name="connsiteY135" fmla="*/ 80240 h 943999"/>
                <a:gd name="connsiteX136" fmla="*/ 634430 w 1639413"/>
                <a:gd name="connsiteY136" fmla="*/ 65470 h 943999"/>
                <a:gd name="connsiteX137" fmla="*/ 677645 w 1639413"/>
                <a:gd name="connsiteY137" fmla="*/ 57844 h 943999"/>
                <a:gd name="connsiteX138" fmla="*/ 698515 w 1639413"/>
                <a:gd name="connsiteY138" fmla="*/ 48172 h 943999"/>
                <a:gd name="connsiteX139" fmla="*/ 709852 w 1639413"/>
                <a:gd name="connsiteY139" fmla="*/ 46227 h 943999"/>
                <a:gd name="connsiteX140" fmla="*/ 755799 w 1639413"/>
                <a:gd name="connsiteY140" fmla="*/ 53662 h 943999"/>
                <a:gd name="connsiteX141" fmla="*/ 767150 w 1639413"/>
                <a:gd name="connsiteY141" fmla="*/ 47917 h 943999"/>
                <a:gd name="connsiteX142" fmla="*/ 799523 w 1639413"/>
                <a:gd name="connsiteY142" fmla="*/ 49481 h 943999"/>
                <a:gd name="connsiteX143" fmla="*/ 809437 w 1639413"/>
                <a:gd name="connsiteY143" fmla="*/ 48960 h 943999"/>
                <a:gd name="connsiteX144" fmla="*/ 815970 w 1639413"/>
                <a:gd name="connsiteY144" fmla="*/ 58645 h 943999"/>
                <a:gd name="connsiteX145" fmla="*/ 827180 w 1639413"/>
                <a:gd name="connsiteY145" fmla="*/ 59153 h 943999"/>
                <a:gd name="connsiteX146" fmla="*/ 832925 w 1639413"/>
                <a:gd name="connsiteY146" fmla="*/ 47917 h 943999"/>
                <a:gd name="connsiteX147" fmla="*/ 848724 w 1639413"/>
                <a:gd name="connsiteY147" fmla="*/ 52112 h 943999"/>
                <a:gd name="connsiteX148" fmla="*/ 852626 w 1639413"/>
                <a:gd name="connsiteY148" fmla="*/ 65953 h 943999"/>
                <a:gd name="connsiteX149" fmla="*/ 861523 w 1639413"/>
                <a:gd name="connsiteY149" fmla="*/ 72486 h 943999"/>
                <a:gd name="connsiteX150" fmla="*/ 902361 w 1639413"/>
                <a:gd name="connsiteY150" fmla="*/ 73134 h 943999"/>
                <a:gd name="connsiteX151" fmla="*/ 921426 w 1639413"/>
                <a:gd name="connsiteY151" fmla="*/ 70008 h 943999"/>
                <a:gd name="connsiteX152" fmla="*/ 946224 w 1639413"/>
                <a:gd name="connsiteY152" fmla="*/ 79299 h 943999"/>
                <a:gd name="connsiteX153" fmla="*/ 965657 w 1639413"/>
                <a:gd name="connsiteY153" fmla="*/ 70402 h 943999"/>
                <a:gd name="connsiteX154" fmla="*/ 984062 w 1639413"/>
                <a:gd name="connsiteY154" fmla="*/ 70402 h 943999"/>
                <a:gd name="connsiteX155" fmla="*/ 991231 w 1639413"/>
                <a:gd name="connsiteY155" fmla="*/ 79426 h 943999"/>
                <a:gd name="connsiteX156" fmla="*/ 996582 w 1639413"/>
                <a:gd name="connsiteY156" fmla="*/ 86213 h 943999"/>
                <a:gd name="connsiteX157" fmla="*/ 1016689 w 1639413"/>
                <a:gd name="connsiteY157" fmla="*/ 98237 h 943999"/>
                <a:gd name="connsiteX158" fmla="*/ 1034038 w 1639413"/>
                <a:gd name="connsiteY158" fmla="*/ 98758 h 943999"/>
                <a:gd name="connsiteX159" fmla="*/ 1053625 w 1639413"/>
                <a:gd name="connsiteY159" fmla="*/ 122031 h 943999"/>
                <a:gd name="connsiteX160" fmla="*/ 1083252 w 1639413"/>
                <a:gd name="connsiteY160" fmla="*/ 132351 h 943999"/>
                <a:gd name="connsiteX161" fmla="*/ 1111952 w 1639413"/>
                <a:gd name="connsiteY161" fmla="*/ 146866 h 943999"/>
                <a:gd name="connsiteX162" fmla="*/ 1167153 w 1639413"/>
                <a:gd name="connsiteY162" fmla="*/ 169478 h 943999"/>
                <a:gd name="connsiteX163" fmla="*/ 1202652 w 1639413"/>
                <a:gd name="connsiteY163" fmla="*/ 191301 h 943999"/>
                <a:gd name="connsiteX164" fmla="*/ 1236220 w 1639413"/>
                <a:gd name="connsiteY164" fmla="*/ 208714 h 943999"/>
                <a:gd name="connsiteX165" fmla="*/ 1275240 w 1639413"/>
                <a:gd name="connsiteY165" fmla="*/ 228326 h 943999"/>
                <a:gd name="connsiteX166" fmla="*/ 1303559 w 1639413"/>
                <a:gd name="connsiteY166" fmla="*/ 256416 h 943999"/>
                <a:gd name="connsiteX167" fmla="*/ 1340190 w 1639413"/>
                <a:gd name="connsiteY167" fmla="*/ 284975 h 943999"/>
                <a:gd name="connsiteX168" fmla="*/ 1392518 w 1639413"/>
                <a:gd name="connsiteY168" fmla="*/ 314908 h 943999"/>
                <a:gd name="connsiteX169" fmla="*/ 1443790 w 1639413"/>
                <a:gd name="connsiteY169" fmla="*/ 342095 h 943999"/>
                <a:gd name="connsiteX170" fmla="*/ 1447184 w 1639413"/>
                <a:gd name="connsiteY170" fmla="*/ 350992 h 943999"/>
                <a:gd name="connsiteX171" fmla="*/ 1441324 w 1639413"/>
                <a:gd name="connsiteY171" fmla="*/ 386810 h 943999"/>
                <a:gd name="connsiteX172" fmla="*/ 1446803 w 1639413"/>
                <a:gd name="connsiteY172" fmla="*/ 401058 h 943999"/>
                <a:gd name="connsiteX173" fmla="*/ 1454759 w 1639413"/>
                <a:gd name="connsiteY173" fmla="*/ 422106 h 943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1639413" h="943999">
                  <a:moveTo>
                    <a:pt x="1585128" y="574183"/>
                  </a:moveTo>
                  <a:lnTo>
                    <a:pt x="1584212" y="546996"/>
                  </a:lnTo>
                  <a:lnTo>
                    <a:pt x="1618415" y="561105"/>
                  </a:lnTo>
                  <a:lnTo>
                    <a:pt x="1639413" y="581377"/>
                  </a:lnTo>
                  <a:lnTo>
                    <a:pt x="1615416" y="596922"/>
                  </a:lnTo>
                  <a:close/>
                  <a:moveTo>
                    <a:pt x="1493525" y="448454"/>
                  </a:moveTo>
                  <a:lnTo>
                    <a:pt x="1516620" y="470786"/>
                  </a:lnTo>
                  <a:lnTo>
                    <a:pt x="1533842" y="487398"/>
                  </a:lnTo>
                  <a:lnTo>
                    <a:pt x="1558652" y="495101"/>
                  </a:lnTo>
                  <a:lnTo>
                    <a:pt x="1563469" y="507531"/>
                  </a:lnTo>
                  <a:lnTo>
                    <a:pt x="1556301" y="516022"/>
                  </a:lnTo>
                  <a:lnTo>
                    <a:pt x="1556301" y="532227"/>
                  </a:lnTo>
                  <a:lnTo>
                    <a:pt x="1528237" y="563202"/>
                  </a:lnTo>
                  <a:lnTo>
                    <a:pt x="1519746" y="558359"/>
                  </a:lnTo>
                  <a:lnTo>
                    <a:pt x="1504228" y="572480"/>
                  </a:lnTo>
                  <a:lnTo>
                    <a:pt x="1484908" y="618873"/>
                  </a:lnTo>
                  <a:lnTo>
                    <a:pt x="1468728" y="621758"/>
                  </a:lnTo>
                  <a:lnTo>
                    <a:pt x="1464686" y="609747"/>
                  </a:lnTo>
                  <a:lnTo>
                    <a:pt x="1431640" y="598498"/>
                  </a:lnTo>
                  <a:lnTo>
                    <a:pt x="1418064" y="598498"/>
                  </a:lnTo>
                  <a:lnTo>
                    <a:pt x="1418713" y="576281"/>
                  </a:lnTo>
                  <a:lnTo>
                    <a:pt x="1432809" y="555499"/>
                  </a:lnTo>
                  <a:lnTo>
                    <a:pt x="1413235" y="550009"/>
                  </a:lnTo>
                  <a:lnTo>
                    <a:pt x="1358950" y="553923"/>
                  </a:lnTo>
                  <a:lnTo>
                    <a:pt x="1361555" y="535888"/>
                  </a:lnTo>
                  <a:lnTo>
                    <a:pt x="1391055" y="503083"/>
                  </a:lnTo>
                  <a:lnTo>
                    <a:pt x="1369525" y="495761"/>
                  </a:lnTo>
                  <a:lnTo>
                    <a:pt x="1359992" y="462715"/>
                  </a:lnTo>
                  <a:lnTo>
                    <a:pt x="1268249" y="491071"/>
                  </a:lnTo>
                  <a:lnTo>
                    <a:pt x="1240987" y="519441"/>
                  </a:lnTo>
                  <a:lnTo>
                    <a:pt x="1271771" y="530015"/>
                  </a:lnTo>
                  <a:lnTo>
                    <a:pt x="1288485" y="511726"/>
                  </a:lnTo>
                  <a:lnTo>
                    <a:pt x="1316536" y="531846"/>
                  </a:lnTo>
                  <a:lnTo>
                    <a:pt x="1297775" y="553161"/>
                  </a:lnTo>
                  <a:lnTo>
                    <a:pt x="1303635" y="562058"/>
                  </a:lnTo>
                  <a:lnTo>
                    <a:pt x="1318391" y="556694"/>
                  </a:lnTo>
                  <a:lnTo>
                    <a:pt x="1324251" y="566748"/>
                  </a:lnTo>
                  <a:lnTo>
                    <a:pt x="1325967" y="585178"/>
                  </a:lnTo>
                  <a:lnTo>
                    <a:pt x="1281481" y="626486"/>
                  </a:lnTo>
                  <a:lnTo>
                    <a:pt x="1245982" y="609963"/>
                  </a:lnTo>
                  <a:lnTo>
                    <a:pt x="1186358" y="637150"/>
                  </a:lnTo>
                  <a:lnTo>
                    <a:pt x="1170814" y="618084"/>
                  </a:lnTo>
                  <a:lnTo>
                    <a:pt x="1157252" y="618478"/>
                  </a:lnTo>
                  <a:lnTo>
                    <a:pt x="1100742" y="622139"/>
                  </a:lnTo>
                  <a:lnTo>
                    <a:pt x="1101784" y="594825"/>
                  </a:lnTo>
                  <a:lnTo>
                    <a:pt x="1036276" y="572989"/>
                  </a:lnTo>
                  <a:lnTo>
                    <a:pt x="1012126" y="552741"/>
                  </a:lnTo>
                  <a:lnTo>
                    <a:pt x="993455" y="600849"/>
                  </a:lnTo>
                  <a:lnTo>
                    <a:pt x="938916" y="612594"/>
                  </a:lnTo>
                  <a:lnTo>
                    <a:pt x="862565" y="619406"/>
                  </a:lnTo>
                  <a:lnTo>
                    <a:pt x="840513" y="582941"/>
                  </a:lnTo>
                  <a:lnTo>
                    <a:pt x="791045" y="606988"/>
                  </a:lnTo>
                  <a:lnTo>
                    <a:pt x="762854" y="582394"/>
                  </a:lnTo>
                  <a:lnTo>
                    <a:pt x="703205" y="602731"/>
                  </a:lnTo>
                  <a:lnTo>
                    <a:pt x="699938" y="656978"/>
                  </a:lnTo>
                  <a:lnTo>
                    <a:pt x="736226" y="679856"/>
                  </a:lnTo>
                  <a:lnTo>
                    <a:pt x="734142" y="699849"/>
                  </a:lnTo>
                  <a:lnTo>
                    <a:pt x="768459" y="707704"/>
                  </a:lnTo>
                  <a:lnTo>
                    <a:pt x="807733" y="729133"/>
                  </a:lnTo>
                  <a:lnTo>
                    <a:pt x="786596" y="737115"/>
                  </a:lnTo>
                  <a:lnTo>
                    <a:pt x="758024" y="744551"/>
                  </a:lnTo>
                  <a:lnTo>
                    <a:pt x="750461" y="762714"/>
                  </a:lnTo>
                  <a:lnTo>
                    <a:pt x="725664" y="745085"/>
                  </a:lnTo>
                  <a:lnTo>
                    <a:pt x="705823" y="769387"/>
                  </a:lnTo>
                  <a:lnTo>
                    <a:pt x="679983" y="765091"/>
                  </a:lnTo>
                  <a:lnTo>
                    <a:pt x="655973" y="782999"/>
                  </a:lnTo>
                  <a:lnTo>
                    <a:pt x="663600" y="828998"/>
                  </a:lnTo>
                  <a:lnTo>
                    <a:pt x="635917" y="838924"/>
                  </a:lnTo>
                  <a:lnTo>
                    <a:pt x="626537" y="896972"/>
                  </a:lnTo>
                  <a:lnTo>
                    <a:pt x="571069" y="943999"/>
                  </a:lnTo>
                  <a:lnTo>
                    <a:pt x="565985" y="909873"/>
                  </a:lnTo>
                  <a:lnTo>
                    <a:pt x="495507" y="870534"/>
                  </a:lnTo>
                  <a:lnTo>
                    <a:pt x="495380" y="860366"/>
                  </a:lnTo>
                  <a:lnTo>
                    <a:pt x="504913" y="779021"/>
                  </a:lnTo>
                  <a:lnTo>
                    <a:pt x="542103" y="777598"/>
                  </a:lnTo>
                  <a:lnTo>
                    <a:pt x="542891" y="763731"/>
                  </a:lnTo>
                  <a:lnTo>
                    <a:pt x="486775" y="744398"/>
                  </a:lnTo>
                  <a:lnTo>
                    <a:pt x="466439" y="685182"/>
                  </a:lnTo>
                  <a:lnTo>
                    <a:pt x="444374" y="664756"/>
                  </a:lnTo>
                  <a:lnTo>
                    <a:pt x="447259" y="630655"/>
                  </a:lnTo>
                  <a:lnTo>
                    <a:pt x="471650" y="620182"/>
                  </a:lnTo>
                  <a:lnTo>
                    <a:pt x="465791" y="567650"/>
                  </a:lnTo>
                  <a:lnTo>
                    <a:pt x="471523" y="503464"/>
                  </a:lnTo>
                  <a:lnTo>
                    <a:pt x="449229" y="491694"/>
                  </a:lnTo>
                  <a:lnTo>
                    <a:pt x="421814" y="488695"/>
                  </a:lnTo>
                  <a:lnTo>
                    <a:pt x="409294" y="485949"/>
                  </a:lnTo>
                  <a:lnTo>
                    <a:pt x="355403" y="480204"/>
                  </a:lnTo>
                  <a:lnTo>
                    <a:pt x="331380" y="419043"/>
                  </a:lnTo>
                  <a:lnTo>
                    <a:pt x="373197" y="387674"/>
                  </a:lnTo>
                  <a:lnTo>
                    <a:pt x="348400" y="365723"/>
                  </a:lnTo>
                  <a:lnTo>
                    <a:pt x="291369" y="367668"/>
                  </a:lnTo>
                  <a:lnTo>
                    <a:pt x="265656" y="325724"/>
                  </a:lnTo>
                  <a:lnTo>
                    <a:pt x="192839" y="303647"/>
                  </a:lnTo>
                  <a:lnTo>
                    <a:pt x="165029" y="305604"/>
                  </a:lnTo>
                  <a:lnTo>
                    <a:pt x="146956" y="259059"/>
                  </a:lnTo>
                  <a:lnTo>
                    <a:pt x="166275" y="218933"/>
                  </a:lnTo>
                  <a:lnTo>
                    <a:pt x="244036" y="252781"/>
                  </a:lnTo>
                  <a:lnTo>
                    <a:pt x="265046" y="269113"/>
                  </a:lnTo>
                  <a:lnTo>
                    <a:pt x="276917" y="256835"/>
                  </a:lnTo>
                  <a:lnTo>
                    <a:pt x="318162" y="169389"/>
                  </a:lnTo>
                  <a:lnTo>
                    <a:pt x="319865" y="140155"/>
                  </a:lnTo>
                  <a:lnTo>
                    <a:pt x="297813" y="131792"/>
                  </a:lnTo>
                  <a:lnTo>
                    <a:pt x="276002" y="124865"/>
                  </a:lnTo>
                  <a:lnTo>
                    <a:pt x="271846" y="86569"/>
                  </a:lnTo>
                  <a:lnTo>
                    <a:pt x="262695" y="87344"/>
                  </a:lnTo>
                  <a:lnTo>
                    <a:pt x="196284" y="136482"/>
                  </a:lnTo>
                  <a:lnTo>
                    <a:pt x="160911" y="167343"/>
                  </a:lnTo>
                  <a:lnTo>
                    <a:pt x="129860" y="158191"/>
                  </a:lnTo>
                  <a:lnTo>
                    <a:pt x="100232" y="159462"/>
                  </a:lnTo>
                  <a:lnTo>
                    <a:pt x="41766" y="136190"/>
                  </a:lnTo>
                  <a:lnTo>
                    <a:pt x="19307" y="88616"/>
                  </a:lnTo>
                  <a:lnTo>
                    <a:pt x="0" y="53853"/>
                  </a:lnTo>
                  <a:lnTo>
                    <a:pt x="2224" y="32030"/>
                  </a:lnTo>
                  <a:lnTo>
                    <a:pt x="43202" y="0"/>
                  </a:lnTo>
                  <a:lnTo>
                    <a:pt x="66296" y="9406"/>
                  </a:lnTo>
                  <a:lnTo>
                    <a:pt x="99343" y="13079"/>
                  </a:lnTo>
                  <a:lnTo>
                    <a:pt x="119425" y="6406"/>
                  </a:lnTo>
                  <a:lnTo>
                    <a:pt x="149841" y="10982"/>
                  </a:lnTo>
                  <a:lnTo>
                    <a:pt x="243286" y="55162"/>
                  </a:lnTo>
                  <a:lnTo>
                    <a:pt x="257382" y="56726"/>
                  </a:lnTo>
                  <a:lnTo>
                    <a:pt x="262466" y="53980"/>
                  </a:lnTo>
                  <a:lnTo>
                    <a:pt x="275773" y="47447"/>
                  </a:lnTo>
                  <a:lnTo>
                    <a:pt x="339464" y="67186"/>
                  </a:lnTo>
                  <a:lnTo>
                    <a:pt x="367261" y="95288"/>
                  </a:lnTo>
                  <a:lnTo>
                    <a:pt x="370388" y="126390"/>
                  </a:lnTo>
                  <a:lnTo>
                    <a:pt x="392720" y="114748"/>
                  </a:lnTo>
                  <a:lnTo>
                    <a:pt x="434079" y="128729"/>
                  </a:lnTo>
                  <a:lnTo>
                    <a:pt x="458101" y="145583"/>
                  </a:lnTo>
                  <a:lnTo>
                    <a:pt x="481183" y="143765"/>
                  </a:lnTo>
                  <a:lnTo>
                    <a:pt x="501519" y="132656"/>
                  </a:lnTo>
                  <a:lnTo>
                    <a:pt x="518208" y="134614"/>
                  </a:lnTo>
                  <a:lnTo>
                    <a:pt x="531261" y="120887"/>
                  </a:lnTo>
                  <a:lnTo>
                    <a:pt x="565846" y="111341"/>
                  </a:lnTo>
                  <a:lnTo>
                    <a:pt x="589995" y="105596"/>
                  </a:lnTo>
                  <a:lnTo>
                    <a:pt x="609899" y="93051"/>
                  </a:lnTo>
                  <a:lnTo>
                    <a:pt x="613293" y="80240"/>
                  </a:lnTo>
                  <a:lnTo>
                    <a:pt x="634430" y="65470"/>
                  </a:lnTo>
                  <a:lnTo>
                    <a:pt x="677645" y="57844"/>
                  </a:lnTo>
                  <a:lnTo>
                    <a:pt x="698515" y="48172"/>
                  </a:lnTo>
                  <a:lnTo>
                    <a:pt x="709852" y="46227"/>
                  </a:lnTo>
                  <a:lnTo>
                    <a:pt x="755799" y="53662"/>
                  </a:lnTo>
                  <a:lnTo>
                    <a:pt x="767150" y="47917"/>
                  </a:lnTo>
                  <a:lnTo>
                    <a:pt x="799523" y="49481"/>
                  </a:lnTo>
                  <a:lnTo>
                    <a:pt x="809437" y="48960"/>
                  </a:lnTo>
                  <a:lnTo>
                    <a:pt x="815970" y="58645"/>
                  </a:lnTo>
                  <a:lnTo>
                    <a:pt x="827180" y="59153"/>
                  </a:lnTo>
                  <a:lnTo>
                    <a:pt x="832925" y="47917"/>
                  </a:lnTo>
                  <a:lnTo>
                    <a:pt x="848724" y="52112"/>
                  </a:lnTo>
                  <a:lnTo>
                    <a:pt x="852626" y="65953"/>
                  </a:lnTo>
                  <a:lnTo>
                    <a:pt x="861523" y="72486"/>
                  </a:lnTo>
                  <a:lnTo>
                    <a:pt x="902361" y="73134"/>
                  </a:lnTo>
                  <a:lnTo>
                    <a:pt x="921426" y="70008"/>
                  </a:lnTo>
                  <a:lnTo>
                    <a:pt x="946224" y="79299"/>
                  </a:lnTo>
                  <a:lnTo>
                    <a:pt x="965657" y="70402"/>
                  </a:lnTo>
                  <a:lnTo>
                    <a:pt x="984062" y="70402"/>
                  </a:lnTo>
                  <a:lnTo>
                    <a:pt x="991231" y="79426"/>
                  </a:lnTo>
                  <a:lnTo>
                    <a:pt x="996582" y="86213"/>
                  </a:lnTo>
                  <a:lnTo>
                    <a:pt x="1016689" y="98237"/>
                  </a:lnTo>
                  <a:lnTo>
                    <a:pt x="1034038" y="98758"/>
                  </a:lnTo>
                  <a:lnTo>
                    <a:pt x="1053625" y="122031"/>
                  </a:lnTo>
                  <a:lnTo>
                    <a:pt x="1083252" y="132351"/>
                  </a:lnTo>
                  <a:lnTo>
                    <a:pt x="1111952" y="146866"/>
                  </a:lnTo>
                  <a:lnTo>
                    <a:pt x="1167153" y="169478"/>
                  </a:lnTo>
                  <a:lnTo>
                    <a:pt x="1202652" y="191301"/>
                  </a:lnTo>
                  <a:lnTo>
                    <a:pt x="1236220" y="208714"/>
                  </a:lnTo>
                  <a:lnTo>
                    <a:pt x="1275240" y="228326"/>
                  </a:lnTo>
                  <a:lnTo>
                    <a:pt x="1303559" y="256416"/>
                  </a:lnTo>
                  <a:lnTo>
                    <a:pt x="1340190" y="284975"/>
                  </a:lnTo>
                  <a:lnTo>
                    <a:pt x="1392518" y="314908"/>
                  </a:lnTo>
                  <a:lnTo>
                    <a:pt x="1443790" y="342095"/>
                  </a:lnTo>
                  <a:lnTo>
                    <a:pt x="1447184" y="350992"/>
                  </a:lnTo>
                  <a:lnTo>
                    <a:pt x="1441324" y="386810"/>
                  </a:lnTo>
                  <a:lnTo>
                    <a:pt x="1446803" y="401058"/>
                  </a:lnTo>
                  <a:lnTo>
                    <a:pt x="1454759" y="422106"/>
                  </a:lnTo>
                  <a:close/>
                </a:path>
              </a:pathLst>
            </a:custGeom>
            <a:noFill/>
            <a:ln w="3810" cap="flat">
              <a:solidFill>
                <a:srgbClr val="E6E4E2"/>
              </a:solidFill>
              <a:prstDash val="solid"/>
              <a:miter/>
            </a:ln>
          </p:spPr>
          <p:txBody>
            <a:bodyPr rtlCol="0" anchor="ctr"/>
            <a:lstStyle/>
            <a:p>
              <a:endParaRPr lang="de-CH"/>
            </a:p>
          </p:txBody>
        </p:sp>
        <p:sp>
          <p:nvSpPr>
            <p:cNvPr id="122" name="Freihandform: Form 121">
              <a:extLst>
                <a:ext uri="{FF2B5EF4-FFF2-40B4-BE49-F238E27FC236}">
                  <a16:creationId xmlns:a16="http://schemas.microsoft.com/office/drawing/2014/main" id="{E7FB77DB-9160-BF82-138A-4D5355F597C6}"/>
                </a:ext>
              </a:extLst>
            </p:cNvPr>
            <p:cNvSpPr/>
            <p:nvPr/>
          </p:nvSpPr>
          <p:spPr>
            <a:xfrm>
              <a:off x="6489224" y="3985237"/>
              <a:ext cx="1598003" cy="2417709"/>
            </a:xfrm>
            <a:custGeom>
              <a:avLst/>
              <a:gdLst>
                <a:gd name="connsiteX0" fmla="*/ 1267042 w 1598003"/>
                <a:gd name="connsiteY0" fmla="*/ 1965366 h 2417709"/>
                <a:gd name="connsiteX1" fmla="*/ 1271732 w 1598003"/>
                <a:gd name="connsiteY1" fmla="*/ 1972039 h 2417709"/>
                <a:gd name="connsiteX2" fmla="*/ 1313752 w 1598003"/>
                <a:gd name="connsiteY2" fmla="*/ 1983669 h 2417709"/>
                <a:gd name="connsiteX3" fmla="*/ 1320285 w 1598003"/>
                <a:gd name="connsiteY3" fmla="*/ 2022104 h 2417709"/>
                <a:gd name="connsiteX4" fmla="*/ 1316104 w 1598003"/>
                <a:gd name="connsiteY4" fmla="*/ 2042225 h 2417709"/>
                <a:gd name="connsiteX5" fmla="*/ 1332627 w 1598003"/>
                <a:gd name="connsiteY5" fmla="*/ 2057642 h 2417709"/>
                <a:gd name="connsiteX6" fmla="*/ 1322853 w 1598003"/>
                <a:gd name="connsiteY6" fmla="*/ 2084448 h 2417709"/>
                <a:gd name="connsiteX7" fmla="*/ 1344384 w 1598003"/>
                <a:gd name="connsiteY7" fmla="*/ 2093841 h 2417709"/>
                <a:gd name="connsiteX8" fmla="*/ 1371533 w 1598003"/>
                <a:gd name="connsiteY8" fmla="*/ 2090447 h 2417709"/>
                <a:gd name="connsiteX9" fmla="*/ 1388882 w 1598003"/>
                <a:gd name="connsiteY9" fmla="*/ 2106525 h 2417709"/>
                <a:gd name="connsiteX10" fmla="*/ 1407019 w 1598003"/>
                <a:gd name="connsiteY10" fmla="*/ 2106780 h 2417709"/>
                <a:gd name="connsiteX11" fmla="*/ 1405990 w 1598003"/>
                <a:gd name="connsiteY11" fmla="*/ 2122350 h 2417709"/>
                <a:gd name="connsiteX12" fmla="*/ 1442392 w 1598003"/>
                <a:gd name="connsiteY12" fmla="*/ 2136738 h 2417709"/>
                <a:gd name="connsiteX13" fmla="*/ 1444349 w 1598003"/>
                <a:gd name="connsiteY13" fmla="*/ 2172923 h 2417709"/>
                <a:gd name="connsiteX14" fmla="*/ 1464851 w 1598003"/>
                <a:gd name="connsiteY14" fmla="*/ 2163632 h 2417709"/>
                <a:gd name="connsiteX15" fmla="*/ 1461712 w 1598003"/>
                <a:gd name="connsiteY15" fmla="*/ 2182609 h 2417709"/>
                <a:gd name="connsiteX16" fmla="*/ 1451289 w 1598003"/>
                <a:gd name="connsiteY16" fmla="*/ 2213151 h 2417709"/>
                <a:gd name="connsiteX17" fmla="*/ 1427140 w 1598003"/>
                <a:gd name="connsiteY17" fmla="*/ 2246872 h 2417709"/>
                <a:gd name="connsiteX18" fmla="*/ 1399749 w 1598003"/>
                <a:gd name="connsiteY18" fmla="*/ 2252617 h 2417709"/>
                <a:gd name="connsiteX19" fmla="*/ 1394132 w 1598003"/>
                <a:gd name="connsiteY19" fmla="*/ 2304512 h 2417709"/>
                <a:gd name="connsiteX20" fmla="*/ 1361377 w 1598003"/>
                <a:gd name="connsiteY20" fmla="*/ 2351693 h 2417709"/>
                <a:gd name="connsiteX21" fmla="*/ 1360716 w 1598003"/>
                <a:gd name="connsiteY21" fmla="*/ 2401364 h 2417709"/>
                <a:gd name="connsiteX22" fmla="*/ 1327301 w 1598003"/>
                <a:gd name="connsiteY22" fmla="*/ 2417709 h 2417709"/>
                <a:gd name="connsiteX23" fmla="*/ 1276461 w 1598003"/>
                <a:gd name="connsiteY23" fmla="*/ 2406855 h 2417709"/>
                <a:gd name="connsiteX24" fmla="*/ 1283121 w 1598003"/>
                <a:gd name="connsiteY24" fmla="*/ 2368419 h 2417709"/>
                <a:gd name="connsiteX25" fmla="*/ 1244748 w 1598003"/>
                <a:gd name="connsiteY25" fmla="*/ 2365153 h 2417709"/>
                <a:gd name="connsiteX26" fmla="*/ 1239410 w 1598003"/>
                <a:gd name="connsiteY26" fmla="*/ 2379922 h 2417709"/>
                <a:gd name="connsiteX27" fmla="*/ 1206910 w 1598003"/>
                <a:gd name="connsiteY27" fmla="*/ 2372220 h 2417709"/>
                <a:gd name="connsiteX28" fmla="*/ 1196996 w 1598003"/>
                <a:gd name="connsiteY28" fmla="*/ 2349850 h 2417709"/>
                <a:gd name="connsiteX29" fmla="*/ 1177155 w 1598003"/>
                <a:gd name="connsiteY29" fmla="*/ 2347307 h 2417709"/>
                <a:gd name="connsiteX30" fmla="*/ 1149625 w 1598003"/>
                <a:gd name="connsiteY30" fmla="*/ 2359332 h 2417709"/>
                <a:gd name="connsiteX31" fmla="*/ 1144274 w 1598003"/>
                <a:gd name="connsiteY31" fmla="*/ 2381155 h 2417709"/>
                <a:gd name="connsiteX32" fmla="*/ 1124828 w 1598003"/>
                <a:gd name="connsiteY32" fmla="*/ 2378142 h 2417709"/>
                <a:gd name="connsiteX33" fmla="*/ 1101200 w 1598003"/>
                <a:gd name="connsiteY33" fmla="*/ 2387040 h 2417709"/>
                <a:gd name="connsiteX34" fmla="*/ 1104720 w 1598003"/>
                <a:gd name="connsiteY34" fmla="*/ 2348617 h 2417709"/>
                <a:gd name="connsiteX35" fmla="*/ 1146092 w 1598003"/>
                <a:gd name="connsiteY35" fmla="*/ 2284176 h 2417709"/>
                <a:gd name="connsiteX36" fmla="*/ 1160454 w 1598003"/>
                <a:gd name="connsiteY36" fmla="*/ 2284570 h 2417709"/>
                <a:gd name="connsiteX37" fmla="*/ 1172847 w 1598003"/>
                <a:gd name="connsiteY37" fmla="*/ 2274758 h 2417709"/>
                <a:gd name="connsiteX38" fmla="*/ 1167763 w 1598003"/>
                <a:gd name="connsiteY38" fmla="*/ 2268631 h 2417709"/>
                <a:gd name="connsiteX39" fmla="*/ 1148316 w 1598003"/>
                <a:gd name="connsiteY39" fmla="*/ 2265263 h 2417709"/>
                <a:gd name="connsiteX40" fmla="*/ 1132784 w 1598003"/>
                <a:gd name="connsiteY40" fmla="*/ 2201356 h 2417709"/>
                <a:gd name="connsiteX41" fmla="*/ 1116592 w 1598003"/>
                <a:gd name="connsiteY41" fmla="*/ 2189587 h 2417709"/>
                <a:gd name="connsiteX42" fmla="*/ 1123646 w 1598003"/>
                <a:gd name="connsiteY42" fmla="*/ 2169466 h 2417709"/>
                <a:gd name="connsiteX43" fmla="*/ 1118282 w 1598003"/>
                <a:gd name="connsiteY43" fmla="*/ 2150630 h 2417709"/>
                <a:gd name="connsiteX44" fmla="*/ 1110719 w 1598003"/>
                <a:gd name="connsiteY44" fmla="*/ 2133115 h 2417709"/>
                <a:gd name="connsiteX45" fmla="*/ 1125603 w 1598003"/>
                <a:gd name="connsiteY45" fmla="*/ 2125947 h 2417709"/>
                <a:gd name="connsiteX46" fmla="*/ 1154837 w 1598003"/>
                <a:gd name="connsiteY46" fmla="*/ 2083723 h 2417709"/>
                <a:gd name="connsiteX47" fmla="*/ 1172186 w 1598003"/>
                <a:gd name="connsiteY47" fmla="*/ 2067124 h 2417709"/>
                <a:gd name="connsiteX48" fmla="*/ 1178846 w 1598003"/>
                <a:gd name="connsiteY48" fmla="*/ 2066081 h 2417709"/>
                <a:gd name="connsiteX49" fmla="*/ 1199589 w 1598003"/>
                <a:gd name="connsiteY49" fmla="*/ 2080711 h 2417709"/>
                <a:gd name="connsiteX50" fmla="*/ 1218654 w 1598003"/>
                <a:gd name="connsiteY50" fmla="*/ 2097310 h 2417709"/>
                <a:gd name="connsiteX51" fmla="*/ 1224666 w 1598003"/>
                <a:gd name="connsiteY51" fmla="*/ 2112995 h 2417709"/>
                <a:gd name="connsiteX52" fmla="*/ 1227933 w 1598003"/>
                <a:gd name="connsiteY52" fmla="*/ 2153134 h 2417709"/>
                <a:gd name="connsiteX53" fmla="*/ 1235495 w 1598003"/>
                <a:gd name="connsiteY53" fmla="*/ 2159489 h 2417709"/>
                <a:gd name="connsiteX54" fmla="*/ 1241495 w 1598003"/>
                <a:gd name="connsiteY54" fmla="*/ 2154405 h 2417709"/>
                <a:gd name="connsiteX55" fmla="*/ 1245155 w 1598003"/>
                <a:gd name="connsiteY55" fmla="*/ 2136776 h 2417709"/>
                <a:gd name="connsiteX56" fmla="*/ 1246706 w 1598003"/>
                <a:gd name="connsiteY56" fmla="*/ 2117926 h 2417709"/>
                <a:gd name="connsiteX57" fmla="*/ 1232610 w 1598003"/>
                <a:gd name="connsiteY57" fmla="*/ 2089837 h 2417709"/>
                <a:gd name="connsiteX58" fmla="*/ 1225963 w 1598003"/>
                <a:gd name="connsiteY58" fmla="*/ 2084346 h 2417709"/>
                <a:gd name="connsiteX59" fmla="*/ 1214752 w 1598003"/>
                <a:gd name="connsiteY59" fmla="*/ 2074280 h 2417709"/>
                <a:gd name="connsiteX60" fmla="*/ 1204584 w 1598003"/>
                <a:gd name="connsiteY60" fmla="*/ 2055214 h 2417709"/>
                <a:gd name="connsiteX61" fmla="*/ 1206796 w 1598003"/>
                <a:gd name="connsiteY61" fmla="*/ 2032603 h 2417709"/>
                <a:gd name="connsiteX62" fmla="*/ 1201839 w 1598003"/>
                <a:gd name="connsiteY62" fmla="*/ 2022930 h 2417709"/>
                <a:gd name="connsiteX63" fmla="*/ 1194924 w 1598003"/>
                <a:gd name="connsiteY63" fmla="*/ 2020706 h 2417709"/>
                <a:gd name="connsiteX64" fmla="*/ 1197136 w 1598003"/>
                <a:gd name="connsiteY64" fmla="*/ 2010385 h 2417709"/>
                <a:gd name="connsiteX65" fmla="*/ 1207838 w 1598003"/>
                <a:gd name="connsiteY65" fmla="*/ 2011034 h 2417709"/>
                <a:gd name="connsiteX66" fmla="*/ 1211753 w 1598003"/>
                <a:gd name="connsiteY66" fmla="*/ 1986732 h 2417709"/>
                <a:gd name="connsiteX67" fmla="*/ 1230539 w 1598003"/>
                <a:gd name="connsiteY67" fmla="*/ 1991422 h 2417709"/>
                <a:gd name="connsiteX68" fmla="*/ 1237732 w 1598003"/>
                <a:gd name="connsiteY68" fmla="*/ 1963193 h 2417709"/>
                <a:gd name="connsiteX69" fmla="*/ 1232509 w 1598003"/>
                <a:gd name="connsiteY69" fmla="*/ 1927515 h 2417709"/>
                <a:gd name="connsiteX70" fmla="*/ 1246718 w 1598003"/>
                <a:gd name="connsiteY70" fmla="*/ 1912085 h 2417709"/>
                <a:gd name="connsiteX71" fmla="*/ 1280642 w 1598003"/>
                <a:gd name="connsiteY71" fmla="*/ 1898510 h 2417709"/>
                <a:gd name="connsiteX72" fmla="*/ 1293962 w 1598003"/>
                <a:gd name="connsiteY72" fmla="*/ 1892740 h 2417709"/>
                <a:gd name="connsiteX73" fmla="*/ 1301410 w 1598003"/>
                <a:gd name="connsiteY73" fmla="*/ 1882165 h 2417709"/>
                <a:gd name="connsiteX74" fmla="*/ 1330123 w 1598003"/>
                <a:gd name="connsiteY74" fmla="*/ 1872365 h 2417709"/>
                <a:gd name="connsiteX75" fmla="*/ 1343952 w 1598003"/>
                <a:gd name="connsiteY75" fmla="*/ 1896286 h 2417709"/>
                <a:gd name="connsiteX76" fmla="*/ 1328026 w 1598003"/>
                <a:gd name="connsiteY76" fmla="*/ 1900328 h 2417709"/>
                <a:gd name="connsiteX77" fmla="*/ 1325026 w 1598003"/>
                <a:gd name="connsiteY77" fmla="*/ 1913928 h 2417709"/>
                <a:gd name="connsiteX78" fmla="*/ 1308503 w 1598003"/>
                <a:gd name="connsiteY78" fmla="*/ 1915097 h 2417709"/>
                <a:gd name="connsiteX79" fmla="*/ 1304448 w 1598003"/>
                <a:gd name="connsiteY79" fmla="*/ 1934696 h 2417709"/>
                <a:gd name="connsiteX80" fmla="*/ 1277833 w 1598003"/>
                <a:gd name="connsiteY80" fmla="*/ 1940060 h 2417709"/>
                <a:gd name="connsiteX81" fmla="*/ 1273130 w 1598003"/>
                <a:gd name="connsiteY81" fmla="*/ 1958490 h 2417709"/>
                <a:gd name="connsiteX82" fmla="*/ 1449866 w 1598003"/>
                <a:gd name="connsiteY82" fmla="*/ 1239321 h 2417709"/>
                <a:gd name="connsiteX83" fmla="*/ 1512642 w 1598003"/>
                <a:gd name="connsiteY83" fmla="*/ 1273817 h 2417709"/>
                <a:gd name="connsiteX84" fmla="*/ 1555856 w 1598003"/>
                <a:gd name="connsiteY84" fmla="*/ 1337368 h 2417709"/>
                <a:gd name="connsiteX85" fmla="*/ 1598003 w 1598003"/>
                <a:gd name="connsiteY85" fmla="*/ 1363627 h 2417709"/>
                <a:gd name="connsiteX86" fmla="*/ 1593821 w 1598003"/>
                <a:gd name="connsiteY86" fmla="*/ 1384929 h 2417709"/>
                <a:gd name="connsiteX87" fmla="*/ 1554165 w 1598003"/>
                <a:gd name="connsiteY87" fmla="*/ 1409244 h 2417709"/>
                <a:gd name="connsiteX88" fmla="*/ 1522848 w 1598003"/>
                <a:gd name="connsiteY88" fmla="*/ 1472235 h 2417709"/>
                <a:gd name="connsiteX89" fmla="*/ 1434296 w 1598003"/>
                <a:gd name="connsiteY89" fmla="*/ 1511167 h 2417709"/>
                <a:gd name="connsiteX90" fmla="*/ 1421370 w 1598003"/>
                <a:gd name="connsiteY90" fmla="*/ 1521335 h 2417709"/>
                <a:gd name="connsiteX91" fmla="*/ 1437893 w 1598003"/>
                <a:gd name="connsiteY91" fmla="*/ 1558576 h 2417709"/>
                <a:gd name="connsiteX92" fmla="*/ 1460771 w 1598003"/>
                <a:gd name="connsiteY92" fmla="*/ 1597978 h 2417709"/>
                <a:gd name="connsiteX93" fmla="*/ 1456729 w 1598003"/>
                <a:gd name="connsiteY93" fmla="*/ 1620589 h 2417709"/>
                <a:gd name="connsiteX94" fmla="*/ 1439634 w 1598003"/>
                <a:gd name="connsiteY94" fmla="*/ 1642807 h 2417709"/>
                <a:gd name="connsiteX95" fmla="*/ 1436888 w 1598003"/>
                <a:gd name="connsiteY95" fmla="*/ 1668430 h 2417709"/>
                <a:gd name="connsiteX96" fmla="*/ 1430241 w 1598003"/>
                <a:gd name="connsiteY96" fmla="*/ 1684369 h 2417709"/>
                <a:gd name="connsiteX97" fmla="*/ 1379731 w 1598003"/>
                <a:gd name="connsiteY97" fmla="*/ 1691182 h 2417709"/>
                <a:gd name="connsiteX98" fmla="*/ 1316307 w 1598003"/>
                <a:gd name="connsiteY98" fmla="*/ 1723592 h 2417709"/>
                <a:gd name="connsiteX99" fmla="*/ 1309138 w 1598003"/>
                <a:gd name="connsiteY99" fmla="*/ 1735998 h 2417709"/>
                <a:gd name="connsiteX100" fmla="*/ 1292424 w 1598003"/>
                <a:gd name="connsiteY100" fmla="*/ 1786978 h 2417709"/>
                <a:gd name="connsiteX101" fmla="*/ 1312265 w 1598003"/>
                <a:gd name="connsiteY101" fmla="*/ 1811280 h 2417709"/>
                <a:gd name="connsiteX102" fmla="*/ 1325319 w 1598003"/>
                <a:gd name="connsiteY102" fmla="*/ 1826710 h 2417709"/>
                <a:gd name="connsiteX103" fmla="*/ 1304308 w 1598003"/>
                <a:gd name="connsiteY103" fmla="*/ 1842268 h 2417709"/>
                <a:gd name="connsiteX104" fmla="*/ 1287988 w 1598003"/>
                <a:gd name="connsiteY104" fmla="*/ 1862388 h 2417709"/>
                <a:gd name="connsiteX105" fmla="*/ 1264767 w 1598003"/>
                <a:gd name="connsiteY105" fmla="*/ 1864358 h 2417709"/>
                <a:gd name="connsiteX106" fmla="*/ 1246363 w 1598003"/>
                <a:gd name="connsiteY106" fmla="*/ 1875975 h 2417709"/>
                <a:gd name="connsiteX107" fmla="*/ 1230310 w 1598003"/>
                <a:gd name="connsiteY107" fmla="*/ 1878733 h 2417709"/>
                <a:gd name="connsiteX108" fmla="*/ 1222086 w 1598003"/>
                <a:gd name="connsiteY108" fmla="*/ 1874539 h 2417709"/>
                <a:gd name="connsiteX109" fmla="*/ 1216341 w 1598003"/>
                <a:gd name="connsiteY109" fmla="*/ 1863316 h 2417709"/>
                <a:gd name="connsiteX110" fmla="*/ 1204737 w 1598003"/>
                <a:gd name="connsiteY110" fmla="*/ 1862388 h 2417709"/>
                <a:gd name="connsiteX111" fmla="*/ 1198737 w 1598003"/>
                <a:gd name="connsiteY111" fmla="*/ 1870624 h 2417709"/>
                <a:gd name="connsiteX112" fmla="*/ 1191683 w 1598003"/>
                <a:gd name="connsiteY112" fmla="*/ 1866442 h 2417709"/>
                <a:gd name="connsiteX113" fmla="*/ 1178973 w 1598003"/>
                <a:gd name="connsiteY113" fmla="*/ 1869849 h 2417709"/>
                <a:gd name="connsiteX114" fmla="*/ 1175313 w 1598003"/>
                <a:gd name="connsiteY114" fmla="*/ 1879242 h 2417709"/>
                <a:gd name="connsiteX115" fmla="*/ 1168259 w 1598003"/>
                <a:gd name="connsiteY115" fmla="*/ 1897811 h 2417709"/>
                <a:gd name="connsiteX116" fmla="*/ 1183651 w 1598003"/>
                <a:gd name="connsiteY116" fmla="*/ 1906302 h 2417709"/>
                <a:gd name="connsiteX117" fmla="*/ 1190590 w 1598003"/>
                <a:gd name="connsiteY117" fmla="*/ 1912657 h 2417709"/>
                <a:gd name="connsiteX118" fmla="*/ 1191620 w 1598003"/>
                <a:gd name="connsiteY118" fmla="*/ 1926257 h 2417709"/>
                <a:gd name="connsiteX119" fmla="*/ 1192802 w 1598003"/>
                <a:gd name="connsiteY119" fmla="*/ 1941153 h 2417709"/>
                <a:gd name="connsiteX120" fmla="*/ 1190323 w 1598003"/>
                <a:gd name="connsiteY120" fmla="*/ 1951080 h 2417709"/>
                <a:gd name="connsiteX121" fmla="*/ 1178439 w 1598003"/>
                <a:gd name="connsiteY121" fmla="*/ 1969128 h 2417709"/>
                <a:gd name="connsiteX122" fmla="*/ 1175452 w 1598003"/>
                <a:gd name="connsiteY122" fmla="*/ 1988727 h 2417709"/>
                <a:gd name="connsiteX123" fmla="*/ 1177003 w 1598003"/>
                <a:gd name="connsiteY123" fmla="*/ 2006623 h 2417709"/>
                <a:gd name="connsiteX124" fmla="*/ 1186917 w 1598003"/>
                <a:gd name="connsiteY124" fmla="*/ 2009636 h 2417709"/>
                <a:gd name="connsiteX125" fmla="*/ 1182354 w 1598003"/>
                <a:gd name="connsiteY125" fmla="*/ 2020490 h 2417709"/>
                <a:gd name="connsiteX126" fmla="*/ 1171016 w 1598003"/>
                <a:gd name="connsiteY126" fmla="*/ 2021532 h 2417709"/>
                <a:gd name="connsiteX127" fmla="*/ 1162399 w 1598003"/>
                <a:gd name="connsiteY127" fmla="*/ 2026769 h 2417709"/>
                <a:gd name="connsiteX128" fmla="*/ 1157963 w 1598003"/>
                <a:gd name="connsiteY128" fmla="*/ 2044283 h 2417709"/>
                <a:gd name="connsiteX129" fmla="*/ 1150769 w 1598003"/>
                <a:gd name="connsiteY129" fmla="*/ 2061150 h 2417709"/>
                <a:gd name="connsiteX130" fmla="*/ 1135898 w 1598003"/>
                <a:gd name="connsiteY130" fmla="*/ 2084028 h 2417709"/>
                <a:gd name="connsiteX131" fmla="*/ 1119985 w 1598003"/>
                <a:gd name="connsiteY131" fmla="*/ 2101823 h 2417709"/>
                <a:gd name="connsiteX132" fmla="*/ 1110579 w 1598003"/>
                <a:gd name="connsiteY132" fmla="*/ 2109779 h 2417709"/>
                <a:gd name="connsiteX133" fmla="*/ 1100920 w 1598003"/>
                <a:gd name="connsiteY133" fmla="*/ 2111483 h 2417709"/>
                <a:gd name="connsiteX134" fmla="*/ 1088794 w 1598003"/>
                <a:gd name="connsiteY134" fmla="*/ 2098149 h 2417709"/>
                <a:gd name="connsiteX135" fmla="*/ 1069729 w 1598003"/>
                <a:gd name="connsiteY135" fmla="*/ 2082071 h 2417709"/>
                <a:gd name="connsiteX136" fmla="*/ 1068814 w 1598003"/>
                <a:gd name="connsiteY136" fmla="*/ 2071369 h 2417709"/>
                <a:gd name="connsiteX137" fmla="*/ 1081524 w 1598003"/>
                <a:gd name="connsiteY137" fmla="*/ 2035158 h 2417709"/>
                <a:gd name="connsiteX138" fmla="*/ 1079173 w 1598003"/>
                <a:gd name="connsiteY138" fmla="*/ 2019334 h 2417709"/>
                <a:gd name="connsiteX139" fmla="*/ 1071610 w 1598003"/>
                <a:gd name="connsiteY139" fmla="*/ 1985868 h 2417709"/>
                <a:gd name="connsiteX140" fmla="*/ 1068610 w 1598003"/>
                <a:gd name="connsiteY140" fmla="*/ 1973335 h 2417709"/>
                <a:gd name="connsiteX141" fmla="*/ 1068877 w 1598003"/>
                <a:gd name="connsiteY141" fmla="*/ 1967438 h 2417709"/>
                <a:gd name="connsiteX142" fmla="*/ 1073313 w 1598003"/>
                <a:gd name="connsiteY142" fmla="*/ 1957778 h 2417709"/>
                <a:gd name="connsiteX143" fmla="*/ 1074737 w 1598003"/>
                <a:gd name="connsiteY143" fmla="*/ 1949796 h 2417709"/>
                <a:gd name="connsiteX144" fmla="*/ 1089887 w 1598003"/>
                <a:gd name="connsiteY144" fmla="*/ 1929816 h 2417709"/>
                <a:gd name="connsiteX145" fmla="*/ 1094844 w 1598003"/>
                <a:gd name="connsiteY145" fmla="*/ 1911894 h 2417709"/>
                <a:gd name="connsiteX146" fmla="*/ 1095493 w 1598003"/>
                <a:gd name="connsiteY146" fmla="*/ 1907191 h 2417709"/>
                <a:gd name="connsiteX147" fmla="*/ 1093268 w 1598003"/>
                <a:gd name="connsiteY147" fmla="*/ 1899095 h 2417709"/>
                <a:gd name="connsiteX148" fmla="*/ 1087015 w 1598003"/>
                <a:gd name="connsiteY148" fmla="*/ 1894380 h 2417709"/>
                <a:gd name="connsiteX149" fmla="*/ 1068610 w 1598003"/>
                <a:gd name="connsiteY149" fmla="*/ 1902756 h 2417709"/>
                <a:gd name="connsiteX150" fmla="*/ 1058684 w 1598003"/>
                <a:gd name="connsiteY150" fmla="*/ 1916864 h 2417709"/>
                <a:gd name="connsiteX151" fmla="*/ 1061950 w 1598003"/>
                <a:gd name="connsiteY151" fmla="*/ 1938179 h 2417709"/>
                <a:gd name="connsiteX152" fmla="*/ 1062090 w 1598003"/>
                <a:gd name="connsiteY152" fmla="*/ 1952160 h 2417709"/>
                <a:gd name="connsiteX153" fmla="*/ 1055735 w 1598003"/>
                <a:gd name="connsiteY153" fmla="*/ 1961057 h 2417709"/>
                <a:gd name="connsiteX154" fmla="*/ 1041398 w 1598003"/>
                <a:gd name="connsiteY154" fmla="*/ 1967984 h 2417709"/>
                <a:gd name="connsiteX155" fmla="*/ 1040864 w 1598003"/>
                <a:gd name="connsiteY155" fmla="*/ 1974136 h 2417709"/>
                <a:gd name="connsiteX156" fmla="*/ 1049354 w 1598003"/>
                <a:gd name="connsiteY156" fmla="*/ 1989299 h 2417709"/>
                <a:gd name="connsiteX157" fmla="*/ 1047638 w 1598003"/>
                <a:gd name="connsiteY157" fmla="*/ 1996481 h 2417709"/>
                <a:gd name="connsiteX158" fmla="*/ 1029514 w 1598003"/>
                <a:gd name="connsiteY158" fmla="*/ 2002098 h 2417709"/>
                <a:gd name="connsiteX159" fmla="*/ 1010982 w 1598003"/>
                <a:gd name="connsiteY159" fmla="*/ 1996735 h 2417709"/>
                <a:gd name="connsiteX160" fmla="*/ 1012152 w 1598003"/>
                <a:gd name="connsiteY160" fmla="*/ 1984584 h 2417709"/>
                <a:gd name="connsiteX161" fmla="*/ 1018151 w 1598003"/>
                <a:gd name="connsiteY161" fmla="*/ 1977123 h 2417709"/>
                <a:gd name="connsiteX162" fmla="*/ 1012673 w 1598003"/>
                <a:gd name="connsiteY162" fmla="*/ 1966955 h 2417709"/>
                <a:gd name="connsiteX163" fmla="*/ 1007449 w 1598003"/>
                <a:gd name="connsiteY163" fmla="*/ 1965252 h 2417709"/>
                <a:gd name="connsiteX164" fmla="*/ 995578 w 1598003"/>
                <a:gd name="connsiteY164" fmla="*/ 1972191 h 2417709"/>
                <a:gd name="connsiteX165" fmla="*/ 990633 w 1598003"/>
                <a:gd name="connsiteY165" fmla="*/ 1981330 h 2417709"/>
                <a:gd name="connsiteX166" fmla="*/ 973907 w 1598003"/>
                <a:gd name="connsiteY166" fmla="*/ 1967082 h 2417709"/>
                <a:gd name="connsiteX167" fmla="*/ 952909 w 1598003"/>
                <a:gd name="connsiteY167" fmla="*/ 1936882 h 2417709"/>
                <a:gd name="connsiteX168" fmla="*/ 932955 w 1598003"/>
                <a:gd name="connsiteY168" fmla="*/ 1922647 h 2417709"/>
                <a:gd name="connsiteX169" fmla="*/ 913241 w 1598003"/>
                <a:gd name="connsiteY169" fmla="*/ 1919774 h 2417709"/>
                <a:gd name="connsiteX170" fmla="*/ 856719 w 1598003"/>
                <a:gd name="connsiteY170" fmla="*/ 1907344 h 2417709"/>
                <a:gd name="connsiteX171" fmla="*/ 848508 w 1598003"/>
                <a:gd name="connsiteY171" fmla="*/ 1918593 h 2417709"/>
                <a:gd name="connsiteX172" fmla="*/ 836624 w 1598003"/>
                <a:gd name="connsiteY172" fmla="*/ 1914932 h 2417709"/>
                <a:gd name="connsiteX173" fmla="*/ 837552 w 1598003"/>
                <a:gd name="connsiteY173" fmla="*/ 1903569 h 2417709"/>
                <a:gd name="connsiteX174" fmla="*/ 848381 w 1598003"/>
                <a:gd name="connsiteY174" fmla="*/ 1860049 h 2417709"/>
                <a:gd name="connsiteX175" fmla="*/ 857507 w 1598003"/>
                <a:gd name="connsiteY175" fmla="*/ 1846830 h 2417709"/>
                <a:gd name="connsiteX176" fmla="*/ 874488 w 1598003"/>
                <a:gd name="connsiteY176" fmla="*/ 1818474 h 2417709"/>
                <a:gd name="connsiteX177" fmla="*/ 903187 w 1598003"/>
                <a:gd name="connsiteY177" fmla="*/ 1807035 h 2417709"/>
                <a:gd name="connsiteX178" fmla="*/ 907903 w 1598003"/>
                <a:gd name="connsiteY178" fmla="*/ 1803387 h 2417709"/>
                <a:gd name="connsiteX179" fmla="*/ 920155 w 1598003"/>
                <a:gd name="connsiteY179" fmla="*/ 1780776 h 2417709"/>
                <a:gd name="connsiteX180" fmla="*/ 934759 w 1598003"/>
                <a:gd name="connsiteY180" fmla="*/ 1752012 h 2417709"/>
                <a:gd name="connsiteX181" fmla="*/ 918719 w 1598003"/>
                <a:gd name="connsiteY181" fmla="*/ 1743522 h 2417709"/>
                <a:gd name="connsiteX182" fmla="*/ 931772 w 1598003"/>
                <a:gd name="connsiteY182" fmla="*/ 1720504 h 2417709"/>
                <a:gd name="connsiteX183" fmla="*/ 954740 w 1598003"/>
                <a:gd name="connsiteY183" fmla="*/ 1727050 h 2417709"/>
                <a:gd name="connsiteX184" fmla="*/ 970653 w 1598003"/>
                <a:gd name="connsiteY184" fmla="*/ 1698553 h 2417709"/>
                <a:gd name="connsiteX185" fmla="*/ 970386 w 1598003"/>
                <a:gd name="connsiteY185" fmla="*/ 1658694 h 2417709"/>
                <a:gd name="connsiteX186" fmla="*/ 950431 w 1598003"/>
                <a:gd name="connsiteY186" fmla="*/ 1643277 h 2417709"/>
                <a:gd name="connsiteX187" fmla="*/ 924591 w 1598003"/>
                <a:gd name="connsiteY187" fmla="*/ 1632931 h 2417709"/>
                <a:gd name="connsiteX188" fmla="*/ 870979 w 1598003"/>
                <a:gd name="connsiteY188" fmla="*/ 1581454 h 2417709"/>
                <a:gd name="connsiteX189" fmla="*/ 862235 w 1598003"/>
                <a:gd name="connsiteY189" fmla="*/ 1593605 h 2417709"/>
                <a:gd name="connsiteX190" fmla="*/ 824257 w 1598003"/>
                <a:gd name="connsiteY190" fmla="*/ 1603418 h 2417709"/>
                <a:gd name="connsiteX191" fmla="*/ 767061 w 1598003"/>
                <a:gd name="connsiteY191" fmla="*/ 1572824 h 2417709"/>
                <a:gd name="connsiteX192" fmla="*/ 790816 w 1598003"/>
                <a:gd name="connsiteY192" fmla="*/ 1554394 h 2417709"/>
                <a:gd name="connsiteX193" fmla="*/ 811153 w 1598003"/>
                <a:gd name="connsiteY193" fmla="*/ 1530092 h 2417709"/>
                <a:gd name="connsiteX194" fmla="*/ 822236 w 1598003"/>
                <a:gd name="connsiteY194" fmla="*/ 1513226 h 2417709"/>
                <a:gd name="connsiteX195" fmla="*/ 843513 w 1598003"/>
                <a:gd name="connsiteY195" fmla="*/ 1498330 h 2417709"/>
                <a:gd name="connsiteX196" fmla="*/ 868170 w 1598003"/>
                <a:gd name="connsiteY196" fmla="*/ 1477027 h 2417709"/>
                <a:gd name="connsiteX197" fmla="*/ 884351 w 1598003"/>
                <a:gd name="connsiteY197" fmla="*/ 1469401 h 2417709"/>
                <a:gd name="connsiteX198" fmla="*/ 902234 w 1598003"/>
                <a:gd name="connsiteY198" fmla="*/ 1462487 h 2417709"/>
                <a:gd name="connsiteX199" fmla="*/ 919329 w 1598003"/>
                <a:gd name="connsiteY199" fmla="*/ 1455420 h 2417709"/>
                <a:gd name="connsiteX200" fmla="*/ 938521 w 1598003"/>
                <a:gd name="connsiteY200" fmla="*/ 1447578 h 2417709"/>
                <a:gd name="connsiteX201" fmla="*/ 958349 w 1598003"/>
                <a:gd name="connsiteY201" fmla="*/ 1444184 h 2417709"/>
                <a:gd name="connsiteX202" fmla="*/ 973360 w 1598003"/>
                <a:gd name="connsiteY202" fmla="*/ 1429148 h 2417709"/>
                <a:gd name="connsiteX203" fmla="*/ 970882 w 1598003"/>
                <a:gd name="connsiteY203" fmla="*/ 1417378 h 2417709"/>
                <a:gd name="connsiteX204" fmla="*/ 965543 w 1598003"/>
                <a:gd name="connsiteY204" fmla="*/ 1387840 h 2417709"/>
                <a:gd name="connsiteX205" fmla="*/ 945207 w 1598003"/>
                <a:gd name="connsiteY205" fmla="*/ 1364313 h 2417709"/>
                <a:gd name="connsiteX206" fmla="*/ 921197 w 1598003"/>
                <a:gd name="connsiteY206" fmla="*/ 1348247 h 2417709"/>
                <a:gd name="connsiteX207" fmla="*/ 910622 w 1598003"/>
                <a:gd name="connsiteY207" fmla="*/ 1360525 h 2417709"/>
                <a:gd name="connsiteX208" fmla="*/ 876572 w 1598003"/>
                <a:gd name="connsiteY208" fmla="*/ 1372676 h 2417709"/>
                <a:gd name="connsiteX209" fmla="*/ 858040 w 1598003"/>
                <a:gd name="connsiteY209" fmla="*/ 1374774 h 2417709"/>
                <a:gd name="connsiteX210" fmla="*/ 866518 w 1598003"/>
                <a:gd name="connsiteY210" fmla="*/ 1417124 h 2417709"/>
                <a:gd name="connsiteX211" fmla="*/ 855562 w 1598003"/>
                <a:gd name="connsiteY211" fmla="*/ 1430063 h 2417709"/>
                <a:gd name="connsiteX212" fmla="*/ 838721 w 1598003"/>
                <a:gd name="connsiteY212" fmla="*/ 1449929 h 2417709"/>
                <a:gd name="connsiteX213" fmla="*/ 818105 w 1598003"/>
                <a:gd name="connsiteY213" fmla="*/ 1449662 h 2417709"/>
                <a:gd name="connsiteX214" fmla="*/ 787435 w 1598003"/>
                <a:gd name="connsiteY214" fmla="*/ 1426135 h 2417709"/>
                <a:gd name="connsiteX215" fmla="*/ 730011 w 1598003"/>
                <a:gd name="connsiteY215" fmla="*/ 1443383 h 2417709"/>
                <a:gd name="connsiteX216" fmla="*/ 694422 w 1598003"/>
                <a:gd name="connsiteY216" fmla="*/ 1484310 h 2417709"/>
                <a:gd name="connsiteX217" fmla="*/ 679691 w 1598003"/>
                <a:gd name="connsiteY217" fmla="*/ 1528478 h 2417709"/>
                <a:gd name="connsiteX218" fmla="*/ 644852 w 1598003"/>
                <a:gd name="connsiteY218" fmla="*/ 1583247 h 2417709"/>
                <a:gd name="connsiteX219" fmla="*/ 622381 w 1598003"/>
                <a:gd name="connsiteY219" fmla="*/ 1585064 h 2417709"/>
                <a:gd name="connsiteX220" fmla="*/ 611679 w 1598003"/>
                <a:gd name="connsiteY220" fmla="*/ 1560762 h 2417709"/>
                <a:gd name="connsiteX221" fmla="*/ 588965 w 1598003"/>
                <a:gd name="connsiteY221" fmla="*/ 1562326 h 2417709"/>
                <a:gd name="connsiteX222" fmla="*/ 563138 w 1598003"/>
                <a:gd name="connsiteY222" fmla="*/ 1552526 h 2417709"/>
                <a:gd name="connsiteX223" fmla="*/ 542916 w 1598003"/>
                <a:gd name="connsiteY223" fmla="*/ 1521030 h 2417709"/>
                <a:gd name="connsiteX224" fmla="*/ 468129 w 1598003"/>
                <a:gd name="connsiteY224" fmla="*/ 1533321 h 2417709"/>
                <a:gd name="connsiteX225" fmla="*/ 463045 w 1598003"/>
                <a:gd name="connsiteY225" fmla="*/ 1493919 h 2417709"/>
                <a:gd name="connsiteX226" fmla="*/ 427940 w 1598003"/>
                <a:gd name="connsiteY226" fmla="*/ 1464254 h 2417709"/>
                <a:gd name="connsiteX227" fmla="*/ 449992 w 1598003"/>
                <a:gd name="connsiteY227" fmla="*/ 1432109 h 2417709"/>
                <a:gd name="connsiteX228" fmla="*/ 386975 w 1598003"/>
                <a:gd name="connsiteY228" fmla="*/ 1400969 h 2417709"/>
                <a:gd name="connsiteX229" fmla="*/ 385157 w 1598003"/>
                <a:gd name="connsiteY229" fmla="*/ 1393254 h 2417709"/>
                <a:gd name="connsiteX230" fmla="*/ 378624 w 1598003"/>
                <a:gd name="connsiteY230" fmla="*/ 1363716 h 2417709"/>
                <a:gd name="connsiteX231" fmla="*/ 363105 w 1598003"/>
                <a:gd name="connsiteY231" fmla="*/ 1348553 h 2417709"/>
                <a:gd name="connsiteX232" fmla="*/ 317946 w 1598003"/>
                <a:gd name="connsiteY232" fmla="*/ 1303724 h 2417709"/>
                <a:gd name="connsiteX233" fmla="*/ 305935 w 1598003"/>
                <a:gd name="connsiteY233" fmla="*/ 1262555 h 2417709"/>
                <a:gd name="connsiteX234" fmla="*/ 299808 w 1598003"/>
                <a:gd name="connsiteY234" fmla="*/ 1241520 h 2417709"/>
                <a:gd name="connsiteX235" fmla="*/ 252691 w 1598003"/>
                <a:gd name="connsiteY235" fmla="*/ 1243337 h 2417709"/>
                <a:gd name="connsiteX236" fmla="*/ 233779 w 1598003"/>
                <a:gd name="connsiteY236" fmla="*/ 1220866 h 2417709"/>
                <a:gd name="connsiteX237" fmla="*/ 168525 w 1598003"/>
                <a:gd name="connsiteY237" fmla="*/ 1200339 h 2417709"/>
                <a:gd name="connsiteX238" fmla="*/ 156895 w 1598003"/>
                <a:gd name="connsiteY238" fmla="*/ 1165043 h 2417709"/>
                <a:gd name="connsiteX239" fmla="*/ 111888 w 1598003"/>
                <a:gd name="connsiteY239" fmla="*/ 1153934 h 2417709"/>
                <a:gd name="connsiteX240" fmla="*/ 112142 w 1598003"/>
                <a:gd name="connsiteY240" fmla="*/ 1123887 h 2417709"/>
                <a:gd name="connsiteX241" fmla="*/ 139672 w 1598003"/>
                <a:gd name="connsiteY241" fmla="*/ 1108177 h 2417709"/>
                <a:gd name="connsiteX242" fmla="*/ 100398 w 1598003"/>
                <a:gd name="connsiteY242" fmla="*/ 1055265 h 2417709"/>
                <a:gd name="connsiteX243" fmla="*/ 74037 w 1598003"/>
                <a:gd name="connsiteY243" fmla="*/ 998272 h 2417709"/>
                <a:gd name="connsiteX244" fmla="*/ 106537 w 1598003"/>
                <a:gd name="connsiteY244" fmla="*/ 988193 h 2417709"/>
                <a:gd name="connsiteX245" fmla="*/ 108100 w 1598003"/>
                <a:gd name="connsiteY245" fmla="*/ 942322 h 2417709"/>
                <a:gd name="connsiteX246" fmla="*/ 129377 w 1598003"/>
                <a:gd name="connsiteY246" fmla="*/ 931098 h 2417709"/>
                <a:gd name="connsiteX247" fmla="*/ 137003 w 1598003"/>
                <a:gd name="connsiteY247" fmla="*/ 917359 h 2417709"/>
                <a:gd name="connsiteX248" fmla="*/ 150565 w 1598003"/>
                <a:gd name="connsiteY248" fmla="*/ 904954 h 2417709"/>
                <a:gd name="connsiteX249" fmla="*/ 152014 w 1598003"/>
                <a:gd name="connsiteY249" fmla="*/ 870636 h 2417709"/>
                <a:gd name="connsiteX250" fmla="*/ 146536 w 1598003"/>
                <a:gd name="connsiteY250" fmla="*/ 837704 h 2417709"/>
                <a:gd name="connsiteX251" fmla="*/ 162970 w 1598003"/>
                <a:gd name="connsiteY251" fmla="*/ 811012 h 2417709"/>
                <a:gd name="connsiteX252" fmla="*/ 156958 w 1598003"/>
                <a:gd name="connsiteY252" fmla="*/ 761087 h 2417709"/>
                <a:gd name="connsiteX253" fmla="*/ 147057 w 1598003"/>
                <a:gd name="connsiteY253" fmla="*/ 739480 h 2417709"/>
                <a:gd name="connsiteX254" fmla="*/ 163580 w 1598003"/>
                <a:gd name="connsiteY254" fmla="*/ 712165 h 2417709"/>
                <a:gd name="connsiteX255" fmla="*/ 149751 w 1598003"/>
                <a:gd name="connsiteY255" fmla="*/ 682487 h 2417709"/>
                <a:gd name="connsiteX256" fmla="*/ 159678 w 1598003"/>
                <a:gd name="connsiteY256" fmla="*/ 666676 h 2417709"/>
                <a:gd name="connsiteX257" fmla="*/ 138071 w 1598003"/>
                <a:gd name="connsiteY257" fmla="*/ 631901 h 2417709"/>
                <a:gd name="connsiteX258" fmla="*/ 131271 w 1598003"/>
                <a:gd name="connsiteY258" fmla="*/ 602667 h 2417709"/>
                <a:gd name="connsiteX259" fmla="*/ 147070 w 1598003"/>
                <a:gd name="connsiteY259" fmla="*/ 573916 h 2417709"/>
                <a:gd name="connsiteX260" fmla="*/ 145112 w 1598003"/>
                <a:gd name="connsiteY260" fmla="*/ 550924 h 2417709"/>
                <a:gd name="connsiteX261" fmla="*/ 125272 w 1598003"/>
                <a:gd name="connsiteY261" fmla="*/ 540196 h 2417709"/>
                <a:gd name="connsiteX262" fmla="*/ 114049 w 1598003"/>
                <a:gd name="connsiteY262" fmla="*/ 516530 h 2417709"/>
                <a:gd name="connsiteX263" fmla="*/ 69805 w 1598003"/>
                <a:gd name="connsiteY263" fmla="*/ 521894 h 2417709"/>
                <a:gd name="connsiteX264" fmla="*/ 0 w 1598003"/>
                <a:gd name="connsiteY264" fmla="*/ 544505 h 2417709"/>
                <a:gd name="connsiteX265" fmla="*/ 127 w 1598003"/>
                <a:gd name="connsiteY265" fmla="*/ 421394 h 2417709"/>
                <a:gd name="connsiteX266" fmla="*/ 104262 w 1598003"/>
                <a:gd name="connsiteY266" fmla="*/ 417848 h 2417709"/>
                <a:gd name="connsiteX267" fmla="*/ 174168 w 1598003"/>
                <a:gd name="connsiteY267" fmla="*/ 320996 h 2417709"/>
                <a:gd name="connsiteX268" fmla="*/ 188924 w 1598003"/>
                <a:gd name="connsiteY268" fmla="*/ 302312 h 2417709"/>
                <a:gd name="connsiteX269" fmla="*/ 259784 w 1598003"/>
                <a:gd name="connsiteY269" fmla="*/ 286106 h 2417709"/>
                <a:gd name="connsiteX270" fmla="*/ 251942 w 1598003"/>
                <a:gd name="connsiteY270" fmla="*/ 245066 h 2417709"/>
                <a:gd name="connsiteX271" fmla="*/ 261474 w 1598003"/>
                <a:gd name="connsiteY271" fmla="*/ 171740 h 2417709"/>
                <a:gd name="connsiteX272" fmla="*/ 292131 w 1598003"/>
                <a:gd name="connsiteY272" fmla="*/ 137753 h 2417709"/>
                <a:gd name="connsiteX273" fmla="*/ 369130 w 1598003"/>
                <a:gd name="connsiteY273" fmla="*/ 151226 h 2417709"/>
                <a:gd name="connsiteX274" fmla="*/ 406066 w 1598003"/>
                <a:gd name="connsiteY274" fmla="*/ 184272 h 2417709"/>
                <a:gd name="connsiteX275" fmla="*/ 455928 w 1598003"/>
                <a:gd name="connsiteY275" fmla="*/ 168334 h 2417709"/>
                <a:gd name="connsiteX276" fmla="*/ 507595 w 1598003"/>
                <a:gd name="connsiteY276" fmla="*/ 207545 h 2417709"/>
                <a:gd name="connsiteX277" fmla="*/ 555766 w 1598003"/>
                <a:gd name="connsiteY277" fmla="*/ 168982 h 2417709"/>
                <a:gd name="connsiteX278" fmla="*/ 584072 w 1598003"/>
                <a:gd name="connsiteY278" fmla="*/ 158127 h 2417709"/>
                <a:gd name="connsiteX279" fmla="*/ 628316 w 1598003"/>
                <a:gd name="connsiteY279" fmla="*/ 178655 h 2417709"/>
                <a:gd name="connsiteX280" fmla="*/ 732985 w 1598003"/>
                <a:gd name="connsiteY280" fmla="*/ 167673 h 2417709"/>
                <a:gd name="connsiteX281" fmla="*/ 804353 w 1598003"/>
                <a:gd name="connsiteY281" fmla="*/ 191594 h 2417709"/>
                <a:gd name="connsiteX282" fmla="*/ 899679 w 1598003"/>
                <a:gd name="connsiteY282" fmla="*/ 201914 h 2417709"/>
                <a:gd name="connsiteX283" fmla="*/ 1046355 w 1598003"/>
                <a:gd name="connsiteY283" fmla="*/ 138656 h 2417709"/>
                <a:gd name="connsiteX284" fmla="*/ 1073885 w 1598003"/>
                <a:gd name="connsiteY284" fmla="*/ 108863 h 2417709"/>
                <a:gd name="connsiteX285" fmla="*/ 1051185 w 1598003"/>
                <a:gd name="connsiteY285" fmla="*/ 40622 h 2417709"/>
                <a:gd name="connsiteX286" fmla="*/ 1083672 w 1598003"/>
                <a:gd name="connsiteY286" fmla="*/ 21938 h 2417709"/>
                <a:gd name="connsiteX287" fmla="*/ 1124269 w 1598003"/>
                <a:gd name="connsiteY287" fmla="*/ 33047 h 2417709"/>
                <a:gd name="connsiteX288" fmla="*/ 1155065 w 1598003"/>
                <a:gd name="connsiteY288" fmla="*/ 0 h 2417709"/>
                <a:gd name="connsiteX289" fmla="*/ 1168894 w 1598003"/>
                <a:gd name="connsiteY289" fmla="*/ 35029 h 2417709"/>
                <a:gd name="connsiteX290" fmla="*/ 1165500 w 1598003"/>
                <a:gd name="connsiteY290" fmla="*/ 81028 h 2417709"/>
                <a:gd name="connsiteX291" fmla="*/ 1187820 w 1598003"/>
                <a:gd name="connsiteY291" fmla="*/ 80646 h 2417709"/>
                <a:gd name="connsiteX292" fmla="*/ 1254243 w 1598003"/>
                <a:gd name="connsiteY292" fmla="*/ 54374 h 2417709"/>
                <a:gd name="connsiteX293" fmla="*/ 1313358 w 1598003"/>
                <a:gd name="connsiteY293" fmla="*/ 86251 h 2417709"/>
                <a:gd name="connsiteX294" fmla="*/ 1334241 w 1598003"/>
                <a:gd name="connsiteY294" fmla="*/ 135275 h 2417709"/>
                <a:gd name="connsiteX295" fmla="*/ 1299796 w 1598003"/>
                <a:gd name="connsiteY295" fmla="*/ 188721 h 2417709"/>
                <a:gd name="connsiteX296" fmla="*/ 1281519 w 1598003"/>
                <a:gd name="connsiteY296" fmla="*/ 289246 h 2417709"/>
                <a:gd name="connsiteX297" fmla="*/ 1289145 w 1598003"/>
                <a:gd name="connsiteY297" fmla="*/ 301270 h 2417709"/>
                <a:gd name="connsiteX298" fmla="*/ 1296072 w 1598003"/>
                <a:gd name="connsiteY298" fmla="*/ 356419 h 2417709"/>
                <a:gd name="connsiteX299" fmla="*/ 1332080 w 1598003"/>
                <a:gd name="connsiteY299" fmla="*/ 402685 h 2417709"/>
                <a:gd name="connsiteX300" fmla="*/ 1329742 w 1598003"/>
                <a:gd name="connsiteY300" fmla="*/ 408951 h 2417709"/>
                <a:gd name="connsiteX301" fmla="*/ 1337965 w 1598003"/>
                <a:gd name="connsiteY301" fmla="*/ 436913 h 2417709"/>
                <a:gd name="connsiteX302" fmla="*/ 1361708 w 1598003"/>
                <a:gd name="connsiteY302" fmla="*/ 452458 h 2417709"/>
                <a:gd name="connsiteX303" fmla="*/ 1411824 w 1598003"/>
                <a:gd name="connsiteY303" fmla="*/ 447628 h 2417709"/>
                <a:gd name="connsiteX304" fmla="*/ 1446917 w 1598003"/>
                <a:gd name="connsiteY304" fmla="*/ 499740 h 2417709"/>
                <a:gd name="connsiteX305" fmla="*/ 1429707 w 1598003"/>
                <a:gd name="connsiteY305" fmla="*/ 569544 h 2417709"/>
                <a:gd name="connsiteX306" fmla="*/ 1466758 w 1598003"/>
                <a:gd name="connsiteY306" fmla="*/ 640251 h 2417709"/>
                <a:gd name="connsiteX307" fmla="*/ 1435313 w 1598003"/>
                <a:gd name="connsiteY307" fmla="*/ 713042 h 2417709"/>
                <a:gd name="connsiteX308" fmla="*/ 1452026 w 1598003"/>
                <a:gd name="connsiteY308" fmla="*/ 758138 h 2417709"/>
                <a:gd name="connsiteX309" fmla="*/ 1446015 w 1598003"/>
                <a:gd name="connsiteY309" fmla="*/ 819846 h 2417709"/>
                <a:gd name="connsiteX310" fmla="*/ 1405952 w 1598003"/>
                <a:gd name="connsiteY310" fmla="*/ 848584 h 2417709"/>
                <a:gd name="connsiteX311" fmla="*/ 1394068 w 1598003"/>
                <a:gd name="connsiteY311" fmla="*/ 881923 h 2417709"/>
                <a:gd name="connsiteX312" fmla="*/ 1394996 w 1598003"/>
                <a:gd name="connsiteY312" fmla="*/ 907343 h 2417709"/>
                <a:gd name="connsiteX313" fmla="*/ 1414836 w 1598003"/>
                <a:gd name="connsiteY313" fmla="*/ 934657 h 2417709"/>
                <a:gd name="connsiteX314" fmla="*/ 1393420 w 1598003"/>
                <a:gd name="connsiteY314" fmla="*/ 969420 h 2417709"/>
                <a:gd name="connsiteX315" fmla="*/ 1373719 w 1598003"/>
                <a:gd name="connsiteY315" fmla="*/ 1000140 h 2417709"/>
                <a:gd name="connsiteX316" fmla="*/ 1391335 w 1598003"/>
                <a:gd name="connsiteY316" fmla="*/ 1050320 h 2417709"/>
                <a:gd name="connsiteX317" fmla="*/ 1421992 w 1598003"/>
                <a:gd name="connsiteY317" fmla="*/ 1090459 h 2417709"/>
                <a:gd name="connsiteX318" fmla="*/ 1419781 w 1598003"/>
                <a:gd name="connsiteY318" fmla="*/ 1112943 h 2417709"/>
                <a:gd name="connsiteX319" fmla="*/ 1413909 w 1598003"/>
                <a:gd name="connsiteY319" fmla="*/ 1170711 h 2417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Lst>
              <a:rect l="l" t="t" r="r" b="b"/>
              <a:pathLst>
                <a:path w="1598003" h="2417709">
                  <a:moveTo>
                    <a:pt x="1267042" y="1965366"/>
                  </a:moveTo>
                  <a:lnTo>
                    <a:pt x="1271732" y="1972039"/>
                  </a:lnTo>
                  <a:lnTo>
                    <a:pt x="1313752" y="1983669"/>
                  </a:lnTo>
                  <a:lnTo>
                    <a:pt x="1320285" y="2022104"/>
                  </a:lnTo>
                  <a:lnTo>
                    <a:pt x="1316104" y="2042225"/>
                  </a:lnTo>
                  <a:lnTo>
                    <a:pt x="1332627" y="2057642"/>
                  </a:lnTo>
                  <a:lnTo>
                    <a:pt x="1322853" y="2084448"/>
                  </a:lnTo>
                  <a:lnTo>
                    <a:pt x="1344384" y="2093841"/>
                  </a:lnTo>
                  <a:lnTo>
                    <a:pt x="1371533" y="2090447"/>
                  </a:lnTo>
                  <a:lnTo>
                    <a:pt x="1388882" y="2106525"/>
                  </a:lnTo>
                  <a:lnTo>
                    <a:pt x="1407019" y="2106780"/>
                  </a:lnTo>
                  <a:lnTo>
                    <a:pt x="1405990" y="2122350"/>
                  </a:lnTo>
                  <a:lnTo>
                    <a:pt x="1442392" y="2136738"/>
                  </a:lnTo>
                  <a:lnTo>
                    <a:pt x="1444349" y="2172923"/>
                  </a:lnTo>
                  <a:lnTo>
                    <a:pt x="1464851" y="2163632"/>
                  </a:lnTo>
                  <a:lnTo>
                    <a:pt x="1461712" y="2182609"/>
                  </a:lnTo>
                  <a:lnTo>
                    <a:pt x="1451289" y="2213151"/>
                  </a:lnTo>
                  <a:lnTo>
                    <a:pt x="1427140" y="2246872"/>
                  </a:lnTo>
                  <a:lnTo>
                    <a:pt x="1399749" y="2252617"/>
                  </a:lnTo>
                  <a:lnTo>
                    <a:pt x="1394132" y="2304512"/>
                  </a:lnTo>
                  <a:lnTo>
                    <a:pt x="1361377" y="2351693"/>
                  </a:lnTo>
                  <a:lnTo>
                    <a:pt x="1360716" y="2401364"/>
                  </a:lnTo>
                  <a:lnTo>
                    <a:pt x="1327301" y="2417709"/>
                  </a:lnTo>
                  <a:lnTo>
                    <a:pt x="1276461" y="2406855"/>
                  </a:lnTo>
                  <a:lnTo>
                    <a:pt x="1283121" y="2368419"/>
                  </a:lnTo>
                  <a:lnTo>
                    <a:pt x="1244748" y="2365153"/>
                  </a:lnTo>
                  <a:lnTo>
                    <a:pt x="1239410" y="2379922"/>
                  </a:lnTo>
                  <a:lnTo>
                    <a:pt x="1206910" y="2372220"/>
                  </a:lnTo>
                  <a:lnTo>
                    <a:pt x="1196996" y="2349850"/>
                  </a:lnTo>
                  <a:lnTo>
                    <a:pt x="1177155" y="2347307"/>
                  </a:lnTo>
                  <a:lnTo>
                    <a:pt x="1149625" y="2359332"/>
                  </a:lnTo>
                  <a:lnTo>
                    <a:pt x="1144274" y="2381155"/>
                  </a:lnTo>
                  <a:lnTo>
                    <a:pt x="1124828" y="2378142"/>
                  </a:lnTo>
                  <a:lnTo>
                    <a:pt x="1101200" y="2387040"/>
                  </a:lnTo>
                  <a:lnTo>
                    <a:pt x="1104720" y="2348617"/>
                  </a:lnTo>
                  <a:lnTo>
                    <a:pt x="1146092" y="2284176"/>
                  </a:lnTo>
                  <a:lnTo>
                    <a:pt x="1160454" y="2284570"/>
                  </a:lnTo>
                  <a:lnTo>
                    <a:pt x="1172847" y="2274758"/>
                  </a:lnTo>
                  <a:lnTo>
                    <a:pt x="1167763" y="2268631"/>
                  </a:lnTo>
                  <a:lnTo>
                    <a:pt x="1148316" y="2265263"/>
                  </a:lnTo>
                  <a:lnTo>
                    <a:pt x="1132784" y="2201356"/>
                  </a:lnTo>
                  <a:lnTo>
                    <a:pt x="1116592" y="2189587"/>
                  </a:lnTo>
                  <a:lnTo>
                    <a:pt x="1123646" y="2169466"/>
                  </a:lnTo>
                  <a:lnTo>
                    <a:pt x="1118282" y="2150630"/>
                  </a:lnTo>
                  <a:lnTo>
                    <a:pt x="1110719" y="2133115"/>
                  </a:lnTo>
                  <a:lnTo>
                    <a:pt x="1125603" y="2125947"/>
                  </a:lnTo>
                  <a:lnTo>
                    <a:pt x="1154837" y="2083723"/>
                  </a:lnTo>
                  <a:lnTo>
                    <a:pt x="1172186" y="2067124"/>
                  </a:lnTo>
                  <a:lnTo>
                    <a:pt x="1178846" y="2066081"/>
                  </a:lnTo>
                  <a:lnTo>
                    <a:pt x="1199589" y="2080711"/>
                  </a:lnTo>
                  <a:lnTo>
                    <a:pt x="1218654" y="2097310"/>
                  </a:lnTo>
                  <a:lnTo>
                    <a:pt x="1224666" y="2112995"/>
                  </a:lnTo>
                  <a:lnTo>
                    <a:pt x="1227933" y="2153134"/>
                  </a:lnTo>
                  <a:lnTo>
                    <a:pt x="1235495" y="2159489"/>
                  </a:lnTo>
                  <a:lnTo>
                    <a:pt x="1241495" y="2154405"/>
                  </a:lnTo>
                  <a:lnTo>
                    <a:pt x="1245155" y="2136776"/>
                  </a:lnTo>
                  <a:lnTo>
                    <a:pt x="1246706" y="2117926"/>
                  </a:lnTo>
                  <a:lnTo>
                    <a:pt x="1232610" y="2089837"/>
                  </a:lnTo>
                  <a:lnTo>
                    <a:pt x="1225963" y="2084346"/>
                  </a:lnTo>
                  <a:lnTo>
                    <a:pt x="1214752" y="2074280"/>
                  </a:lnTo>
                  <a:lnTo>
                    <a:pt x="1204584" y="2055214"/>
                  </a:lnTo>
                  <a:lnTo>
                    <a:pt x="1206796" y="2032603"/>
                  </a:lnTo>
                  <a:lnTo>
                    <a:pt x="1201839" y="2022930"/>
                  </a:lnTo>
                  <a:lnTo>
                    <a:pt x="1194924" y="2020706"/>
                  </a:lnTo>
                  <a:lnTo>
                    <a:pt x="1197136" y="2010385"/>
                  </a:lnTo>
                  <a:lnTo>
                    <a:pt x="1207838" y="2011034"/>
                  </a:lnTo>
                  <a:lnTo>
                    <a:pt x="1211753" y="1986732"/>
                  </a:lnTo>
                  <a:lnTo>
                    <a:pt x="1230539" y="1991422"/>
                  </a:lnTo>
                  <a:lnTo>
                    <a:pt x="1237732" y="1963193"/>
                  </a:lnTo>
                  <a:lnTo>
                    <a:pt x="1232509" y="1927515"/>
                  </a:lnTo>
                  <a:lnTo>
                    <a:pt x="1246718" y="1912085"/>
                  </a:lnTo>
                  <a:lnTo>
                    <a:pt x="1280642" y="1898510"/>
                  </a:lnTo>
                  <a:lnTo>
                    <a:pt x="1293962" y="1892740"/>
                  </a:lnTo>
                  <a:lnTo>
                    <a:pt x="1301410" y="1882165"/>
                  </a:lnTo>
                  <a:lnTo>
                    <a:pt x="1330123" y="1872365"/>
                  </a:lnTo>
                  <a:lnTo>
                    <a:pt x="1343952" y="1896286"/>
                  </a:lnTo>
                  <a:lnTo>
                    <a:pt x="1328026" y="1900328"/>
                  </a:lnTo>
                  <a:lnTo>
                    <a:pt x="1325026" y="1913928"/>
                  </a:lnTo>
                  <a:lnTo>
                    <a:pt x="1308503" y="1915097"/>
                  </a:lnTo>
                  <a:lnTo>
                    <a:pt x="1304448" y="1934696"/>
                  </a:lnTo>
                  <a:lnTo>
                    <a:pt x="1277833" y="1940060"/>
                  </a:lnTo>
                  <a:lnTo>
                    <a:pt x="1273130" y="1958490"/>
                  </a:lnTo>
                  <a:close/>
                  <a:moveTo>
                    <a:pt x="1449866" y="1239321"/>
                  </a:moveTo>
                  <a:lnTo>
                    <a:pt x="1512642" y="1273817"/>
                  </a:lnTo>
                  <a:lnTo>
                    <a:pt x="1555856" y="1337368"/>
                  </a:lnTo>
                  <a:lnTo>
                    <a:pt x="1598003" y="1363627"/>
                  </a:lnTo>
                  <a:lnTo>
                    <a:pt x="1593821" y="1384929"/>
                  </a:lnTo>
                  <a:lnTo>
                    <a:pt x="1554165" y="1409244"/>
                  </a:lnTo>
                  <a:lnTo>
                    <a:pt x="1522848" y="1472235"/>
                  </a:lnTo>
                  <a:lnTo>
                    <a:pt x="1434296" y="1511167"/>
                  </a:lnTo>
                  <a:lnTo>
                    <a:pt x="1421370" y="1521335"/>
                  </a:lnTo>
                  <a:lnTo>
                    <a:pt x="1437893" y="1558576"/>
                  </a:lnTo>
                  <a:lnTo>
                    <a:pt x="1460771" y="1597978"/>
                  </a:lnTo>
                  <a:lnTo>
                    <a:pt x="1456729" y="1620589"/>
                  </a:lnTo>
                  <a:lnTo>
                    <a:pt x="1439634" y="1642807"/>
                  </a:lnTo>
                  <a:lnTo>
                    <a:pt x="1436888" y="1668430"/>
                  </a:lnTo>
                  <a:lnTo>
                    <a:pt x="1430241" y="1684369"/>
                  </a:lnTo>
                  <a:lnTo>
                    <a:pt x="1379731" y="1691182"/>
                  </a:lnTo>
                  <a:lnTo>
                    <a:pt x="1316307" y="1723592"/>
                  </a:lnTo>
                  <a:lnTo>
                    <a:pt x="1309138" y="1735998"/>
                  </a:lnTo>
                  <a:lnTo>
                    <a:pt x="1292424" y="1786978"/>
                  </a:lnTo>
                  <a:lnTo>
                    <a:pt x="1312265" y="1811280"/>
                  </a:lnTo>
                  <a:lnTo>
                    <a:pt x="1325319" y="1826710"/>
                  </a:lnTo>
                  <a:lnTo>
                    <a:pt x="1304308" y="1842268"/>
                  </a:lnTo>
                  <a:lnTo>
                    <a:pt x="1287988" y="1862388"/>
                  </a:lnTo>
                  <a:lnTo>
                    <a:pt x="1264767" y="1864358"/>
                  </a:lnTo>
                  <a:lnTo>
                    <a:pt x="1246363" y="1875975"/>
                  </a:lnTo>
                  <a:lnTo>
                    <a:pt x="1230310" y="1878733"/>
                  </a:lnTo>
                  <a:lnTo>
                    <a:pt x="1222086" y="1874539"/>
                  </a:lnTo>
                  <a:lnTo>
                    <a:pt x="1216341" y="1863316"/>
                  </a:lnTo>
                  <a:lnTo>
                    <a:pt x="1204737" y="1862388"/>
                  </a:lnTo>
                  <a:lnTo>
                    <a:pt x="1198737" y="1870624"/>
                  </a:lnTo>
                  <a:lnTo>
                    <a:pt x="1191683" y="1866442"/>
                  </a:lnTo>
                  <a:lnTo>
                    <a:pt x="1178973" y="1869849"/>
                  </a:lnTo>
                  <a:lnTo>
                    <a:pt x="1175313" y="1879242"/>
                  </a:lnTo>
                  <a:lnTo>
                    <a:pt x="1168259" y="1897811"/>
                  </a:lnTo>
                  <a:lnTo>
                    <a:pt x="1183651" y="1906302"/>
                  </a:lnTo>
                  <a:lnTo>
                    <a:pt x="1190590" y="1912657"/>
                  </a:lnTo>
                  <a:lnTo>
                    <a:pt x="1191620" y="1926257"/>
                  </a:lnTo>
                  <a:lnTo>
                    <a:pt x="1192802" y="1941153"/>
                  </a:lnTo>
                  <a:lnTo>
                    <a:pt x="1190323" y="1951080"/>
                  </a:lnTo>
                  <a:lnTo>
                    <a:pt x="1178439" y="1969128"/>
                  </a:lnTo>
                  <a:lnTo>
                    <a:pt x="1175452" y="1988727"/>
                  </a:lnTo>
                  <a:lnTo>
                    <a:pt x="1177003" y="2006623"/>
                  </a:lnTo>
                  <a:lnTo>
                    <a:pt x="1186917" y="2009636"/>
                  </a:lnTo>
                  <a:lnTo>
                    <a:pt x="1182354" y="2020490"/>
                  </a:lnTo>
                  <a:lnTo>
                    <a:pt x="1171016" y="2021532"/>
                  </a:lnTo>
                  <a:lnTo>
                    <a:pt x="1162399" y="2026769"/>
                  </a:lnTo>
                  <a:lnTo>
                    <a:pt x="1157963" y="2044283"/>
                  </a:lnTo>
                  <a:lnTo>
                    <a:pt x="1150769" y="2061150"/>
                  </a:lnTo>
                  <a:lnTo>
                    <a:pt x="1135898" y="2084028"/>
                  </a:lnTo>
                  <a:lnTo>
                    <a:pt x="1119985" y="2101823"/>
                  </a:lnTo>
                  <a:lnTo>
                    <a:pt x="1110579" y="2109779"/>
                  </a:lnTo>
                  <a:lnTo>
                    <a:pt x="1100920" y="2111483"/>
                  </a:lnTo>
                  <a:lnTo>
                    <a:pt x="1088794" y="2098149"/>
                  </a:lnTo>
                  <a:lnTo>
                    <a:pt x="1069729" y="2082071"/>
                  </a:lnTo>
                  <a:lnTo>
                    <a:pt x="1068814" y="2071369"/>
                  </a:lnTo>
                  <a:lnTo>
                    <a:pt x="1081524" y="2035158"/>
                  </a:lnTo>
                  <a:lnTo>
                    <a:pt x="1079173" y="2019334"/>
                  </a:lnTo>
                  <a:lnTo>
                    <a:pt x="1071610" y="1985868"/>
                  </a:lnTo>
                  <a:lnTo>
                    <a:pt x="1068610" y="1973335"/>
                  </a:lnTo>
                  <a:lnTo>
                    <a:pt x="1068877" y="1967438"/>
                  </a:lnTo>
                  <a:lnTo>
                    <a:pt x="1073313" y="1957778"/>
                  </a:lnTo>
                  <a:lnTo>
                    <a:pt x="1074737" y="1949796"/>
                  </a:lnTo>
                  <a:lnTo>
                    <a:pt x="1089887" y="1929816"/>
                  </a:lnTo>
                  <a:lnTo>
                    <a:pt x="1094844" y="1911894"/>
                  </a:lnTo>
                  <a:lnTo>
                    <a:pt x="1095493" y="1907191"/>
                  </a:lnTo>
                  <a:lnTo>
                    <a:pt x="1093268" y="1899095"/>
                  </a:lnTo>
                  <a:lnTo>
                    <a:pt x="1087015" y="1894380"/>
                  </a:lnTo>
                  <a:lnTo>
                    <a:pt x="1068610" y="1902756"/>
                  </a:lnTo>
                  <a:lnTo>
                    <a:pt x="1058684" y="1916864"/>
                  </a:lnTo>
                  <a:lnTo>
                    <a:pt x="1061950" y="1938179"/>
                  </a:lnTo>
                  <a:lnTo>
                    <a:pt x="1062090" y="1952160"/>
                  </a:lnTo>
                  <a:lnTo>
                    <a:pt x="1055735" y="1961057"/>
                  </a:lnTo>
                  <a:lnTo>
                    <a:pt x="1041398" y="1967984"/>
                  </a:lnTo>
                  <a:lnTo>
                    <a:pt x="1040864" y="1974136"/>
                  </a:lnTo>
                  <a:lnTo>
                    <a:pt x="1049354" y="1989299"/>
                  </a:lnTo>
                  <a:lnTo>
                    <a:pt x="1047638" y="1996481"/>
                  </a:lnTo>
                  <a:lnTo>
                    <a:pt x="1029514" y="2002098"/>
                  </a:lnTo>
                  <a:lnTo>
                    <a:pt x="1010982" y="1996735"/>
                  </a:lnTo>
                  <a:lnTo>
                    <a:pt x="1012152" y="1984584"/>
                  </a:lnTo>
                  <a:lnTo>
                    <a:pt x="1018151" y="1977123"/>
                  </a:lnTo>
                  <a:lnTo>
                    <a:pt x="1012673" y="1966955"/>
                  </a:lnTo>
                  <a:lnTo>
                    <a:pt x="1007449" y="1965252"/>
                  </a:lnTo>
                  <a:lnTo>
                    <a:pt x="995578" y="1972191"/>
                  </a:lnTo>
                  <a:lnTo>
                    <a:pt x="990633" y="1981330"/>
                  </a:lnTo>
                  <a:lnTo>
                    <a:pt x="973907" y="1967082"/>
                  </a:lnTo>
                  <a:lnTo>
                    <a:pt x="952909" y="1936882"/>
                  </a:lnTo>
                  <a:lnTo>
                    <a:pt x="932955" y="1922647"/>
                  </a:lnTo>
                  <a:lnTo>
                    <a:pt x="913241" y="1919774"/>
                  </a:lnTo>
                  <a:lnTo>
                    <a:pt x="856719" y="1907344"/>
                  </a:lnTo>
                  <a:lnTo>
                    <a:pt x="848508" y="1918593"/>
                  </a:lnTo>
                  <a:lnTo>
                    <a:pt x="836624" y="1914932"/>
                  </a:lnTo>
                  <a:lnTo>
                    <a:pt x="837552" y="1903569"/>
                  </a:lnTo>
                  <a:lnTo>
                    <a:pt x="848381" y="1860049"/>
                  </a:lnTo>
                  <a:lnTo>
                    <a:pt x="857507" y="1846830"/>
                  </a:lnTo>
                  <a:lnTo>
                    <a:pt x="874488" y="1818474"/>
                  </a:lnTo>
                  <a:lnTo>
                    <a:pt x="903187" y="1807035"/>
                  </a:lnTo>
                  <a:lnTo>
                    <a:pt x="907903" y="1803387"/>
                  </a:lnTo>
                  <a:lnTo>
                    <a:pt x="920155" y="1780776"/>
                  </a:lnTo>
                  <a:lnTo>
                    <a:pt x="934759" y="1752012"/>
                  </a:lnTo>
                  <a:lnTo>
                    <a:pt x="918719" y="1743522"/>
                  </a:lnTo>
                  <a:lnTo>
                    <a:pt x="931772" y="1720504"/>
                  </a:lnTo>
                  <a:lnTo>
                    <a:pt x="954740" y="1727050"/>
                  </a:lnTo>
                  <a:lnTo>
                    <a:pt x="970653" y="1698553"/>
                  </a:lnTo>
                  <a:lnTo>
                    <a:pt x="970386" y="1658694"/>
                  </a:lnTo>
                  <a:lnTo>
                    <a:pt x="950431" y="1643277"/>
                  </a:lnTo>
                  <a:lnTo>
                    <a:pt x="924591" y="1632931"/>
                  </a:lnTo>
                  <a:lnTo>
                    <a:pt x="870979" y="1581454"/>
                  </a:lnTo>
                  <a:lnTo>
                    <a:pt x="862235" y="1593605"/>
                  </a:lnTo>
                  <a:lnTo>
                    <a:pt x="824257" y="1603418"/>
                  </a:lnTo>
                  <a:lnTo>
                    <a:pt x="767061" y="1572824"/>
                  </a:lnTo>
                  <a:lnTo>
                    <a:pt x="790816" y="1554394"/>
                  </a:lnTo>
                  <a:lnTo>
                    <a:pt x="811153" y="1530092"/>
                  </a:lnTo>
                  <a:lnTo>
                    <a:pt x="822236" y="1513226"/>
                  </a:lnTo>
                  <a:lnTo>
                    <a:pt x="843513" y="1498330"/>
                  </a:lnTo>
                  <a:lnTo>
                    <a:pt x="868170" y="1477027"/>
                  </a:lnTo>
                  <a:lnTo>
                    <a:pt x="884351" y="1469401"/>
                  </a:lnTo>
                  <a:lnTo>
                    <a:pt x="902234" y="1462487"/>
                  </a:lnTo>
                  <a:lnTo>
                    <a:pt x="919329" y="1455420"/>
                  </a:lnTo>
                  <a:lnTo>
                    <a:pt x="938521" y="1447578"/>
                  </a:lnTo>
                  <a:lnTo>
                    <a:pt x="958349" y="1444184"/>
                  </a:lnTo>
                  <a:lnTo>
                    <a:pt x="973360" y="1429148"/>
                  </a:lnTo>
                  <a:lnTo>
                    <a:pt x="970882" y="1417378"/>
                  </a:lnTo>
                  <a:lnTo>
                    <a:pt x="965543" y="1387840"/>
                  </a:lnTo>
                  <a:lnTo>
                    <a:pt x="945207" y="1364313"/>
                  </a:lnTo>
                  <a:lnTo>
                    <a:pt x="921197" y="1348247"/>
                  </a:lnTo>
                  <a:lnTo>
                    <a:pt x="910622" y="1360525"/>
                  </a:lnTo>
                  <a:lnTo>
                    <a:pt x="876572" y="1372676"/>
                  </a:lnTo>
                  <a:lnTo>
                    <a:pt x="858040" y="1374774"/>
                  </a:lnTo>
                  <a:lnTo>
                    <a:pt x="866518" y="1417124"/>
                  </a:lnTo>
                  <a:lnTo>
                    <a:pt x="855562" y="1430063"/>
                  </a:lnTo>
                  <a:lnTo>
                    <a:pt x="838721" y="1449929"/>
                  </a:lnTo>
                  <a:lnTo>
                    <a:pt x="818105" y="1449662"/>
                  </a:lnTo>
                  <a:lnTo>
                    <a:pt x="787435" y="1426135"/>
                  </a:lnTo>
                  <a:lnTo>
                    <a:pt x="730011" y="1443383"/>
                  </a:lnTo>
                  <a:lnTo>
                    <a:pt x="694422" y="1484310"/>
                  </a:lnTo>
                  <a:lnTo>
                    <a:pt x="679691" y="1528478"/>
                  </a:lnTo>
                  <a:lnTo>
                    <a:pt x="644852" y="1583247"/>
                  </a:lnTo>
                  <a:lnTo>
                    <a:pt x="622381" y="1585064"/>
                  </a:lnTo>
                  <a:lnTo>
                    <a:pt x="611679" y="1560762"/>
                  </a:lnTo>
                  <a:lnTo>
                    <a:pt x="588965" y="1562326"/>
                  </a:lnTo>
                  <a:lnTo>
                    <a:pt x="563138" y="1552526"/>
                  </a:lnTo>
                  <a:lnTo>
                    <a:pt x="542916" y="1521030"/>
                  </a:lnTo>
                  <a:lnTo>
                    <a:pt x="468129" y="1533321"/>
                  </a:lnTo>
                  <a:lnTo>
                    <a:pt x="463045" y="1493919"/>
                  </a:lnTo>
                  <a:lnTo>
                    <a:pt x="427940" y="1464254"/>
                  </a:lnTo>
                  <a:lnTo>
                    <a:pt x="449992" y="1432109"/>
                  </a:lnTo>
                  <a:lnTo>
                    <a:pt x="386975" y="1400969"/>
                  </a:lnTo>
                  <a:lnTo>
                    <a:pt x="385157" y="1393254"/>
                  </a:lnTo>
                  <a:lnTo>
                    <a:pt x="378624" y="1363716"/>
                  </a:lnTo>
                  <a:lnTo>
                    <a:pt x="363105" y="1348553"/>
                  </a:lnTo>
                  <a:lnTo>
                    <a:pt x="317946" y="1303724"/>
                  </a:lnTo>
                  <a:lnTo>
                    <a:pt x="305935" y="1262555"/>
                  </a:lnTo>
                  <a:lnTo>
                    <a:pt x="299808" y="1241520"/>
                  </a:lnTo>
                  <a:lnTo>
                    <a:pt x="252691" y="1243337"/>
                  </a:lnTo>
                  <a:lnTo>
                    <a:pt x="233779" y="1220866"/>
                  </a:lnTo>
                  <a:lnTo>
                    <a:pt x="168525" y="1200339"/>
                  </a:lnTo>
                  <a:lnTo>
                    <a:pt x="156895" y="1165043"/>
                  </a:lnTo>
                  <a:lnTo>
                    <a:pt x="111888" y="1153934"/>
                  </a:lnTo>
                  <a:lnTo>
                    <a:pt x="112142" y="1123887"/>
                  </a:lnTo>
                  <a:lnTo>
                    <a:pt x="139672" y="1108177"/>
                  </a:lnTo>
                  <a:lnTo>
                    <a:pt x="100398" y="1055265"/>
                  </a:lnTo>
                  <a:lnTo>
                    <a:pt x="74037" y="998272"/>
                  </a:lnTo>
                  <a:lnTo>
                    <a:pt x="106537" y="988193"/>
                  </a:lnTo>
                  <a:lnTo>
                    <a:pt x="108100" y="942322"/>
                  </a:lnTo>
                  <a:lnTo>
                    <a:pt x="129377" y="931098"/>
                  </a:lnTo>
                  <a:lnTo>
                    <a:pt x="137003" y="917359"/>
                  </a:lnTo>
                  <a:lnTo>
                    <a:pt x="150565" y="904954"/>
                  </a:lnTo>
                  <a:lnTo>
                    <a:pt x="152014" y="870636"/>
                  </a:lnTo>
                  <a:lnTo>
                    <a:pt x="146536" y="837704"/>
                  </a:lnTo>
                  <a:lnTo>
                    <a:pt x="162970" y="811012"/>
                  </a:lnTo>
                  <a:lnTo>
                    <a:pt x="156958" y="761087"/>
                  </a:lnTo>
                  <a:lnTo>
                    <a:pt x="147057" y="739480"/>
                  </a:lnTo>
                  <a:lnTo>
                    <a:pt x="163580" y="712165"/>
                  </a:lnTo>
                  <a:lnTo>
                    <a:pt x="149751" y="682487"/>
                  </a:lnTo>
                  <a:lnTo>
                    <a:pt x="159678" y="666676"/>
                  </a:lnTo>
                  <a:lnTo>
                    <a:pt x="138071" y="631901"/>
                  </a:lnTo>
                  <a:lnTo>
                    <a:pt x="131271" y="602667"/>
                  </a:lnTo>
                  <a:lnTo>
                    <a:pt x="147070" y="573916"/>
                  </a:lnTo>
                  <a:lnTo>
                    <a:pt x="145112" y="550924"/>
                  </a:lnTo>
                  <a:lnTo>
                    <a:pt x="125272" y="540196"/>
                  </a:lnTo>
                  <a:lnTo>
                    <a:pt x="114049" y="516530"/>
                  </a:lnTo>
                  <a:lnTo>
                    <a:pt x="69805" y="521894"/>
                  </a:lnTo>
                  <a:lnTo>
                    <a:pt x="0" y="544505"/>
                  </a:lnTo>
                  <a:lnTo>
                    <a:pt x="127" y="421394"/>
                  </a:lnTo>
                  <a:lnTo>
                    <a:pt x="104262" y="417848"/>
                  </a:lnTo>
                  <a:lnTo>
                    <a:pt x="174168" y="320996"/>
                  </a:lnTo>
                  <a:lnTo>
                    <a:pt x="188924" y="302312"/>
                  </a:lnTo>
                  <a:lnTo>
                    <a:pt x="259784" y="286106"/>
                  </a:lnTo>
                  <a:lnTo>
                    <a:pt x="251942" y="245066"/>
                  </a:lnTo>
                  <a:lnTo>
                    <a:pt x="261474" y="171740"/>
                  </a:lnTo>
                  <a:lnTo>
                    <a:pt x="292131" y="137753"/>
                  </a:lnTo>
                  <a:lnTo>
                    <a:pt x="369130" y="151226"/>
                  </a:lnTo>
                  <a:lnTo>
                    <a:pt x="406066" y="184272"/>
                  </a:lnTo>
                  <a:lnTo>
                    <a:pt x="455928" y="168334"/>
                  </a:lnTo>
                  <a:lnTo>
                    <a:pt x="507595" y="207545"/>
                  </a:lnTo>
                  <a:lnTo>
                    <a:pt x="555766" y="168982"/>
                  </a:lnTo>
                  <a:lnTo>
                    <a:pt x="584072" y="158127"/>
                  </a:lnTo>
                  <a:lnTo>
                    <a:pt x="628316" y="178655"/>
                  </a:lnTo>
                  <a:lnTo>
                    <a:pt x="732985" y="167673"/>
                  </a:lnTo>
                  <a:lnTo>
                    <a:pt x="804353" y="191594"/>
                  </a:lnTo>
                  <a:lnTo>
                    <a:pt x="899679" y="201914"/>
                  </a:lnTo>
                  <a:lnTo>
                    <a:pt x="1046355" y="138656"/>
                  </a:lnTo>
                  <a:lnTo>
                    <a:pt x="1073885" y="108863"/>
                  </a:lnTo>
                  <a:lnTo>
                    <a:pt x="1051185" y="40622"/>
                  </a:lnTo>
                  <a:lnTo>
                    <a:pt x="1083672" y="21938"/>
                  </a:lnTo>
                  <a:lnTo>
                    <a:pt x="1124269" y="33047"/>
                  </a:lnTo>
                  <a:lnTo>
                    <a:pt x="1155065" y="0"/>
                  </a:lnTo>
                  <a:lnTo>
                    <a:pt x="1168894" y="35029"/>
                  </a:lnTo>
                  <a:lnTo>
                    <a:pt x="1165500" y="81028"/>
                  </a:lnTo>
                  <a:lnTo>
                    <a:pt x="1187820" y="80646"/>
                  </a:lnTo>
                  <a:lnTo>
                    <a:pt x="1254243" y="54374"/>
                  </a:lnTo>
                  <a:lnTo>
                    <a:pt x="1313358" y="86251"/>
                  </a:lnTo>
                  <a:lnTo>
                    <a:pt x="1334241" y="135275"/>
                  </a:lnTo>
                  <a:lnTo>
                    <a:pt x="1299796" y="188721"/>
                  </a:lnTo>
                  <a:lnTo>
                    <a:pt x="1281519" y="289246"/>
                  </a:lnTo>
                  <a:lnTo>
                    <a:pt x="1289145" y="301270"/>
                  </a:lnTo>
                  <a:lnTo>
                    <a:pt x="1296072" y="356419"/>
                  </a:lnTo>
                  <a:lnTo>
                    <a:pt x="1332080" y="402685"/>
                  </a:lnTo>
                  <a:lnTo>
                    <a:pt x="1329742" y="408951"/>
                  </a:lnTo>
                  <a:lnTo>
                    <a:pt x="1337965" y="436913"/>
                  </a:lnTo>
                  <a:lnTo>
                    <a:pt x="1361708" y="452458"/>
                  </a:lnTo>
                  <a:lnTo>
                    <a:pt x="1411824" y="447628"/>
                  </a:lnTo>
                  <a:lnTo>
                    <a:pt x="1446917" y="499740"/>
                  </a:lnTo>
                  <a:lnTo>
                    <a:pt x="1429707" y="569544"/>
                  </a:lnTo>
                  <a:lnTo>
                    <a:pt x="1466758" y="640251"/>
                  </a:lnTo>
                  <a:lnTo>
                    <a:pt x="1435313" y="713042"/>
                  </a:lnTo>
                  <a:lnTo>
                    <a:pt x="1452026" y="758138"/>
                  </a:lnTo>
                  <a:lnTo>
                    <a:pt x="1446015" y="819846"/>
                  </a:lnTo>
                  <a:lnTo>
                    <a:pt x="1405952" y="848584"/>
                  </a:lnTo>
                  <a:lnTo>
                    <a:pt x="1394068" y="881923"/>
                  </a:lnTo>
                  <a:lnTo>
                    <a:pt x="1394996" y="907343"/>
                  </a:lnTo>
                  <a:lnTo>
                    <a:pt x="1414836" y="934657"/>
                  </a:lnTo>
                  <a:lnTo>
                    <a:pt x="1393420" y="969420"/>
                  </a:lnTo>
                  <a:lnTo>
                    <a:pt x="1373719" y="1000140"/>
                  </a:lnTo>
                  <a:lnTo>
                    <a:pt x="1391335" y="1050320"/>
                  </a:lnTo>
                  <a:lnTo>
                    <a:pt x="1421992" y="1090459"/>
                  </a:lnTo>
                  <a:lnTo>
                    <a:pt x="1419781" y="1112943"/>
                  </a:lnTo>
                  <a:lnTo>
                    <a:pt x="1413909" y="1170711"/>
                  </a:lnTo>
                  <a:close/>
                </a:path>
              </a:pathLst>
            </a:custGeom>
            <a:solidFill>
              <a:srgbClr val="FFFFFF"/>
            </a:solidFill>
            <a:ln w="12700" cap="flat">
              <a:noFill/>
              <a:prstDash val="solid"/>
              <a:miter/>
            </a:ln>
          </p:spPr>
          <p:txBody>
            <a:bodyPr rtlCol="0" anchor="ctr"/>
            <a:lstStyle/>
            <a:p>
              <a:endParaRPr lang="de-CH"/>
            </a:p>
          </p:txBody>
        </p:sp>
        <p:sp>
          <p:nvSpPr>
            <p:cNvPr id="123" name="Freihandform: Form 122">
              <a:extLst>
                <a:ext uri="{FF2B5EF4-FFF2-40B4-BE49-F238E27FC236}">
                  <a16:creationId xmlns:a16="http://schemas.microsoft.com/office/drawing/2014/main" id="{4F10BBAC-CF0C-2F14-8669-4A0C33F41121}"/>
                </a:ext>
              </a:extLst>
            </p:cNvPr>
            <p:cNvSpPr/>
            <p:nvPr/>
          </p:nvSpPr>
          <p:spPr>
            <a:xfrm>
              <a:off x="6489224" y="3985237"/>
              <a:ext cx="1598003" cy="2417709"/>
            </a:xfrm>
            <a:custGeom>
              <a:avLst/>
              <a:gdLst>
                <a:gd name="connsiteX0" fmla="*/ 1267042 w 1598003"/>
                <a:gd name="connsiteY0" fmla="*/ 1965366 h 2417709"/>
                <a:gd name="connsiteX1" fmla="*/ 1271732 w 1598003"/>
                <a:gd name="connsiteY1" fmla="*/ 1972039 h 2417709"/>
                <a:gd name="connsiteX2" fmla="*/ 1313752 w 1598003"/>
                <a:gd name="connsiteY2" fmla="*/ 1983669 h 2417709"/>
                <a:gd name="connsiteX3" fmla="*/ 1320285 w 1598003"/>
                <a:gd name="connsiteY3" fmla="*/ 2022104 h 2417709"/>
                <a:gd name="connsiteX4" fmla="*/ 1316104 w 1598003"/>
                <a:gd name="connsiteY4" fmla="*/ 2042225 h 2417709"/>
                <a:gd name="connsiteX5" fmla="*/ 1332627 w 1598003"/>
                <a:gd name="connsiteY5" fmla="*/ 2057642 h 2417709"/>
                <a:gd name="connsiteX6" fmla="*/ 1322853 w 1598003"/>
                <a:gd name="connsiteY6" fmla="*/ 2084448 h 2417709"/>
                <a:gd name="connsiteX7" fmla="*/ 1344384 w 1598003"/>
                <a:gd name="connsiteY7" fmla="*/ 2093841 h 2417709"/>
                <a:gd name="connsiteX8" fmla="*/ 1371533 w 1598003"/>
                <a:gd name="connsiteY8" fmla="*/ 2090447 h 2417709"/>
                <a:gd name="connsiteX9" fmla="*/ 1388882 w 1598003"/>
                <a:gd name="connsiteY9" fmla="*/ 2106525 h 2417709"/>
                <a:gd name="connsiteX10" fmla="*/ 1407019 w 1598003"/>
                <a:gd name="connsiteY10" fmla="*/ 2106780 h 2417709"/>
                <a:gd name="connsiteX11" fmla="*/ 1405990 w 1598003"/>
                <a:gd name="connsiteY11" fmla="*/ 2122350 h 2417709"/>
                <a:gd name="connsiteX12" fmla="*/ 1442392 w 1598003"/>
                <a:gd name="connsiteY12" fmla="*/ 2136738 h 2417709"/>
                <a:gd name="connsiteX13" fmla="*/ 1444349 w 1598003"/>
                <a:gd name="connsiteY13" fmla="*/ 2172923 h 2417709"/>
                <a:gd name="connsiteX14" fmla="*/ 1464851 w 1598003"/>
                <a:gd name="connsiteY14" fmla="*/ 2163632 h 2417709"/>
                <a:gd name="connsiteX15" fmla="*/ 1461712 w 1598003"/>
                <a:gd name="connsiteY15" fmla="*/ 2182609 h 2417709"/>
                <a:gd name="connsiteX16" fmla="*/ 1451289 w 1598003"/>
                <a:gd name="connsiteY16" fmla="*/ 2213151 h 2417709"/>
                <a:gd name="connsiteX17" fmla="*/ 1427140 w 1598003"/>
                <a:gd name="connsiteY17" fmla="*/ 2246872 h 2417709"/>
                <a:gd name="connsiteX18" fmla="*/ 1399749 w 1598003"/>
                <a:gd name="connsiteY18" fmla="*/ 2252617 h 2417709"/>
                <a:gd name="connsiteX19" fmla="*/ 1394132 w 1598003"/>
                <a:gd name="connsiteY19" fmla="*/ 2304512 h 2417709"/>
                <a:gd name="connsiteX20" fmla="*/ 1361377 w 1598003"/>
                <a:gd name="connsiteY20" fmla="*/ 2351693 h 2417709"/>
                <a:gd name="connsiteX21" fmla="*/ 1360716 w 1598003"/>
                <a:gd name="connsiteY21" fmla="*/ 2401364 h 2417709"/>
                <a:gd name="connsiteX22" fmla="*/ 1327301 w 1598003"/>
                <a:gd name="connsiteY22" fmla="*/ 2417709 h 2417709"/>
                <a:gd name="connsiteX23" fmla="*/ 1276461 w 1598003"/>
                <a:gd name="connsiteY23" fmla="*/ 2406855 h 2417709"/>
                <a:gd name="connsiteX24" fmla="*/ 1283121 w 1598003"/>
                <a:gd name="connsiteY24" fmla="*/ 2368419 h 2417709"/>
                <a:gd name="connsiteX25" fmla="*/ 1244748 w 1598003"/>
                <a:gd name="connsiteY25" fmla="*/ 2365153 h 2417709"/>
                <a:gd name="connsiteX26" fmla="*/ 1239410 w 1598003"/>
                <a:gd name="connsiteY26" fmla="*/ 2379922 h 2417709"/>
                <a:gd name="connsiteX27" fmla="*/ 1206910 w 1598003"/>
                <a:gd name="connsiteY27" fmla="*/ 2372220 h 2417709"/>
                <a:gd name="connsiteX28" fmla="*/ 1196996 w 1598003"/>
                <a:gd name="connsiteY28" fmla="*/ 2349850 h 2417709"/>
                <a:gd name="connsiteX29" fmla="*/ 1177155 w 1598003"/>
                <a:gd name="connsiteY29" fmla="*/ 2347307 h 2417709"/>
                <a:gd name="connsiteX30" fmla="*/ 1149625 w 1598003"/>
                <a:gd name="connsiteY30" fmla="*/ 2359332 h 2417709"/>
                <a:gd name="connsiteX31" fmla="*/ 1144274 w 1598003"/>
                <a:gd name="connsiteY31" fmla="*/ 2381155 h 2417709"/>
                <a:gd name="connsiteX32" fmla="*/ 1124828 w 1598003"/>
                <a:gd name="connsiteY32" fmla="*/ 2378142 h 2417709"/>
                <a:gd name="connsiteX33" fmla="*/ 1101200 w 1598003"/>
                <a:gd name="connsiteY33" fmla="*/ 2387040 h 2417709"/>
                <a:gd name="connsiteX34" fmla="*/ 1104720 w 1598003"/>
                <a:gd name="connsiteY34" fmla="*/ 2348617 h 2417709"/>
                <a:gd name="connsiteX35" fmla="*/ 1146092 w 1598003"/>
                <a:gd name="connsiteY35" fmla="*/ 2284176 h 2417709"/>
                <a:gd name="connsiteX36" fmla="*/ 1160454 w 1598003"/>
                <a:gd name="connsiteY36" fmla="*/ 2284570 h 2417709"/>
                <a:gd name="connsiteX37" fmla="*/ 1172847 w 1598003"/>
                <a:gd name="connsiteY37" fmla="*/ 2274758 h 2417709"/>
                <a:gd name="connsiteX38" fmla="*/ 1167763 w 1598003"/>
                <a:gd name="connsiteY38" fmla="*/ 2268631 h 2417709"/>
                <a:gd name="connsiteX39" fmla="*/ 1148316 w 1598003"/>
                <a:gd name="connsiteY39" fmla="*/ 2265263 h 2417709"/>
                <a:gd name="connsiteX40" fmla="*/ 1132784 w 1598003"/>
                <a:gd name="connsiteY40" fmla="*/ 2201356 h 2417709"/>
                <a:gd name="connsiteX41" fmla="*/ 1116592 w 1598003"/>
                <a:gd name="connsiteY41" fmla="*/ 2189587 h 2417709"/>
                <a:gd name="connsiteX42" fmla="*/ 1123646 w 1598003"/>
                <a:gd name="connsiteY42" fmla="*/ 2169466 h 2417709"/>
                <a:gd name="connsiteX43" fmla="*/ 1118282 w 1598003"/>
                <a:gd name="connsiteY43" fmla="*/ 2150630 h 2417709"/>
                <a:gd name="connsiteX44" fmla="*/ 1110719 w 1598003"/>
                <a:gd name="connsiteY44" fmla="*/ 2133115 h 2417709"/>
                <a:gd name="connsiteX45" fmla="*/ 1125603 w 1598003"/>
                <a:gd name="connsiteY45" fmla="*/ 2125947 h 2417709"/>
                <a:gd name="connsiteX46" fmla="*/ 1154837 w 1598003"/>
                <a:gd name="connsiteY46" fmla="*/ 2083723 h 2417709"/>
                <a:gd name="connsiteX47" fmla="*/ 1172186 w 1598003"/>
                <a:gd name="connsiteY47" fmla="*/ 2067124 h 2417709"/>
                <a:gd name="connsiteX48" fmla="*/ 1178846 w 1598003"/>
                <a:gd name="connsiteY48" fmla="*/ 2066081 h 2417709"/>
                <a:gd name="connsiteX49" fmla="*/ 1199589 w 1598003"/>
                <a:gd name="connsiteY49" fmla="*/ 2080711 h 2417709"/>
                <a:gd name="connsiteX50" fmla="*/ 1218654 w 1598003"/>
                <a:gd name="connsiteY50" fmla="*/ 2097310 h 2417709"/>
                <a:gd name="connsiteX51" fmla="*/ 1224666 w 1598003"/>
                <a:gd name="connsiteY51" fmla="*/ 2112995 h 2417709"/>
                <a:gd name="connsiteX52" fmla="*/ 1227933 w 1598003"/>
                <a:gd name="connsiteY52" fmla="*/ 2153134 h 2417709"/>
                <a:gd name="connsiteX53" fmla="*/ 1235495 w 1598003"/>
                <a:gd name="connsiteY53" fmla="*/ 2159489 h 2417709"/>
                <a:gd name="connsiteX54" fmla="*/ 1241495 w 1598003"/>
                <a:gd name="connsiteY54" fmla="*/ 2154405 h 2417709"/>
                <a:gd name="connsiteX55" fmla="*/ 1245155 w 1598003"/>
                <a:gd name="connsiteY55" fmla="*/ 2136776 h 2417709"/>
                <a:gd name="connsiteX56" fmla="*/ 1246706 w 1598003"/>
                <a:gd name="connsiteY56" fmla="*/ 2117926 h 2417709"/>
                <a:gd name="connsiteX57" fmla="*/ 1232610 w 1598003"/>
                <a:gd name="connsiteY57" fmla="*/ 2089837 h 2417709"/>
                <a:gd name="connsiteX58" fmla="*/ 1225963 w 1598003"/>
                <a:gd name="connsiteY58" fmla="*/ 2084346 h 2417709"/>
                <a:gd name="connsiteX59" fmla="*/ 1214752 w 1598003"/>
                <a:gd name="connsiteY59" fmla="*/ 2074280 h 2417709"/>
                <a:gd name="connsiteX60" fmla="*/ 1204584 w 1598003"/>
                <a:gd name="connsiteY60" fmla="*/ 2055214 h 2417709"/>
                <a:gd name="connsiteX61" fmla="*/ 1206796 w 1598003"/>
                <a:gd name="connsiteY61" fmla="*/ 2032603 h 2417709"/>
                <a:gd name="connsiteX62" fmla="*/ 1201839 w 1598003"/>
                <a:gd name="connsiteY62" fmla="*/ 2022930 h 2417709"/>
                <a:gd name="connsiteX63" fmla="*/ 1194924 w 1598003"/>
                <a:gd name="connsiteY63" fmla="*/ 2020706 h 2417709"/>
                <a:gd name="connsiteX64" fmla="*/ 1197136 w 1598003"/>
                <a:gd name="connsiteY64" fmla="*/ 2010385 h 2417709"/>
                <a:gd name="connsiteX65" fmla="*/ 1207838 w 1598003"/>
                <a:gd name="connsiteY65" fmla="*/ 2011034 h 2417709"/>
                <a:gd name="connsiteX66" fmla="*/ 1211753 w 1598003"/>
                <a:gd name="connsiteY66" fmla="*/ 1986732 h 2417709"/>
                <a:gd name="connsiteX67" fmla="*/ 1230539 w 1598003"/>
                <a:gd name="connsiteY67" fmla="*/ 1991422 h 2417709"/>
                <a:gd name="connsiteX68" fmla="*/ 1237732 w 1598003"/>
                <a:gd name="connsiteY68" fmla="*/ 1963193 h 2417709"/>
                <a:gd name="connsiteX69" fmla="*/ 1232509 w 1598003"/>
                <a:gd name="connsiteY69" fmla="*/ 1927515 h 2417709"/>
                <a:gd name="connsiteX70" fmla="*/ 1246718 w 1598003"/>
                <a:gd name="connsiteY70" fmla="*/ 1912085 h 2417709"/>
                <a:gd name="connsiteX71" fmla="*/ 1280642 w 1598003"/>
                <a:gd name="connsiteY71" fmla="*/ 1898510 h 2417709"/>
                <a:gd name="connsiteX72" fmla="*/ 1293962 w 1598003"/>
                <a:gd name="connsiteY72" fmla="*/ 1892740 h 2417709"/>
                <a:gd name="connsiteX73" fmla="*/ 1301410 w 1598003"/>
                <a:gd name="connsiteY73" fmla="*/ 1882165 h 2417709"/>
                <a:gd name="connsiteX74" fmla="*/ 1330123 w 1598003"/>
                <a:gd name="connsiteY74" fmla="*/ 1872365 h 2417709"/>
                <a:gd name="connsiteX75" fmla="*/ 1343952 w 1598003"/>
                <a:gd name="connsiteY75" fmla="*/ 1896286 h 2417709"/>
                <a:gd name="connsiteX76" fmla="*/ 1328026 w 1598003"/>
                <a:gd name="connsiteY76" fmla="*/ 1900328 h 2417709"/>
                <a:gd name="connsiteX77" fmla="*/ 1325026 w 1598003"/>
                <a:gd name="connsiteY77" fmla="*/ 1913928 h 2417709"/>
                <a:gd name="connsiteX78" fmla="*/ 1308503 w 1598003"/>
                <a:gd name="connsiteY78" fmla="*/ 1915097 h 2417709"/>
                <a:gd name="connsiteX79" fmla="*/ 1304448 w 1598003"/>
                <a:gd name="connsiteY79" fmla="*/ 1934696 h 2417709"/>
                <a:gd name="connsiteX80" fmla="*/ 1277833 w 1598003"/>
                <a:gd name="connsiteY80" fmla="*/ 1940060 h 2417709"/>
                <a:gd name="connsiteX81" fmla="*/ 1273130 w 1598003"/>
                <a:gd name="connsiteY81" fmla="*/ 1958490 h 2417709"/>
                <a:gd name="connsiteX82" fmla="*/ 1449866 w 1598003"/>
                <a:gd name="connsiteY82" fmla="*/ 1239321 h 2417709"/>
                <a:gd name="connsiteX83" fmla="*/ 1512642 w 1598003"/>
                <a:gd name="connsiteY83" fmla="*/ 1273817 h 2417709"/>
                <a:gd name="connsiteX84" fmla="*/ 1555856 w 1598003"/>
                <a:gd name="connsiteY84" fmla="*/ 1337368 h 2417709"/>
                <a:gd name="connsiteX85" fmla="*/ 1598003 w 1598003"/>
                <a:gd name="connsiteY85" fmla="*/ 1363627 h 2417709"/>
                <a:gd name="connsiteX86" fmla="*/ 1593821 w 1598003"/>
                <a:gd name="connsiteY86" fmla="*/ 1384929 h 2417709"/>
                <a:gd name="connsiteX87" fmla="*/ 1554165 w 1598003"/>
                <a:gd name="connsiteY87" fmla="*/ 1409244 h 2417709"/>
                <a:gd name="connsiteX88" fmla="*/ 1522848 w 1598003"/>
                <a:gd name="connsiteY88" fmla="*/ 1472235 h 2417709"/>
                <a:gd name="connsiteX89" fmla="*/ 1434296 w 1598003"/>
                <a:gd name="connsiteY89" fmla="*/ 1511167 h 2417709"/>
                <a:gd name="connsiteX90" fmla="*/ 1421370 w 1598003"/>
                <a:gd name="connsiteY90" fmla="*/ 1521335 h 2417709"/>
                <a:gd name="connsiteX91" fmla="*/ 1437893 w 1598003"/>
                <a:gd name="connsiteY91" fmla="*/ 1558576 h 2417709"/>
                <a:gd name="connsiteX92" fmla="*/ 1460771 w 1598003"/>
                <a:gd name="connsiteY92" fmla="*/ 1597978 h 2417709"/>
                <a:gd name="connsiteX93" fmla="*/ 1456729 w 1598003"/>
                <a:gd name="connsiteY93" fmla="*/ 1620589 h 2417709"/>
                <a:gd name="connsiteX94" fmla="*/ 1439634 w 1598003"/>
                <a:gd name="connsiteY94" fmla="*/ 1642807 h 2417709"/>
                <a:gd name="connsiteX95" fmla="*/ 1436888 w 1598003"/>
                <a:gd name="connsiteY95" fmla="*/ 1668430 h 2417709"/>
                <a:gd name="connsiteX96" fmla="*/ 1430241 w 1598003"/>
                <a:gd name="connsiteY96" fmla="*/ 1684369 h 2417709"/>
                <a:gd name="connsiteX97" fmla="*/ 1379731 w 1598003"/>
                <a:gd name="connsiteY97" fmla="*/ 1691182 h 2417709"/>
                <a:gd name="connsiteX98" fmla="*/ 1316307 w 1598003"/>
                <a:gd name="connsiteY98" fmla="*/ 1723592 h 2417709"/>
                <a:gd name="connsiteX99" fmla="*/ 1309138 w 1598003"/>
                <a:gd name="connsiteY99" fmla="*/ 1735998 h 2417709"/>
                <a:gd name="connsiteX100" fmla="*/ 1292424 w 1598003"/>
                <a:gd name="connsiteY100" fmla="*/ 1786978 h 2417709"/>
                <a:gd name="connsiteX101" fmla="*/ 1312265 w 1598003"/>
                <a:gd name="connsiteY101" fmla="*/ 1811280 h 2417709"/>
                <a:gd name="connsiteX102" fmla="*/ 1325319 w 1598003"/>
                <a:gd name="connsiteY102" fmla="*/ 1826710 h 2417709"/>
                <a:gd name="connsiteX103" fmla="*/ 1304308 w 1598003"/>
                <a:gd name="connsiteY103" fmla="*/ 1842268 h 2417709"/>
                <a:gd name="connsiteX104" fmla="*/ 1287988 w 1598003"/>
                <a:gd name="connsiteY104" fmla="*/ 1862388 h 2417709"/>
                <a:gd name="connsiteX105" fmla="*/ 1264767 w 1598003"/>
                <a:gd name="connsiteY105" fmla="*/ 1864358 h 2417709"/>
                <a:gd name="connsiteX106" fmla="*/ 1246363 w 1598003"/>
                <a:gd name="connsiteY106" fmla="*/ 1875975 h 2417709"/>
                <a:gd name="connsiteX107" fmla="*/ 1230310 w 1598003"/>
                <a:gd name="connsiteY107" fmla="*/ 1878733 h 2417709"/>
                <a:gd name="connsiteX108" fmla="*/ 1222086 w 1598003"/>
                <a:gd name="connsiteY108" fmla="*/ 1874539 h 2417709"/>
                <a:gd name="connsiteX109" fmla="*/ 1216341 w 1598003"/>
                <a:gd name="connsiteY109" fmla="*/ 1863316 h 2417709"/>
                <a:gd name="connsiteX110" fmla="*/ 1204737 w 1598003"/>
                <a:gd name="connsiteY110" fmla="*/ 1862388 h 2417709"/>
                <a:gd name="connsiteX111" fmla="*/ 1198737 w 1598003"/>
                <a:gd name="connsiteY111" fmla="*/ 1870624 h 2417709"/>
                <a:gd name="connsiteX112" fmla="*/ 1191683 w 1598003"/>
                <a:gd name="connsiteY112" fmla="*/ 1866442 h 2417709"/>
                <a:gd name="connsiteX113" fmla="*/ 1178973 w 1598003"/>
                <a:gd name="connsiteY113" fmla="*/ 1869849 h 2417709"/>
                <a:gd name="connsiteX114" fmla="*/ 1175313 w 1598003"/>
                <a:gd name="connsiteY114" fmla="*/ 1879242 h 2417709"/>
                <a:gd name="connsiteX115" fmla="*/ 1168259 w 1598003"/>
                <a:gd name="connsiteY115" fmla="*/ 1897811 h 2417709"/>
                <a:gd name="connsiteX116" fmla="*/ 1183651 w 1598003"/>
                <a:gd name="connsiteY116" fmla="*/ 1906302 h 2417709"/>
                <a:gd name="connsiteX117" fmla="*/ 1190590 w 1598003"/>
                <a:gd name="connsiteY117" fmla="*/ 1912657 h 2417709"/>
                <a:gd name="connsiteX118" fmla="*/ 1191620 w 1598003"/>
                <a:gd name="connsiteY118" fmla="*/ 1926257 h 2417709"/>
                <a:gd name="connsiteX119" fmla="*/ 1192802 w 1598003"/>
                <a:gd name="connsiteY119" fmla="*/ 1941153 h 2417709"/>
                <a:gd name="connsiteX120" fmla="*/ 1190323 w 1598003"/>
                <a:gd name="connsiteY120" fmla="*/ 1951080 h 2417709"/>
                <a:gd name="connsiteX121" fmla="*/ 1178439 w 1598003"/>
                <a:gd name="connsiteY121" fmla="*/ 1969128 h 2417709"/>
                <a:gd name="connsiteX122" fmla="*/ 1175452 w 1598003"/>
                <a:gd name="connsiteY122" fmla="*/ 1988727 h 2417709"/>
                <a:gd name="connsiteX123" fmla="*/ 1177003 w 1598003"/>
                <a:gd name="connsiteY123" fmla="*/ 2006623 h 2417709"/>
                <a:gd name="connsiteX124" fmla="*/ 1186917 w 1598003"/>
                <a:gd name="connsiteY124" fmla="*/ 2009636 h 2417709"/>
                <a:gd name="connsiteX125" fmla="*/ 1182354 w 1598003"/>
                <a:gd name="connsiteY125" fmla="*/ 2020490 h 2417709"/>
                <a:gd name="connsiteX126" fmla="*/ 1171016 w 1598003"/>
                <a:gd name="connsiteY126" fmla="*/ 2021532 h 2417709"/>
                <a:gd name="connsiteX127" fmla="*/ 1162399 w 1598003"/>
                <a:gd name="connsiteY127" fmla="*/ 2026769 h 2417709"/>
                <a:gd name="connsiteX128" fmla="*/ 1157963 w 1598003"/>
                <a:gd name="connsiteY128" fmla="*/ 2044283 h 2417709"/>
                <a:gd name="connsiteX129" fmla="*/ 1150769 w 1598003"/>
                <a:gd name="connsiteY129" fmla="*/ 2061150 h 2417709"/>
                <a:gd name="connsiteX130" fmla="*/ 1135898 w 1598003"/>
                <a:gd name="connsiteY130" fmla="*/ 2084028 h 2417709"/>
                <a:gd name="connsiteX131" fmla="*/ 1119985 w 1598003"/>
                <a:gd name="connsiteY131" fmla="*/ 2101823 h 2417709"/>
                <a:gd name="connsiteX132" fmla="*/ 1110579 w 1598003"/>
                <a:gd name="connsiteY132" fmla="*/ 2109779 h 2417709"/>
                <a:gd name="connsiteX133" fmla="*/ 1100920 w 1598003"/>
                <a:gd name="connsiteY133" fmla="*/ 2111483 h 2417709"/>
                <a:gd name="connsiteX134" fmla="*/ 1088794 w 1598003"/>
                <a:gd name="connsiteY134" fmla="*/ 2098149 h 2417709"/>
                <a:gd name="connsiteX135" fmla="*/ 1069729 w 1598003"/>
                <a:gd name="connsiteY135" fmla="*/ 2082071 h 2417709"/>
                <a:gd name="connsiteX136" fmla="*/ 1068814 w 1598003"/>
                <a:gd name="connsiteY136" fmla="*/ 2071369 h 2417709"/>
                <a:gd name="connsiteX137" fmla="*/ 1081524 w 1598003"/>
                <a:gd name="connsiteY137" fmla="*/ 2035158 h 2417709"/>
                <a:gd name="connsiteX138" fmla="*/ 1079173 w 1598003"/>
                <a:gd name="connsiteY138" fmla="*/ 2019334 h 2417709"/>
                <a:gd name="connsiteX139" fmla="*/ 1071610 w 1598003"/>
                <a:gd name="connsiteY139" fmla="*/ 1985868 h 2417709"/>
                <a:gd name="connsiteX140" fmla="*/ 1068610 w 1598003"/>
                <a:gd name="connsiteY140" fmla="*/ 1973335 h 2417709"/>
                <a:gd name="connsiteX141" fmla="*/ 1068877 w 1598003"/>
                <a:gd name="connsiteY141" fmla="*/ 1967438 h 2417709"/>
                <a:gd name="connsiteX142" fmla="*/ 1073313 w 1598003"/>
                <a:gd name="connsiteY142" fmla="*/ 1957778 h 2417709"/>
                <a:gd name="connsiteX143" fmla="*/ 1074737 w 1598003"/>
                <a:gd name="connsiteY143" fmla="*/ 1949796 h 2417709"/>
                <a:gd name="connsiteX144" fmla="*/ 1089887 w 1598003"/>
                <a:gd name="connsiteY144" fmla="*/ 1929816 h 2417709"/>
                <a:gd name="connsiteX145" fmla="*/ 1094844 w 1598003"/>
                <a:gd name="connsiteY145" fmla="*/ 1911894 h 2417709"/>
                <a:gd name="connsiteX146" fmla="*/ 1095493 w 1598003"/>
                <a:gd name="connsiteY146" fmla="*/ 1907191 h 2417709"/>
                <a:gd name="connsiteX147" fmla="*/ 1093268 w 1598003"/>
                <a:gd name="connsiteY147" fmla="*/ 1899095 h 2417709"/>
                <a:gd name="connsiteX148" fmla="*/ 1087015 w 1598003"/>
                <a:gd name="connsiteY148" fmla="*/ 1894380 h 2417709"/>
                <a:gd name="connsiteX149" fmla="*/ 1068610 w 1598003"/>
                <a:gd name="connsiteY149" fmla="*/ 1902756 h 2417709"/>
                <a:gd name="connsiteX150" fmla="*/ 1058684 w 1598003"/>
                <a:gd name="connsiteY150" fmla="*/ 1916864 h 2417709"/>
                <a:gd name="connsiteX151" fmla="*/ 1061950 w 1598003"/>
                <a:gd name="connsiteY151" fmla="*/ 1938179 h 2417709"/>
                <a:gd name="connsiteX152" fmla="*/ 1062090 w 1598003"/>
                <a:gd name="connsiteY152" fmla="*/ 1952160 h 2417709"/>
                <a:gd name="connsiteX153" fmla="*/ 1055735 w 1598003"/>
                <a:gd name="connsiteY153" fmla="*/ 1961057 h 2417709"/>
                <a:gd name="connsiteX154" fmla="*/ 1041398 w 1598003"/>
                <a:gd name="connsiteY154" fmla="*/ 1967984 h 2417709"/>
                <a:gd name="connsiteX155" fmla="*/ 1040864 w 1598003"/>
                <a:gd name="connsiteY155" fmla="*/ 1974136 h 2417709"/>
                <a:gd name="connsiteX156" fmla="*/ 1049354 w 1598003"/>
                <a:gd name="connsiteY156" fmla="*/ 1989299 h 2417709"/>
                <a:gd name="connsiteX157" fmla="*/ 1047638 w 1598003"/>
                <a:gd name="connsiteY157" fmla="*/ 1996481 h 2417709"/>
                <a:gd name="connsiteX158" fmla="*/ 1029514 w 1598003"/>
                <a:gd name="connsiteY158" fmla="*/ 2002098 h 2417709"/>
                <a:gd name="connsiteX159" fmla="*/ 1010982 w 1598003"/>
                <a:gd name="connsiteY159" fmla="*/ 1996735 h 2417709"/>
                <a:gd name="connsiteX160" fmla="*/ 1012152 w 1598003"/>
                <a:gd name="connsiteY160" fmla="*/ 1984584 h 2417709"/>
                <a:gd name="connsiteX161" fmla="*/ 1018151 w 1598003"/>
                <a:gd name="connsiteY161" fmla="*/ 1977123 h 2417709"/>
                <a:gd name="connsiteX162" fmla="*/ 1012673 w 1598003"/>
                <a:gd name="connsiteY162" fmla="*/ 1966955 h 2417709"/>
                <a:gd name="connsiteX163" fmla="*/ 1007449 w 1598003"/>
                <a:gd name="connsiteY163" fmla="*/ 1965252 h 2417709"/>
                <a:gd name="connsiteX164" fmla="*/ 995578 w 1598003"/>
                <a:gd name="connsiteY164" fmla="*/ 1972191 h 2417709"/>
                <a:gd name="connsiteX165" fmla="*/ 990633 w 1598003"/>
                <a:gd name="connsiteY165" fmla="*/ 1981330 h 2417709"/>
                <a:gd name="connsiteX166" fmla="*/ 973907 w 1598003"/>
                <a:gd name="connsiteY166" fmla="*/ 1967082 h 2417709"/>
                <a:gd name="connsiteX167" fmla="*/ 952909 w 1598003"/>
                <a:gd name="connsiteY167" fmla="*/ 1936882 h 2417709"/>
                <a:gd name="connsiteX168" fmla="*/ 932955 w 1598003"/>
                <a:gd name="connsiteY168" fmla="*/ 1922647 h 2417709"/>
                <a:gd name="connsiteX169" fmla="*/ 913241 w 1598003"/>
                <a:gd name="connsiteY169" fmla="*/ 1919774 h 2417709"/>
                <a:gd name="connsiteX170" fmla="*/ 856719 w 1598003"/>
                <a:gd name="connsiteY170" fmla="*/ 1907344 h 2417709"/>
                <a:gd name="connsiteX171" fmla="*/ 848508 w 1598003"/>
                <a:gd name="connsiteY171" fmla="*/ 1918593 h 2417709"/>
                <a:gd name="connsiteX172" fmla="*/ 836624 w 1598003"/>
                <a:gd name="connsiteY172" fmla="*/ 1914932 h 2417709"/>
                <a:gd name="connsiteX173" fmla="*/ 837552 w 1598003"/>
                <a:gd name="connsiteY173" fmla="*/ 1903569 h 2417709"/>
                <a:gd name="connsiteX174" fmla="*/ 848381 w 1598003"/>
                <a:gd name="connsiteY174" fmla="*/ 1860049 h 2417709"/>
                <a:gd name="connsiteX175" fmla="*/ 857507 w 1598003"/>
                <a:gd name="connsiteY175" fmla="*/ 1846830 h 2417709"/>
                <a:gd name="connsiteX176" fmla="*/ 874488 w 1598003"/>
                <a:gd name="connsiteY176" fmla="*/ 1818474 h 2417709"/>
                <a:gd name="connsiteX177" fmla="*/ 903187 w 1598003"/>
                <a:gd name="connsiteY177" fmla="*/ 1807035 h 2417709"/>
                <a:gd name="connsiteX178" fmla="*/ 907903 w 1598003"/>
                <a:gd name="connsiteY178" fmla="*/ 1803387 h 2417709"/>
                <a:gd name="connsiteX179" fmla="*/ 920155 w 1598003"/>
                <a:gd name="connsiteY179" fmla="*/ 1780776 h 2417709"/>
                <a:gd name="connsiteX180" fmla="*/ 934759 w 1598003"/>
                <a:gd name="connsiteY180" fmla="*/ 1752012 h 2417709"/>
                <a:gd name="connsiteX181" fmla="*/ 918719 w 1598003"/>
                <a:gd name="connsiteY181" fmla="*/ 1743522 h 2417709"/>
                <a:gd name="connsiteX182" fmla="*/ 931772 w 1598003"/>
                <a:gd name="connsiteY182" fmla="*/ 1720504 h 2417709"/>
                <a:gd name="connsiteX183" fmla="*/ 954740 w 1598003"/>
                <a:gd name="connsiteY183" fmla="*/ 1727050 h 2417709"/>
                <a:gd name="connsiteX184" fmla="*/ 970653 w 1598003"/>
                <a:gd name="connsiteY184" fmla="*/ 1698553 h 2417709"/>
                <a:gd name="connsiteX185" fmla="*/ 970386 w 1598003"/>
                <a:gd name="connsiteY185" fmla="*/ 1658694 h 2417709"/>
                <a:gd name="connsiteX186" fmla="*/ 950431 w 1598003"/>
                <a:gd name="connsiteY186" fmla="*/ 1643277 h 2417709"/>
                <a:gd name="connsiteX187" fmla="*/ 924591 w 1598003"/>
                <a:gd name="connsiteY187" fmla="*/ 1632931 h 2417709"/>
                <a:gd name="connsiteX188" fmla="*/ 870979 w 1598003"/>
                <a:gd name="connsiteY188" fmla="*/ 1581454 h 2417709"/>
                <a:gd name="connsiteX189" fmla="*/ 862235 w 1598003"/>
                <a:gd name="connsiteY189" fmla="*/ 1593605 h 2417709"/>
                <a:gd name="connsiteX190" fmla="*/ 824257 w 1598003"/>
                <a:gd name="connsiteY190" fmla="*/ 1603418 h 2417709"/>
                <a:gd name="connsiteX191" fmla="*/ 767061 w 1598003"/>
                <a:gd name="connsiteY191" fmla="*/ 1572824 h 2417709"/>
                <a:gd name="connsiteX192" fmla="*/ 790816 w 1598003"/>
                <a:gd name="connsiteY192" fmla="*/ 1554394 h 2417709"/>
                <a:gd name="connsiteX193" fmla="*/ 811153 w 1598003"/>
                <a:gd name="connsiteY193" fmla="*/ 1530092 h 2417709"/>
                <a:gd name="connsiteX194" fmla="*/ 822236 w 1598003"/>
                <a:gd name="connsiteY194" fmla="*/ 1513226 h 2417709"/>
                <a:gd name="connsiteX195" fmla="*/ 843513 w 1598003"/>
                <a:gd name="connsiteY195" fmla="*/ 1498330 h 2417709"/>
                <a:gd name="connsiteX196" fmla="*/ 868170 w 1598003"/>
                <a:gd name="connsiteY196" fmla="*/ 1477027 h 2417709"/>
                <a:gd name="connsiteX197" fmla="*/ 884351 w 1598003"/>
                <a:gd name="connsiteY197" fmla="*/ 1469401 h 2417709"/>
                <a:gd name="connsiteX198" fmla="*/ 902234 w 1598003"/>
                <a:gd name="connsiteY198" fmla="*/ 1462487 h 2417709"/>
                <a:gd name="connsiteX199" fmla="*/ 919329 w 1598003"/>
                <a:gd name="connsiteY199" fmla="*/ 1455420 h 2417709"/>
                <a:gd name="connsiteX200" fmla="*/ 938521 w 1598003"/>
                <a:gd name="connsiteY200" fmla="*/ 1447578 h 2417709"/>
                <a:gd name="connsiteX201" fmla="*/ 958349 w 1598003"/>
                <a:gd name="connsiteY201" fmla="*/ 1444184 h 2417709"/>
                <a:gd name="connsiteX202" fmla="*/ 973360 w 1598003"/>
                <a:gd name="connsiteY202" fmla="*/ 1429148 h 2417709"/>
                <a:gd name="connsiteX203" fmla="*/ 970882 w 1598003"/>
                <a:gd name="connsiteY203" fmla="*/ 1417378 h 2417709"/>
                <a:gd name="connsiteX204" fmla="*/ 965543 w 1598003"/>
                <a:gd name="connsiteY204" fmla="*/ 1387840 h 2417709"/>
                <a:gd name="connsiteX205" fmla="*/ 945207 w 1598003"/>
                <a:gd name="connsiteY205" fmla="*/ 1364313 h 2417709"/>
                <a:gd name="connsiteX206" fmla="*/ 921197 w 1598003"/>
                <a:gd name="connsiteY206" fmla="*/ 1348247 h 2417709"/>
                <a:gd name="connsiteX207" fmla="*/ 910622 w 1598003"/>
                <a:gd name="connsiteY207" fmla="*/ 1360525 h 2417709"/>
                <a:gd name="connsiteX208" fmla="*/ 876572 w 1598003"/>
                <a:gd name="connsiteY208" fmla="*/ 1372676 h 2417709"/>
                <a:gd name="connsiteX209" fmla="*/ 858040 w 1598003"/>
                <a:gd name="connsiteY209" fmla="*/ 1374774 h 2417709"/>
                <a:gd name="connsiteX210" fmla="*/ 866518 w 1598003"/>
                <a:gd name="connsiteY210" fmla="*/ 1417124 h 2417709"/>
                <a:gd name="connsiteX211" fmla="*/ 855562 w 1598003"/>
                <a:gd name="connsiteY211" fmla="*/ 1430063 h 2417709"/>
                <a:gd name="connsiteX212" fmla="*/ 838721 w 1598003"/>
                <a:gd name="connsiteY212" fmla="*/ 1449929 h 2417709"/>
                <a:gd name="connsiteX213" fmla="*/ 818105 w 1598003"/>
                <a:gd name="connsiteY213" fmla="*/ 1449662 h 2417709"/>
                <a:gd name="connsiteX214" fmla="*/ 787435 w 1598003"/>
                <a:gd name="connsiteY214" fmla="*/ 1426135 h 2417709"/>
                <a:gd name="connsiteX215" fmla="*/ 730011 w 1598003"/>
                <a:gd name="connsiteY215" fmla="*/ 1443383 h 2417709"/>
                <a:gd name="connsiteX216" fmla="*/ 694422 w 1598003"/>
                <a:gd name="connsiteY216" fmla="*/ 1484310 h 2417709"/>
                <a:gd name="connsiteX217" fmla="*/ 679691 w 1598003"/>
                <a:gd name="connsiteY217" fmla="*/ 1528478 h 2417709"/>
                <a:gd name="connsiteX218" fmla="*/ 644852 w 1598003"/>
                <a:gd name="connsiteY218" fmla="*/ 1583247 h 2417709"/>
                <a:gd name="connsiteX219" fmla="*/ 622381 w 1598003"/>
                <a:gd name="connsiteY219" fmla="*/ 1585064 h 2417709"/>
                <a:gd name="connsiteX220" fmla="*/ 611679 w 1598003"/>
                <a:gd name="connsiteY220" fmla="*/ 1560762 h 2417709"/>
                <a:gd name="connsiteX221" fmla="*/ 588965 w 1598003"/>
                <a:gd name="connsiteY221" fmla="*/ 1562326 h 2417709"/>
                <a:gd name="connsiteX222" fmla="*/ 563138 w 1598003"/>
                <a:gd name="connsiteY222" fmla="*/ 1552526 h 2417709"/>
                <a:gd name="connsiteX223" fmla="*/ 542916 w 1598003"/>
                <a:gd name="connsiteY223" fmla="*/ 1521030 h 2417709"/>
                <a:gd name="connsiteX224" fmla="*/ 468129 w 1598003"/>
                <a:gd name="connsiteY224" fmla="*/ 1533321 h 2417709"/>
                <a:gd name="connsiteX225" fmla="*/ 463045 w 1598003"/>
                <a:gd name="connsiteY225" fmla="*/ 1493919 h 2417709"/>
                <a:gd name="connsiteX226" fmla="*/ 427940 w 1598003"/>
                <a:gd name="connsiteY226" fmla="*/ 1464254 h 2417709"/>
                <a:gd name="connsiteX227" fmla="*/ 449992 w 1598003"/>
                <a:gd name="connsiteY227" fmla="*/ 1432109 h 2417709"/>
                <a:gd name="connsiteX228" fmla="*/ 386975 w 1598003"/>
                <a:gd name="connsiteY228" fmla="*/ 1400969 h 2417709"/>
                <a:gd name="connsiteX229" fmla="*/ 385157 w 1598003"/>
                <a:gd name="connsiteY229" fmla="*/ 1393254 h 2417709"/>
                <a:gd name="connsiteX230" fmla="*/ 378624 w 1598003"/>
                <a:gd name="connsiteY230" fmla="*/ 1363716 h 2417709"/>
                <a:gd name="connsiteX231" fmla="*/ 363105 w 1598003"/>
                <a:gd name="connsiteY231" fmla="*/ 1348553 h 2417709"/>
                <a:gd name="connsiteX232" fmla="*/ 317946 w 1598003"/>
                <a:gd name="connsiteY232" fmla="*/ 1303724 h 2417709"/>
                <a:gd name="connsiteX233" fmla="*/ 305935 w 1598003"/>
                <a:gd name="connsiteY233" fmla="*/ 1262555 h 2417709"/>
                <a:gd name="connsiteX234" fmla="*/ 299808 w 1598003"/>
                <a:gd name="connsiteY234" fmla="*/ 1241520 h 2417709"/>
                <a:gd name="connsiteX235" fmla="*/ 252691 w 1598003"/>
                <a:gd name="connsiteY235" fmla="*/ 1243337 h 2417709"/>
                <a:gd name="connsiteX236" fmla="*/ 233779 w 1598003"/>
                <a:gd name="connsiteY236" fmla="*/ 1220866 h 2417709"/>
                <a:gd name="connsiteX237" fmla="*/ 168525 w 1598003"/>
                <a:gd name="connsiteY237" fmla="*/ 1200339 h 2417709"/>
                <a:gd name="connsiteX238" fmla="*/ 156895 w 1598003"/>
                <a:gd name="connsiteY238" fmla="*/ 1165043 h 2417709"/>
                <a:gd name="connsiteX239" fmla="*/ 111888 w 1598003"/>
                <a:gd name="connsiteY239" fmla="*/ 1153934 h 2417709"/>
                <a:gd name="connsiteX240" fmla="*/ 112142 w 1598003"/>
                <a:gd name="connsiteY240" fmla="*/ 1123887 h 2417709"/>
                <a:gd name="connsiteX241" fmla="*/ 139672 w 1598003"/>
                <a:gd name="connsiteY241" fmla="*/ 1108177 h 2417709"/>
                <a:gd name="connsiteX242" fmla="*/ 100398 w 1598003"/>
                <a:gd name="connsiteY242" fmla="*/ 1055265 h 2417709"/>
                <a:gd name="connsiteX243" fmla="*/ 74037 w 1598003"/>
                <a:gd name="connsiteY243" fmla="*/ 998272 h 2417709"/>
                <a:gd name="connsiteX244" fmla="*/ 106537 w 1598003"/>
                <a:gd name="connsiteY244" fmla="*/ 988193 h 2417709"/>
                <a:gd name="connsiteX245" fmla="*/ 108100 w 1598003"/>
                <a:gd name="connsiteY245" fmla="*/ 942322 h 2417709"/>
                <a:gd name="connsiteX246" fmla="*/ 129377 w 1598003"/>
                <a:gd name="connsiteY246" fmla="*/ 931098 h 2417709"/>
                <a:gd name="connsiteX247" fmla="*/ 137003 w 1598003"/>
                <a:gd name="connsiteY247" fmla="*/ 917359 h 2417709"/>
                <a:gd name="connsiteX248" fmla="*/ 150565 w 1598003"/>
                <a:gd name="connsiteY248" fmla="*/ 904954 h 2417709"/>
                <a:gd name="connsiteX249" fmla="*/ 152014 w 1598003"/>
                <a:gd name="connsiteY249" fmla="*/ 870636 h 2417709"/>
                <a:gd name="connsiteX250" fmla="*/ 146536 w 1598003"/>
                <a:gd name="connsiteY250" fmla="*/ 837704 h 2417709"/>
                <a:gd name="connsiteX251" fmla="*/ 162970 w 1598003"/>
                <a:gd name="connsiteY251" fmla="*/ 811012 h 2417709"/>
                <a:gd name="connsiteX252" fmla="*/ 156958 w 1598003"/>
                <a:gd name="connsiteY252" fmla="*/ 761087 h 2417709"/>
                <a:gd name="connsiteX253" fmla="*/ 147057 w 1598003"/>
                <a:gd name="connsiteY253" fmla="*/ 739480 h 2417709"/>
                <a:gd name="connsiteX254" fmla="*/ 163580 w 1598003"/>
                <a:gd name="connsiteY254" fmla="*/ 712165 h 2417709"/>
                <a:gd name="connsiteX255" fmla="*/ 149751 w 1598003"/>
                <a:gd name="connsiteY255" fmla="*/ 682487 h 2417709"/>
                <a:gd name="connsiteX256" fmla="*/ 159678 w 1598003"/>
                <a:gd name="connsiteY256" fmla="*/ 666676 h 2417709"/>
                <a:gd name="connsiteX257" fmla="*/ 138071 w 1598003"/>
                <a:gd name="connsiteY257" fmla="*/ 631901 h 2417709"/>
                <a:gd name="connsiteX258" fmla="*/ 131271 w 1598003"/>
                <a:gd name="connsiteY258" fmla="*/ 602667 h 2417709"/>
                <a:gd name="connsiteX259" fmla="*/ 147070 w 1598003"/>
                <a:gd name="connsiteY259" fmla="*/ 573916 h 2417709"/>
                <a:gd name="connsiteX260" fmla="*/ 145112 w 1598003"/>
                <a:gd name="connsiteY260" fmla="*/ 550924 h 2417709"/>
                <a:gd name="connsiteX261" fmla="*/ 125272 w 1598003"/>
                <a:gd name="connsiteY261" fmla="*/ 540196 h 2417709"/>
                <a:gd name="connsiteX262" fmla="*/ 114049 w 1598003"/>
                <a:gd name="connsiteY262" fmla="*/ 516530 h 2417709"/>
                <a:gd name="connsiteX263" fmla="*/ 69805 w 1598003"/>
                <a:gd name="connsiteY263" fmla="*/ 521894 h 2417709"/>
                <a:gd name="connsiteX264" fmla="*/ 0 w 1598003"/>
                <a:gd name="connsiteY264" fmla="*/ 544505 h 2417709"/>
                <a:gd name="connsiteX265" fmla="*/ 127 w 1598003"/>
                <a:gd name="connsiteY265" fmla="*/ 421394 h 2417709"/>
                <a:gd name="connsiteX266" fmla="*/ 104262 w 1598003"/>
                <a:gd name="connsiteY266" fmla="*/ 417848 h 2417709"/>
                <a:gd name="connsiteX267" fmla="*/ 174168 w 1598003"/>
                <a:gd name="connsiteY267" fmla="*/ 320996 h 2417709"/>
                <a:gd name="connsiteX268" fmla="*/ 188924 w 1598003"/>
                <a:gd name="connsiteY268" fmla="*/ 302312 h 2417709"/>
                <a:gd name="connsiteX269" fmla="*/ 259784 w 1598003"/>
                <a:gd name="connsiteY269" fmla="*/ 286106 h 2417709"/>
                <a:gd name="connsiteX270" fmla="*/ 251942 w 1598003"/>
                <a:gd name="connsiteY270" fmla="*/ 245066 h 2417709"/>
                <a:gd name="connsiteX271" fmla="*/ 261474 w 1598003"/>
                <a:gd name="connsiteY271" fmla="*/ 171740 h 2417709"/>
                <a:gd name="connsiteX272" fmla="*/ 292131 w 1598003"/>
                <a:gd name="connsiteY272" fmla="*/ 137753 h 2417709"/>
                <a:gd name="connsiteX273" fmla="*/ 369130 w 1598003"/>
                <a:gd name="connsiteY273" fmla="*/ 151226 h 2417709"/>
                <a:gd name="connsiteX274" fmla="*/ 406066 w 1598003"/>
                <a:gd name="connsiteY274" fmla="*/ 184272 h 2417709"/>
                <a:gd name="connsiteX275" fmla="*/ 455928 w 1598003"/>
                <a:gd name="connsiteY275" fmla="*/ 168334 h 2417709"/>
                <a:gd name="connsiteX276" fmla="*/ 507595 w 1598003"/>
                <a:gd name="connsiteY276" fmla="*/ 207545 h 2417709"/>
                <a:gd name="connsiteX277" fmla="*/ 555766 w 1598003"/>
                <a:gd name="connsiteY277" fmla="*/ 168982 h 2417709"/>
                <a:gd name="connsiteX278" fmla="*/ 584072 w 1598003"/>
                <a:gd name="connsiteY278" fmla="*/ 158127 h 2417709"/>
                <a:gd name="connsiteX279" fmla="*/ 628316 w 1598003"/>
                <a:gd name="connsiteY279" fmla="*/ 178655 h 2417709"/>
                <a:gd name="connsiteX280" fmla="*/ 732985 w 1598003"/>
                <a:gd name="connsiteY280" fmla="*/ 167673 h 2417709"/>
                <a:gd name="connsiteX281" fmla="*/ 804353 w 1598003"/>
                <a:gd name="connsiteY281" fmla="*/ 191594 h 2417709"/>
                <a:gd name="connsiteX282" fmla="*/ 899679 w 1598003"/>
                <a:gd name="connsiteY282" fmla="*/ 201914 h 2417709"/>
                <a:gd name="connsiteX283" fmla="*/ 1046355 w 1598003"/>
                <a:gd name="connsiteY283" fmla="*/ 138656 h 2417709"/>
                <a:gd name="connsiteX284" fmla="*/ 1073885 w 1598003"/>
                <a:gd name="connsiteY284" fmla="*/ 108863 h 2417709"/>
                <a:gd name="connsiteX285" fmla="*/ 1051185 w 1598003"/>
                <a:gd name="connsiteY285" fmla="*/ 40622 h 2417709"/>
                <a:gd name="connsiteX286" fmla="*/ 1083672 w 1598003"/>
                <a:gd name="connsiteY286" fmla="*/ 21938 h 2417709"/>
                <a:gd name="connsiteX287" fmla="*/ 1124269 w 1598003"/>
                <a:gd name="connsiteY287" fmla="*/ 33047 h 2417709"/>
                <a:gd name="connsiteX288" fmla="*/ 1155065 w 1598003"/>
                <a:gd name="connsiteY288" fmla="*/ 0 h 2417709"/>
                <a:gd name="connsiteX289" fmla="*/ 1168894 w 1598003"/>
                <a:gd name="connsiteY289" fmla="*/ 35029 h 2417709"/>
                <a:gd name="connsiteX290" fmla="*/ 1165500 w 1598003"/>
                <a:gd name="connsiteY290" fmla="*/ 81028 h 2417709"/>
                <a:gd name="connsiteX291" fmla="*/ 1187820 w 1598003"/>
                <a:gd name="connsiteY291" fmla="*/ 80646 h 2417709"/>
                <a:gd name="connsiteX292" fmla="*/ 1254243 w 1598003"/>
                <a:gd name="connsiteY292" fmla="*/ 54374 h 2417709"/>
                <a:gd name="connsiteX293" fmla="*/ 1313358 w 1598003"/>
                <a:gd name="connsiteY293" fmla="*/ 86251 h 2417709"/>
                <a:gd name="connsiteX294" fmla="*/ 1334241 w 1598003"/>
                <a:gd name="connsiteY294" fmla="*/ 135275 h 2417709"/>
                <a:gd name="connsiteX295" fmla="*/ 1299796 w 1598003"/>
                <a:gd name="connsiteY295" fmla="*/ 188721 h 2417709"/>
                <a:gd name="connsiteX296" fmla="*/ 1281519 w 1598003"/>
                <a:gd name="connsiteY296" fmla="*/ 289246 h 2417709"/>
                <a:gd name="connsiteX297" fmla="*/ 1289145 w 1598003"/>
                <a:gd name="connsiteY297" fmla="*/ 301270 h 2417709"/>
                <a:gd name="connsiteX298" fmla="*/ 1296072 w 1598003"/>
                <a:gd name="connsiteY298" fmla="*/ 356419 h 2417709"/>
                <a:gd name="connsiteX299" fmla="*/ 1332080 w 1598003"/>
                <a:gd name="connsiteY299" fmla="*/ 402685 h 2417709"/>
                <a:gd name="connsiteX300" fmla="*/ 1329742 w 1598003"/>
                <a:gd name="connsiteY300" fmla="*/ 408951 h 2417709"/>
                <a:gd name="connsiteX301" fmla="*/ 1337965 w 1598003"/>
                <a:gd name="connsiteY301" fmla="*/ 436913 h 2417709"/>
                <a:gd name="connsiteX302" fmla="*/ 1361708 w 1598003"/>
                <a:gd name="connsiteY302" fmla="*/ 452458 h 2417709"/>
                <a:gd name="connsiteX303" fmla="*/ 1411824 w 1598003"/>
                <a:gd name="connsiteY303" fmla="*/ 447628 h 2417709"/>
                <a:gd name="connsiteX304" fmla="*/ 1446917 w 1598003"/>
                <a:gd name="connsiteY304" fmla="*/ 499740 h 2417709"/>
                <a:gd name="connsiteX305" fmla="*/ 1429707 w 1598003"/>
                <a:gd name="connsiteY305" fmla="*/ 569544 h 2417709"/>
                <a:gd name="connsiteX306" fmla="*/ 1466758 w 1598003"/>
                <a:gd name="connsiteY306" fmla="*/ 640251 h 2417709"/>
                <a:gd name="connsiteX307" fmla="*/ 1435313 w 1598003"/>
                <a:gd name="connsiteY307" fmla="*/ 713042 h 2417709"/>
                <a:gd name="connsiteX308" fmla="*/ 1452026 w 1598003"/>
                <a:gd name="connsiteY308" fmla="*/ 758138 h 2417709"/>
                <a:gd name="connsiteX309" fmla="*/ 1446015 w 1598003"/>
                <a:gd name="connsiteY309" fmla="*/ 819846 h 2417709"/>
                <a:gd name="connsiteX310" fmla="*/ 1405952 w 1598003"/>
                <a:gd name="connsiteY310" fmla="*/ 848584 h 2417709"/>
                <a:gd name="connsiteX311" fmla="*/ 1394068 w 1598003"/>
                <a:gd name="connsiteY311" fmla="*/ 881923 h 2417709"/>
                <a:gd name="connsiteX312" fmla="*/ 1394996 w 1598003"/>
                <a:gd name="connsiteY312" fmla="*/ 907343 h 2417709"/>
                <a:gd name="connsiteX313" fmla="*/ 1414836 w 1598003"/>
                <a:gd name="connsiteY313" fmla="*/ 934657 h 2417709"/>
                <a:gd name="connsiteX314" fmla="*/ 1393420 w 1598003"/>
                <a:gd name="connsiteY314" fmla="*/ 969420 h 2417709"/>
                <a:gd name="connsiteX315" fmla="*/ 1373719 w 1598003"/>
                <a:gd name="connsiteY315" fmla="*/ 1000140 h 2417709"/>
                <a:gd name="connsiteX316" fmla="*/ 1391335 w 1598003"/>
                <a:gd name="connsiteY316" fmla="*/ 1050320 h 2417709"/>
                <a:gd name="connsiteX317" fmla="*/ 1421992 w 1598003"/>
                <a:gd name="connsiteY317" fmla="*/ 1090459 h 2417709"/>
                <a:gd name="connsiteX318" fmla="*/ 1419781 w 1598003"/>
                <a:gd name="connsiteY318" fmla="*/ 1112943 h 2417709"/>
                <a:gd name="connsiteX319" fmla="*/ 1413909 w 1598003"/>
                <a:gd name="connsiteY319" fmla="*/ 1170711 h 2417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Lst>
              <a:rect l="l" t="t" r="r" b="b"/>
              <a:pathLst>
                <a:path w="1598003" h="2417709">
                  <a:moveTo>
                    <a:pt x="1267042" y="1965366"/>
                  </a:moveTo>
                  <a:lnTo>
                    <a:pt x="1271732" y="1972039"/>
                  </a:lnTo>
                  <a:lnTo>
                    <a:pt x="1313752" y="1983669"/>
                  </a:lnTo>
                  <a:lnTo>
                    <a:pt x="1320285" y="2022104"/>
                  </a:lnTo>
                  <a:lnTo>
                    <a:pt x="1316104" y="2042225"/>
                  </a:lnTo>
                  <a:lnTo>
                    <a:pt x="1332627" y="2057642"/>
                  </a:lnTo>
                  <a:lnTo>
                    <a:pt x="1322853" y="2084448"/>
                  </a:lnTo>
                  <a:lnTo>
                    <a:pt x="1344384" y="2093841"/>
                  </a:lnTo>
                  <a:lnTo>
                    <a:pt x="1371533" y="2090447"/>
                  </a:lnTo>
                  <a:lnTo>
                    <a:pt x="1388882" y="2106525"/>
                  </a:lnTo>
                  <a:lnTo>
                    <a:pt x="1407019" y="2106780"/>
                  </a:lnTo>
                  <a:lnTo>
                    <a:pt x="1405990" y="2122350"/>
                  </a:lnTo>
                  <a:lnTo>
                    <a:pt x="1442392" y="2136738"/>
                  </a:lnTo>
                  <a:lnTo>
                    <a:pt x="1444349" y="2172923"/>
                  </a:lnTo>
                  <a:lnTo>
                    <a:pt x="1464851" y="2163632"/>
                  </a:lnTo>
                  <a:lnTo>
                    <a:pt x="1461712" y="2182609"/>
                  </a:lnTo>
                  <a:lnTo>
                    <a:pt x="1451289" y="2213151"/>
                  </a:lnTo>
                  <a:lnTo>
                    <a:pt x="1427140" y="2246872"/>
                  </a:lnTo>
                  <a:lnTo>
                    <a:pt x="1399749" y="2252617"/>
                  </a:lnTo>
                  <a:lnTo>
                    <a:pt x="1394132" y="2304512"/>
                  </a:lnTo>
                  <a:lnTo>
                    <a:pt x="1361377" y="2351693"/>
                  </a:lnTo>
                  <a:lnTo>
                    <a:pt x="1360716" y="2401364"/>
                  </a:lnTo>
                  <a:lnTo>
                    <a:pt x="1327301" y="2417709"/>
                  </a:lnTo>
                  <a:lnTo>
                    <a:pt x="1276461" y="2406855"/>
                  </a:lnTo>
                  <a:lnTo>
                    <a:pt x="1283121" y="2368419"/>
                  </a:lnTo>
                  <a:lnTo>
                    <a:pt x="1244748" y="2365153"/>
                  </a:lnTo>
                  <a:lnTo>
                    <a:pt x="1239410" y="2379922"/>
                  </a:lnTo>
                  <a:lnTo>
                    <a:pt x="1206910" y="2372220"/>
                  </a:lnTo>
                  <a:lnTo>
                    <a:pt x="1196996" y="2349850"/>
                  </a:lnTo>
                  <a:lnTo>
                    <a:pt x="1177155" y="2347307"/>
                  </a:lnTo>
                  <a:lnTo>
                    <a:pt x="1149625" y="2359332"/>
                  </a:lnTo>
                  <a:lnTo>
                    <a:pt x="1144274" y="2381155"/>
                  </a:lnTo>
                  <a:lnTo>
                    <a:pt x="1124828" y="2378142"/>
                  </a:lnTo>
                  <a:lnTo>
                    <a:pt x="1101200" y="2387040"/>
                  </a:lnTo>
                  <a:lnTo>
                    <a:pt x="1104720" y="2348617"/>
                  </a:lnTo>
                  <a:lnTo>
                    <a:pt x="1146092" y="2284176"/>
                  </a:lnTo>
                  <a:lnTo>
                    <a:pt x="1160454" y="2284570"/>
                  </a:lnTo>
                  <a:lnTo>
                    <a:pt x="1172847" y="2274758"/>
                  </a:lnTo>
                  <a:lnTo>
                    <a:pt x="1167763" y="2268631"/>
                  </a:lnTo>
                  <a:lnTo>
                    <a:pt x="1148316" y="2265263"/>
                  </a:lnTo>
                  <a:lnTo>
                    <a:pt x="1132784" y="2201356"/>
                  </a:lnTo>
                  <a:lnTo>
                    <a:pt x="1116592" y="2189587"/>
                  </a:lnTo>
                  <a:lnTo>
                    <a:pt x="1123646" y="2169466"/>
                  </a:lnTo>
                  <a:lnTo>
                    <a:pt x="1118282" y="2150630"/>
                  </a:lnTo>
                  <a:lnTo>
                    <a:pt x="1110719" y="2133115"/>
                  </a:lnTo>
                  <a:lnTo>
                    <a:pt x="1125603" y="2125947"/>
                  </a:lnTo>
                  <a:lnTo>
                    <a:pt x="1154837" y="2083723"/>
                  </a:lnTo>
                  <a:lnTo>
                    <a:pt x="1172186" y="2067124"/>
                  </a:lnTo>
                  <a:lnTo>
                    <a:pt x="1178846" y="2066081"/>
                  </a:lnTo>
                  <a:lnTo>
                    <a:pt x="1199589" y="2080711"/>
                  </a:lnTo>
                  <a:lnTo>
                    <a:pt x="1218654" y="2097310"/>
                  </a:lnTo>
                  <a:lnTo>
                    <a:pt x="1224666" y="2112995"/>
                  </a:lnTo>
                  <a:lnTo>
                    <a:pt x="1227933" y="2153134"/>
                  </a:lnTo>
                  <a:lnTo>
                    <a:pt x="1235495" y="2159489"/>
                  </a:lnTo>
                  <a:lnTo>
                    <a:pt x="1241495" y="2154405"/>
                  </a:lnTo>
                  <a:lnTo>
                    <a:pt x="1245155" y="2136776"/>
                  </a:lnTo>
                  <a:lnTo>
                    <a:pt x="1246706" y="2117926"/>
                  </a:lnTo>
                  <a:lnTo>
                    <a:pt x="1232610" y="2089837"/>
                  </a:lnTo>
                  <a:lnTo>
                    <a:pt x="1225963" y="2084346"/>
                  </a:lnTo>
                  <a:lnTo>
                    <a:pt x="1214752" y="2074280"/>
                  </a:lnTo>
                  <a:lnTo>
                    <a:pt x="1204584" y="2055214"/>
                  </a:lnTo>
                  <a:lnTo>
                    <a:pt x="1206796" y="2032603"/>
                  </a:lnTo>
                  <a:lnTo>
                    <a:pt x="1201839" y="2022930"/>
                  </a:lnTo>
                  <a:lnTo>
                    <a:pt x="1194924" y="2020706"/>
                  </a:lnTo>
                  <a:lnTo>
                    <a:pt x="1197136" y="2010385"/>
                  </a:lnTo>
                  <a:lnTo>
                    <a:pt x="1207838" y="2011034"/>
                  </a:lnTo>
                  <a:lnTo>
                    <a:pt x="1211753" y="1986732"/>
                  </a:lnTo>
                  <a:lnTo>
                    <a:pt x="1230539" y="1991422"/>
                  </a:lnTo>
                  <a:lnTo>
                    <a:pt x="1237732" y="1963193"/>
                  </a:lnTo>
                  <a:lnTo>
                    <a:pt x="1232509" y="1927515"/>
                  </a:lnTo>
                  <a:lnTo>
                    <a:pt x="1246718" y="1912085"/>
                  </a:lnTo>
                  <a:lnTo>
                    <a:pt x="1280642" y="1898510"/>
                  </a:lnTo>
                  <a:lnTo>
                    <a:pt x="1293962" y="1892740"/>
                  </a:lnTo>
                  <a:lnTo>
                    <a:pt x="1301410" y="1882165"/>
                  </a:lnTo>
                  <a:lnTo>
                    <a:pt x="1330123" y="1872365"/>
                  </a:lnTo>
                  <a:lnTo>
                    <a:pt x="1343952" y="1896286"/>
                  </a:lnTo>
                  <a:lnTo>
                    <a:pt x="1328026" y="1900328"/>
                  </a:lnTo>
                  <a:lnTo>
                    <a:pt x="1325026" y="1913928"/>
                  </a:lnTo>
                  <a:lnTo>
                    <a:pt x="1308503" y="1915097"/>
                  </a:lnTo>
                  <a:lnTo>
                    <a:pt x="1304448" y="1934696"/>
                  </a:lnTo>
                  <a:lnTo>
                    <a:pt x="1277833" y="1940060"/>
                  </a:lnTo>
                  <a:lnTo>
                    <a:pt x="1273130" y="1958490"/>
                  </a:lnTo>
                  <a:close/>
                  <a:moveTo>
                    <a:pt x="1449866" y="1239321"/>
                  </a:moveTo>
                  <a:lnTo>
                    <a:pt x="1512642" y="1273817"/>
                  </a:lnTo>
                  <a:lnTo>
                    <a:pt x="1555856" y="1337368"/>
                  </a:lnTo>
                  <a:lnTo>
                    <a:pt x="1598003" y="1363627"/>
                  </a:lnTo>
                  <a:lnTo>
                    <a:pt x="1593821" y="1384929"/>
                  </a:lnTo>
                  <a:lnTo>
                    <a:pt x="1554165" y="1409244"/>
                  </a:lnTo>
                  <a:lnTo>
                    <a:pt x="1522848" y="1472235"/>
                  </a:lnTo>
                  <a:lnTo>
                    <a:pt x="1434296" y="1511167"/>
                  </a:lnTo>
                  <a:lnTo>
                    <a:pt x="1421370" y="1521335"/>
                  </a:lnTo>
                  <a:lnTo>
                    <a:pt x="1437893" y="1558576"/>
                  </a:lnTo>
                  <a:lnTo>
                    <a:pt x="1460771" y="1597978"/>
                  </a:lnTo>
                  <a:lnTo>
                    <a:pt x="1456729" y="1620589"/>
                  </a:lnTo>
                  <a:lnTo>
                    <a:pt x="1439634" y="1642807"/>
                  </a:lnTo>
                  <a:lnTo>
                    <a:pt x="1436888" y="1668430"/>
                  </a:lnTo>
                  <a:lnTo>
                    <a:pt x="1430241" y="1684369"/>
                  </a:lnTo>
                  <a:lnTo>
                    <a:pt x="1379731" y="1691182"/>
                  </a:lnTo>
                  <a:lnTo>
                    <a:pt x="1316307" y="1723592"/>
                  </a:lnTo>
                  <a:lnTo>
                    <a:pt x="1309138" y="1735998"/>
                  </a:lnTo>
                  <a:lnTo>
                    <a:pt x="1292424" y="1786978"/>
                  </a:lnTo>
                  <a:lnTo>
                    <a:pt x="1312265" y="1811280"/>
                  </a:lnTo>
                  <a:lnTo>
                    <a:pt x="1325319" y="1826710"/>
                  </a:lnTo>
                  <a:lnTo>
                    <a:pt x="1304308" y="1842268"/>
                  </a:lnTo>
                  <a:lnTo>
                    <a:pt x="1287988" y="1862388"/>
                  </a:lnTo>
                  <a:lnTo>
                    <a:pt x="1264767" y="1864358"/>
                  </a:lnTo>
                  <a:lnTo>
                    <a:pt x="1246363" y="1875975"/>
                  </a:lnTo>
                  <a:lnTo>
                    <a:pt x="1230310" y="1878733"/>
                  </a:lnTo>
                  <a:lnTo>
                    <a:pt x="1222086" y="1874539"/>
                  </a:lnTo>
                  <a:lnTo>
                    <a:pt x="1216341" y="1863316"/>
                  </a:lnTo>
                  <a:lnTo>
                    <a:pt x="1204737" y="1862388"/>
                  </a:lnTo>
                  <a:lnTo>
                    <a:pt x="1198737" y="1870624"/>
                  </a:lnTo>
                  <a:lnTo>
                    <a:pt x="1191683" y="1866442"/>
                  </a:lnTo>
                  <a:lnTo>
                    <a:pt x="1178973" y="1869849"/>
                  </a:lnTo>
                  <a:lnTo>
                    <a:pt x="1175313" y="1879242"/>
                  </a:lnTo>
                  <a:lnTo>
                    <a:pt x="1168259" y="1897811"/>
                  </a:lnTo>
                  <a:lnTo>
                    <a:pt x="1183651" y="1906302"/>
                  </a:lnTo>
                  <a:lnTo>
                    <a:pt x="1190590" y="1912657"/>
                  </a:lnTo>
                  <a:lnTo>
                    <a:pt x="1191620" y="1926257"/>
                  </a:lnTo>
                  <a:lnTo>
                    <a:pt x="1192802" y="1941153"/>
                  </a:lnTo>
                  <a:lnTo>
                    <a:pt x="1190323" y="1951080"/>
                  </a:lnTo>
                  <a:lnTo>
                    <a:pt x="1178439" y="1969128"/>
                  </a:lnTo>
                  <a:lnTo>
                    <a:pt x="1175452" y="1988727"/>
                  </a:lnTo>
                  <a:lnTo>
                    <a:pt x="1177003" y="2006623"/>
                  </a:lnTo>
                  <a:lnTo>
                    <a:pt x="1186917" y="2009636"/>
                  </a:lnTo>
                  <a:lnTo>
                    <a:pt x="1182354" y="2020490"/>
                  </a:lnTo>
                  <a:lnTo>
                    <a:pt x="1171016" y="2021532"/>
                  </a:lnTo>
                  <a:lnTo>
                    <a:pt x="1162399" y="2026769"/>
                  </a:lnTo>
                  <a:lnTo>
                    <a:pt x="1157963" y="2044283"/>
                  </a:lnTo>
                  <a:lnTo>
                    <a:pt x="1150769" y="2061150"/>
                  </a:lnTo>
                  <a:lnTo>
                    <a:pt x="1135898" y="2084028"/>
                  </a:lnTo>
                  <a:lnTo>
                    <a:pt x="1119985" y="2101823"/>
                  </a:lnTo>
                  <a:lnTo>
                    <a:pt x="1110579" y="2109779"/>
                  </a:lnTo>
                  <a:lnTo>
                    <a:pt x="1100920" y="2111483"/>
                  </a:lnTo>
                  <a:lnTo>
                    <a:pt x="1088794" y="2098149"/>
                  </a:lnTo>
                  <a:lnTo>
                    <a:pt x="1069729" y="2082071"/>
                  </a:lnTo>
                  <a:lnTo>
                    <a:pt x="1068814" y="2071369"/>
                  </a:lnTo>
                  <a:lnTo>
                    <a:pt x="1081524" y="2035158"/>
                  </a:lnTo>
                  <a:lnTo>
                    <a:pt x="1079173" y="2019334"/>
                  </a:lnTo>
                  <a:lnTo>
                    <a:pt x="1071610" y="1985868"/>
                  </a:lnTo>
                  <a:lnTo>
                    <a:pt x="1068610" y="1973335"/>
                  </a:lnTo>
                  <a:lnTo>
                    <a:pt x="1068877" y="1967438"/>
                  </a:lnTo>
                  <a:lnTo>
                    <a:pt x="1073313" y="1957778"/>
                  </a:lnTo>
                  <a:lnTo>
                    <a:pt x="1074737" y="1949796"/>
                  </a:lnTo>
                  <a:lnTo>
                    <a:pt x="1089887" y="1929816"/>
                  </a:lnTo>
                  <a:lnTo>
                    <a:pt x="1094844" y="1911894"/>
                  </a:lnTo>
                  <a:lnTo>
                    <a:pt x="1095493" y="1907191"/>
                  </a:lnTo>
                  <a:lnTo>
                    <a:pt x="1093268" y="1899095"/>
                  </a:lnTo>
                  <a:lnTo>
                    <a:pt x="1087015" y="1894380"/>
                  </a:lnTo>
                  <a:lnTo>
                    <a:pt x="1068610" y="1902756"/>
                  </a:lnTo>
                  <a:lnTo>
                    <a:pt x="1058684" y="1916864"/>
                  </a:lnTo>
                  <a:lnTo>
                    <a:pt x="1061950" y="1938179"/>
                  </a:lnTo>
                  <a:lnTo>
                    <a:pt x="1062090" y="1952160"/>
                  </a:lnTo>
                  <a:lnTo>
                    <a:pt x="1055735" y="1961057"/>
                  </a:lnTo>
                  <a:lnTo>
                    <a:pt x="1041398" y="1967984"/>
                  </a:lnTo>
                  <a:lnTo>
                    <a:pt x="1040864" y="1974136"/>
                  </a:lnTo>
                  <a:lnTo>
                    <a:pt x="1049354" y="1989299"/>
                  </a:lnTo>
                  <a:lnTo>
                    <a:pt x="1047638" y="1996481"/>
                  </a:lnTo>
                  <a:lnTo>
                    <a:pt x="1029514" y="2002098"/>
                  </a:lnTo>
                  <a:lnTo>
                    <a:pt x="1010982" y="1996735"/>
                  </a:lnTo>
                  <a:lnTo>
                    <a:pt x="1012152" y="1984584"/>
                  </a:lnTo>
                  <a:lnTo>
                    <a:pt x="1018151" y="1977123"/>
                  </a:lnTo>
                  <a:lnTo>
                    <a:pt x="1012673" y="1966955"/>
                  </a:lnTo>
                  <a:lnTo>
                    <a:pt x="1007449" y="1965252"/>
                  </a:lnTo>
                  <a:lnTo>
                    <a:pt x="995578" y="1972191"/>
                  </a:lnTo>
                  <a:lnTo>
                    <a:pt x="990633" y="1981330"/>
                  </a:lnTo>
                  <a:lnTo>
                    <a:pt x="973907" y="1967082"/>
                  </a:lnTo>
                  <a:lnTo>
                    <a:pt x="952909" y="1936882"/>
                  </a:lnTo>
                  <a:lnTo>
                    <a:pt x="932955" y="1922647"/>
                  </a:lnTo>
                  <a:lnTo>
                    <a:pt x="913241" y="1919774"/>
                  </a:lnTo>
                  <a:lnTo>
                    <a:pt x="856719" y="1907344"/>
                  </a:lnTo>
                  <a:lnTo>
                    <a:pt x="848508" y="1918593"/>
                  </a:lnTo>
                  <a:lnTo>
                    <a:pt x="836624" y="1914932"/>
                  </a:lnTo>
                  <a:lnTo>
                    <a:pt x="837552" y="1903569"/>
                  </a:lnTo>
                  <a:lnTo>
                    <a:pt x="848381" y="1860049"/>
                  </a:lnTo>
                  <a:lnTo>
                    <a:pt x="857507" y="1846830"/>
                  </a:lnTo>
                  <a:lnTo>
                    <a:pt x="874488" y="1818474"/>
                  </a:lnTo>
                  <a:lnTo>
                    <a:pt x="903187" y="1807035"/>
                  </a:lnTo>
                  <a:lnTo>
                    <a:pt x="907903" y="1803387"/>
                  </a:lnTo>
                  <a:lnTo>
                    <a:pt x="920155" y="1780776"/>
                  </a:lnTo>
                  <a:lnTo>
                    <a:pt x="934759" y="1752012"/>
                  </a:lnTo>
                  <a:lnTo>
                    <a:pt x="918719" y="1743522"/>
                  </a:lnTo>
                  <a:lnTo>
                    <a:pt x="931772" y="1720504"/>
                  </a:lnTo>
                  <a:lnTo>
                    <a:pt x="954740" y="1727050"/>
                  </a:lnTo>
                  <a:lnTo>
                    <a:pt x="970653" y="1698553"/>
                  </a:lnTo>
                  <a:lnTo>
                    <a:pt x="970386" y="1658694"/>
                  </a:lnTo>
                  <a:lnTo>
                    <a:pt x="950431" y="1643277"/>
                  </a:lnTo>
                  <a:lnTo>
                    <a:pt x="924591" y="1632931"/>
                  </a:lnTo>
                  <a:lnTo>
                    <a:pt x="870979" y="1581454"/>
                  </a:lnTo>
                  <a:lnTo>
                    <a:pt x="862235" y="1593605"/>
                  </a:lnTo>
                  <a:lnTo>
                    <a:pt x="824257" y="1603418"/>
                  </a:lnTo>
                  <a:lnTo>
                    <a:pt x="767061" y="1572824"/>
                  </a:lnTo>
                  <a:lnTo>
                    <a:pt x="790816" y="1554394"/>
                  </a:lnTo>
                  <a:lnTo>
                    <a:pt x="811153" y="1530092"/>
                  </a:lnTo>
                  <a:lnTo>
                    <a:pt x="822236" y="1513226"/>
                  </a:lnTo>
                  <a:lnTo>
                    <a:pt x="843513" y="1498330"/>
                  </a:lnTo>
                  <a:lnTo>
                    <a:pt x="868170" y="1477027"/>
                  </a:lnTo>
                  <a:lnTo>
                    <a:pt x="884351" y="1469401"/>
                  </a:lnTo>
                  <a:lnTo>
                    <a:pt x="902234" y="1462487"/>
                  </a:lnTo>
                  <a:lnTo>
                    <a:pt x="919329" y="1455420"/>
                  </a:lnTo>
                  <a:lnTo>
                    <a:pt x="938521" y="1447578"/>
                  </a:lnTo>
                  <a:lnTo>
                    <a:pt x="958349" y="1444184"/>
                  </a:lnTo>
                  <a:lnTo>
                    <a:pt x="973360" y="1429148"/>
                  </a:lnTo>
                  <a:lnTo>
                    <a:pt x="970882" y="1417378"/>
                  </a:lnTo>
                  <a:lnTo>
                    <a:pt x="965543" y="1387840"/>
                  </a:lnTo>
                  <a:lnTo>
                    <a:pt x="945207" y="1364313"/>
                  </a:lnTo>
                  <a:lnTo>
                    <a:pt x="921197" y="1348247"/>
                  </a:lnTo>
                  <a:lnTo>
                    <a:pt x="910622" y="1360525"/>
                  </a:lnTo>
                  <a:lnTo>
                    <a:pt x="876572" y="1372676"/>
                  </a:lnTo>
                  <a:lnTo>
                    <a:pt x="858040" y="1374774"/>
                  </a:lnTo>
                  <a:lnTo>
                    <a:pt x="866518" y="1417124"/>
                  </a:lnTo>
                  <a:lnTo>
                    <a:pt x="855562" y="1430063"/>
                  </a:lnTo>
                  <a:lnTo>
                    <a:pt x="838721" y="1449929"/>
                  </a:lnTo>
                  <a:lnTo>
                    <a:pt x="818105" y="1449662"/>
                  </a:lnTo>
                  <a:lnTo>
                    <a:pt x="787435" y="1426135"/>
                  </a:lnTo>
                  <a:lnTo>
                    <a:pt x="730011" y="1443383"/>
                  </a:lnTo>
                  <a:lnTo>
                    <a:pt x="694422" y="1484310"/>
                  </a:lnTo>
                  <a:lnTo>
                    <a:pt x="679691" y="1528478"/>
                  </a:lnTo>
                  <a:lnTo>
                    <a:pt x="644852" y="1583247"/>
                  </a:lnTo>
                  <a:lnTo>
                    <a:pt x="622381" y="1585064"/>
                  </a:lnTo>
                  <a:lnTo>
                    <a:pt x="611679" y="1560762"/>
                  </a:lnTo>
                  <a:lnTo>
                    <a:pt x="588965" y="1562326"/>
                  </a:lnTo>
                  <a:lnTo>
                    <a:pt x="563138" y="1552526"/>
                  </a:lnTo>
                  <a:lnTo>
                    <a:pt x="542916" y="1521030"/>
                  </a:lnTo>
                  <a:lnTo>
                    <a:pt x="468129" y="1533321"/>
                  </a:lnTo>
                  <a:lnTo>
                    <a:pt x="463045" y="1493919"/>
                  </a:lnTo>
                  <a:lnTo>
                    <a:pt x="427940" y="1464254"/>
                  </a:lnTo>
                  <a:lnTo>
                    <a:pt x="449992" y="1432109"/>
                  </a:lnTo>
                  <a:lnTo>
                    <a:pt x="386975" y="1400969"/>
                  </a:lnTo>
                  <a:lnTo>
                    <a:pt x="385157" y="1393254"/>
                  </a:lnTo>
                  <a:lnTo>
                    <a:pt x="378624" y="1363716"/>
                  </a:lnTo>
                  <a:lnTo>
                    <a:pt x="363105" y="1348553"/>
                  </a:lnTo>
                  <a:lnTo>
                    <a:pt x="317946" y="1303724"/>
                  </a:lnTo>
                  <a:lnTo>
                    <a:pt x="305935" y="1262555"/>
                  </a:lnTo>
                  <a:lnTo>
                    <a:pt x="299808" y="1241520"/>
                  </a:lnTo>
                  <a:lnTo>
                    <a:pt x="252691" y="1243337"/>
                  </a:lnTo>
                  <a:lnTo>
                    <a:pt x="233779" y="1220866"/>
                  </a:lnTo>
                  <a:lnTo>
                    <a:pt x="168525" y="1200339"/>
                  </a:lnTo>
                  <a:lnTo>
                    <a:pt x="156895" y="1165043"/>
                  </a:lnTo>
                  <a:lnTo>
                    <a:pt x="111888" y="1153934"/>
                  </a:lnTo>
                  <a:lnTo>
                    <a:pt x="112142" y="1123887"/>
                  </a:lnTo>
                  <a:lnTo>
                    <a:pt x="139672" y="1108177"/>
                  </a:lnTo>
                  <a:lnTo>
                    <a:pt x="100398" y="1055265"/>
                  </a:lnTo>
                  <a:lnTo>
                    <a:pt x="74037" y="998272"/>
                  </a:lnTo>
                  <a:lnTo>
                    <a:pt x="106537" y="988193"/>
                  </a:lnTo>
                  <a:lnTo>
                    <a:pt x="108100" y="942322"/>
                  </a:lnTo>
                  <a:lnTo>
                    <a:pt x="129377" y="931098"/>
                  </a:lnTo>
                  <a:lnTo>
                    <a:pt x="137003" y="917359"/>
                  </a:lnTo>
                  <a:lnTo>
                    <a:pt x="150565" y="904954"/>
                  </a:lnTo>
                  <a:lnTo>
                    <a:pt x="152014" y="870636"/>
                  </a:lnTo>
                  <a:lnTo>
                    <a:pt x="146536" y="837704"/>
                  </a:lnTo>
                  <a:lnTo>
                    <a:pt x="162970" y="811012"/>
                  </a:lnTo>
                  <a:lnTo>
                    <a:pt x="156958" y="761087"/>
                  </a:lnTo>
                  <a:lnTo>
                    <a:pt x="147057" y="739480"/>
                  </a:lnTo>
                  <a:lnTo>
                    <a:pt x="163580" y="712165"/>
                  </a:lnTo>
                  <a:lnTo>
                    <a:pt x="149751" y="682487"/>
                  </a:lnTo>
                  <a:lnTo>
                    <a:pt x="159678" y="666676"/>
                  </a:lnTo>
                  <a:lnTo>
                    <a:pt x="138071" y="631901"/>
                  </a:lnTo>
                  <a:lnTo>
                    <a:pt x="131271" y="602667"/>
                  </a:lnTo>
                  <a:lnTo>
                    <a:pt x="147070" y="573916"/>
                  </a:lnTo>
                  <a:lnTo>
                    <a:pt x="145112" y="550924"/>
                  </a:lnTo>
                  <a:lnTo>
                    <a:pt x="125272" y="540196"/>
                  </a:lnTo>
                  <a:lnTo>
                    <a:pt x="114049" y="516530"/>
                  </a:lnTo>
                  <a:lnTo>
                    <a:pt x="69805" y="521894"/>
                  </a:lnTo>
                  <a:lnTo>
                    <a:pt x="0" y="544505"/>
                  </a:lnTo>
                  <a:lnTo>
                    <a:pt x="127" y="421394"/>
                  </a:lnTo>
                  <a:lnTo>
                    <a:pt x="104262" y="417848"/>
                  </a:lnTo>
                  <a:lnTo>
                    <a:pt x="174168" y="320996"/>
                  </a:lnTo>
                  <a:lnTo>
                    <a:pt x="188924" y="302312"/>
                  </a:lnTo>
                  <a:lnTo>
                    <a:pt x="259784" y="286106"/>
                  </a:lnTo>
                  <a:lnTo>
                    <a:pt x="251942" y="245066"/>
                  </a:lnTo>
                  <a:lnTo>
                    <a:pt x="261474" y="171740"/>
                  </a:lnTo>
                  <a:lnTo>
                    <a:pt x="292131" y="137753"/>
                  </a:lnTo>
                  <a:lnTo>
                    <a:pt x="369130" y="151226"/>
                  </a:lnTo>
                  <a:lnTo>
                    <a:pt x="406066" y="184272"/>
                  </a:lnTo>
                  <a:lnTo>
                    <a:pt x="455928" y="168334"/>
                  </a:lnTo>
                  <a:lnTo>
                    <a:pt x="507595" y="207545"/>
                  </a:lnTo>
                  <a:lnTo>
                    <a:pt x="555766" y="168982"/>
                  </a:lnTo>
                  <a:lnTo>
                    <a:pt x="584072" y="158127"/>
                  </a:lnTo>
                  <a:lnTo>
                    <a:pt x="628316" y="178655"/>
                  </a:lnTo>
                  <a:lnTo>
                    <a:pt x="732985" y="167673"/>
                  </a:lnTo>
                  <a:lnTo>
                    <a:pt x="804353" y="191594"/>
                  </a:lnTo>
                  <a:lnTo>
                    <a:pt x="899679" y="201914"/>
                  </a:lnTo>
                  <a:lnTo>
                    <a:pt x="1046355" y="138656"/>
                  </a:lnTo>
                  <a:lnTo>
                    <a:pt x="1073885" y="108863"/>
                  </a:lnTo>
                  <a:lnTo>
                    <a:pt x="1051185" y="40622"/>
                  </a:lnTo>
                  <a:lnTo>
                    <a:pt x="1083672" y="21938"/>
                  </a:lnTo>
                  <a:lnTo>
                    <a:pt x="1124269" y="33047"/>
                  </a:lnTo>
                  <a:lnTo>
                    <a:pt x="1155065" y="0"/>
                  </a:lnTo>
                  <a:lnTo>
                    <a:pt x="1168894" y="35029"/>
                  </a:lnTo>
                  <a:lnTo>
                    <a:pt x="1165500" y="81028"/>
                  </a:lnTo>
                  <a:lnTo>
                    <a:pt x="1187820" y="80646"/>
                  </a:lnTo>
                  <a:lnTo>
                    <a:pt x="1254243" y="54374"/>
                  </a:lnTo>
                  <a:lnTo>
                    <a:pt x="1313358" y="86251"/>
                  </a:lnTo>
                  <a:lnTo>
                    <a:pt x="1334241" y="135275"/>
                  </a:lnTo>
                  <a:lnTo>
                    <a:pt x="1299796" y="188721"/>
                  </a:lnTo>
                  <a:lnTo>
                    <a:pt x="1281519" y="289246"/>
                  </a:lnTo>
                  <a:lnTo>
                    <a:pt x="1289145" y="301270"/>
                  </a:lnTo>
                  <a:lnTo>
                    <a:pt x="1296072" y="356419"/>
                  </a:lnTo>
                  <a:lnTo>
                    <a:pt x="1332080" y="402685"/>
                  </a:lnTo>
                  <a:lnTo>
                    <a:pt x="1329742" y="408951"/>
                  </a:lnTo>
                  <a:lnTo>
                    <a:pt x="1337965" y="436913"/>
                  </a:lnTo>
                  <a:lnTo>
                    <a:pt x="1361708" y="452458"/>
                  </a:lnTo>
                  <a:lnTo>
                    <a:pt x="1411824" y="447628"/>
                  </a:lnTo>
                  <a:lnTo>
                    <a:pt x="1446917" y="499740"/>
                  </a:lnTo>
                  <a:lnTo>
                    <a:pt x="1429707" y="569544"/>
                  </a:lnTo>
                  <a:lnTo>
                    <a:pt x="1466758" y="640251"/>
                  </a:lnTo>
                  <a:lnTo>
                    <a:pt x="1435313" y="713042"/>
                  </a:lnTo>
                  <a:lnTo>
                    <a:pt x="1452026" y="758138"/>
                  </a:lnTo>
                  <a:lnTo>
                    <a:pt x="1446015" y="819846"/>
                  </a:lnTo>
                  <a:lnTo>
                    <a:pt x="1405952" y="848584"/>
                  </a:lnTo>
                  <a:lnTo>
                    <a:pt x="1394068" y="881923"/>
                  </a:lnTo>
                  <a:lnTo>
                    <a:pt x="1394996" y="907343"/>
                  </a:lnTo>
                  <a:lnTo>
                    <a:pt x="1414836" y="934657"/>
                  </a:lnTo>
                  <a:lnTo>
                    <a:pt x="1393420" y="969420"/>
                  </a:lnTo>
                  <a:lnTo>
                    <a:pt x="1373719" y="1000140"/>
                  </a:lnTo>
                  <a:lnTo>
                    <a:pt x="1391335" y="1050320"/>
                  </a:lnTo>
                  <a:lnTo>
                    <a:pt x="1421992" y="1090459"/>
                  </a:lnTo>
                  <a:lnTo>
                    <a:pt x="1419781" y="1112943"/>
                  </a:lnTo>
                  <a:lnTo>
                    <a:pt x="1413909" y="1170711"/>
                  </a:lnTo>
                  <a:close/>
                </a:path>
              </a:pathLst>
            </a:custGeom>
            <a:noFill/>
            <a:ln w="3810" cap="flat">
              <a:solidFill>
                <a:srgbClr val="E6E4E2"/>
              </a:solidFill>
              <a:prstDash val="solid"/>
              <a:miter/>
            </a:ln>
          </p:spPr>
          <p:txBody>
            <a:bodyPr rtlCol="0" anchor="ctr"/>
            <a:lstStyle/>
            <a:p>
              <a:endParaRPr lang="de-CH"/>
            </a:p>
          </p:txBody>
        </p:sp>
        <p:sp>
          <p:nvSpPr>
            <p:cNvPr id="124" name="Freihandform: Form 123">
              <a:extLst>
                <a:ext uri="{FF2B5EF4-FFF2-40B4-BE49-F238E27FC236}">
                  <a16:creationId xmlns:a16="http://schemas.microsoft.com/office/drawing/2014/main" id="{5545FC39-2D2D-53C3-E53A-CDEDC6196953}"/>
                </a:ext>
              </a:extLst>
            </p:cNvPr>
            <p:cNvSpPr/>
            <p:nvPr/>
          </p:nvSpPr>
          <p:spPr>
            <a:xfrm>
              <a:off x="1698023" y="2982389"/>
              <a:ext cx="2441401" cy="2351349"/>
            </a:xfrm>
            <a:custGeom>
              <a:avLst/>
              <a:gdLst>
                <a:gd name="connsiteX0" fmla="*/ 402342 w 2441401"/>
                <a:gd name="connsiteY0" fmla="*/ 1060603 h 2351349"/>
                <a:gd name="connsiteX1" fmla="*/ 409269 w 2441401"/>
                <a:gd name="connsiteY1" fmla="*/ 1054985 h 2351349"/>
                <a:gd name="connsiteX2" fmla="*/ 413425 w 2441401"/>
                <a:gd name="connsiteY2" fmla="*/ 1048630 h 2351349"/>
                <a:gd name="connsiteX3" fmla="*/ 420619 w 2441401"/>
                <a:gd name="connsiteY3" fmla="*/ 1048096 h 2351349"/>
                <a:gd name="connsiteX4" fmla="*/ 423491 w 2441401"/>
                <a:gd name="connsiteY4" fmla="*/ 1040915 h 2351349"/>
                <a:gd name="connsiteX5" fmla="*/ 435236 w 2441401"/>
                <a:gd name="connsiteY5" fmla="*/ 1033835 h 2351349"/>
                <a:gd name="connsiteX6" fmla="*/ 448670 w 2441401"/>
                <a:gd name="connsiteY6" fmla="*/ 1029793 h 2351349"/>
                <a:gd name="connsiteX7" fmla="*/ 523190 w 2441401"/>
                <a:gd name="connsiteY7" fmla="*/ 964183 h 2351349"/>
                <a:gd name="connsiteX8" fmla="*/ 542370 w 2441401"/>
                <a:gd name="connsiteY8" fmla="*/ 952820 h 2351349"/>
                <a:gd name="connsiteX9" fmla="*/ 546424 w 2441401"/>
                <a:gd name="connsiteY9" fmla="*/ 944978 h 2351349"/>
                <a:gd name="connsiteX10" fmla="*/ 545242 w 2441401"/>
                <a:gd name="connsiteY10" fmla="*/ 931912 h 2351349"/>
                <a:gd name="connsiteX11" fmla="*/ 559071 w 2441401"/>
                <a:gd name="connsiteY11" fmla="*/ 912427 h 2351349"/>
                <a:gd name="connsiteX12" fmla="*/ 556732 w 2441401"/>
                <a:gd name="connsiteY12" fmla="*/ 906936 h 2351349"/>
                <a:gd name="connsiteX13" fmla="*/ 549551 w 2441401"/>
                <a:gd name="connsiteY13" fmla="*/ 906021 h 2351349"/>
                <a:gd name="connsiteX14" fmla="*/ 538455 w 2441401"/>
                <a:gd name="connsiteY14" fmla="*/ 920003 h 2351349"/>
                <a:gd name="connsiteX15" fmla="*/ 467214 w 2441401"/>
                <a:gd name="connsiteY15" fmla="*/ 971110 h 2351349"/>
                <a:gd name="connsiteX16" fmla="*/ 404934 w 2441401"/>
                <a:gd name="connsiteY16" fmla="*/ 1021544 h 2351349"/>
                <a:gd name="connsiteX17" fmla="*/ 385755 w 2441401"/>
                <a:gd name="connsiteY17" fmla="*/ 1049266 h 2351349"/>
                <a:gd name="connsiteX18" fmla="*/ 375434 w 2441401"/>
                <a:gd name="connsiteY18" fmla="*/ 1056446 h 2351349"/>
                <a:gd name="connsiteX19" fmla="*/ 374926 w 2441401"/>
                <a:gd name="connsiteY19" fmla="*/ 1066615 h 2351349"/>
                <a:gd name="connsiteX20" fmla="*/ 380531 w 2441401"/>
                <a:gd name="connsiteY20" fmla="*/ 1070796 h 2351349"/>
                <a:gd name="connsiteX21" fmla="*/ 393317 w 2441401"/>
                <a:gd name="connsiteY21" fmla="*/ 1059357 h 2351349"/>
                <a:gd name="connsiteX22" fmla="*/ 398134 w 2441401"/>
                <a:gd name="connsiteY22" fmla="*/ 1062878 h 2351349"/>
                <a:gd name="connsiteX23" fmla="*/ 242091 w 2441401"/>
                <a:gd name="connsiteY23" fmla="*/ 1868972 h 2351349"/>
                <a:gd name="connsiteX24" fmla="*/ 217548 w 2441401"/>
                <a:gd name="connsiteY24" fmla="*/ 1849093 h 2351349"/>
                <a:gd name="connsiteX25" fmla="*/ 208282 w 2441401"/>
                <a:gd name="connsiteY25" fmla="*/ 1857736 h 2351349"/>
                <a:gd name="connsiteX26" fmla="*/ 207011 w 2441401"/>
                <a:gd name="connsiteY26" fmla="*/ 1878390 h 2351349"/>
                <a:gd name="connsiteX27" fmla="*/ 1463059 w 2441401"/>
                <a:gd name="connsiteY27" fmla="*/ 756575 h 2351349"/>
                <a:gd name="connsiteX28" fmla="*/ 1491504 w 2441401"/>
                <a:gd name="connsiteY28" fmla="*/ 712661 h 2351349"/>
                <a:gd name="connsiteX29" fmla="*/ 1495546 w 2441401"/>
                <a:gd name="connsiteY29" fmla="*/ 676323 h 2351349"/>
                <a:gd name="connsiteX30" fmla="*/ 1468664 w 2441401"/>
                <a:gd name="connsiteY30" fmla="*/ 664960 h 2351349"/>
                <a:gd name="connsiteX31" fmla="*/ 1418281 w 2441401"/>
                <a:gd name="connsiteY31" fmla="*/ 722854 h 2351349"/>
                <a:gd name="connsiteX32" fmla="*/ 1438401 w 2441401"/>
                <a:gd name="connsiteY32" fmla="*/ 752393 h 2351349"/>
                <a:gd name="connsiteX33" fmla="*/ 1602871 w 2441401"/>
                <a:gd name="connsiteY33" fmla="*/ 722461 h 2351349"/>
                <a:gd name="connsiteX34" fmla="*/ 1629232 w 2441401"/>
                <a:gd name="connsiteY34" fmla="*/ 740623 h 2351349"/>
                <a:gd name="connsiteX35" fmla="*/ 1650509 w 2441401"/>
                <a:gd name="connsiteY35" fmla="*/ 746775 h 2351349"/>
                <a:gd name="connsiteX36" fmla="*/ 1658466 w 2441401"/>
                <a:gd name="connsiteY36" fmla="*/ 736060 h 2351349"/>
                <a:gd name="connsiteX37" fmla="*/ 1654157 w 2441401"/>
                <a:gd name="connsiteY37" fmla="*/ 729782 h 2351349"/>
                <a:gd name="connsiteX38" fmla="*/ 1659635 w 2441401"/>
                <a:gd name="connsiteY38" fmla="*/ 721813 h 2351349"/>
                <a:gd name="connsiteX39" fmla="*/ 1691754 w 2441401"/>
                <a:gd name="connsiteY39" fmla="*/ 671620 h 2351349"/>
                <a:gd name="connsiteX40" fmla="*/ 1672307 w 2441401"/>
                <a:gd name="connsiteY40" fmla="*/ 648093 h 2351349"/>
                <a:gd name="connsiteX41" fmla="*/ 1662762 w 2441401"/>
                <a:gd name="connsiteY41" fmla="*/ 640251 h 2351349"/>
                <a:gd name="connsiteX42" fmla="*/ 1652988 w 2441401"/>
                <a:gd name="connsiteY42" fmla="*/ 631240 h 2351349"/>
                <a:gd name="connsiteX43" fmla="*/ 1630935 w 2441401"/>
                <a:gd name="connsiteY43" fmla="*/ 597519 h 2351349"/>
                <a:gd name="connsiteX44" fmla="*/ 1618924 w 2441401"/>
                <a:gd name="connsiteY44" fmla="*/ 607052 h 2351349"/>
                <a:gd name="connsiteX45" fmla="*/ 1600126 w 2441401"/>
                <a:gd name="connsiteY45" fmla="*/ 636730 h 2351349"/>
                <a:gd name="connsiteX46" fmla="*/ 1583425 w 2441401"/>
                <a:gd name="connsiteY46" fmla="*/ 660880 h 2351349"/>
                <a:gd name="connsiteX47" fmla="*/ 1555627 w 2441401"/>
                <a:gd name="connsiteY47" fmla="*/ 705569 h 2351349"/>
                <a:gd name="connsiteX48" fmla="*/ 1510354 w 2441401"/>
                <a:gd name="connsiteY48" fmla="*/ 711924 h 2351349"/>
                <a:gd name="connsiteX49" fmla="*/ 1498342 w 2441401"/>
                <a:gd name="connsiteY49" fmla="*/ 730989 h 2351349"/>
                <a:gd name="connsiteX50" fmla="*/ 1509044 w 2441401"/>
                <a:gd name="connsiteY50" fmla="*/ 742238 h 2351349"/>
                <a:gd name="connsiteX51" fmla="*/ 1535927 w 2441401"/>
                <a:gd name="connsiteY51" fmla="*/ 738323 h 2351349"/>
                <a:gd name="connsiteX52" fmla="*/ 1546489 w 2441401"/>
                <a:gd name="connsiteY52" fmla="*/ 735705 h 2351349"/>
                <a:gd name="connsiteX53" fmla="*/ 1558894 w 2441401"/>
                <a:gd name="connsiteY53" fmla="*/ 719753 h 2351349"/>
                <a:gd name="connsiteX54" fmla="*/ 1581213 w 2441401"/>
                <a:gd name="connsiteY54" fmla="*/ 713475 h 2351349"/>
                <a:gd name="connsiteX55" fmla="*/ 2017999 w 2441401"/>
                <a:gd name="connsiteY55" fmla="*/ 196385 h 2351349"/>
                <a:gd name="connsiteX56" fmla="*/ 2033124 w 2441401"/>
                <a:gd name="connsiteY56" fmla="*/ 207825 h 2351349"/>
                <a:gd name="connsiteX57" fmla="*/ 2047360 w 2441401"/>
                <a:gd name="connsiteY57" fmla="*/ 210964 h 2351349"/>
                <a:gd name="connsiteX58" fmla="*/ 2067988 w 2441401"/>
                <a:gd name="connsiteY58" fmla="*/ 210417 h 2351349"/>
                <a:gd name="connsiteX59" fmla="*/ 2108038 w 2441401"/>
                <a:gd name="connsiteY59" fmla="*/ 187692 h 2351349"/>
                <a:gd name="connsiteX60" fmla="*/ 2119478 w 2441401"/>
                <a:gd name="connsiteY60" fmla="*/ 203109 h 2351349"/>
                <a:gd name="connsiteX61" fmla="*/ 2121956 w 2441401"/>
                <a:gd name="connsiteY61" fmla="*/ 215006 h 2351349"/>
                <a:gd name="connsiteX62" fmla="*/ 2105433 w 2441401"/>
                <a:gd name="connsiteY62" fmla="*/ 237757 h 2351349"/>
                <a:gd name="connsiteX63" fmla="*/ 2087295 w 2441401"/>
                <a:gd name="connsiteY63" fmla="*/ 240299 h 2351349"/>
                <a:gd name="connsiteX64" fmla="*/ 2061455 w 2441401"/>
                <a:gd name="connsiteY64" fmla="*/ 286564 h 2351349"/>
                <a:gd name="connsiteX65" fmla="*/ 2071369 w 2441401"/>
                <a:gd name="connsiteY65" fmla="*/ 319509 h 2351349"/>
                <a:gd name="connsiteX66" fmla="*/ 2057935 w 2441401"/>
                <a:gd name="connsiteY66" fmla="*/ 334532 h 2351349"/>
                <a:gd name="connsiteX67" fmla="*/ 2054122 w 2441401"/>
                <a:gd name="connsiteY67" fmla="*/ 337926 h 2351349"/>
                <a:gd name="connsiteX68" fmla="*/ 2051643 w 2441401"/>
                <a:gd name="connsiteY68" fmla="*/ 342108 h 2351349"/>
                <a:gd name="connsiteX69" fmla="*/ 2037281 w 2441401"/>
                <a:gd name="connsiteY69" fmla="*/ 361173 h 2351349"/>
                <a:gd name="connsiteX70" fmla="*/ 2006357 w 2441401"/>
                <a:gd name="connsiteY70" fmla="*/ 384293 h 2351349"/>
                <a:gd name="connsiteX71" fmla="*/ 1995388 w 2441401"/>
                <a:gd name="connsiteY71" fmla="*/ 366778 h 2351349"/>
                <a:gd name="connsiteX72" fmla="*/ 2014720 w 2441401"/>
                <a:gd name="connsiteY72" fmla="*/ 346912 h 2351349"/>
                <a:gd name="connsiteX73" fmla="*/ 2000879 w 2441401"/>
                <a:gd name="connsiteY73" fmla="*/ 297635 h 2351349"/>
                <a:gd name="connsiteX74" fmla="*/ 1968252 w 2441401"/>
                <a:gd name="connsiteY74" fmla="*/ 282993 h 2351349"/>
                <a:gd name="connsiteX75" fmla="*/ 1949440 w 2441401"/>
                <a:gd name="connsiteY75" fmla="*/ 305363 h 2351349"/>
                <a:gd name="connsiteX76" fmla="*/ 1922673 w 2441401"/>
                <a:gd name="connsiteY76" fmla="*/ 287708 h 2351349"/>
                <a:gd name="connsiteX77" fmla="*/ 1954651 w 2441401"/>
                <a:gd name="connsiteY77" fmla="*/ 257915 h 2351349"/>
                <a:gd name="connsiteX78" fmla="*/ 1903226 w 2441401"/>
                <a:gd name="connsiteY78" fmla="*/ 201571 h 2351349"/>
                <a:gd name="connsiteX79" fmla="*/ 1910140 w 2441401"/>
                <a:gd name="connsiteY79" fmla="*/ 170609 h 2351349"/>
                <a:gd name="connsiteX80" fmla="*/ 1857825 w 2441401"/>
                <a:gd name="connsiteY80" fmla="*/ 142761 h 2351349"/>
                <a:gd name="connsiteX81" fmla="*/ 1893185 w 2441401"/>
                <a:gd name="connsiteY81" fmla="*/ 112447 h 2351349"/>
                <a:gd name="connsiteX82" fmla="*/ 1892016 w 2441401"/>
                <a:gd name="connsiteY82" fmla="*/ 103550 h 2351349"/>
                <a:gd name="connsiteX83" fmla="*/ 1898371 w 2441401"/>
                <a:gd name="connsiteY83" fmla="*/ 95059 h 2351349"/>
                <a:gd name="connsiteX84" fmla="*/ 1930731 w 2441401"/>
                <a:gd name="connsiteY84" fmla="*/ 75194 h 2351349"/>
                <a:gd name="connsiteX85" fmla="*/ 1988677 w 2441401"/>
                <a:gd name="connsiteY85" fmla="*/ 39605 h 2351349"/>
                <a:gd name="connsiteX86" fmla="*/ 1994155 w 2441401"/>
                <a:gd name="connsiteY86" fmla="*/ 26666 h 2351349"/>
                <a:gd name="connsiteX87" fmla="*/ 2008899 w 2441401"/>
                <a:gd name="connsiteY87" fmla="*/ 13066 h 2351349"/>
                <a:gd name="connsiteX88" fmla="*/ 2016080 w 2441401"/>
                <a:gd name="connsiteY88" fmla="*/ 0 h 2351349"/>
                <a:gd name="connsiteX89" fmla="*/ 2060566 w 2441401"/>
                <a:gd name="connsiteY89" fmla="*/ 19472 h 2351349"/>
                <a:gd name="connsiteX90" fmla="*/ 2057960 w 2441401"/>
                <a:gd name="connsiteY90" fmla="*/ 71495 h 2351349"/>
                <a:gd name="connsiteX91" fmla="*/ 2065586 w 2441401"/>
                <a:gd name="connsiteY91" fmla="*/ 103003 h 2351349"/>
                <a:gd name="connsiteX92" fmla="*/ 2055939 w 2441401"/>
                <a:gd name="connsiteY92" fmla="*/ 118548 h 2351349"/>
                <a:gd name="connsiteX93" fmla="*/ 2035603 w 2441401"/>
                <a:gd name="connsiteY93" fmla="*/ 128716 h 2351349"/>
                <a:gd name="connsiteX94" fmla="*/ 2016944 w 2441401"/>
                <a:gd name="connsiteY94" fmla="*/ 149497 h 2351349"/>
                <a:gd name="connsiteX95" fmla="*/ 2002721 w 2441401"/>
                <a:gd name="connsiteY95" fmla="*/ 162576 h 2351349"/>
                <a:gd name="connsiteX96" fmla="*/ 2005060 w 2441401"/>
                <a:gd name="connsiteY96" fmla="*/ 178133 h 2351349"/>
                <a:gd name="connsiteX97" fmla="*/ 1821410 w 2441401"/>
                <a:gd name="connsiteY97" fmla="*/ 2039581 h 2351349"/>
                <a:gd name="connsiteX98" fmla="*/ 1804048 w 2441401"/>
                <a:gd name="connsiteY98" fmla="*/ 2029781 h 2351349"/>
                <a:gd name="connsiteX99" fmla="*/ 1794389 w 2441401"/>
                <a:gd name="connsiteY99" fmla="*/ 2017884 h 2351349"/>
                <a:gd name="connsiteX100" fmla="*/ 1793346 w 2441401"/>
                <a:gd name="connsiteY100" fmla="*/ 1997739 h 2351349"/>
                <a:gd name="connsiteX101" fmla="*/ 1785720 w 2441401"/>
                <a:gd name="connsiteY101" fmla="*/ 1968200 h 2351349"/>
                <a:gd name="connsiteX102" fmla="*/ 1786394 w 2441401"/>
                <a:gd name="connsiteY102" fmla="*/ 1940238 h 2351349"/>
                <a:gd name="connsiteX103" fmla="*/ 1784424 w 2441401"/>
                <a:gd name="connsiteY103" fmla="*/ 1929777 h 2351349"/>
                <a:gd name="connsiteX104" fmla="*/ 1780369 w 2441401"/>
                <a:gd name="connsiteY104" fmla="*/ 1922075 h 2351349"/>
                <a:gd name="connsiteX105" fmla="*/ 1758978 w 2441401"/>
                <a:gd name="connsiteY105" fmla="*/ 1896057 h 2351349"/>
                <a:gd name="connsiteX106" fmla="*/ 1746700 w 2441401"/>
                <a:gd name="connsiteY106" fmla="*/ 1894888 h 2351349"/>
                <a:gd name="connsiteX107" fmla="*/ 1722436 w 2441401"/>
                <a:gd name="connsiteY107" fmla="*/ 1898409 h 2351349"/>
                <a:gd name="connsiteX108" fmla="*/ 1711607 w 2441401"/>
                <a:gd name="connsiteY108" fmla="*/ 1891875 h 2351349"/>
                <a:gd name="connsiteX109" fmla="*/ 1699469 w 2441401"/>
                <a:gd name="connsiteY109" fmla="*/ 1867726 h 2351349"/>
                <a:gd name="connsiteX110" fmla="*/ 1687597 w 2441401"/>
                <a:gd name="connsiteY110" fmla="*/ 1856477 h 2351349"/>
                <a:gd name="connsiteX111" fmla="*/ 1682768 w 2441401"/>
                <a:gd name="connsiteY111" fmla="*/ 1845649 h 2351349"/>
                <a:gd name="connsiteX112" fmla="*/ 1693203 w 2441401"/>
                <a:gd name="connsiteY112" fmla="*/ 1817788 h 2351349"/>
                <a:gd name="connsiteX113" fmla="*/ 1693597 w 2441401"/>
                <a:gd name="connsiteY113" fmla="*/ 1798443 h 2351349"/>
                <a:gd name="connsiteX114" fmla="*/ 1688767 w 2441401"/>
                <a:gd name="connsiteY114" fmla="*/ 1785110 h 2351349"/>
                <a:gd name="connsiteX115" fmla="*/ 1659991 w 2441401"/>
                <a:gd name="connsiteY115" fmla="*/ 1758304 h 2351349"/>
                <a:gd name="connsiteX116" fmla="*/ 1636630 w 2441401"/>
                <a:gd name="connsiteY116" fmla="*/ 1729795 h 2351349"/>
                <a:gd name="connsiteX117" fmla="*/ 1639769 w 2441401"/>
                <a:gd name="connsiteY117" fmla="*/ 1727062 h 2351349"/>
                <a:gd name="connsiteX118" fmla="*/ 1655949 w 2441401"/>
                <a:gd name="connsiteY118" fmla="*/ 1732426 h 2351349"/>
                <a:gd name="connsiteX119" fmla="*/ 1674214 w 2441401"/>
                <a:gd name="connsiteY119" fmla="*/ 1728498 h 2351349"/>
                <a:gd name="connsiteX120" fmla="*/ 1696533 w 2441401"/>
                <a:gd name="connsiteY120" fmla="*/ 1727062 h 2351349"/>
                <a:gd name="connsiteX121" fmla="*/ 1709459 w 2441401"/>
                <a:gd name="connsiteY121" fmla="*/ 1732286 h 2351349"/>
                <a:gd name="connsiteX122" fmla="*/ 1721851 w 2441401"/>
                <a:gd name="connsiteY122" fmla="*/ 1726528 h 2351349"/>
                <a:gd name="connsiteX123" fmla="*/ 1759563 w 2441401"/>
                <a:gd name="connsiteY123" fmla="*/ 1729287 h 2351349"/>
                <a:gd name="connsiteX124" fmla="*/ 1768968 w 2441401"/>
                <a:gd name="connsiteY124" fmla="*/ 1722093 h 2351349"/>
                <a:gd name="connsiteX125" fmla="*/ 1772235 w 2441401"/>
                <a:gd name="connsiteY125" fmla="*/ 1708887 h 2351349"/>
                <a:gd name="connsiteX126" fmla="*/ 1784869 w 2441401"/>
                <a:gd name="connsiteY126" fmla="*/ 1690203 h 2351349"/>
                <a:gd name="connsiteX127" fmla="*/ 1769616 w 2441401"/>
                <a:gd name="connsiteY127" fmla="*/ 1652072 h 2351349"/>
                <a:gd name="connsiteX128" fmla="*/ 1764799 w 2441401"/>
                <a:gd name="connsiteY128" fmla="*/ 1637964 h 2351349"/>
                <a:gd name="connsiteX129" fmla="*/ 1756830 w 2441401"/>
                <a:gd name="connsiteY129" fmla="*/ 1628952 h 2351349"/>
                <a:gd name="connsiteX130" fmla="*/ 1745734 w 2441401"/>
                <a:gd name="connsiteY130" fmla="*/ 1631164 h 2351349"/>
                <a:gd name="connsiteX131" fmla="*/ 1738832 w 2441401"/>
                <a:gd name="connsiteY131" fmla="*/ 1624491 h 2351349"/>
                <a:gd name="connsiteX132" fmla="*/ 1738311 w 2441401"/>
                <a:gd name="connsiteY132" fmla="*/ 1611031 h 2351349"/>
                <a:gd name="connsiteX133" fmla="*/ 1723949 w 2441401"/>
                <a:gd name="connsiteY133" fmla="*/ 1596402 h 2351349"/>
                <a:gd name="connsiteX134" fmla="*/ 1708035 w 2441401"/>
                <a:gd name="connsiteY134" fmla="*/ 1599922 h 2351349"/>
                <a:gd name="connsiteX135" fmla="*/ 1678535 w 2441401"/>
                <a:gd name="connsiteY135" fmla="*/ 1590517 h 2351349"/>
                <a:gd name="connsiteX136" fmla="*/ 1676057 w 2441401"/>
                <a:gd name="connsiteY136" fmla="*/ 1577972 h 2351349"/>
                <a:gd name="connsiteX137" fmla="*/ 1648272 w 2441401"/>
                <a:gd name="connsiteY137" fmla="*/ 1572608 h 2351349"/>
                <a:gd name="connsiteX138" fmla="*/ 1635562 w 2441401"/>
                <a:gd name="connsiteY138" fmla="*/ 1566596 h 2351349"/>
                <a:gd name="connsiteX139" fmla="*/ 1623424 w 2441401"/>
                <a:gd name="connsiteY139" fmla="*/ 1546069 h 2351349"/>
                <a:gd name="connsiteX140" fmla="*/ 1598118 w 2441401"/>
                <a:gd name="connsiteY140" fmla="*/ 1540057 h 2351349"/>
                <a:gd name="connsiteX141" fmla="*/ 1587949 w 2441401"/>
                <a:gd name="connsiteY141" fmla="*/ 1533143 h 2351349"/>
                <a:gd name="connsiteX142" fmla="*/ 1582738 w 2441401"/>
                <a:gd name="connsiteY142" fmla="*/ 1514446 h 2351349"/>
                <a:gd name="connsiteX143" fmla="*/ 1544112 w 2441401"/>
                <a:gd name="connsiteY143" fmla="*/ 1508561 h 2351349"/>
                <a:gd name="connsiteX144" fmla="*/ 1514345 w 2441401"/>
                <a:gd name="connsiteY144" fmla="*/ 1502816 h 2351349"/>
                <a:gd name="connsiteX145" fmla="*/ 1489026 w 2441401"/>
                <a:gd name="connsiteY145" fmla="*/ 1495622 h 2351349"/>
                <a:gd name="connsiteX146" fmla="*/ 1468690 w 2441401"/>
                <a:gd name="connsiteY146" fmla="*/ 1493792 h 2351349"/>
                <a:gd name="connsiteX147" fmla="*/ 1432288 w 2441401"/>
                <a:gd name="connsiteY147" fmla="*/ 1475502 h 2351349"/>
                <a:gd name="connsiteX148" fmla="*/ 1415841 w 2441401"/>
                <a:gd name="connsiteY148" fmla="*/ 1456551 h 2351349"/>
                <a:gd name="connsiteX149" fmla="*/ 1399521 w 2441401"/>
                <a:gd name="connsiteY149" fmla="*/ 1447921 h 2351349"/>
                <a:gd name="connsiteX150" fmla="*/ 1385311 w 2441401"/>
                <a:gd name="connsiteY150" fmla="*/ 1447921 h 2351349"/>
                <a:gd name="connsiteX151" fmla="*/ 1372906 w 2441401"/>
                <a:gd name="connsiteY151" fmla="*/ 1456551 h 2351349"/>
                <a:gd name="connsiteX152" fmla="*/ 1354641 w 2441401"/>
                <a:gd name="connsiteY152" fmla="*/ 1456551 h 2351349"/>
                <a:gd name="connsiteX153" fmla="*/ 1338321 w 2441401"/>
                <a:gd name="connsiteY153" fmla="*/ 1444654 h 2351349"/>
                <a:gd name="connsiteX154" fmla="*/ 1316917 w 2441401"/>
                <a:gd name="connsiteY154" fmla="*/ 1426352 h 2351349"/>
                <a:gd name="connsiteX155" fmla="*/ 1290429 w 2441401"/>
                <a:gd name="connsiteY155" fmla="*/ 1412371 h 2351349"/>
                <a:gd name="connsiteX156" fmla="*/ 1262632 w 2441401"/>
                <a:gd name="connsiteY156" fmla="*/ 1403219 h 2351349"/>
                <a:gd name="connsiteX157" fmla="*/ 1244494 w 2441401"/>
                <a:gd name="connsiteY157" fmla="*/ 1401262 h 2351349"/>
                <a:gd name="connsiteX158" fmla="*/ 1237834 w 2441401"/>
                <a:gd name="connsiteY158" fmla="*/ 1397728 h 2351349"/>
                <a:gd name="connsiteX159" fmla="*/ 1192688 w 2441401"/>
                <a:gd name="connsiteY159" fmla="*/ 1399431 h 2351349"/>
                <a:gd name="connsiteX160" fmla="*/ 1173241 w 2441401"/>
                <a:gd name="connsiteY160" fmla="*/ 1393941 h 2351349"/>
                <a:gd name="connsiteX161" fmla="*/ 1148189 w 2441401"/>
                <a:gd name="connsiteY161" fmla="*/ 1386734 h 2351349"/>
                <a:gd name="connsiteX162" fmla="*/ 1110211 w 2441401"/>
                <a:gd name="connsiteY162" fmla="*/ 1373808 h 2351349"/>
                <a:gd name="connsiteX163" fmla="*/ 1090764 w 2441401"/>
                <a:gd name="connsiteY163" fmla="*/ 1358251 h 2351349"/>
                <a:gd name="connsiteX164" fmla="*/ 1079401 w 2441401"/>
                <a:gd name="connsiteY164" fmla="*/ 1358644 h 2351349"/>
                <a:gd name="connsiteX165" fmla="*/ 1064925 w 2441401"/>
                <a:gd name="connsiteY165" fmla="*/ 1359915 h 2351349"/>
                <a:gd name="connsiteX166" fmla="*/ 1052786 w 2441401"/>
                <a:gd name="connsiteY166" fmla="*/ 1371354 h 2351349"/>
                <a:gd name="connsiteX167" fmla="*/ 1022117 w 2441401"/>
                <a:gd name="connsiteY167" fmla="*/ 1388742 h 2351349"/>
                <a:gd name="connsiteX168" fmla="*/ 978139 w 2441401"/>
                <a:gd name="connsiteY168" fmla="*/ 1387967 h 2351349"/>
                <a:gd name="connsiteX169" fmla="*/ 949401 w 2441401"/>
                <a:gd name="connsiteY169" fmla="*/ 1366665 h 2351349"/>
                <a:gd name="connsiteX170" fmla="*/ 924350 w 2441401"/>
                <a:gd name="connsiteY170" fmla="*/ 1361695 h 2351349"/>
                <a:gd name="connsiteX171" fmla="*/ 911639 w 2441401"/>
                <a:gd name="connsiteY171" fmla="*/ 1369143 h 2351349"/>
                <a:gd name="connsiteX172" fmla="*/ 893235 w 2441401"/>
                <a:gd name="connsiteY172" fmla="*/ 1397906 h 2351349"/>
                <a:gd name="connsiteX173" fmla="*/ 874055 w 2441401"/>
                <a:gd name="connsiteY173" fmla="*/ 1404033 h 2351349"/>
                <a:gd name="connsiteX174" fmla="*/ 864268 w 2441401"/>
                <a:gd name="connsiteY174" fmla="*/ 1429135 h 2351349"/>
                <a:gd name="connsiteX175" fmla="*/ 858002 w 2441401"/>
                <a:gd name="connsiteY175" fmla="*/ 1436202 h 2351349"/>
                <a:gd name="connsiteX176" fmla="*/ 841949 w 2441401"/>
                <a:gd name="connsiteY176" fmla="*/ 1435668 h 2351349"/>
                <a:gd name="connsiteX177" fmla="*/ 823037 w 2441401"/>
                <a:gd name="connsiteY177" fmla="*/ 1452268 h 2351349"/>
                <a:gd name="connsiteX178" fmla="*/ 822236 w 2441401"/>
                <a:gd name="connsiteY178" fmla="*/ 1471333 h 2351349"/>
                <a:gd name="connsiteX179" fmla="*/ 818601 w 2441401"/>
                <a:gd name="connsiteY179" fmla="*/ 1474358 h 2351349"/>
                <a:gd name="connsiteX180" fmla="*/ 808140 w 2441401"/>
                <a:gd name="connsiteY180" fmla="*/ 1471600 h 2351349"/>
                <a:gd name="connsiteX181" fmla="*/ 794426 w 2441401"/>
                <a:gd name="connsiteY181" fmla="*/ 1486140 h 2351349"/>
                <a:gd name="connsiteX182" fmla="*/ 767938 w 2441401"/>
                <a:gd name="connsiteY182" fmla="*/ 1495292 h 2351349"/>
                <a:gd name="connsiteX183" fmla="*/ 737522 w 2441401"/>
                <a:gd name="connsiteY183" fmla="*/ 1500376 h 2351349"/>
                <a:gd name="connsiteX184" fmla="*/ 713792 w 2441401"/>
                <a:gd name="connsiteY184" fmla="*/ 1517624 h 2351349"/>
                <a:gd name="connsiteX185" fmla="*/ 709611 w 2441401"/>
                <a:gd name="connsiteY185" fmla="*/ 1525072 h 2351349"/>
                <a:gd name="connsiteX186" fmla="*/ 692516 w 2441401"/>
                <a:gd name="connsiteY186" fmla="*/ 1529253 h 2351349"/>
                <a:gd name="connsiteX187" fmla="*/ 676335 w 2441401"/>
                <a:gd name="connsiteY187" fmla="*/ 1523762 h 2351349"/>
                <a:gd name="connsiteX188" fmla="*/ 662761 w 2441401"/>
                <a:gd name="connsiteY188" fmla="*/ 1512133 h 2351349"/>
                <a:gd name="connsiteX189" fmla="*/ 649580 w 2441401"/>
                <a:gd name="connsiteY189" fmla="*/ 1511230 h 2351349"/>
                <a:gd name="connsiteX190" fmla="*/ 594520 w 2441401"/>
                <a:gd name="connsiteY190" fmla="*/ 1521030 h 2351349"/>
                <a:gd name="connsiteX191" fmla="*/ 584593 w 2441401"/>
                <a:gd name="connsiteY191" fmla="*/ 1521157 h 2351349"/>
                <a:gd name="connsiteX192" fmla="*/ 569710 w 2441401"/>
                <a:gd name="connsiteY192" fmla="*/ 1533562 h 2351349"/>
                <a:gd name="connsiteX193" fmla="*/ 557317 w 2441401"/>
                <a:gd name="connsiteY193" fmla="*/ 1552119 h 2351349"/>
                <a:gd name="connsiteX194" fmla="*/ 528605 w 2441401"/>
                <a:gd name="connsiteY194" fmla="*/ 1573561 h 2351349"/>
                <a:gd name="connsiteX195" fmla="*/ 520648 w 2441401"/>
                <a:gd name="connsiteY195" fmla="*/ 1588190 h 2351349"/>
                <a:gd name="connsiteX196" fmla="*/ 506286 w 2441401"/>
                <a:gd name="connsiteY196" fmla="*/ 1605985 h 2351349"/>
                <a:gd name="connsiteX197" fmla="*/ 501850 w 2441401"/>
                <a:gd name="connsiteY197" fmla="*/ 1613700 h 2351349"/>
                <a:gd name="connsiteX198" fmla="*/ 481234 w 2441401"/>
                <a:gd name="connsiteY198" fmla="*/ 1625978 h 2351349"/>
                <a:gd name="connsiteX199" fmla="*/ 468524 w 2441401"/>
                <a:gd name="connsiteY199" fmla="*/ 1633604 h 2351349"/>
                <a:gd name="connsiteX200" fmla="*/ 465982 w 2441401"/>
                <a:gd name="connsiteY200" fmla="*/ 1660296 h 2351349"/>
                <a:gd name="connsiteX201" fmla="*/ 448886 w 2441401"/>
                <a:gd name="connsiteY201" fmla="*/ 1685119 h 2351349"/>
                <a:gd name="connsiteX202" fmla="*/ 449801 w 2441401"/>
                <a:gd name="connsiteY202" fmla="*/ 1708912 h 2351349"/>
                <a:gd name="connsiteX203" fmla="*/ 439633 w 2441401"/>
                <a:gd name="connsiteY203" fmla="*/ 1714937 h 2351349"/>
                <a:gd name="connsiteX204" fmla="*/ 431791 w 2441401"/>
                <a:gd name="connsiteY204" fmla="*/ 1730087 h 2351349"/>
                <a:gd name="connsiteX205" fmla="*/ 410006 w 2441401"/>
                <a:gd name="connsiteY205" fmla="*/ 1722118 h 2351349"/>
                <a:gd name="connsiteX206" fmla="*/ 400486 w 2441401"/>
                <a:gd name="connsiteY206" fmla="*/ 1722652 h 2351349"/>
                <a:gd name="connsiteX207" fmla="*/ 378167 w 2441401"/>
                <a:gd name="connsiteY207" fmla="*/ 1741463 h 2351349"/>
                <a:gd name="connsiteX208" fmla="*/ 347243 w 2441401"/>
                <a:gd name="connsiteY208" fmla="*/ 1785644 h 2351349"/>
                <a:gd name="connsiteX209" fmla="*/ 333541 w 2441401"/>
                <a:gd name="connsiteY209" fmla="*/ 1799625 h 2351349"/>
                <a:gd name="connsiteX210" fmla="*/ 303558 w 2441401"/>
                <a:gd name="connsiteY210" fmla="*/ 1838213 h 2351349"/>
                <a:gd name="connsiteX211" fmla="*/ 237528 w 2441401"/>
                <a:gd name="connsiteY211" fmla="*/ 1803196 h 2351349"/>
                <a:gd name="connsiteX212" fmla="*/ 225123 w 2441401"/>
                <a:gd name="connsiteY212" fmla="*/ 1809552 h 2351349"/>
                <a:gd name="connsiteX213" fmla="*/ 222251 w 2441401"/>
                <a:gd name="connsiteY213" fmla="*/ 1826545 h 2351349"/>
                <a:gd name="connsiteX214" fmla="*/ 268846 w 2441401"/>
                <a:gd name="connsiteY214" fmla="*/ 1848229 h 2351349"/>
                <a:gd name="connsiteX215" fmla="*/ 264410 w 2441401"/>
                <a:gd name="connsiteY215" fmla="*/ 1869683 h 2351349"/>
                <a:gd name="connsiteX216" fmla="*/ 292716 w 2441401"/>
                <a:gd name="connsiteY216" fmla="*/ 1881034 h 2351349"/>
                <a:gd name="connsiteX217" fmla="*/ 278493 w 2441401"/>
                <a:gd name="connsiteY217" fmla="*/ 1921554 h 2351349"/>
                <a:gd name="connsiteX218" fmla="*/ 267156 w 2441401"/>
                <a:gd name="connsiteY218" fmla="*/ 1948106 h 2351349"/>
                <a:gd name="connsiteX219" fmla="*/ 250048 w 2441401"/>
                <a:gd name="connsiteY219" fmla="*/ 1966586 h 2351349"/>
                <a:gd name="connsiteX220" fmla="*/ 238837 w 2441401"/>
                <a:gd name="connsiteY220" fmla="*/ 1984228 h 2351349"/>
                <a:gd name="connsiteX221" fmla="*/ 226686 w 2441401"/>
                <a:gd name="connsiteY221" fmla="*/ 2000751 h 2351349"/>
                <a:gd name="connsiteX222" fmla="*/ 215603 w 2441401"/>
                <a:gd name="connsiteY222" fmla="*/ 2007945 h 2351349"/>
                <a:gd name="connsiteX223" fmla="*/ 152561 w 2441401"/>
                <a:gd name="connsiteY223" fmla="*/ 1979843 h 2351349"/>
                <a:gd name="connsiteX224" fmla="*/ 119934 w 2441401"/>
                <a:gd name="connsiteY224" fmla="*/ 1937493 h 2351349"/>
                <a:gd name="connsiteX225" fmla="*/ 135071 w 2441401"/>
                <a:gd name="connsiteY225" fmla="*/ 1919851 h 2351349"/>
                <a:gd name="connsiteX226" fmla="*/ 151251 w 2441401"/>
                <a:gd name="connsiteY226" fmla="*/ 1890439 h 2351349"/>
                <a:gd name="connsiteX227" fmla="*/ 151912 w 2441401"/>
                <a:gd name="connsiteY227" fmla="*/ 1875937 h 2351349"/>
                <a:gd name="connsiteX228" fmla="*/ 191568 w 2441401"/>
                <a:gd name="connsiteY228" fmla="*/ 1842077 h 2351349"/>
                <a:gd name="connsiteX229" fmla="*/ 194975 w 2441401"/>
                <a:gd name="connsiteY229" fmla="*/ 1817381 h 2351349"/>
                <a:gd name="connsiteX230" fmla="*/ 216239 w 2441401"/>
                <a:gd name="connsiteY230" fmla="*/ 1798417 h 2351349"/>
                <a:gd name="connsiteX231" fmla="*/ 198622 w 2441401"/>
                <a:gd name="connsiteY231" fmla="*/ 1771726 h 2351349"/>
                <a:gd name="connsiteX232" fmla="*/ 193144 w 2441401"/>
                <a:gd name="connsiteY232" fmla="*/ 1757605 h 2351349"/>
                <a:gd name="connsiteX233" fmla="*/ 175007 w 2441401"/>
                <a:gd name="connsiteY233" fmla="*/ 1763757 h 2351349"/>
                <a:gd name="connsiteX234" fmla="*/ 110401 w 2441401"/>
                <a:gd name="connsiteY234" fmla="*/ 1705201 h 2351349"/>
                <a:gd name="connsiteX235" fmla="*/ 91615 w 2441401"/>
                <a:gd name="connsiteY235" fmla="*/ 1703231 h 2351349"/>
                <a:gd name="connsiteX236" fmla="*/ 63945 w 2441401"/>
                <a:gd name="connsiteY236" fmla="*/ 1670693 h 2351349"/>
                <a:gd name="connsiteX237" fmla="*/ 10702 w 2441401"/>
                <a:gd name="connsiteY237" fmla="*/ 1654093 h 2351349"/>
                <a:gd name="connsiteX238" fmla="*/ 0 w 2441401"/>
                <a:gd name="connsiteY238" fmla="*/ 1644942 h 2351349"/>
                <a:gd name="connsiteX239" fmla="*/ 22967 w 2441401"/>
                <a:gd name="connsiteY239" fmla="*/ 1598156 h 2351349"/>
                <a:gd name="connsiteX240" fmla="*/ 42287 w 2441401"/>
                <a:gd name="connsiteY240" fmla="*/ 1576447 h 2351349"/>
                <a:gd name="connsiteX241" fmla="*/ 17222 w 2441401"/>
                <a:gd name="connsiteY241" fmla="*/ 1533448 h 2351349"/>
                <a:gd name="connsiteX242" fmla="*/ 21658 w 2441401"/>
                <a:gd name="connsiteY242" fmla="*/ 1498952 h 2351349"/>
                <a:gd name="connsiteX243" fmla="*/ 71393 w 2441401"/>
                <a:gd name="connsiteY243" fmla="*/ 1452420 h 2351349"/>
                <a:gd name="connsiteX244" fmla="*/ 105190 w 2441401"/>
                <a:gd name="connsiteY244" fmla="*/ 1367720 h 2351349"/>
                <a:gd name="connsiteX245" fmla="*/ 197440 w 2441401"/>
                <a:gd name="connsiteY245" fmla="*/ 1263687 h 2351349"/>
                <a:gd name="connsiteX246" fmla="*/ 186751 w 2441401"/>
                <a:gd name="connsiteY246" fmla="*/ 1252565 h 2351349"/>
                <a:gd name="connsiteX247" fmla="*/ 104135 w 2441401"/>
                <a:gd name="connsiteY247" fmla="*/ 1169186 h 2351349"/>
                <a:gd name="connsiteX248" fmla="*/ 191428 w 2441401"/>
                <a:gd name="connsiteY248" fmla="*/ 1084091 h 2351349"/>
                <a:gd name="connsiteX249" fmla="*/ 232101 w 2441401"/>
                <a:gd name="connsiteY249" fmla="*/ 1062128 h 2351349"/>
                <a:gd name="connsiteX250" fmla="*/ 328940 w 2441401"/>
                <a:gd name="connsiteY250" fmla="*/ 968682 h 2351349"/>
                <a:gd name="connsiteX251" fmla="*/ 362609 w 2441401"/>
                <a:gd name="connsiteY251" fmla="*/ 928569 h 2351349"/>
                <a:gd name="connsiteX252" fmla="*/ 429974 w 2441401"/>
                <a:gd name="connsiteY252" fmla="*/ 868170 h 2351349"/>
                <a:gd name="connsiteX253" fmla="*/ 433507 w 2441401"/>
                <a:gd name="connsiteY253" fmla="*/ 852918 h 2351349"/>
                <a:gd name="connsiteX254" fmla="*/ 513505 w 2441401"/>
                <a:gd name="connsiteY254" fmla="*/ 810568 h 2351349"/>
                <a:gd name="connsiteX255" fmla="*/ 622457 w 2441401"/>
                <a:gd name="connsiteY255" fmla="*/ 743394 h 2351349"/>
                <a:gd name="connsiteX256" fmla="*/ 634862 w 2441401"/>
                <a:gd name="connsiteY256" fmla="*/ 718559 h 2351349"/>
                <a:gd name="connsiteX257" fmla="*/ 666638 w 2441401"/>
                <a:gd name="connsiteY257" fmla="*/ 710932 h 2351349"/>
                <a:gd name="connsiteX258" fmla="*/ 684432 w 2441401"/>
                <a:gd name="connsiteY258" fmla="*/ 693685 h 2351349"/>
                <a:gd name="connsiteX259" fmla="*/ 678560 w 2441401"/>
                <a:gd name="connsiteY259" fmla="*/ 680085 h 2351349"/>
                <a:gd name="connsiteX260" fmla="*/ 703878 w 2441401"/>
                <a:gd name="connsiteY260" fmla="*/ 656431 h 2351349"/>
                <a:gd name="connsiteX261" fmla="*/ 740420 w 2441401"/>
                <a:gd name="connsiteY261" fmla="*/ 653165 h 2351349"/>
                <a:gd name="connsiteX262" fmla="*/ 775399 w 2441401"/>
                <a:gd name="connsiteY262" fmla="*/ 626905 h 2351349"/>
                <a:gd name="connsiteX263" fmla="*/ 785847 w 2441401"/>
                <a:gd name="connsiteY263" fmla="*/ 610941 h 2351349"/>
                <a:gd name="connsiteX264" fmla="*/ 799675 w 2441401"/>
                <a:gd name="connsiteY264" fmla="*/ 600099 h 2351349"/>
                <a:gd name="connsiteX265" fmla="*/ 819376 w 2441401"/>
                <a:gd name="connsiteY265" fmla="*/ 550708 h 2351349"/>
                <a:gd name="connsiteX266" fmla="*/ 778398 w 2441401"/>
                <a:gd name="connsiteY266" fmla="*/ 507823 h 2351349"/>
                <a:gd name="connsiteX267" fmla="*/ 771090 w 2441401"/>
                <a:gd name="connsiteY267" fmla="*/ 475540 h 2351349"/>
                <a:gd name="connsiteX268" fmla="*/ 784792 w 2441401"/>
                <a:gd name="connsiteY268" fmla="*/ 461304 h 2351349"/>
                <a:gd name="connsiteX269" fmla="*/ 794312 w 2441401"/>
                <a:gd name="connsiteY269" fmla="*/ 409281 h 2351349"/>
                <a:gd name="connsiteX270" fmla="*/ 831896 w 2441401"/>
                <a:gd name="connsiteY270" fmla="*/ 360258 h 2351349"/>
                <a:gd name="connsiteX271" fmla="*/ 876801 w 2441401"/>
                <a:gd name="connsiteY271" fmla="*/ 375167 h 2351349"/>
                <a:gd name="connsiteX272" fmla="*/ 940085 w 2441401"/>
                <a:gd name="connsiteY272" fmla="*/ 350585 h 2351349"/>
                <a:gd name="connsiteX273" fmla="*/ 969318 w 2441401"/>
                <a:gd name="connsiteY273" fmla="*/ 339858 h 2351349"/>
                <a:gd name="connsiteX274" fmla="*/ 1042656 w 2441401"/>
                <a:gd name="connsiteY274" fmla="*/ 290288 h 2351349"/>
                <a:gd name="connsiteX275" fmla="*/ 1058188 w 2441401"/>
                <a:gd name="connsiteY275" fmla="*/ 280743 h 2351349"/>
                <a:gd name="connsiteX276" fmla="*/ 1091730 w 2441401"/>
                <a:gd name="connsiteY276" fmla="*/ 265491 h 2351349"/>
                <a:gd name="connsiteX277" fmla="*/ 1124879 w 2441401"/>
                <a:gd name="connsiteY277" fmla="*/ 258958 h 2351349"/>
                <a:gd name="connsiteX278" fmla="*/ 1162590 w 2441401"/>
                <a:gd name="connsiteY278" fmla="*/ 252679 h 2351349"/>
                <a:gd name="connsiteX279" fmla="*/ 1180600 w 2441401"/>
                <a:gd name="connsiteY279" fmla="*/ 244048 h 2351349"/>
                <a:gd name="connsiteX280" fmla="*/ 1212312 w 2441401"/>
                <a:gd name="connsiteY280" fmla="*/ 200923 h 2351349"/>
                <a:gd name="connsiteX281" fmla="*/ 1247024 w 2441401"/>
                <a:gd name="connsiteY281" fmla="*/ 167330 h 2351349"/>
                <a:gd name="connsiteX282" fmla="*/ 1366830 w 2441401"/>
                <a:gd name="connsiteY282" fmla="*/ 113210 h 2351349"/>
                <a:gd name="connsiteX283" fmla="*/ 1372181 w 2441401"/>
                <a:gd name="connsiteY283" fmla="*/ 128462 h 2351349"/>
                <a:gd name="connsiteX284" fmla="*/ 1357552 w 2441401"/>
                <a:gd name="connsiteY284" fmla="*/ 202448 h 2351349"/>
                <a:gd name="connsiteX285" fmla="*/ 1403880 w 2441401"/>
                <a:gd name="connsiteY285" fmla="*/ 243743 h 2351349"/>
                <a:gd name="connsiteX286" fmla="*/ 1400372 w 2441401"/>
                <a:gd name="connsiteY286" fmla="*/ 267410 h 2351349"/>
                <a:gd name="connsiteX287" fmla="*/ 1404681 w 2441401"/>
                <a:gd name="connsiteY287" fmla="*/ 268846 h 2351349"/>
                <a:gd name="connsiteX288" fmla="*/ 1403232 w 2441401"/>
                <a:gd name="connsiteY288" fmla="*/ 283221 h 2351349"/>
                <a:gd name="connsiteX289" fmla="*/ 1396877 w 2441401"/>
                <a:gd name="connsiteY289" fmla="*/ 306354 h 2351349"/>
                <a:gd name="connsiteX290" fmla="*/ 1438503 w 2441401"/>
                <a:gd name="connsiteY290" fmla="*/ 309354 h 2351349"/>
                <a:gd name="connsiteX291" fmla="*/ 1432249 w 2441401"/>
                <a:gd name="connsiteY291" fmla="*/ 326741 h 2351349"/>
                <a:gd name="connsiteX292" fmla="*/ 1416057 w 2441401"/>
                <a:gd name="connsiteY292" fmla="*/ 340074 h 2351349"/>
                <a:gd name="connsiteX293" fmla="*/ 1403664 w 2441401"/>
                <a:gd name="connsiteY293" fmla="*/ 344256 h 2351349"/>
                <a:gd name="connsiteX294" fmla="*/ 1386061 w 2441401"/>
                <a:gd name="connsiteY294" fmla="*/ 364783 h 2351349"/>
                <a:gd name="connsiteX295" fmla="*/ 1375892 w 2441401"/>
                <a:gd name="connsiteY295" fmla="*/ 366613 h 2351349"/>
                <a:gd name="connsiteX296" fmla="*/ 1355264 w 2441401"/>
                <a:gd name="connsiteY296" fmla="*/ 378637 h 2351349"/>
                <a:gd name="connsiteX297" fmla="*/ 1327301 w 2441401"/>
                <a:gd name="connsiteY297" fmla="*/ 413145 h 2351349"/>
                <a:gd name="connsiteX298" fmla="*/ 1313320 w 2441401"/>
                <a:gd name="connsiteY298" fmla="*/ 417594 h 2351349"/>
                <a:gd name="connsiteX299" fmla="*/ 1304969 w 2441401"/>
                <a:gd name="connsiteY299" fmla="*/ 426351 h 2351349"/>
                <a:gd name="connsiteX300" fmla="*/ 1296072 w 2441401"/>
                <a:gd name="connsiteY300" fmla="*/ 429351 h 2351349"/>
                <a:gd name="connsiteX301" fmla="*/ 1287175 w 2441401"/>
                <a:gd name="connsiteY301" fmla="*/ 446217 h 2351349"/>
                <a:gd name="connsiteX302" fmla="*/ 1277770 w 2441401"/>
                <a:gd name="connsiteY302" fmla="*/ 451174 h 2351349"/>
                <a:gd name="connsiteX303" fmla="*/ 1273080 w 2441401"/>
                <a:gd name="connsiteY303" fmla="*/ 457707 h 2351349"/>
                <a:gd name="connsiteX304" fmla="*/ 1260674 w 2441401"/>
                <a:gd name="connsiteY304" fmla="*/ 460719 h 2351349"/>
                <a:gd name="connsiteX305" fmla="*/ 1239792 w 2441401"/>
                <a:gd name="connsiteY305" fmla="*/ 472222 h 2351349"/>
                <a:gd name="connsiteX306" fmla="*/ 1189675 w 2441401"/>
                <a:gd name="connsiteY306" fmla="*/ 512742 h 2351349"/>
                <a:gd name="connsiteX307" fmla="*/ 1190603 w 2441401"/>
                <a:gd name="connsiteY307" fmla="*/ 529202 h 2351349"/>
                <a:gd name="connsiteX308" fmla="*/ 1192039 w 2441401"/>
                <a:gd name="connsiteY308" fmla="*/ 538099 h 2351349"/>
                <a:gd name="connsiteX309" fmla="*/ 1203771 w 2441401"/>
                <a:gd name="connsiteY309" fmla="*/ 550670 h 2351349"/>
                <a:gd name="connsiteX310" fmla="*/ 1214079 w 2441401"/>
                <a:gd name="connsiteY310" fmla="*/ 561638 h 2351349"/>
                <a:gd name="connsiteX311" fmla="*/ 1238012 w 2441401"/>
                <a:gd name="connsiteY311" fmla="*/ 559567 h 2351349"/>
                <a:gd name="connsiteX312" fmla="*/ 1244812 w 2441401"/>
                <a:gd name="connsiteY312" fmla="*/ 554737 h 2351349"/>
                <a:gd name="connsiteX313" fmla="*/ 1258374 w 2441401"/>
                <a:gd name="connsiteY313" fmla="*/ 554203 h 2351349"/>
                <a:gd name="connsiteX314" fmla="*/ 1268949 w 2441401"/>
                <a:gd name="connsiteY314" fmla="*/ 544035 h 2351349"/>
                <a:gd name="connsiteX315" fmla="*/ 1356916 w 2441401"/>
                <a:gd name="connsiteY315" fmla="*/ 499981 h 2351349"/>
                <a:gd name="connsiteX316" fmla="*/ 1384701 w 2441401"/>
                <a:gd name="connsiteY316" fmla="*/ 498024 h 2351349"/>
                <a:gd name="connsiteX317" fmla="*/ 1395390 w 2441401"/>
                <a:gd name="connsiteY317" fmla="*/ 502193 h 2351349"/>
                <a:gd name="connsiteX318" fmla="*/ 1405062 w 2441401"/>
                <a:gd name="connsiteY318" fmla="*/ 498799 h 2351349"/>
                <a:gd name="connsiteX319" fmla="*/ 1422539 w 2441401"/>
                <a:gd name="connsiteY319" fmla="*/ 511992 h 2351349"/>
                <a:gd name="connsiteX320" fmla="*/ 1440435 w 2441401"/>
                <a:gd name="connsiteY320" fmla="*/ 510823 h 2351349"/>
                <a:gd name="connsiteX321" fmla="*/ 1458051 w 2441401"/>
                <a:gd name="connsiteY321" fmla="*/ 493308 h 2351349"/>
                <a:gd name="connsiteX322" fmla="*/ 1477625 w 2441401"/>
                <a:gd name="connsiteY322" fmla="*/ 512539 h 2351349"/>
                <a:gd name="connsiteX323" fmla="*/ 1492496 w 2441401"/>
                <a:gd name="connsiteY323" fmla="*/ 518411 h 2351349"/>
                <a:gd name="connsiteX324" fmla="*/ 1471359 w 2441401"/>
                <a:gd name="connsiteY324" fmla="*/ 545344 h 2351349"/>
                <a:gd name="connsiteX325" fmla="*/ 1480091 w 2441401"/>
                <a:gd name="connsiteY325" fmla="*/ 555143 h 2351349"/>
                <a:gd name="connsiteX326" fmla="*/ 1490932 w 2441401"/>
                <a:gd name="connsiteY326" fmla="*/ 544823 h 2351349"/>
                <a:gd name="connsiteX327" fmla="*/ 1520547 w 2441401"/>
                <a:gd name="connsiteY327" fmla="*/ 571730 h 2351349"/>
                <a:gd name="connsiteX328" fmla="*/ 1553835 w 2441401"/>
                <a:gd name="connsiteY328" fmla="*/ 583627 h 2351349"/>
                <a:gd name="connsiteX329" fmla="*/ 1560101 w 2441401"/>
                <a:gd name="connsiteY329" fmla="*/ 589118 h 2351349"/>
                <a:gd name="connsiteX330" fmla="*/ 1576142 w 2441401"/>
                <a:gd name="connsiteY330" fmla="*/ 601015 h 2351349"/>
                <a:gd name="connsiteX331" fmla="*/ 1612556 w 2441401"/>
                <a:gd name="connsiteY331" fmla="*/ 584809 h 2351349"/>
                <a:gd name="connsiteX332" fmla="*/ 1633299 w 2441401"/>
                <a:gd name="connsiteY332" fmla="*/ 564282 h 2351349"/>
                <a:gd name="connsiteX333" fmla="*/ 1655352 w 2441401"/>
                <a:gd name="connsiteY333" fmla="*/ 568095 h 2351349"/>
                <a:gd name="connsiteX334" fmla="*/ 1681865 w 2441401"/>
                <a:gd name="connsiteY334" fmla="*/ 593185 h 2351349"/>
                <a:gd name="connsiteX335" fmla="*/ 1740180 w 2441401"/>
                <a:gd name="connsiteY335" fmla="*/ 571235 h 2351349"/>
                <a:gd name="connsiteX336" fmla="*/ 1751415 w 2441401"/>
                <a:gd name="connsiteY336" fmla="*/ 582674 h 2351349"/>
                <a:gd name="connsiteX337" fmla="*/ 1763681 w 2441401"/>
                <a:gd name="connsiteY337" fmla="*/ 563608 h 2351349"/>
                <a:gd name="connsiteX338" fmla="*/ 1772730 w 2441401"/>
                <a:gd name="connsiteY338" fmla="*/ 534146 h 2351349"/>
                <a:gd name="connsiteX339" fmla="*/ 1782390 w 2441401"/>
                <a:gd name="connsiteY339" fmla="*/ 527486 h 2351349"/>
                <a:gd name="connsiteX340" fmla="*/ 1793829 w 2441401"/>
                <a:gd name="connsiteY340" fmla="*/ 505129 h 2351349"/>
                <a:gd name="connsiteX341" fmla="*/ 1744895 w 2441401"/>
                <a:gd name="connsiteY341" fmla="*/ 492063 h 2351349"/>
                <a:gd name="connsiteX342" fmla="*/ 1740840 w 2441401"/>
                <a:gd name="connsiteY342" fmla="*/ 450882 h 2351349"/>
                <a:gd name="connsiteX343" fmla="*/ 1745658 w 2441401"/>
                <a:gd name="connsiteY343" fmla="*/ 418877 h 2351349"/>
                <a:gd name="connsiteX344" fmla="*/ 1769807 w 2441401"/>
                <a:gd name="connsiteY344" fmla="*/ 381764 h 2351349"/>
                <a:gd name="connsiteX345" fmla="*/ 1791872 w 2441401"/>
                <a:gd name="connsiteY345" fmla="*/ 361745 h 2351349"/>
                <a:gd name="connsiteX346" fmla="*/ 1765765 w 2441401"/>
                <a:gd name="connsiteY346" fmla="*/ 337036 h 2351349"/>
                <a:gd name="connsiteX347" fmla="*/ 1773595 w 2441401"/>
                <a:gd name="connsiteY347" fmla="*/ 309722 h 2351349"/>
                <a:gd name="connsiteX348" fmla="*/ 1752979 w 2441401"/>
                <a:gd name="connsiteY348" fmla="*/ 282268 h 2351349"/>
                <a:gd name="connsiteX349" fmla="*/ 1712903 w 2441401"/>
                <a:gd name="connsiteY349" fmla="*/ 261614 h 2351349"/>
                <a:gd name="connsiteX350" fmla="*/ 1734841 w 2441401"/>
                <a:gd name="connsiteY350" fmla="*/ 242015 h 2351349"/>
                <a:gd name="connsiteX351" fmla="*/ 1734841 w 2441401"/>
                <a:gd name="connsiteY351" fmla="*/ 233118 h 2351349"/>
                <a:gd name="connsiteX352" fmla="*/ 1778158 w 2441401"/>
                <a:gd name="connsiteY352" fmla="*/ 206846 h 2351349"/>
                <a:gd name="connsiteX353" fmla="*/ 1784170 w 2441401"/>
                <a:gd name="connsiteY353" fmla="*/ 246311 h 2351349"/>
                <a:gd name="connsiteX354" fmla="*/ 1810009 w 2441401"/>
                <a:gd name="connsiteY354" fmla="*/ 255488 h 2351349"/>
                <a:gd name="connsiteX355" fmla="*/ 1851368 w 2441401"/>
                <a:gd name="connsiteY355" fmla="*/ 325788 h 2351349"/>
                <a:gd name="connsiteX356" fmla="*/ 1871082 w 2441401"/>
                <a:gd name="connsiteY356" fmla="*/ 320170 h 2351349"/>
                <a:gd name="connsiteX357" fmla="*/ 1857901 w 2441401"/>
                <a:gd name="connsiteY357" fmla="*/ 271947 h 2351349"/>
                <a:gd name="connsiteX358" fmla="*/ 1881657 w 2441401"/>
                <a:gd name="connsiteY358" fmla="*/ 262923 h 2351349"/>
                <a:gd name="connsiteX359" fmla="*/ 1908920 w 2441401"/>
                <a:gd name="connsiteY359" fmla="*/ 299516 h 2351349"/>
                <a:gd name="connsiteX360" fmla="*/ 1912454 w 2441401"/>
                <a:gd name="connsiteY360" fmla="*/ 304231 h 2351349"/>
                <a:gd name="connsiteX361" fmla="*/ 1897201 w 2441401"/>
                <a:gd name="connsiteY361" fmla="*/ 322661 h 2351349"/>
                <a:gd name="connsiteX362" fmla="*/ 1878797 w 2441401"/>
                <a:gd name="connsiteY362" fmla="*/ 368011 h 2351349"/>
                <a:gd name="connsiteX363" fmla="*/ 1904027 w 2441401"/>
                <a:gd name="connsiteY363" fmla="*/ 401960 h 2351349"/>
                <a:gd name="connsiteX364" fmla="*/ 1918631 w 2441401"/>
                <a:gd name="connsiteY364" fmla="*/ 432287 h 2351349"/>
                <a:gd name="connsiteX365" fmla="*/ 1891367 w 2441401"/>
                <a:gd name="connsiteY365" fmla="*/ 454631 h 2351349"/>
                <a:gd name="connsiteX366" fmla="*/ 1863049 w 2441401"/>
                <a:gd name="connsiteY366" fmla="*/ 438693 h 2351349"/>
                <a:gd name="connsiteX367" fmla="*/ 1848699 w 2441401"/>
                <a:gd name="connsiteY367" fmla="*/ 465219 h 2351349"/>
                <a:gd name="connsiteX368" fmla="*/ 1861753 w 2441401"/>
                <a:gd name="connsiteY368" fmla="*/ 506654 h 2351349"/>
                <a:gd name="connsiteX369" fmla="*/ 1848572 w 2441401"/>
                <a:gd name="connsiteY369" fmla="*/ 552017 h 2351349"/>
                <a:gd name="connsiteX370" fmla="*/ 1808497 w 2441401"/>
                <a:gd name="connsiteY370" fmla="*/ 577628 h 2351349"/>
                <a:gd name="connsiteX371" fmla="*/ 1787881 w 2441401"/>
                <a:gd name="connsiteY371" fmla="*/ 619457 h 2351349"/>
                <a:gd name="connsiteX372" fmla="*/ 1758012 w 2441401"/>
                <a:gd name="connsiteY372" fmla="*/ 633184 h 2351349"/>
                <a:gd name="connsiteX373" fmla="*/ 1749903 w 2441401"/>
                <a:gd name="connsiteY373" fmla="*/ 661541 h 2351349"/>
                <a:gd name="connsiteX374" fmla="*/ 1772781 w 2441401"/>
                <a:gd name="connsiteY374" fmla="*/ 666510 h 2351349"/>
                <a:gd name="connsiteX375" fmla="*/ 1791186 w 2441401"/>
                <a:gd name="connsiteY375" fmla="*/ 659965 h 2351349"/>
                <a:gd name="connsiteX376" fmla="*/ 1812793 w 2441401"/>
                <a:gd name="connsiteY376" fmla="*/ 685855 h 2351349"/>
                <a:gd name="connsiteX377" fmla="*/ 1802358 w 2441401"/>
                <a:gd name="connsiteY377" fmla="*/ 717872 h 2351349"/>
                <a:gd name="connsiteX378" fmla="*/ 1800413 w 2441401"/>
                <a:gd name="connsiteY378" fmla="*/ 728473 h 2351349"/>
                <a:gd name="connsiteX379" fmla="*/ 1775997 w 2441401"/>
                <a:gd name="connsiteY379" fmla="*/ 755393 h 2351349"/>
                <a:gd name="connsiteX380" fmla="*/ 1767519 w 2441401"/>
                <a:gd name="connsiteY380" fmla="*/ 749368 h 2351349"/>
                <a:gd name="connsiteX381" fmla="*/ 1723402 w 2441401"/>
                <a:gd name="connsiteY381" fmla="*/ 795519 h 2351349"/>
                <a:gd name="connsiteX382" fmla="*/ 1711658 w 2441401"/>
                <a:gd name="connsiteY382" fmla="*/ 812627 h 2351349"/>
                <a:gd name="connsiteX383" fmla="*/ 1713996 w 2441401"/>
                <a:gd name="connsiteY383" fmla="*/ 820482 h 2351349"/>
                <a:gd name="connsiteX384" fmla="*/ 1695745 w 2441401"/>
                <a:gd name="connsiteY384" fmla="*/ 846487 h 2351349"/>
                <a:gd name="connsiteX385" fmla="*/ 1680327 w 2441401"/>
                <a:gd name="connsiteY385" fmla="*/ 858790 h 2351349"/>
                <a:gd name="connsiteX386" fmla="*/ 1654360 w 2441401"/>
                <a:gd name="connsiteY386" fmla="*/ 889498 h 2351349"/>
                <a:gd name="connsiteX387" fmla="*/ 1669117 w 2441401"/>
                <a:gd name="connsiteY387" fmla="*/ 899170 h 2351349"/>
                <a:gd name="connsiteX388" fmla="*/ 1661148 w 2441401"/>
                <a:gd name="connsiteY388" fmla="*/ 936666 h 2351349"/>
                <a:gd name="connsiteX389" fmla="*/ 1631266 w 2441401"/>
                <a:gd name="connsiteY389" fmla="*/ 952312 h 2351349"/>
                <a:gd name="connsiteX390" fmla="*/ 1623830 w 2441401"/>
                <a:gd name="connsiteY390" fmla="*/ 948270 h 2351349"/>
                <a:gd name="connsiteX391" fmla="*/ 1611819 w 2441401"/>
                <a:gd name="connsiteY391" fmla="*/ 936246 h 2351349"/>
                <a:gd name="connsiteX392" fmla="*/ 1578773 w 2441401"/>
                <a:gd name="connsiteY392" fmla="*/ 937682 h 2351349"/>
                <a:gd name="connsiteX393" fmla="*/ 1558945 w 2441401"/>
                <a:gd name="connsiteY393" fmla="*/ 972966 h 2351349"/>
                <a:gd name="connsiteX394" fmla="*/ 1530881 w 2441401"/>
                <a:gd name="connsiteY394" fmla="*/ 973869 h 2351349"/>
                <a:gd name="connsiteX395" fmla="*/ 1528262 w 2441401"/>
                <a:gd name="connsiteY395" fmla="*/ 983948 h 2351349"/>
                <a:gd name="connsiteX396" fmla="*/ 1515489 w 2441401"/>
                <a:gd name="connsiteY396" fmla="*/ 1002771 h 2351349"/>
                <a:gd name="connsiteX397" fmla="*/ 1527080 w 2441401"/>
                <a:gd name="connsiteY397" fmla="*/ 1094005 h 2351349"/>
                <a:gd name="connsiteX398" fmla="*/ 1516658 w 2441401"/>
                <a:gd name="connsiteY398" fmla="*/ 1117646 h 2351349"/>
                <a:gd name="connsiteX399" fmla="*/ 1522009 w 2441401"/>
                <a:gd name="connsiteY399" fmla="*/ 1138694 h 2351349"/>
                <a:gd name="connsiteX400" fmla="*/ 1517954 w 2441401"/>
                <a:gd name="connsiteY400" fmla="*/ 1166276 h 2351349"/>
                <a:gd name="connsiteX401" fmla="*/ 1508816 w 2441401"/>
                <a:gd name="connsiteY401" fmla="*/ 1190577 h 2351349"/>
                <a:gd name="connsiteX402" fmla="*/ 1518082 w 2441401"/>
                <a:gd name="connsiteY402" fmla="*/ 1194251 h 2351349"/>
                <a:gd name="connsiteX403" fmla="*/ 1546527 w 2441401"/>
                <a:gd name="connsiteY403" fmla="*/ 1181947 h 2351349"/>
                <a:gd name="connsiteX404" fmla="*/ 1544849 w 2441401"/>
                <a:gd name="connsiteY404" fmla="*/ 1173469 h 2351349"/>
                <a:gd name="connsiteX405" fmla="*/ 1548662 w 2441401"/>
                <a:gd name="connsiteY405" fmla="*/ 1159997 h 2351349"/>
                <a:gd name="connsiteX406" fmla="*/ 1562504 w 2441401"/>
                <a:gd name="connsiteY406" fmla="*/ 1165360 h 2351349"/>
                <a:gd name="connsiteX407" fmla="*/ 1571896 w 2441401"/>
                <a:gd name="connsiteY407" fmla="*/ 1185226 h 2351349"/>
                <a:gd name="connsiteX408" fmla="*/ 1581683 w 2441401"/>
                <a:gd name="connsiteY408" fmla="*/ 1188239 h 2351349"/>
                <a:gd name="connsiteX409" fmla="*/ 1590822 w 2441401"/>
                <a:gd name="connsiteY409" fmla="*/ 1190984 h 2351349"/>
                <a:gd name="connsiteX410" fmla="*/ 1603075 w 2441401"/>
                <a:gd name="connsiteY410" fmla="*/ 1176863 h 2351349"/>
                <a:gd name="connsiteX411" fmla="*/ 1606468 w 2441401"/>
                <a:gd name="connsiteY411" fmla="*/ 1170978 h 2351349"/>
                <a:gd name="connsiteX412" fmla="*/ 1627745 w 2441401"/>
                <a:gd name="connsiteY412" fmla="*/ 1171372 h 2351349"/>
                <a:gd name="connsiteX413" fmla="*/ 1650623 w 2441401"/>
                <a:gd name="connsiteY413" fmla="*/ 1182875 h 2351349"/>
                <a:gd name="connsiteX414" fmla="*/ 1653165 w 2441401"/>
                <a:gd name="connsiteY414" fmla="*/ 1188760 h 2351349"/>
                <a:gd name="connsiteX415" fmla="*/ 1666753 w 2441401"/>
                <a:gd name="connsiteY415" fmla="*/ 1208626 h 2351349"/>
                <a:gd name="connsiteX416" fmla="*/ 1696494 w 2441401"/>
                <a:gd name="connsiteY416" fmla="*/ 1228962 h 2351349"/>
                <a:gd name="connsiteX417" fmla="*/ 1720644 w 2441401"/>
                <a:gd name="connsiteY417" fmla="*/ 1205957 h 2351349"/>
                <a:gd name="connsiteX418" fmla="*/ 1729376 w 2441401"/>
                <a:gd name="connsiteY418" fmla="*/ 1233665 h 2351349"/>
                <a:gd name="connsiteX419" fmla="*/ 1712560 w 2441401"/>
                <a:gd name="connsiteY419" fmla="*/ 1241507 h 2351349"/>
                <a:gd name="connsiteX420" fmla="*/ 1707858 w 2441401"/>
                <a:gd name="connsiteY420" fmla="*/ 1244647 h 2351349"/>
                <a:gd name="connsiteX421" fmla="*/ 1698465 w 2441401"/>
                <a:gd name="connsiteY421" fmla="*/ 1246744 h 2351349"/>
                <a:gd name="connsiteX422" fmla="*/ 1659190 w 2441401"/>
                <a:gd name="connsiteY422" fmla="*/ 1291954 h 2351349"/>
                <a:gd name="connsiteX423" fmla="*/ 1656305 w 2441401"/>
                <a:gd name="connsiteY423" fmla="*/ 1295093 h 2351349"/>
                <a:gd name="connsiteX424" fmla="*/ 1651869 w 2441401"/>
                <a:gd name="connsiteY424" fmla="*/ 1307651 h 2351349"/>
                <a:gd name="connsiteX425" fmla="*/ 1654220 w 2441401"/>
                <a:gd name="connsiteY425" fmla="*/ 1313523 h 2351349"/>
                <a:gd name="connsiteX426" fmla="*/ 1648221 w 2441401"/>
                <a:gd name="connsiteY426" fmla="*/ 1327771 h 2351349"/>
                <a:gd name="connsiteX427" fmla="*/ 1643518 w 2441401"/>
                <a:gd name="connsiteY427" fmla="*/ 1325420 h 2351349"/>
                <a:gd name="connsiteX428" fmla="*/ 1638155 w 2441401"/>
                <a:gd name="connsiteY428" fmla="*/ 1321899 h 2351349"/>
                <a:gd name="connsiteX429" fmla="*/ 1641167 w 2441401"/>
                <a:gd name="connsiteY429" fmla="*/ 1309481 h 2351349"/>
                <a:gd name="connsiteX430" fmla="*/ 1634647 w 2441401"/>
                <a:gd name="connsiteY430" fmla="*/ 1307651 h 2351349"/>
                <a:gd name="connsiteX431" fmla="*/ 1632943 w 2441401"/>
                <a:gd name="connsiteY431" fmla="*/ 1294051 h 2351349"/>
                <a:gd name="connsiteX432" fmla="*/ 1623297 w 2441401"/>
                <a:gd name="connsiteY432" fmla="*/ 1292996 h 2351349"/>
                <a:gd name="connsiteX433" fmla="*/ 1584784 w 2441401"/>
                <a:gd name="connsiteY433" fmla="*/ 1303164 h 2351349"/>
                <a:gd name="connsiteX434" fmla="*/ 1567842 w 2441401"/>
                <a:gd name="connsiteY434" fmla="*/ 1292691 h 2351349"/>
                <a:gd name="connsiteX435" fmla="*/ 1543959 w 2441401"/>
                <a:gd name="connsiteY435" fmla="*/ 1337787 h 2351349"/>
                <a:gd name="connsiteX436" fmla="*/ 1568350 w 2441401"/>
                <a:gd name="connsiteY436" fmla="*/ 1379222 h 2351349"/>
                <a:gd name="connsiteX437" fmla="*/ 1580095 w 2441401"/>
                <a:gd name="connsiteY437" fmla="*/ 1378320 h 2351349"/>
                <a:gd name="connsiteX438" fmla="*/ 1585179 w 2441401"/>
                <a:gd name="connsiteY438" fmla="*/ 1400397 h 2351349"/>
                <a:gd name="connsiteX439" fmla="*/ 1599783 w 2441401"/>
                <a:gd name="connsiteY439" fmla="*/ 1398046 h 2351349"/>
                <a:gd name="connsiteX440" fmla="*/ 1616624 w 2441401"/>
                <a:gd name="connsiteY440" fmla="*/ 1434626 h 2351349"/>
                <a:gd name="connsiteX441" fmla="*/ 1637240 w 2441401"/>
                <a:gd name="connsiteY441" fmla="*/ 1436088 h 2351349"/>
                <a:gd name="connsiteX442" fmla="*/ 1685907 w 2441401"/>
                <a:gd name="connsiteY442" fmla="*/ 1378701 h 2351349"/>
                <a:gd name="connsiteX443" fmla="*/ 1700130 w 2441401"/>
                <a:gd name="connsiteY443" fmla="*/ 1348908 h 2351349"/>
                <a:gd name="connsiteX444" fmla="*/ 1719195 w 2441401"/>
                <a:gd name="connsiteY444" fmla="*/ 1357259 h 2351349"/>
                <a:gd name="connsiteX445" fmla="*/ 1714619 w 2441401"/>
                <a:gd name="connsiteY445" fmla="*/ 1393470 h 2351349"/>
                <a:gd name="connsiteX446" fmla="*/ 1731575 w 2441401"/>
                <a:gd name="connsiteY446" fmla="*/ 1398046 h 2351349"/>
                <a:gd name="connsiteX447" fmla="*/ 1747386 w 2441401"/>
                <a:gd name="connsiteY447" fmla="*/ 1377392 h 2351349"/>
                <a:gd name="connsiteX448" fmla="*/ 1793829 w 2441401"/>
                <a:gd name="connsiteY448" fmla="*/ 1389797 h 2351349"/>
                <a:gd name="connsiteX449" fmla="*/ 1831960 w 2441401"/>
                <a:gd name="connsiteY449" fmla="*/ 1408367 h 2351349"/>
                <a:gd name="connsiteX450" fmla="*/ 1845153 w 2441401"/>
                <a:gd name="connsiteY450" fmla="*/ 1413070 h 2351349"/>
                <a:gd name="connsiteX451" fmla="*/ 1856363 w 2441401"/>
                <a:gd name="connsiteY451" fmla="*/ 1417264 h 2351349"/>
                <a:gd name="connsiteX452" fmla="*/ 1850224 w 2441401"/>
                <a:gd name="connsiteY452" fmla="*/ 1429415 h 2351349"/>
                <a:gd name="connsiteX453" fmla="*/ 1858334 w 2441401"/>
                <a:gd name="connsiteY453" fmla="*/ 1440396 h 2351349"/>
                <a:gd name="connsiteX454" fmla="*/ 1863278 w 2441401"/>
                <a:gd name="connsiteY454" fmla="*/ 1450844 h 2351349"/>
                <a:gd name="connsiteX455" fmla="*/ 1897481 w 2441401"/>
                <a:gd name="connsiteY455" fmla="*/ 1493449 h 2351349"/>
                <a:gd name="connsiteX456" fmla="*/ 1886906 w 2441401"/>
                <a:gd name="connsiteY456" fmla="*/ 1524691 h 2351349"/>
                <a:gd name="connsiteX457" fmla="*/ 1894863 w 2441401"/>
                <a:gd name="connsiteY457" fmla="*/ 1602464 h 2351349"/>
                <a:gd name="connsiteX458" fmla="*/ 1964413 w 2441401"/>
                <a:gd name="connsiteY458" fmla="*/ 1575010 h 2351349"/>
                <a:gd name="connsiteX459" fmla="*/ 1974988 w 2441401"/>
                <a:gd name="connsiteY459" fmla="*/ 1555805 h 2351349"/>
                <a:gd name="connsiteX460" fmla="*/ 1991969 w 2441401"/>
                <a:gd name="connsiteY460" fmla="*/ 1525084 h 2351349"/>
                <a:gd name="connsiteX461" fmla="*/ 2009572 w 2441401"/>
                <a:gd name="connsiteY461" fmla="*/ 1493309 h 2351349"/>
                <a:gd name="connsiteX462" fmla="*/ 2057604 w 2441401"/>
                <a:gd name="connsiteY462" fmla="*/ 1459334 h 2351349"/>
                <a:gd name="connsiteX463" fmla="*/ 2142674 w 2441401"/>
                <a:gd name="connsiteY463" fmla="*/ 1459334 h 2351349"/>
                <a:gd name="connsiteX464" fmla="*/ 2155727 w 2441401"/>
                <a:gd name="connsiteY464" fmla="*/ 1434359 h 2351349"/>
                <a:gd name="connsiteX465" fmla="*/ 2212109 w 2441401"/>
                <a:gd name="connsiteY465" fmla="*/ 1402583 h 2351349"/>
                <a:gd name="connsiteX466" fmla="*/ 2226459 w 2441401"/>
                <a:gd name="connsiteY466" fmla="*/ 1357628 h 2351349"/>
                <a:gd name="connsiteX467" fmla="*/ 2281011 w 2441401"/>
                <a:gd name="connsiteY467" fmla="*/ 1321683 h 2351349"/>
                <a:gd name="connsiteX468" fmla="*/ 2318850 w 2441401"/>
                <a:gd name="connsiteY468" fmla="*/ 1295538 h 2351349"/>
                <a:gd name="connsiteX469" fmla="*/ 2331128 w 2441401"/>
                <a:gd name="connsiteY469" fmla="*/ 1328725 h 2351349"/>
                <a:gd name="connsiteX470" fmla="*/ 2364797 w 2441401"/>
                <a:gd name="connsiteY470" fmla="*/ 1315925 h 2351349"/>
                <a:gd name="connsiteX471" fmla="*/ 2382935 w 2441401"/>
                <a:gd name="connsiteY471" fmla="*/ 1285205 h 2351349"/>
                <a:gd name="connsiteX472" fmla="*/ 2416223 w 2441401"/>
                <a:gd name="connsiteY472" fmla="*/ 1263369 h 2351349"/>
                <a:gd name="connsiteX473" fmla="*/ 2435123 w 2441401"/>
                <a:gd name="connsiteY473" fmla="*/ 1333961 h 2351349"/>
                <a:gd name="connsiteX474" fmla="*/ 2441402 w 2441401"/>
                <a:gd name="connsiteY474" fmla="*/ 1357361 h 2351349"/>
                <a:gd name="connsiteX475" fmla="*/ 2422603 w 2441401"/>
                <a:gd name="connsiteY475" fmla="*/ 1393903 h 2351349"/>
                <a:gd name="connsiteX476" fmla="*/ 2389442 w 2441401"/>
                <a:gd name="connsiteY476" fmla="*/ 1458725 h 2351349"/>
                <a:gd name="connsiteX477" fmla="*/ 2392582 w 2441401"/>
                <a:gd name="connsiteY477" fmla="*/ 1477281 h 2351349"/>
                <a:gd name="connsiteX478" fmla="*/ 2406296 w 2441401"/>
                <a:gd name="connsiteY478" fmla="*/ 1557152 h 2351349"/>
                <a:gd name="connsiteX479" fmla="*/ 2385794 w 2441401"/>
                <a:gd name="connsiteY479" fmla="*/ 1592563 h 2351349"/>
                <a:gd name="connsiteX480" fmla="*/ 2329552 w 2441401"/>
                <a:gd name="connsiteY480" fmla="*/ 1599884 h 2351349"/>
                <a:gd name="connsiteX481" fmla="*/ 2362166 w 2441401"/>
                <a:gd name="connsiteY481" fmla="*/ 1676603 h 2351349"/>
                <a:gd name="connsiteX482" fmla="*/ 2325904 w 2441401"/>
                <a:gd name="connsiteY482" fmla="*/ 1780522 h 2351349"/>
                <a:gd name="connsiteX483" fmla="*/ 2355519 w 2441401"/>
                <a:gd name="connsiteY483" fmla="*/ 1815017 h 2351349"/>
                <a:gd name="connsiteX484" fmla="*/ 2360221 w 2441401"/>
                <a:gd name="connsiteY484" fmla="*/ 1839166 h 2351349"/>
                <a:gd name="connsiteX485" fmla="*/ 2366221 w 2441401"/>
                <a:gd name="connsiteY485" fmla="*/ 1869874 h 2351349"/>
                <a:gd name="connsiteX486" fmla="*/ 2379020 w 2441401"/>
                <a:gd name="connsiteY486" fmla="*/ 1935230 h 2351349"/>
                <a:gd name="connsiteX487" fmla="*/ 2339339 w 2441401"/>
                <a:gd name="connsiteY487" fmla="*/ 1977695 h 2351349"/>
                <a:gd name="connsiteX488" fmla="*/ 2325777 w 2441401"/>
                <a:gd name="connsiteY488" fmla="*/ 2006191 h 2351349"/>
                <a:gd name="connsiteX489" fmla="*/ 2353828 w 2441401"/>
                <a:gd name="connsiteY489" fmla="*/ 2068802 h 2351349"/>
                <a:gd name="connsiteX490" fmla="*/ 2269941 w 2441401"/>
                <a:gd name="connsiteY490" fmla="*/ 2133497 h 2351349"/>
                <a:gd name="connsiteX491" fmla="*/ 2227921 w 2441401"/>
                <a:gd name="connsiteY491" fmla="*/ 2194277 h 2351349"/>
                <a:gd name="connsiteX492" fmla="*/ 2186422 w 2441401"/>
                <a:gd name="connsiteY492" fmla="*/ 2202767 h 2351349"/>
                <a:gd name="connsiteX493" fmla="*/ 2164103 w 2441401"/>
                <a:gd name="connsiteY493" fmla="*/ 2264462 h 2351349"/>
                <a:gd name="connsiteX494" fmla="*/ 2106818 w 2441401"/>
                <a:gd name="connsiteY494" fmla="*/ 2308516 h 2351349"/>
                <a:gd name="connsiteX495" fmla="*/ 2080127 w 2441401"/>
                <a:gd name="connsiteY495" fmla="*/ 2314871 h 2351349"/>
                <a:gd name="connsiteX496" fmla="*/ 2071382 w 2441401"/>
                <a:gd name="connsiteY496" fmla="*/ 2309914 h 2351349"/>
                <a:gd name="connsiteX497" fmla="*/ 1992172 w 2441401"/>
                <a:gd name="connsiteY497" fmla="*/ 2351349 h 2351349"/>
                <a:gd name="connsiteX498" fmla="*/ 1982385 w 2441401"/>
                <a:gd name="connsiteY498" fmla="*/ 2331216 h 2351349"/>
                <a:gd name="connsiteX499" fmla="*/ 1968811 w 2441401"/>
                <a:gd name="connsiteY499" fmla="*/ 2311744 h 2351349"/>
                <a:gd name="connsiteX500" fmla="*/ 1953406 w 2441401"/>
                <a:gd name="connsiteY500" fmla="*/ 2299848 h 2351349"/>
                <a:gd name="connsiteX501" fmla="*/ 1949885 w 2441401"/>
                <a:gd name="connsiteY501" fmla="*/ 2291599 h 2351349"/>
                <a:gd name="connsiteX502" fmla="*/ 1947013 w 2441401"/>
                <a:gd name="connsiteY502" fmla="*/ 2256709 h 2351349"/>
                <a:gd name="connsiteX503" fmla="*/ 1941929 w 2441401"/>
                <a:gd name="connsiteY503" fmla="*/ 2247037 h 2351349"/>
                <a:gd name="connsiteX504" fmla="*/ 1933438 w 2441401"/>
                <a:gd name="connsiteY504" fmla="*/ 2240771 h 2351349"/>
                <a:gd name="connsiteX505" fmla="*/ 1929790 w 2441401"/>
                <a:gd name="connsiteY505" fmla="*/ 2231352 h 2351349"/>
                <a:gd name="connsiteX506" fmla="*/ 1931061 w 2441401"/>
                <a:gd name="connsiteY506" fmla="*/ 2224832 h 2351349"/>
                <a:gd name="connsiteX507" fmla="*/ 1928049 w 2441401"/>
                <a:gd name="connsiteY507" fmla="*/ 2219468 h 2351349"/>
                <a:gd name="connsiteX508" fmla="*/ 1920423 w 2441401"/>
                <a:gd name="connsiteY508" fmla="*/ 2211753 h 2351349"/>
                <a:gd name="connsiteX509" fmla="*/ 1914805 w 2441401"/>
                <a:gd name="connsiteY509" fmla="*/ 2203250 h 2351349"/>
                <a:gd name="connsiteX510" fmla="*/ 1903366 w 2441401"/>
                <a:gd name="connsiteY510" fmla="*/ 2177512 h 2351349"/>
                <a:gd name="connsiteX511" fmla="*/ 1903900 w 2441401"/>
                <a:gd name="connsiteY511" fmla="*/ 2165615 h 2351349"/>
                <a:gd name="connsiteX512" fmla="*/ 1899591 w 2441401"/>
                <a:gd name="connsiteY512" fmla="*/ 2155536 h 2351349"/>
                <a:gd name="connsiteX513" fmla="*/ 1882496 w 2441401"/>
                <a:gd name="connsiteY513" fmla="*/ 2141555 h 2351349"/>
                <a:gd name="connsiteX514" fmla="*/ 1863964 w 2441401"/>
                <a:gd name="connsiteY514" fmla="*/ 2121295 h 2351349"/>
                <a:gd name="connsiteX515" fmla="*/ 1854965 w 2441401"/>
                <a:gd name="connsiteY515" fmla="*/ 2111877 h 2351349"/>
                <a:gd name="connsiteX516" fmla="*/ 1850784 w 2441401"/>
                <a:gd name="connsiteY516" fmla="*/ 2099471 h 2351349"/>
                <a:gd name="connsiteX517" fmla="*/ 1846221 w 2441401"/>
                <a:gd name="connsiteY517" fmla="*/ 2073326 h 2351349"/>
                <a:gd name="connsiteX518" fmla="*/ 1841912 w 2441401"/>
                <a:gd name="connsiteY518" fmla="*/ 2060387 h 2351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Lst>
              <a:rect l="l" t="t" r="r" b="b"/>
              <a:pathLst>
                <a:path w="2441401" h="2351349">
                  <a:moveTo>
                    <a:pt x="402342" y="1060603"/>
                  </a:moveTo>
                  <a:lnTo>
                    <a:pt x="409269" y="1054985"/>
                  </a:lnTo>
                  <a:lnTo>
                    <a:pt x="413425" y="1048630"/>
                  </a:lnTo>
                  <a:lnTo>
                    <a:pt x="420619" y="1048096"/>
                  </a:lnTo>
                  <a:lnTo>
                    <a:pt x="423491" y="1040915"/>
                  </a:lnTo>
                  <a:lnTo>
                    <a:pt x="435236" y="1033835"/>
                  </a:lnTo>
                  <a:lnTo>
                    <a:pt x="448670" y="1029793"/>
                  </a:lnTo>
                  <a:lnTo>
                    <a:pt x="523190" y="964183"/>
                  </a:lnTo>
                  <a:lnTo>
                    <a:pt x="542370" y="952820"/>
                  </a:lnTo>
                  <a:lnTo>
                    <a:pt x="546424" y="944978"/>
                  </a:lnTo>
                  <a:lnTo>
                    <a:pt x="545242" y="931912"/>
                  </a:lnTo>
                  <a:lnTo>
                    <a:pt x="559071" y="912427"/>
                  </a:lnTo>
                  <a:lnTo>
                    <a:pt x="556732" y="906936"/>
                  </a:lnTo>
                  <a:lnTo>
                    <a:pt x="549551" y="906021"/>
                  </a:lnTo>
                  <a:lnTo>
                    <a:pt x="538455" y="920003"/>
                  </a:lnTo>
                  <a:lnTo>
                    <a:pt x="467214" y="971110"/>
                  </a:lnTo>
                  <a:lnTo>
                    <a:pt x="404934" y="1021544"/>
                  </a:lnTo>
                  <a:lnTo>
                    <a:pt x="385755" y="1049266"/>
                  </a:lnTo>
                  <a:lnTo>
                    <a:pt x="375434" y="1056446"/>
                  </a:lnTo>
                  <a:lnTo>
                    <a:pt x="374926" y="1066615"/>
                  </a:lnTo>
                  <a:lnTo>
                    <a:pt x="380531" y="1070796"/>
                  </a:lnTo>
                  <a:lnTo>
                    <a:pt x="393317" y="1059357"/>
                  </a:lnTo>
                  <a:lnTo>
                    <a:pt x="398134" y="1062878"/>
                  </a:lnTo>
                  <a:close/>
                  <a:moveTo>
                    <a:pt x="242091" y="1868972"/>
                  </a:moveTo>
                  <a:lnTo>
                    <a:pt x="217548" y="1849093"/>
                  </a:lnTo>
                  <a:lnTo>
                    <a:pt x="208282" y="1857736"/>
                  </a:lnTo>
                  <a:lnTo>
                    <a:pt x="207011" y="1878390"/>
                  </a:lnTo>
                  <a:close/>
                  <a:moveTo>
                    <a:pt x="1463059" y="756575"/>
                  </a:moveTo>
                  <a:lnTo>
                    <a:pt x="1491504" y="712661"/>
                  </a:lnTo>
                  <a:lnTo>
                    <a:pt x="1495546" y="676323"/>
                  </a:lnTo>
                  <a:lnTo>
                    <a:pt x="1468664" y="664960"/>
                  </a:lnTo>
                  <a:lnTo>
                    <a:pt x="1418281" y="722854"/>
                  </a:lnTo>
                  <a:lnTo>
                    <a:pt x="1438401" y="752393"/>
                  </a:lnTo>
                  <a:close/>
                  <a:moveTo>
                    <a:pt x="1602871" y="722461"/>
                  </a:moveTo>
                  <a:lnTo>
                    <a:pt x="1629232" y="740623"/>
                  </a:lnTo>
                  <a:lnTo>
                    <a:pt x="1650509" y="746775"/>
                  </a:lnTo>
                  <a:lnTo>
                    <a:pt x="1658466" y="736060"/>
                  </a:lnTo>
                  <a:lnTo>
                    <a:pt x="1654157" y="729782"/>
                  </a:lnTo>
                  <a:lnTo>
                    <a:pt x="1659635" y="721813"/>
                  </a:lnTo>
                  <a:lnTo>
                    <a:pt x="1691754" y="671620"/>
                  </a:lnTo>
                  <a:lnTo>
                    <a:pt x="1672307" y="648093"/>
                  </a:lnTo>
                  <a:lnTo>
                    <a:pt x="1662762" y="640251"/>
                  </a:lnTo>
                  <a:lnTo>
                    <a:pt x="1652988" y="631240"/>
                  </a:lnTo>
                  <a:lnTo>
                    <a:pt x="1630935" y="597519"/>
                  </a:lnTo>
                  <a:lnTo>
                    <a:pt x="1618924" y="607052"/>
                  </a:lnTo>
                  <a:lnTo>
                    <a:pt x="1600126" y="636730"/>
                  </a:lnTo>
                  <a:lnTo>
                    <a:pt x="1583425" y="660880"/>
                  </a:lnTo>
                  <a:lnTo>
                    <a:pt x="1555627" y="705569"/>
                  </a:lnTo>
                  <a:lnTo>
                    <a:pt x="1510354" y="711924"/>
                  </a:lnTo>
                  <a:lnTo>
                    <a:pt x="1498342" y="730989"/>
                  </a:lnTo>
                  <a:lnTo>
                    <a:pt x="1509044" y="742238"/>
                  </a:lnTo>
                  <a:lnTo>
                    <a:pt x="1535927" y="738323"/>
                  </a:lnTo>
                  <a:lnTo>
                    <a:pt x="1546489" y="735705"/>
                  </a:lnTo>
                  <a:lnTo>
                    <a:pt x="1558894" y="719753"/>
                  </a:lnTo>
                  <a:lnTo>
                    <a:pt x="1581213" y="713475"/>
                  </a:lnTo>
                  <a:close/>
                  <a:moveTo>
                    <a:pt x="2017999" y="196385"/>
                  </a:moveTo>
                  <a:lnTo>
                    <a:pt x="2033124" y="207825"/>
                  </a:lnTo>
                  <a:lnTo>
                    <a:pt x="2047360" y="210964"/>
                  </a:lnTo>
                  <a:lnTo>
                    <a:pt x="2067988" y="210417"/>
                  </a:lnTo>
                  <a:lnTo>
                    <a:pt x="2108038" y="187692"/>
                  </a:lnTo>
                  <a:lnTo>
                    <a:pt x="2119478" y="203109"/>
                  </a:lnTo>
                  <a:lnTo>
                    <a:pt x="2121956" y="215006"/>
                  </a:lnTo>
                  <a:lnTo>
                    <a:pt x="2105433" y="237757"/>
                  </a:lnTo>
                  <a:lnTo>
                    <a:pt x="2087295" y="240299"/>
                  </a:lnTo>
                  <a:lnTo>
                    <a:pt x="2061455" y="286564"/>
                  </a:lnTo>
                  <a:lnTo>
                    <a:pt x="2071369" y="319509"/>
                  </a:lnTo>
                  <a:lnTo>
                    <a:pt x="2057935" y="334532"/>
                  </a:lnTo>
                  <a:lnTo>
                    <a:pt x="2054122" y="337926"/>
                  </a:lnTo>
                  <a:lnTo>
                    <a:pt x="2051643" y="342108"/>
                  </a:lnTo>
                  <a:lnTo>
                    <a:pt x="2037281" y="361173"/>
                  </a:lnTo>
                  <a:lnTo>
                    <a:pt x="2006357" y="384293"/>
                  </a:lnTo>
                  <a:lnTo>
                    <a:pt x="1995388" y="366778"/>
                  </a:lnTo>
                  <a:lnTo>
                    <a:pt x="2014720" y="346912"/>
                  </a:lnTo>
                  <a:lnTo>
                    <a:pt x="2000879" y="297635"/>
                  </a:lnTo>
                  <a:lnTo>
                    <a:pt x="1968252" y="282993"/>
                  </a:lnTo>
                  <a:lnTo>
                    <a:pt x="1949440" y="305363"/>
                  </a:lnTo>
                  <a:lnTo>
                    <a:pt x="1922673" y="287708"/>
                  </a:lnTo>
                  <a:lnTo>
                    <a:pt x="1954651" y="257915"/>
                  </a:lnTo>
                  <a:lnTo>
                    <a:pt x="1903226" y="201571"/>
                  </a:lnTo>
                  <a:lnTo>
                    <a:pt x="1910140" y="170609"/>
                  </a:lnTo>
                  <a:lnTo>
                    <a:pt x="1857825" y="142761"/>
                  </a:lnTo>
                  <a:lnTo>
                    <a:pt x="1893185" y="112447"/>
                  </a:lnTo>
                  <a:lnTo>
                    <a:pt x="1892016" y="103550"/>
                  </a:lnTo>
                  <a:lnTo>
                    <a:pt x="1898371" y="95059"/>
                  </a:lnTo>
                  <a:lnTo>
                    <a:pt x="1930731" y="75194"/>
                  </a:lnTo>
                  <a:lnTo>
                    <a:pt x="1988677" y="39605"/>
                  </a:lnTo>
                  <a:lnTo>
                    <a:pt x="1994155" y="26666"/>
                  </a:lnTo>
                  <a:lnTo>
                    <a:pt x="2008899" y="13066"/>
                  </a:lnTo>
                  <a:lnTo>
                    <a:pt x="2016080" y="0"/>
                  </a:lnTo>
                  <a:lnTo>
                    <a:pt x="2060566" y="19472"/>
                  </a:lnTo>
                  <a:lnTo>
                    <a:pt x="2057960" y="71495"/>
                  </a:lnTo>
                  <a:lnTo>
                    <a:pt x="2065586" y="103003"/>
                  </a:lnTo>
                  <a:lnTo>
                    <a:pt x="2055939" y="118548"/>
                  </a:lnTo>
                  <a:lnTo>
                    <a:pt x="2035603" y="128716"/>
                  </a:lnTo>
                  <a:lnTo>
                    <a:pt x="2016944" y="149497"/>
                  </a:lnTo>
                  <a:lnTo>
                    <a:pt x="2002721" y="162576"/>
                  </a:lnTo>
                  <a:lnTo>
                    <a:pt x="2005060" y="178133"/>
                  </a:lnTo>
                  <a:close/>
                  <a:moveTo>
                    <a:pt x="1821410" y="2039581"/>
                  </a:moveTo>
                  <a:lnTo>
                    <a:pt x="1804048" y="2029781"/>
                  </a:lnTo>
                  <a:lnTo>
                    <a:pt x="1794389" y="2017884"/>
                  </a:lnTo>
                  <a:lnTo>
                    <a:pt x="1793346" y="1997739"/>
                  </a:lnTo>
                  <a:lnTo>
                    <a:pt x="1785720" y="1968200"/>
                  </a:lnTo>
                  <a:lnTo>
                    <a:pt x="1786394" y="1940238"/>
                  </a:lnTo>
                  <a:lnTo>
                    <a:pt x="1784424" y="1929777"/>
                  </a:lnTo>
                  <a:lnTo>
                    <a:pt x="1780369" y="1922075"/>
                  </a:lnTo>
                  <a:lnTo>
                    <a:pt x="1758978" y="1896057"/>
                  </a:lnTo>
                  <a:lnTo>
                    <a:pt x="1746700" y="1894888"/>
                  </a:lnTo>
                  <a:lnTo>
                    <a:pt x="1722436" y="1898409"/>
                  </a:lnTo>
                  <a:lnTo>
                    <a:pt x="1711607" y="1891875"/>
                  </a:lnTo>
                  <a:lnTo>
                    <a:pt x="1699469" y="1867726"/>
                  </a:lnTo>
                  <a:lnTo>
                    <a:pt x="1687597" y="1856477"/>
                  </a:lnTo>
                  <a:lnTo>
                    <a:pt x="1682768" y="1845649"/>
                  </a:lnTo>
                  <a:lnTo>
                    <a:pt x="1693203" y="1817788"/>
                  </a:lnTo>
                  <a:lnTo>
                    <a:pt x="1693597" y="1798443"/>
                  </a:lnTo>
                  <a:lnTo>
                    <a:pt x="1688767" y="1785110"/>
                  </a:lnTo>
                  <a:lnTo>
                    <a:pt x="1659991" y="1758304"/>
                  </a:lnTo>
                  <a:lnTo>
                    <a:pt x="1636630" y="1729795"/>
                  </a:lnTo>
                  <a:lnTo>
                    <a:pt x="1639769" y="1727062"/>
                  </a:lnTo>
                  <a:lnTo>
                    <a:pt x="1655949" y="1732426"/>
                  </a:lnTo>
                  <a:lnTo>
                    <a:pt x="1674214" y="1728498"/>
                  </a:lnTo>
                  <a:lnTo>
                    <a:pt x="1696533" y="1727062"/>
                  </a:lnTo>
                  <a:lnTo>
                    <a:pt x="1709459" y="1732286"/>
                  </a:lnTo>
                  <a:lnTo>
                    <a:pt x="1721851" y="1726528"/>
                  </a:lnTo>
                  <a:lnTo>
                    <a:pt x="1759563" y="1729287"/>
                  </a:lnTo>
                  <a:lnTo>
                    <a:pt x="1768968" y="1722093"/>
                  </a:lnTo>
                  <a:lnTo>
                    <a:pt x="1772235" y="1708887"/>
                  </a:lnTo>
                  <a:lnTo>
                    <a:pt x="1784869" y="1690203"/>
                  </a:lnTo>
                  <a:lnTo>
                    <a:pt x="1769616" y="1652072"/>
                  </a:lnTo>
                  <a:lnTo>
                    <a:pt x="1764799" y="1637964"/>
                  </a:lnTo>
                  <a:lnTo>
                    <a:pt x="1756830" y="1628952"/>
                  </a:lnTo>
                  <a:lnTo>
                    <a:pt x="1745734" y="1631164"/>
                  </a:lnTo>
                  <a:lnTo>
                    <a:pt x="1738832" y="1624491"/>
                  </a:lnTo>
                  <a:lnTo>
                    <a:pt x="1738311" y="1611031"/>
                  </a:lnTo>
                  <a:lnTo>
                    <a:pt x="1723949" y="1596402"/>
                  </a:lnTo>
                  <a:lnTo>
                    <a:pt x="1708035" y="1599922"/>
                  </a:lnTo>
                  <a:lnTo>
                    <a:pt x="1678535" y="1590517"/>
                  </a:lnTo>
                  <a:lnTo>
                    <a:pt x="1676057" y="1577972"/>
                  </a:lnTo>
                  <a:lnTo>
                    <a:pt x="1648272" y="1572608"/>
                  </a:lnTo>
                  <a:lnTo>
                    <a:pt x="1635562" y="1566596"/>
                  </a:lnTo>
                  <a:lnTo>
                    <a:pt x="1623424" y="1546069"/>
                  </a:lnTo>
                  <a:lnTo>
                    <a:pt x="1598118" y="1540057"/>
                  </a:lnTo>
                  <a:lnTo>
                    <a:pt x="1587949" y="1533143"/>
                  </a:lnTo>
                  <a:lnTo>
                    <a:pt x="1582738" y="1514446"/>
                  </a:lnTo>
                  <a:lnTo>
                    <a:pt x="1544112" y="1508561"/>
                  </a:lnTo>
                  <a:lnTo>
                    <a:pt x="1514345" y="1502816"/>
                  </a:lnTo>
                  <a:lnTo>
                    <a:pt x="1489026" y="1495622"/>
                  </a:lnTo>
                  <a:lnTo>
                    <a:pt x="1468690" y="1493792"/>
                  </a:lnTo>
                  <a:lnTo>
                    <a:pt x="1432288" y="1475502"/>
                  </a:lnTo>
                  <a:lnTo>
                    <a:pt x="1415841" y="1456551"/>
                  </a:lnTo>
                  <a:lnTo>
                    <a:pt x="1399521" y="1447921"/>
                  </a:lnTo>
                  <a:lnTo>
                    <a:pt x="1385311" y="1447921"/>
                  </a:lnTo>
                  <a:lnTo>
                    <a:pt x="1372906" y="1456551"/>
                  </a:lnTo>
                  <a:lnTo>
                    <a:pt x="1354641" y="1456551"/>
                  </a:lnTo>
                  <a:lnTo>
                    <a:pt x="1338321" y="1444654"/>
                  </a:lnTo>
                  <a:lnTo>
                    <a:pt x="1316917" y="1426352"/>
                  </a:lnTo>
                  <a:lnTo>
                    <a:pt x="1290429" y="1412371"/>
                  </a:lnTo>
                  <a:lnTo>
                    <a:pt x="1262632" y="1403219"/>
                  </a:lnTo>
                  <a:lnTo>
                    <a:pt x="1244494" y="1401262"/>
                  </a:lnTo>
                  <a:lnTo>
                    <a:pt x="1237834" y="1397728"/>
                  </a:lnTo>
                  <a:lnTo>
                    <a:pt x="1192688" y="1399431"/>
                  </a:lnTo>
                  <a:lnTo>
                    <a:pt x="1173241" y="1393941"/>
                  </a:lnTo>
                  <a:lnTo>
                    <a:pt x="1148189" y="1386734"/>
                  </a:lnTo>
                  <a:lnTo>
                    <a:pt x="1110211" y="1373808"/>
                  </a:lnTo>
                  <a:lnTo>
                    <a:pt x="1090764" y="1358251"/>
                  </a:lnTo>
                  <a:lnTo>
                    <a:pt x="1079401" y="1358644"/>
                  </a:lnTo>
                  <a:lnTo>
                    <a:pt x="1064925" y="1359915"/>
                  </a:lnTo>
                  <a:lnTo>
                    <a:pt x="1052786" y="1371354"/>
                  </a:lnTo>
                  <a:lnTo>
                    <a:pt x="1022117" y="1388742"/>
                  </a:lnTo>
                  <a:lnTo>
                    <a:pt x="978139" y="1387967"/>
                  </a:lnTo>
                  <a:lnTo>
                    <a:pt x="949401" y="1366665"/>
                  </a:lnTo>
                  <a:lnTo>
                    <a:pt x="924350" y="1361695"/>
                  </a:lnTo>
                  <a:lnTo>
                    <a:pt x="911639" y="1369143"/>
                  </a:lnTo>
                  <a:lnTo>
                    <a:pt x="893235" y="1397906"/>
                  </a:lnTo>
                  <a:lnTo>
                    <a:pt x="874055" y="1404033"/>
                  </a:lnTo>
                  <a:lnTo>
                    <a:pt x="864268" y="1429135"/>
                  </a:lnTo>
                  <a:lnTo>
                    <a:pt x="858002" y="1436202"/>
                  </a:lnTo>
                  <a:lnTo>
                    <a:pt x="841949" y="1435668"/>
                  </a:lnTo>
                  <a:lnTo>
                    <a:pt x="823037" y="1452268"/>
                  </a:lnTo>
                  <a:lnTo>
                    <a:pt x="822236" y="1471333"/>
                  </a:lnTo>
                  <a:lnTo>
                    <a:pt x="818601" y="1474358"/>
                  </a:lnTo>
                  <a:lnTo>
                    <a:pt x="808140" y="1471600"/>
                  </a:lnTo>
                  <a:lnTo>
                    <a:pt x="794426" y="1486140"/>
                  </a:lnTo>
                  <a:lnTo>
                    <a:pt x="767938" y="1495292"/>
                  </a:lnTo>
                  <a:lnTo>
                    <a:pt x="737522" y="1500376"/>
                  </a:lnTo>
                  <a:lnTo>
                    <a:pt x="713792" y="1517624"/>
                  </a:lnTo>
                  <a:lnTo>
                    <a:pt x="709611" y="1525072"/>
                  </a:lnTo>
                  <a:lnTo>
                    <a:pt x="692516" y="1529253"/>
                  </a:lnTo>
                  <a:lnTo>
                    <a:pt x="676335" y="1523762"/>
                  </a:lnTo>
                  <a:lnTo>
                    <a:pt x="662761" y="1512133"/>
                  </a:lnTo>
                  <a:lnTo>
                    <a:pt x="649580" y="1511230"/>
                  </a:lnTo>
                  <a:lnTo>
                    <a:pt x="594520" y="1521030"/>
                  </a:lnTo>
                  <a:lnTo>
                    <a:pt x="584593" y="1521157"/>
                  </a:lnTo>
                  <a:lnTo>
                    <a:pt x="569710" y="1533562"/>
                  </a:lnTo>
                  <a:lnTo>
                    <a:pt x="557317" y="1552119"/>
                  </a:lnTo>
                  <a:lnTo>
                    <a:pt x="528605" y="1573561"/>
                  </a:lnTo>
                  <a:lnTo>
                    <a:pt x="520648" y="1588190"/>
                  </a:lnTo>
                  <a:lnTo>
                    <a:pt x="506286" y="1605985"/>
                  </a:lnTo>
                  <a:lnTo>
                    <a:pt x="501850" y="1613700"/>
                  </a:lnTo>
                  <a:lnTo>
                    <a:pt x="481234" y="1625978"/>
                  </a:lnTo>
                  <a:lnTo>
                    <a:pt x="468524" y="1633604"/>
                  </a:lnTo>
                  <a:lnTo>
                    <a:pt x="465982" y="1660296"/>
                  </a:lnTo>
                  <a:lnTo>
                    <a:pt x="448886" y="1685119"/>
                  </a:lnTo>
                  <a:lnTo>
                    <a:pt x="449801" y="1708912"/>
                  </a:lnTo>
                  <a:lnTo>
                    <a:pt x="439633" y="1714937"/>
                  </a:lnTo>
                  <a:lnTo>
                    <a:pt x="431791" y="1730087"/>
                  </a:lnTo>
                  <a:lnTo>
                    <a:pt x="410006" y="1722118"/>
                  </a:lnTo>
                  <a:lnTo>
                    <a:pt x="400486" y="1722652"/>
                  </a:lnTo>
                  <a:lnTo>
                    <a:pt x="378167" y="1741463"/>
                  </a:lnTo>
                  <a:lnTo>
                    <a:pt x="347243" y="1785644"/>
                  </a:lnTo>
                  <a:lnTo>
                    <a:pt x="333541" y="1799625"/>
                  </a:lnTo>
                  <a:lnTo>
                    <a:pt x="303558" y="1838213"/>
                  </a:lnTo>
                  <a:lnTo>
                    <a:pt x="237528" y="1803196"/>
                  </a:lnTo>
                  <a:lnTo>
                    <a:pt x="225123" y="1809552"/>
                  </a:lnTo>
                  <a:lnTo>
                    <a:pt x="222251" y="1826545"/>
                  </a:lnTo>
                  <a:lnTo>
                    <a:pt x="268846" y="1848229"/>
                  </a:lnTo>
                  <a:lnTo>
                    <a:pt x="264410" y="1869683"/>
                  </a:lnTo>
                  <a:lnTo>
                    <a:pt x="292716" y="1881034"/>
                  </a:lnTo>
                  <a:lnTo>
                    <a:pt x="278493" y="1921554"/>
                  </a:lnTo>
                  <a:lnTo>
                    <a:pt x="267156" y="1948106"/>
                  </a:lnTo>
                  <a:lnTo>
                    <a:pt x="250048" y="1966586"/>
                  </a:lnTo>
                  <a:lnTo>
                    <a:pt x="238837" y="1984228"/>
                  </a:lnTo>
                  <a:lnTo>
                    <a:pt x="226686" y="2000751"/>
                  </a:lnTo>
                  <a:lnTo>
                    <a:pt x="215603" y="2007945"/>
                  </a:lnTo>
                  <a:lnTo>
                    <a:pt x="152561" y="1979843"/>
                  </a:lnTo>
                  <a:lnTo>
                    <a:pt x="119934" y="1937493"/>
                  </a:lnTo>
                  <a:lnTo>
                    <a:pt x="135071" y="1919851"/>
                  </a:lnTo>
                  <a:lnTo>
                    <a:pt x="151251" y="1890439"/>
                  </a:lnTo>
                  <a:lnTo>
                    <a:pt x="151912" y="1875937"/>
                  </a:lnTo>
                  <a:lnTo>
                    <a:pt x="191568" y="1842077"/>
                  </a:lnTo>
                  <a:lnTo>
                    <a:pt x="194975" y="1817381"/>
                  </a:lnTo>
                  <a:lnTo>
                    <a:pt x="216239" y="1798417"/>
                  </a:lnTo>
                  <a:lnTo>
                    <a:pt x="198622" y="1771726"/>
                  </a:lnTo>
                  <a:lnTo>
                    <a:pt x="193144" y="1757605"/>
                  </a:lnTo>
                  <a:lnTo>
                    <a:pt x="175007" y="1763757"/>
                  </a:lnTo>
                  <a:lnTo>
                    <a:pt x="110401" y="1705201"/>
                  </a:lnTo>
                  <a:lnTo>
                    <a:pt x="91615" y="1703231"/>
                  </a:lnTo>
                  <a:lnTo>
                    <a:pt x="63945" y="1670693"/>
                  </a:lnTo>
                  <a:lnTo>
                    <a:pt x="10702" y="1654093"/>
                  </a:lnTo>
                  <a:lnTo>
                    <a:pt x="0" y="1644942"/>
                  </a:lnTo>
                  <a:lnTo>
                    <a:pt x="22967" y="1598156"/>
                  </a:lnTo>
                  <a:lnTo>
                    <a:pt x="42287" y="1576447"/>
                  </a:lnTo>
                  <a:lnTo>
                    <a:pt x="17222" y="1533448"/>
                  </a:lnTo>
                  <a:lnTo>
                    <a:pt x="21658" y="1498952"/>
                  </a:lnTo>
                  <a:lnTo>
                    <a:pt x="71393" y="1452420"/>
                  </a:lnTo>
                  <a:lnTo>
                    <a:pt x="105190" y="1367720"/>
                  </a:lnTo>
                  <a:lnTo>
                    <a:pt x="197440" y="1263687"/>
                  </a:lnTo>
                  <a:lnTo>
                    <a:pt x="186751" y="1252565"/>
                  </a:lnTo>
                  <a:lnTo>
                    <a:pt x="104135" y="1169186"/>
                  </a:lnTo>
                  <a:lnTo>
                    <a:pt x="191428" y="1084091"/>
                  </a:lnTo>
                  <a:lnTo>
                    <a:pt x="232101" y="1062128"/>
                  </a:lnTo>
                  <a:lnTo>
                    <a:pt x="328940" y="968682"/>
                  </a:lnTo>
                  <a:lnTo>
                    <a:pt x="362609" y="928569"/>
                  </a:lnTo>
                  <a:lnTo>
                    <a:pt x="429974" y="868170"/>
                  </a:lnTo>
                  <a:lnTo>
                    <a:pt x="433507" y="852918"/>
                  </a:lnTo>
                  <a:lnTo>
                    <a:pt x="513505" y="810568"/>
                  </a:lnTo>
                  <a:lnTo>
                    <a:pt x="622457" y="743394"/>
                  </a:lnTo>
                  <a:lnTo>
                    <a:pt x="634862" y="718559"/>
                  </a:lnTo>
                  <a:lnTo>
                    <a:pt x="666638" y="710932"/>
                  </a:lnTo>
                  <a:lnTo>
                    <a:pt x="684432" y="693685"/>
                  </a:lnTo>
                  <a:lnTo>
                    <a:pt x="678560" y="680085"/>
                  </a:lnTo>
                  <a:lnTo>
                    <a:pt x="703878" y="656431"/>
                  </a:lnTo>
                  <a:lnTo>
                    <a:pt x="740420" y="653165"/>
                  </a:lnTo>
                  <a:lnTo>
                    <a:pt x="775399" y="626905"/>
                  </a:lnTo>
                  <a:lnTo>
                    <a:pt x="785847" y="610941"/>
                  </a:lnTo>
                  <a:lnTo>
                    <a:pt x="799675" y="600099"/>
                  </a:lnTo>
                  <a:lnTo>
                    <a:pt x="819376" y="550708"/>
                  </a:lnTo>
                  <a:lnTo>
                    <a:pt x="778398" y="507823"/>
                  </a:lnTo>
                  <a:lnTo>
                    <a:pt x="771090" y="475540"/>
                  </a:lnTo>
                  <a:lnTo>
                    <a:pt x="784792" y="461304"/>
                  </a:lnTo>
                  <a:lnTo>
                    <a:pt x="794312" y="409281"/>
                  </a:lnTo>
                  <a:lnTo>
                    <a:pt x="831896" y="360258"/>
                  </a:lnTo>
                  <a:lnTo>
                    <a:pt x="876801" y="375167"/>
                  </a:lnTo>
                  <a:lnTo>
                    <a:pt x="940085" y="350585"/>
                  </a:lnTo>
                  <a:lnTo>
                    <a:pt x="969318" y="339858"/>
                  </a:lnTo>
                  <a:lnTo>
                    <a:pt x="1042656" y="290288"/>
                  </a:lnTo>
                  <a:lnTo>
                    <a:pt x="1058188" y="280743"/>
                  </a:lnTo>
                  <a:lnTo>
                    <a:pt x="1091730" y="265491"/>
                  </a:lnTo>
                  <a:lnTo>
                    <a:pt x="1124879" y="258958"/>
                  </a:lnTo>
                  <a:lnTo>
                    <a:pt x="1162590" y="252679"/>
                  </a:lnTo>
                  <a:lnTo>
                    <a:pt x="1180600" y="244048"/>
                  </a:lnTo>
                  <a:lnTo>
                    <a:pt x="1212312" y="200923"/>
                  </a:lnTo>
                  <a:lnTo>
                    <a:pt x="1247024" y="167330"/>
                  </a:lnTo>
                  <a:lnTo>
                    <a:pt x="1366830" y="113210"/>
                  </a:lnTo>
                  <a:lnTo>
                    <a:pt x="1372181" y="128462"/>
                  </a:lnTo>
                  <a:lnTo>
                    <a:pt x="1357552" y="202448"/>
                  </a:lnTo>
                  <a:lnTo>
                    <a:pt x="1403880" y="243743"/>
                  </a:lnTo>
                  <a:lnTo>
                    <a:pt x="1400372" y="267410"/>
                  </a:lnTo>
                  <a:lnTo>
                    <a:pt x="1404681" y="268846"/>
                  </a:lnTo>
                  <a:lnTo>
                    <a:pt x="1403232" y="283221"/>
                  </a:lnTo>
                  <a:lnTo>
                    <a:pt x="1396877" y="306354"/>
                  </a:lnTo>
                  <a:lnTo>
                    <a:pt x="1438503" y="309354"/>
                  </a:lnTo>
                  <a:lnTo>
                    <a:pt x="1432249" y="326741"/>
                  </a:lnTo>
                  <a:lnTo>
                    <a:pt x="1416057" y="340074"/>
                  </a:lnTo>
                  <a:lnTo>
                    <a:pt x="1403664" y="344256"/>
                  </a:lnTo>
                  <a:lnTo>
                    <a:pt x="1386061" y="364783"/>
                  </a:lnTo>
                  <a:lnTo>
                    <a:pt x="1375892" y="366613"/>
                  </a:lnTo>
                  <a:lnTo>
                    <a:pt x="1355264" y="378637"/>
                  </a:lnTo>
                  <a:lnTo>
                    <a:pt x="1327301" y="413145"/>
                  </a:lnTo>
                  <a:lnTo>
                    <a:pt x="1313320" y="417594"/>
                  </a:lnTo>
                  <a:lnTo>
                    <a:pt x="1304969" y="426351"/>
                  </a:lnTo>
                  <a:lnTo>
                    <a:pt x="1296072" y="429351"/>
                  </a:lnTo>
                  <a:lnTo>
                    <a:pt x="1287175" y="446217"/>
                  </a:lnTo>
                  <a:lnTo>
                    <a:pt x="1277770" y="451174"/>
                  </a:lnTo>
                  <a:lnTo>
                    <a:pt x="1273080" y="457707"/>
                  </a:lnTo>
                  <a:lnTo>
                    <a:pt x="1260674" y="460719"/>
                  </a:lnTo>
                  <a:lnTo>
                    <a:pt x="1239792" y="472222"/>
                  </a:lnTo>
                  <a:lnTo>
                    <a:pt x="1189675" y="512742"/>
                  </a:lnTo>
                  <a:lnTo>
                    <a:pt x="1190603" y="529202"/>
                  </a:lnTo>
                  <a:lnTo>
                    <a:pt x="1192039" y="538099"/>
                  </a:lnTo>
                  <a:lnTo>
                    <a:pt x="1203771" y="550670"/>
                  </a:lnTo>
                  <a:lnTo>
                    <a:pt x="1214079" y="561638"/>
                  </a:lnTo>
                  <a:lnTo>
                    <a:pt x="1238012" y="559567"/>
                  </a:lnTo>
                  <a:lnTo>
                    <a:pt x="1244812" y="554737"/>
                  </a:lnTo>
                  <a:lnTo>
                    <a:pt x="1258374" y="554203"/>
                  </a:lnTo>
                  <a:lnTo>
                    <a:pt x="1268949" y="544035"/>
                  </a:lnTo>
                  <a:lnTo>
                    <a:pt x="1356916" y="499981"/>
                  </a:lnTo>
                  <a:lnTo>
                    <a:pt x="1384701" y="498024"/>
                  </a:lnTo>
                  <a:lnTo>
                    <a:pt x="1395390" y="502193"/>
                  </a:lnTo>
                  <a:lnTo>
                    <a:pt x="1405062" y="498799"/>
                  </a:lnTo>
                  <a:lnTo>
                    <a:pt x="1422539" y="511992"/>
                  </a:lnTo>
                  <a:lnTo>
                    <a:pt x="1440435" y="510823"/>
                  </a:lnTo>
                  <a:lnTo>
                    <a:pt x="1458051" y="493308"/>
                  </a:lnTo>
                  <a:lnTo>
                    <a:pt x="1477625" y="512539"/>
                  </a:lnTo>
                  <a:lnTo>
                    <a:pt x="1492496" y="518411"/>
                  </a:lnTo>
                  <a:lnTo>
                    <a:pt x="1471359" y="545344"/>
                  </a:lnTo>
                  <a:lnTo>
                    <a:pt x="1480091" y="555143"/>
                  </a:lnTo>
                  <a:lnTo>
                    <a:pt x="1490932" y="544823"/>
                  </a:lnTo>
                  <a:lnTo>
                    <a:pt x="1520547" y="571730"/>
                  </a:lnTo>
                  <a:lnTo>
                    <a:pt x="1553835" y="583627"/>
                  </a:lnTo>
                  <a:lnTo>
                    <a:pt x="1560101" y="589118"/>
                  </a:lnTo>
                  <a:lnTo>
                    <a:pt x="1576142" y="601015"/>
                  </a:lnTo>
                  <a:lnTo>
                    <a:pt x="1612556" y="584809"/>
                  </a:lnTo>
                  <a:lnTo>
                    <a:pt x="1633299" y="564282"/>
                  </a:lnTo>
                  <a:lnTo>
                    <a:pt x="1655352" y="568095"/>
                  </a:lnTo>
                  <a:lnTo>
                    <a:pt x="1681865" y="593185"/>
                  </a:lnTo>
                  <a:lnTo>
                    <a:pt x="1740180" y="571235"/>
                  </a:lnTo>
                  <a:lnTo>
                    <a:pt x="1751415" y="582674"/>
                  </a:lnTo>
                  <a:lnTo>
                    <a:pt x="1763681" y="563608"/>
                  </a:lnTo>
                  <a:lnTo>
                    <a:pt x="1772730" y="534146"/>
                  </a:lnTo>
                  <a:lnTo>
                    <a:pt x="1782390" y="527486"/>
                  </a:lnTo>
                  <a:lnTo>
                    <a:pt x="1793829" y="505129"/>
                  </a:lnTo>
                  <a:lnTo>
                    <a:pt x="1744895" y="492063"/>
                  </a:lnTo>
                  <a:lnTo>
                    <a:pt x="1740840" y="450882"/>
                  </a:lnTo>
                  <a:lnTo>
                    <a:pt x="1745658" y="418877"/>
                  </a:lnTo>
                  <a:lnTo>
                    <a:pt x="1769807" y="381764"/>
                  </a:lnTo>
                  <a:lnTo>
                    <a:pt x="1791872" y="361745"/>
                  </a:lnTo>
                  <a:lnTo>
                    <a:pt x="1765765" y="337036"/>
                  </a:lnTo>
                  <a:lnTo>
                    <a:pt x="1773595" y="309722"/>
                  </a:lnTo>
                  <a:lnTo>
                    <a:pt x="1752979" y="282268"/>
                  </a:lnTo>
                  <a:lnTo>
                    <a:pt x="1712903" y="261614"/>
                  </a:lnTo>
                  <a:lnTo>
                    <a:pt x="1734841" y="242015"/>
                  </a:lnTo>
                  <a:lnTo>
                    <a:pt x="1734841" y="233118"/>
                  </a:lnTo>
                  <a:lnTo>
                    <a:pt x="1778158" y="206846"/>
                  </a:lnTo>
                  <a:lnTo>
                    <a:pt x="1784170" y="246311"/>
                  </a:lnTo>
                  <a:lnTo>
                    <a:pt x="1810009" y="255488"/>
                  </a:lnTo>
                  <a:lnTo>
                    <a:pt x="1851368" y="325788"/>
                  </a:lnTo>
                  <a:lnTo>
                    <a:pt x="1871082" y="320170"/>
                  </a:lnTo>
                  <a:lnTo>
                    <a:pt x="1857901" y="271947"/>
                  </a:lnTo>
                  <a:lnTo>
                    <a:pt x="1881657" y="262923"/>
                  </a:lnTo>
                  <a:lnTo>
                    <a:pt x="1908920" y="299516"/>
                  </a:lnTo>
                  <a:lnTo>
                    <a:pt x="1912454" y="304231"/>
                  </a:lnTo>
                  <a:lnTo>
                    <a:pt x="1897201" y="322661"/>
                  </a:lnTo>
                  <a:lnTo>
                    <a:pt x="1878797" y="368011"/>
                  </a:lnTo>
                  <a:lnTo>
                    <a:pt x="1904027" y="401960"/>
                  </a:lnTo>
                  <a:lnTo>
                    <a:pt x="1918631" y="432287"/>
                  </a:lnTo>
                  <a:lnTo>
                    <a:pt x="1891367" y="454631"/>
                  </a:lnTo>
                  <a:lnTo>
                    <a:pt x="1863049" y="438693"/>
                  </a:lnTo>
                  <a:lnTo>
                    <a:pt x="1848699" y="465219"/>
                  </a:lnTo>
                  <a:lnTo>
                    <a:pt x="1861753" y="506654"/>
                  </a:lnTo>
                  <a:lnTo>
                    <a:pt x="1848572" y="552017"/>
                  </a:lnTo>
                  <a:lnTo>
                    <a:pt x="1808497" y="577628"/>
                  </a:lnTo>
                  <a:lnTo>
                    <a:pt x="1787881" y="619457"/>
                  </a:lnTo>
                  <a:lnTo>
                    <a:pt x="1758012" y="633184"/>
                  </a:lnTo>
                  <a:lnTo>
                    <a:pt x="1749903" y="661541"/>
                  </a:lnTo>
                  <a:lnTo>
                    <a:pt x="1772781" y="666510"/>
                  </a:lnTo>
                  <a:lnTo>
                    <a:pt x="1791186" y="659965"/>
                  </a:lnTo>
                  <a:lnTo>
                    <a:pt x="1812793" y="685855"/>
                  </a:lnTo>
                  <a:lnTo>
                    <a:pt x="1802358" y="717872"/>
                  </a:lnTo>
                  <a:lnTo>
                    <a:pt x="1800413" y="728473"/>
                  </a:lnTo>
                  <a:lnTo>
                    <a:pt x="1775997" y="755393"/>
                  </a:lnTo>
                  <a:lnTo>
                    <a:pt x="1767519" y="749368"/>
                  </a:lnTo>
                  <a:lnTo>
                    <a:pt x="1723402" y="795519"/>
                  </a:lnTo>
                  <a:lnTo>
                    <a:pt x="1711658" y="812627"/>
                  </a:lnTo>
                  <a:lnTo>
                    <a:pt x="1713996" y="820482"/>
                  </a:lnTo>
                  <a:lnTo>
                    <a:pt x="1695745" y="846487"/>
                  </a:lnTo>
                  <a:lnTo>
                    <a:pt x="1680327" y="858790"/>
                  </a:lnTo>
                  <a:lnTo>
                    <a:pt x="1654360" y="889498"/>
                  </a:lnTo>
                  <a:lnTo>
                    <a:pt x="1669117" y="899170"/>
                  </a:lnTo>
                  <a:lnTo>
                    <a:pt x="1661148" y="936666"/>
                  </a:lnTo>
                  <a:lnTo>
                    <a:pt x="1631266" y="952312"/>
                  </a:lnTo>
                  <a:lnTo>
                    <a:pt x="1623830" y="948270"/>
                  </a:lnTo>
                  <a:lnTo>
                    <a:pt x="1611819" y="936246"/>
                  </a:lnTo>
                  <a:lnTo>
                    <a:pt x="1578773" y="937682"/>
                  </a:lnTo>
                  <a:lnTo>
                    <a:pt x="1558945" y="972966"/>
                  </a:lnTo>
                  <a:lnTo>
                    <a:pt x="1530881" y="973869"/>
                  </a:lnTo>
                  <a:lnTo>
                    <a:pt x="1528262" y="983948"/>
                  </a:lnTo>
                  <a:lnTo>
                    <a:pt x="1515489" y="1002771"/>
                  </a:lnTo>
                  <a:lnTo>
                    <a:pt x="1527080" y="1094005"/>
                  </a:lnTo>
                  <a:lnTo>
                    <a:pt x="1516658" y="1117646"/>
                  </a:lnTo>
                  <a:lnTo>
                    <a:pt x="1522009" y="1138694"/>
                  </a:lnTo>
                  <a:lnTo>
                    <a:pt x="1517954" y="1166276"/>
                  </a:lnTo>
                  <a:lnTo>
                    <a:pt x="1508816" y="1190577"/>
                  </a:lnTo>
                  <a:lnTo>
                    <a:pt x="1518082" y="1194251"/>
                  </a:lnTo>
                  <a:lnTo>
                    <a:pt x="1546527" y="1181947"/>
                  </a:lnTo>
                  <a:lnTo>
                    <a:pt x="1544849" y="1173469"/>
                  </a:lnTo>
                  <a:lnTo>
                    <a:pt x="1548662" y="1159997"/>
                  </a:lnTo>
                  <a:lnTo>
                    <a:pt x="1562504" y="1165360"/>
                  </a:lnTo>
                  <a:lnTo>
                    <a:pt x="1571896" y="1185226"/>
                  </a:lnTo>
                  <a:lnTo>
                    <a:pt x="1581683" y="1188239"/>
                  </a:lnTo>
                  <a:lnTo>
                    <a:pt x="1590822" y="1190984"/>
                  </a:lnTo>
                  <a:lnTo>
                    <a:pt x="1603075" y="1176863"/>
                  </a:lnTo>
                  <a:lnTo>
                    <a:pt x="1606468" y="1170978"/>
                  </a:lnTo>
                  <a:lnTo>
                    <a:pt x="1627745" y="1171372"/>
                  </a:lnTo>
                  <a:lnTo>
                    <a:pt x="1650623" y="1182875"/>
                  </a:lnTo>
                  <a:lnTo>
                    <a:pt x="1653165" y="1188760"/>
                  </a:lnTo>
                  <a:lnTo>
                    <a:pt x="1666753" y="1208626"/>
                  </a:lnTo>
                  <a:lnTo>
                    <a:pt x="1696494" y="1228962"/>
                  </a:lnTo>
                  <a:lnTo>
                    <a:pt x="1720644" y="1205957"/>
                  </a:lnTo>
                  <a:lnTo>
                    <a:pt x="1729376" y="1233665"/>
                  </a:lnTo>
                  <a:lnTo>
                    <a:pt x="1712560" y="1241507"/>
                  </a:lnTo>
                  <a:lnTo>
                    <a:pt x="1707858" y="1244647"/>
                  </a:lnTo>
                  <a:lnTo>
                    <a:pt x="1698465" y="1246744"/>
                  </a:lnTo>
                  <a:lnTo>
                    <a:pt x="1659190" y="1291954"/>
                  </a:lnTo>
                  <a:lnTo>
                    <a:pt x="1656305" y="1295093"/>
                  </a:lnTo>
                  <a:lnTo>
                    <a:pt x="1651869" y="1307651"/>
                  </a:lnTo>
                  <a:lnTo>
                    <a:pt x="1654220" y="1313523"/>
                  </a:lnTo>
                  <a:lnTo>
                    <a:pt x="1648221" y="1327771"/>
                  </a:lnTo>
                  <a:lnTo>
                    <a:pt x="1643518" y="1325420"/>
                  </a:lnTo>
                  <a:lnTo>
                    <a:pt x="1638155" y="1321899"/>
                  </a:lnTo>
                  <a:lnTo>
                    <a:pt x="1641167" y="1309481"/>
                  </a:lnTo>
                  <a:lnTo>
                    <a:pt x="1634647" y="1307651"/>
                  </a:lnTo>
                  <a:lnTo>
                    <a:pt x="1632943" y="1294051"/>
                  </a:lnTo>
                  <a:lnTo>
                    <a:pt x="1623297" y="1292996"/>
                  </a:lnTo>
                  <a:lnTo>
                    <a:pt x="1584784" y="1303164"/>
                  </a:lnTo>
                  <a:lnTo>
                    <a:pt x="1567842" y="1292691"/>
                  </a:lnTo>
                  <a:lnTo>
                    <a:pt x="1543959" y="1337787"/>
                  </a:lnTo>
                  <a:lnTo>
                    <a:pt x="1568350" y="1379222"/>
                  </a:lnTo>
                  <a:lnTo>
                    <a:pt x="1580095" y="1378320"/>
                  </a:lnTo>
                  <a:lnTo>
                    <a:pt x="1585179" y="1400397"/>
                  </a:lnTo>
                  <a:lnTo>
                    <a:pt x="1599783" y="1398046"/>
                  </a:lnTo>
                  <a:lnTo>
                    <a:pt x="1616624" y="1434626"/>
                  </a:lnTo>
                  <a:lnTo>
                    <a:pt x="1637240" y="1436088"/>
                  </a:lnTo>
                  <a:lnTo>
                    <a:pt x="1685907" y="1378701"/>
                  </a:lnTo>
                  <a:lnTo>
                    <a:pt x="1700130" y="1348908"/>
                  </a:lnTo>
                  <a:lnTo>
                    <a:pt x="1719195" y="1357259"/>
                  </a:lnTo>
                  <a:lnTo>
                    <a:pt x="1714619" y="1393470"/>
                  </a:lnTo>
                  <a:lnTo>
                    <a:pt x="1731575" y="1398046"/>
                  </a:lnTo>
                  <a:lnTo>
                    <a:pt x="1747386" y="1377392"/>
                  </a:lnTo>
                  <a:lnTo>
                    <a:pt x="1793829" y="1389797"/>
                  </a:lnTo>
                  <a:lnTo>
                    <a:pt x="1831960" y="1408367"/>
                  </a:lnTo>
                  <a:lnTo>
                    <a:pt x="1845153" y="1413070"/>
                  </a:lnTo>
                  <a:lnTo>
                    <a:pt x="1856363" y="1417264"/>
                  </a:lnTo>
                  <a:lnTo>
                    <a:pt x="1850224" y="1429415"/>
                  </a:lnTo>
                  <a:lnTo>
                    <a:pt x="1858334" y="1440396"/>
                  </a:lnTo>
                  <a:lnTo>
                    <a:pt x="1863278" y="1450844"/>
                  </a:lnTo>
                  <a:lnTo>
                    <a:pt x="1897481" y="1493449"/>
                  </a:lnTo>
                  <a:lnTo>
                    <a:pt x="1886906" y="1524691"/>
                  </a:lnTo>
                  <a:lnTo>
                    <a:pt x="1894863" y="1602464"/>
                  </a:lnTo>
                  <a:lnTo>
                    <a:pt x="1964413" y="1575010"/>
                  </a:lnTo>
                  <a:lnTo>
                    <a:pt x="1974988" y="1555805"/>
                  </a:lnTo>
                  <a:lnTo>
                    <a:pt x="1991969" y="1525084"/>
                  </a:lnTo>
                  <a:lnTo>
                    <a:pt x="2009572" y="1493309"/>
                  </a:lnTo>
                  <a:lnTo>
                    <a:pt x="2057604" y="1459334"/>
                  </a:lnTo>
                  <a:lnTo>
                    <a:pt x="2142674" y="1459334"/>
                  </a:lnTo>
                  <a:lnTo>
                    <a:pt x="2155727" y="1434359"/>
                  </a:lnTo>
                  <a:lnTo>
                    <a:pt x="2212109" y="1402583"/>
                  </a:lnTo>
                  <a:lnTo>
                    <a:pt x="2226459" y="1357628"/>
                  </a:lnTo>
                  <a:lnTo>
                    <a:pt x="2281011" y="1321683"/>
                  </a:lnTo>
                  <a:lnTo>
                    <a:pt x="2318850" y="1295538"/>
                  </a:lnTo>
                  <a:lnTo>
                    <a:pt x="2331128" y="1328725"/>
                  </a:lnTo>
                  <a:lnTo>
                    <a:pt x="2364797" y="1315925"/>
                  </a:lnTo>
                  <a:lnTo>
                    <a:pt x="2382935" y="1285205"/>
                  </a:lnTo>
                  <a:lnTo>
                    <a:pt x="2416223" y="1263369"/>
                  </a:lnTo>
                  <a:lnTo>
                    <a:pt x="2435123" y="1333961"/>
                  </a:lnTo>
                  <a:lnTo>
                    <a:pt x="2441402" y="1357361"/>
                  </a:lnTo>
                  <a:lnTo>
                    <a:pt x="2422603" y="1393903"/>
                  </a:lnTo>
                  <a:lnTo>
                    <a:pt x="2389442" y="1458725"/>
                  </a:lnTo>
                  <a:lnTo>
                    <a:pt x="2392582" y="1477281"/>
                  </a:lnTo>
                  <a:lnTo>
                    <a:pt x="2406296" y="1557152"/>
                  </a:lnTo>
                  <a:lnTo>
                    <a:pt x="2385794" y="1592563"/>
                  </a:lnTo>
                  <a:lnTo>
                    <a:pt x="2329552" y="1599884"/>
                  </a:lnTo>
                  <a:lnTo>
                    <a:pt x="2362166" y="1676603"/>
                  </a:lnTo>
                  <a:lnTo>
                    <a:pt x="2325904" y="1780522"/>
                  </a:lnTo>
                  <a:lnTo>
                    <a:pt x="2355519" y="1815017"/>
                  </a:lnTo>
                  <a:lnTo>
                    <a:pt x="2360221" y="1839166"/>
                  </a:lnTo>
                  <a:lnTo>
                    <a:pt x="2366221" y="1869874"/>
                  </a:lnTo>
                  <a:lnTo>
                    <a:pt x="2379020" y="1935230"/>
                  </a:lnTo>
                  <a:lnTo>
                    <a:pt x="2339339" y="1977695"/>
                  </a:lnTo>
                  <a:lnTo>
                    <a:pt x="2325777" y="2006191"/>
                  </a:lnTo>
                  <a:lnTo>
                    <a:pt x="2353828" y="2068802"/>
                  </a:lnTo>
                  <a:lnTo>
                    <a:pt x="2269941" y="2133497"/>
                  </a:lnTo>
                  <a:lnTo>
                    <a:pt x="2227921" y="2194277"/>
                  </a:lnTo>
                  <a:lnTo>
                    <a:pt x="2186422" y="2202767"/>
                  </a:lnTo>
                  <a:lnTo>
                    <a:pt x="2164103" y="2264462"/>
                  </a:lnTo>
                  <a:lnTo>
                    <a:pt x="2106818" y="2308516"/>
                  </a:lnTo>
                  <a:lnTo>
                    <a:pt x="2080127" y="2314871"/>
                  </a:lnTo>
                  <a:lnTo>
                    <a:pt x="2071382" y="2309914"/>
                  </a:lnTo>
                  <a:lnTo>
                    <a:pt x="1992172" y="2351349"/>
                  </a:lnTo>
                  <a:lnTo>
                    <a:pt x="1982385" y="2331216"/>
                  </a:lnTo>
                  <a:lnTo>
                    <a:pt x="1968811" y="2311744"/>
                  </a:lnTo>
                  <a:lnTo>
                    <a:pt x="1953406" y="2299848"/>
                  </a:lnTo>
                  <a:lnTo>
                    <a:pt x="1949885" y="2291599"/>
                  </a:lnTo>
                  <a:lnTo>
                    <a:pt x="1947013" y="2256709"/>
                  </a:lnTo>
                  <a:lnTo>
                    <a:pt x="1941929" y="2247037"/>
                  </a:lnTo>
                  <a:lnTo>
                    <a:pt x="1933438" y="2240771"/>
                  </a:lnTo>
                  <a:lnTo>
                    <a:pt x="1929790" y="2231352"/>
                  </a:lnTo>
                  <a:lnTo>
                    <a:pt x="1931061" y="2224832"/>
                  </a:lnTo>
                  <a:lnTo>
                    <a:pt x="1928049" y="2219468"/>
                  </a:lnTo>
                  <a:lnTo>
                    <a:pt x="1920423" y="2211753"/>
                  </a:lnTo>
                  <a:lnTo>
                    <a:pt x="1914805" y="2203250"/>
                  </a:lnTo>
                  <a:lnTo>
                    <a:pt x="1903366" y="2177512"/>
                  </a:lnTo>
                  <a:lnTo>
                    <a:pt x="1903900" y="2165615"/>
                  </a:lnTo>
                  <a:lnTo>
                    <a:pt x="1899591" y="2155536"/>
                  </a:lnTo>
                  <a:lnTo>
                    <a:pt x="1882496" y="2141555"/>
                  </a:lnTo>
                  <a:lnTo>
                    <a:pt x="1863964" y="2121295"/>
                  </a:lnTo>
                  <a:lnTo>
                    <a:pt x="1854965" y="2111877"/>
                  </a:lnTo>
                  <a:lnTo>
                    <a:pt x="1850784" y="2099471"/>
                  </a:lnTo>
                  <a:lnTo>
                    <a:pt x="1846221" y="2073326"/>
                  </a:lnTo>
                  <a:lnTo>
                    <a:pt x="1841912" y="2060387"/>
                  </a:lnTo>
                  <a:close/>
                </a:path>
              </a:pathLst>
            </a:custGeom>
            <a:solidFill>
              <a:srgbClr val="FFFFFF"/>
            </a:solidFill>
            <a:ln w="12700" cap="flat">
              <a:noFill/>
              <a:prstDash val="solid"/>
              <a:miter/>
            </a:ln>
          </p:spPr>
          <p:txBody>
            <a:bodyPr rtlCol="0" anchor="ctr"/>
            <a:lstStyle/>
            <a:p>
              <a:endParaRPr lang="de-CH"/>
            </a:p>
          </p:txBody>
        </p:sp>
        <p:sp>
          <p:nvSpPr>
            <p:cNvPr id="125" name="Freihandform: Form 124">
              <a:extLst>
                <a:ext uri="{FF2B5EF4-FFF2-40B4-BE49-F238E27FC236}">
                  <a16:creationId xmlns:a16="http://schemas.microsoft.com/office/drawing/2014/main" id="{7E3CA2B8-34F8-8F6C-547B-405A76B2D8B5}"/>
                </a:ext>
              </a:extLst>
            </p:cNvPr>
            <p:cNvSpPr/>
            <p:nvPr/>
          </p:nvSpPr>
          <p:spPr>
            <a:xfrm>
              <a:off x="1698023" y="2982389"/>
              <a:ext cx="2441401" cy="2351349"/>
            </a:xfrm>
            <a:custGeom>
              <a:avLst/>
              <a:gdLst>
                <a:gd name="connsiteX0" fmla="*/ 402342 w 2441401"/>
                <a:gd name="connsiteY0" fmla="*/ 1060603 h 2351349"/>
                <a:gd name="connsiteX1" fmla="*/ 409269 w 2441401"/>
                <a:gd name="connsiteY1" fmla="*/ 1054985 h 2351349"/>
                <a:gd name="connsiteX2" fmla="*/ 413425 w 2441401"/>
                <a:gd name="connsiteY2" fmla="*/ 1048630 h 2351349"/>
                <a:gd name="connsiteX3" fmla="*/ 420619 w 2441401"/>
                <a:gd name="connsiteY3" fmla="*/ 1048096 h 2351349"/>
                <a:gd name="connsiteX4" fmla="*/ 423491 w 2441401"/>
                <a:gd name="connsiteY4" fmla="*/ 1040915 h 2351349"/>
                <a:gd name="connsiteX5" fmla="*/ 435236 w 2441401"/>
                <a:gd name="connsiteY5" fmla="*/ 1033835 h 2351349"/>
                <a:gd name="connsiteX6" fmla="*/ 448670 w 2441401"/>
                <a:gd name="connsiteY6" fmla="*/ 1029793 h 2351349"/>
                <a:gd name="connsiteX7" fmla="*/ 523190 w 2441401"/>
                <a:gd name="connsiteY7" fmla="*/ 964183 h 2351349"/>
                <a:gd name="connsiteX8" fmla="*/ 542370 w 2441401"/>
                <a:gd name="connsiteY8" fmla="*/ 952820 h 2351349"/>
                <a:gd name="connsiteX9" fmla="*/ 546424 w 2441401"/>
                <a:gd name="connsiteY9" fmla="*/ 944978 h 2351349"/>
                <a:gd name="connsiteX10" fmla="*/ 545242 w 2441401"/>
                <a:gd name="connsiteY10" fmla="*/ 931912 h 2351349"/>
                <a:gd name="connsiteX11" fmla="*/ 559071 w 2441401"/>
                <a:gd name="connsiteY11" fmla="*/ 912427 h 2351349"/>
                <a:gd name="connsiteX12" fmla="*/ 556732 w 2441401"/>
                <a:gd name="connsiteY12" fmla="*/ 906936 h 2351349"/>
                <a:gd name="connsiteX13" fmla="*/ 549551 w 2441401"/>
                <a:gd name="connsiteY13" fmla="*/ 906021 h 2351349"/>
                <a:gd name="connsiteX14" fmla="*/ 538455 w 2441401"/>
                <a:gd name="connsiteY14" fmla="*/ 920003 h 2351349"/>
                <a:gd name="connsiteX15" fmla="*/ 467214 w 2441401"/>
                <a:gd name="connsiteY15" fmla="*/ 971110 h 2351349"/>
                <a:gd name="connsiteX16" fmla="*/ 404934 w 2441401"/>
                <a:gd name="connsiteY16" fmla="*/ 1021544 h 2351349"/>
                <a:gd name="connsiteX17" fmla="*/ 385755 w 2441401"/>
                <a:gd name="connsiteY17" fmla="*/ 1049266 h 2351349"/>
                <a:gd name="connsiteX18" fmla="*/ 375434 w 2441401"/>
                <a:gd name="connsiteY18" fmla="*/ 1056446 h 2351349"/>
                <a:gd name="connsiteX19" fmla="*/ 374926 w 2441401"/>
                <a:gd name="connsiteY19" fmla="*/ 1066615 h 2351349"/>
                <a:gd name="connsiteX20" fmla="*/ 380531 w 2441401"/>
                <a:gd name="connsiteY20" fmla="*/ 1070796 h 2351349"/>
                <a:gd name="connsiteX21" fmla="*/ 393317 w 2441401"/>
                <a:gd name="connsiteY21" fmla="*/ 1059357 h 2351349"/>
                <a:gd name="connsiteX22" fmla="*/ 398134 w 2441401"/>
                <a:gd name="connsiteY22" fmla="*/ 1062878 h 2351349"/>
                <a:gd name="connsiteX23" fmla="*/ 242091 w 2441401"/>
                <a:gd name="connsiteY23" fmla="*/ 1868972 h 2351349"/>
                <a:gd name="connsiteX24" fmla="*/ 217548 w 2441401"/>
                <a:gd name="connsiteY24" fmla="*/ 1849093 h 2351349"/>
                <a:gd name="connsiteX25" fmla="*/ 208282 w 2441401"/>
                <a:gd name="connsiteY25" fmla="*/ 1857736 h 2351349"/>
                <a:gd name="connsiteX26" fmla="*/ 207011 w 2441401"/>
                <a:gd name="connsiteY26" fmla="*/ 1878390 h 2351349"/>
                <a:gd name="connsiteX27" fmla="*/ 1463059 w 2441401"/>
                <a:gd name="connsiteY27" fmla="*/ 756575 h 2351349"/>
                <a:gd name="connsiteX28" fmla="*/ 1491504 w 2441401"/>
                <a:gd name="connsiteY28" fmla="*/ 712661 h 2351349"/>
                <a:gd name="connsiteX29" fmla="*/ 1495546 w 2441401"/>
                <a:gd name="connsiteY29" fmla="*/ 676323 h 2351349"/>
                <a:gd name="connsiteX30" fmla="*/ 1468664 w 2441401"/>
                <a:gd name="connsiteY30" fmla="*/ 664960 h 2351349"/>
                <a:gd name="connsiteX31" fmla="*/ 1418281 w 2441401"/>
                <a:gd name="connsiteY31" fmla="*/ 722854 h 2351349"/>
                <a:gd name="connsiteX32" fmla="*/ 1438401 w 2441401"/>
                <a:gd name="connsiteY32" fmla="*/ 752393 h 2351349"/>
                <a:gd name="connsiteX33" fmla="*/ 1602871 w 2441401"/>
                <a:gd name="connsiteY33" fmla="*/ 722461 h 2351349"/>
                <a:gd name="connsiteX34" fmla="*/ 1629232 w 2441401"/>
                <a:gd name="connsiteY34" fmla="*/ 740623 h 2351349"/>
                <a:gd name="connsiteX35" fmla="*/ 1650509 w 2441401"/>
                <a:gd name="connsiteY35" fmla="*/ 746775 h 2351349"/>
                <a:gd name="connsiteX36" fmla="*/ 1658466 w 2441401"/>
                <a:gd name="connsiteY36" fmla="*/ 736060 h 2351349"/>
                <a:gd name="connsiteX37" fmla="*/ 1654157 w 2441401"/>
                <a:gd name="connsiteY37" fmla="*/ 729782 h 2351349"/>
                <a:gd name="connsiteX38" fmla="*/ 1659635 w 2441401"/>
                <a:gd name="connsiteY38" fmla="*/ 721813 h 2351349"/>
                <a:gd name="connsiteX39" fmla="*/ 1691754 w 2441401"/>
                <a:gd name="connsiteY39" fmla="*/ 671620 h 2351349"/>
                <a:gd name="connsiteX40" fmla="*/ 1672307 w 2441401"/>
                <a:gd name="connsiteY40" fmla="*/ 648093 h 2351349"/>
                <a:gd name="connsiteX41" fmla="*/ 1662762 w 2441401"/>
                <a:gd name="connsiteY41" fmla="*/ 640251 h 2351349"/>
                <a:gd name="connsiteX42" fmla="*/ 1652988 w 2441401"/>
                <a:gd name="connsiteY42" fmla="*/ 631240 h 2351349"/>
                <a:gd name="connsiteX43" fmla="*/ 1630935 w 2441401"/>
                <a:gd name="connsiteY43" fmla="*/ 597519 h 2351349"/>
                <a:gd name="connsiteX44" fmla="*/ 1618924 w 2441401"/>
                <a:gd name="connsiteY44" fmla="*/ 607052 h 2351349"/>
                <a:gd name="connsiteX45" fmla="*/ 1600126 w 2441401"/>
                <a:gd name="connsiteY45" fmla="*/ 636730 h 2351349"/>
                <a:gd name="connsiteX46" fmla="*/ 1583425 w 2441401"/>
                <a:gd name="connsiteY46" fmla="*/ 660880 h 2351349"/>
                <a:gd name="connsiteX47" fmla="*/ 1555627 w 2441401"/>
                <a:gd name="connsiteY47" fmla="*/ 705569 h 2351349"/>
                <a:gd name="connsiteX48" fmla="*/ 1510354 w 2441401"/>
                <a:gd name="connsiteY48" fmla="*/ 711924 h 2351349"/>
                <a:gd name="connsiteX49" fmla="*/ 1498342 w 2441401"/>
                <a:gd name="connsiteY49" fmla="*/ 730989 h 2351349"/>
                <a:gd name="connsiteX50" fmla="*/ 1509044 w 2441401"/>
                <a:gd name="connsiteY50" fmla="*/ 742238 h 2351349"/>
                <a:gd name="connsiteX51" fmla="*/ 1535927 w 2441401"/>
                <a:gd name="connsiteY51" fmla="*/ 738323 h 2351349"/>
                <a:gd name="connsiteX52" fmla="*/ 1546489 w 2441401"/>
                <a:gd name="connsiteY52" fmla="*/ 735705 h 2351349"/>
                <a:gd name="connsiteX53" fmla="*/ 1558894 w 2441401"/>
                <a:gd name="connsiteY53" fmla="*/ 719753 h 2351349"/>
                <a:gd name="connsiteX54" fmla="*/ 1581213 w 2441401"/>
                <a:gd name="connsiteY54" fmla="*/ 713475 h 2351349"/>
                <a:gd name="connsiteX55" fmla="*/ 2017999 w 2441401"/>
                <a:gd name="connsiteY55" fmla="*/ 196385 h 2351349"/>
                <a:gd name="connsiteX56" fmla="*/ 2033124 w 2441401"/>
                <a:gd name="connsiteY56" fmla="*/ 207825 h 2351349"/>
                <a:gd name="connsiteX57" fmla="*/ 2047360 w 2441401"/>
                <a:gd name="connsiteY57" fmla="*/ 210964 h 2351349"/>
                <a:gd name="connsiteX58" fmla="*/ 2067988 w 2441401"/>
                <a:gd name="connsiteY58" fmla="*/ 210417 h 2351349"/>
                <a:gd name="connsiteX59" fmla="*/ 2108038 w 2441401"/>
                <a:gd name="connsiteY59" fmla="*/ 187692 h 2351349"/>
                <a:gd name="connsiteX60" fmla="*/ 2119478 w 2441401"/>
                <a:gd name="connsiteY60" fmla="*/ 203109 h 2351349"/>
                <a:gd name="connsiteX61" fmla="*/ 2121956 w 2441401"/>
                <a:gd name="connsiteY61" fmla="*/ 215006 h 2351349"/>
                <a:gd name="connsiteX62" fmla="*/ 2105433 w 2441401"/>
                <a:gd name="connsiteY62" fmla="*/ 237757 h 2351349"/>
                <a:gd name="connsiteX63" fmla="*/ 2087295 w 2441401"/>
                <a:gd name="connsiteY63" fmla="*/ 240299 h 2351349"/>
                <a:gd name="connsiteX64" fmla="*/ 2061455 w 2441401"/>
                <a:gd name="connsiteY64" fmla="*/ 286564 h 2351349"/>
                <a:gd name="connsiteX65" fmla="*/ 2071369 w 2441401"/>
                <a:gd name="connsiteY65" fmla="*/ 319509 h 2351349"/>
                <a:gd name="connsiteX66" fmla="*/ 2057935 w 2441401"/>
                <a:gd name="connsiteY66" fmla="*/ 334532 h 2351349"/>
                <a:gd name="connsiteX67" fmla="*/ 2054122 w 2441401"/>
                <a:gd name="connsiteY67" fmla="*/ 337926 h 2351349"/>
                <a:gd name="connsiteX68" fmla="*/ 2051643 w 2441401"/>
                <a:gd name="connsiteY68" fmla="*/ 342108 h 2351349"/>
                <a:gd name="connsiteX69" fmla="*/ 2037281 w 2441401"/>
                <a:gd name="connsiteY69" fmla="*/ 361173 h 2351349"/>
                <a:gd name="connsiteX70" fmla="*/ 2006357 w 2441401"/>
                <a:gd name="connsiteY70" fmla="*/ 384293 h 2351349"/>
                <a:gd name="connsiteX71" fmla="*/ 1995388 w 2441401"/>
                <a:gd name="connsiteY71" fmla="*/ 366778 h 2351349"/>
                <a:gd name="connsiteX72" fmla="*/ 2014720 w 2441401"/>
                <a:gd name="connsiteY72" fmla="*/ 346912 h 2351349"/>
                <a:gd name="connsiteX73" fmla="*/ 2000879 w 2441401"/>
                <a:gd name="connsiteY73" fmla="*/ 297635 h 2351349"/>
                <a:gd name="connsiteX74" fmla="*/ 1968252 w 2441401"/>
                <a:gd name="connsiteY74" fmla="*/ 282993 h 2351349"/>
                <a:gd name="connsiteX75" fmla="*/ 1949440 w 2441401"/>
                <a:gd name="connsiteY75" fmla="*/ 305363 h 2351349"/>
                <a:gd name="connsiteX76" fmla="*/ 1922673 w 2441401"/>
                <a:gd name="connsiteY76" fmla="*/ 287708 h 2351349"/>
                <a:gd name="connsiteX77" fmla="*/ 1954651 w 2441401"/>
                <a:gd name="connsiteY77" fmla="*/ 257915 h 2351349"/>
                <a:gd name="connsiteX78" fmla="*/ 1903226 w 2441401"/>
                <a:gd name="connsiteY78" fmla="*/ 201571 h 2351349"/>
                <a:gd name="connsiteX79" fmla="*/ 1910140 w 2441401"/>
                <a:gd name="connsiteY79" fmla="*/ 170609 h 2351349"/>
                <a:gd name="connsiteX80" fmla="*/ 1857825 w 2441401"/>
                <a:gd name="connsiteY80" fmla="*/ 142761 h 2351349"/>
                <a:gd name="connsiteX81" fmla="*/ 1893185 w 2441401"/>
                <a:gd name="connsiteY81" fmla="*/ 112447 h 2351349"/>
                <a:gd name="connsiteX82" fmla="*/ 1892016 w 2441401"/>
                <a:gd name="connsiteY82" fmla="*/ 103550 h 2351349"/>
                <a:gd name="connsiteX83" fmla="*/ 1898371 w 2441401"/>
                <a:gd name="connsiteY83" fmla="*/ 95059 h 2351349"/>
                <a:gd name="connsiteX84" fmla="*/ 1930731 w 2441401"/>
                <a:gd name="connsiteY84" fmla="*/ 75194 h 2351349"/>
                <a:gd name="connsiteX85" fmla="*/ 1988677 w 2441401"/>
                <a:gd name="connsiteY85" fmla="*/ 39605 h 2351349"/>
                <a:gd name="connsiteX86" fmla="*/ 1994155 w 2441401"/>
                <a:gd name="connsiteY86" fmla="*/ 26666 h 2351349"/>
                <a:gd name="connsiteX87" fmla="*/ 2008899 w 2441401"/>
                <a:gd name="connsiteY87" fmla="*/ 13066 h 2351349"/>
                <a:gd name="connsiteX88" fmla="*/ 2016080 w 2441401"/>
                <a:gd name="connsiteY88" fmla="*/ 0 h 2351349"/>
                <a:gd name="connsiteX89" fmla="*/ 2060566 w 2441401"/>
                <a:gd name="connsiteY89" fmla="*/ 19472 h 2351349"/>
                <a:gd name="connsiteX90" fmla="*/ 2057960 w 2441401"/>
                <a:gd name="connsiteY90" fmla="*/ 71495 h 2351349"/>
                <a:gd name="connsiteX91" fmla="*/ 2065586 w 2441401"/>
                <a:gd name="connsiteY91" fmla="*/ 103003 h 2351349"/>
                <a:gd name="connsiteX92" fmla="*/ 2055939 w 2441401"/>
                <a:gd name="connsiteY92" fmla="*/ 118548 h 2351349"/>
                <a:gd name="connsiteX93" fmla="*/ 2035603 w 2441401"/>
                <a:gd name="connsiteY93" fmla="*/ 128716 h 2351349"/>
                <a:gd name="connsiteX94" fmla="*/ 2016944 w 2441401"/>
                <a:gd name="connsiteY94" fmla="*/ 149497 h 2351349"/>
                <a:gd name="connsiteX95" fmla="*/ 2002721 w 2441401"/>
                <a:gd name="connsiteY95" fmla="*/ 162576 h 2351349"/>
                <a:gd name="connsiteX96" fmla="*/ 2005060 w 2441401"/>
                <a:gd name="connsiteY96" fmla="*/ 178133 h 2351349"/>
                <a:gd name="connsiteX97" fmla="*/ 1821410 w 2441401"/>
                <a:gd name="connsiteY97" fmla="*/ 2039581 h 2351349"/>
                <a:gd name="connsiteX98" fmla="*/ 1804048 w 2441401"/>
                <a:gd name="connsiteY98" fmla="*/ 2029781 h 2351349"/>
                <a:gd name="connsiteX99" fmla="*/ 1794389 w 2441401"/>
                <a:gd name="connsiteY99" fmla="*/ 2017884 h 2351349"/>
                <a:gd name="connsiteX100" fmla="*/ 1793346 w 2441401"/>
                <a:gd name="connsiteY100" fmla="*/ 1997739 h 2351349"/>
                <a:gd name="connsiteX101" fmla="*/ 1785720 w 2441401"/>
                <a:gd name="connsiteY101" fmla="*/ 1968200 h 2351349"/>
                <a:gd name="connsiteX102" fmla="*/ 1786394 w 2441401"/>
                <a:gd name="connsiteY102" fmla="*/ 1940238 h 2351349"/>
                <a:gd name="connsiteX103" fmla="*/ 1784424 w 2441401"/>
                <a:gd name="connsiteY103" fmla="*/ 1929777 h 2351349"/>
                <a:gd name="connsiteX104" fmla="*/ 1780369 w 2441401"/>
                <a:gd name="connsiteY104" fmla="*/ 1922075 h 2351349"/>
                <a:gd name="connsiteX105" fmla="*/ 1758978 w 2441401"/>
                <a:gd name="connsiteY105" fmla="*/ 1896057 h 2351349"/>
                <a:gd name="connsiteX106" fmla="*/ 1746700 w 2441401"/>
                <a:gd name="connsiteY106" fmla="*/ 1894888 h 2351349"/>
                <a:gd name="connsiteX107" fmla="*/ 1722436 w 2441401"/>
                <a:gd name="connsiteY107" fmla="*/ 1898409 h 2351349"/>
                <a:gd name="connsiteX108" fmla="*/ 1711607 w 2441401"/>
                <a:gd name="connsiteY108" fmla="*/ 1891875 h 2351349"/>
                <a:gd name="connsiteX109" fmla="*/ 1699469 w 2441401"/>
                <a:gd name="connsiteY109" fmla="*/ 1867726 h 2351349"/>
                <a:gd name="connsiteX110" fmla="*/ 1687597 w 2441401"/>
                <a:gd name="connsiteY110" fmla="*/ 1856477 h 2351349"/>
                <a:gd name="connsiteX111" fmla="*/ 1682768 w 2441401"/>
                <a:gd name="connsiteY111" fmla="*/ 1845649 h 2351349"/>
                <a:gd name="connsiteX112" fmla="*/ 1693203 w 2441401"/>
                <a:gd name="connsiteY112" fmla="*/ 1817788 h 2351349"/>
                <a:gd name="connsiteX113" fmla="*/ 1693597 w 2441401"/>
                <a:gd name="connsiteY113" fmla="*/ 1798443 h 2351349"/>
                <a:gd name="connsiteX114" fmla="*/ 1688767 w 2441401"/>
                <a:gd name="connsiteY114" fmla="*/ 1785110 h 2351349"/>
                <a:gd name="connsiteX115" fmla="*/ 1659991 w 2441401"/>
                <a:gd name="connsiteY115" fmla="*/ 1758304 h 2351349"/>
                <a:gd name="connsiteX116" fmla="*/ 1636630 w 2441401"/>
                <a:gd name="connsiteY116" fmla="*/ 1729795 h 2351349"/>
                <a:gd name="connsiteX117" fmla="*/ 1639769 w 2441401"/>
                <a:gd name="connsiteY117" fmla="*/ 1727062 h 2351349"/>
                <a:gd name="connsiteX118" fmla="*/ 1655949 w 2441401"/>
                <a:gd name="connsiteY118" fmla="*/ 1732426 h 2351349"/>
                <a:gd name="connsiteX119" fmla="*/ 1674214 w 2441401"/>
                <a:gd name="connsiteY119" fmla="*/ 1728498 h 2351349"/>
                <a:gd name="connsiteX120" fmla="*/ 1696533 w 2441401"/>
                <a:gd name="connsiteY120" fmla="*/ 1727062 h 2351349"/>
                <a:gd name="connsiteX121" fmla="*/ 1709459 w 2441401"/>
                <a:gd name="connsiteY121" fmla="*/ 1732286 h 2351349"/>
                <a:gd name="connsiteX122" fmla="*/ 1721851 w 2441401"/>
                <a:gd name="connsiteY122" fmla="*/ 1726528 h 2351349"/>
                <a:gd name="connsiteX123" fmla="*/ 1759563 w 2441401"/>
                <a:gd name="connsiteY123" fmla="*/ 1729287 h 2351349"/>
                <a:gd name="connsiteX124" fmla="*/ 1768968 w 2441401"/>
                <a:gd name="connsiteY124" fmla="*/ 1722093 h 2351349"/>
                <a:gd name="connsiteX125" fmla="*/ 1772235 w 2441401"/>
                <a:gd name="connsiteY125" fmla="*/ 1708887 h 2351349"/>
                <a:gd name="connsiteX126" fmla="*/ 1784869 w 2441401"/>
                <a:gd name="connsiteY126" fmla="*/ 1690203 h 2351349"/>
                <a:gd name="connsiteX127" fmla="*/ 1769616 w 2441401"/>
                <a:gd name="connsiteY127" fmla="*/ 1652072 h 2351349"/>
                <a:gd name="connsiteX128" fmla="*/ 1764799 w 2441401"/>
                <a:gd name="connsiteY128" fmla="*/ 1637964 h 2351349"/>
                <a:gd name="connsiteX129" fmla="*/ 1756830 w 2441401"/>
                <a:gd name="connsiteY129" fmla="*/ 1628952 h 2351349"/>
                <a:gd name="connsiteX130" fmla="*/ 1745734 w 2441401"/>
                <a:gd name="connsiteY130" fmla="*/ 1631164 h 2351349"/>
                <a:gd name="connsiteX131" fmla="*/ 1738832 w 2441401"/>
                <a:gd name="connsiteY131" fmla="*/ 1624491 h 2351349"/>
                <a:gd name="connsiteX132" fmla="*/ 1738311 w 2441401"/>
                <a:gd name="connsiteY132" fmla="*/ 1611031 h 2351349"/>
                <a:gd name="connsiteX133" fmla="*/ 1723949 w 2441401"/>
                <a:gd name="connsiteY133" fmla="*/ 1596402 h 2351349"/>
                <a:gd name="connsiteX134" fmla="*/ 1708035 w 2441401"/>
                <a:gd name="connsiteY134" fmla="*/ 1599922 h 2351349"/>
                <a:gd name="connsiteX135" fmla="*/ 1678535 w 2441401"/>
                <a:gd name="connsiteY135" fmla="*/ 1590517 h 2351349"/>
                <a:gd name="connsiteX136" fmla="*/ 1676057 w 2441401"/>
                <a:gd name="connsiteY136" fmla="*/ 1577972 h 2351349"/>
                <a:gd name="connsiteX137" fmla="*/ 1648272 w 2441401"/>
                <a:gd name="connsiteY137" fmla="*/ 1572608 h 2351349"/>
                <a:gd name="connsiteX138" fmla="*/ 1635562 w 2441401"/>
                <a:gd name="connsiteY138" fmla="*/ 1566596 h 2351349"/>
                <a:gd name="connsiteX139" fmla="*/ 1623424 w 2441401"/>
                <a:gd name="connsiteY139" fmla="*/ 1546069 h 2351349"/>
                <a:gd name="connsiteX140" fmla="*/ 1598118 w 2441401"/>
                <a:gd name="connsiteY140" fmla="*/ 1540057 h 2351349"/>
                <a:gd name="connsiteX141" fmla="*/ 1587949 w 2441401"/>
                <a:gd name="connsiteY141" fmla="*/ 1533143 h 2351349"/>
                <a:gd name="connsiteX142" fmla="*/ 1582738 w 2441401"/>
                <a:gd name="connsiteY142" fmla="*/ 1514446 h 2351349"/>
                <a:gd name="connsiteX143" fmla="*/ 1544112 w 2441401"/>
                <a:gd name="connsiteY143" fmla="*/ 1508561 h 2351349"/>
                <a:gd name="connsiteX144" fmla="*/ 1514345 w 2441401"/>
                <a:gd name="connsiteY144" fmla="*/ 1502816 h 2351349"/>
                <a:gd name="connsiteX145" fmla="*/ 1489026 w 2441401"/>
                <a:gd name="connsiteY145" fmla="*/ 1495622 h 2351349"/>
                <a:gd name="connsiteX146" fmla="*/ 1468690 w 2441401"/>
                <a:gd name="connsiteY146" fmla="*/ 1493792 h 2351349"/>
                <a:gd name="connsiteX147" fmla="*/ 1432288 w 2441401"/>
                <a:gd name="connsiteY147" fmla="*/ 1475502 h 2351349"/>
                <a:gd name="connsiteX148" fmla="*/ 1415841 w 2441401"/>
                <a:gd name="connsiteY148" fmla="*/ 1456551 h 2351349"/>
                <a:gd name="connsiteX149" fmla="*/ 1399521 w 2441401"/>
                <a:gd name="connsiteY149" fmla="*/ 1447921 h 2351349"/>
                <a:gd name="connsiteX150" fmla="*/ 1385311 w 2441401"/>
                <a:gd name="connsiteY150" fmla="*/ 1447921 h 2351349"/>
                <a:gd name="connsiteX151" fmla="*/ 1372906 w 2441401"/>
                <a:gd name="connsiteY151" fmla="*/ 1456551 h 2351349"/>
                <a:gd name="connsiteX152" fmla="*/ 1354641 w 2441401"/>
                <a:gd name="connsiteY152" fmla="*/ 1456551 h 2351349"/>
                <a:gd name="connsiteX153" fmla="*/ 1338321 w 2441401"/>
                <a:gd name="connsiteY153" fmla="*/ 1444654 h 2351349"/>
                <a:gd name="connsiteX154" fmla="*/ 1316917 w 2441401"/>
                <a:gd name="connsiteY154" fmla="*/ 1426352 h 2351349"/>
                <a:gd name="connsiteX155" fmla="*/ 1290429 w 2441401"/>
                <a:gd name="connsiteY155" fmla="*/ 1412371 h 2351349"/>
                <a:gd name="connsiteX156" fmla="*/ 1262632 w 2441401"/>
                <a:gd name="connsiteY156" fmla="*/ 1403219 h 2351349"/>
                <a:gd name="connsiteX157" fmla="*/ 1244494 w 2441401"/>
                <a:gd name="connsiteY157" fmla="*/ 1401262 h 2351349"/>
                <a:gd name="connsiteX158" fmla="*/ 1237834 w 2441401"/>
                <a:gd name="connsiteY158" fmla="*/ 1397728 h 2351349"/>
                <a:gd name="connsiteX159" fmla="*/ 1192688 w 2441401"/>
                <a:gd name="connsiteY159" fmla="*/ 1399431 h 2351349"/>
                <a:gd name="connsiteX160" fmla="*/ 1173241 w 2441401"/>
                <a:gd name="connsiteY160" fmla="*/ 1393941 h 2351349"/>
                <a:gd name="connsiteX161" fmla="*/ 1148189 w 2441401"/>
                <a:gd name="connsiteY161" fmla="*/ 1386734 h 2351349"/>
                <a:gd name="connsiteX162" fmla="*/ 1110211 w 2441401"/>
                <a:gd name="connsiteY162" fmla="*/ 1373808 h 2351349"/>
                <a:gd name="connsiteX163" fmla="*/ 1090764 w 2441401"/>
                <a:gd name="connsiteY163" fmla="*/ 1358251 h 2351349"/>
                <a:gd name="connsiteX164" fmla="*/ 1079401 w 2441401"/>
                <a:gd name="connsiteY164" fmla="*/ 1358644 h 2351349"/>
                <a:gd name="connsiteX165" fmla="*/ 1064925 w 2441401"/>
                <a:gd name="connsiteY165" fmla="*/ 1359915 h 2351349"/>
                <a:gd name="connsiteX166" fmla="*/ 1052786 w 2441401"/>
                <a:gd name="connsiteY166" fmla="*/ 1371354 h 2351349"/>
                <a:gd name="connsiteX167" fmla="*/ 1022117 w 2441401"/>
                <a:gd name="connsiteY167" fmla="*/ 1388742 h 2351349"/>
                <a:gd name="connsiteX168" fmla="*/ 978139 w 2441401"/>
                <a:gd name="connsiteY168" fmla="*/ 1387967 h 2351349"/>
                <a:gd name="connsiteX169" fmla="*/ 949401 w 2441401"/>
                <a:gd name="connsiteY169" fmla="*/ 1366665 h 2351349"/>
                <a:gd name="connsiteX170" fmla="*/ 924350 w 2441401"/>
                <a:gd name="connsiteY170" fmla="*/ 1361695 h 2351349"/>
                <a:gd name="connsiteX171" fmla="*/ 911639 w 2441401"/>
                <a:gd name="connsiteY171" fmla="*/ 1369143 h 2351349"/>
                <a:gd name="connsiteX172" fmla="*/ 893235 w 2441401"/>
                <a:gd name="connsiteY172" fmla="*/ 1397906 h 2351349"/>
                <a:gd name="connsiteX173" fmla="*/ 874055 w 2441401"/>
                <a:gd name="connsiteY173" fmla="*/ 1404033 h 2351349"/>
                <a:gd name="connsiteX174" fmla="*/ 864268 w 2441401"/>
                <a:gd name="connsiteY174" fmla="*/ 1429135 h 2351349"/>
                <a:gd name="connsiteX175" fmla="*/ 858002 w 2441401"/>
                <a:gd name="connsiteY175" fmla="*/ 1436202 h 2351349"/>
                <a:gd name="connsiteX176" fmla="*/ 841949 w 2441401"/>
                <a:gd name="connsiteY176" fmla="*/ 1435668 h 2351349"/>
                <a:gd name="connsiteX177" fmla="*/ 823037 w 2441401"/>
                <a:gd name="connsiteY177" fmla="*/ 1452268 h 2351349"/>
                <a:gd name="connsiteX178" fmla="*/ 822236 w 2441401"/>
                <a:gd name="connsiteY178" fmla="*/ 1471333 h 2351349"/>
                <a:gd name="connsiteX179" fmla="*/ 818601 w 2441401"/>
                <a:gd name="connsiteY179" fmla="*/ 1474358 h 2351349"/>
                <a:gd name="connsiteX180" fmla="*/ 808140 w 2441401"/>
                <a:gd name="connsiteY180" fmla="*/ 1471600 h 2351349"/>
                <a:gd name="connsiteX181" fmla="*/ 794426 w 2441401"/>
                <a:gd name="connsiteY181" fmla="*/ 1486140 h 2351349"/>
                <a:gd name="connsiteX182" fmla="*/ 767938 w 2441401"/>
                <a:gd name="connsiteY182" fmla="*/ 1495292 h 2351349"/>
                <a:gd name="connsiteX183" fmla="*/ 737522 w 2441401"/>
                <a:gd name="connsiteY183" fmla="*/ 1500376 h 2351349"/>
                <a:gd name="connsiteX184" fmla="*/ 713792 w 2441401"/>
                <a:gd name="connsiteY184" fmla="*/ 1517624 h 2351349"/>
                <a:gd name="connsiteX185" fmla="*/ 709611 w 2441401"/>
                <a:gd name="connsiteY185" fmla="*/ 1525072 h 2351349"/>
                <a:gd name="connsiteX186" fmla="*/ 692516 w 2441401"/>
                <a:gd name="connsiteY186" fmla="*/ 1529253 h 2351349"/>
                <a:gd name="connsiteX187" fmla="*/ 676335 w 2441401"/>
                <a:gd name="connsiteY187" fmla="*/ 1523762 h 2351349"/>
                <a:gd name="connsiteX188" fmla="*/ 662761 w 2441401"/>
                <a:gd name="connsiteY188" fmla="*/ 1512133 h 2351349"/>
                <a:gd name="connsiteX189" fmla="*/ 649580 w 2441401"/>
                <a:gd name="connsiteY189" fmla="*/ 1511230 h 2351349"/>
                <a:gd name="connsiteX190" fmla="*/ 594520 w 2441401"/>
                <a:gd name="connsiteY190" fmla="*/ 1521030 h 2351349"/>
                <a:gd name="connsiteX191" fmla="*/ 584593 w 2441401"/>
                <a:gd name="connsiteY191" fmla="*/ 1521157 h 2351349"/>
                <a:gd name="connsiteX192" fmla="*/ 569710 w 2441401"/>
                <a:gd name="connsiteY192" fmla="*/ 1533562 h 2351349"/>
                <a:gd name="connsiteX193" fmla="*/ 557317 w 2441401"/>
                <a:gd name="connsiteY193" fmla="*/ 1552119 h 2351349"/>
                <a:gd name="connsiteX194" fmla="*/ 528605 w 2441401"/>
                <a:gd name="connsiteY194" fmla="*/ 1573561 h 2351349"/>
                <a:gd name="connsiteX195" fmla="*/ 520648 w 2441401"/>
                <a:gd name="connsiteY195" fmla="*/ 1588190 h 2351349"/>
                <a:gd name="connsiteX196" fmla="*/ 506286 w 2441401"/>
                <a:gd name="connsiteY196" fmla="*/ 1605985 h 2351349"/>
                <a:gd name="connsiteX197" fmla="*/ 501850 w 2441401"/>
                <a:gd name="connsiteY197" fmla="*/ 1613700 h 2351349"/>
                <a:gd name="connsiteX198" fmla="*/ 481234 w 2441401"/>
                <a:gd name="connsiteY198" fmla="*/ 1625978 h 2351349"/>
                <a:gd name="connsiteX199" fmla="*/ 468524 w 2441401"/>
                <a:gd name="connsiteY199" fmla="*/ 1633604 h 2351349"/>
                <a:gd name="connsiteX200" fmla="*/ 465982 w 2441401"/>
                <a:gd name="connsiteY200" fmla="*/ 1660296 h 2351349"/>
                <a:gd name="connsiteX201" fmla="*/ 448886 w 2441401"/>
                <a:gd name="connsiteY201" fmla="*/ 1685119 h 2351349"/>
                <a:gd name="connsiteX202" fmla="*/ 449801 w 2441401"/>
                <a:gd name="connsiteY202" fmla="*/ 1708912 h 2351349"/>
                <a:gd name="connsiteX203" fmla="*/ 439633 w 2441401"/>
                <a:gd name="connsiteY203" fmla="*/ 1714937 h 2351349"/>
                <a:gd name="connsiteX204" fmla="*/ 431791 w 2441401"/>
                <a:gd name="connsiteY204" fmla="*/ 1730087 h 2351349"/>
                <a:gd name="connsiteX205" fmla="*/ 410006 w 2441401"/>
                <a:gd name="connsiteY205" fmla="*/ 1722118 h 2351349"/>
                <a:gd name="connsiteX206" fmla="*/ 400486 w 2441401"/>
                <a:gd name="connsiteY206" fmla="*/ 1722652 h 2351349"/>
                <a:gd name="connsiteX207" fmla="*/ 378167 w 2441401"/>
                <a:gd name="connsiteY207" fmla="*/ 1741463 h 2351349"/>
                <a:gd name="connsiteX208" fmla="*/ 347243 w 2441401"/>
                <a:gd name="connsiteY208" fmla="*/ 1785644 h 2351349"/>
                <a:gd name="connsiteX209" fmla="*/ 333541 w 2441401"/>
                <a:gd name="connsiteY209" fmla="*/ 1799625 h 2351349"/>
                <a:gd name="connsiteX210" fmla="*/ 303558 w 2441401"/>
                <a:gd name="connsiteY210" fmla="*/ 1838213 h 2351349"/>
                <a:gd name="connsiteX211" fmla="*/ 237528 w 2441401"/>
                <a:gd name="connsiteY211" fmla="*/ 1803196 h 2351349"/>
                <a:gd name="connsiteX212" fmla="*/ 225123 w 2441401"/>
                <a:gd name="connsiteY212" fmla="*/ 1809552 h 2351349"/>
                <a:gd name="connsiteX213" fmla="*/ 222251 w 2441401"/>
                <a:gd name="connsiteY213" fmla="*/ 1826545 h 2351349"/>
                <a:gd name="connsiteX214" fmla="*/ 268846 w 2441401"/>
                <a:gd name="connsiteY214" fmla="*/ 1848229 h 2351349"/>
                <a:gd name="connsiteX215" fmla="*/ 264410 w 2441401"/>
                <a:gd name="connsiteY215" fmla="*/ 1869683 h 2351349"/>
                <a:gd name="connsiteX216" fmla="*/ 292716 w 2441401"/>
                <a:gd name="connsiteY216" fmla="*/ 1881034 h 2351349"/>
                <a:gd name="connsiteX217" fmla="*/ 278493 w 2441401"/>
                <a:gd name="connsiteY217" fmla="*/ 1921554 h 2351349"/>
                <a:gd name="connsiteX218" fmla="*/ 267156 w 2441401"/>
                <a:gd name="connsiteY218" fmla="*/ 1948106 h 2351349"/>
                <a:gd name="connsiteX219" fmla="*/ 250048 w 2441401"/>
                <a:gd name="connsiteY219" fmla="*/ 1966586 h 2351349"/>
                <a:gd name="connsiteX220" fmla="*/ 238837 w 2441401"/>
                <a:gd name="connsiteY220" fmla="*/ 1984228 h 2351349"/>
                <a:gd name="connsiteX221" fmla="*/ 226686 w 2441401"/>
                <a:gd name="connsiteY221" fmla="*/ 2000751 h 2351349"/>
                <a:gd name="connsiteX222" fmla="*/ 215603 w 2441401"/>
                <a:gd name="connsiteY222" fmla="*/ 2007945 h 2351349"/>
                <a:gd name="connsiteX223" fmla="*/ 152561 w 2441401"/>
                <a:gd name="connsiteY223" fmla="*/ 1979843 h 2351349"/>
                <a:gd name="connsiteX224" fmla="*/ 119934 w 2441401"/>
                <a:gd name="connsiteY224" fmla="*/ 1937493 h 2351349"/>
                <a:gd name="connsiteX225" fmla="*/ 135071 w 2441401"/>
                <a:gd name="connsiteY225" fmla="*/ 1919851 h 2351349"/>
                <a:gd name="connsiteX226" fmla="*/ 151251 w 2441401"/>
                <a:gd name="connsiteY226" fmla="*/ 1890439 h 2351349"/>
                <a:gd name="connsiteX227" fmla="*/ 151912 w 2441401"/>
                <a:gd name="connsiteY227" fmla="*/ 1875937 h 2351349"/>
                <a:gd name="connsiteX228" fmla="*/ 191568 w 2441401"/>
                <a:gd name="connsiteY228" fmla="*/ 1842077 h 2351349"/>
                <a:gd name="connsiteX229" fmla="*/ 194975 w 2441401"/>
                <a:gd name="connsiteY229" fmla="*/ 1817381 h 2351349"/>
                <a:gd name="connsiteX230" fmla="*/ 216239 w 2441401"/>
                <a:gd name="connsiteY230" fmla="*/ 1798417 h 2351349"/>
                <a:gd name="connsiteX231" fmla="*/ 198622 w 2441401"/>
                <a:gd name="connsiteY231" fmla="*/ 1771726 h 2351349"/>
                <a:gd name="connsiteX232" fmla="*/ 193144 w 2441401"/>
                <a:gd name="connsiteY232" fmla="*/ 1757605 h 2351349"/>
                <a:gd name="connsiteX233" fmla="*/ 175007 w 2441401"/>
                <a:gd name="connsiteY233" fmla="*/ 1763757 h 2351349"/>
                <a:gd name="connsiteX234" fmla="*/ 110401 w 2441401"/>
                <a:gd name="connsiteY234" fmla="*/ 1705201 h 2351349"/>
                <a:gd name="connsiteX235" fmla="*/ 91615 w 2441401"/>
                <a:gd name="connsiteY235" fmla="*/ 1703231 h 2351349"/>
                <a:gd name="connsiteX236" fmla="*/ 63945 w 2441401"/>
                <a:gd name="connsiteY236" fmla="*/ 1670693 h 2351349"/>
                <a:gd name="connsiteX237" fmla="*/ 10702 w 2441401"/>
                <a:gd name="connsiteY237" fmla="*/ 1654093 h 2351349"/>
                <a:gd name="connsiteX238" fmla="*/ 0 w 2441401"/>
                <a:gd name="connsiteY238" fmla="*/ 1644942 h 2351349"/>
                <a:gd name="connsiteX239" fmla="*/ 22967 w 2441401"/>
                <a:gd name="connsiteY239" fmla="*/ 1598156 h 2351349"/>
                <a:gd name="connsiteX240" fmla="*/ 42287 w 2441401"/>
                <a:gd name="connsiteY240" fmla="*/ 1576447 h 2351349"/>
                <a:gd name="connsiteX241" fmla="*/ 17222 w 2441401"/>
                <a:gd name="connsiteY241" fmla="*/ 1533448 h 2351349"/>
                <a:gd name="connsiteX242" fmla="*/ 21658 w 2441401"/>
                <a:gd name="connsiteY242" fmla="*/ 1498952 h 2351349"/>
                <a:gd name="connsiteX243" fmla="*/ 71393 w 2441401"/>
                <a:gd name="connsiteY243" fmla="*/ 1452420 h 2351349"/>
                <a:gd name="connsiteX244" fmla="*/ 105190 w 2441401"/>
                <a:gd name="connsiteY244" fmla="*/ 1367720 h 2351349"/>
                <a:gd name="connsiteX245" fmla="*/ 197440 w 2441401"/>
                <a:gd name="connsiteY245" fmla="*/ 1263687 h 2351349"/>
                <a:gd name="connsiteX246" fmla="*/ 186751 w 2441401"/>
                <a:gd name="connsiteY246" fmla="*/ 1252565 h 2351349"/>
                <a:gd name="connsiteX247" fmla="*/ 104135 w 2441401"/>
                <a:gd name="connsiteY247" fmla="*/ 1169186 h 2351349"/>
                <a:gd name="connsiteX248" fmla="*/ 191428 w 2441401"/>
                <a:gd name="connsiteY248" fmla="*/ 1084091 h 2351349"/>
                <a:gd name="connsiteX249" fmla="*/ 232101 w 2441401"/>
                <a:gd name="connsiteY249" fmla="*/ 1062128 h 2351349"/>
                <a:gd name="connsiteX250" fmla="*/ 328940 w 2441401"/>
                <a:gd name="connsiteY250" fmla="*/ 968682 h 2351349"/>
                <a:gd name="connsiteX251" fmla="*/ 362609 w 2441401"/>
                <a:gd name="connsiteY251" fmla="*/ 928569 h 2351349"/>
                <a:gd name="connsiteX252" fmla="*/ 429974 w 2441401"/>
                <a:gd name="connsiteY252" fmla="*/ 868170 h 2351349"/>
                <a:gd name="connsiteX253" fmla="*/ 433507 w 2441401"/>
                <a:gd name="connsiteY253" fmla="*/ 852918 h 2351349"/>
                <a:gd name="connsiteX254" fmla="*/ 513505 w 2441401"/>
                <a:gd name="connsiteY254" fmla="*/ 810568 h 2351349"/>
                <a:gd name="connsiteX255" fmla="*/ 622457 w 2441401"/>
                <a:gd name="connsiteY255" fmla="*/ 743394 h 2351349"/>
                <a:gd name="connsiteX256" fmla="*/ 634862 w 2441401"/>
                <a:gd name="connsiteY256" fmla="*/ 718559 h 2351349"/>
                <a:gd name="connsiteX257" fmla="*/ 666638 w 2441401"/>
                <a:gd name="connsiteY257" fmla="*/ 710932 h 2351349"/>
                <a:gd name="connsiteX258" fmla="*/ 684432 w 2441401"/>
                <a:gd name="connsiteY258" fmla="*/ 693685 h 2351349"/>
                <a:gd name="connsiteX259" fmla="*/ 678560 w 2441401"/>
                <a:gd name="connsiteY259" fmla="*/ 680085 h 2351349"/>
                <a:gd name="connsiteX260" fmla="*/ 703878 w 2441401"/>
                <a:gd name="connsiteY260" fmla="*/ 656431 h 2351349"/>
                <a:gd name="connsiteX261" fmla="*/ 740420 w 2441401"/>
                <a:gd name="connsiteY261" fmla="*/ 653165 h 2351349"/>
                <a:gd name="connsiteX262" fmla="*/ 775399 w 2441401"/>
                <a:gd name="connsiteY262" fmla="*/ 626905 h 2351349"/>
                <a:gd name="connsiteX263" fmla="*/ 785847 w 2441401"/>
                <a:gd name="connsiteY263" fmla="*/ 610941 h 2351349"/>
                <a:gd name="connsiteX264" fmla="*/ 799675 w 2441401"/>
                <a:gd name="connsiteY264" fmla="*/ 600099 h 2351349"/>
                <a:gd name="connsiteX265" fmla="*/ 819376 w 2441401"/>
                <a:gd name="connsiteY265" fmla="*/ 550708 h 2351349"/>
                <a:gd name="connsiteX266" fmla="*/ 778398 w 2441401"/>
                <a:gd name="connsiteY266" fmla="*/ 507823 h 2351349"/>
                <a:gd name="connsiteX267" fmla="*/ 771090 w 2441401"/>
                <a:gd name="connsiteY267" fmla="*/ 475540 h 2351349"/>
                <a:gd name="connsiteX268" fmla="*/ 784792 w 2441401"/>
                <a:gd name="connsiteY268" fmla="*/ 461304 h 2351349"/>
                <a:gd name="connsiteX269" fmla="*/ 794312 w 2441401"/>
                <a:gd name="connsiteY269" fmla="*/ 409281 h 2351349"/>
                <a:gd name="connsiteX270" fmla="*/ 831896 w 2441401"/>
                <a:gd name="connsiteY270" fmla="*/ 360258 h 2351349"/>
                <a:gd name="connsiteX271" fmla="*/ 876801 w 2441401"/>
                <a:gd name="connsiteY271" fmla="*/ 375167 h 2351349"/>
                <a:gd name="connsiteX272" fmla="*/ 940085 w 2441401"/>
                <a:gd name="connsiteY272" fmla="*/ 350585 h 2351349"/>
                <a:gd name="connsiteX273" fmla="*/ 969318 w 2441401"/>
                <a:gd name="connsiteY273" fmla="*/ 339858 h 2351349"/>
                <a:gd name="connsiteX274" fmla="*/ 1042656 w 2441401"/>
                <a:gd name="connsiteY274" fmla="*/ 290288 h 2351349"/>
                <a:gd name="connsiteX275" fmla="*/ 1058188 w 2441401"/>
                <a:gd name="connsiteY275" fmla="*/ 280743 h 2351349"/>
                <a:gd name="connsiteX276" fmla="*/ 1091730 w 2441401"/>
                <a:gd name="connsiteY276" fmla="*/ 265491 h 2351349"/>
                <a:gd name="connsiteX277" fmla="*/ 1124879 w 2441401"/>
                <a:gd name="connsiteY277" fmla="*/ 258958 h 2351349"/>
                <a:gd name="connsiteX278" fmla="*/ 1162590 w 2441401"/>
                <a:gd name="connsiteY278" fmla="*/ 252679 h 2351349"/>
                <a:gd name="connsiteX279" fmla="*/ 1180600 w 2441401"/>
                <a:gd name="connsiteY279" fmla="*/ 244048 h 2351349"/>
                <a:gd name="connsiteX280" fmla="*/ 1212312 w 2441401"/>
                <a:gd name="connsiteY280" fmla="*/ 200923 h 2351349"/>
                <a:gd name="connsiteX281" fmla="*/ 1247024 w 2441401"/>
                <a:gd name="connsiteY281" fmla="*/ 167330 h 2351349"/>
                <a:gd name="connsiteX282" fmla="*/ 1366830 w 2441401"/>
                <a:gd name="connsiteY282" fmla="*/ 113210 h 2351349"/>
                <a:gd name="connsiteX283" fmla="*/ 1372181 w 2441401"/>
                <a:gd name="connsiteY283" fmla="*/ 128462 h 2351349"/>
                <a:gd name="connsiteX284" fmla="*/ 1357552 w 2441401"/>
                <a:gd name="connsiteY284" fmla="*/ 202448 h 2351349"/>
                <a:gd name="connsiteX285" fmla="*/ 1403880 w 2441401"/>
                <a:gd name="connsiteY285" fmla="*/ 243743 h 2351349"/>
                <a:gd name="connsiteX286" fmla="*/ 1400372 w 2441401"/>
                <a:gd name="connsiteY286" fmla="*/ 267410 h 2351349"/>
                <a:gd name="connsiteX287" fmla="*/ 1404681 w 2441401"/>
                <a:gd name="connsiteY287" fmla="*/ 268846 h 2351349"/>
                <a:gd name="connsiteX288" fmla="*/ 1403232 w 2441401"/>
                <a:gd name="connsiteY288" fmla="*/ 283221 h 2351349"/>
                <a:gd name="connsiteX289" fmla="*/ 1396877 w 2441401"/>
                <a:gd name="connsiteY289" fmla="*/ 306354 h 2351349"/>
                <a:gd name="connsiteX290" fmla="*/ 1438503 w 2441401"/>
                <a:gd name="connsiteY290" fmla="*/ 309354 h 2351349"/>
                <a:gd name="connsiteX291" fmla="*/ 1432249 w 2441401"/>
                <a:gd name="connsiteY291" fmla="*/ 326741 h 2351349"/>
                <a:gd name="connsiteX292" fmla="*/ 1416057 w 2441401"/>
                <a:gd name="connsiteY292" fmla="*/ 340074 h 2351349"/>
                <a:gd name="connsiteX293" fmla="*/ 1403664 w 2441401"/>
                <a:gd name="connsiteY293" fmla="*/ 344256 h 2351349"/>
                <a:gd name="connsiteX294" fmla="*/ 1386061 w 2441401"/>
                <a:gd name="connsiteY294" fmla="*/ 364783 h 2351349"/>
                <a:gd name="connsiteX295" fmla="*/ 1375892 w 2441401"/>
                <a:gd name="connsiteY295" fmla="*/ 366613 h 2351349"/>
                <a:gd name="connsiteX296" fmla="*/ 1355264 w 2441401"/>
                <a:gd name="connsiteY296" fmla="*/ 378637 h 2351349"/>
                <a:gd name="connsiteX297" fmla="*/ 1327301 w 2441401"/>
                <a:gd name="connsiteY297" fmla="*/ 413145 h 2351349"/>
                <a:gd name="connsiteX298" fmla="*/ 1313320 w 2441401"/>
                <a:gd name="connsiteY298" fmla="*/ 417594 h 2351349"/>
                <a:gd name="connsiteX299" fmla="*/ 1304969 w 2441401"/>
                <a:gd name="connsiteY299" fmla="*/ 426351 h 2351349"/>
                <a:gd name="connsiteX300" fmla="*/ 1296072 w 2441401"/>
                <a:gd name="connsiteY300" fmla="*/ 429351 h 2351349"/>
                <a:gd name="connsiteX301" fmla="*/ 1287175 w 2441401"/>
                <a:gd name="connsiteY301" fmla="*/ 446217 h 2351349"/>
                <a:gd name="connsiteX302" fmla="*/ 1277770 w 2441401"/>
                <a:gd name="connsiteY302" fmla="*/ 451174 h 2351349"/>
                <a:gd name="connsiteX303" fmla="*/ 1273080 w 2441401"/>
                <a:gd name="connsiteY303" fmla="*/ 457707 h 2351349"/>
                <a:gd name="connsiteX304" fmla="*/ 1260674 w 2441401"/>
                <a:gd name="connsiteY304" fmla="*/ 460719 h 2351349"/>
                <a:gd name="connsiteX305" fmla="*/ 1239792 w 2441401"/>
                <a:gd name="connsiteY305" fmla="*/ 472222 h 2351349"/>
                <a:gd name="connsiteX306" fmla="*/ 1189675 w 2441401"/>
                <a:gd name="connsiteY306" fmla="*/ 512742 h 2351349"/>
                <a:gd name="connsiteX307" fmla="*/ 1190603 w 2441401"/>
                <a:gd name="connsiteY307" fmla="*/ 529202 h 2351349"/>
                <a:gd name="connsiteX308" fmla="*/ 1192039 w 2441401"/>
                <a:gd name="connsiteY308" fmla="*/ 538099 h 2351349"/>
                <a:gd name="connsiteX309" fmla="*/ 1203771 w 2441401"/>
                <a:gd name="connsiteY309" fmla="*/ 550670 h 2351349"/>
                <a:gd name="connsiteX310" fmla="*/ 1214079 w 2441401"/>
                <a:gd name="connsiteY310" fmla="*/ 561638 h 2351349"/>
                <a:gd name="connsiteX311" fmla="*/ 1238012 w 2441401"/>
                <a:gd name="connsiteY311" fmla="*/ 559567 h 2351349"/>
                <a:gd name="connsiteX312" fmla="*/ 1244812 w 2441401"/>
                <a:gd name="connsiteY312" fmla="*/ 554737 h 2351349"/>
                <a:gd name="connsiteX313" fmla="*/ 1258374 w 2441401"/>
                <a:gd name="connsiteY313" fmla="*/ 554203 h 2351349"/>
                <a:gd name="connsiteX314" fmla="*/ 1268949 w 2441401"/>
                <a:gd name="connsiteY314" fmla="*/ 544035 h 2351349"/>
                <a:gd name="connsiteX315" fmla="*/ 1356916 w 2441401"/>
                <a:gd name="connsiteY315" fmla="*/ 499981 h 2351349"/>
                <a:gd name="connsiteX316" fmla="*/ 1384701 w 2441401"/>
                <a:gd name="connsiteY316" fmla="*/ 498024 h 2351349"/>
                <a:gd name="connsiteX317" fmla="*/ 1395390 w 2441401"/>
                <a:gd name="connsiteY317" fmla="*/ 502193 h 2351349"/>
                <a:gd name="connsiteX318" fmla="*/ 1405062 w 2441401"/>
                <a:gd name="connsiteY318" fmla="*/ 498799 h 2351349"/>
                <a:gd name="connsiteX319" fmla="*/ 1422539 w 2441401"/>
                <a:gd name="connsiteY319" fmla="*/ 511992 h 2351349"/>
                <a:gd name="connsiteX320" fmla="*/ 1440435 w 2441401"/>
                <a:gd name="connsiteY320" fmla="*/ 510823 h 2351349"/>
                <a:gd name="connsiteX321" fmla="*/ 1458051 w 2441401"/>
                <a:gd name="connsiteY321" fmla="*/ 493308 h 2351349"/>
                <a:gd name="connsiteX322" fmla="*/ 1477625 w 2441401"/>
                <a:gd name="connsiteY322" fmla="*/ 512539 h 2351349"/>
                <a:gd name="connsiteX323" fmla="*/ 1492496 w 2441401"/>
                <a:gd name="connsiteY323" fmla="*/ 518411 h 2351349"/>
                <a:gd name="connsiteX324" fmla="*/ 1471359 w 2441401"/>
                <a:gd name="connsiteY324" fmla="*/ 545344 h 2351349"/>
                <a:gd name="connsiteX325" fmla="*/ 1480091 w 2441401"/>
                <a:gd name="connsiteY325" fmla="*/ 555143 h 2351349"/>
                <a:gd name="connsiteX326" fmla="*/ 1490932 w 2441401"/>
                <a:gd name="connsiteY326" fmla="*/ 544823 h 2351349"/>
                <a:gd name="connsiteX327" fmla="*/ 1520547 w 2441401"/>
                <a:gd name="connsiteY327" fmla="*/ 571730 h 2351349"/>
                <a:gd name="connsiteX328" fmla="*/ 1553835 w 2441401"/>
                <a:gd name="connsiteY328" fmla="*/ 583627 h 2351349"/>
                <a:gd name="connsiteX329" fmla="*/ 1560101 w 2441401"/>
                <a:gd name="connsiteY329" fmla="*/ 589118 h 2351349"/>
                <a:gd name="connsiteX330" fmla="*/ 1576142 w 2441401"/>
                <a:gd name="connsiteY330" fmla="*/ 601015 h 2351349"/>
                <a:gd name="connsiteX331" fmla="*/ 1612556 w 2441401"/>
                <a:gd name="connsiteY331" fmla="*/ 584809 h 2351349"/>
                <a:gd name="connsiteX332" fmla="*/ 1633299 w 2441401"/>
                <a:gd name="connsiteY332" fmla="*/ 564282 h 2351349"/>
                <a:gd name="connsiteX333" fmla="*/ 1655352 w 2441401"/>
                <a:gd name="connsiteY333" fmla="*/ 568095 h 2351349"/>
                <a:gd name="connsiteX334" fmla="*/ 1681865 w 2441401"/>
                <a:gd name="connsiteY334" fmla="*/ 593185 h 2351349"/>
                <a:gd name="connsiteX335" fmla="*/ 1740180 w 2441401"/>
                <a:gd name="connsiteY335" fmla="*/ 571235 h 2351349"/>
                <a:gd name="connsiteX336" fmla="*/ 1751415 w 2441401"/>
                <a:gd name="connsiteY336" fmla="*/ 582674 h 2351349"/>
                <a:gd name="connsiteX337" fmla="*/ 1763681 w 2441401"/>
                <a:gd name="connsiteY337" fmla="*/ 563608 h 2351349"/>
                <a:gd name="connsiteX338" fmla="*/ 1772730 w 2441401"/>
                <a:gd name="connsiteY338" fmla="*/ 534146 h 2351349"/>
                <a:gd name="connsiteX339" fmla="*/ 1782390 w 2441401"/>
                <a:gd name="connsiteY339" fmla="*/ 527486 h 2351349"/>
                <a:gd name="connsiteX340" fmla="*/ 1793829 w 2441401"/>
                <a:gd name="connsiteY340" fmla="*/ 505129 h 2351349"/>
                <a:gd name="connsiteX341" fmla="*/ 1744895 w 2441401"/>
                <a:gd name="connsiteY341" fmla="*/ 492063 h 2351349"/>
                <a:gd name="connsiteX342" fmla="*/ 1740840 w 2441401"/>
                <a:gd name="connsiteY342" fmla="*/ 450882 h 2351349"/>
                <a:gd name="connsiteX343" fmla="*/ 1745658 w 2441401"/>
                <a:gd name="connsiteY343" fmla="*/ 418877 h 2351349"/>
                <a:gd name="connsiteX344" fmla="*/ 1769807 w 2441401"/>
                <a:gd name="connsiteY344" fmla="*/ 381764 h 2351349"/>
                <a:gd name="connsiteX345" fmla="*/ 1791872 w 2441401"/>
                <a:gd name="connsiteY345" fmla="*/ 361745 h 2351349"/>
                <a:gd name="connsiteX346" fmla="*/ 1765765 w 2441401"/>
                <a:gd name="connsiteY346" fmla="*/ 337036 h 2351349"/>
                <a:gd name="connsiteX347" fmla="*/ 1773595 w 2441401"/>
                <a:gd name="connsiteY347" fmla="*/ 309722 h 2351349"/>
                <a:gd name="connsiteX348" fmla="*/ 1752979 w 2441401"/>
                <a:gd name="connsiteY348" fmla="*/ 282268 h 2351349"/>
                <a:gd name="connsiteX349" fmla="*/ 1712903 w 2441401"/>
                <a:gd name="connsiteY349" fmla="*/ 261614 h 2351349"/>
                <a:gd name="connsiteX350" fmla="*/ 1734841 w 2441401"/>
                <a:gd name="connsiteY350" fmla="*/ 242015 h 2351349"/>
                <a:gd name="connsiteX351" fmla="*/ 1734841 w 2441401"/>
                <a:gd name="connsiteY351" fmla="*/ 233118 h 2351349"/>
                <a:gd name="connsiteX352" fmla="*/ 1778158 w 2441401"/>
                <a:gd name="connsiteY352" fmla="*/ 206846 h 2351349"/>
                <a:gd name="connsiteX353" fmla="*/ 1784170 w 2441401"/>
                <a:gd name="connsiteY353" fmla="*/ 246311 h 2351349"/>
                <a:gd name="connsiteX354" fmla="*/ 1810009 w 2441401"/>
                <a:gd name="connsiteY354" fmla="*/ 255488 h 2351349"/>
                <a:gd name="connsiteX355" fmla="*/ 1851368 w 2441401"/>
                <a:gd name="connsiteY355" fmla="*/ 325788 h 2351349"/>
                <a:gd name="connsiteX356" fmla="*/ 1871082 w 2441401"/>
                <a:gd name="connsiteY356" fmla="*/ 320170 h 2351349"/>
                <a:gd name="connsiteX357" fmla="*/ 1857901 w 2441401"/>
                <a:gd name="connsiteY357" fmla="*/ 271947 h 2351349"/>
                <a:gd name="connsiteX358" fmla="*/ 1881657 w 2441401"/>
                <a:gd name="connsiteY358" fmla="*/ 262923 h 2351349"/>
                <a:gd name="connsiteX359" fmla="*/ 1908920 w 2441401"/>
                <a:gd name="connsiteY359" fmla="*/ 299516 h 2351349"/>
                <a:gd name="connsiteX360" fmla="*/ 1912454 w 2441401"/>
                <a:gd name="connsiteY360" fmla="*/ 304231 h 2351349"/>
                <a:gd name="connsiteX361" fmla="*/ 1897201 w 2441401"/>
                <a:gd name="connsiteY361" fmla="*/ 322661 h 2351349"/>
                <a:gd name="connsiteX362" fmla="*/ 1878797 w 2441401"/>
                <a:gd name="connsiteY362" fmla="*/ 368011 h 2351349"/>
                <a:gd name="connsiteX363" fmla="*/ 1904027 w 2441401"/>
                <a:gd name="connsiteY363" fmla="*/ 401960 h 2351349"/>
                <a:gd name="connsiteX364" fmla="*/ 1918631 w 2441401"/>
                <a:gd name="connsiteY364" fmla="*/ 432287 h 2351349"/>
                <a:gd name="connsiteX365" fmla="*/ 1891367 w 2441401"/>
                <a:gd name="connsiteY365" fmla="*/ 454631 h 2351349"/>
                <a:gd name="connsiteX366" fmla="*/ 1863049 w 2441401"/>
                <a:gd name="connsiteY366" fmla="*/ 438693 h 2351349"/>
                <a:gd name="connsiteX367" fmla="*/ 1848699 w 2441401"/>
                <a:gd name="connsiteY367" fmla="*/ 465219 h 2351349"/>
                <a:gd name="connsiteX368" fmla="*/ 1861753 w 2441401"/>
                <a:gd name="connsiteY368" fmla="*/ 506654 h 2351349"/>
                <a:gd name="connsiteX369" fmla="*/ 1848572 w 2441401"/>
                <a:gd name="connsiteY369" fmla="*/ 552017 h 2351349"/>
                <a:gd name="connsiteX370" fmla="*/ 1808497 w 2441401"/>
                <a:gd name="connsiteY370" fmla="*/ 577628 h 2351349"/>
                <a:gd name="connsiteX371" fmla="*/ 1787881 w 2441401"/>
                <a:gd name="connsiteY371" fmla="*/ 619457 h 2351349"/>
                <a:gd name="connsiteX372" fmla="*/ 1758012 w 2441401"/>
                <a:gd name="connsiteY372" fmla="*/ 633184 h 2351349"/>
                <a:gd name="connsiteX373" fmla="*/ 1749903 w 2441401"/>
                <a:gd name="connsiteY373" fmla="*/ 661541 h 2351349"/>
                <a:gd name="connsiteX374" fmla="*/ 1772781 w 2441401"/>
                <a:gd name="connsiteY374" fmla="*/ 666510 h 2351349"/>
                <a:gd name="connsiteX375" fmla="*/ 1791186 w 2441401"/>
                <a:gd name="connsiteY375" fmla="*/ 659965 h 2351349"/>
                <a:gd name="connsiteX376" fmla="*/ 1812793 w 2441401"/>
                <a:gd name="connsiteY376" fmla="*/ 685855 h 2351349"/>
                <a:gd name="connsiteX377" fmla="*/ 1802358 w 2441401"/>
                <a:gd name="connsiteY377" fmla="*/ 717872 h 2351349"/>
                <a:gd name="connsiteX378" fmla="*/ 1800413 w 2441401"/>
                <a:gd name="connsiteY378" fmla="*/ 728473 h 2351349"/>
                <a:gd name="connsiteX379" fmla="*/ 1775997 w 2441401"/>
                <a:gd name="connsiteY379" fmla="*/ 755393 h 2351349"/>
                <a:gd name="connsiteX380" fmla="*/ 1767519 w 2441401"/>
                <a:gd name="connsiteY380" fmla="*/ 749368 h 2351349"/>
                <a:gd name="connsiteX381" fmla="*/ 1723402 w 2441401"/>
                <a:gd name="connsiteY381" fmla="*/ 795519 h 2351349"/>
                <a:gd name="connsiteX382" fmla="*/ 1711658 w 2441401"/>
                <a:gd name="connsiteY382" fmla="*/ 812627 h 2351349"/>
                <a:gd name="connsiteX383" fmla="*/ 1713996 w 2441401"/>
                <a:gd name="connsiteY383" fmla="*/ 820482 h 2351349"/>
                <a:gd name="connsiteX384" fmla="*/ 1695745 w 2441401"/>
                <a:gd name="connsiteY384" fmla="*/ 846487 h 2351349"/>
                <a:gd name="connsiteX385" fmla="*/ 1680327 w 2441401"/>
                <a:gd name="connsiteY385" fmla="*/ 858790 h 2351349"/>
                <a:gd name="connsiteX386" fmla="*/ 1654360 w 2441401"/>
                <a:gd name="connsiteY386" fmla="*/ 889498 h 2351349"/>
                <a:gd name="connsiteX387" fmla="*/ 1669117 w 2441401"/>
                <a:gd name="connsiteY387" fmla="*/ 899170 h 2351349"/>
                <a:gd name="connsiteX388" fmla="*/ 1661148 w 2441401"/>
                <a:gd name="connsiteY388" fmla="*/ 936666 h 2351349"/>
                <a:gd name="connsiteX389" fmla="*/ 1631266 w 2441401"/>
                <a:gd name="connsiteY389" fmla="*/ 952312 h 2351349"/>
                <a:gd name="connsiteX390" fmla="*/ 1623830 w 2441401"/>
                <a:gd name="connsiteY390" fmla="*/ 948270 h 2351349"/>
                <a:gd name="connsiteX391" fmla="*/ 1611819 w 2441401"/>
                <a:gd name="connsiteY391" fmla="*/ 936246 h 2351349"/>
                <a:gd name="connsiteX392" fmla="*/ 1578773 w 2441401"/>
                <a:gd name="connsiteY392" fmla="*/ 937682 h 2351349"/>
                <a:gd name="connsiteX393" fmla="*/ 1558945 w 2441401"/>
                <a:gd name="connsiteY393" fmla="*/ 972966 h 2351349"/>
                <a:gd name="connsiteX394" fmla="*/ 1530881 w 2441401"/>
                <a:gd name="connsiteY394" fmla="*/ 973869 h 2351349"/>
                <a:gd name="connsiteX395" fmla="*/ 1528262 w 2441401"/>
                <a:gd name="connsiteY395" fmla="*/ 983948 h 2351349"/>
                <a:gd name="connsiteX396" fmla="*/ 1515489 w 2441401"/>
                <a:gd name="connsiteY396" fmla="*/ 1002771 h 2351349"/>
                <a:gd name="connsiteX397" fmla="*/ 1527080 w 2441401"/>
                <a:gd name="connsiteY397" fmla="*/ 1094005 h 2351349"/>
                <a:gd name="connsiteX398" fmla="*/ 1516658 w 2441401"/>
                <a:gd name="connsiteY398" fmla="*/ 1117646 h 2351349"/>
                <a:gd name="connsiteX399" fmla="*/ 1522009 w 2441401"/>
                <a:gd name="connsiteY399" fmla="*/ 1138694 h 2351349"/>
                <a:gd name="connsiteX400" fmla="*/ 1517954 w 2441401"/>
                <a:gd name="connsiteY400" fmla="*/ 1166276 h 2351349"/>
                <a:gd name="connsiteX401" fmla="*/ 1508816 w 2441401"/>
                <a:gd name="connsiteY401" fmla="*/ 1190577 h 2351349"/>
                <a:gd name="connsiteX402" fmla="*/ 1518082 w 2441401"/>
                <a:gd name="connsiteY402" fmla="*/ 1194251 h 2351349"/>
                <a:gd name="connsiteX403" fmla="*/ 1546527 w 2441401"/>
                <a:gd name="connsiteY403" fmla="*/ 1181947 h 2351349"/>
                <a:gd name="connsiteX404" fmla="*/ 1544849 w 2441401"/>
                <a:gd name="connsiteY404" fmla="*/ 1173469 h 2351349"/>
                <a:gd name="connsiteX405" fmla="*/ 1548662 w 2441401"/>
                <a:gd name="connsiteY405" fmla="*/ 1159997 h 2351349"/>
                <a:gd name="connsiteX406" fmla="*/ 1562504 w 2441401"/>
                <a:gd name="connsiteY406" fmla="*/ 1165360 h 2351349"/>
                <a:gd name="connsiteX407" fmla="*/ 1571896 w 2441401"/>
                <a:gd name="connsiteY407" fmla="*/ 1185226 h 2351349"/>
                <a:gd name="connsiteX408" fmla="*/ 1581683 w 2441401"/>
                <a:gd name="connsiteY408" fmla="*/ 1188239 h 2351349"/>
                <a:gd name="connsiteX409" fmla="*/ 1590822 w 2441401"/>
                <a:gd name="connsiteY409" fmla="*/ 1190984 h 2351349"/>
                <a:gd name="connsiteX410" fmla="*/ 1603075 w 2441401"/>
                <a:gd name="connsiteY410" fmla="*/ 1176863 h 2351349"/>
                <a:gd name="connsiteX411" fmla="*/ 1606468 w 2441401"/>
                <a:gd name="connsiteY411" fmla="*/ 1170978 h 2351349"/>
                <a:gd name="connsiteX412" fmla="*/ 1627745 w 2441401"/>
                <a:gd name="connsiteY412" fmla="*/ 1171372 h 2351349"/>
                <a:gd name="connsiteX413" fmla="*/ 1650623 w 2441401"/>
                <a:gd name="connsiteY413" fmla="*/ 1182875 h 2351349"/>
                <a:gd name="connsiteX414" fmla="*/ 1653165 w 2441401"/>
                <a:gd name="connsiteY414" fmla="*/ 1188760 h 2351349"/>
                <a:gd name="connsiteX415" fmla="*/ 1666753 w 2441401"/>
                <a:gd name="connsiteY415" fmla="*/ 1208626 h 2351349"/>
                <a:gd name="connsiteX416" fmla="*/ 1696494 w 2441401"/>
                <a:gd name="connsiteY416" fmla="*/ 1228962 h 2351349"/>
                <a:gd name="connsiteX417" fmla="*/ 1720644 w 2441401"/>
                <a:gd name="connsiteY417" fmla="*/ 1205957 h 2351349"/>
                <a:gd name="connsiteX418" fmla="*/ 1729376 w 2441401"/>
                <a:gd name="connsiteY418" fmla="*/ 1233665 h 2351349"/>
                <a:gd name="connsiteX419" fmla="*/ 1712560 w 2441401"/>
                <a:gd name="connsiteY419" fmla="*/ 1241507 h 2351349"/>
                <a:gd name="connsiteX420" fmla="*/ 1707858 w 2441401"/>
                <a:gd name="connsiteY420" fmla="*/ 1244647 h 2351349"/>
                <a:gd name="connsiteX421" fmla="*/ 1698465 w 2441401"/>
                <a:gd name="connsiteY421" fmla="*/ 1246744 h 2351349"/>
                <a:gd name="connsiteX422" fmla="*/ 1659190 w 2441401"/>
                <a:gd name="connsiteY422" fmla="*/ 1291954 h 2351349"/>
                <a:gd name="connsiteX423" fmla="*/ 1656305 w 2441401"/>
                <a:gd name="connsiteY423" fmla="*/ 1295093 h 2351349"/>
                <a:gd name="connsiteX424" fmla="*/ 1651869 w 2441401"/>
                <a:gd name="connsiteY424" fmla="*/ 1307651 h 2351349"/>
                <a:gd name="connsiteX425" fmla="*/ 1654220 w 2441401"/>
                <a:gd name="connsiteY425" fmla="*/ 1313523 h 2351349"/>
                <a:gd name="connsiteX426" fmla="*/ 1648221 w 2441401"/>
                <a:gd name="connsiteY426" fmla="*/ 1327771 h 2351349"/>
                <a:gd name="connsiteX427" fmla="*/ 1643518 w 2441401"/>
                <a:gd name="connsiteY427" fmla="*/ 1325420 h 2351349"/>
                <a:gd name="connsiteX428" fmla="*/ 1638155 w 2441401"/>
                <a:gd name="connsiteY428" fmla="*/ 1321899 h 2351349"/>
                <a:gd name="connsiteX429" fmla="*/ 1641167 w 2441401"/>
                <a:gd name="connsiteY429" fmla="*/ 1309481 h 2351349"/>
                <a:gd name="connsiteX430" fmla="*/ 1634647 w 2441401"/>
                <a:gd name="connsiteY430" fmla="*/ 1307651 h 2351349"/>
                <a:gd name="connsiteX431" fmla="*/ 1632943 w 2441401"/>
                <a:gd name="connsiteY431" fmla="*/ 1294051 h 2351349"/>
                <a:gd name="connsiteX432" fmla="*/ 1623297 w 2441401"/>
                <a:gd name="connsiteY432" fmla="*/ 1292996 h 2351349"/>
                <a:gd name="connsiteX433" fmla="*/ 1584784 w 2441401"/>
                <a:gd name="connsiteY433" fmla="*/ 1303164 h 2351349"/>
                <a:gd name="connsiteX434" fmla="*/ 1567842 w 2441401"/>
                <a:gd name="connsiteY434" fmla="*/ 1292691 h 2351349"/>
                <a:gd name="connsiteX435" fmla="*/ 1543959 w 2441401"/>
                <a:gd name="connsiteY435" fmla="*/ 1337787 h 2351349"/>
                <a:gd name="connsiteX436" fmla="*/ 1568350 w 2441401"/>
                <a:gd name="connsiteY436" fmla="*/ 1379222 h 2351349"/>
                <a:gd name="connsiteX437" fmla="*/ 1580095 w 2441401"/>
                <a:gd name="connsiteY437" fmla="*/ 1378320 h 2351349"/>
                <a:gd name="connsiteX438" fmla="*/ 1585179 w 2441401"/>
                <a:gd name="connsiteY438" fmla="*/ 1400397 h 2351349"/>
                <a:gd name="connsiteX439" fmla="*/ 1599783 w 2441401"/>
                <a:gd name="connsiteY439" fmla="*/ 1398046 h 2351349"/>
                <a:gd name="connsiteX440" fmla="*/ 1616624 w 2441401"/>
                <a:gd name="connsiteY440" fmla="*/ 1434626 h 2351349"/>
                <a:gd name="connsiteX441" fmla="*/ 1637240 w 2441401"/>
                <a:gd name="connsiteY441" fmla="*/ 1436088 h 2351349"/>
                <a:gd name="connsiteX442" fmla="*/ 1685907 w 2441401"/>
                <a:gd name="connsiteY442" fmla="*/ 1378701 h 2351349"/>
                <a:gd name="connsiteX443" fmla="*/ 1700130 w 2441401"/>
                <a:gd name="connsiteY443" fmla="*/ 1348908 h 2351349"/>
                <a:gd name="connsiteX444" fmla="*/ 1719195 w 2441401"/>
                <a:gd name="connsiteY444" fmla="*/ 1357259 h 2351349"/>
                <a:gd name="connsiteX445" fmla="*/ 1714619 w 2441401"/>
                <a:gd name="connsiteY445" fmla="*/ 1393470 h 2351349"/>
                <a:gd name="connsiteX446" fmla="*/ 1731575 w 2441401"/>
                <a:gd name="connsiteY446" fmla="*/ 1398046 h 2351349"/>
                <a:gd name="connsiteX447" fmla="*/ 1747386 w 2441401"/>
                <a:gd name="connsiteY447" fmla="*/ 1377392 h 2351349"/>
                <a:gd name="connsiteX448" fmla="*/ 1793829 w 2441401"/>
                <a:gd name="connsiteY448" fmla="*/ 1389797 h 2351349"/>
                <a:gd name="connsiteX449" fmla="*/ 1831960 w 2441401"/>
                <a:gd name="connsiteY449" fmla="*/ 1408367 h 2351349"/>
                <a:gd name="connsiteX450" fmla="*/ 1845153 w 2441401"/>
                <a:gd name="connsiteY450" fmla="*/ 1413070 h 2351349"/>
                <a:gd name="connsiteX451" fmla="*/ 1856363 w 2441401"/>
                <a:gd name="connsiteY451" fmla="*/ 1417264 h 2351349"/>
                <a:gd name="connsiteX452" fmla="*/ 1850224 w 2441401"/>
                <a:gd name="connsiteY452" fmla="*/ 1429415 h 2351349"/>
                <a:gd name="connsiteX453" fmla="*/ 1858334 w 2441401"/>
                <a:gd name="connsiteY453" fmla="*/ 1440396 h 2351349"/>
                <a:gd name="connsiteX454" fmla="*/ 1863278 w 2441401"/>
                <a:gd name="connsiteY454" fmla="*/ 1450844 h 2351349"/>
                <a:gd name="connsiteX455" fmla="*/ 1897481 w 2441401"/>
                <a:gd name="connsiteY455" fmla="*/ 1493449 h 2351349"/>
                <a:gd name="connsiteX456" fmla="*/ 1886906 w 2441401"/>
                <a:gd name="connsiteY456" fmla="*/ 1524691 h 2351349"/>
                <a:gd name="connsiteX457" fmla="*/ 1894863 w 2441401"/>
                <a:gd name="connsiteY457" fmla="*/ 1602464 h 2351349"/>
                <a:gd name="connsiteX458" fmla="*/ 1964413 w 2441401"/>
                <a:gd name="connsiteY458" fmla="*/ 1575010 h 2351349"/>
                <a:gd name="connsiteX459" fmla="*/ 1974988 w 2441401"/>
                <a:gd name="connsiteY459" fmla="*/ 1555805 h 2351349"/>
                <a:gd name="connsiteX460" fmla="*/ 1991969 w 2441401"/>
                <a:gd name="connsiteY460" fmla="*/ 1525084 h 2351349"/>
                <a:gd name="connsiteX461" fmla="*/ 2009572 w 2441401"/>
                <a:gd name="connsiteY461" fmla="*/ 1493309 h 2351349"/>
                <a:gd name="connsiteX462" fmla="*/ 2057604 w 2441401"/>
                <a:gd name="connsiteY462" fmla="*/ 1459334 h 2351349"/>
                <a:gd name="connsiteX463" fmla="*/ 2142674 w 2441401"/>
                <a:gd name="connsiteY463" fmla="*/ 1459334 h 2351349"/>
                <a:gd name="connsiteX464" fmla="*/ 2155727 w 2441401"/>
                <a:gd name="connsiteY464" fmla="*/ 1434359 h 2351349"/>
                <a:gd name="connsiteX465" fmla="*/ 2212109 w 2441401"/>
                <a:gd name="connsiteY465" fmla="*/ 1402583 h 2351349"/>
                <a:gd name="connsiteX466" fmla="*/ 2226459 w 2441401"/>
                <a:gd name="connsiteY466" fmla="*/ 1357628 h 2351349"/>
                <a:gd name="connsiteX467" fmla="*/ 2281011 w 2441401"/>
                <a:gd name="connsiteY467" fmla="*/ 1321683 h 2351349"/>
                <a:gd name="connsiteX468" fmla="*/ 2318850 w 2441401"/>
                <a:gd name="connsiteY468" fmla="*/ 1295538 h 2351349"/>
                <a:gd name="connsiteX469" fmla="*/ 2331128 w 2441401"/>
                <a:gd name="connsiteY469" fmla="*/ 1328725 h 2351349"/>
                <a:gd name="connsiteX470" fmla="*/ 2364797 w 2441401"/>
                <a:gd name="connsiteY470" fmla="*/ 1315925 h 2351349"/>
                <a:gd name="connsiteX471" fmla="*/ 2382935 w 2441401"/>
                <a:gd name="connsiteY471" fmla="*/ 1285205 h 2351349"/>
                <a:gd name="connsiteX472" fmla="*/ 2416223 w 2441401"/>
                <a:gd name="connsiteY472" fmla="*/ 1263369 h 2351349"/>
                <a:gd name="connsiteX473" fmla="*/ 2435123 w 2441401"/>
                <a:gd name="connsiteY473" fmla="*/ 1333961 h 2351349"/>
                <a:gd name="connsiteX474" fmla="*/ 2441402 w 2441401"/>
                <a:gd name="connsiteY474" fmla="*/ 1357361 h 2351349"/>
                <a:gd name="connsiteX475" fmla="*/ 2422603 w 2441401"/>
                <a:gd name="connsiteY475" fmla="*/ 1393903 h 2351349"/>
                <a:gd name="connsiteX476" fmla="*/ 2389442 w 2441401"/>
                <a:gd name="connsiteY476" fmla="*/ 1458725 h 2351349"/>
                <a:gd name="connsiteX477" fmla="*/ 2392582 w 2441401"/>
                <a:gd name="connsiteY477" fmla="*/ 1477281 h 2351349"/>
                <a:gd name="connsiteX478" fmla="*/ 2406296 w 2441401"/>
                <a:gd name="connsiteY478" fmla="*/ 1557152 h 2351349"/>
                <a:gd name="connsiteX479" fmla="*/ 2385794 w 2441401"/>
                <a:gd name="connsiteY479" fmla="*/ 1592563 h 2351349"/>
                <a:gd name="connsiteX480" fmla="*/ 2329552 w 2441401"/>
                <a:gd name="connsiteY480" fmla="*/ 1599884 h 2351349"/>
                <a:gd name="connsiteX481" fmla="*/ 2362166 w 2441401"/>
                <a:gd name="connsiteY481" fmla="*/ 1676603 h 2351349"/>
                <a:gd name="connsiteX482" fmla="*/ 2325904 w 2441401"/>
                <a:gd name="connsiteY482" fmla="*/ 1780522 h 2351349"/>
                <a:gd name="connsiteX483" fmla="*/ 2355519 w 2441401"/>
                <a:gd name="connsiteY483" fmla="*/ 1815017 h 2351349"/>
                <a:gd name="connsiteX484" fmla="*/ 2360221 w 2441401"/>
                <a:gd name="connsiteY484" fmla="*/ 1839166 h 2351349"/>
                <a:gd name="connsiteX485" fmla="*/ 2366221 w 2441401"/>
                <a:gd name="connsiteY485" fmla="*/ 1869874 h 2351349"/>
                <a:gd name="connsiteX486" fmla="*/ 2379020 w 2441401"/>
                <a:gd name="connsiteY486" fmla="*/ 1935230 h 2351349"/>
                <a:gd name="connsiteX487" fmla="*/ 2339339 w 2441401"/>
                <a:gd name="connsiteY487" fmla="*/ 1977695 h 2351349"/>
                <a:gd name="connsiteX488" fmla="*/ 2325777 w 2441401"/>
                <a:gd name="connsiteY488" fmla="*/ 2006191 h 2351349"/>
                <a:gd name="connsiteX489" fmla="*/ 2353828 w 2441401"/>
                <a:gd name="connsiteY489" fmla="*/ 2068802 h 2351349"/>
                <a:gd name="connsiteX490" fmla="*/ 2269941 w 2441401"/>
                <a:gd name="connsiteY490" fmla="*/ 2133497 h 2351349"/>
                <a:gd name="connsiteX491" fmla="*/ 2227921 w 2441401"/>
                <a:gd name="connsiteY491" fmla="*/ 2194277 h 2351349"/>
                <a:gd name="connsiteX492" fmla="*/ 2186422 w 2441401"/>
                <a:gd name="connsiteY492" fmla="*/ 2202767 h 2351349"/>
                <a:gd name="connsiteX493" fmla="*/ 2164103 w 2441401"/>
                <a:gd name="connsiteY493" fmla="*/ 2264462 h 2351349"/>
                <a:gd name="connsiteX494" fmla="*/ 2106818 w 2441401"/>
                <a:gd name="connsiteY494" fmla="*/ 2308516 h 2351349"/>
                <a:gd name="connsiteX495" fmla="*/ 2080127 w 2441401"/>
                <a:gd name="connsiteY495" fmla="*/ 2314871 h 2351349"/>
                <a:gd name="connsiteX496" fmla="*/ 2071382 w 2441401"/>
                <a:gd name="connsiteY496" fmla="*/ 2309914 h 2351349"/>
                <a:gd name="connsiteX497" fmla="*/ 1992172 w 2441401"/>
                <a:gd name="connsiteY497" fmla="*/ 2351349 h 2351349"/>
                <a:gd name="connsiteX498" fmla="*/ 1982385 w 2441401"/>
                <a:gd name="connsiteY498" fmla="*/ 2331216 h 2351349"/>
                <a:gd name="connsiteX499" fmla="*/ 1968811 w 2441401"/>
                <a:gd name="connsiteY499" fmla="*/ 2311744 h 2351349"/>
                <a:gd name="connsiteX500" fmla="*/ 1953406 w 2441401"/>
                <a:gd name="connsiteY500" fmla="*/ 2299848 h 2351349"/>
                <a:gd name="connsiteX501" fmla="*/ 1949885 w 2441401"/>
                <a:gd name="connsiteY501" fmla="*/ 2291599 h 2351349"/>
                <a:gd name="connsiteX502" fmla="*/ 1947013 w 2441401"/>
                <a:gd name="connsiteY502" fmla="*/ 2256709 h 2351349"/>
                <a:gd name="connsiteX503" fmla="*/ 1941929 w 2441401"/>
                <a:gd name="connsiteY503" fmla="*/ 2247037 h 2351349"/>
                <a:gd name="connsiteX504" fmla="*/ 1933438 w 2441401"/>
                <a:gd name="connsiteY504" fmla="*/ 2240771 h 2351349"/>
                <a:gd name="connsiteX505" fmla="*/ 1929790 w 2441401"/>
                <a:gd name="connsiteY505" fmla="*/ 2231352 h 2351349"/>
                <a:gd name="connsiteX506" fmla="*/ 1931061 w 2441401"/>
                <a:gd name="connsiteY506" fmla="*/ 2224832 h 2351349"/>
                <a:gd name="connsiteX507" fmla="*/ 1928049 w 2441401"/>
                <a:gd name="connsiteY507" fmla="*/ 2219468 h 2351349"/>
                <a:gd name="connsiteX508" fmla="*/ 1920423 w 2441401"/>
                <a:gd name="connsiteY508" fmla="*/ 2211753 h 2351349"/>
                <a:gd name="connsiteX509" fmla="*/ 1914805 w 2441401"/>
                <a:gd name="connsiteY509" fmla="*/ 2203250 h 2351349"/>
                <a:gd name="connsiteX510" fmla="*/ 1903366 w 2441401"/>
                <a:gd name="connsiteY510" fmla="*/ 2177512 h 2351349"/>
                <a:gd name="connsiteX511" fmla="*/ 1903900 w 2441401"/>
                <a:gd name="connsiteY511" fmla="*/ 2165615 h 2351349"/>
                <a:gd name="connsiteX512" fmla="*/ 1899591 w 2441401"/>
                <a:gd name="connsiteY512" fmla="*/ 2155536 h 2351349"/>
                <a:gd name="connsiteX513" fmla="*/ 1882496 w 2441401"/>
                <a:gd name="connsiteY513" fmla="*/ 2141555 h 2351349"/>
                <a:gd name="connsiteX514" fmla="*/ 1863964 w 2441401"/>
                <a:gd name="connsiteY514" fmla="*/ 2121295 h 2351349"/>
                <a:gd name="connsiteX515" fmla="*/ 1854965 w 2441401"/>
                <a:gd name="connsiteY515" fmla="*/ 2111877 h 2351349"/>
                <a:gd name="connsiteX516" fmla="*/ 1850784 w 2441401"/>
                <a:gd name="connsiteY516" fmla="*/ 2099471 h 2351349"/>
                <a:gd name="connsiteX517" fmla="*/ 1846221 w 2441401"/>
                <a:gd name="connsiteY517" fmla="*/ 2073326 h 2351349"/>
                <a:gd name="connsiteX518" fmla="*/ 1841912 w 2441401"/>
                <a:gd name="connsiteY518" fmla="*/ 2060387 h 2351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Lst>
              <a:rect l="l" t="t" r="r" b="b"/>
              <a:pathLst>
                <a:path w="2441401" h="2351349">
                  <a:moveTo>
                    <a:pt x="402342" y="1060603"/>
                  </a:moveTo>
                  <a:lnTo>
                    <a:pt x="409269" y="1054985"/>
                  </a:lnTo>
                  <a:lnTo>
                    <a:pt x="413425" y="1048630"/>
                  </a:lnTo>
                  <a:lnTo>
                    <a:pt x="420619" y="1048096"/>
                  </a:lnTo>
                  <a:lnTo>
                    <a:pt x="423491" y="1040915"/>
                  </a:lnTo>
                  <a:lnTo>
                    <a:pt x="435236" y="1033835"/>
                  </a:lnTo>
                  <a:lnTo>
                    <a:pt x="448670" y="1029793"/>
                  </a:lnTo>
                  <a:lnTo>
                    <a:pt x="523190" y="964183"/>
                  </a:lnTo>
                  <a:lnTo>
                    <a:pt x="542370" y="952820"/>
                  </a:lnTo>
                  <a:lnTo>
                    <a:pt x="546424" y="944978"/>
                  </a:lnTo>
                  <a:lnTo>
                    <a:pt x="545242" y="931912"/>
                  </a:lnTo>
                  <a:lnTo>
                    <a:pt x="559071" y="912427"/>
                  </a:lnTo>
                  <a:lnTo>
                    <a:pt x="556732" y="906936"/>
                  </a:lnTo>
                  <a:lnTo>
                    <a:pt x="549551" y="906021"/>
                  </a:lnTo>
                  <a:lnTo>
                    <a:pt x="538455" y="920003"/>
                  </a:lnTo>
                  <a:lnTo>
                    <a:pt x="467214" y="971110"/>
                  </a:lnTo>
                  <a:lnTo>
                    <a:pt x="404934" y="1021544"/>
                  </a:lnTo>
                  <a:lnTo>
                    <a:pt x="385755" y="1049266"/>
                  </a:lnTo>
                  <a:lnTo>
                    <a:pt x="375434" y="1056446"/>
                  </a:lnTo>
                  <a:lnTo>
                    <a:pt x="374926" y="1066615"/>
                  </a:lnTo>
                  <a:lnTo>
                    <a:pt x="380531" y="1070796"/>
                  </a:lnTo>
                  <a:lnTo>
                    <a:pt x="393317" y="1059357"/>
                  </a:lnTo>
                  <a:lnTo>
                    <a:pt x="398134" y="1062878"/>
                  </a:lnTo>
                  <a:close/>
                  <a:moveTo>
                    <a:pt x="242091" y="1868972"/>
                  </a:moveTo>
                  <a:lnTo>
                    <a:pt x="217548" y="1849093"/>
                  </a:lnTo>
                  <a:lnTo>
                    <a:pt x="208282" y="1857736"/>
                  </a:lnTo>
                  <a:lnTo>
                    <a:pt x="207011" y="1878390"/>
                  </a:lnTo>
                  <a:close/>
                  <a:moveTo>
                    <a:pt x="1463059" y="756575"/>
                  </a:moveTo>
                  <a:lnTo>
                    <a:pt x="1491504" y="712661"/>
                  </a:lnTo>
                  <a:lnTo>
                    <a:pt x="1495546" y="676323"/>
                  </a:lnTo>
                  <a:lnTo>
                    <a:pt x="1468664" y="664960"/>
                  </a:lnTo>
                  <a:lnTo>
                    <a:pt x="1418281" y="722854"/>
                  </a:lnTo>
                  <a:lnTo>
                    <a:pt x="1438401" y="752393"/>
                  </a:lnTo>
                  <a:close/>
                  <a:moveTo>
                    <a:pt x="1602871" y="722461"/>
                  </a:moveTo>
                  <a:lnTo>
                    <a:pt x="1629232" y="740623"/>
                  </a:lnTo>
                  <a:lnTo>
                    <a:pt x="1650509" y="746775"/>
                  </a:lnTo>
                  <a:lnTo>
                    <a:pt x="1658466" y="736060"/>
                  </a:lnTo>
                  <a:lnTo>
                    <a:pt x="1654157" y="729782"/>
                  </a:lnTo>
                  <a:lnTo>
                    <a:pt x="1659635" y="721813"/>
                  </a:lnTo>
                  <a:lnTo>
                    <a:pt x="1691754" y="671620"/>
                  </a:lnTo>
                  <a:lnTo>
                    <a:pt x="1672307" y="648093"/>
                  </a:lnTo>
                  <a:lnTo>
                    <a:pt x="1662762" y="640251"/>
                  </a:lnTo>
                  <a:lnTo>
                    <a:pt x="1652988" y="631240"/>
                  </a:lnTo>
                  <a:lnTo>
                    <a:pt x="1630935" y="597519"/>
                  </a:lnTo>
                  <a:lnTo>
                    <a:pt x="1618924" y="607052"/>
                  </a:lnTo>
                  <a:lnTo>
                    <a:pt x="1600126" y="636730"/>
                  </a:lnTo>
                  <a:lnTo>
                    <a:pt x="1583425" y="660880"/>
                  </a:lnTo>
                  <a:lnTo>
                    <a:pt x="1555627" y="705569"/>
                  </a:lnTo>
                  <a:lnTo>
                    <a:pt x="1510354" y="711924"/>
                  </a:lnTo>
                  <a:lnTo>
                    <a:pt x="1498342" y="730989"/>
                  </a:lnTo>
                  <a:lnTo>
                    <a:pt x="1509044" y="742238"/>
                  </a:lnTo>
                  <a:lnTo>
                    <a:pt x="1535927" y="738323"/>
                  </a:lnTo>
                  <a:lnTo>
                    <a:pt x="1546489" y="735705"/>
                  </a:lnTo>
                  <a:lnTo>
                    <a:pt x="1558894" y="719753"/>
                  </a:lnTo>
                  <a:lnTo>
                    <a:pt x="1581213" y="713475"/>
                  </a:lnTo>
                  <a:close/>
                  <a:moveTo>
                    <a:pt x="2017999" y="196385"/>
                  </a:moveTo>
                  <a:lnTo>
                    <a:pt x="2033124" y="207825"/>
                  </a:lnTo>
                  <a:lnTo>
                    <a:pt x="2047360" y="210964"/>
                  </a:lnTo>
                  <a:lnTo>
                    <a:pt x="2067988" y="210417"/>
                  </a:lnTo>
                  <a:lnTo>
                    <a:pt x="2108038" y="187692"/>
                  </a:lnTo>
                  <a:lnTo>
                    <a:pt x="2119478" y="203109"/>
                  </a:lnTo>
                  <a:lnTo>
                    <a:pt x="2121956" y="215006"/>
                  </a:lnTo>
                  <a:lnTo>
                    <a:pt x="2105433" y="237757"/>
                  </a:lnTo>
                  <a:lnTo>
                    <a:pt x="2087295" y="240299"/>
                  </a:lnTo>
                  <a:lnTo>
                    <a:pt x="2061455" y="286564"/>
                  </a:lnTo>
                  <a:lnTo>
                    <a:pt x="2071369" y="319509"/>
                  </a:lnTo>
                  <a:lnTo>
                    <a:pt x="2057935" y="334532"/>
                  </a:lnTo>
                  <a:lnTo>
                    <a:pt x="2054122" y="337926"/>
                  </a:lnTo>
                  <a:lnTo>
                    <a:pt x="2051643" y="342108"/>
                  </a:lnTo>
                  <a:lnTo>
                    <a:pt x="2037281" y="361173"/>
                  </a:lnTo>
                  <a:lnTo>
                    <a:pt x="2006357" y="384293"/>
                  </a:lnTo>
                  <a:lnTo>
                    <a:pt x="1995388" y="366778"/>
                  </a:lnTo>
                  <a:lnTo>
                    <a:pt x="2014720" y="346912"/>
                  </a:lnTo>
                  <a:lnTo>
                    <a:pt x="2000879" y="297635"/>
                  </a:lnTo>
                  <a:lnTo>
                    <a:pt x="1968252" y="282993"/>
                  </a:lnTo>
                  <a:lnTo>
                    <a:pt x="1949440" y="305363"/>
                  </a:lnTo>
                  <a:lnTo>
                    <a:pt x="1922673" y="287708"/>
                  </a:lnTo>
                  <a:lnTo>
                    <a:pt x="1954651" y="257915"/>
                  </a:lnTo>
                  <a:lnTo>
                    <a:pt x="1903226" y="201571"/>
                  </a:lnTo>
                  <a:lnTo>
                    <a:pt x="1910140" y="170609"/>
                  </a:lnTo>
                  <a:lnTo>
                    <a:pt x="1857825" y="142761"/>
                  </a:lnTo>
                  <a:lnTo>
                    <a:pt x="1893185" y="112447"/>
                  </a:lnTo>
                  <a:lnTo>
                    <a:pt x="1892016" y="103550"/>
                  </a:lnTo>
                  <a:lnTo>
                    <a:pt x="1898371" y="95059"/>
                  </a:lnTo>
                  <a:lnTo>
                    <a:pt x="1930731" y="75194"/>
                  </a:lnTo>
                  <a:lnTo>
                    <a:pt x="1988677" y="39605"/>
                  </a:lnTo>
                  <a:lnTo>
                    <a:pt x="1994155" y="26666"/>
                  </a:lnTo>
                  <a:lnTo>
                    <a:pt x="2008899" y="13066"/>
                  </a:lnTo>
                  <a:lnTo>
                    <a:pt x="2016080" y="0"/>
                  </a:lnTo>
                  <a:lnTo>
                    <a:pt x="2060566" y="19472"/>
                  </a:lnTo>
                  <a:lnTo>
                    <a:pt x="2057960" y="71495"/>
                  </a:lnTo>
                  <a:lnTo>
                    <a:pt x="2065586" y="103003"/>
                  </a:lnTo>
                  <a:lnTo>
                    <a:pt x="2055939" y="118548"/>
                  </a:lnTo>
                  <a:lnTo>
                    <a:pt x="2035603" y="128716"/>
                  </a:lnTo>
                  <a:lnTo>
                    <a:pt x="2016944" y="149497"/>
                  </a:lnTo>
                  <a:lnTo>
                    <a:pt x="2002721" y="162576"/>
                  </a:lnTo>
                  <a:lnTo>
                    <a:pt x="2005060" y="178133"/>
                  </a:lnTo>
                  <a:close/>
                  <a:moveTo>
                    <a:pt x="1821410" y="2039581"/>
                  </a:moveTo>
                  <a:lnTo>
                    <a:pt x="1804048" y="2029781"/>
                  </a:lnTo>
                  <a:lnTo>
                    <a:pt x="1794389" y="2017884"/>
                  </a:lnTo>
                  <a:lnTo>
                    <a:pt x="1793346" y="1997739"/>
                  </a:lnTo>
                  <a:lnTo>
                    <a:pt x="1785720" y="1968200"/>
                  </a:lnTo>
                  <a:lnTo>
                    <a:pt x="1786394" y="1940238"/>
                  </a:lnTo>
                  <a:lnTo>
                    <a:pt x="1784424" y="1929777"/>
                  </a:lnTo>
                  <a:lnTo>
                    <a:pt x="1780369" y="1922075"/>
                  </a:lnTo>
                  <a:lnTo>
                    <a:pt x="1758978" y="1896057"/>
                  </a:lnTo>
                  <a:lnTo>
                    <a:pt x="1746700" y="1894888"/>
                  </a:lnTo>
                  <a:lnTo>
                    <a:pt x="1722436" y="1898409"/>
                  </a:lnTo>
                  <a:lnTo>
                    <a:pt x="1711607" y="1891875"/>
                  </a:lnTo>
                  <a:lnTo>
                    <a:pt x="1699469" y="1867726"/>
                  </a:lnTo>
                  <a:lnTo>
                    <a:pt x="1687597" y="1856477"/>
                  </a:lnTo>
                  <a:lnTo>
                    <a:pt x="1682768" y="1845649"/>
                  </a:lnTo>
                  <a:lnTo>
                    <a:pt x="1693203" y="1817788"/>
                  </a:lnTo>
                  <a:lnTo>
                    <a:pt x="1693597" y="1798443"/>
                  </a:lnTo>
                  <a:lnTo>
                    <a:pt x="1688767" y="1785110"/>
                  </a:lnTo>
                  <a:lnTo>
                    <a:pt x="1659991" y="1758304"/>
                  </a:lnTo>
                  <a:lnTo>
                    <a:pt x="1636630" y="1729795"/>
                  </a:lnTo>
                  <a:lnTo>
                    <a:pt x="1639769" y="1727062"/>
                  </a:lnTo>
                  <a:lnTo>
                    <a:pt x="1655949" y="1732426"/>
                  </a:lnTo>
                  <a:lnTo>
                    <a:pt x="1674214" y="1728498"/>
                  </a:lnTo>
                  <a:lnTo>
                    <a:pt x="1696533" y="1727062"/>
                  </a:lnTo>
                  <a:lnTo>
                    <a:pt x="1709459" y="1732286"/>
                  </a:lnTo>
                  <a:lnTo>
                    <a:pt x="1721851" y="1726528"/>
                  </a:lnTo>
                  <a:lnTo>
                    <a:pt x="1759563" y="1729287"/>
                  </a:lnTo>
                  <a:lnTo>
                    <a:pt x="1768968" y="1722093"/>
                  </a:lnTo>
                  <a:lnTo>
                    <a:pt x="1772235" y="1708887"/>
                  </a:lnTo>
                  <a:lnTo>
                    <a:pt x="1784869" y="1690203"/>
                  </a:lnTo>
                  <a:lnTo>
                    <a:pt x="1769616" y="1652072"/>
                  </a:lnTo>
                  <a:lnTo>
                    <a:pt x="1764799" y="1637964"/>
                  </a:lnTo>
                  <a:lnTo>
                    <a:pt x="1756830" y="1628952"/>
                  </a:lnTo>
                  <a:lnTo>
                    <a:pt x="1745734" y="1631164"/>
                  </a:lnTo>
                  <a:lnTo>
                    <a:pt x="1738832" y="1624491"/>
                  </a:lnTo>
                  <a:lnTo>
                    <a:pt x="1738311" y="1611031"/>
                  </a:lnTo>
                  <a:lnTo>
                    <a:pt x="1723949" y="1596402"/>
                  </a:lnTo>
                  <a:lnTo>
                    <a:pt x="1708035" y="1599922"/>
                  </a:lnTo>
                  <a:lnTo>
                    <a:pt x="1678535" y="1590517"/>
                  </a:lnTo>
                  <a:lnTo>
                    <a:pt x="1676057" y="1577972"/>
                  </a:lnTo>
                  <a:lnTo>
                    <a:pt x="1648272" y="1572608"/>
                  </a:lnTo>
                  <a:lnTo>
                    <a:pt x="1635562" y="1566596"/>
                  </a:lnTo>
                  <a:lnTo>
                    <a:pt x="1623424" y="1546069"/>
                  </a:lnTo>
                  <a:lnTo>
                    <a:pt x="1598118" y="1540057"/>
                  </a:lnTo>
                  <a:lnTo>
                    <a:pt x="1587949" y="1533143"/>
                  </a:lnTo>
                  <a:lnTo>
                    <a:pt x="1582738" y="1514446"/>
                  </a:lnTo>
                  <a:lnTo>
                    <a:pt x="1544112" y="1508561"/>
                  </a:lnTo>
                  <a:lnTo>
                    <a:pt x="1514345" y="1502816"/>
                  </a:lnTo>
                  <a:lnTo>
                    <a:pt x="1489026" y="1495622"/>
                  </a:lnTo>
                  <a:lnTo>
                    <a:pt x="1468690" y="1493792"/>
                  </a:lnTo>
                  <a:lnTo>
                    <a:pt x="1432288" y="1475502"/>
                  </a:lnTo>
                  <a:lnTo>
                    <a:pt x="1415841" y="1456551"/>
                  </a:lnTo>
                  <a:lnTo>
                    <a:pt x="1399521" y="1447921"/>
                  </a:lnTo>
                  <a:lnTo>
                    <a:pt x="1385311" y="1447921"/>
                  </a:lnTo>
                  <a:lnTo>
                    <a:pt x="1372906" y="1456551"/>
                  </a:lnTo>
                  <a:lnTo>
                    <a:pt x="1354641" y="1456551"/>
                  </a:lnTo>
                  <a:lnTo>
                    <a:pt x="1338321" y="1444654"/>
                  </a:lnTo>
                  <a:lnTo>
                    <a:pt x="1316917" y="1426352"/>
                  </a:lnTo>
                  <a:lnTo>
                    <a:pt x="1290429" y="1412371"/>
                  </a:lnTo>
                  <a:lnTo>
                    <a:pt x="1262632" y="1403219"/>
                  </a:lnTo>
                  <a:lnTo>
                    <a:pt x="1244494" y="1401262"/>
                  </a:lnTo>
                  <a:lnTo>
                    <a:pt x="1237834" y="1397728"/>
                  </a:lnTo>
                  <a:lnTo>
                    <a:pt x="1192688" y="1399431"/>
                  </a:lnTo>
                  <a:lnTo>
                    <a:pt x="1173241" y="1393941"/>
                  </a:lnTo>
                  <a:lnTo>
                    <a:pt x="1148189" y="1386734"/>
                  </a:lnTo>
                  <a:lnTo>
                    <a:pt x="1110211" y="1373808"/>
                  </a:lnTo>
                  <a:lnTo>
                    <a:pt x="1090764" y="1358251"/>
                  </a:lnTo>
                  <a:lnTo>
                    <a:pt x="1079401" y="1358644"/>
                  </a:lnTo>
                  <a:lnTo>
                    <a:pt x="1064925" y="1359915"/>
                  </a:lnTo>
                  <a:lnTo>
                    <a:pt x="1052786" y="1371354"/>
                  </a:lnTo>
                  <a:lnTo>
                    <a:pt x="1022117" y="1388742"/>
                  </a:lnTo>
                  <a:lnTo>
                    <a:pt x="978139" y="1387967"/>
                  </a:lnTo>
                  <a:lnTo>
                    <a:pt x="949401" y="1366665"/>
                  </a:lnTo>
                  <a:lnTo>
                    <a:pt x="924350" y="1361695"/>
                  </a:lnTo>
                  <a:lnTo>
                    <a:pt x="911639" y="1369143"/>
                  </a:lnTo>
                  <a:lnTo>
                    <a:pt x="893235" y="1397906"/>
                  </a:lnTo>
                  <a:lnTo>
                    <a:pt x="874055" y="1404033"/>
                  </a:lnTo>
                  <a:lnTo>
                    <a:pt x="864268" y="1429135"/>
                  </a:lnTo>
                  <a:lnTo>
                    <a:pt x="858002" y="1436202"/>
                  </a:lnTo>
                  <a:lnTo>
                    <a:pt x="841949" y="1435668"/>
                  </a:lnTo>
                  <a:lnTo>
                    <a:pt x="823037" y="1452268"/>
                  </a:lnTo>
                  <a:lnTo>
                    <a:pt x="822236" y="1471333"/>
                  </a:lnTo>
                  <a:lnTo>
                    <a:pt x="818601" y="1474358"/>
                  </a:lnTo>
                  <a:lnTo>
                    <a:pt x="808140" y="1471600"/>
                  </a:lnTo>
                  <a:lnTo>
                    <a:pt x="794426" y="1486140"/>
                  </a:lnTo>
                  <a:lnTo>
                    <a:pt x="767938" y="1495292"/>
                  </a:lnTo>
                  <a:lnTo>
                    <a:pt x="737522" y="1500376"/>
                  </a:lnTo>
                  <a:lnTo>
                    <a:pt x="713792" y="1517624"/>
                  </a:lnTo>
                  <a:lnTo>
                    <a:pt x="709611" y="1525072"/>
                  </a:lnTo>
                  <a:lnTo>
                    <a:pt x="692516" y="1529253"/>
                  </a:lnTo>
                  <a:lnTo>
                    <a:pt x="676335" y="1523762"/>
                  </a:lnTo>
                  <a:lnTo>
                    <a:pt x="662761" y="1512133"/>
                  </a:lnTo>
                  <a:lnTo>
                    <a:pt x="649580" y="1511230"/>
                  </a:lnTo>
                  <a:lnTo>
                    <a:pt x="594520" y="1521030"/>
                  </a:lnTo>
                  <a:lnTo>
                    <a:pt x="584593" y="1521157"/>
                  </a:lnTo>
                  <a:lnTo>
                    <a:pt x="569710" y="1533562"/>
                  </a:lnTo>
                  <a:lnTo>
                    <a:pt x="557317" y="1552119"/>
                  </a:lnTo>
                  <a:lnTo>
                    <a:pt x="528605" y="1573561"/>
                  </a:lnTo>
                  <a:lnTo>
                    <a:pt x="520648" y="1588190"/>
                  </a:lnTo>
                  <a:lnTo>
                    <a:pt x="506286" y="1605985"/>
                  </a:lnTo>
                  <a:lnTo>
                    <a:pt x="501850" y="1613700"/>
                  </a:lnTo>
                  <a:lnTo>
                    <a:pt x="481234" y="1625978"/>
                  </a:lnTo>
                  <a:lnTo>
                    <a:pt x="468524" y="1633604"/>
                  </a:lnTo>
                  <a:lnTo>
                    <a:pt x="465982" y="1660296"/>
                  </a:lnTo>
                  <a:lnTo>
                    <a:pt x="448886" y="1685119"/>
                  </a:lnTo>
                  <a:lnTo>
                    <a:pt x="449801" y="1708912"/>
                  </a:lnTo>
                  <a:lnTo>
                    <a:pt x="439633" y="1714937"/>
                  </a:lnTo>
                  <a:lnTo>
                    <a:pt x="431791" y="1730087"/>
                  </a:lnTo>
                  <a:lnTo>
                    <a:pt x="410006" y="1722118"/>
                  </a:lnTo>
                  <a:lnTo>
                    <a:pt x="400486" y="1722652"/>
                  </a:lnTo>
                  <a:lnTo>
                    <a:pt x="378167" y="1741463"/>
                  </a:lnTo>
                  <a:lnTo>
                    <a:pt x="347243" y="1785644"/>
                  </a:lnTo>
                  <a:lnTo>
                    <a:pt x="333541" y="1799625"/>
                  </a:lnTo>
                  <a:lnTo>
                    <a:pt x="303558" y="1838213"/>
                  </a:lnTo>
                  <a:lnTo>
                    <a:pt x="237528" y="1803196"/>
                  </a:lnTo>
                  <a:lnTo>
                    <a:pt x="225123" y="1809552"/>
                  </a:lnTo>
                  <a:lnTo>
                    <a:pt x="222251" y="1826545"/>
                  </a:lnTo>
                  <a:lnTo>
                    <a:pt x="268846" y="1848229"/>
                  </a:lnTo>
                  <a:lnTo>
                    <a:pt x="264410" y="1869683"/>
                  </a:lnTo>
                  <a:lnTo>
                    <a:pt x="292716" y="1881034"/>
                  </a:lnTo>
                  <a:lnTo>
                    <a:pt x="278493" y="1921554"/>
                  </a:lnTo>
                  <a:lnTo>
                    <a:pt x="267156" y="1948106"/>
                  </a:lnTo>
                  <a:lnTo>
                    <a:pt x="250048" y="1966586"/>
                  </a:lnTo>
                  <a:lnTo>
                    <a:pt x="238837" y="1984228"/>
                  </a:lnTo>
                  <a:lnTo>
                    <a:pt x="226686" y="2000751"/>
                  </a:lnTo>
                  <a:lnTo>
                    <a:pt x="215603" y="2007945"/>
                  </a:lnTo>
                  <a:lnTo>
                    <a:pt x="152561" y="1979843"/>
                  </a:lnTo>
                  <a:lnTo>
                    <a:pt x="119934" y="1937493"/>
                  </a:lnTo>
                  <a:lnTo>
                    <a:pt x="135071" y="1919851"/>
                  </a:lnTo>
                  <a:lnTo>
                    <a:pt x="151251" y="1890439"/>
                  </a:lnTo>
                  <a:lnTo>
                    <a:pt x="151912" y="1875937"/>
                  </a:lnTo>
                  <a:lnTo>
                    <a:pt x="191568" y="1842077"/>
                  </a:lnTo>
                  <a:lnTo>
                    <a:pt x="194975" y="1817381"/>
                  </a:lnTo>
                  <a:lnTo>
                    <a:pt x="216239" y="1798417"/>
                  </a:lnTo>
                  <a:lnTo>
                    <a:pt x="198622" y="1771726"/>
                  </a:lnTo>
                  <a:lnTo>
                    <a:pt x="193144" y="1757605"/>
                  </a:lnTo>
                  <a:lnTo>
                    <a:pt x="175007" y="1763757"/>
                  </a:lnTo>
                  <a:lnTo>
                    <a:pt x="110401" y="1705201"/>
                  </a:lnTo>
                  <a:lnTo>
                    <a:pt x="91615" y="1703231"/>
                  </a:lnTo>
                  <a:lnTo>
                    <a:pt x="63945" y="1670693"/>
                  </a:lnTo>
                  <a:lnTo>
                    <a:pt x="10702" y="1654093"/>
                  </a:lnTo>
                  <a:lnTo>
                    <a:pt x="0" y="1644942"/>
                  </a:lnTo>
                  <a:lnTo>
                    <a:pt x="22967" y="1598156"/>
                  </a:lnTo>
                  <a:lnTo>
                    <a:pt x="42287" y="1576447"/>
                  </a:lnTo>
                  <a:lnTo>
                    <a:pt x="17222" y="1533448"/>
                  </a:lnTo>
                  <a:lnTo>
                    <a:pt x="21658" y="1498952"/>
                  </a:lnTo>
                  <a:lnTo>
                    <a:pt x="71393" y="1452420"/>
                  </a:lnTo>
                  <a:lnTo>
                    <a:pt x="105190" y="1367720"/>
                  </a:lnTo>
                  <a:lnTo>
                    <a:pt x="197440" y="1263687"/>
                  </a:lnTo>
                  <a:lnTo>
                    <a:pt x="186751" y="1252565"/>
                  </a:lnTo>
                  <a:lnTo>
                    <a:pt x="104135" y="1169186"/>
                  </a:lnTo>
                  <a:lnTo>
                    <a:pt x="191428" y="1084091"/>
                  </a:lnTo>
                  <a:lnTo>
                    <a:pt x="232101" y="1062128"/>
                  </a:lnTo>
                  <a:lnTo>
                    <a:pt x="328940" y="968682"/>
                  </a:lnTo>
                  <a:lnTo>
                    <a:pt x="362609" y="928569"/>
                  </a:lnTo>
                  <a:lnTo>
                    <a:pt x="429974" y="868170"/>
                  </a:lnTo>
                  <a:lnTo>
                    <a:pt x="433507" y="852918"/>
                  </a:lnTo>
                  <a:lnTo>
                    <a:pt x="513505" y="810568"/>
                  </a:lnTo>
                  <a:lnTo>
                    <a:pt x="622457" y="743394"/>
                  </a:lnTo>
                  <a:lnTo>
                    <a:pt x="634862" y="718559"/>
                  </a:lnTo>
                  <a:lnTo>
                    <a:pt x="666638" y="710932"/>
                  </a:lnTo>
                  <a:lnTo>
                    <a:pt x="684432" y="693685"/>
                  </a:lnTo>
                  <a:lnTo>
                    <a:pt x="678560" y="680085"/>
                  </a:lnTo>
                  <a:lnTo>
                    <a:pt x="703878" y="656431"/>
                  </a:lnTo>
                  <a:lnTo>
                    <a:pt x="740420" y="653165"/>
                  </a:lnTo>
                  <a:lnTo>
                    <a:pt x="775399" y="626905"/>
                  </a:lnTo>
                  <a:lnTo>
                    <a:pt x="785847" y="610941"/>
                  </a:lnTo>
                  <a:lnTo>
                    <a:pt x="799675" y="600099"/>
                  </a:lnTo>
                  <a:lnTo>
                    <a:pt x="819376" y="550708"/>
                  </a:lnTo>
                  <a:lnTo>
                    <a:pt x="778398" y="507823"/>
                  </a:lnTo>
                  <a:lnTo>
                    <a:pt x="771090" y="475540"/>
                  </a:lnTo>
                  <a:lnTo>
                    <a:pt x="784792" y="461304"/>
                  </a:lnTo>
                  <a:lnTo>
                    <a:pt x="794312" y="409281"/>
                  </a:lnTo>
                  <a:lnTo>
                    <a:pt x="831896" y="360258"/>
                  </a:lnTo>
                  <a:lnTo>
                    <a:pt x="876801" y="375167"/>
                  </a:lnTo>
                  <a:lnTo>
                    <a:pt x="940085" y="350585"/>
                  </a:lnTo>
                  <a:lnTo>
                    <a:pt x="969318" y="339858"/>
                  </a:lnTo>
                  <a:lnTo>
                    <a:pt x="1042656" y="290288"/>
                  </a:lnTo>
                  <a:lnTo>
                    <a:pt x="1058188" y="280743"/>
                  </a:lnTo>
                  <a:lnTo>
                    <a:pt x="1091730" y="265491"/>
                  </a:lnTo>
                  <a:lnTo>
                    <a:pt x="1124879" y="258958"/>
                  </a:lnTo>
                  <a:lnTo>
                    <a:pt x="1162590" y="252679"/>
                  </a:lnTo>
                  <a:lnTo>
                    <a:pt x="1180600" y="244048"/>
                  </a:lnTo>
                  <a:lnTo>
                    <a:pt x="1212312" y="200923"/>
                  </a:lnTo>
                  <a:lnTo>
                    <a:pt x="1247024" y="167330"/>
                  </a:lnTo>
                  <a:lnTo>
                    <a:pt x="1366830" y="113210"/>
                  </a:lnTo>
                  <a:lnTo>
                    <a:pt x="1372181" y="128462"/>
                  </a:lnTo>
                  <a:lnTo>
                    <a:pt x="1357552" y="202448"/>
                  </a:lnTo>
                  <a:lnTo>
                    <a:pt x="1403880" y="243743"/>
                  </a:lnTo>
                  <a:lnTo>
                    <a:pt x="1400372" y="267410"/>
                  </a:lnTo>
                  <a:lnTo>
                    <a:pt x="1404681" y="268846"/>
                  </a:lnTo>
                  <a:lnTo>
                    <a:pt x="1403232" y="283221"/>
                  </a:lnTo>
                  <a:lnTo>
                    <a:pt x="1396877" y="306354"/>
                  </a:lnTo>
                  <a:lnTo>
                    <a:pt x="1438503" y="309354"/>
                  </a:lnTo>
                  <a:lnTo>
                    <a:pt x="1432249" y="326741"/>
                  </a:lnTo>
                  <a:lnTo>
                    <a:pt x="1416057" y="340074"/>
                  </a:lnTo>
                  <a:lnTo>
                    <a:pt x="1403664" y="344256"/>
                  </a:lnTo>
                  <a:lnTo>
                    <a:pt x="1386061" y="364783"/>
                  </a:lnTo>
                  <a:lnTo>
                    <a:pt x="1375892" y="366613"/>
                  </a:lnTo>
                  <a:lnTo>
                    <a:pt x="1355264" y="378637"/>
                  </a:lnTo>
                  <a:lnTo>
                    <a:pt x="1327301" y="413145"/>
                  </a:lnTo>
                  <a:lnTo>
                    <a:pt x="1313320" y="417594"/>
                  </a:lnTo>
                  <a:lnTo>
                    <a:pt x="1304969" y="426351"/>
                  </a:lnTo>
                  <a:lnTo>
                    <a:pt x="1296072" y="429351"/>
                  </a:lnTo>
                  <a:lnTo>
                    <a:pt x="1287175" y="446217"/>
                  </a:lnTo>
                  <a:lnTo>
                    <a:pt x="1277770" y="451174"/>
                  </a:lnTo>
                  <a:lnTo>
                    <a:pt x="1273080" y="457707"/>
                  </a:lnTo>
                  <a:lnTo>
                    <a:pt x="1260674" y="460719"/>
                  </a:lnTo>
                  <a:lnTo>
                    <a:pt x="1239792" y="472222"/>
                  </a:lnTo>
                  <a:lnTo>
                    <a:pt x="1189675" y="512742"/>
                  </a:lnTo>
                  <a:lnTo>
                    <a:pt x="1190603" y="529202"/>
                  </a:lnTo>
                  <a:lnTo>
                    <a:pt x="1192039" y="538099"/>
                  </a:lnTo>
                  <a:lnTo>
                    <a:pt x="1203771" y="550670"/>
                  </a:lnTo>
                  <a:lnTo>
                    <a:pt x="1214079" y="561638"/>
                  </a:lnTo>
                  <a:lnTo>
                    <a:pt x="1238012" y="559567"/>
                  </a:lnTo>
                  <a:lnTo>
                    <a:pt x="1244812" y="554737"/>
                  </a:lnTo>
                  <a:lnTo>
                    <a:pt x="1258374" y="554203"/>
                  </a:lnTo>
                  <a:lnTo>
                    <a:pt x="1268949" y="544035"/>
                  </a:lnTo>
                  <a:lnTo>
                    <a:pt x="1356916" y="499981"/>
                  </a:lnTo>
                  <a:lnTo>
                    <a:pt x="1384701" y="498024"/>
                  </a:lnTo>
                  <a:lnTo>
                    <a:pt x="1395390" y="502193"/>
                  </a:lnTo>
                  <a:lnTo>
                    <a:pt x="1405062" y="498799"/>
                  </a:lnTo>
                  <a:lnTo>
                    <a:pt x="1422539" y="511992"/>
                  </a:lnTo>
                  <a:lnTo>
                    <a:pt x="1440435" y="510823"/>
                  </a:lnTo>
                  <a:lnTo>
                    <a:pt x="1458051" y="493308"/>
                  </a:lnTo>
                  <a:lnTo>
                    <a:pt x="1477625" y="512539"/>
                  </a:lnTo>
                  <a:lnTo>
                    <a:pt x="1492496" y="518411"/>
                  </a:lnTo>
                  <a:lnTo>
                    <a:pt x="1471359" y="545344"/>
                  </a:lnTo>
                  <a:lnTo>
                    <a:pt x="1480091" y="555143"/>
                  </a:lnTo>
                  <a:lnTo>
                    <a:pt x="1490932" y="544823"/>
                  </a:lnTo>
                  <a:lnTo>
                    <a:pt x="1520547" y="571730"/>
                  </a:lnTo>
                  <a:lnTo>
                    <a:pt x="1553835" y="583627"/>
                  </a:lnTo>
                  <a:lnTo>
                    <a:pt x="1560101" y="589118"/>
                  </a:lnTo>
                  <a:lnTo>
                    <a:pt x="1576142" y="601015"/>
                  </a:lnTo>
                  <a:lnTo>
                    <a:pt x="1612556" y="584809"/>
                  </a:lnTo>
                  <a:lnTo>
                    <a:pt x="1633299" y="564282"/>
                  </a:lnTo>
                  <a:lnTo>
                    <a:pt x="1655352" y="568095"/>
                  </a:lnTo>
                  <a:lnTo>
                    <a:pt x="1681865" y="593185"/>
                  </a:lnTo>
                  <a:lnTo>
                    <a:pt x="1740180" y="571235"/>
                  </a:lnTo>
                  <a:lnTo>
                    <a:pt x="1751415" y="582674"/>
                  </a:lnTo>
                  <a:lnTo>
                    <a:pt x="1763681" y="563608"/>
                  </a:lnTo>
                  <a:lnTo>
                    <a:pt x="1772730" y="534146"/>
                  </a:lnTo>
                  <a:lnTo>
                    <a:pt x="1782390" y="527486"/>
                  </a:lnTo>
                  <a:lnTo>
                    <a:pt x="1793829" y="505129"/>
                  </a:lnTo>
                  <a:lnTo>
                    <a:pt x="1744895" y="492063"/>
                  </a:lnTo>
                  <a:lnTo>
                    <a:pt x="1740840" y="450882"/>
                  </a:lnTo>
                  <a:lnTo>
                    <a:pt x="1745658" y="418877"/>
                  </a:lnTo>
                  <a:lnTo>
                    <a:pt x="1769807" y="381764"/>
                  </a:lnTo>
                  <a:lnTo>
                    <a:pt x="1791872" y="361745"/>
                  </a:lnTo>
                  <a:lnTo>
                    <a:pt x="1765765" y="337036"/>
                  </a:lnTo>
                  <a:lnTo>
                    <a:pt x="1773595" y="309722"/>
                  </a:lnTo>
                  <a:lnTo>
                    <a:pt x="1752979" y="282268"/>
                  </a:lnTo>
                  <a:lnTo>
                    <a:pt x="1712903" y="261614"/>
                  </a:lnTo>
                  <a:lnTo>
                    <a:pt x="1734841" y="242015"/>
                  </a:lnTo>
                  <a:lnTo>
                    <a:pt x="1734841" y="233118"/>
                  </a:lnTo>
                  <a:lnTo>
                    <a:pt x="1778158" y="206846"/>
                  </a:lnTo>
                  <a:lnTo>
                    <a:pt x="1784170" y="246311"/>
                  </a:lnTo>
                  <a:lnTo>
                    <a:pt x="1810009" y="255488"/>
                  </a:lnTo>
                  <a:lnTo>
                    <a:pt x="1851368" y="325788"/>
                  </a:lnTo>
                  <a:lnTo>
                    <a:pt x="1871082" y="320170"/>
                  </a:lnTo>
                  <a:lnTo>
                    <a:pt x="1857901" y="271947"/>
                  </a:lnTo>
                  <a:lnTo>
                    <a:pt x="1881657" y="262923"/>
                  </a:lnTo>
                  <a:lnTo>
                    <a:pt x="1908920" y="299516"/>
                  </a:lnTo>
                  <a:lnTo>
                    <a:pt x="1912454" y="304231"/>
                  </a:lnTo>
                  <a:lnTo>
                    <a:pt x="1897201" y="322661"/>
                  </a:lnTo>
                  <a:lnTo>
                    <a:pt x="1878797" y="368011"/>
                  </a:lnTo>
                  <a:lnTo>
                    <a:pt x="1904027" y="401960"/>
                  </a:lnTo>
                  <a:lnTo>
                    <a:pt x="1918631" y="432287"/>
                  </a:lnTo>
                  <a:lnTo>
                    <a:pt x="1891367" y="454631"/>
                  </a:lnTo>
                  <a:lnTo>
                    <a:pt x="1863049" y="438693"/>
                  </a:lnTo>
                  <a:lnTo>
                    <a:pt x="1848699" y="465219"/>
                  </a:lnTo>
                  <a:lnTo>
                    <a:pt x="1861753" y="506654"/>
                  </a:lnTo>
                  <a:lnTo>
                    <a:pt x="1848572" y="552017"/>
                  </a:lnTo>
                  <a:lnTo>
                    <a:pt x="1808497" y="577628"/>
                  </a:lnTo>
                  <a:lnTo>
                    <a:pt x="1787881" y="619457"/>
                  </a:lnTo>
                  <a:lnTo>
                    <a:pt x="1758012" y="633184"/>
                  </a:lnTo>
                  <a:lnTo>
                    <a:pt x="1749903" y="661541"/>
                  </a:lnTo>
                  <a:lnTo>
                    <a:pt x="1772781" y="666510"/>
                  </a:lnTo>
                  <a:lnTo>
                    <a:pt x="1791186" y="659965"/>
                  </a:lnTo>
                  <a:lnTo>
                    <a:pt x="1812793" y="685855"/>
                  </a:lnTo>
                  <a:lnTo>
                    <a:pt x="1802358" y="717872"/>
                  </a:lnTo>
                  <a:lnTo>
                    <a:pt x="1800413" y="728473"/>
                  </a:lnTo>
                  <a:lnTo>
                    <a:pt x="1775997" y="755393"/>
                  </a:lnTo>
                  <a:lnTo>
                    <a:pt x="1767519" y="749368"/>
                  </a:lnTo>
                  <a:lnTo>
                    <a:pt x="1723402" y="795519"/>
                  </a:lnTo>
                  <a:lnTo>
                    <a:pt x="1711658" y="812627"/>
                  </a:lnTo>
                  <a:lnTo>
                    <a:pt x="1713996" y="820482"/>
                  </a:lnTo>
                  <a:lnTo>
                    <a:pt x="1695745" y="846487"/>
                  </a:lnTo>
                  <a:lnTo>
                    <a:pt x="1680327" y="858790"/>
                  </a:lnTo>
                  <a:lnTo>
                    <a:pt x="1654360" y="889498"/>
                  </a:lnTo>
                  <a:lnTo>
                    <a:pt x="1669117" y="899170"/>
                  </a:lnTo>
                  <a:lnTo>
                    <a:pt x="1661148" y="936666"/>
                  </a:lnTo>
                  <a:lnTo>
                    <a:pt x="1631266" y="952312"/>
                  </a:lnTo>
                  <a:lnTo>
                    <a:pt x="1623830" y="948270"/>
                  </a:lnTo>
                  <a:lnTo>
                    <a:pt x="1611819" y="936246"/>
                  </a:lnTo>
                  <a:lnTo>
                    <a:pt x="1578773" y="937682"/>
                  </a:lnTo>
                  <a:lnTo>
                    <a:pt x="1558945" y="972966"/>
                  </a:lnTo>
                  <a:lnTo>
                    <a:pt x="1530881" y="973869"/>
                  </a:lnTo>
                  <a:lnTo>
                    <a:pt x="1528262" y="983948"/>
                  </a:lnTo>
                  <a:lnTo>
                    <a:pt x="1515489" y="1002771"/>
                  </a:lnTo>
                  <a:lnTo>
                    <a:pt x="1527080" y="1094005"/>
                  </a:lnTo>
                  <a:lnTo>
                    <a:pt x="1516658" y="1117646"/>
                  </a:lnTo>
                  <a:lnTo>
                    <a:pt x="1522009" y="1138694"/>
                  </a:lnTo>
                  <a:lnTo>
                    <a:pt x="1517954" y="1166276"/>
                  </a:lnTo>
                  <a:lnTo>
                    <a:pt x="1508816" y="1190577"/>
                  </a:lnTo>
                  <a:lnTo>
                    <a:pt x="1518082" y="1194251"/>
                  </a:lnTo>
                  <a:lnTo>
                    <a:pt x="1546527" y="1181947"/>
                  </a:lnTo>
                  <a:lnTo>
                    <a:pt x="1544849" y="1173469"/>
                  </a:lnTo>
                  <a:lnTo>
                    <a:pt x="1548662" y="1159997"/>
                  </a:lnTo>
                  <a:lnTo>
                    <a:pt x="1562504" y="1165360"/>
                  </a:lnTo>
                  <a:lnTo>
                    <a:pt x="1571896" y="1185226"/>
                  </a:lnTo>
                  <a:lnTo>
                    <a:pt x="1581683" y="1188239"/>
                  </a:lnTo>
                  <a:lnTo>
                    <a:pt x="1590822" y="1190984"/>
                  </a:lnTo>
                  <a:lnTo>
                    <a:pt x="1603075" y="1176863"/>
                  </a:lnTo>
                  <a:lnTo>
                    <a:pt x="1606468" y="1170978"/>
                  </a:lnTo>
                  <a:lnTo>
                    <a:pt x="1627745" y="1171372"/>
                  </a:lnTo>
                  <a:lnTo>
                    <a:pt x="1650623" y="1182875"/>
                  </a:lnTo>
                  <a:lnTo>
                    <a:pt x="1653165" y="1188760"/>
                  </a:lnTo>
                  <a:lnTo>
                    <a:pt x="1666753" y="1208626"/>
                  </a:lnTo>
                  <a:lnTo>
                    <a:pt x="1696494" y="1228962"/>
                  </a:lnTo>
                  <a:lnTo>
                    <a:pt x="1720644" y="1205957"/>
                  </a:lnTo>
                  <a:lnTo>
                    <a:pt x="1729376" y="1233665"/>
                  </a:lnTo>
                  <a:lnTo>
                    <a:pt x="1712560" y="1241507"/>
                  </a:lnTo>
                  <a:lnTo>
                    <a:pt x="1707858" y="1244647"/>
                  </a:lnTo>
                  <a:lnTo>
                    <a:pt x="1698465" y="1246744"/>
                  </a:lnTo>
                  <a:lnTo>
                    <a:pt x="1659190" y="1291954"/>
                  </a:lnTo>
                  <a:lnTo>
                    <a:pt x="1656305" y="1295093"/>
                  </a:lnTo>
                  <a:lnTo>
                    <a:pt x="1651869" y="1307651"/>
                  </a:lnTo>
                  <a:lnTo>
                    <a:pt x="1654220" y="1313523"/>
                  </a:lnTo>
                  <a:lnTo>
                    <a:pt x="1648221" y="1327771"/>
                  </a:lnTo>
                  <a:lnTo>
                    <a:pt x="1643518" y="1325420"/>
                  </a:lnTo>
                  <a:lnTo>
                    <a:pt x="1638155" y="1321899"/>
                  </a:lnTo>
                  <a:lnTo>
                    <a:pt x="1641167" y="1309481"/>
                  </a:lnTo>
                  <a:lnTo>
                    <a:pt x="1634647" y="1307651"/>
                  </a:lnTo>
                  <a:lnTo>
                    <a:pt x="1632943" y="1294051"/>
                  </a:lnTo>
                  <a:lnTo>
                    <a:pt x="1623297" y="1292996"/>
                  </a:lnTo>
                  <a:lnTo>
                    <a:pt x="1584784" y="1303164"/>
                  </a:lnTo>
                  <a:lnTo>
                    <a:pt x="1567842" y="1292691"/>
                  </a:lnTo>
                  <a:lnTo>
                    <a:pt x="1543959" y="1337787"/>
                  </a:lnTo>
                  <a:lnTo>
                    <a:pt x="1568350" y="1379222"/>
                  </a:lnTo>
                  <a:lnTo>
                    <a:pt x="1580095" y="1378320"/>
                  </a:lnTo>
                  <a:lnTo>
                    <a:pt x="1585179" y="1400397"/>
                  </a:lnTo>
                  <a:lnTo>
                    <a:pt x="1599783" y="1398046"/>
                  </a:lnTo>
                  <a:lnTo>
                    <a:pt x="1616624" y="1434626"/>
                  </a:lnTo>
                  <a:lnTo>
                    <a:pt x="1637240" y="1436088"/>
                  </a:lnTo>
                  <a:lnTo>
                    <a:pt x="1685907" y="1378701"/>
                  </a:lnTo>
                  <a:lnTo>
                    <a:pt x="1700130" y="1348908"/>
                  </a:lnTo>
                  <a:lnTo>
                    <a:pt x="1719195" y="1357259"/>
                  </a:lnTo>
                  <a:lnTo>
                    <a:pt x="1714619" y="1393470"/>
                  </a:lnTo>
                  <a:lnTo>
                    <a:pt x="1731575" y="1398046"/>
                  </a:lnTo>
                  <a:lnTo>
                    <a:pt x="1747386" y="1377392"/>
                  </a:lnTo>
                  <a:lnTo>
                    <a:pt x="1793829" y="1389797"/>
                  </a:lnTo>
                  <a:lnTo>
                    <a:pt x="1831960" y="1408367"/>
                  </a:lnTo>
                  <a:lnTo>
                    <a:pt x="1845153" y="1413070"/>
                  </a:lnTo>
                  <a:lnTo>
                    <a:pt x="1856363" y="1417264"/>
                  </a:lnTo>
                  <a:lnTo>
                    <a:pt x="1850224" y="1429415"/>
                  </a:lnTo>
                  <a:lnTo>
                    <a:pt x="1858334" y="1440396"/>
                  </a:lnTo>
                  <a:lnTo>
                    <a:pt x="1863278" y="1450844"/>
                  </a:lnTo>
                  <a:lnTo>
                    <a:pt x="1897481" y="1493449"/>
                  </a:lnTo>
                  <a:lnTo>
                    <a:pt x="1886906" y="1524691"/>
                  </a:lnTo>
                  <a:lnTo>
                    <a:pt x="1894863" y="1602464"/>
                  </a:lnTo>
                  <a:lnTo>
                    <a:pt x="1964413" y="1575010"/>
                  </a:lnTo>
                  <a:lnTo>
                    <a:pt x="1974988" y="1555805"/>
                  </a:lnTo>
                  <a:lnTo>
                    <a:pt x="1991969" y="1525084"/>
                  </a:lnTo>
                  <a:lnTo>
                    <a:pt x="2009572" y="1493309"/>
                  </a:lnTo>
                  <a:lnTo>
                    <a:pt x="2057604" y="1459334"/>
                  </a:lnTo>
                  <a:lnTo>
                    <a:pt x="2142674" y="1459334"/>
                  </a:lnTo>
                  <a:lnTo>
                    <a:pt x="2155727" y="1434359"/>
                  </a:lnTo>
                  <a:lnTo>
                    <a:pt x="2212109" y="1402583"/>
                  </a:lnTo>
                  <a:lnTo>
                    <a:pt x="2226459" y="1357628"/>
                  </a:lnTo>
                  <a:lnTo>
                    <a:pt x="2281011" y="1321683"/>
                  </a:lnTo>
                  <a:lnTo>
                    <a:pt x="2318850" y="1295538"/>
                  </a:lnTo>
                  <a:lnTo>
                    <a:pt x="2331128" y="1328725"/>
                  </a:lnTo>
                  <a:lnTo>
                    <a:pt x="2364797" y="1315925"/>
                  </a:lnTo>
                  <a:lnTo>
                    <a:pt x="2382935" y="1285205"/>
                  </a:lnTo>
                  <a:lnTo>
                    <a:pt x="2416223" y="1263369"/>
                  </a:lnTo>
                  <a:lnTo>
                    <a:pt x="2435123" y="1333961"/>
                  </a:lnTo>
                  <a:lnTo>
                    <a:pt x="2441402" y="1357361"/>
                  </a:lnTo>
                  <a:lnTo>
                    <a:pt x="2422603" y="1393903"/>
                  </a:lnTo>
                  <a:lnTo>
                    <a:pt x="2389442" y="1458725"/>
                  </a:lnTo>
                  <a:lnTo>
                    <a:pt x="2392582" y="1477281"/>
                  </a:lnTo>
                  <a:lnTo>
                    <a:pt x="2406296" y="1557152"/>
                  </a:lnTo>
                  <a:lnTo>
                    <a:pt x="2385794" y="1592563"/>
                  </a:lnTo>
                  <a:lnTo>
                    <a:pt x="2329552" y="1599884"/>
                  </a:lnTo>
                  <a:lnTo>
                    <a:pt x="2362166" y="1676603"/>
                  </a:lnTo>
                  <a:lnTo>
                    <a:pt x="2325904" y="1780522"/>
                  </a:lnTo>
                  <a:lnTo>
                    <a:pt x="2355519" y="1815017"/>
                  </a:lnTo>
                  <a:lnTo>
                    <a:pt x="2360221" y="1839166"/>
                  </a:lnTo>
                  <a:lnTo>
                    <a:pt x="2366221" y="1869874"/>
                  </a:lnTo>
                  <a:lnTo>
                    <a:pt x="2379020" y="1935230"/>
                  </a:lnTo>
                  <a:lnTo>
                    <a:pt x="2339339" y="1977695"/>
                  </a:lnTo>
                  <a:lnTo>
                    <a:pt x="2325777" y="2006191"/>
                  </a:lnTo>
                  <a:lnTo>
                    <a:pt x="2353828" y="2068802"/>
                  </a:lnTo>
                  <a:lnTo>
                    <a:pt x="2269941" y="2133497"/>
                  </a:lnTo>
                  <a:lnTo>
                    <a:pt x="2227921" y="2194277"/>
                  </a:lnTo>
                  <a:lnTo>
                    <a:pt x="2186422" y="2202767"/>
                  </a:lnTo>
                  <a:lnTo>
                    <a:pt x="2164103" y="2264462"/>
                  </a:lnTo>
                  <a:lnTo>
                    <a:pt x="2106818" y="2308516"/>
                  </a:lnTo>
                  <a:lnTo>
                    <a:pt x="2080127" y="2314871"/>
                  </a:lnTo>
                  <a:lnTo>
                    <a:pt x="2071382" y="2309914"/>
                  </a:lnTo>
                  <a:lnTo>
                    <a:pt x="1992172" y="2351349"/>
                  </a:lnTo>
                  <a:lnTo>
                    <a:pt x="1982385" y="2331216"/>
                  </a:lnTo>
                  <a:lnTo>
                    <a:pt x="1968811" y="2311744"/>
                  </a:lnTo>
                  <a:lnTo>
                    <a:pt x="1953406" y="2299848"/>
                  </a:lnTo>
                  <a:lnTo>
                    <a:pt x="1949885" y="2291599"/>
                  </a:lnTo>
                  <a:lnTo>
                    <a:pt x="1947013" y="2256709"/>
                  </a:lnTo>
                  <a:lnTo>
                    <a:pt x="1941929" y="2247037"/>
                  </a:lnTo>
                  <a:lnTo>
                    <a:pt x="1933438" y="2240771"/>
                  </a:lnTo>
                  <a:lnTo>
                    <a:pt x="1929790" y="2231352"/>
                  </a:lnTo>
                  <a:lnTo>
                    <a:pt x="1931061" y="2224832"/>
                  </a:lnTo>
                  <a:lnTo>
                    <a:pt x="1928049" y="2219468"/>
                  </a:lnTo>
                  <a:lnTo>
                    <a:pt x="1920423" y="2211753"/>
                  </a:lnTo>
                  <a:lnTo>
                    <a:pt x="1914805" y="2203250"/>
                  </a:lnTo>
                  <a:lnTo>
                    <a:pt x="1903366" y="2177512"/>
                  </a:lnTo>
                  <a:lnTo>
                    <a:pt x="1903900" y="2165615"/>
                  </a:lnTo>
                  <a:lnTo>
                    <a:pt x="1899591" y="2155536"/>
                  </a:lnTo>
                  <a:lnTo>
                    <a:pt x="1882496" y="2141555"/>
                  </a:lnTo>
                  <a:lnTo>
                    <a:pt x="1863964" y="2121295"/>
                  </a:lnTo>
                  <a:lnTo>
                    <a:pt x="1854965" y="2111877"/>
                  </a:lnTo>
                  <a:lnTo>
                    <a:pt x="1850784" y="2099471"/>
                  </a:lnTo>
                  <a:lnTo>
                    <a:pt x="1846221" y="2073326"/>
                  </a:lnTo>
                  <a:lnTo>
                    <a:pt x="1841912" y="2060387"/>
                  </a:lnTo>
                  <a:close/>
                </a:path>
              </a:pathLst>
            </a:custGeom>
            <a:noFill/>
            <a:ln w="3810" cap="flat">
              <a:solidFill>
                <a:srgbClr val="E6E4E2"/>
              </a:solidFill>
              <a:prstDash val="solid"/>
              <a:miter/>
            </a:ln>
          </p:spPr>
          <p:txBody>
            <a:bodyPr rtlCol="0" anchor="ctr"/>
            <a:lstStyle/>
            <a:p>
              <a:endParaRPr lang="de-CH"/>
            </a:p>
          </p:txBody>
        </p:sp>
        <p:sp>
          <p:nvSpPr>
            <p:cNvPr id="126" name="Freihandform: Form 125">
              <a:extLst>
                <a:ext uri="{FF2B5EF4-FFF2-40B4-BE49-F238E27FC236}">
                  <a16:creationId xmlns:a16="http://schemas.microsoft.com/office/drawing/2014/main" id="{7DAE0E05-FF2F-F5C2-0F85-057953740B8C}"/>
                </a:ext>
              </a:extLst>
            </p:cNvPr>
            <p:cNvSpPr/>
            <p:nvPr/>
          </p:nvSpPr>
          <p:spPr>
            <a:xfrm>
              <a:off x="3148410" y="3927456"/>
              <a:ext cx="3514905" cy="2393433"/>
            </a:xfrm>
            <a:custGeom>
              <a:avLst/>
              <a:gdLst>
                <a:gd name="connsiteX0" fmla="*/ 2829380 w 3514905"/>
                <a:gd name="connsiteY0" fmla="*/ 1058951 h 2393433"/>
                <a:gd name="connsiteX1" fmla="*/ 2794021 w 3514905"/>
                <a:gd name="connsiteY1" fmla="*/ 1090587 h 2393433"/>
                <a:gd name="connsiteX2" fmla="*/ 2778616 w 3514905"/>
                <a:gd name="connsiteY2" fmla="*/ 1123658 h 2393433"/>
                <a:gd name="connsiteX3" fmla="*/ 2758509 w 3514905"/>
                <a:gd name="connsiteY3" fmla="*/ 1133725 h 2393433"/>
                <a:gd name="connsiteX4" fmla="*/ 2743243 w 3514905"/>
                <a:gd name="connsiteY4" fmla="*/ 1159196 h 2393433"/>
                <a:gd name="connsiteX5" fmla="*/ 2723670 w 3514905"/>
                <a:gd name="connsiteY5" fmla="*/ 1168080 h 2393433"/>
                <a:gd name="connsiteX6" fmla="*/ 2725500 w 3514905"/>
                <a:gd name="connsiteY6" fmla="*/ 1181032 h 2393433"/>
                <a:gd name="connsiteX7" fmla="*/ 2714290 w 3514905"/>
                <a:gd name="connsiteY7" fmla="*/ 1186904 h 2393433"/>
                <a:gd name="connsiteX8" fmla="*/ 2728512 w 3514905"/>
                <a:gd name="connsiteY8" fmla="*/ 1198153 h 2393433"/>
                <a:gd name="connsiteX9" fmla="*/ 2760351 w 3514905"/>
                <a:gd name="connsiteY9" fmla="*/ 1208220 h 2393433"/>
                <a:gd name="connsiteX10" fmla="*/ 2776913 w 3514905"/>
                <a:gd name="connsiteY10" fmla="*/ 1247824 h 2393433"/>
                <a:gd name="connsiteX11" fmla="*/ 2791669 w 3514905"/>
                <a:gd name="connsiteY11" fmla="*/ 1250824 h 2393433"/>
                <a:gd name="connsiteX12" fmla="*/ 2804595 w 3514905"/>
                <a:gd name="connsiteY12" fmla="*/ 1275139 h 2393433"/>
                <a:gd name="connsiteX13" fmla="*/ 2831859 w 3514905"/>
                <a:gd name="connsiteY13" fmla="*/ 1280350 h 2393433"/>
                <a:gd name="connsiteX14" fmla="*/ 2850136 w 3514905"/>
                <a:gd name="connsiteY14" fmla="*/ 1332385 h 2393433"/>
                <a:gd name="connsiteX15" fmla="*/ 2859008 w 3514905"/>
                <a:gd name="connsiteY15" fmla="*/ 1376820 h 2393433"/>
                <a:gd name="connsiteX16" fmla="*/ 2883145 w 3514905"/>
                <a:gd name="connsiteY16" fmla="*/ 1399826 h 2393433"/>
                <a:gd name="connsiteX17" fmla="*/ 2892677 w 3514905"/>
                <a:gd name="connsiteY17" fmla="*/ 1430661 h 2393433"/>
                <a:gd name="connsiteX18" fmla="*/ 2857178 w 3514905"/>
                <a:gd name="connsiteY18" fmla="*/ 1474981 h 2393433"/>
                <a:gd name="connsiteX19" fmla="*/ 2869570 w 3514905"/>
                <a:gd name="connsiteY19" fmla="*/ 1517586 h 2393433"/>
                <a:gd name="connsiteX20" fmla="*/ 2849475 w 3514905"/>
                <a:gd name="connsiteY20" fmla="*/ 1553022 h 2393433"/>
                <a:gd name="connsiteX21" fmla="*/ 2828860 w 3514905"/>
                <a:gd name="connsiteY21" fmla="*/ 1562415 h 2393433"/>
                <a:gd name="connsiteX22" fmla="*/ 2811116 w 3514905"/>
                <a:gd name="connsiteY22" fmla="*/ 1557712 h 2393433"/>
                <a:gd name="connsiteX23" fmla="*/ 2787488 w 3514905"/>
                <a:gd name="connsiteY23" fmla="*/ 1576142 h 2393433"/>
                <a:gd name="connsiteX24" fmla="*/ 2779264 w 3514905"/>
                <a:gd name="connsiteY24" fmla="*/ 1613917 h 2393433"/>
                <a:gd name="connsiteX25" fmla="*/ 2747959 w 3514905"/>
                <a:gd name="connsiteY25" fmla="*/ 1640582 h 2393433"/>
                <a:gd name="connsiteX26" fmla="*/ 2687649 w 3514905"/>
                <a:gd name="connsiteY26" fmla="*/ 1650636 h 2393433"/>
                <a:gd name="connsiteX27" fmla="*/ 2649289 w 3514905"/>
                <a:gd name="connsiteY27" fmla="*/ 1664249 h 2393433"/>
                <a:gd name="connsiteX28" fmla="*/ 2614324 w 3514905"/>
                <a:gd name="connsiteY28" fmla="*/ 1667897 h 2393433"/>
                <a:gd name="connsiteX29" fmla="*/ 2607397 w 3514905"/>
                <a:gd name="connsiteY29" fmla="*/ 1715090 h 2393433"/>
                <a:gd name="connsiteX30" fmla="*/ 2593174 w 3514905"/>
                <a:gd name="connsiteY30" fmla="*/ 1734549 h 2393433"/>
                <a:gd name="connsiteX31" fmla="*/ 2594089 w 3514905"/>
                <a:gd name="connsiteY31" fmla="*/ 1776124 h 2393433"/>
                <a:gd name="connsiteX32" fmla="*/ 2615366 w 3514905"/>
                <a:gd name="connsiteY32" fmla="*/ 1829583 h 2393433"/>
                <a:gd name="connsiteX33" fmla="*/ 2578303 w 3514905"/>
                <a:gd name="connsiteY33" fmla="*/ 1864078 h 2393433"/>
                <a:gd name="connsiteX34" fmla="*/ 2586133 w 3514905"/>
                <a:gd name="connsiteY34" fmla="*/ 1885902 h 2393433"/>
                <a:gd name="connsiteX35" fmla="*/ 2572545 w 3514905"/>
                <a:gd name="connsiteY35" fmla="*/ 1904332 h 2393433"/>
                <a:gd name="connsiteX36" fmla="*/ 2573206 w 3514905"/>
                <a:gd name="connsiteY36" fmla="*/ 1930350 h 2393433"/>
                <a:gd name="connsiteX37" fmla="*/ 2549578 w 3514905"/>
                <a:gd name="connsiteY37" fmla="*/ 1928125 h 2393433"/>
                <a:gd name="connsiteX38" fmla="*/ 2523611 w 3514905"/>
                <a:gd name="connsiteY38" fmla="*/ 1978191 h 2393433"/>
                <a:gd name="connsiteX39" fmla="*/ 2493488 w 3514905"/>
                <a:gd name="connsiteY39" fmla="*/ 1971124 h 2393433"/>
                <a:gd name="connsiteX40" fmla="*/ 2462157 w 3514905"/>
                <a:gd name="connsiteY40" fmla="*/ 1977670 h 2393433"/>
                <a:gd name="connsiteX41" fmla="*/ 2435008 w 3514905"/>
                <a:gd name="connsiteY41" fmla="*/ 1971658 h 2393433"/>
                <a:gd name="connsiteX42" fmla="*/ 2356319 w 3514905"/>
                <a:gd name="connsiteY42" fmla="*/ 1975966 h 2393433"/>
                <a:gd name="connsiteX43" fmla="*/ 2325002 w 3514905"/>
                <a:gd name="connsiteY43" fmla="*/ 2027201 h 2393433"/>
                <a:gd name="connsiteX44" fmla="*/ 2297852 w 3514905"/>
                <a:gd name="connsiteY44" fmla="*/ 2045758 h 2393433"/>
                <a:gd name="connsiteX45" fmla="*/ 2299810 w 3514905"/>
                <a:gd name="connsiteY45" fmla="*/ 2108890 h 2393433"/>
                <a:gd name="connsiteX46" fmla="*/ 2283897 w 3514905"/>
                <a:gd name="connsiteY46" fmla="*/ 2126023 h 2393433"/>
                <a:gd name="connsiteX47" fmla="*/ 2280884 w 3514905"/>
                <a:gd name="connsiteY47" fmla="*/ 2154507 h 2393433"/>
                <a:gd name="connsiteX48" fmla="*/ 2296810 w 3514905"/>
                <a:gd name="connsiteY48" fmla="*/ 2184045 h 2393433"/>
                <a:gd name="connsiteX49" fmla="*/ 2287405 w 3514905"/>
                <a:gd name="connsiteY49" fmla="*/ 2203530 h 2393433"/>
                <a:gd name="connsiteX50" fmla="*/ 2257917 w 3514905"/>
                <a:gd name="connsiteY50" fmla="*/ 2218935 h 2393433"/>
                <a:gd name="connsiteX51" fmla="*/ 2246033 w 3514905"/>
                <a:gd name="connsiteY51" fmla="*/ 2206542 h 2393433"/>
                <a:gd name="connsiteX52" fmla="*/ 2199984 w 3514905"/>
                <a:gd name="connsiteY52" fmla="*/ 2200645 h 2393433"/>
                <a:gd name="connsiteX53" fmla="*/ 2168526 w 3514905"/>
                <a:gd name="connsiteY53" fmla="*/ 2187706 h 2393433"/>
                <a:gd name="connsiteX54" fmla="*/ 2136687 w 3514905"/>
                <a:gd name="connsiteY54" fmla="*/ 2221426 h 2393433"/>
                <a:gd name="connsiteX55" fmla="*/ 2059422 w 3514905"/>
                <a:gd name="connsiteY55" fmla="*/ 2155040 h 2393433"/>
                <a:gd name="connsiteX56" fmla="*/ 2027074 w 3514905"/>
                <a:gd name="connsiteY56" fmla="*/ 2148495 h 2393433"/>
                <a:gd name="connsiteX57" fmla="*/ 1994574 w 3514905"/>
                <a:gd name="connsiteY57" fmla="*/ 2194379 h 2393433"/>
                <a:gd name="connsiteX58" fmla="*/ 1964413 w 3514905"/>
                <a:gd name="connsiteY58" fmla="*/ 2195688 h 2393433"/>
                <a:gd name="connsiteX59" fmla="*/ 1937810 w 3514905"/>
                <a:gd name="connsiteY59" fmla="*/ 2162743 h 2393433"/>
                <a:gd name="connsiteX60" fmla="*/ 1940149 w 3514905"/>
                <a:gd name="connsiteY60" fmla="*/ 2121956 h 2393433"/>
                <a:gd name="connsiteX61" fmla="*/ 1915352 w 3514905"/>
                <a:gd name="connsiteY61" fmla="*/ 2103018 h 2393433"/>
                <a:gd name="connsiteX62" fmla="*/ 1884301 w 3514905"/>
                <a:gd name="connsiteY62" fmla="*/ 2100400 h 2393433"/>
                <a:gd name="connsiteX63" fmla="*/ 1855715 w 3514905"/>
                <a:gd name="connsiteY63" fmla="*/ 2049165 h 2393433"/>
                <a:gd name="connsiteX64" fmla="*/ 1835087 w 3514905"/>
                <a:gd name="connsiteY64" fmla="*/ 2043280 h 2393433"/>
                <a:gd name="connsiteX65" fmla="*/ 1800375 w 3514905"/>
                <a:gd name="connsiteY65" fmla="*/ 2060006 h 2393433"/>
                <a:gd name="connsiteX66" fmla="*/ 1761888 w 3514905"/>
                <a:gd name="connsiteY66" fmla="*/ 2054515 h 2393433"/>
                <a:gd name="connsiteX67" fmla="*/ 1737612 w 3514905"/>
                <a:gd name="connsiteY67" fmla="*/ 2062765 h 2393433"/>
                <a:gd name="connsiteX68" fmla="*/ 1679806 w 3514905"/>
                <a:gd name="connsiteY68" fmla="*/ 2053867 h 2393433"/>
                <a:gd name="connsiteX69" fmla="*/ 1663880 w 3514905"/>
                <a:gd name="connsiteY69" fmla="*/ 2003408 h 2393433"/>
                <a:gd name="connsiteX70" fmla="*/ 1639083 w 3514905"/>
                <a:gd name="connsiteY70" fmla="*/ 2014262 h 2393433"/>
                <a:gd name="connsiteX71" fmla="*/ 1608934 w 3514905"/>
                <a:gd name="connsiteY71" fmla="*/ 2014262 h 2393433"/>
                <a:gd name="connsiteX72" fmla="*/ 1597050 w 3514905"/>
                <a:gd name="connsiteY72" fmla="*/ 2044462 h 2393433"/>
                <a:gd name="connsiteX73" fmla="*/ 1605934 w 3514905"/>
                <a:gd name="connsiteY73" fmla="*/ 2088630 h 2393433"/>
                <a:gd name="connsiteX74" fmla="*/ 1588318 w 3514905"/>
                <a:gd name="connsiteY74" fmla="*/ 2104835 h 2393433"/>
                <a:gd name="connsiteX75" fmla="*/ 1558690 w 3514905"/>
                <a:gd name="connsiteY75" fmla="*/ 2098302 h 2393433"/>
                <a:gd name="connsiteX76" fmla="*/ 1544608 w 3514905"/>
                <a:gd name="connsiteY76" fmla="*/ 2087066 h 2393433"/>
                <a:gd name="connsiteX77" fmla="*/ 1525021 w 3514905"/>
                <a:gd name="connsiteY77" fmla="*/ 2090460 h 2393433"/>
                <a:gd name="connsiteX78" fmla="*/ 1503897 w 3514905"/>
                <a:gd name="connsiteY78" fmla="*/ 2086418 h 2393433"/>
                <a:gd name="connsiteX79" fmla="*/ 1486662 w 3514905"/>
                <a:gd name="connsiteY79" fmla="*/ 2104835 h 2393433"/>
                <a:gd name="connsiteX80" fmla="*/ 1463033 w 3514905"/>
                <a:gd name="connsiteY80" fmla="*/ 2111902 h 2393433"/>
                <a:gd name="connsiteX81" fmla="*/ 1454289 w 3514905"/>
                <a:gd name="connsiteY81" fmla="*/ 2124841 h 2393433"/>
                <a:gd name="connsiteX82" fmla="*/ 1460174 w 3514905"/>
                <a:gd name="connsiteY82" fmla="*/ 2162743 h 2393433"/>
                <a:gd name="connsiteX83" fmla="*/ 1430025 w 3514905"/>
                <a:gd name="connsiteY83" fmla="*/ 2163925 h 2393433"/>
                <a:gd name="connsiteX84" fmla="*/ 1415014 w 3514905"/>
                <a:gd name="connsiteY84" fmla="*/ 2175542 h 2393433"/>
                <a:gd name="connsiteX85" fmla="*/ 1396356 w 3514905"/>
                <a:gd name="connsiteY85" fmla="*/ 2178173 h 2393433"/>
                <a:gd name="connsiteX86" fmla="*/ 1375740 w 3514905"/>
                <a:gd name="connsiteY86" fmla="*/ 2211233 h 2393433"/>
                <a:gd name="connsiteX87" fmla="*/ 1326145 w 3514905"/>
                <a:gd name="connsiteY87" fmla="*/ 2246656 h 2393433"/>
                <a:gd name="connsiteX88" fmla="*/ 1305389 w 3514905"/>
                <a:gd name="connsiteY88" fmla="*/ 2240263 h 2393433"/>
                <a:gd name="connsiteX89" fmla="*/ 1290645 w 3514905"/>
                <a:gd name="connsiteY89" fmla="*/ 2266255 h 2393433"/>
                <a:gd name="connsiteX90" fmla="*/ 1265860 w 3514905"/>
                <a:gd name="connsiteY90" fmla="*/ 2281545 h 2393433"/>
                <a:gd name="connsiteX91" fmla="*/ 1232839 w 3514905"/>
                <a:gd name="connsiteY91" fmla="*/ 2259201 h 2393433"/>
                <a:gd name="connsiteX92" fmla="*/ 1212744 w 3514905"/>
                <a:gd name="connsiteY92" fmla="*/ 2257371 h 2393433"/>
                <a:gd name="connsiteX93" fmla="*/ 1200987 w 3514905"/>
                <a:gd name="connsiteY93" fmla="*/ 2235534 h 2393433"/>
                <a:gd name="connsiteX94" fmla="*/ 1179723 w 3514905"/>
                <a:gd name="connsiteY94" fmla="*/ 2227832 h 2393433"/>
                <a:gd name="connsiteX95" fmla="*/ 1144236 w 3514905"/>
                <a:gd name="connsiteY95" fmla="*/ 2243783 h 2393433"/>
                <a:gd name="connsiteX96" fmla="*/ 1128298 w 3514905"/>
                <a:gd name="connsiteY96" fmla="*/ 2234238 h 2393433"/>
                <a:gd name="connsiteX97" fmla="*/ 1120087 w 3514905"/>
                <a:gd name="connsiteY97" fmla="*/ 2218935 h 2393433"/>
                <a:gd name="connsiteX98" fmla="*/ 1079363 w 3514905"/>
                <a:gd name="connsiteY98" fmla="*/ 2210584 h 2393433"/>
                <a:gd name="connsiteX99" fmla="*/ 1068661 w 3514905"/>
                <a:gd name="connsiteY99" fmla="*/ 2218935 h 2393433"/>
                <a:gd name="connsiteX100" fmla="*/ 1049215 w 3514905"/>
                <a:gd name="connsiteY100" fmla="*/ 2262086 h 2393433"/>
                <a:gd name="connsiteX101" fmla="*/ 1010067 w 3514905"/>
                <a:gd name="connsiteY101" fmla="*/ 2303776 h 2393433"/>
                <a:gd name="connsiteX102" fmla="*/ 993633 w 3514905"/>
                <a:gd name="connsiteY102" fmla="*/ 2307690 h 2393433"/>
                <a:gd name="connsiteX103" fmla="*/ 985409 w 3514905"/>
                <a:gd name="connsiteY103" fmla="*/ 2290455 h 2393433"/>
                <a:gd name="connsiteX104" fmla="*/ 962442 w 3514905"/>
                <a:gd name="connsiteY104" fmla="*/ 2301157 h 2393433"/>
                <a:gd name="connsiteX105" fmla="*/ 943517 w 3514905"/>
                <a:gd name="connsiteY105" fmla="*/ 2294624 h 2393433"/>
                <a:gd name="connsiteX106" fmla="*/ 925239 w 3514905"/>
                <a:gd name="connsiteY106" fmla="*/ 2301678 h 2393433"/>
                <a:gd name="connsiteX107" fmla="*/ 919240 w 3514905"/>
                <a:gd name="connsiteY107" fmla="*/ 2317642 h 2393433"/>
                <a:gd name="connsiteX108" fmla="*/ 889358 w 3514905"/>
                <a:gd name="connsiteY108" fmla="*/ 2337623 h 2393433"/>
                <a:gd name="connsiteX109" fmla="*/ 889625 w 3514905"/>
                <a:gd name="connsiteY109" fmla="*/ 2375130 h 2393433"/>
                <a:gd name="connsiteX110" fmla="*/ 867166 w 3514905"/>
                <a:gd name="connsiteY110" fmla="*/ 2387815 h 2393433"/>
                <a:gd name="connsiteX111" fmla="*/ 832328 w 3514905"/>
                <a:gd name="connsiteY111" fmla="*/ 2373821 h 2393433"/>
                <a:gd name="connsiteX112" fmla="*/ 802967 w 3514905"/>
                <a:gd name="connsiteY112" fmla="*/ 2354362 h 2393433"/>
                <a:gd name="connsiteX113" fmla="*/ 801137 w 3514905"/>
                <a:gd name="connsiteY113" fmla="*/ 2334877 h 2393433"/>
                <a:gd name="connsiteX114" fmla="*/ 788744 w 3514905"/>
                <a:gd name="connsiteY114" fmla="*/ 2331878 h 2393433"/>
                <a:gd name="connsiteX115" fmla="*/ 755736 w 3514905"/>
                <a:gd name="connsiteY115" fmla="*/ 2348998 h 2393433"/>
                <a:gd name="connsiteX116" fmla="*/ 748669 w 3514905"/>
                <a:gd name="connsiteY116" fmla="*/ 2367428 h 2393433"/>
                <a:gd name="connsiteX117" fmla="*/ 712280 w 3514905"/>
                <a:gd name="connsiteY117" fmla="*/ 2389645 h 2393433"/>
                <a:gd name="connsiteX118" fmla="*/ 681864 w 3514905"/>
                <a:gd name="connsiteY118" fmla="*/ 2393433 h 2393433"/>
                <a:gd name="connsiteX119" fmla="*/ 664248 w 3514905"/>
                <a:gd name="connsiteY119" fmla="*/ 2369780 h 2393433"/>
                <a:gd name="connsiteX120" fmla="*/ 653012 w 3514905"/>
                <a:gd name="connsiteY120" fmla="*/ 2346126 h 2393433"/>
                <a:gd name="connsiteX121" fmla="*/ 660079 w 3514905"/>
                <a:gd name="connsiteY121" fmla="*/ 2332513 h 2393433"/>
                <a:gd name="connsiteX122" fmla="*/ 631100 w 3514905"/>
                <a:gd name="connsiteY122" fmla="*/ 2305872 h 2393433"/>
                <a:gd name="connsiteX123" fmla="*/ 624058 w 3514905"/>
                <a:gd name="connsiteY123" fmla="*/ 2285218 h 2393433"/>
                <a:gd name="connsiteX124" fmla="*/ 599261 w 3514905"/>
                <a:gd name="connsiteY124" fmla="*/ 2266255 h 2393433"/>
                <a:gd name="connsiteX125" fmla="*/ 595079 w 3514905"/>
                <a:gd name="connsiteY125" fmla="*/ 2232535 h 2393433"/>
                <a:gd name="connsiteX126" fmla="*/ 555550 w 3514905"/>
                <a:gd name="connsiteY126" fmla="*/ 2198166 h 2393433"/>
                <a:gd name="connsiteX127" fmla="*/ 537782 w 3514905"/>
                <a:gd name="connsiteY127" fmla="*/ 2150325 h 2393433"/>
                <a:gd name="connsiteX128" fmla="*/ 540794 w 3514905"/>
                <a:gd name="connsiteY128" fmla="*/ 2101836 h 2393433"/>
                <a:gd name="connsiteX129" fmla="*/ 504773 w 3514905"/>
                <a:gd name="connsiteY129" fmla="*/ 2087066 h 2393433"/>
                <a:gd name="connsiteX130" fmla="*/ 487297 w 3514905"/>
                <a:gd name="connsiteY130" fmla="*/ 2056091 h 2393433"/>
                <a:gd name="connsiteX131" fmla="*/ 494732 w 3514905"/>
                <a:gd name="connsiteY131" fmla="*/ 2035577 h 2393433"/>
                <a:gd name="connsiteX132" fmla="*/ 515856 w 3514905"/>
                <a:gd name="connsiteY132" fmla="*/ 2021838 h 2393433"/>
                <a:gd name="connsiteX133" fmla="*/ 490029 w 3514905"/>
                <a:gd name="connsiteY133" fmla="*/ 2003026 h 2393433"/>
                <a:gd name="connsiteX134" fmla="*/ 484157 w 3514905"/>
                <a:gd name="connsiteY134" fmla="*/ 1968124 h 2393433"/>
                <a:gd name="connsiteX135" fmla="*/ 463401 w 3514905"/>
                <a:gd name="connsiteY135" fmla="*/ 1971658 h 2393433"/>
                <a:gd name="connsiteX136" fmla="*/ 435083 w 3514905"/>
                <a:gd name="connsiteY136" fmla="*/ 1951665 h 2393433"/>
                <a:gd name="connsiteX137" fmla="*/ 426860 w 3514905"/>
                <a:gd name="connsiteY137" fmla="*/ 1911920 h 2393433"/>
                <a:gd name="connsiteX138" fmla="*/ 400893 w 3514905"/>
                <a:gd name="connsiteY138" fmla="*/ 1878327 h 2393433"/>
                <a:gd name="connsiteX139" fmla="*/ 386149 w 3514905"/>
                <a:gd name="connsiteY139" fmla="*/ 1877678 h 2393433"/>
                <a:gd name="connsiteX140" fmla="*/ 373108 w 3514905"/>
                <a:gd name="connsiteY140" fmla="*/ 1842255 h 2393433"/>
                <a:gd name="connsiteX141" fmla="*/ 357169 w 3514905"/>
                <a:gd name="connsiteY141" fmla="*/ 1814433 h 2393433"/>
                <a:gd name="connsiteX142" fmla="*/ 335384 w 3514905"/>
                <a:gd name="connsiteY142" fmla="*/ 1796117 h 2393433"/>
                <a:gd name="connsiteX143" fmla="*/ 341777 w 3514905"/>
                <a:gd name="connsiteY143" fmla="*/ 1777433 h 2393433"/>
                <a:gd name="connsiteX144" fmla="*/ 333554 w 3514905"/>
                <a:gd name="connsiteY144" fmla="*/ 1770112 h 2393433"/>
                <a:gd name="connsiteX145" fmla="*/ 319331 w 3514905"/>
                <a:gd name="connsiteY145" fmla="*/ 1778348 h 2393433"/>
                <a:gd name="connsiteX146" fmla="*/ 285662 w 3514905"/>
                <a:gd name="connsiteY146" fmla="*/ 1819123 h 2393433"/>
                <a:gd name="connsiteX147" fmla="*/ 258119 w 3514905"/>
                <a:gd name="connsiteY147" fmla="*/ 1823965 h 2393433"/>
                <a:gd name="connsiteX148" fmla="*/ 248459 w 3514905"/>
                <a:gd name="connsiteY148" fmla="*/ 1843958 h 2393433"/>
                <a:gd name="connsiteX149" fmla="*/ 212451 w 3514905"/>
                <a:gd name="connsiteY149" fmla="*/ 1826838 h 2393433"/>
                <a:gd name="connsiteX150" fmla="*/ 204100 w 3514905"/>
                <a:gd name="connsiteY150" fmla="*/ 1807620 h 2393433"/>
                <a:gd name="connsiteX151" fmla="*/ 221323 w 3514905"/>
                <a:gd name="connsiteY151" fmla="*/ 1754695 h 2393433"/>
                <a:gd name="connsiteX152" fmla="*/ 245739 w 3514905"/>
                <a:gd name="connsiteY152" fmla="*/ 1741222 h 2393433"/>
                <a:gd name="connsiteX153" fmla="*/ 244951 w 3514905"/>
                <a:gd name="connsiteY153" fmla="*/ 1709726 h 2393433"/>
                <a:gd name="connsiteX154" fmla="*/ 224844 w 3514905"/>
                <a:gd name="connsiteY154" fmla="*/ 1684903 h 2393433"/>
                <a:gd name="connsiteX155" fmla="*/ 250302 w 3514905"/>
                <a:gd name="connsiteY155" fmla="*/ 1641103 h 2393433"/>
                <a:gd name="connsiteX156" fmla="*/ 245612 w 3514905"/>
                <a:gd name="connsiteY156" fmla="*/ 1619280 h 2393433"/>
                <a:gd name="connsiteX157" fmla="*/ 265948 w 3514905"/>
                <a:gd name="connsiteY157" fmla="*/ 1592741 h 2393433"/>
                <a:gd name="connsiteX158" fmla="*/ 249641 w 3514905"/>
                <a:gd name="connsiteY158" fmla="*/ 1592614 h 2393433"/>
                <a:gd name="connsiteX159" fmla="*/ 226674 w 3514905"/>
                <a:gd name="connsiteY159" fmla="*/ 1603329 h 2393433"/>
                <a:gd name="connsiteX160" fmla="*/ 209579 w 3514905"/>
                <a:gd name="connsiteY160" fmla="*/ 1592093 h 2393433"/>
                <a:gd name="connsiteX161" fmla="*/ 155814 w 3514905"/>
                <a:gd name="connsiteY161" fmla="*/ 1587911 h 2393433"/>
                <a:gd name="connsiteX162" fmla="*/ 134537 w 3514905"/>
                <a:gd name="connsiteY162" fmla="*/ 1572481 h 2393433"/>
                <a:gd name="connsiteX163" fmla="*/ 89137 w 3514905"/>
                <a:gd name="connsiteY163" fmla="*/ 1575481 h 2393433"/>
                <a:gd name="connsiteX164" fmla="*/ 53891 w 3514905"/>
                <a:gd name="connsiteY164" fmla="*/ 1553530 h 2393433"/>
                <a:gd name="connsiteX165" fmla="*/ 38359 w 3514905"/>
                <a:gd name="connsiteY165" fmla="*/ 1511586 h 2393433"/>
                <a:gd name="connsiteX166" fmla="*/ 43075 w 3514905"/>
                <a:gd name="connsiteY166" fmla="*/ 1476557 h 2393433"/>
                <a:gd name="connsiteX167" fmla="*/ 85476 w 3514905"/>
                <a:gd name="connsiteY167" fmla="*/ 1419692 h 2393433"/>
                <a:gd name="connsiteX168" fmla="*/ 65763 w 3514905"/>
                <a:gd name="connsiteY168" fmla="*/ 1354603 h 2393433"/>
                <a:gd name="connsiteX169" fmla="*/ 98529 w 3514905"/>
                <a:gd name="connsiteY169" fmla="*/ 1295793 h 2393433"/>
                <a:gd name="connsiteX170" fmla="*/ 98529 w 3514905"/>
                <a:gd name="connsiteY170" fmla="*/ 1266775 h 2393433"/>
                <a:gd name="connsiteX171" fmla="*/ 126327 w 3514905"/>
                <a:gd name="connsiteY171" fmla="*/ 1249642 h 2393433"/>
                <a:gd name="connsiteX172" fmla="*/ 138071 w 3514905"/>
                <a:gd name="connsiteY172" fmla="*/ 1221807 h 2393433"/>
                <a:gd name="connsiteX173" fmla="*/ 164432 w 3514905"/>
                <a:gd name="connsiteY173" fmla="*/ 1202601 h 2393433"/>
                <a:gd name="connsiteX174" fmla="*/ 173965 w 3514905"/>
                <a:gd name="connsiteY174" fmla="*/ 1188608 h 2393433"/>
                <a:gd name="connsiteX175" fmla="*/ 178909 w 3514905"/>
                <a:gd name="connsiteY175" fmla="*/ 1147973 h 2393433"/>
                <a:gd name="connsiteX176" fmla="*/ 191314 w 3514905"/>
                <a:gd name="connsiteY176" fmla="*/ 1125476 h 2393433"/>
                <a:gd name="connsiteX177" fmla="*/ 184527 w 3514905"/>
                <a:gd name="connsiteY177" fmla="*/ 1096065 h 2393433"/>
                <a:gd name="connsiteX178" fmla="*/ 156475 w 3514905"/>
                <a:gd name="connsiteY178" fmla="*/ 1097641 h 2393433"/>
                <a:gd name="connsiteX179" fmla="*/ 118624 w 3514905"/>
                <a:gd name="connsiteY179" fmla="*/ 1065738 h 2393433"/>
                <a:gd name="connsiteX180" fmla="*/ 119794 w 3514905"/>
                <a:gd name="connsiteY180" fmla="*/ 1047448 h 2393433"/>
                <a:gd name="connsiteX181" fmla="*/ 103741 w 3514905"/>
                <a:gd name="connsiteY181" fmla="*/ 1019994 h 2393433"/>
                <a:gd name="connsiteX182" fmla="*/ 81434 w 3514905"/>
                <a:gd name="connsiteY182" fmla="*/ 1010067 h 2393433"/>
                <a:gd name="connsiteX183" fmla="*/ 59649 w 3514905"/>
                <a:gd name="connsiteY183" fmla="*/ 1011237 h 2393433"/>
                <a:gd name="connsiteX184" fmla="*/ 55467 w 3514905"/>
                <a:gd name="connsiteY184" fmla="*/ 978178 h 2393433"/>
                <a:gd name="connsiteX185" fmla="*/ 28827 w 3514905"/>
                <a:gd name="connsiteY185" fmla="*/ 975165 h 2393433"/>
                <a:gd name="connsiteX186" fmla="*/ 15926 w 3514905"/>
                <a:gd name="connsiteY186" fmla="*/ 931518 h 2393433"/>
                <a:gd name="connsiteX187" fmla="*/ 0 w 3514905"/>
                <a:gd name="connsiteY187" fmla="*/ 910737 h 2393433"/>
                <a:gd name="connsiteX188" fmla="*/ 2872 w 3514905"/>
                <a:gd name="connsiteY188" fmla="*/ 875314 h 2393433"/>
                <a:gd name="connsiteX189" fmla="*/ 46596 w 3514905"/>
                <a:gd name="connsiteY189" fmla="*/ 859884 h 2393433"/>
                <a:gd name="connsiteX190" fmla="*/ 72156 w 3514905"/>
                <a:gd name="connsiteY190" fmla="*/ 837552 h 2393433"/>
                <a:gd name="connsiteX191" fmla="*/ 67593 w 3514905"/>
                <a:gd name="connsiteY191" fmla="*/ 797807 h 2393433"/>
                <a:gd name="connsiteX192" fmla="*/ 75816 w 3514905"/>
                <a:gd name="connsiteY192" fmla="*/ 785262 h 2393433"/>
                <a:gd name="connsiteX193" fmla="*/ 114316 w 3514905"/>
                <a:gd name="connsiteY193" fmla="*/ 806043 h 2393433"/>
                <a:gd name="connsiteX194" fmla="*/ 128919 w 3514905"/>
                <a:gd name="connsiteY194" fmla="*/ 809564 h 2393433"/>
                <a:gd name="connsiteX195" fmla="*/ 161547 w 3514905"/>
                <a:gd name="connsiteY195" fmla="*/ 802904 h 2393433"/>
                <a:gd name="connsiteX196" fmla="*/ 172516 w 3514905"/>
                <a:gd name="connsiteY196" fmla="*/ 806551 h 2393433"/>
                <a:gd name="connsiteX197" fmla="*/ 181654 w 3514905"/>
                <a:gd name="connsiteY197" fmla="*/ 812843 h 2393433"/>
                <a:gd name="connsiteX198" fmla="*/ 187641 w 3514905"/>
                <a:gd name="connsiteY198" fmla="*/ 803832 h 2393433"/>
                <a:gd name="connsiteX199" fmla="*/ 183218 w 3514905"/>
                <a:gd name="connsiteY199" fmla="*/ 787486 h 2393433"/>
                <a:gd name="connsiteX200" fmla="*/ 186217 w 3514905"/>
                <a:gd name="connsiteY200" fmla="*/ 784728 h 2393433"/>
                <a:gd name="connsiteX201" fmla="*/ 209579 w 3514905"/>
                <a:gd name="connsiteY201" fmla="*/ 813237 h 2393433"/>
                <a:gd name="connsiteX202" fmla="*/ 238418 w 3514905"/>
                <a:gd name="connsiteY202" fmla="*/ 840018 h 2393433"/>
                <a:gd name="connsiteX203" fmla="*/ 243248 w 3514905"/>
                <a:gd name="connsiteY203" fmla="*/ 853350 h 2393433"/>
                <a:gd name="connsiteX204" fmla="*/ 242854 w 3514905"/>
                <a:gd name="connsiteY204" fmla="*/ 872695 h 2393433"/>
                <a:gd name="connsiteX205" fmla="*/ 232419 w 3514905"/>
                <a:gd name="connsiteY205" fmla="*/ 900556 h 2393433"/>
                <a:gd name="connsiteX206" fmla="*/ 237249 w 3514905"/>
                <a:gd name="connsiteY206" fmla="*/ 911385 h 2393433"/>
                <a:gd name="connsiteX207" fmla="*/ 249120 w 3514905"/>
                <a:gd name="connsiteY207" fmla="*/ 922634 h 2393433"/>
                <a:gd name="connsiteX208" fmla="*/ 261258 w 3514905"/>
                <a:gd name="connsiteY208" fmla="*/ 946809 h 2393433"/>
                <a:gd name="connsiteX209" fmla="*/ 272087 w 3514905"/>
                <a:gd name="connsiteY209" fmla="*/ 953342 h 2393433"/>
                <a:gd name="connsiteX210" fmla="*/ 296351 w 3514905"/>
                <a:gd name="connsiteY210" fmla="*/ 949821 h 2393433"/>
                <a:gd name="connsiteX211" fmla="*/ 308629 w 3514905"/>
                <a:gd name="connsiteY211" fmla="*/ 950990 h 2393433"/>
                <a:gd name="connsiteX212" fmla="*/ 330033 w 3514905"/>
                <a:gd name="connsiteY212" fmla="*/ 977008 h 2393433"/>
                <a:gd name="connsiteX213" fmla="*/ 334075 w 3514905"/>
                <a:gd name="connsiteY213" fmla="*/ 984710 h 2393433"/>
                <a:gd name="connsiteX214" fmla="*/ 336045 w 3514905"/>
                <a:gd name="connsiteY214" fmla="*/ 995171 h 2393433"/>
                <a:gd name="connsiteX215" fmla="*/ 335384 w 3514905"/>
                <a:gd name="connsiteY215" fmla="*/ 1023133 h 2393433"/>
                <a:gd name="connsiteX216" fmla="*/ 342947 w 3514905"/>
                <a:gd name="connsiteY216" fmla="*/ 1052672 h 2393433"/>
                <a:gd name="connsiteX217" fmla="*/ 344002 w 3514905"/>
                <a:gd name="connsiteY217" fmla="*/ 1072818 h 2393433"/>
                <a:gd name="connsiteX218" fmla="*/ 353661 w 3514905"/>
                <a:gd name="connsiteY218" fmla="*/ 1084714 h 2393433"/>
                <a:gd name="connsiteX219" fmla="*/ 371011 w 3514905"/>
                <a:gd name="connsiteY219" fmla="*/ 1094514 h 2393433"/>
                <a:gd name="connsiteX220" fmla="*/ 391373 w 3514905"/>
                <a:gd name="connsiteY220" fmla="*/ 1115422 h 2393433"/>
                <a:gd name="connsiteX221" fmla="*/ 395694 w 3514905"/>
                <a:gd name="connsiteY221" fmla="*/ 1128361 h 2393433"/>
                <a:gd name="connsiteX222" fmla="*/ 400244 w 3514905"/>
                <a:gd name="connsiteY222" fmla="*/ 1154506 h 2393433"/>
                <a:gd name="connsiteX223" fmla="*/ 404426 w 3514905"/>
                <a:gd name="connsiteY223" fmla="*/ 1166911 h 2393433"/>
                <a:gd name="connsiteX224" fmla="*/ 413425 w 3514905"/>
                <a:gd name="connsiteY224" fmla="*/ 1176330 h 2393433"/>
                <a:gd name="connsiteX225" fmla="*/ 431956 w 3514905"/>
                <a:gd name="connsiteY225" fmla="*/ 1196590 h 2393433"/>
                <a:gd name="connsiteX226" fmla="*/ 449052 w 3514905"/>
                <a:gd name="connsiteY226" fmla="*/ 1210558 h 2393433"/>
                <a:gd name="connsiteX227" fmla="*/ 453360 w 3514905"/>
                <a:gd name="connsiteY227" fmla="*/ 1220637 h 2393433"/>
                <a:gd name="connsiteX228" fmla="*/ 452826 w 3514905"/>
                <a:gd name="connsiteY228" fmla="*/ 1232534 h 2393433"/>
                <a:gd name="connsiteX229" fmla="*/ 464329 w 3514905"/>
                <a:gd name="connsiteY229" fmla="*/ 1258272 h 2393433"/>
                <a:gd name="connsiteX230" fmla="*/ 469934 w 3514905"/>
                <a:gd name="connsiteY230" fmla="*/ 1266775 h 2393433"/>
                <a:gd name="connsiteX231" fmla="*/ 477624 w 3514905"/>
                <a:gd name="connsiteY231" fmla="*/ 1274490 h 2393433"/>
                <a:gd name="connsiteX232" fmla="*/ 480636 w 3514905"/>
                <a:gd name="connsiteY232" fmla="*/ 1279841 h 2393433"/>
                <a:gd name="connsiteX233" fmla="*/ 479327 w 3514905"/>
                <a:gd name="connsiteY233" fmla="*/ 1286374 h 2393433"/>
                <a:gd name="connsiteX234" fmla="*/ 482988 w 3514905"/>
                <a:gd name="connsiteY234" fmla="*/ 1295793 h 2393433"/>
                <a:gd name="connsiteX235" fmla="*/ 491465 w 3514905"/>
                <a:gd name="connsiteY235" fmla="*/ 1302059 h 2393433"/>
                <a:gd name="connsiteX236" fmla="*/ 496562 w 3514905"/>
                <a:gd name="connsiteY236" fmla="*/ 1311731 h 2393433"/>
                <a:gd name="connsiteX237" fmla="*/ 499422 w 3514905"/>
                <a:gd name="connsiteY237" fmla="*/ 1346621 h 2393433"/>
                <a:gd name="connsiteX238" fmla="*/ 502943 w 3514905"/>
                <a:gd name="connsiteY238" fmla="*/ 1354870 h 2393433"/>
                <a:gd name="connsiteX239" fmla="*/ 518348 w 3514905"/>
                <a:gd name="connsiteY239" fmla="*/ 1366767 h 2393433"/>
                <a:gd name="connsiteX240" fmla="*/ 531922 w 3514905"/>
                <a:gd name="connsiteY240" fmla="*/ 1386238 h 2393433"/>
                <a:gd name="connsiteX241" fmla="*/ 541709 w 3514905"/>
                <a:gd name="connsiteY241" fmla="*/ 1406359 h 2393433"/>
                <a:gd name="connsiteX242" fmla="*/ 620919 w 3514905"/>
                <a:gd name="connsiteY242" fmla="*/ 1364936 h 2393433"/>
                <a:gd name="connsiteX243" fmla="*/ 629663 w 3514905"/>
                <a:gd name="connsiteY243" fmla="*/ 1369893 h 2393433"/>
                <a:gd name="connsiteX244" fmla="*/ 656419 w 3514905"/>
                <a:gd name="connsiteY244" fmla="*/ 1363500 h 2393433"/>
                <a:gd name="connsiteX245" fmla="*/ 713703 w 3514905"/>
                <a:gd name="connsiteY245" fmla="*/ 1319447 h 2393433"/>
                <a:gd name="connsiteX246" fmla="*/ 736023 w 3514905"/>
                <a:gd name="connsiteY246" fmla="*/ 1257751 h 2393433"/>
                <a:gd name="connsiteX247" fmla="*/ 777521 w 3514905"/>
                <a:gd name="connsiteY247" fmla="*/ 1249261 h 2393433"/>
                <a:gd name="connsiteX248" fmla="*/ 819541 w 3514905"/>
                <a:gd name="connsiteY248" fmla="*/ 1188480 h 2393433"/>
                <a:gd name="connsiteX249" fmla="*/ 903454 w 3514905"/>
                <a:gd name="connsiteY249" fmla="*/ 1123786 h 2393433"/>
                <a:gd name="connsiteX250" fmla="*/ 875403 w 3514905"/>
                <a:gd name="connsiteY250" fmla="*/ 1061175 h 2393433"/>
                <a:gd name="connsiteX251" fmla="*/ 888964 w 3514905"/>
                <a:gd name="connsiteY251" fmla="*/ 1032679 h 2393433"/>
                <a:gd name="connsiteX252" fmla="*/ 928646 w 3514905"/>
                <a:gd name="connsiteY252" fmla="*/ 990201 h 2393433"/>
                <a:gd name="connsiteX253" fmla="*/ 997942 w 3514905"/>
                <a:gd name="connsiteY253" fmla="*/ 980148 h 2393433"/>
                <a:gd name="connsiteX254" fmla="*/ 1017515 w 3514905"/>
                <a:gd name="connsiteY254" fmla="*/ 956227 h 2393433"/>
                <a:gd name="connsiteX255" fmla="*/ 1016727 w 3514905"/>
                <a:gd name="connsiteY255" fmla="*/ 897544 h 2393433"/>
                <a:gd name="connsiteX256" fmla="*/ 1121917 w 3514905"/>
                <a:gd name="connsiteY256" fmla="*/ 846817 h 2393433"/>
                <a:gd name="connsiteX257" fmla="*/ 1113948 w 3514905"/>
                <a:gd name="connsiteY257" fmla="*/ 930997 h 2393433"/>
                <a:gd name="connsiteX258" fmla="*/ 1133013 w 3514905"/>
                <a:gd name="connsiteY258" fmla="*/ 942894 h 2393433"/>
                <a:gd name="connsiteX259" fmla="*/ 1217307 w 3514905"/>
                <a:gd name="connsiteY259" fmla="*/ 913876 h 2393433"/>
                <a:gd name="connsiteX260" fmla="*/ 1264144 w 3514905"/>
                <a:gd name="connsiteY260" fmla="*/ 877017 h 2393433"/>
                <a:gd name="connsiteX261" fmla="*/ 1300305 w 3514905"/>
                <a:gd name="connsiteY261" fmla="*/ 850872 h 2393433"/>
                <a:gd name="connsiteX262" fmla="*/ 1380176 w 3514905"/>
                <a:gd name="connsiteY262" fmla="*/ 814801 h 2393433"/>
                <a:gd name="connsiteX263" fmla="*/ 1420238 w 3514905"/>
                <a:gd name="connsiteY263" fmla="*/ 842903 h 2393433"/>
                <a:gd name="connsiteX264" fmla="*/ 1464076 w 3514905"/>
                <a:gd name="connsiteY264" fmla="*/ 817279 h 2393433"/>
                <a:gd name="connsiteX265" fmla="*/ 1479608 w 3514905"/>
                <a:gd name="connsiteY265" fmla="*/ 860672 h 2393433"/>
                <a:gd name="connsiteX266" fmla="*/ 1505193 w 3514905"/>
                <a:gd name="connsiteY266" fmla="*/ 863150 h 2393433"/>
                <a:gd name="connsiteX267" fmla="*/ 1522009 w 3514905"/>
                <a:gd name="connsiteY267" fmla="*/ 845000 h 2393433"/>
                <a:gd name="connsiteX268" fmla="*/ 1585712 w 3514905"/>
                <a:gd name="connsiteY268" fmla="*/ 840691 h 2393433"/>
                <a:gd name="connsiteX269" fmla="*/ 1620678 w 3514905"/>
                <a:gd name="connsiteY269" fmla="*/ 806170 h 2393433"/>
                <a:gd name="connsiteX270" fmla="*/ 1560406 w 3514905"/>
                <a:gd name="connsiteY270" fmla="*/ 782923 h 2393433"/>
                <a:gd name="connsiteX271" fmla="*/ 1576714 w 3514905"/>
                <a:gd name="connsiteY271" fmla="*/ 744348 h 2393433"/>
                <a:gd name="connsiteX272" fmla="*/ 1630338 w 3514905"/>
                <a:gd name="connsiteY272" fmla="*/ 726579 h 2393433"/>
                <a:gd name="connsiteX273" fmla="*/ 1678484 w 3514905"/>
                <a:gd name="connsiteY273" fmla="*/ 731536 h 2393433"/>
                <a:gd name="connsiteX274" fmla="*/ 1711505 w 3514905"/>
                <a:gd name="connsiteY274" fmla="*/ 726579 h 2393433"/>
                <a:gd name="connsiteX275" fmla="*/ 1734079 w 3514905"/>
                <a:gd name="connsiteY275" fmla="*/ 665786 h 2393433"/>
                <a:gd name="connsiteX276" fmla="*/ 1765943 w 3514905"/>
                <a:gd name="connsiteY276" fmla="*/ 638739 h 2393433"/>
                <a:gd name="connsiteX277" fmla="*/ 1902184 w 3514905"/>
                <a:gd name="connsiteY277" fmla="*/ 692592 h 2393433"/>
                <a:gd name="connsiteX278" fmla="*/ 1928799 w 3514905"/>
                <a:gd name="connsiteY278" fmla="*/ 724863 h 2393433"/>
                <a:gd name="connsiteX279" fmla="*/ 1994447 w 3514905"/>
                <a:gd name="connsiteY279" fmla="*/ 703040 h 2393433"/>
                <a:gd name="connsiteX280" fmla="*/ 2012839 w 3514905"/>
                <a:gd name="connsiteY280" fmla="*/ 690380 h 2393433"/>
                <a:gd name="connsiteX281" fmla="*/ 2059028 w 3514905"/>
                <a:gd name="connsiteY281" fmla="*/ 654690 h 2393433"/>
                <a:gd name="connsiteX282" fmla="*/ 2212643 w 3514905"/>
                <a:gd name="connsiteY282" fmla="*/ 539154 h 2393433"/>
                <a:gd name="connsiteX283" fmla="*/ 2285714 w 3514905"/>
                <a:gd name="connsiteY283" fmla="*/ 538099 h 2393433"/>
                <a:gd name="connsiteX284" fmla="*/ 2389849 w 3514905"/>
                <a:gd name="connsiteY284" fmla="*/ 487373 h 2393433"/>
                <a:gd name="connsiteX285" fmla="*/ 2414265 w 3514905"/>
                <a:gd name="connsiteY285" fmla="*/ 451848 h 2393433"/>
                <a:gd name="connsiteX286" fmla="*/ 2467508 w 3514905"/>
                <a:gd name="connsiteY286" fmla="*/ 433278 h 2393433"/>
                <a:gd name="connsiteX287" fmla="*/ 2482239 w 3514905"/>
                <a:gd name="connsiteY287" fmla="*/ 401783 h 2393433"/>
                <a:gd name="connsiteX288" fmla="*/ 2456933 w 3514905"/>
                <a:gd name="connsiteY288" fmla="*/ 354729 h 2393433"/>
                <a:gd name="connsiteX289" fmla="*/ 2474817 w 3514905"/>
                <a:gd name="connsiteY289" fmla="*/ 335893 h 2393433"/>
                <a:gd name="connsiteX290" fmla="*/ 2507838 w 3514905"/>
                <a:gd name="connsiteY290" fmla="*/ 324136 h 2393433"/>
                <a:gd name="connsiteX291" fmla="*/ 2527666 w 3514905"/>
                <a:gd name="connsiteY291" fmla="*/ 296961 h 2393433"/>
                <a:gd name="connsiteX292" fmla="*/ 2576854 w 3514905"/>
                <a:gd name="connsiteY292" fmla="*/ 275252 h 2393433"/>
                <a:gd name="connsiteX293" fmla="*/ 2658416 w 3514905"/>
                <a:gd name="connsiteY293" fmla="*/ 314730 h 2393433"/>
                <a:gd name="connsiteX294" fmla="*/ 2682832 w 3514905"/>
                <a:gd name="connsiteY294" fmla="*/ 306240 h 2393433"/>
                <a:gd name="connsiteX295" fmla="*/ 2773519 w 3514905"/>
                <a:gd name="connsiteY295" fmla="*/ 330529 h 2393433"/>
                <a:gd name="connsiteX296" fmla="*/ 2796105 w 3514905"/>
                <a:gd name="connsiteY296" fmla="*/ 360741 h 2393433"/>
                <a:gd name="connsiteX297" fmla="*/ 2891762 w 3514905"/>
                <a:gd name="connsiteY297" fmla="*/ 374595 h 2393433"/>
                <a:gd name="connsiteX298" fmla="*/ 2912759 w 3514905"/>
                <a:gd name="connsiteY298" fmla="*/ 401783 h 2393433"/>
                <a:gd name="connsiteX299" fmla="*/ 3021216 w 3514905"/>
                <a:gd name="connsiteY299" fmla="*/ 384789 h 2393433"/>
                <a:gd name="connsiteX300" fmla="*/ 3062587 w 3514905"/>
                <a:gd name="connsiteY300" fmla="*/ 375231 h 2393433"/>
                <a:gd name="connsiteX301" fmla="*/ 3113098 w 3514905"/>
                <a:gd name="connsiteY301" fmla="*/ 348183 h 2393433"/>
                <a:gd name="connsiteX302" fmla="*/ 3175339 w 3514905"/>
                <a:gd name="connsiteY302" fmla="*/ 308845 h 2393433"/>
                <a:gd name="connsiteX303" fmla="*/ 3239018 w 3514905"/>
                <a:gd name="connsiteY303" fmla="*/ 273168 h 2393433"/>
                <a:gd name="connsiteX304" fmla="*/ 3281177 w 3514905"/>
                <a:gd name="connsiteY304" fmla="*/ 218133 h 2393433"/>
                <a:gd name="connsiteX305" fmla="*/ 3293430 w 3514905"/>
                <a:gd name="connsiteY305" fmla="*/ 64682 h 2393433"/>
                <a:gd name="connsiteX306" fmla="*/ 3333124 w 3514905"/>
                <a:gd name="connsiteY306" fmla="*/ 23654 h 2393433"/>
                <a:gd name="connsiteX307" fmla="*/ 3380355 w 3514905"/>
                <a:gd name="connsiteY307" fmla="*/ 0 h 2393433"/>
                <a:gd name="connsiteX308" fmla="*/ 3401632 w 3514905"/>
                <a:gd name="connsiteY308" fmla="*/ 16587 h 2393433"/>
                <a:gd name="connsiteX309" fmla="*/ 3397578 w 3514905"/>
                <a:gd name="connsiteY309" fmla="*/ 83252 h 2393433"/>
                <a:gd name="connsiteX310" fmla="*/ 3366005 w 3514905"/>
                <a:gd name="connsiteY310" fmla="*/ 206363 h 2393433"/>
                <a:gd name="connsiteX311" fmla="*/ 3406716 w 3514905"/>
                <a:gd name="connsiteY311" fmla="*/ 320996 h 2393433"/>
                <a:gd name="connsiteX312" fmla="*/ 3514905 w 3514905"/>
                <a:gd name="connsiteY312" fmla="*/ 378764 h 2393433"/>
                <a:gd name="connsiteX313" fmla="*/ 3444948 w 3514905"/>
                <a:gd name="connsiteY313" fmla="*/ 475616 h 2393433"/>
                <a:gd name="connsiteX314" fmla="*/ 3340814 w 3514905"/>
                <a:gd name="connsiteY314" fmla="*/ 479162 h 2393433"/>
                <a:gd name="connsiteX315" fmla="*/ 3340687 w 3514905"/>
                <a:gd name="connsiteY315" fmla="*/ 602286 h 2393433"/>
                <a:gd name="connsiteX316" fmla="*/ 3317707 w 3514905"/>
                <a:gd name="connsiteY316" fmla="*/ 613903 h 2393433"/>
                <a:gd name="connsiteX317" fmla="*/ 3282868 w 3514905"/>
                <a:gd name="connsiteY317" fmla="*/ 610369 h 2393433"/>
                <a:gd name="connsiteX318" fmla="*/ 3241636 w 3514905"/>
                <a:gd name="connsiteY318" fmla="*/ 663053 h 2393433"/>
                <a:gd name="connsiteX319" fmla="*/ 3201306 w 3514905"/>
                <a:gd name="connsiteY319" fmla="*/ 689325 h 2393433"/>
                <a:gd name="connsiteX320" fmla="*/ 3165680 w 3514905"/>
                <a:gd name="connsiteY320" fmla="*/ 686580 h 2393433"/>
                <a:gd name="connsiteX321" fmla="*/ 3135531 w 3514905"/>
                <a:gd name="connsiteY321" fmla="*/ 737561 h 2393433"/>
                <a:gd name="connsiteX322" fmla="*/ 3160062 w 3514905"/>
                <a:gd name="connsiteY322" fmla="*/ 751148 h 2393433"/>
                <a:gd name="connsiteX323" fmla="*/ 3178466 w 3514905"/>
                <a:gd name="connsiteY323" fmla="*/ 745784 h 2393433"/>
                <a:gd name="connsiteX324" fmla="*/ 3193731 w 3514905"/>
                <a:gd name="connsiteY324" fmla="*/ 768268 h 2393433"/>
                <a:gd name="connsiteX325" fmla="*/ 3191914 w 3514905"/>
                <a:gd name="connsiteY325" fmla="*/ 798468 h 2393433"/>
                <a:gd name="connsiteX326" fmla="*/ 3186690 w 3514905"/>
                <a:gd name="connsiteY326" fmla="*/ 832061 h 2393433"/>
                <a:gd name="connsiteX327" fmla="*/ 3124702 w 3514905"/>
                <a:gd name="connsiteY327" fmla="*/ 875835 h 2393433"/>
                <a:gd name="connsiteX328" fmla="*/ 3098074 w 3514905"/>
                <a:gd name="connsiteY328" fmla="*/ 866963 h 2393433"/>
                <a:gd name="connsiteX329" fmla="*/ 3083991 w 3514905"/>
                <a:gd name="connsiteY329" fmla="*/ 885889 h 2393433"/>
                <a:gd name="connsiteX330" fmla="*/ 3091033 w 3514905"/>
                <a:gd name="connsiteY330" fmla="*/ 903022 h 2393433"/>
                <a:gd name="connsiteX331" fmla="*/ 3092736 w 3514905"/>
                <a:gd name="connsiteY331" fmla="*/ 935039 h 2393433"/>
                <a:gd name="connsiteX332" fmla="*/ 3058533 w 3514905"/>
                <a:gd name="connsiteY332" fmla="*/ 930870 h 2393433"/>
                <a:gd name="connsiteX333" fmla="*/ 3049661 w 3514905"/>
                <a:gd name="connsiteY333" fmla="*/ 951511 h 2393433"/>
                <a:gd name="connsiteX334" fmla="*/ 3001896 w 3514905"/>
                <a:gd name="connsiteY334" fmla="*/ 964069 h 2393433"/>
                <a:gd name="connsiteX335" fmla="*/ 3005430 w 3514905"/>
                <a:gd name="connsiteY335" fmla="*/ 993595 h 2393433"/>
                <a:gd name="connsiteX336" fmla="*/ 2986504 w 3514905"/>
                <a:gd name="connsiteY336" fmla="*/ 1010728 h 2393433"/>
                <a:gd name="connsiteX337" fmla="*/ 2984674 w 3514905"/>
                <a:gd name="connsiteY337" fmla="*/ 1039746 h 2393433"/>
                <a:gd name="connsiteX338" fmla="*/ 2965876 w 3514905"/>
                <a:gd name="connsiteY338" fmla="*/ 1056205 h 2393433"/>
                <a:gd name="connsiteX339" fmla="*/ 2875201 w 3514905"/>
                <a:gd name="connsiteY339" fmla="*/ 1078169 h 2393433"/>
                <a:gd name="connsiteX340" fmla="*/ 2829380 w 3514905"/>
                <a:gd name="connsiteY340" fmla="*/ 1058951 h 2393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Lst>
              <a:rect l="l" t="t" r="r" b="b"/>
              <a:pathLst>
                <a:path w="3514905" h="2393433">
                  <a:moveTo>
                    <a:pt x="2829380" y="1058951"/>
                  </a:moveTo>
                  <a:lnTo>
                    <a:pt x="2794021" y="1090587"/>
                  </a:lnTo>
                  <a:lnTo>
                    <a:pt x="2778616" y="1123658"/>
                  </a:lnTo>
                  <a:lnTo>
                    <a:pt x="2758509" y="1133725"/>
                  </a:lnTo>
                  <a:lnTo>
                    <a:pt x="2743243" y="1159196"/>
                  </a:lnTo>
                  <a:lnTo>
                    <a:pt x="2723670" y="1168080"/>
                  </a:lnTo>
                  <a:lnTo>
                    <a:pt x="2725500" y="1181032"/>
                  </a:lnTo>
                  <a:lnTo>
                    <a:pt x="2714290" y="1186904"/>
                  </a:lnTo>
                  <a:lnTo>
                    <a:pt x="2728512" y="1198153"/>
                  </a:lnTo>
                  <a:lnTo>
                    <a:pt x="2760351" y="1208220"/>
                  </a:lnTo>
                  <a:lnTo>
                    <a:pt x="2776913" y="1247824"/>
                  </a:lnTo>
                  <a:lnTo>
                    <a:pt x="2791669" y="1250824"/>
                  </a:lnTo>
                  <a:lnTo>
                    <a:pt x="2804595" y="1275139"/>
                  </a:lnTo>
                  <a:lnTo>
                    <a:pt x="2831859" y="1280350"/>
                  </a:lnTo>
                  <a:lnTo>
                    <a:pt x="2850136" y="1332385"/>
                  </a:lnTo>
                  <a:lnTo>
                    <a:pt x="2859008" y="1376820"/>
                  </a:lnTo>
                  <a:lnTo>
                    <a:pt x="2883145" y="1399826"/>
                  </a:lnTo>
                  <a:lnTo>
                    <a:pt x="2892677" y="1430661"/>
                  </a:lnTo>
                  <a:lnTo>
                    <a:pt x="2857178" y="1474981"/>
                  </a:lnTo>
                  <a:lnTo>
                    <a:pt x="2869570" y="1517586"/>
                  </a:lnTo>
                  <a:lnTo>
                    <a:pt x="2849475" y="1553022"/>
                  </a:lnTo>
                  <a:lnTo>
                    <a:pt x="2828860" y="1562415"/>
                  </a:lnTo>
                  <a:lnTo>
                    <a:pt x="2811116" y="1557712"/>
                  </a:lnTo>
                  <a:lnTo>
                    <a:pt x="2787488" y="1576142"/>
                  </a:lnTo>
                  <a:lnTo>
                    <a:pt x="2779264" y="1613917"/>
                  </a:lnTo>
                  <a:lnTo>
                    <a:pt x="2747959" y="1640582"/>
                  </a:lnTo>
                  <a:lnTo>
                    <a:pt x="2687649" y="1650636"/>
                  </a:lnTo>
                  <a:lnTo>
                    <a:pt x="2649289" y="1664249"/>
                  </a:lnTo>
                  <a:lnTo>
                    <a:pt x="2614324" y="1667897"/>
                  </a:lnTo>
                  <a:lnTo>
                    <a:pt x="2607397" y="1715090"/>
                  </a:lnTo>
                  <a:lnTo>
                    <a:pt x="2593174" y="1734549"/>
                  </a:lnTo>
                  <a:lnTo>
                    <a:pt x="2594089" y="1776124"/>
                  </a:lnTo>
                  <a:lnTo>
                    <a:pt x="2615366" y="1829583"/>
                  </a:lnTo>
                  <a:lnTo>
                    <a:pt x="2578303" y="1864078"/>
                  </a:lnTo>
                  <a:lnTo>
                    <a:pt x="2586133" y="1885902"/>
                  </a:lnTo>
                  <a:lnTo>
                    <a:pt x="2572545" y="1904332"/>
                  </a:lnTo>
                  <a:lnTo>
                    <a:pt x="2573206" y="1930350"/>
                  </a:lnTo>
                  <a:lnTo>
                    <a:pt x="2549578" y="1928125"/>
                  </a:lnTo>
                  <a:lnTo>
                    <a:pt x="2523611" y="1978191"/>
                  </a:lnTo>
                  <a:lnTo>
                    <a:pt x="2493488" y="1971124"/>
                  </a:lnTo>
                  <a:lnTo>
                    <a:pt x="2462157" y="1977670"/>
                  </a:lnTo>
                  <a:lnTo>
                    <a:pt x="2435008" y="1971658"/>
                  </a:lnTo>
                  <a:lnTo>
                    <a:pt x="2356319" y="1975966"/>
                  </a:lnTo>
                  <a:lnTo>
                    <a:pt x="2325002" y="2027201"/>
                  </a:lnTo>
                  <a:lnTo>
                    <a:pt x="2297852" y="2045758"/>
                  </a:lnTo>
                  <a:lnTo>
                    <a:pt x="2299810" y="2108890"/>
                  </a:lnTo>
                  <a:lnTo>
                    <a:pt x="2283897" y="2126023"/>
                  </a:lnTo>
                  <a:lnTo>
                    <a:pt x="2280884" y="2154507"/>
                  </a:lnTo>
                  <a:lnTo>
                    <a:pt x="2296810" y="2184045"/>
                  </a:lnTo>
                  <a:lnTo>
                    <a:pt x="2287405" y="2203530"/>
                  </a:lnTo>
                  <a:lnTo>
                    <a:pt x="2257917" y="2218935"/>
                  </a:lnTo>
                  <a:lnTo>
                    <a:pt x="2246033" y="2206542"/>
                  </a:lnTo>
                  <a:lnTo>
                    <a:pt x="2199984" y="2200645"/>
                  </a:lnTo>
                  <a:lnTo>
                    <a:pt x="2168526" y="2187706"/>
                  </a:lnTo>
                  <a:lnTo>
                    <a:pt x="2136687" y="2221426"/>
                  </a:lnTo>
                  <a:lnTo>
                    <a:pt x="2059422" y="2155040"/>
                  </a:lnTo>
                  <a:lnTo>
                    <a:pt x="2027074" y="2148495"/>
                  </a:lnTo>
                  <a:lnTo>
                    <a:pt x="1994574" y="2194379"/>
                  </a:lnTo>
                  <a:lnTo>
                    <a:pt x="1964413" y="2195688"/>
                  </a:lnTo>
                  <a:lnTo>
                    <a:pt x="1937810" y="2162743"/>
                  </a:lnTo>
                  <a:lnTo>
                    <a:pt x="1940149" y="2121956"/>
                  </a:lnTo>
                  <a:lnTo>
                    <a:pt x="1915352" y="2103018"/>
                  </a:lnTo>
                  <a:lnTo>
                    <a:pt x="1884301" y="2100400"/>
                  </a:lnTo>
                  <a:lnTo>
                    <a:pt x="1855715" y="2049165"/>
                  </a:lnTo>
                  <a:lnTo>
                    <a:pt x="1835087" y="2043280"/>
                  </a:lnTo>
                  <a:lnTo>
                    <a:pt x="1800375" y="2060006"/>
                  </a:lnTo>
                  <a:lnTo>
                    <a:pt x="1761888" y="2054515"/>
                  </a:lnTo>
                  <a:lnTo>
                    <a:pt x="1737612" y="2062765"/>
                  </a:lnTo>
                  <a:lnTo>
                    <a:pt x="1679806" y="2053867"/>
                  </a:lnTo>
                  <a:lnTo>
                    <a:pt x="1663880" y="2003408"/>
                  </a:lnTo>
                  <a:lnTo>
                    <a:pt x="1639083" y="2014262"/>
                  </a:lnTo>
                  <a:lnTo>
                    <a:pt x="1608934" y="2014262"/>
                  </a:lnTo>
                  <a:lnTo>
                    <a:pt x="1597050" y="2044462"/>
                  </a:lnTo>
                  <a:lnTo>
                    <a:pt x="1605934" y="2088630"/>
                  </a:lnTo>
                  <a:lnTo>
                    <a:pt x="1588318" y="2104835"/>
                  </a:lnTo>
                  <a:lnTo>
                    <a:pt x="1558690" y="2098302"/>
                  </a:lnTo>
                  <a:lnTo>
                    <a:pt x="1544608" y="2087066"/>
                  </a:lnTo>
                  <a:lnTo>
                    <a:pt x="1525021" y="2090460"/>
                  </a:lnTo>
                  <a:lnTo>
                    <a:pt x="1503897" y="2086418"/>
                  </a:lnTo>
                  <a:lnTo>
                    <a:pt x="1486662" y="2104835"/>
                  </a:lnTo>
                  <a:lnTo>
                    <a:pt x="1463033" y="2111902"/>
                  </a:lnTo>
                  <a:lnTo>
                    <a:pt x="1454289" y="2124841"/>
                  </a:lnTo>
                  <a:lnTo>
                    <a:pt x="1460174" y="2162743"/>
                  </a:lnTo>
                  <a:lnTo>
                    <a:pt x="1430025" y="2163925"/>
                  </a:lnTo>
                  <a:lnTo>
                    <a:pt x="1415014" y="2175542"/>
                  </a:lnTo>
                  <a:lnTo>
                    <a:pt x="1396356" y="2178173"/>
                  </a:lnTo>
                  <a:lnTo>
                    <a:pt x="1375740" y="2211233"/>
                  </a:lnTo>
                  <a:lnTo>
                    <a:pt x="1326145" y="2246656"/>
                  </a:lnTo>
                  <a:lnTo>
                    <a:pt x="1305389" y="2240263"/>
                  </a:lnTo>
                  <a:lnTo>
                    <a:pt x="1290645" y="2266255"/>
                  </a:lnTo>
                  <a:lnTo>
                    <a:pt x="1265860" y="2281545"/>
                  </a:lnTo>
                  <a:lnTo>
                    <a:pt x="1232839" y="2259201"/>
                  </a:lnTo>
                  <a:lnTo>
                    <a:pt x="1212744" y="2257371"/>
                  </a:lnTo>
                  <a:lnTo>
                    <a:pt x="1200987" y="2235534"/>
                  </a:lnTo>
                  <a:lnTo>
                    <a:pt x="1179723" y="2227832"/>
                  </a:lnTo>
                  <a:lnTo>
                    <a:pt x="1144236" y="2243783"/>
                  </a:lnTo>
                  <a:lnTo>
                    <a:pt x="1128298" y="2234238"/>
                  </a:lnTo>
                  <a:lnTo>
                    <a:pt x="1120087" y="2218935"/>
                  </a:lnTo>
                  <a:lnTo>
                    <a:pt x="1079363" y="2210584"/>
                  </a:lnTo>
                  <a:lnTo>
                    <a:pt x="1068661" y="2218935"/>
                  </a:lnTo>
                  <a:lnTo>
                    <a:pt x="1049215" y="2262086"/>
                  </a:lnTo>
                  <a:lnTo>
                    <a:pt x="1010067" y="2303776"/>
                  </a:lnTo>
                  <a:lnTo>
                    <a:pt x="993633" y="2307690"/>
                  </a:lnTo>
                  <a:lnTo>
                    <a:pt x="985409" y="2290455"/>
                  </a:lnTo>
                  <a:lnTo>
                    <a:pt x="962442" y="2301157"/>
                  </a:lnTo>
                  <a:lnTo>
                    <a:pt x="943517" y="2294624"/>
                  </a:lnTo>
                  <a:lnTo>
                    <a:pt x="925239" y="2301678"/>
                  </a:lnTo>
                  <a:lnTo>
                    <a:pt x="919240" y="2317642"/>
                  </a:lnTo>
                  <a:lnTo>
                    <a:pt x="889358" y="2337623"/>
                  </a:lnTo>
                  <a:lnTo>
                    <a:pt x="889625" y="2375130"/>
                  </a:lnTo>
                  <a:lnTo>
                    <a:pt x="867166" y="2387815"/>
                  </a:lnTo>
                  <a:lnTo>
                    <a:pt x="832328" y="2373821"/>
                  </a:lnTo>
                  <a:lnTo>
                    <a:pt x="802967" y="2354362"/>
                  </a:lnTo>
                  <a:lnTo>
                    <a:pt x="801137" y="2334877"/>
                  </a:lnTo>
                  <a:lnTo>
                    <a:pt x="788744" y="2331878"/>
                  </a:lnTo>
                  <a:lnTo>
                    <a:pt x="755736" y="2348998"/>
                  </a:lnTo>
                  <a:lnTo>
                    <a:pt x="748669" y="2367428"/>
                  </a:lnTo>
                  <a:lnTo>
                    <a:pt x="712280" y="2389645"/>
                  </a:lnTo>
                  <a:lnTo>
                    <a:pt x="681864" y="2393433"/>
                  </a:lnTo>
                  <a:lnTo>
                    <a:pt x="664248" y="2369780"/>
                  </a:lnTo>
                  <a:lnTo>
                    <a:pt x="653012" y="2346126"/>
                  </a:lnTo>
                  <a:lnTo>
                    <a:pt x="660079" y="2332513"/>
                  </a:lnTo>
                  <a:lnTo>
                    <a:pt x="631100" y="2305872"/>
                  </a:lnTo>
                  <a:lnTo>
                    <a:pt x="624058" y="2285218"/>
                  </a:lnTo>
                  <a:lnTo>
                    <a:pt x="599261" y="2266255"/>
                  </a:lnTo>
                  <a:lnTo>
                    <a:pt x="595079" y="2232535"/>
                  </a:lnTo>
                  <a:lnTo>
                    <a:pt x="555550" y="2198166"/>
                  </a:lnTo>
                  <a:lnTo>
                    <a:pt x="537782" y="2150325"/>
                  </a:lnTo>
                  <a:lnTo>
                    <a:pt x="540794" y="2101836"/>
                  </a:lnTo>
                  <a:lnTo>
                    <a:pt x="504773" y="2087066"/>
                  </a:lnTo>
                  <a:lnTo>
                    <a:pt x="487297" y="2056091"/>
                  </a:lnTo>
                  <a:lnTo>
                    <a:pt x="494732" y="2035577"/>
                  </a:lnTo>
                  <a:lnTo>
                    <a:pt x="515856" y="2021838"/>
                  </a:lnTo>
                  <a:lnTo>
                    <a:pt x="490029" y="2003026"/>
                  </a:lnTo>
                  <a:lnTo>
                    <a:pt x="484157" y="1968124"/>
                  </a:lnTo>
                  <a:lnTo>
                    <a:pt x="463401" y="1971658"/>
                  </a:lnTo>
                  <a:lnTo>
                    <a:pt x="435083" y="1951665"/>
                  </a:lnTo>
                  <a:lnTo>
                    <a:pt x="426860" y="1911920"/>
                  </a:lnTo>
                  <a:lnTo>
                    <a:pt x="400893" y="1878327"/>
                  </a:lnTo>
                  <a:lnTo>
                    <a:pt x="386149" y="1877678"/>
                  </a:lnTo>
                  <a:lnTo>
                    <a:pt x="373108" y="1842255"/>
                  </a:lnTo>
                  <a:lnTo>
                    <a:pt x="357169" y="1814433"/>
                  </a:lnTo>
                  <a:lnTo>
                    <a:pt x="335384" y="1796117"/>
                  </a:lnTo>
                  <a:lnTo>
                    <a:pt x="341777" y="1777433"/>
                  </a:lnTo>
                  <a:lnTo>
                    <a:pt x="333554" y="1770112"/>
                  </a:lnTo>
                  <a:lnTo>
                    <a:pt x="319331" y="1778348"/>
                  </a:lnTo>
                  <a:lnTo>
                    <a:pt x="285662" y="1819123"/>
                  </a:lnTo>
                  <a:lnTo>
                    <a:pt x="258119" y="1823965"/>
                  </a:lnTo>
                  <a:lnTo>
                    <a:pt x="248459" y="1843958"/>
                  </a:lnTo>
                  <a:lnTo>
                    <a:pt x="212451" y="1826838"/>
                  </a:lnTo>
                  <a:lnTo>
                    <a:pt x="204100" y="1807620"/>
                  </a:lnTo>
                  <a:lnTo>
                    <a:pt x="221323" y="1754695"/>
                  </a:lnTo>
                  <a:lnTo>
                    <a:pt x="245739" y="1741222"/>
                  </a:lnTo>
                  <a:lnTo>
                    <a:pt x="244951" y="1709726"/>
                  </a:lnTo>
                  <a:lnTo>
                    <a:pt x="224844" y="1684903"/>
                  </a:lnTo>
                  <a:lnTo>
                    <a:pt x="250302" y="1641103"/>
                  </a:lnTo>
                  <a:lnTo>
                    <a:pt x="245612" y="1619280"/>
                  </a:lnTo>
                  <a:lnTo>
                    <a:pt x="265948" y="1592741"/>
                  </a:lnTo>
                  <a:lnTo>
                    <a:pt x="249641" y="1592614"/>
                  </a:lnTo>
                  <a:lnTo>
                    <a:pt x="226674" y="1603329"/>
                  </a:lnTo>
                  <a:lnTo>
                    <a:pt x="209579" y="1592093"/>
                  </a:lnTo>
                  <a:lnTo>
                    <a:pt x="155814" y="1587911"/>
                  </a:lnTo>
                  <a:lnTo>
                    <a:pt x="134537" y="1572481"/>
                  </a:lnTo>
                  <a:lnTo>
                    <a:pt x="89137" y="1575481"/>
                  </a:lnTo>
                  <a:lnTo>
                    <a:pt x="53891" y="1553530"/>
                  </a:lnTo>
                  <a:lnTo>
                    <a:pt x="38359" y="1511586"/>
                  </a:lnTo>
                  <a:lnTo>
                    <a:pt x="43075" y="1476557"/>
                  </a:lnTo>
                  <a:lnTo>
                    <a:pt x="85476" y="1419692"/>
                  </a:lnTo>
                  <a:lnTo>
                    <a:pt x="65763" y="1354603"/>
                  </a:lnTo>
                  <a:lnTo>
                    <a:pt x="98529" y="1295793"/>
                  </a:lnTo>
                  <a:lnTo>
                    <a:pt x="98529" y="1266775"/>
                  </a:lnTo>
                  <a:lnTo>
                    <a:pt x="126327" y="1249642"/>
                  </a:lnTo>
                  <a:lnTo>
                    <a:pt x="138071" y="1221807"/>
                  </a:lnTo>
                  <a:lnTo>
                    <a:pt x="164432" y="1202601"/>
                  </a:lnTo>
                  <a:lnTo>
                    <a:pt x="173965" y="1188608"/>
                  </a:lnTo>
                  <a:lnTo>
                    <a:pt x="178909" y="1147973"/>
                  </a:lnTo>
                  <a:lnTo>
                    <a:pt x="191314" y="1125476"/>
                  </a:lnTo>
                  <a:lnTo>
                    <a:pt x="184527" y="1096065"/>
                  </a:lnTo>
                  <a:lnTo>
                    <a:pt x="156475" y="1097641"/>
                  </a:lnTo>
                  <a:lnTo>
                    <a:pt x="118624" y="1065738"/>
                  </a:lnTo>
                  <a:lnTo>
                    <a:pt x="119794" y="1047448"/>
                  </a:lnTo>
                  <a:lnTo>
                    <a:pt x="103741" y="1019994"/>
                  </a:lnTo>
                  <a:lnTo>
                    <a:pt x="81434" y="1010067"/>
                  </a:lnTo>
                  <a:lnTo>
                    <a:pt x="59649" y="1011237"/>
                  </a:lnTo>
                  <a:lnTo>
                    <a:pt x="55467" y="978178"/>
                  </a:lnTo>
                  <a:lnTo>
                    <a:pt x="28827" y="975165"/>
                  </a:lnTo>
                  <a:lnTo>
                    <a:pt x="15926" y="931518"/>
                  </a:lnTo>
                  <a:lnTo>
                    <a:pt x="0" y="910737"/>
                  </a:lnTo>
                  <a:lnTo>
                    <a:pt x="2872" y="875314"/>
                  </a:lnTo>
                  <a:lnTo>
                    <a:pt x="46596" y="859884"/>
                  </a:lnTo>
                  <a:lnTo>
                    <a:pt x="72156" y="837552"/>
                  </a:lnTo>
                  <a:lnTo>
                    <a:pt x="67593" y="797807"/>
                  </a:lnTo>
                  <a:lnTo>
                    <a:pt x="75816" y="785262"/>
                  </a:lnTo>
                  <a:lnTo>
                    <a:pt x="114316" y="806043"/>
                  </a:lnTo>
                  <a:lnTo>
                    <a:pt x="128919" y="809564"/>
                  </a:lnTo>
                  <a:lnTo>
                    <a:pt x="161547" y="802904"/>
                  </a:lnTo>
                  <a:lnTo>
                    <a:pt x="172516" y="806551"/>
                  </a:lnTo>
                  <a:lnTo>
                    <a:pt x="181654" y="812843"/>
                  </a:lnTo>
                  <a:lnTo>
                    <a:pt x="187641" y="803832"/>
                  </a:lnTo>
                  <a:lnTo>
                    <a:pt x="183218" y="787486"/>
                  </a:lnTo>
                  <a:lnTo>
                    <a:pt x="186217" y="784728"/>
                  </a:lnTo>
                  <a:lnTo>
                    <a:pt x="209579" y="813237"/>
                  </a:lnTo>
                  <a:lnTo>
                    <a:pt x="238418" y="840018"/>
                  </a:lnTo>
                  <a:lnTo>
                    <a:pt x="243248" y="853350"/>
                  </a:lnTo>
                  <a:lnTo>
                    <a:pt x="242854" y="872695"/>
                  </a:lnTo>
                  <a:lnTo>
                    <a:pt x="232419" y="900556"/>
                  </a:lnTo>
                  <a:lnTo>
                    <a:pt x="237249" y="911385"/>
                  </a:lnTo>
                  <a:lnTo>
                    <a:pt x="249120" y="922634"/>
                  </a:lnTo>
                  <a:lnTo>
                    <a:pt x="261258" y="946809"/>
                  </a:lnTo>
                  <a:lnTo>
                    <a:pt x="272087" y="953342"/>
                  </a:lnTo>
                  <a:lnTo>
                    <a:pt x="296351" y="949821"/>
                  </a:lnTo>
                  <a:lnTo>
                    <a:pt x="308629" y="950990"/>
                  </a:lnTo>
                  <a:lnTo>
                    <a:pt x="330033" y="977008"/>
                  </a:lnTo>
                  <a:lnTo>
                    <a:pt x="334075" y="984710"/>
                  </a:lnTo>
                  <a:lnTo>
                    <a:pt x="336045" y="995171"/>
                  </a:lnTo>
                  <a:lnTo>
                    <a:pt x="335384" y="1023133"/>
                  </a:lnTo>
                  <a:lnTo>
                    <a:pt x="342947" y="1052672"/>
                  </a:lnTo>
                  <a:lnTo>
                    <a:pt x="344002" y="1072818"/>
                  </a:lnTo>
                  <a:lnTo>
                    <a:pt x="353661" y="1084714"/>
                  </a:lnTo>
                  <a:lnTo>
                    <a:pt x="371011" y="1094514"/>
                  </a:lnTo>
                  <a:lnTo>
                    <a:pt x="391373" y="1115422"/>
                  </a:lnTo>
                  <a:lnTo>
                    <a:pt x="395694" y="1128361"/>
                  </a:lnTo>
                  <a:lnTo>
                    <a:pt x="400244" y="1154506"/>
                  </a:lnTo>
                  <a:lnTo>
                    <a:pt x="404426" y="1166911"/>
                  </a:lnTo>
                  <a:lnTo>
                    <a:pt x="413425" y="1176330"/>
                  </a:lnTo>
                  <a:lnTo>
                    <a:pt x="431956" y="1196590"/>
                  </a:lnTo>
                  <a:lnTo>
                    <a:pt x="449052" y="1210558"/>
                  </a:lnTo>
                  <a:lnTo>
                    <a:pt x="453360" y="1220637"/>
                  </a:lnTo>
                  <a:lnTo>
                    <a:pt x="452826" y="1232534"/>
                  </a:lnTo>
                  <a:lnTo>
                    <a:pt x="464329" y="1258272"/>
                  </a:lnTo>
                  <a:lnTo>
                    <a:pt x="469934" y="1266775"/>
                  </a:lnTo>
                  <a:lnTo>
                    <a:pt x="477624" y="1274490"/>
                  </a:lnTo>
                  <a:lnTo>
                    <a:pt x="480636" y="1279841"/>
                  </a:lnTo>
                  <a:lnTo>
                    <a:pt x="479327" y="1286374"/>
                  </a:lnTo>
                  <a:lnTo>
                    <a:pt x="482988" y="1295793"/>
                  </a:lnTo>
                  <a:lnTo>
                    <a:pt x="491465" y="1302059"/>
                  </a:lnTo>
                  <a:lnTo>
                    <a:pt x="496562" y="1311731"/>
                  </a:lnTo>
                  <a:lnTo>
                    <a:pt x="499422" y="1346621"/>
                  </a:lnTo>
                  <a:lnTo>
                    <a:pt x="502943" y="1354870"/>
                  </a:lnTo>
                  <a:lnTo>
                    <a:pt x="518348" y="1366767"/>
                  </a:lnTo>
                  <a:lnTo>
                    <a:pt x="531922" y="1386238"/>
                  </a:lnTo>
                  <a:lnTo>
                    <a:pt x="541709" y="1406359"/>
                  </a:lnTo>
                  <a:lnTo>
                    <a:pt x="620919" y="1364936"/>
                  </a:lnTo>
                  <a:lnTo>
                    <a:pt x="629663" y="1369893"/>
                  </a:lnTo>
                  <a:lnTo>
                    <a:pt x="656419" y="1363500"/>
                  </a:lnTo>
                  <a:lnTo>
                    <a:pt x="713703" y="1319447"/>
                  </a:lnTo>
                  <a:lnTo>
                    <a:pt x="736023" y="1257751"/>
                  </a:lnTo>
                  <a:lnTo>
                    <a:pt x="777521" y="1249261"/>
                  </a:lnTo>
                  <a:lnTo>
                    <a:pt x="819541" y="1188480"/>
                  </a:lnTo>
                  <a:lnTo>
                    <a:pt x="903454" y="1123786"/>
                  </a:lnTo>
                  <a:lnTo>
                    <a:pt x="875403" y="1061175"/>
                  </a:lnTo>
                  <a:lnTo>
                    <a:pt x="888964" y="1032679"/>
                  </a:lnTo>
                  <a:lnTo>
                    <a:pt x="928646" y="990201"/>
                  </a:lnTo>
                  <a:lnTo>
                    <a:pt x="997942" y="980148"/>
                  </a:lnTo>
                  <a:lnTo>
                    <a:pt x="1017515" y="956227"/>
                  </a:lnTo>
                  <a:lnTo>
                    <a:pt x="1016727" y="897544"/>
                  </a:lnTo>
                  <a:lnTo>
                    <a:pt x="1121917" y="846817"/>
                  </a:lnTo>
                  <a:lnTo>
                    <a:pt x="1113948" y="930997"/>
                  </a:lnTo>
                  <a:lnTo>
                    <a:pt x="1133013" y="942894"/>
                  </a:lnTo>
                  <a:lnTo>
                    <a:pt x="1217307" y="913876"/>
                  </a:lnTo>
                  <a:lnTo>
                    <a:pt x="1264144" y="877017"/>
                  </a:lnTo>
                  <a:lnTo>
                    <a:pt x="1300305" y="850872"/>
                  </a:lnTo>
                  <a:lnTo>
                    <a:pt x="1380176" y="814801"/>
                  </a:lnTo>
                  <a:lnTo>
                    <a:pt x="1420238" y="842903"/>
                  </a:lnTo>
                  <a:lnTo>
                    <a:pt x="1464076" y="817279"/>
                  </a:lnTo>
                  <a:lnTo>
                    <a:pt x="1479608" y="860672"/>
                  </a:lnTo>
                  <a:lnTo>
                    <a:pt x="1505193" y="863150"/>
                  </a:lnTo>
                  <a:lnTo>
                    <a:pt x="1522009" y="845000"/>
                  </a:lnTo>
                  <a:lnTo>
                    <a:pt x="1585712" y="840691"/>
                  </a:lnTo>
                  <a:lnTo>
                    <a:pt x="1620678" y="806170"/>
                  </a:lnTo>
                  <a:lnTo>
                    <a:pt x="1560406" y="782923"/>
                  </a:lnTo>
                  <a:lnTo>
                    <a:pt x="1576714" y="744348"/>
                  </a:lnTo>
                  <a:lnTo>
                    <a:pt x="1630338" y="726579"/>
                  </a:lnTo>
                  <a:lnTo>
                    <a:pt x="1678484" y="731536"/>
                  </a:lnTo>
                  <a:lnTo>
                    <a:pt x="1711505" y="726579"/>
                  </a:lnTo>
                  <a:lnTo>
                    <a:pt x="1734079" y="665786"/>
                  </a:lnTo>
                  <a:lnTo>
                    <a:pt x="1765943" y="638739"/>
                  </a:lnTo>
                  <a:lnTo>
                    <a:pt x="1902184" y="692592"/>
                  </a:lnTo>
                  <a:lnTo>
                    <a:pt x="1928799" y="724863"/>
                  </a:lnTo>
                  <a:lnTo>
                    <a:pt x="1994447" y="703040"/>
                  </a:lnTo>
                  <a:lnTo>
                    <a:pt x="2012839" y="690380"/>
                  </a:lnTo>
                  <a:lnTo>
                    <a:pt x="2059028" y="654690"/>
                  </a:lnTo>
                  <a:lnTo>
                    <a:pt x="2212643" y="539154"/>
                  </a:lnTo>
                  <a:lnTo>
                    <a:pt x="2285714" y="538099"/>
                  </a:lnTo>
                  <a:lnTo>
                    <a:pt x="2389849" y="487373"/>
                  </a:lnTo>
                  <a:lnTo>
                    <a:pt x="2414265" y="451848"/>
                  </a:lnTo>
                  <a:lnTo>
                    <a:pt x="2467508" y="433278"/>
                  </a:lnTo>
                  <a:lnTo>
                    <a:pt x="2482239" y="401783"/>
                  </a:lnTo>
                  <a:lnTo>
                    <a:pt x="2456933" y="354729"/>
                  </a:lnTo>
                  <a:lnTo>
                    <a:pt x="2474817" y="335893"/>
                  </a:lnTo>
                  <a:lnTo>
                    <a:pt x="2507838" y="324136"/>
                  </a:lnTo>
                  <a:lnTo>
                    <a:pt x="2527666" y="296961"/>
                  </a:lnTo>
                  <a:lnTo>
                    <a:pt x="2576854" y="275252"/>
                  </a:lnTo>
                  <a:lnTo>
                    <a:pt x="2658416" y="314730"/>
                  </a:lnTo>
                  <a:lnTo>
                    <a:pt x="2682832" y="306240"/>
                  </a:lnTo>
                  <a:lnTo>
                    <a:pt x="2773519" y="330529"/>
                  </a:lnTo>
                  <a:lnTo>
                    <a:pt x="2796105" y="360741"/>
                  </a:lnTo>
                  <a:lnTo>
                    <a:pt x="2891762" y="374595"/>
                  </a:lnTo>
                  <a:lnTo>
                    <a:pt x="2912759" y="401783"/>
                  </a:lnTo>
                  <a:lnTo>
                    <a:pt x="3021216" y="384789"/>
                  </a:lnTo>
                  <a:lnTo>
                    <a:pt x="3062587" y="375231"/>
                  </a:lnTo>
                  <a:lnTo>
                    <a:pt x="3113098" y="348183"/>
                  </a:lnTo>
                  <a:lnTo>
                    <a:pt x="3175339" y="308845"/>
                  </a:lnTo>
                  <a:lnTo>
                    <a:pt x="3239018" y="273168"/>
                  </a:lnTo>
                  <a:lnTo>
                    <a:pt x="3281177" y="218133"/>
                  </a:lnTo>
                  <a:lnTo>
                    <a:pt x="3293430" y="64682"/>
                  </a:lnTo>
                  <a:lnTo>
                    <a:pt x="3333124" y="23654"/>
                  </a:lnTo>
                  <a:lnTo>
                    <a:pt x="3380355" y="0"/>
                  </a:lnTo>
                  <a:lnTo>
                    <a:pt x="3401632" y="16587"/>
                  </a:lnTo>
                  <a:lnTo>
                    <a:pt x="3397578" y="83252"/>
                  </a:lnTo>
                  <a:lnTo>
                    <a:pt x="3366005" y="206363"/>
                  </a:lnTo>
                  <a:lnTo>
                    <a:pt x="3406716" y="320996"/>
                  </a:lnTo>
                  <a:lnTo>
                    <a:pt x="3514905" y="378764"/>
                  </a:lnTo>
                  <a:lnTo>
                    <a:pt x="3444948" y="475616"/>
                  </a:lnTo>
                  <a:lnTo>
                    <a:pt x="3340814" y="479162"/>
                  </a:lnTo>
                  <a:lnTo>
                    <a:pt x="3340687" y="602286"/>
                  </a:lnTo>
                  <a:lnTo>
                    <a:pt x="3317707" y="613903"/>
                  </a:lnTo>
                  <a:lnTo>
                    <a:pt x="3282868" y="610369"/>
                  </a:lnTo>
                  <a:lnTo>
                    <a:pt x="3241636" y="663053"/>
                  </a:lnTo>
                  <a:lnTo>
                    <a:pt x="3201306" y="689325"/>
                  </a:lnTo>
                  <a:lnTo>
                    <a:pt x="3165680" y="686580"/>
                  </a:lnTo>
                  <a:lnTo>
                    <a:pt x="3135531" y="737561"/>
                  </a:lnTo>
                  <a:lnTo>
                    <a:pt x="3160062" y="751148"/>
                  </a:lnTo>
                  <a:lnTo>
                    <a:pt x="3178466" y="745784"/>
                  </a:lnTo>
                  <a:lnTo>
                    <a:pt x="3193731" y="768268"/>
                  </a:lnTo>
                  <a:lnTo>
                    <a:pt x="3191914" y="798468"/>
                  </a:lnTo>
                  <a:lnTo>
                    <a:pt x="3186690" y="832061"/>
                  </a:lnTo>
                  <a:lnTo>
                    <a:pt x="3124702" y="875835"/>
                  </a:lnTo>
                  <a:lnTo>
                    <a:pt x="3098074" y="866963"/>
                  </a:lnTo>
                  <a:lnTo>
                    <a:pt x="3083991" y="885889"/>
                  </a:lnTo>
                  <a:lnTo>
                    <a:pt x="3091033" y="903022"/>
                  </a:lnTo>
                  <a:lnTo>
                    <a:pt x="3092736" y="935039"/>
                  </a:lnTo>
                  <a:lnTo>
                    <a:pt x="3058533" y="930870"/>
                  </a:lnTo>
                  <a:lnTo>
                    <a:pt x="3049661" y="951511"/>
                  </a:lnTo>
                  <a:lnTo>
                    <a:pt x="3001896" y="964069"/>
                  </a:lnTo>
                  <a:lnTo>
                    <a:pt x="3005430" y="993595"/>
                  </a:lnTo>
                  <a:lnTo>
                    <a:pt x="2986504" y="1010728"/>
                  </a:lnTo>
                  <a:lnTo>
                    <a:pt x="2984674" y="1039746"/>
                  </a:lnTo>
                  <a:lnTo>
                    <a:pt x="2965876" y="1056205"/>
                  </a:lnTo>
                  <a:lnTo>
                    <a:pt x="2875201" y="1078169"/>
                  </a:lnTo>
                  <a:lnTo>
                    <a:pt x="2829380" y="1058951"/>
                  </a:lnTo>
                  <a:close/>
                </a:path>
              </a:pathLst>
            </a:custGeom>
            <a:solidFill>
              <a:schemeClr val="accent2"/>
            </a:solidFill>
            <a:ln w="12700" cap="flat">
              <a:noFill/>
              <a:prstDash val="solid"/>
              <a:miter/>
            </a:ln>
          </p:spPr>
          <p:txBody>
            <a:bodyPr rtlCol="0" anchor="ctr"/>
            <a:lstStyle/>
            <a:p>
              <a:endParaRPr lang="de-CH"/>
            </a:p>
          </p:txBody>
        </p:sp>
        <p:sp>
          <p:nvSpPr>
            <p:cNvPr id="127" name="Freihandform: Form 126">
              <a:extLst>
                <a:ext uri="{FF2B5EF4-FFF2-40B4-BE49-F238E27FC236}">
                  <a16:creationId xmlns:a16="http://schemas.microsoft.com/office/drawing/2014/main" id="{013434AE-81E1-4BCD-7F4D-7AA24BC11285}"/>
                </a:ext>
              </a:extLst>
            </p:cNvPr>
            <p:cNvSpPr/>
            <p:nvPr/>
          </p:nvSpPr>
          <p:spPr>
            <a:xfrm>
              <a:off x="3148410" y="3927456"/>
              <a:ext cx="3514905" cy="2393433"/>
            </a:xfrm>
            <a:custGeom>
              <a:avLst/>
              <a:gdLst>
                <a:gd name="connsiteX0" fmla="*/ 2829380 w 3514905"/>
                <a:gd name="connsiteY0" fmla="*/ 1058951 h 2393433"/>
                <a:gd name="connsiteX1" fmla="*/ 2794021 w 3514905"/>
                <a:gd name="connsiteY1" fmla="*/ 1090587 h 2393433"/>
                <a:gd name="connsiteX2" fmla="*/ 2778616 w 3514905"/>
                <a:gd name="connsiteY2" fmla="*/ 1123658 h 2393433"/>
                <a:gd name="connsiteX3" fmla="*/ 2758509 w 3514905"/>
                <a:gd name="connsiteY3" fmla="*/ 1133725 h 2393433"/>
                <a:gd name="connsiteX4" fmla="*/ 2743243 w 3514905"/>
                <a:gd name="connsiteY4" fmla="*/ 1159196 h 2393433"/>
                <a:gd name="connsiteX5" fmla="*/ 2723670 w 3514905"/>
                <a:gd name="connsiteY5" fmla="*/ 1168080 h 2393433"/>
                <a:gd name="connsiteX6" fmla="*/ 2725500 w 3514905"/>
                <a:gd name="connsiteY6" fmla="*/ 1181032 h 2393433"/>
                <a:gd name="connsiteX7" fmla="*/ 2714290 w 3514905"/>
                <a:gd name="connsiteY7" fmla="*/ 1186904 h 2393433"/>
                <a:gd name="connsiteX8" fmla="*/ 2728512 w 3514905"/>
                <a:gd name="connsiteY8" fmla="*/ 1198153 h 2393433"/>
                <a:gd name="connsiteX9" fmla="*/ 2760351 w 3514905"/>
                <a:gd name="connsiteY9" fmla="*/ 1208220 h 2393433"/>
                <a:gd name="connsiteX10" fmla="*/ 2776913 w 3514905"/>
                <a:gd name="connsiteY10" fmla="*/ 1247824 h 2393433"/>
                <a:gd name="connsiteX11" fmla="*/ 2791669 w 3514905"/>
                <a:gd name="connsiteY11" fmla="*/ 1250824 h 2393433"/>
                <a:gd name="connsiteX12" fmla="*/ 2804595 w 3514905"/>
                <a:gd name="connsiteY12" fmla="*/ 1275139 h 2393433"/>
                <a:gd name="connsiteX13" fmla="*/ 2831859 w 3514905"/>
                <a:gd name="connsiteY13" fmla="*/ 1280350 h 2393433"/>
                <a:gd name="connsiteX14" fmla="*/ 2850136 w 3514905"/>
                <a:gd name="connsiteY14" fmla="*/ 1332385 h 2393433"/>
                <a:gd name="connsiteX15" fmla="*/ 2859008 w 3514905"/>
                <a:gd name="connsiteY15" fmla="*/ 1376820 h 2393433"/>
                <a:gd name="connsiteX16" fmla="*/ 2883145 w 3514905"/>
                <a:gd name="connsiteY16" fmla="*/ 1399826 h 2393433"/>
                <a:gd name="connsiteX17" fmla="*/ 2892677 w 3514905"/>
                <a:gd name="connsiteY17" fmla="*/ 1430661 h 2393433"/>
                <a:gd name="connsiteX18" fmla="*/ 2857178 w 3514905"/>
                <a:gd name="connsiteY18" fmla="*/ 1474981 h 2393433"/>
                <a:gd name="connsiteX19" fmla="*/ 2869570 w 3514905"/>
                <a:gd name="connsiteY19" fmla="*/ 1517586 h 2393433"/>
                <a:gd name="connsiteX20" fmla="*/ 2849475 w 3514905"/>
                <a:gd name="connsiteY20" fmla="*/ 1553022 h 2393433"/>
                <a:gd name="connsiteX21" fmla="*/ 2828860 w 3514905"/>
                <a:gd name="connsiteY21" fmla="*/ 1562415 h 2393433"/>
                <a:gd name="connsiteX22" fmla="*/ 2811116 w 3514905"/>
                <a:gd name="connsiteY22" fmla="*/ 1557712 h 2393433"/>
                <a:gd name="connsiteX23" fmla="*/ 2787488 w 3514905"/>
                <a:gd name="connsiteY23" fmla="*/ 1576142 h 2393433"/>
                <a:gd name="connsiteX24" fmla="*/ 2779264 w 3514905"/>
                <a:gd name="connsiteY24" fmla="*/ 1613917 h 2393433"/>
                <a:gd name="connsiteX25" fmla="*/ 2747959 w 3514905"/>
                <a:gd name="connsiteY25" fmla="*/ 1640582 h 2393433"/>
                <a:gd name="connsiteX26" fmla="*/ 2687649 w 3514905"/>
                <a:gd name="connsiteY26" fmla="*/ 1650636 h 2393433"/>
                <a:gd name="connsiteX27" fmla="*/ 2649289 w 3514905"/>
                <a:gd name="connsiteY27" fmla="*/ 1664249 h 2393433"/>
                <a:gd name="connsiteX28" fmla="*/ 2614324 w 3514905"/>
                <a:gd name="connsiteY28" fmla="*/ 1667897 h 2393433"/>
                <a:gd name="connsiteX29" fmla="*/ 2607397 w 3514905"/>
                <a:gd name="connsiteY29" fmla="*/ 1715090 h 2393433"/>
                <a:gd name="connsiteX30" fmla="*/ 2593174 w 3514905"/>
                <a:gd name="connsiteY30" fmla="*/ 1734549 h 2393433"/>
                <a:gd name="connsiteX31" fmla="*/ 2594089 w 3514905"/>
                <a:gd name="connsiteY31" fmla="*/ 1776124 h 2393433"/>
                <a:gd name="connsiteX32" fmla="*/ 2615366 w 3514905"/>
                <a:gd name="connsiteY32" fmla="*/ 1829583 h 2393433"/>
                <a:gd name="connsiteX33" fmla="*/ 2578303 w 3514905"/>
                <a:gd name="connsiteY33" fmla="*/ 1864078 h 2393433"/>
                <a:gd name="connsiteX34" fmla="*/ 2586133 w 3514905"/>
                <a:gd name="connsiteY34" fmla="*/ 1885902 h 2393433"/>
                <a:gd name="connsiteX35" fmla="*/ 2572545 w 3514905"/>
                <a:gd name="connsiteY35" fmla="*/ 1904332 h 2393433"/>
                <a:gd name="connsiteX36" fmla="*/ 2573206 w 3514905"/>
                <a:gd name="connsiteY36" fmla="*/ 1930350 h 2393433"/>
                <a:gd name="connsiteX37" fmla="*/ 2549578 w 3514905"/>
                <a:gd name="connsiteY37" fmla="*/ 1928125 h 2393433"/>
                <a:gd name="connsiteX38" fmla="*/ 2523611 w 3514905"/>
                <a:gd name="connsiteY38" fmla="*/ 1978191 h 2393433"/>
                <a:gd name="connsiteX39" fmla="*/ 2493488 w 3514905"/>
                <a:gd name="connsiteY39" fmla="*/ 1971124 h 2393433"/>
                <a:gd name="connsiteX40" fmla="*/ 2462157 w 3514905"/>
                <a:gd name="connsiteY40" fmla="*/ 1977670 h 2393433"/>
                <a:gd name="connsiteX41" fmla="*/ 2435008 w 3514905"/>
                <a:gd name="connsiteY41" fmla="*/ 1971658 h 2393433"/>
                <a:gd name="connsiteX42" fmla="*/ 2356319 w 3514905"/>
                <a:gd name="connsiteY42" fmla="*/ 1975966 h 2393433"/>
                <a:gd name="connsiteX43" fmla="*/ 2325002 w 3514905"/>
                <a:gd name="connsiteY43" fmla="*/ 2027201 h 2393433"/>
                <a:gd name="connsiteX44" fmla="*/ 2297852 w 3514905"/>
                <a:gd name="connsiteY44" fmla="*/ 2045758 h 2393433"/>
                <a:gd name="connsiteX45" fmla="*/ 2299810 w 3514905"/>
                <a:gd name="connsiteY45" fmla="*/ 2108890 h 2393433"/>
                <a:gd name="connsiteX46" fmla="*/ 2283897 w 3514905"/>
                <a:gd name="connsiteY46" fmla="*/ 2126023 h 2393433"/>
                <a:gd name="connsiteX47" fmla="*/ 2280884 w 3514905"/>
                <a:gd name="connsiteY47" fmla="*/ 2154507 h 2393433"/>
                <a:gd name="connsiteX48" fmla="*/ 2296810 w 3514905"/>
                <a:gd name="connsiteY48" fmla="*/ 2184045 h 2393433"/>
                <a:gd name="connsiteX49" fmla="*/ 2287405 w 3514905"/>
                <a:gd name="connsiteY49" fmla="*/ 2203530 h 2393433"/>
                <a:gd name="connsiteX50" fmla="*/ 2257917 w 3514905"/>
                <a:gd name="connsiteY50" fmla="*/ 2218935 h 2393433"/>
                <a:gd name="connsiteX51" fmla="*/ 2246033 w 3514905"/>
                <a:gd name="connsiteY51" fmla="*/ 2206542 h 2393433"/>
                <a:gd name="connsiteX52" fmla="*/ 2199984 w 3514905"/>
                <a:gd name="connsiteY52" fmla="*/ 2200645 h 2393433"/>
                <a:gd name="connsiteX53" fmla="*/ 2168526 w 3514905"/>
                <a:gd name="connsiteY53" fmla="*/ 2187706 h 2393433"/>
                <a:gd name="connsiteX54" fmla="*/ 2136687 w 3514905"/>
                <a:gd name="connsiteY54" fmla="*/ 2221426 h 2393433"/>
                <a:gd name="connsiteX55" fmla="*/ 2059422 w 3514905"/>
                <a:gd name="connsiteY55" fmla="*/ 2155040 h 2393433"/>
                <a:gd name="connsiteX56" fmla="*/ 2027074 w 3514905"/>
                <a:gd name="connsiteY56" fmla="*/ 2148495 h 2393433"/>
                <a:gd name="connsiteX57" fmla="*/ 1994574 w 3514905"/>
                <a:gd name="connsiteY57" fmla="*/ 2194379 h 2393433"/>
                <a:gd name="connsiteX58" fmla="*/ 1964413 w 3514905"/>
                <a:gd name="connsiteY58" fmla="*/ 2195688 h 2393433"/>
                <a:gd name="connsiteX59" fmla="*/ 1937810 w 3514905"/>
                <a:gd name="connsiteY59" fmla="*/ 2162743 h 2393433"/>
                <a:gd name="connsiteX60" fmla="*/ 1940149 w 3514905"/>
                <a:gd name="connsiteY60" fmla="*/ 2121956 h 2393433"/>
                <a:gd name="connsiteX61" fmla="*/ 1915352 w 3514905"/>
                <a:gd name="connsiteY61" fmla="*/ 2103018 h 2393433"/>
                <a:gd name="connsiteX62" fmla="*/ 1884301 w 3514905"/>
                <a:gd name="connsiteY62" fmla="*/ 2100400 h 2393433"/>
                <a:gd name="connsiteX63" fmla="*/ 1855715 w 3514905"/>
                <a:gd name="connsiteY63" fmla="*/ 2049165 h 2393433"/>
                <a:gd name="connsiteX64" fmla="*/ 1835087 w 3514905"/>
                <a:gd name="connsiteY64" fmla="*/ 2043280 h 2393433"/>
                <a:gd name="connsiteX65" fmla="*/ 1800375 w 3514905"/>
                <a:gd name="connsiteY65" fmla="*/ 2060006 h 2393433"/>
                <a:gd name="connsiteX66" fmla="*/ 1761888 w 3514905"/>
                <a:gd name="connsiteY66" fmla="*/ 2054515 h 2393433"/>
                <a:gd name="connsiteX67" fmla="*/ 1737612 w 3514905"/>
                <a:gd name="connsiteY67" fmla="*/ 2062765 h 2393433"/>
                <a:gd name="connsiteX68" fmla="*/ 1679806 w 3514905"/>
                <a:gd name="connsiteY68" fmla="*/ 2053867 h 2393433"/>
                <a:gd name="connsiteX69" fmla="*/ 1663880 w 3514905"/>
                <a:gd name="connsiteY69" fmla="*/ 2003408 h 2393433"/>
                <a:gd name="connsiteX70" fmla="*/ 1639083 w 3514905"/>
                <a:gd name="connsiteY70" fmla="*/ 2014262 h 2393433"/>
                <a:gd name="connsiteX71" fmla="*/ 1608934 w 3514905"/>
                <a:gd name="connsiteY71" fmla="*/ 2014262 h 2393433"/>
                <a:gd name="connsiteX72" fmla="*/ 1597050 w 3514905"/>
                <a:gd name="connsiteY72" fmla="*/ 2044462 h 2393433"/>
                <a:gd name="connsiteX73" fmla="*/ 1605934 w 3514905"/>
                <a:gd name="connsiteY73" fmla="*/ 2088630 h 2393433"/>
                <a:gd name="connsiteX74" fmla="*/ 1588318 w 3514905"/>
                <a:gd name="connsiteY74" fmla="*/ 2104835 h 2393433"/>
                <a:gd name="connsiteX75" fmla="*/ 1558690 w 3514905"/>
                <a:gd name="connsiteY75" fmla="*/ 2098302 h 2393433"/>
                <a:gd name="connsiteX76" fmla="*/ 1544608 w 3514905"/>
                <a:gd name="connsiteY76" fmla="*/ 2087066 h 2393433"/>
                <a:gd name="connsiteX77" fmla="*/ 1525021 w 3514905"/>
                <a:gd name="connsiteY77" fmla="*/ 2090460 h 2393433"/>
                <a:gd name="connsiteX78" fmla="*/ 1503897 w 3514905"/>
                <a:gd name="connsiteY78" fmla="*/ 2086418 h 2393433"/>
                <a:gd name="connsiteX79" fmla="*/ 1486662 w 3514905"/>
                <a:gd name="connsiteY79" fmla="*/ 2104835 h 2393433"/>
                <a:gd name="connsiteX80" fmla="*/ 1463033 w 3514905"/>
                <a:gd name="connsiteY80" fmla="*/ 2111902 h 2393433"/>
                <a:gd name="connsiteX81" fmla="*/ 1454289 w 3514905"/>
                <a:gd name="connsiteY81" fmla="*/ 2124841 h 2393433"/>
                <a:gd name="connsiteX82" fmla="*/ 1460174 w 3514905"/>
                <a:gd name="connsiteY82" fmla="*/ 2162743 h 2393433"/>
                <a:gd name="connsiteX83" fmla="*/ 1430025 w 3514905"/>
                <a:gd name="connsiteY83" fmla="*/ 2163925 h 2393433"/>
                <a:gd name="connsiteX84" fmla="*/ 1415014 w 3514905"/>
                <a:gd name="connsiteY84" fmla="*/ 2175542 h 2393433"/>
                <a:gd name="connsiteX85" fmla="*/ 1396356 w 3514905"/>
                <a:gd name="connsiteY85" fmla="*/ 2178173 h 2393433"/>
                <a:gd name="connsiteX86" fmla="*/ 1375740 w 3514905"/>
                <a:gd name="connsiteY86" fmla="*/ 2211233 h 2393433"/>
                <a:gd name="connsiteX87" fmla="*/ 1326145 w 3514905"/>
                <a:gd name="connsiteY87" fmla="*/ 2246656 h 2393433"/>
                <a:gd name="connsiteX88" fmla="*/ 1305389 w 3514905"/>
                <a:gd name="connsiteY88" fmla="*/ 2240263 h 2393433"/>
                <a:gd name="connsiteX89" fmla="*/ 1290645 w 3514905"/>
                <a:gd name="connsiteY89" fmla="*/ 2266255 h 2393433"/>
                <a:gd name="connsiteX90" fmla="*/ 1265860 w 3514905"/>
                <a:gd name="connsiteY90" fmla="*/ 2281545 h 2393433"/>
                <a:gd name="connsiteX91" fmla="*/ 1232839 w 3514905"/>
                <a:gd name="connsiteY91" fmla="*/ 2259201 h 2393433"/>
                <a:gd name="connsiteX92" fmla="*/ 1212744 w 3514905"/>
                <a:gd name="connsiteY92" fmla="*/ 2257371 h 2393433"/>
                <a:gd name="connsiteX93" fmla="*/ 1200987 w 3514905"/>
                <a:gd name="connsiteY93" fmla="*/ 2235534 h 2393433"/>
                <a:gd name="connsiteX94" fmla="*/ 1179723 w 3514905"/>
                <a:gd name="connsiteY94" fmla="*/ 2227832 h 2393433"/>
                <a:gd name="connsiteX95" fmla="*/ 1144236 w 3514905"/>
                <a:gd name="connsiteY95" fmla="*/ 2243783 h 2393433"/>
                <a:gd name="connsiteX96" fmla="*/ 1128298 w 3514905"/>
                <a:gd name="connsiteY96" fmla="*/ 2234238 h 2393433"/>
                <a:gd name="connsiteX97" fmla="*/ 1120087 w 3514905"/>
                <a:gd name="connsiteY97" fmla="*/ 2218935 h 2393433"/>
                <a:gd name="connsiteX98" fmla="*/ 1079363 w 3514905"/>
                <a:gd name="connsiteY98" fmla="*/ 2210584 h 2393433"/>
                <a:gd name="connsiteX99" fmla="*/ 1068661 w 3514905"/>
                <a:gd name="connsiteY99" fmla="*/ 2218935 h 2393433"/>
                <a:gd name="connsiteX100" fmla="*/ 1049215 w 3514905"/>
                <a:gd name="connsiteY100" fmla="*/ 2262086 h 2393433"/>
                <a:gd name="connsiteX101" fmla="*/ 1010067 w 3514905"/>
                <a:gd name="connsiteY101" fmla="*/ 2303776 h 2393433"/>
                <a:gd name="connsiteX102" fmla="*/ 993633 w 3514905"/>
                <a:gd name="connsiteY102" fmla="*/ 2307690 h 2393433"/>
                <a:gd name="connsiteX103" fmla="*/ 985409 w 3514905"/>
                <a:gd name="connsiteY103" fmla="*/ 2290455 h 2393433"/>
                <a:gd name="connsiteX104" fmla="*/ 962442 w 3514905"/>
                <a:gd name="connsiteY104" fmla="*/ 2301157 h 2393433"/>
                <a:gd name="connsiteX105" fmla="*/ 943517 w 3514905"/>
                <a:gd name="connsiteY105" fmla="*/ 2294624 h 2393433"/>
                <a:gd name="connsiteX106" fmla="*/ 925239 w 3514905"/>
                <a:gd name="connsiteY106" fmla="*/ 2301678 h 2393433"/>
                <a:gd name="connsiteX107" fmla="*/ 919240 w 3514905"/>
                <a:gd name="connsiteY107" fmla="*/ 2317642 h 2393433"/>
                <a:gd name="connsiteX108" fmla="*/ 889358 w 3514905"/>
                <a:gd name="connsiteY108" fmla="*/ 2337623 h 2393433"/>
                <a:gd name="connsiteX109" fmla="*/ 889625 w 3514905"/>
                <a:gd name="connsiteY109" fmla="*/ 2375130 h 2393433"/>
                <a:gd name="connsiteX110" fmla="*/ 867166 w 3514905"/>
                <a:gd name="connsiteY110" fmla="*/ 2387815 h 2393433"/>
                <a:gd name="connsiteX111" fmla="*/ 832328 w 3514905"/>
                <a:gd name="connsiteY111" fmla="*/ 2373821 h 2393433"/>
                <a:gd name="connsiteX112" fmla="*/ 802967 w 3514905"/>
                <a:gd name="connsiteY112" fmla="*/ 2354362 h 2393433"/>
                <a:gd name="connsiteX113" fmla="*/ 801137 w 3514905"/>
                <a:gd name="connsiteY113" fmla="*/ 2334877 h 2393433"/>
                <a:gd name="connsiteX114" fmla="*/ 788744 w 3514905"/>
                <a:gd name="connsiteY114" fmla="*/ 2331878 h 2393433"/>
                <a:gd name="connsiteX115" fmla="*/ 755736 w 3514905"/>
                <a:gd name="connsiteY115" fmla="*/ 2348998 h 2393433"/>
                <a:gd name="connsiteX116" fmla="*/ 748669 w 3514905"/>
                <a:gd name="connsiteY116" fmla="*/ 2367428 h 2393433"/>
                <a:gd name="connsiteX117" fmla="*/ 712280 w 3514905"/>
                <a:gd name="connsiteY117" fmla="*/ 2389645 h 2393433"/>
                <a:gd name="connsiteX118" fmla="*/ 681864 w 3514905"/>
                <a:gd name="connsiteY118" fmla="*/ 2393433 h 2393433"/>
                <a:gd name="connsiteX119" fmla="*/ 664248 w 3514905"/>
                <a:gd name="connsiteY119" fmla="*/ 2369780 h 2393433"/>
                <a:gd name="connsiteX120" fmla="*/ 653012 w 3514905"/>
                <a:gd name="connsiteY120" fmla="*/ 2346126 h 2393433"/>
                <a:gd name="connsiteX121" fmla="*/ 660079 w 3514905"/>
                <a:gd name="connsiteY121" fmla="*/ 2332513 h 2393433"/>
                <a:gd name="connsiteX122" fmla="*/ 631100 w 3514905"/>
                <a:gd name="connsiteY122" fmla="*/ 2305872 h 2393433"/>
                <a:gd name="connsiteX123" fmla="*/ 624058 w 3514905"/>
                <a:gd name="connsiteY123" fmla="*/ 2285218 h 2393433"/>
                <a:gd name="connsiteX124" fmla="*/ 599261 w 3514905"/>
                <a:gd name="connsiteY124" fmla="*/ 2266255 h 2393433"/>
                <a:gd name="connsiteX125" fmla="*/ 595079 w 3514905"/>
                <a:gd name="connsiteY125" fmla="*/ 2232535 h 2393433"/>
                <a:gd name="connsiteX126" fmla="*/ 555550 w 3514905"/>
                <a:gd name="connsiteY126" fmla="*/ 2198166 h 2393433"/>
                <a:gd name="connsiteX127" fmla="*/ 537782 w 3514905"/>
                <a:gd name="connsiteY127" fmla="*/ 2150325 h 2393433"/>
                <a:gd name="connsiteX128" fmla="*/ 540794 w 3514905"/>
                <a:gd name="connsiteY128" fmla="*/ 2101836 h 2393433"/>
                <a:gd name="connsiteX129" fmla="*/ 504773 w 3514905"/>
                <a:gd name="connsiteY129" fmla="*/ 2087066 h 2393433"/>
                <a:gd name="connsiteX130" fmla="*/ 487297 w 3514905"/>
                <a:gd name="connsiteY130" fmla="*/ 2056091 h 2393433"/>
                <a:gd name="connsiteX131" fmla="*/ 494732 w 3514905"/>
                <a:gd name="connsiteY131" fmla="*/ 2035577 h 2393433"/>
                <a:gd name="connsiteX132" fmla="*/ 515856 w 3514905"/>
                <a:gd name="connsiteY132" fmla="*/ 2021838 h 2393433"/>
                <a:gd name="connsiteX133" fmla="*/ 490029 w 3514905"/>
                <a:gd name="connsiteY133" fmla="*/ 2003026 h 2393433"/>
                <a:gd name="connsiteX134" fmla="*/ 484157 w 3514905"/>
                <a:gd name="connsiteY134" fmla="*/ 1968124 h 2393433"/>
                <a:gd name="connsiteX135" fmla="*/ 463401 w 3514905"/>
                <a:gd name="connsiteY135" fmla="*/ 1971658 h 2393433"/>
                <a:gd name="connsiteX136" fmla="*/ 435083 w 3514905"/>
                <a:gd name="connsiteY136" fmla="*/ 1951665 h 2393433"/>
                <a:gd name="connsiteX137" fmla="*/ 426860 w 3514905"/>
                <a:gd name="connsiteY137" fmla="*/ 1911920 h 2393433"/>
                <a:gd name="connsiteX138" fmla="*/ 400893 w 3514905"/>
                <a:gd name="connsiteY138" fmla="*/ 1878327 h 2393433"/>
                <a:gd name="connsiteX139" fmla="*/ 386149 w 3514905"/>
                <a:gd name="connsiteY139" fmla="*/ 1877678 h 2393433"/>
                <a:gd name="connsiteX140" fmla="*/ 373108 w 3514905"/>
                <a:gd name="connsiteY140" fmla="*/ 1842255 h 2393433"/>
                <a:gd name="connsiteX141" fmla="*/ 357169 w 3514905"/>
                <a:gd name="connsiteY141" fmla="*/ 1814433 h 2393433"/>
                <a:gd name="connsiteX142" fmla="*/ 335384 w 3514905"/>
                <a:gd name="connsiteY142" fmla="*/ 1796117 h 2393433"/>
                <a:gd name="connsiteX143" fmla="*/ 341777 w 3514905"/>
                <a:gd name="connsiteY143" fmla="*/ 1777433 h 2393433"/>
                <a:gd name="connsiteX144" fmla="*/ 333554 w 3514905"/>
                <a:gd name="connsiteY144" fmla="*/ 1770112 h 2393433"/>
                <a:gd name="connsiteX145" fmla="*/ 319331 w 3514905"/>
                <a:gd name="connsiteY145" fmla="*/ 1778348 h 2393433"/>
                <a:gd name="connsiteX146" fmla="*/ 285662 w 3514905"/>
                <a:gd name="connsiteY146" fmla="*/ 1819123 h 2393433"/>
                <a:gd name="connsiteX147" fmla="*/ 258119 w 3514905"/>
                <a:gd name="connsiteY147" fmla="*/ 1823965 h 2393433"/>
                <a:gd name="connsiteX148" fmla="*/ 248459 w 3514905"/>
                <a:gd name="connsiteY148" fmla="*/ 1843958 h 2393433"/>
                <a:gd name="connsiteX149" fmla="*/ 212451 w 3514905"/>
                <a:gd name="connsiteY149" fmla="*/ 1826838 h 2393433"/>
                <a:gd name="connsiteX150" fmla="*/ 204100 w 3514905"/>
                <a:gd name="connsiteY150" fmla="*/ 1807620 h 2393433"/>
                <a:gd name="connsiteX151" fmla="*/ 221323 w 3514905"/>
                <a:gd name="connsiteY151" fmla="*/ 1754695 h 2393433"/>
                <a:gd name="connsiteX152" fmla="*/ 245739 w 3514905"/>
                <a:gd name="connsiteY152" fmla="*/ 1741222 h 2393433"/>
                <a:gd name="connsiteX153" fmla="*/ 244951 w 3514905"/>
                <a:gd name="connsiteY153" fmla="*/ 1709726 h 2393433"/>
                <a:gd name="connsiteX154" fmla="*/ 224844 w 3514905"/>
                <a:gd name="connsiteY154" fmla="*/ 1684903 h 2393433"/>
                <a:gd name="connsiteX155" fmla="*/ 250302 w 3514905"/>
                <a:gd name="connsiteY155" fmla="*/ 1641103 h 2393433"/>
                <a:gd name="connsiteX156" fmla="*/ 245612 w 3514905"/>
                <a:gd name="connsiteY156" fmla="*/ 1619280 h 2393433"/>
                <a:gd name="connsiteX157" fmla="*/ 265948 w 3514905"/>
                <a:gd name="connsiteY157" fmla="*/ 1592741 h 2393433"/>
                <a:gd name="connsiteX158" fmla="*/ 249641 w 3514905"/>
                <a:gd name="connsiteY158" fmla="*/ 1592614 h 2393433"/>
                <a:gd name="connsiteX159" fmla="*/ 226674 w 3514905"/>
                <a:gd name="connsiteY159" fmla="*/ 1603329 h 2393433"/>
                <a:gd name="connsiteX160" fmla="*/ 209579 w 3514905"/>
                <a:gd name="connsiteY160" fmla="*/ 1592093 h 2393433"/>
                <a:gd name="connsiteX161" fmla="*/ 155814 w 3514905"/>
                <a:gd name="connsiteY161" fmla="*/ 1587911 h 2393433"/>
                <a:gd name="connsiteX162" fmla="*/ 134537 w 3514905"/>
                <a:gd name="connsiteY162" fmla="*/ 1572481 h 2393433"/>
                <a:gd name="connsiteX163" fmla="*/ 89137 w 3514905"/>
                <a:gd name="connsiteY163" fmla="*/ 1575481 h 2393433"/>
                <a:gd name="connsiteX164" fmla="*/ 53891 w 3514905"/>
                <a:gd name="connsiteY164" fmla="*/ 1553530 h 2393433"/>
                <a:gd name="connsiteX165" fmla="*/ 38359 w 3514905"/>
                <a:gd name="connsiteY165" fmla="*/ 1511586 h 2393433"/>
                <a:gd name="connsiteX166" fmla="*/ 43075 w 3514905"/>
                <a:gd name="connsiteY166" fmla="*/ 1476557 h 2393433"/>
                <a:gd name="connsiteX167" fmla="*/ 85476 w 3514905"/>
                <a:gd name="connsiteY167" fmla="*/ 1419692 h 2393433"/>
                <a:gd name="connsiteX168" fmla="*/ 65763 w 3514905"/>
                <a:gd name="connsiteY168" fmla="*/ 1354603 h 2393433"/>
                <a:gd name="connsiteX169" fmla="*/ 98529 w 3514905"/>
                <a:gd name="connsiteY169" fmla="*/ 1295793 h 2393433"/>
                <a:gd name="connsiteX170" fmla="*/ 98529 w 3514905"/>
                <a:gd name="connsiteY170" fmla="*/ 1266775 h 2393433"/>
                <a:gd name="connsiteX171" fmla="*/ 126327 w 3514905"/>
                <a:gd name="connsiteY171" fmla="*/ 1249642 h 2393433"/>
                <a:gd name="connsiteX172" fmla="*/ 138071 w 3514905"/>
                <a:gd name="connsiteY172" fmla="*/ 1221807 h 2393433"/>
                <a:gd name="connsiteX173" fmla="*/ 164432 w 3514905"/>
                <a:gd name="connsiteY173" fmla="*/ 1202601 h 2393433"/>
                <a:gd name="connsiteX174" fmla="*/ 173965 w 3514905"/>
                <a:gd name="connsiteY174" fmla="*/ 1188608 h 2393433"/>
                <a:gd name="connsiteX175" fmla="*/ 178909 w 3514905"/>
                <a:gd name="connsiteY175" fmla="*/ 1147973 h 2393433"/>
                <a:gd name="connsiteX176" fmla="*/ 191314 w 3514905"/>
                <a:gd name="connsiteY176" fmla="*/ 1125476 h 2393433"/>
                <a:gd name="connsiteX177" fmla="*/ 184527 w 3514905"/>
                <a:gd name="connsiteY177" fmla="*/ 1096065 h 2393433"/>
                <a:gd name="connsiteX178" fmla="*/ 156475 w 3514905"/>
                <a:gd name="connsiteY178" fmla="*/ 1097641 h 2393433"/>
                <a:gd name="connsiteX179" fmla="*/ 118624 w 3514905"/>
                <a:gd name="connsiteY179" fmla="*/ 1065738 h 2393433"/>
                <a:gd name="connsiteX180" fmla="*/ 119794 w 3514905"/>
                <a:gd name="connsiteY180" fmla="*/ 1047448 h 2393433"/>
                <a:gd name="connsiteX181" fmla="*/ 103741 w 3514905"/>
                <a:gd name="connsiteY181" fmla="*/ 1019994 h 2393433"/>
                <a:gd name="connsiteX182" fmla="*/ 81434 w 3514905"/>
                <a:gd name="connsiteY182" fmla="*/ 1010067 h 2393433"/>
                <a:gd name="connsiteX183" fmla="*/ 59649 w 3514905"/>
                <a:gd name="connsiteY183" fmla="*/ 1011237 h 2393433"/>
                <a:gd name="connsiteX184" fmla="*/ 55467 w 3514905"/>
                <a:gd name="connsiteY184" fmla="*/ 978178 h 2393433"/>
                <a:gd name="connsiteX185" fmla="*/ 28827 w 3514905"/>
                <a:gd name="connsiteY185" fmla="*/ 975165 h 2393433"/>
                <a:gd name="connsiteX186" fmla="*/ 15926 w 3514905"/>
                <a:gd name="connsiteY186" fmla="*/ 931518 h 2393433"/>
                <a:gd name="connsiteX187" fmla="*/ 0 w 3514905"/>
                <a:gd name="connsiteY187" fmla="*/ 910737 h 2393433"/>
                <a:gd name="connsiteX188" fmla="*/ 2872 w 3514905"/>
                <a:gd name="connsiteY188" fmla="*/ 875314 h 2393433"/>
                <a:gd name="connsiteX189" fmla="*/ 46596 w 3514905"/>
                <a:gd name="connsiteY189" fmla="*/ 859884 h 2393433"/>
                <a:gd name="connsiteX190" fmla="*/ 72156 w 3514905"/>
                <a:gd name="connsiteY190" fmla="*/ 837552 h 2393433"/>
                <a:gd name="connsiteX191" fmla="*/ 67593 w 3514905"/>
                <a:gd name="connsiteY191" fmla="*/ 797807 h 2393433"/>
                <a:gd name="connsiteX192" fmla="*/ 75816 w 3514905"/>
                <a:gd name="connsiteY192" fmla="*/ 785262 h 2393433"/>
                <a:gd name="connsiteX193" fmla="*/ 114316 w 3514905"/>
                <a:gd name="connsiteY193" fmla="*/ 806043 h 2393433"/>
                <a:gd name="connsiteX194" fmla="*/ 128919 w 3514905"/>
                <a:gd name="connsiteY194" fmla="*/ 809564 h 2393433"/>
                <a:gd name="connsiteX195" fmla="*/ 161547 w 3514905"/>
                <a:gd name="connsiteY195" fmla="*/ 802904 h 2393433"/>
                <a:gd name="connsiteX196" fmla="*/ 172516 w 3514905"/>
                <a:gd name="connsiteY196" fmla="*/ 806551 h 2393433"/>
                <a:gd name="connsiteX197" fmla="*/ 181654 w 3514905"/>
                <a:gd name="connsiteY197" fmla="*/ 812843 h 2393433"/>
                <a:gd name="connsiteX198" fmla="*/ 187641 w 3514905"/>
                <a:gd name="connsiteY198" fmla="*/ 803832 h 2393433"/>
                <a:gd name="connsiteX199" fmla="*/ 183218 w 3514905"/>
                <a:gd name="connsiteY199" fmla="*/ 787486 h 2393433"/>
                <a:gd name="connsiteX200" fmla="*/ 186217 w 3514905"/>
                <a:gd name="connsiteY200" fmla="*/ 784728 h 2393433"/>
                <a:gd name="connsiteX201" fmla="*/ 209579 w 3514905"/>
                <a:gd name="connsiteY201" fmla="*/ 813237 h 2393433"/>
                <a:gd name="connsiteX202" fmla="*/ 238418 w 3514905"/>
                <a:gd name="connsiteY202" fmla="*/ 840018 h 2393433"/>
                <a:gd name="connsiteX203" fmla="*/ 243248 w 3514905"/>
                <a:gd name="connsiteY203" fmla="*/ 853350 h 2393433"/>
                <a:gd name="connsiteX204" fmla="*/ 242854 w 3514905"/>
                <a:gd name="connsiteY204" fmla="*/ 872695 h 2393433"/>
                <a:gd name="connsiteX205" fmla="*/ 232419 w 3514905"/>
                <a:gd name="connsiteY205" fmla="*/ 900556 h 2393433"/>
                <a:gd name="connsiteX206" fmla="*/ 237249 w 3514905"/>
                <a:gd name="connsiteY206" fmla="*/ 911385 h 2393433"/>
                <a:gd name="connsiteX207" fmla="*/ 249120 w 3514905"/>
                <a:gd name="connsiteY207" fmla="*/ 922634 h 2393433"/>
                <a:gd name="connsiteX208" fmla="*/ 261258 w 3514905"/>
                <a:gd name="connsiteY208" fmla="*/ 946809 h 2393433"/>
                <a:gd name="connsiteX209" fmla="*/ 272087 w 3514905"/>
                <a:gd name="connsiteY209" fmla="*/ 953342 h 2393433"/>
                <a:gd name="connsiteX210" fmla="*/ 296351 w 3514905"/>
                <a:gd name="connsiteY210" fmla="*/ 949821 h 2393433"/>
                <a:gd name="connsiteX211" fmla="*/ 308629 w 3514905"/>
                <a:gd name="connsiteY211" fmla="*/ 950990 h 2393433"/>
                <a:gd name="connsiteX212" fmla="*/ 330033 w 3514905"/>
                <a:gd name="connsiteY212" fmla="*/ 977008 h 2393433"/>
                <a:gd name="connsiteX213" fmla="*/ 334075 w 3514905"/>
                <a:gd name="connsiteY213" fmla="*/ 984710 h 2393433"/>
                <a:gd name="connsiteX214" fmla="*/ 336045 w 3514905"/>
                <a:gd name="connsiteY214" fmla="*/ 995171 h 2393433"/>
                <a:gd name="connsiteX215" fmla="*/ 335384 w 3514905"/>
                <a:gd name="connsiteY215" fmla="*/ 1023133 h 2393433"/>
                <a:gd name="connsiteX216" fmla="*/ 342947 w 3514905"/>
                <a:gd name="connsiteY216" fmla="*/ 1052672 h 2393433"/>
                <a:gd name="connsiteX217" fmla="*/ 344002 w 3514905"/>
                <a:gd name="connsiteY217" fmla="*/ 1072818 h 2393433"/>
                <a:gd name="connsiteX218" fmla="*/ 353661 w 3514905"/>
                <a:gd name="connsiteY218" fmla="*/ 1084714 h 2393433"/>
                <a:gd name="connsiteX219" fmla="*/ 371011 w 3514905"/>
                <a:gd name="connsiteY219" fmla="*/ 1094514 h 2393433"/>
                <a:gd name="connsiteX220" fmla="*/ 391373 w 3514905"/>
                <a:gd name="connsiteY220" fmla="*/ 1115422 h 2393433"/>
                <a:gd name="connsiteX221" fmla="*/ 395694 w 3514905"/>
                <a:gd name="connsiteY221" fmla="*/ 1128361 h 2393433"/>
                <a:gd name="connsiteX222" fmla="*/ 400244 w 3514905"/>
                <a:gd name="connsiteY222" fmla="*/ 1154506 h 2393433"/>
                <a:gd name="connsiteX223" fmla="*/ 404426 w 3514905"/>
                <a:gd name="connsiteY223" fmla="*/ 1166911 h 2393433"/>
                <a:gd name="connsiteX224" fmla="*/ 413425 w 3514905"/>
                <a:gd name="connsiteY224" fmla="*/ 1176330 h 2393433"/>
                <a:gd name="connsiteX225" fmla="*/ 431956 w 3514905"/>
                <a:gd name="connsiteY225" fmla="*/ 1196590 h 2393433"/>
                <a:gd name="connsiteX226" fmla="*/ 449052 w 3514905"/>
                <a:gd name="connsiteY226" fmla="*/ 1210558 h 2393433"/>
                <a:gd name="connsiteX227" fmla="*/ 453360 w 3514905"/>
                <a:gd name="connsiteY227" fmla="*/ 1220637 h 2393433"/>
                <a:gd name="connsiteX228" fmla="*/ 452826 w 3514905"/>
                <a:gd name="connsiteY228" fmla="*/ 1232534 h 2393433"/>
                <a:gd name="connsiteX229" fmla="*/ 464329 w 3514905"/>
                <a:gd name="connsiteY229" fmla="*/ 1258272 h 2393433"/>
                <a:gd name="connsiteX230" fmla="*/ 469934 w 3514905"/>
                <a:gd name="connsiteY230" fmla="*/ 1266775 h 2393433"/>
                <a:gd name="connsiteX231" fmla="*/ 477624 w 3514905"/>
                <a:gd name="connsiteY231" fmla="*/ 1274490 h 2393433"/>
                <a:gd name="connsiteX232" fmla="*/ 480636 w 3514905"/>
                <a:gd name="connsiteY232" fmla="*/ 1279841 h 2393433"/>
                <a:gd name="connsiteX233" fmla="*/ 479327 w 3514905"/>
                <a:gd name="connsiteY233" fmla="*/ 1286374 h 2393433"/>
                <a:gd name="connsiteX234" fmla="*/ 482988 w 3514905"/>
                <a:gd name="connsiteY234" fmla="*/ 1295793 h 2393433"/>
                <a:gd name="connsiteX235" fmla="*/ 491465 w 3514905"/>
                <a:gd name="connsiteY235" fmla="*/ 1302059 h 2393433"/>
                <a:gd name="connsiteX236" fmla="*/ 496562 w 3514905"/>
                <a:gd name="connsiteY236" fmla="*/ 1311731 h 2393433"/>
                <a:gd name="connsiteX237" fmla="*/ 499422 w 3514905"/>
                <a:gd name="connsiteY237" fmla="*/ 1346621 h 2393433"/>
                <a:gd name="connsiteX238" fmla="*/ 502943 w 3514905"/>
                <a:gd name="connsiteY238" fmla="*/ 1354870 h 2393433"/>
                <a:gd name="connsiteX239" fmla="*/ 518348 w 3514905"/>
                <a:gd name="connsiteY239" fmla="*/ 1366767 h 2393433"/>
                <a:gd name="connsiteX240" fmla="*/ 531922 w 3514905"/>
                <a:gd name="connsiteY240" fmla="*/ 1386238 h 2393433"/>
                <a:gd name="connsiteX241" fmla="*/ 541709 w 3514905"/>
                <a:gd name="connsiteY241" fmla="*/ 1406359 h 2393433"/>
                <a:gd name="connsiteX242" fmla="*/ 620919 w 3514905"/>
                <a:gd name="connsiteY242" fmla="*/ 1364936 h 2393433"/>
                <a:gd name="connsiteX243" fmla="*/ 629663 w 3514905"/>
                <a:gd name="connsiteY243" fmla="*/ 1369893 h 2393433"/>
                <a:gd name="connsiteX244" fmla="*/ 656419 w 3514905"/>
                <a:gd name="connsiteY244" fmla="*/ 1363500 h 2393433"/>
                <a:gd name="connsiteX245" fmla="*/ 713703 w 3514905"/>
                <a:gd name="connsiteY245" fmla="*/ 1319447 h 2393433"/>
                <a:gd name="connsiteX246" fmla="*/ 736023 w 3514905"/>
                <a:gd name="connsiteY246" fmla="*/ 1257751 h 2393433"/>
                <a:gd name="connsiteX247" fmla="*/ 777521 w 3514905"/>
                <a:gd name="connsiteY247" fmla="*/ 1249261 h 2393433"/>
                <a:gd name="connsiteX248" fmla="*/ 819541 w 3514905"/>
                <a:gd name="connsiteY248" fmla="*/ 1188480 h 2393433"/>
                <a:gd name="connsiteX249" fmla="*/ 903454 w 3514905"/>
                <a:gd name="connsiteY249" fmla="*/ 1123786 h 2393433"/>
                <a:gd name="connsiteX250" fmla="*/ 875403 w 3514905"/>
                <a:gd name="connsiteY250" fmla="*/ 1061175 h 2393433"/>
                <a:gd name="connsiteX251" fmla="*/ 888964 w 3514905"/>
                <a:gd name="connsiteY251" fmla="*/ 1032679 h 2393433"/>
                <a:gd name="connsiteX252" fmla="*/ 928646 w 3514905"/>
                <a:gd name="connsiteY252" fmla="*/ 990201 h 2393433"/>
                <a:gd name="connsiteX253" fmla="*/ 997942 w 3514905"/>
                <a:gd name="connsiteY253" fmla="*/ 980148 h 2393433"/>
                <a:gd name="connsiteX254" fmla="*/ 1017515 w 3514905"/>
                <a:gd name="connsiteY254" fmla="*/ 956227 h 2393433"/>
                <a:gd name="connsiteX255" fmla="*/ 1016727 w 3514905"/>
                <a:gd name="connsiteY255" fmla="*/ 897544 h 2393433"/>
                <a:gd name="connsiteX256" fmla="*/ 1121917 w 3514905"/>
                <a:gd name="connsiteY256" fmla="*/ 846817 h 2393433"/>
                <a:gd name="connsiteX257" fmla="*/ 1113948 w 3514905"/>
                <a:gd name="connsiteY257" fmla="*/ 930997 h 2393433"/>
                <a:gd name="connsiteX258" fmla="*/ 1133013 w 3514905"/>
                <a:gd name="connsiteY258" fmla="*/ 942894 h 2393433"/>
                <a:gd name="connsiteX259" fmla="*/ 1217307 w 3514905"/>
                <a:gd name="connsiteY259" fmla="*/ 913876 h 2393433"/>
                <a:gd name="connsiteX260" fmla="*/ 1264144 w 3514905"/>
                <a:gd name="connsiteY260" fmla="*/ 877017 h 2393433"/>
                <a:gd name="connsiteX261" fmla="*/ 1300305 w 3514905"/>
                <a:gd name="connsiteY261" fmla="*/ 850872 h 2393433"/>
                <a:gd name="connsiteX262" fmla="*/ 1380176 w 3514905"/>
                <a:gd name="connsiteY262" fmla="*/ 814801 h 2393433"/>
                <a:gd name="connsiteX263" fmla="*/ 1420238 w 3514905"/>
                <a:gd name="connsiteY263" fmla="*/ 842903 h 2393433"/>
                <a:gd name="connsiteX264" fmla="*/ 1464076 w 3514905"/>
                <a:gd name="connsiteY264" fmla="*/ 817279 h 2393433"/>
                <a:gd name="connsiteX265" fmla="*/ 1479608 w 3514905"/>
                <a:gd name="connsiteY265" fmla="*/ 860672 h 2393433"/>
                <a:gd name="connsiteX266" fmla="*/ 1505193 w 3514905"/>
                <a:gd name="connsiteY266" fmla="*/ 863150 h 2393433"/>
                <a:gd name="connsiteX267" fmla="*/ 1522009 w 3514905"/>
                <a:gd name="connsiteY267" fmla="*/ 845000 h 2393433"/>
                <a:gd name="connsiteX268" fmla="*/ 1585712 w 3514905"/>
                <a:gd name="connsiteY268" fmla="*/ 840691 h 2393433"/>
                <a:gd name="connsiteX269" fmla="*/ 1620678 w 3514905"/>
                <a:gd name="connsiteY269" fmla="*/ 806170 h 2393433"/>
                <a:gd name="connsiteX270" fmla="*/ 1560406 w 3514905"/>
                <a:gd name="connsiteY270" fmla="*/ 782923 h 2393433"/>
                <a:gd name="connsiteX271" fmla="*/ 1576714 w 3514905"/>
                <a:gd name="connsiteY271" fmla="*/ 744348 h 2393433"/>
                <a:gd name="connsiteX272" fmla="*/ 1630338 w 3514905"/>
                <a:gd name="connsiteY272" fmla="*/ 726579 h 2393433"/>
                <a:gd name="connsiteX273" fmla="*/ 1678484 w 3514905"/>
                <a:gd name="connsiteY273" fmla="*/ 731536 h 2393433"/>
                <a:gd name="connsiteX274" fmla="*/ 1711505 w 3514905"/>
                <a:gd name="connsiteY274" fmla="*/ 726579 h 2393433"/>
                <a:gd name="connsiteX275" fmla="*/ 1734079 w 3514905"/>
                <a:gd name="connsiteY275" fmla="*/ 665786 h 2393433"/>
                <a:gd name="connsiteX276" fmla="*/ 1765943 w 3514905"/>
                <a:gd name="connsiteY276" fmla="*/ 638739 h 2393433"/>
                <a:gd name="connsiteX277" fmla="*/ 1902184 w 3514905"/>
                <a:gd name="connsiteY277" fmla="*/ 692592 h 2393433"/>
                <a:gd name="connsiteX278" fmla="*/ 1928799 w 3514905"/>
                <a:gd name="connsiteY278" fmla="*/ 724863 h 2393433"/>
                <a:gd name="connsiteX279" fmla="*/ 1994447 w 3514905"/>
                <a:gd name="connsiteY279" fmla="*/ 703040 h 2393433"/>
                <a:gd name="connsiteX280" fmla="*/ 2012839 w 3514905"/>
                <a:gd name="connsiteY280" fmla="*/ 690380 h 2393433"/>
                <a:gd name="connsiteX281" fmla="*/ 2059028 w 3514905"/>
                <a:gd name="connsiteY281" fmla="*/ 654690 h 2393433"/>
                <a:gd name="connsiteX282" fmla="*/ 2212643 w 3514905"/>
                <a:gd name="connsiteY282" fmla="*/ 539154 h 2393433"/>
                <a:gd name="connsiteX283" fmla="*/ 2285714 w 3514905"/>
                <a:gd name="connsiteY283" fmla="*/ 538099 h 2393433"/>
                <a:gd name="connsiteX284" fmla="*/ 2389849 w 3514905"/>
                <a:gd name="connsiteY284" fmla="*/ 487373 h 2393433"/>
                <a:gd name="connsiteX285" fmla="*/ 2414265 w 3514905"/>
                <a:gd name="connsiteY285" fmla="*/ 451848 h 2393433"/>
                <a:gd name="connsiteX286" fmla="*/ 2467508 w 3514905"/>
                <a:gd name="connsiteY286" fmla="*/ 433278 h 2393433"/>
                <a:gd name="connsiteX287" fmla="*/ 2482239 w 3514905"/>
                <a:gd name="connsiteY287" fmla="*/ 401783 h 2393433"/>
                <a:gd name="connsiteX288" fmla="*/ 2456933 w 3514905"/>
                <a:gd name="connsiteY288" fmla="*/ 354729 h 2393433"/>
                <a:gd name="connsiteX289" fmla="*/ 2474817 w 3514905"/>
                <a:gd name="connsiteY289" fmla="*/ 335893 h 2393433"/>
                <a:gd name="connsiteX290" fmla="*/ 2507838 w 3514905"/>
                <a:gd name="connsiteY290" fmla="*/ 324136 h 2393433"/>
                <a:gd name="connsiteX291" fmla="*/ 2527666 w 3514905"/>
                <a:gd name="connsiteY291" fmla="*/ 296961 h 2393433"/>
                <a:gd name="connsiteX292" fmla="*/ 2576854 w 3514905"/>
                <a:gd name="connsiteY292" fmla="*/ 275252 h 2393433"/>
                <a:gd name="connsiteX293" fmla="*/ 2658416 w 3514905"/>
                <a:gd name="connsiteY293" fmla="*/ 314730 h 2393433"/>
                <a:gd name="connsiteX294" fmla="*/ 2682832 w 3514905"/>
                <a:gd name="connsiteY294" fmla="*/ 306240 h 2393433"/>
                <a:gd name="connsiteX295" fmla="*/ 2773519 w 3514905"/>
                <a:gd name="connsiteY295" fmla="*/ 330529 h 2393433"/>
                <a:gd name="connsiteX296" fmla="*/ 2796105 w 3514905"/>
                <a:gd name="connsiteY296" fmla="*/ 360741 h 2393433"/>
                <a:gd name="connsiteX297" fmla="*/ 2891762 w 3514905"/>
                <a:gd name="connsiteY297" fmla="*/ 374595 h 2393433"/>
                <a:gd name="connsiteX298" fmla="*/ 2912759 w 3514905"/>
                <a:gd name="connsiteY298" fmla="*/ 401783 h 2393433"/>
                <a:gd name="connsiteX299" fmla="*/ 3021216 w 3514905"/>
                <a:gd name="connsiteY299" fmla="*/ 384789 h 2393433"/>
                <a:gd name="connsiteX300" fmla="*/ 3062587 w 3514905"/>
                <a:gd name="connsiteY300" fmla="*/ 375231 h 2393433"/>
                <a:gd name="connsiteX301" fmla="*/ 3113098 w 3514905"/>
                <a:gd name="connsiteY301" fmla="*/ 348183 h 2393433"/>
                <a:gd name="connsiteX302" fmla="*/ 3175339 w 3514905"/>
                <a:gd name="connsiteY302" fmla="*/ 308845 h 2393433"/>
                <a:gd name="connsiteX303" fmla="*/ 3239018 w 3514905"/>
                <a:gd name="connsiteY303" fmla="*/ 273168 h 2393433"/>
                <a:gd name="connsiteX304" fmla="*/ 3281177 w 3514905"/>
                <a:gd name="connsiteY304" fmla="*/ 218133 h 2393433"/>
                <a:gd name="connsiteX305" fmla="*/ 3293430 w 3514905"/>
                <a:gd name="connsiteY305" fmla="*/ 64682 h 2393433"/>
                <a:gd name="connsiteX306" fmla="*/ 3333124 w 3514905"/>
                <a:gd name="connsiteY306" fmla="*/ 23654 h 2393433"/>
                <a:gd name="connsiteX307" fmla="*/ 3380355 w 3514905"/>
                <a:gd name="connsiteY307" fmla="*/ 0 h 2393433"/>
                <a:gd name="connsiteX308" fmla="*/ 3401632 w 3514905"/>
                <a:gd name="connsiteY308" fmla="*/ 16587 h 2393433"/>
                <a:gd name="connsiteX309" fmla="*/ 3397578 w 3514905"/>
                <a:gd name="connsiteY309" fmla="*/ 83252 h 2393433"/>
                <a:gd name="connsiteX310" fmla="*/ 3366005 w 3514905"/>
                <a:gd name="connsiteY310" fmla="*/ 206363 h 2393433"/>
                <a:gd name="connsiteX311" fmla="*/ 3406716 w 3514905"/>
                <a:gd name="connsiteY311" fmla="*/ 320996 h 2393433"/>
                <a:gd name="connsiteX312" fmla="*/ 3514905 w 3514905"/>
                <a:gd name="connsiteY312" fmla="*/ 378764 h 2393433"/>
                <a:gd name="connsiteX313" fmla="*/ 3444948 w 3514905"/>
                <a:gd name="connsiteY313" fmla="*/ 475616 h 2393433"/>
                <a:gd name="connsiteX314" fmla="*/ 3340814 w 3514905"/>
                <a:gd name="connsiteY314" fmla="*/ 479162 h 2393433"/>
                <a:gd name="connsiteX315" fmla="*/ 3340687 w 3514905"/>
                <a:gd name="connsiteY315" fmla="*/ 602286 h 2393433"/>
                <a:gd name="connsiteX316" fmla="*/ 3317707 w 3514905"/>
                <a:gd name="connsiteY316" fmla="*/ 613903 h 2393433"/>
                <a:gd name="connsiteX317" fmla="*/ 3282868 w 3514905"/>
                <a:gd name="connsiteY317" fmla="*/ 610369 h 2393433"/>
                <a:gd name="connsiteX318" fmla="*/ 3241636 w 3514905"/>
                <a:gd name="connsiteY318" fmla="*/ 663053 h 2393433"/>
                <a:gd name="connsiteX319" fmla="*/ 3201306 w 3514905"/>
                <a:gd name="connsiteY319" fmla="*/ 689325 h 2393433"/>
                <a:gd name="connsiteX320" fmla="*/ 3165680 w 3514905"/>
                <a:gd name="connsiteY320" fmla="*/ 686580 h 2393433"/>
                <a:gd name="connsiteX321" fmla="*/ 3135531 w 3514905"/>
                <a:gd name="connsiteY321" fmla="*/ 737561 h 2393433"/>
                <a:gd name="connsiteX322" fmla="*/ 3160062 w 3514905"/>
                <a:gd name="connsiteY322" fmla="*/ 751148 h 2393433"/>
                <a:gd name="connsiteX323" fmla="*/ 3178466 w 3514905"/>
                <a:gd name="connsiteY323" fmla="*/ 745784 h 2393433"/>
                <a:gd name="connsiteX324" fmla="*/ 3193731 w 3514905"/>
                <a:gd name="connsiteY324" fmla="*/ 768268 h 2393433"/>
                <a:gd name="connsiteX325" fmla="*/ 3191914 w 3514905"/>
                <a:gd name="connsiteY325" fmla="*/ 798468 h 2393433"/>
                <a:gd name="connsiteX326" fmla="*/ 3186690 w 3514905"/>
                <a:gd name="connsiteY326" fmla="*/ 832061 h 2393433"/>
                <a:gd name="connsiteX327" fmla="*/ 3124702 w 3514905"/>
                <a:gd name="connsiteY327" fmla="*/ 875835 h 2393433"/>
                <a:gd name="connsiteX328" fmla="*/ 3098074 w 3514905"/>
                <a:gd name="connsiteY328" fmla="*/ 866963 h 2393433"/>
                <a:gd name="connsiteX329" fmla="*/ 3083991 w 3514905"/>
                <a:gd name="connsiteY329" fmla="*/ 885889 h 2393433"/>
                <a:gd name="connsiteX330" fmla="*/ 3091033 w 3514905"/>
                <a:gd name="connsiteY330" fmla="*/ 903022 h 2393433"/>
                <a:gd name="connsiteX331" fmla="*/ 3092736 w 3514905"/>
                <a:gd name="connsiteY331" fmla="*/ 935039 h 2393433"/>
                <a:gd name="connsiteX332" fmla="*/ 3058533 w 3514905"/>
                <a:gd name="connsiteY332" fmla="*/ 930870 h 2393433"/>
                <a:gd name="connsiteX333" fmla="*/ 3049661 w 3514905"/>
                <a:gd name="connsiteY333" fmla="*/ 951511 h 2393433"/>
                <a:gd name="connsiteX334" fmla="*/ 3001896 w 3514905"/>
                <a:gd name="connsiteY334" fmla="*/ 964069 h 2393433"/>
                <a:gd name="connsiteX335" fmla="*/ 3005430 w 3514905"/>
                <a:gd name="connsiteY335" fmla="*/ 993595 h 2393433"/>
                <a:gd name="connsiteX336" fmla="*/ 2986504 w 3514905"/>
                <a:gd name="connsiteY336" fmla="*/ 1010728 h 2393433"/>
                <a:gd name="connsiteX337" fmla="*/ 2984674 w 3514905"/>
                <a:gd name="connsiteY337" fmla="*/ 1039746 h 2393433"/>
                <a:gd name="connsiteX338" fmla="*/ 2965876 w 3514905"/>
                <a:gd name="connsiteY338" fmla="*/ 1056205 h 2393433"/>
                <a:gd name="connsiteX339" fmla="*/ 2875201 w 3514905"/>
                <a:gd name="connsiteY339" fmla="*/ 1078169 h 2393433"/>
                <a:gd name="connsiteX340" fmla="*/ 2829380 w 3514905"/>
                <a:gd name="connsiteY340" fmla="*/ 1058951 h 2393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Lst>
              <a:rect l="l" t="t" r="r" b="b"/>
              <a:pathLst>
                <a:path w="3514905" h="2393433">
                  <a:moveTo>
                    <a:pt x="2829380" y="1058951"/>
                  </a:moveTo>
                  <a:lnTo>
                    <a:pt x="2794021" y="1090587"/>
                  </a:lnTo>
                  <a:lnTo>
                    <a:pt x="2778616" y="1123658"/>
                  </a:lnTo>
                  <a:lnTo>
                    <a:pt x="2758509" y="1133725"/>
                  </a:lnTo>
                  <a:lnTo>
                    <a:pt x="2743243" y="1159196"/>
                  </a:lnTo>
                  <a:lnTo>
                    <a:pt x="2723670" y="1168080"/>
                  </a:lnTo>
                  <a:lnTo>
                    <a:pt x="2725500" y="1181032"/>
                  </a:lnTo>
                  <a:lnTo>
                    <a:pt x="2714290" y="1186904"/>
                  </a:lnTo>
                  <a:lnTo>
                    <a:pt x="2728512" y="1198153"/>
                  </a:lnTo>
                  <a:lnTo>
                    <a:pt x="2760351" y="1208220"/>
                  </a:lnTo>
                  <a:lnTo>
                    <a:pt x="2776913" y="1247824"/>
                  </a:lnTo>
                  <a:lnTo>
                    <a:pt x="2791669" y="1250824"/>
                  </a:lnTo>
                  <a:lnTo>
                    <a:pt x="2804595" y="1275139"/>
                  </a:lnTo>
                  <a:lnTo>
                    <a:pt x="2831859" y="1280350"/>
                  </a:lnTo>
                  <a:lnTo>
                    <a:pt x="2850136" y="1332385"/>
                  </a:lnTo>
                  <a:lnTo>
                    <a:pt x="2859008" y="1376820"/>
                  </a:lnTo>
                  <a:lnTo>
                    <a:pt x="2883145" y="1399826"/>
                  </a:lnTo>
                  <a:lnTo>
                    <a:pt x="2892677" y="1430661"/>
                  </a:lnTo>
                  <a:lnTo>
                    <a:pt x="2857178" y="1474981"/>
                  </a:lnTo>
                  <a:lnTo>
                    <a:pt x="2869570" y="1517586"/>
                  </a:lnTo>
                  <a:lnTo>
                    <a:pt x="2849475" y="1553022"/>
                  </a:lnTo>
                  <a:lnTo>
                    <a:pt x="2828860" y="1562415"/>
                  </a:lnTo>
                  <a:lnTo>
                    <a:pt x="2811116" y="1557712"/>
                  </a:lnTo>
                  <a:lnTo>
                    <a:pt x="2787488" y="1576142"/>
                  </a:lnTo>
                  <a:lnTo>
                    <a:pt x="2779264" y="1613917"/>
                  </a:lnTo>
                  <a:lnTo>
                    <a:pt x="2747959" y="1640582"/>
                  </a:lnTo>
                  <a:lnTo>
                    <a:pt x="2687649" y="1650636"/>
                  </a:lnTo>
                  <a:lnTo>
                    <a:pt x="2649289" y="1664249"/>
                  </a:lnTo>
                  <a:lnTo>
                    <a:pt x="2614324" y="1667897"/>
                  </a:lnTo>
                  <a:lnTo>
                    <a:pt x="2607397" y="1715090"/>
                  </a:lnTo>
                  <a:lnTo>
                    <a:pt x="2593174" y="1734549"/>
                  </a:lnTo>
                  <a:lnTo>
                    <a:pt x="2594089" y="1776124"/>
                  </a:lnTo>
                  <a:lnTo>
                    <a:pt x="2615366" y="1829583"/>
                  </a:lnTo>
                  <a:lnTo>
                    <a:pt x="2578303" y="1864078"/>
                  </a:lnTo>
                  <a:lnTo>
                    <a:pt x="2586133" y="1885902"/>
                  </a:lnTo>
                  <a:lnTo>
                    <a:pt x="2572545" y="1904332"/>
                  </a:lnTo>
                  <a:lnTo>
                    <a:pt x="2573206" y="1930350"/>
                  </a:lnTo>
                  <a:lnTo>
                    <a:pt x="2549578" y="1928125"/>
                  </a:lnTo>
                  <a:lnTo>
                    <a:pt x="2523611" y="1978191"/>
                  </a:lnTo>
                  <a:lnTo>
                    <a:pt x="2493488" y="1971124"/>
                  </a:lnTo>
                  <a:lnTo>
                    <a:pt x="2462157" y="1977670"/>
                  </a:lnTo>
                  <a:lnTo>
                    <a:pt x="2435008" y="1971658"/>
                  </a:lnTo>
                  <a:lnTo>
                    <a:pt x="2356319" y="1975966"/>
                  </a:lnTo>
                  <a:lnTo>
                    <a:pt x="2325002" y="2027201"/>
                  </a:lnTo>
                  <a:lnTo>
                    <a:pt x="2297852" y="2045758"/>
                  </a:lnTo>
                  <a:lnTo>
                    <a:pt x="2299810" y="2108890"/>
                  </a:lnTo>
                  <a:lnTo>
                    <a:pt x="2283897" y="2126023"/>
                  </a:lnTo>
                  <a:lnTo>
                    <a:pt x="2280884" y="2154507"/>
                  </a:lnTo>
                  <a:lnTo>
                    <a:pt x="2296810" y="2184045"/>
                  </a:lnTo>
                  <a:lnTo>
                    <a:pt x="2287405" y="2203530"/>
                  </a:lnTo>
                  <a:lnTo>
                    <a:pt x="2257917" y="2218935"/>
                  </a:lnTo>
                  <a:lnTo>
                    <a:pt x="2246033" y="2206542"/>
                  </a:lnTo>
                  <a:lnTo>
                    <a:pt x="2199984" y="2200645"/>
                  </a:lnTo>
                  <a:lnTo>
                    <a:pt x="2168526" y="2187706"/>
                  </a:lnTo>
                  <a:lnTo>
                    <a:pt x="2136687" y="2221426"/>
                  </a:lnTo>
                  <a:lnTo>
                    <a:pt x="2059422" y="2155040"/>
                  </a:lnTo>
                  <a:lnTo>
                    <a:pt x="2027074" y="2148495"/>
                  </a:lnTo>
                  <a:lnTo>
                    <a:pt x="1994574" y="2194379"/>
                  </a:lnTo>
                  <a:lnTo>
                    <a:pt x="1964413" y="2195688"/>
                  </a:lnTo>
                  <a:lnTo>
                    <a:pt x="1937810" y="2162743"/>
                  </a:lnTo>
                  <a:lnTo>
                    <a:pt x="1940149" y="2121956"/>
                  </a:lnTo>
                  <a:lnTo>
                    <a:pt x="1915352" y="2103018"/>
                  </a:lnTo>
                  <a:lnTo>
                    <a:pt x="1884301" y="2100400"/>
                  </a:lnTo>
                  <a:lnTo>
                    <a:pt x="1855715" y="2049165"/>
                  </a:lnTo>
                  <a:lnTo>
                    <a:pt x="1835087" y="2043280"/>
                  </a:lnTo>
                  <a:lnTo>
                    <a:pt x="1800375" y="2060006"/>
                  </a:lnTo>
                  <a:lnTo>
                    <a:pt x="1761888" y="2054515"/>
                  </a:lnTo>
                  <a:lnTo>
                    <a:pt x="1737612" y="2062765"/>
                  </a:lnTo>
                  <a:lnTo>
                    <a:pt x="1679806" y="2053867"/>
                  </a:lnTo>
                  <a:lnTo>
                    <a:pt x="1663880" y="2003408"/>
                  </a:lnTo>
                  <a:lnTo>
                    <a:pt x="1639083" y="2014262"/>
                  </a:lnTo>
                  <a:lnTo>
                    <a:pt x="1608934" y="2014262"/>
                  </a:lnTo>
                  <a:lnTo>
                    <a:pt x="1597050" y="2044462"/>
                  </a:lnTo>
                  <a:lnTo>
                    <a:pt x="1605934" y="2088630"/>
                  </a:lnTo>
                  <a:lnTo>
                    <a:pt x="1588318" y="2104835"/>
                  </a:lnTo>
                  <a:lnTo>
                    <a:pt x="1558690" y="2098302"/>
                  </a:lnTo>
                  <a:lnTo>
                    <a:pt x="1544608" y="2087066"/>
                  </a:lnTo>
                  <a:lnTo>
                    <a:pt x="1525021" y="2090460"/>
                  </a:lnTo>
                  <a:lnTo>
                    <a:pt x="1503897" y="2086418"/>
                  </a:lnTo>
                  <a:lnTo>
                    <a:pt x="1486662" y="2104835"/>
                  </a:lnTo>
                  <a:lnTo>
                    <a:pt x="1463033" y="2111902"/>
                  </a:lnTo>
                  <a:lnTo>
                    <a:pt x="1454289" y="2124841"/>
                  </a:lnTo>
                  <a:lnTo>
                    <a:pt x="1460174" y="2162743"/>
                  </a:lnTo>
                  <a:lnTo>
                    <a:pt x="1430025" y="2163925"/>
                  </a:lnTo>
                  <a:lnTo>
                    <a:pt x="1415014" y="2175542"/>
                  </a:lnTo>
                  <a:lnTo>
                    <a:pt x="1396356" y="2178173"/>
                  </a:lnTo>
                  <a:lnTo>
                    <a:pt x="1375740" y="2211233"/>
                  </a:lnTo>
                  <a:lnTo>
                    <a:pt x="1326145" y="2246656"/>
                  </a:lnTo>
                  <a:lnTo>
                    <a:pt x="1305389" y="2240263"/>
                  </a:lnTo>
                  <a:lnTo>
                    <a:pt x="1290645" y="2266255"/>
                  </a:lnTo>
                  <a:lnTo>
                    <a:pt x="1265860" y="2281545"/>
                  </a:lnTo>
                  <a:lnTo>
                    <a:pt x="1232839" y="2259201"/>
                  </a:lnTo>
                  <a:lnTo>
                    <a:pt x="1212744" y="2257371"/>
                  </a:lnTo>
                  <a:lnTo>
                    <a:pt x="1200987" y="2235534"/>
                  </a:lnTo>
                  <a:lnTo>
                    <a:pt x="1179723" y="2227832"/>
                  </a:lnTo>
                  <a:lnTo>
                    <a:pt x="1144236" y="2243783"/>
                  </a:lnTo>
                  <a:lnTo>
                    <a:pt x="1128298" y="2234238"/>
                  </a:lnTo>
                  <a:lnTo>
                    <a:pt x="1120087" y="2218935"/>
                  </a:lnTo>
                  <a:lnTo>
                    <a:pt x="1079363" y="2210584"/>
                  </a:lnTo>
                  <a:lnTo>
                    <a:pt x="1068661" y="2218935"/>
                  </a:lnTo>
                  <a:lnTo>
                    <a:pt x="1049215" y="2262086"/>
                  </a:lnTo>
                  <a:lnTo>
                    <a:pt x="1010067" y="2303776"/>
                  </a:lnTo>
                  <a:lnTo>
                    <a:pt x="993633" y="2307690"/>
                  </a:lnTo>
                  <a:lnTo>
                    <a:pt x="985409" y="2290455"/>
                  </a:lnTo>
                  <a:lnTo>
                    <a:pt x="962442" y="2301157"/>
                  </a:lnTo>
                  <a:lnTo>
                    <a:pt x="943517" y="2294624"/>
                  </a:lnTo>
                  <a:lnTo>
                    <a:pt x="925239" y="2301678"/>
                  </a:lnTo>
                  <a:lnTo>
                    <a:pt x="919240" y="2317642"/>
                  </a:lnTo>
                  <a:lnTo>
                    <a:pt x="889358" y="2337623"/>
                  </a:lnTo>
                  <a:lnTo>
                    <a:pt x="889625" y="2375130"/>
                  </a:lnTo>
                  <a:lnTo>
                    <a:pt x="867166" y="2387815"/>
                  </a:lnTo>
                  <a:lnTo>
                    <a:pt x="832328" y="2373821"/>
                  </a:lnTo>
                  <a:lnTo>
                    <a:pt x="802967" y="2354362"/>
                  </a:lnTo>
                  <a:lnTo>
                    <a:pt x="801137" y="2334877"/>
                  </a:lnTo>
                  <a:lnTo>
                    <a:pt x="788744" y="2331878"/>
                  </a:lnTo>
                  <a:lnTo>
                    <a:pt x="755736" y="2348998"/>
                  </a:lnTo>
                  <a:lnTo>
                    <a:pt x="748669" y="2367428"/>
                  </a:lnTo>
                  <a:lnTo>
                    <a:pt x="712280" y="2389645"/>
                  </a:lnTo>
                  <a:lnTo>
                    <a:pt x="681864" y="2393433"/>
                  </a:lnTo>
                  <a:lnTo>
                    <a:pt x="664248" y="2369780"/>
                  </a:lnTo>
                  <a:lnTo>
                    <a:pt x="653012" y="2346126"/>
                  </a:lnTo>
                  <a:lnTo>
                    <a:pt x="660079" y="2332513"/>
                  </a:lnTo>
                  <a:lnTo>
                    <a:pt x="631100" y="2305872"/>
                  </a:lnTo>
                  <a:lnTo>
                    <a:pt x="624058" y="2285218"/>
                  </a:lnTo>
                  <a:lnTo>
                    <a:pt x="599261" y="2266255"/>
                  </a:lnTo>
                  <a:lnTo>
                    <a:pt x="595079" y="2232535"/>
                  </a:lnTo>
                  <a:lnTo>
                    <a:pt x="555550" y="2198166"/>
                  </a:lnTo>
                  <a:lnTo>
                    <a:pt x="537782" y="2150325"/>
                  </a:lnTo>
                  <a:lnTo>
                    <a:pt x="540794" y="2101836"/>
                  </a:lnTo>
                  <a:lnTo>
                    <a:pt x="504773" y="2087066"/>
                  </a:lnTo>
                  <a:lnTo>
                    <a:pt x="487297" y="2056091"/>
                  </a:lnTo>
                  <a:lnTo>
                    <a:pt x="494732" y="2035577"/>
                  </a:lnTo>
                  <a:lnTo>
                    <a:pt x="515856" y="2021838"/>
                  </a:lnTo>
                  <a:lnTo>
                    <a:pt x="490029" y="2003026"/>
                  </a:lnTo>
                  <a:lnTo>
                    <a:pt x="484157" y="1968124"/>
                  </a:lnTo>
                  <a:lnTo>
                    <a:pt x="463401" y="1971658"/>
                  </a:lnTo>
                  <a:lnTo>
                    <a:pt x="435083" y="1951665"/>
                  </a:lnTo>
                  <a:lnTo>
                    <a:pt x="426860" y="1911920"/>
                  </a:lnTo>
                  <a:lnTo>
                    <a:pt x="400893" y="1878327"/>
                  </a:lnTo>
                  <a:lnTo>
                    <a:pt x="386149" y="1877678"/>
                  </a:lnTo>
                  <a:lnTo>
                    <a:pt x="373108" y="1842255"/>
                  </a:lnTo>
                  <a:lnTo>
                    <a:pt x="357169" y="1814433"/>
                  </a:lnTo>
                  <a:lnTo>
                    <a:pt x="335384" y="1796117"/>
                  </a:lnTo>
                  <a:lnTo>
                    <a:pt x="341777" y="1777433"/>
                  </a:lnTo>
                  <a:lnTo>
                    <a:pt x="333554" y="1770112"/>
                  </a:lnTo>
                  <a:lnTo>
                    <a:pt x="319331" y="1778348"/>
                  </a:lnTo>
                  <a:lnTo>
                    <a:pt x="285662" y="1819123"/>
                  </a:lnTo>
                  <a:lnTo>
                    <a:pt x="258119" y="1823965"/>
                  </a:lnTo>
                  <a:lnTo>
                    <a:pt x="248459" y="1843958"/>
                  </a:lnTo>
                  <a:lnTo>
                    <a:pt x="212451" y="1826838"/>
                  </a:lnTo>
                  <a:lnTo>
                    <a:pt x="204100" y="1807620"/>
                  </a:lnTo>
                  <a:lnTo>
                    <a:pt x="221323" y="1754695"/>
                  </a:lnTo>
                  <a:lnTo>
                    <a:pt x="245739" y="1741222"/>
                  </a:lnTo>
                  <a:lnTo>
                    <a:pt x="244951" y="1709726"/>
                  </a:lnTo>
                  <a:lnTo>
                    <a:pt x="224844" y="1684903"/>
                  </a:lnTo>
                  <a:lnTo>
                    <a:pt x="250302" y="1641103"/>
                  </a:lnTo>
                  <a:lnTo>
                    <a:pt x="245612" y="1619280"/>
                  </a:lnTo>
                  <a:lnTo>
                    <a:pt x="265948" y="1592741"/>
                  </a:lnTo>
                  <a:lnTo>
                    <a:pt x="249641" y="1592614"/>
                  </a:lnTo>
                  <a:lnTo>
                    <a:pt x="226674" y="1603329"/>
                  </a:lnTo>
                  <a:lnTo>
                    <a:pt x="209579" y="1592093"/>
                  </a:lnTo>
                  <a:lnTo>
                    <a:pt x="155814" y="1587911"/>
                  </a:lnTo>
                  <a:lnTo>
                    <a:pt x="134537" y="1572481"/>
                  </a:lnTo>
                  <a:lnTo>
                    <a:pt x="89137" y="1575481"/>
                  </a:lnTo>
                  <a:lnTo>
                    <a:pt x="53891" y="1553530"/>
                  </a:lnTo>
                  <a:lnTo>
                    <a:pt x="38359" y="1511586"/>
                  </a:lnTo>
                  <a:lnTo>
                    <a:pt x="43075" y="1476557"/>
                  </a:lnTo>
                  <a:lnTo>
                    <a:pt x="85476" y="1419692"/>
                  </a:lnTo>
                  <a:lnTo>
                    <a:pt x="65763" y="1354603"/>
                  </a:lnTo>
                  <a:lnTo>
                    <a:pt x="98529" y="1295793"/>
                  </a:lnTo>
                  <a:lnTo>
                    <a:pt x="98529" y="1266775"/>
                  </a:lnTo>
                  <a:lnTo>
                    <a:pt x="126327" y="1249642"/>
                  </a:lnTo>
                  <a:lnTo>
                    <a:pt x="138071" y="1221807"/>
                  </a:lnTo>
                  <a:lnTo>
                    <a:pt x="164432" y="1202601"/>
                  </a:lnTo>
                  <a:lnTo>
                    <a:pt x="173965" y="1188608"/>
                  </a:lnTo>
                  <a:lnTo>
                    <a:pt x="178909" y="1147973"/>
                  </a:lnTo>
                  <a:lnTo>
                    <a:pt x="191314" y="1125476"/>
                  </a:lnTo>
                  <a:lnTo>
                    <a:pt x="184527" y="1096065"/>
                  </a:lnTo>
                  <a:lnTo>
                    <a:pt x="156475" y="1097641"/>
                  </a:lnTo>
                  <a:lnTo>
                    <a:pt x="118624" y="1065738"/>
                  </a:lnTo>
                  <a:lnTo>
                    <a:pt x="119794" y="1047448"/>
                  </a:lnTo>
                  <a:lnTo>
                    <a:pt x="103741" y="1019994"/>
                  </a:lnTo>
                  <a:lnTo>
                    <a:pt x="81434" y="1010067"/>
                  </a:lnTo>
                  <a:lnTo>
                    <a:pt x="59649" y="1011237"/>
                  </a:lnTo>
                  <a:lnTo>
                    <a:pt x="55467" y="978178"/>
                  </a:lnTo>
                  <a:lnTo>
                    <a:pt x="28827" y="975165"/>
                  </a:lnTo>
                  <a:lnTo>
                    <a:pt x="15926" y="931518"/>
                  </a:lnTo>
                  <a:lnTo>
                    <a:pt x="0" y="910737"/>
                  </a:lnTo>
                  <a:lnTo>
                    <a:pt x="2872" y="875314"/>
                  </a:lnTo>
                  <a:lnTo>
                    <a:pt x="46596" y="859884"/>
                  </a:lnTo>
                  <a:lnTo>
                    <a:pt x="72156" y="837552"/>
                  </a:lnTo>
                  <a:lnTo>
                    <a:pt x="67593" y="797807"/>
                  </a:lnTo>
                  <a:lnTo>
                    <a:pt x="75816" y="785262"/>
                  </a:lnTo>
                  <a:lnTo>
                    <a:pt x="114316" y="806043"/>
                  </a:lnTo>
                  <a:lnTo>
                    <a:pt x="128919" y="809564"/>
                  </a:lnTo>
                  <a:lnTo>
                    <a:pt x="161547" y="802904"/>
                  </a:lnTo>
                  <a:lnTo>
                    <a:pt x="172516" y="806551"/>
                  </a:lnTo>
                  <a:lnTo>
                    <a:pt x="181654" y="812843"/>
                  </a:lnTo>
                  <a:lnTo>
                    <a:pt x="187641" y="803832"/>
                  </a:lnTo>
                  <a:lnTo>
                    <a:pt x="183218" y="787486"/>
                  </a:lnTo>
                  <a:lnTo>
                    <a:pt x="186217" y="784728"/>
                  </a:lnTo>
                  <a:lnTo>
                    <a:pt x="209579" y="813237"/>
                  </a:lnTo>
                  <a:lnTo>
                    <a:pt x="238418" y="840018"/>
                  </a:lnTo>
                  <a:lnTo>
                    <a:pt x="243248" y="853350"/>
                  </a:lnTo>
                  <a:lnTo>
                    <a:pt x="242854" y="872695"/>
                  </a:lnTo>
                  <a:lnTo>
                    <a:pt x="232419" y="900556"/>
                  </a:lnTo>
                  <a:lnTo>
                    <a:pt x="237249" y="911385"/>
                  </a:lnTo>
                  <a:lnTo>
                    <a:pt x="249120" y="922634"/>
                  </a:lnTo>
                  <a:lnTo>
                    <a:pt x="261258" y="946809"/>
                  </a:lnTo>
                  <a:lnTo>
                    <a:pt x="272087" y="953342"/>
                  </a:lnTo>
                  <a:lnTo>
                    <a:pt x="296351" y="949821"/>
                  </a:lnTo>
                  <a:lnTo>
                    <a:pt x="308629" y="950990"/>
                  </a:lnTo>
                  <a:lnTo>
                    <a:pt x="330033" y="977008"/>
                  </a:lnTo>
                  <a:lnTo>
                    <a:pt x="334075" y="984710"/>
                  </a:lnTo>
                  <a:lnTo>
                    <a:pt x="336045" y="995171"/>
                  </a:lnTo>
                  <a:lnTo>
                    <a:pt x="335384" y="1023133"/>
                  </a:lnTo>
                  <a:lnTo>
                    <a:pt x="342947" y="1052672"/>
                  </a:lnTo>
                  <a:lnTo>
                    <a:pt x="344002" y="1072818"/>
                  </a:lnTo>
                  <a:lnTo>
                    <a:pt x="353661" y="1084714"/>
                  </a:lnTo>
                  <a:lnTo>
                    <a:pt x="371011" y="1094514"/>
                  </a:lnTo>
                  <a:lnTo>
                    <a:pt x="391373" y="1115422"/>
                  </a:lnTo>
                  <a:lnTo>
                    <a:pt x="395694" y="1128361"/>
                  </a:lnTo>
                  <a:lnTo>
                    <a:pt x="400244" y="1154506"/>
                  </a:lnTo>
                  <a:lnTo>
                    <a:pt x="404426" y="1166911"/>
                  </a:lnTo>
                  <a:lnTo>
                    <a:pt x="413425" y="1176330"/>
                  </a:lnTo>
                  <a:lnTo>
                    <a:pt x="431956" y="1196590"/>
                  </a:lnTo>
                  <a:lnTo>
                    <a:pt x="449052" y="1210558"/>
                  </a:lnTo>
                  <a:lnTo>
                    <a:pt x="453360" y="1220637"/>
                  </a:lnTo>
                  <a:lnTo>
                    <a:pt x="452826" y="1232534"/>
                  </a:lnTo>
                  <a:lnTo>
                    <a:pt x="464329" y="1258272"/>
                  </a:lnTo>
                  <a:lnTo>
                    <a:pt x="469934" y="1266775"/>
                  </a:lnTo>
                  <a:lnTo>
                    <a:pt x="477624" y="1274490"/>
                  </a:lnTo>
                  <a:lnTo>
                    <a:pt x="480636" y="1279841"/>
                  </a:lnTo>
                  <a:lnTo>
                    <a:pt x="479327" y="1286374"/>
                  </a:lnTo>
                  <a:lnTo>
                    <a:pt x="482988" y="1295793"/>
                  </a:lnTo>
                  <a:lnTo>
                    <a:pt x="491465" y="1302059"/>
                  </a:lnTo>
                  <a:lnTo>
                    <a:pt x="496562" y="1311731"/>
                  </a:lnTo>
                  <a:lnTo>
                    <a:pt x="499422" y="1346621"/>
                  </a:lnTo>
                  <a:lnTo>
                    <a:pt x="502943" y="1354870"/>
                  </a:lnTo>
                  <a:lnTo>
                    <a:pt x="518348" y="1366767"/>
                  </a:lnTo>
                  <a:lnTo>
                    <a:pt x="531922" y="1386238"/>
                  </a:lnTo>
                  <a:lnTo>
                    <a:pt x="541709" y="1406359"/>
                  </a:lnTo>
                  <a:lnTo>
                    <a:pt x="620919" y="1364936"/>
                  </a:lnTo>
                  <a:lnTo>
                    <a:pt x="629663" y="1369893"/>
                  </a:lnTo>
                  <a:lnTo>
                    <a:pt x="656419" y="1363500"/>
                  </a:lnTo>
                  <a:lnTo>
                    <a:pt x="713703" y="1319447"/>
                  </a:lnTo>
                  <a:lnTo>
                    <a:pt x="736023" y="1257751"/>
                  </a:lnTo>
                  <a:lnTo>
                    <a:pt x="777521" y="1249261"/>
                  </a:lnTo>
                  <a:lnTo>
                    <a:pt x="819541" y="1188480"/>
                  </a:lnTo>
                  <a:lnTo>
                    <a:pt x="903454" y="1123786"/>
                  </a:lnTo>
                  <a:lnTo>
                    <a:pt x="875403" y="1061175"/>
                  </a:lnTo>
                  <a:lnTo>
                    <a:pt x="888964" y="1032679"/>
                  </a:lnTo>
                  <a:lnTo>
                    <a:pt x="928646" y="990201"/>
                  </a:lnTo>
                  <a:lnTo>
                    <a:pt x="997942" y="980148"/>
                  </a:lnTo>
                  <a:lnTo>
                    <a:pt x="1017515" y="956227"/>
                  </a:lnTo>
                  <a:lnTo>
                    <a:pt x="1016727" y="897544"/>
                  </a:lnTo>
                  <a:lnTo>
                    <a:pt x="1121917" y="846817"/>
                  </a:lnTo>
                  <a:lnTo>
                    <a:pt x="1113948" y="930997"/>
                  </a:lnTo>
                  <a:lnTo>
                    <a:pt x="1133013" y="942894"/>
                  </a:lnTo>
                  <a:lnTo>
                    <a:pt x="1217307" y="913876"/>
                  </a:lnTo>
                  <a:lnTo>
                    <a:pt x="1264144" y="877017"/>
                  </a:lnTo>
                  <a:lnTo>
                    <a:pt x="1300305" y="850872"/>
                  </a:lnTo>
                  <a:lnTo>
                    <a:pt x="1380176" y="814801"/>
                  </a:lnTo>
                  <a:lnTo>
                    <a:pt x="1420238" y="842903"/>
                  </a:lnTo>
                  <a:lnTo>
                    <a:pt x="1464076" y="817279"/>
                  </a:lnTo>
                  <a:lnTo>
                    <a:pt x="1479608" y="860672"/>
                  </a:lnTo>
                  <a:lnTo>
                    <a:pt x="1505193" y="863150"/>
                  </a:lnTo>
                  <a:lnTo>
                    <a:pt x="1522009" y="845000"/>
                  </a:lnTo>
                  <a:lnTo>
                    <a:pt x="1585712" y="840691"/>
                  </a:lnTo>
                  <a:lnTo>
                    <a:pt x="1620678" y="806170"/>
                  </a:lnTo>
                  <a:lnTo>
                    <a:pt x="1560406" y="782923"/>
                  </a:lnTo>
                  <a:lnTo>
                    <a:pt x="1576714" y="744348"/>
                  </a:lnTo>
                  <a:lnTo>
                    <a:pt x="1630338" y="726579"/>
                  </a:lnTo>
                  <a:lnTo>
                    <a:pt x="1678484" y="731536"/>
                  </a:lnTo>
                  <a:lnTo>
                    <a:pt x="1711505" y="726579"/>
                  </a:lnTo>
                  <a:lnTo>
                    <a:pt x="1734079" y="665786"/>
                  </a:lnTo>
                  <a:lnTo>
                    <a:pt x="1765943" y="638739"/>
                  </a:lnTo>
                  <a:lnTo>
                    <a:pt x="1902184" y="692592"/>
                  </a:lnTo>
                  <a:lnTo>
                    <a:pt x="1928799" y="724863"/>
                  </a:lnTo>
                  <a:lnTo>
                    <a:pt x="1994447" y="703040"/>
                  </a:lnTo>
                  <a:lnTo>
                    <a:pt x="2012839" y="690380"/>
                  </a:lnTo>
                  <a:lnTo>
                    <a:pt x="2059028" y="654690"/>
                  </a:lnTo>
                  <a:lnTo>
                    <a:pt x="2212643" y="539154"/>
                  </a:lnTo>
                  <a:lnTo>
                    <a:pt x="2285714" y="538099"/>
                  </a:lnTo>
                  <a:lnTo>
                    <a:pt x="2389849" y="487373"/>
                  </a:lnTo>
                  <a:lnTo>
                    <a:pt x="2414265" y="451848"/>
                  </a:lnTo>
                  <a:lnTo>
                    <a:pt x="2467508" y="433278"/>
                  </a:lnTo>
                  <a:lnTo>
                    <a:pt x="2482239" y="401783"/>
                  </a:lnTo>
                  <a:lnTo>
                    <a:pt x="2456933" y="354729"/>
                  </a:lnTo>
                  <a:lnTo>
                    <a:pt x="2474817" y="335893"/>
                  </a:lnTo>
                  <a:lnTo>
                    <a:pt x="2507838" y="324136"/>
                  </a:lnTo>
                  <a:lnTo>
                    <a:pt x="2527666" y="296961"/>
                  </a:lnTo>
                  <a:lnTo>
                    <a:pt x="2576854" y="275252"/>
                  </a:lnTo>
                  <a:lnTo>
                    <a:pt x="2658416" y="314730"/>
                  </a:lnTo>
                  <a:lnTo>
                    <a:pt x="2682832" y="306240"/>
                  </a:lnTo>
                  <a:lnTo>
                    <a:pt x="2773519" y="330529"/>
                  </a:lnTo>
                  <a:lnTo>
                    <a:pt x="2796105" y="360741"/>
                  </a:lnTo>
                  <a:lnTo>
                    <a:pt x="2891762" y="374595"/>
                  </a:lnTo>
                  <a:lnTo>
                    <a:pt x="2912759" y="401783"/>
                  </a:lnTo>
                  <a:lnTo>
                    <a:pt x="3021216" y="384789"/>
                  </a:lnTo>
                  <a:lnTo>
                    <a:pt x="3062587" y="375231"/>
                  </a:lnTo>
                  <a:lnTo>
                    <a:pt x="3113098" y="348183"/>
                  </a:lnTo>
                  <a:lnTo>
                    <a:pt x="3175339" y="308845"/>
                  </a:lnTo>
                  <a:lnTo>
                    <a:pt x="3239018" y="273168"/>
                  </a:lnTo>
                  <a:lnTo>
                    <a:pt x="3281177" y="218133"/>
                  </a:lnTo>
                  <a:lnTo>
                    <a:pt x="3293430" y="64682"/>
                  </a:lnTo>
                  <a:lnTo>
                    <a:pt x="3333124" y="23654"/>
                  </a:lnTo>
                  <a:lnTo>
                    <a:pt x="3380355" y="0"/>
                  </a:lnTo>
                  <a:lnTo>
                    <a:pt x="3401632" y="16587"/>
                  </a:lnTo>
                  <a:lnTo>
                    <a:pt x="3397578" y="83252"/>
                  </a:lnTo>
                  <a:lnTo>
                    <a:pt x="3366005" y="206363"/>
                  </a:lnTo>
                  <a:lnTo>
                    <a:pt x="3406716" y="320996"/>
                  </a:lnTo>
                  <a:lnTo>
                    <a:pt x="3514905" y="378764"/>
                  </a:lnTo>
                  <a:lnTo>
                    <a:pt x="3444948" y="475616"/>
                  </a:lnTo>
                  <a:lnTo>
                    <a:pt x="3340814" y="479162"/>
                  </a:lnTo>
                  <a:lnTo>
                    <a:pt x="3340687" y="602286"/>
                  </a:lnTo>
                  <a:lnTo>
                    <a:pt x="3317707" y="613903"/>
                  </a:lnTo>
                  <a:lnTo>
                    <a:pt x="3282868" y="610369"/>
                  </a:lnTo>
                  <a:lnTo>
                    <a:pt x="3241636" y="663053"/>
                  </a:lnTo>
                  <a:lnTo>
                    <a:pt x="3201306" y="689325"/>
                  </a:lnTo>
                  <a:lnTo>
                    <a:pt x="3165680" y="686580"/>
                  </a:lnTo>
                  <a:lnTo>
                    <a:pt x="3135531" y="737561"/>
                  </a:lnTo>
                  <a:lnTo>
                    <a:pt x="3160062" y="751148"/>
                  </a:lnTo>
                  <a:lnTo>
                    <a:pt x="3178466" y="745784"/>
                  </a:lnTo>
                  <a:lnTo>
                    <a:pt x="3193731" y="768268"/>
                  </a:lnTo>
                  <a:lnTo>
                    <a:pt x="3191914" y="798468"/>
                  </a:lnTo>
                  <a:lnTo>
                    <a:pt x="3186690" y="832061"/>
                  </a:lnTo>
                  <a:lnTo>
                    <a:pt x="3124702" y="875835"/>
                  </a:lnTo>
                  <a:lnTo>
                    <a:pt x="3098074" y="866963"/>
                  </a:lnTo>
                  <a:lnTo>
                    <a:pt x="3083991" y="885889"/>
                  </a:lnTo>
                  <a:lnTo>
                    <a:pt x="3091033" y="903022"/>
                  </a:lnTo>
                  <a:lnTo>
                    <a:pt x="3092736" y="935039"/>
                  </a:lnTo>
                  <a:lnTo>
                    <a:pt x="3058533" y="930870"/>
                  </a:lnTo>
                  <a:lnTo>
                    <a:pt x="3049661" y="951511"/>
                  </a:lnTo>
                  <a:lnTo>
                    <a:pt x="3001896" y="964069"/>
                  </a:lnTo>
                  <a:lnTo>
                    <a:pt x="3005430" y="993595"/>
                  </a:lnTo>
                  <a:lnTo>
                    <a:pt x="2986504" y="1010728"/>
                  </a:lnTo>
                  <a:lnTo>
                    <a:pt x="2984674" y="1039746"/>
                  </a:lnTo>
                  <a:lnTo>
                    <a:pt x="2965876" y="1056205"/>
                  </a:lnTo>
                  <a:lnTo>
                    <a:pt x="2875201" y="1078169"/>
                  </a:lnTo>
                  <a:lnTo>
                    <a:pt x="2829380" y="1058951"/>
                  </a:lnTo>
                  <a:close/>
                </a:path>
              </a:pathLst>
            </a:custGeom>
            <a:noFill/>
            <a:ln w="3810" cap="flat">
              <a:solidFill>
                <a:srgbClr val="E6E4E2"/>
              </a:solidFill>
              <a:prstDash val="solid"/>
              <a:miter/>
            </a:ln>
          </p:spPr>
          <p:txBody>
            <a:bodyPr rtlCol="0" anchor="ctr"/>
            <a:lstStyle/>
            <a:p>
              <a:endParaRPr lang="de-CH"/>
            </a:p>
          </p:txBody>
        </p:sp>
        <p:sp>
          <p:nvSpPr>
            <p:cNvPr id="128" name="Freihandform: Form 127">
              <a:extLst>
                <a:ext uri="{FF2B5EF4-FFF2-40B4-BE49-F238E27FC236}">
                  <a16:creationId xmlns:a16="http://schemas.microsoft.com/office/drawing/2014/main" id="{C0D074DE-E942-D2AF-DB0C-0C27D24F91AB}"/>
                </a:ext>
              </a:extLst>
            </p:cNvPr>
            <p:cNvSpPr/>
            <p:nvPr/>
          </p:nvSpPr>
          <p:spPr>
            <a:xfrm>
              <a:off x="2476727" y="2413773"/>
              <a:ext cx="1337901" cy="943808"/>
            </a:xfrm>
            <a:custGeom>
              <a:avLst/>
              <a:gdLst>
                <a:gd name="connsiteX0" fmla="*/ 943529 w 1337901"/>
                <a:gd name="connsiteY0" fmla="*/ 556008 h 943808"/>
                <a:gd name="connsiteX1" fmla="*/ 923168 w 1337901"/>
                <a:gd name="connsiteY1" fmla="*/ 565159 h 943808"/>
                <a:gd name="connsiteX2" fmla="*/ 900848 w 1337901"/>
                <a:gd name="connsiteY2" fmla="*/ 583462 h 943808"/>
                <a:gd name="connsiteX3" fmla="*/ 903200 w 1337901"/>
                <a:gd name="connsiteY3" fmla="*/ 623969 h 943808"/>
                <a:gd name="connsiteX4" fmla="*/ 895370 w 1337901"/>
                <a:gd name="connsiteY4" fmla="*/ 639132 h 943808"/>
                <a:gd name="connsiteX5" fmla="*/ 894722 w 1337901"/>
                <a:gd name="connsiteY5" fmla="*/ 656266 h 943808"/>
                <a:gd name="connsiteX6" fmla="*/ 873178 w 1337901"/>
                <a:gd name="connsiteY6" fmla="*/ 669599 h 943808"/>
                <a:gd name="connsiteX7" fmla="*/ 844860 w 1337901"/>
                <a:gd name="connsiteY7" fmla="*/ 676907 h 943808"/>
                <a:gd name="connsiteX8" fmla="*/ 829722 w 1337901"/>
                <a:gd name="connsiteY8" fmla="*/ 694689 h 943808"/>
                <a:gd name="connsiteX9" fmla="*/ 830116 w 1337901"/>
                <a:gd name="connsiteY9" fmla="*/ 710500 h 943808"/>
                <a:gd name="connsiteX10" fmla="*/ 825032 w 1337901"/>
                <a:gd name="connsiteY10" fmla="*/ 715216 h 943808"/>
                <a:gd name="connsiteX11" fmla="*/ 813034 w 1337901"/>
                <a:gd name="connsiteY11" fmla="*/ 711949 h 943808"/>
                <a:gd name="connsiteX12" fmla="*/ 760426 w 1337901"/>
                <a:gd name="connsiteY12" fmla="*/ 745924 h 943808"/>
                <a:gd name="connsiteX13" fmla="*/ 715025 w 1337901"/>
                <a:gd name="connsiteY13" fmla="*/ 801607 h 943808"/>
                <a:gd name="connsiteX14" fmla="*/ 705874 w 1337901"/>
                <a:gd name="connsiteY14" fmla="*/ 811801 h 943808"/>
                <a:gd name="connsiteX15" fmla="*/ 689300 w 1337901"/>
                <a:gd name="connsiteY15" fmla="*/ 820685 h 943808"/>
                <a:gd name="connsiteX16" fmla="*/ 678089 w 1337901"/>
                <a:gd name="connsiteY16" fmla="*/ 835442 h 943808"/>
                <a:gd name="connsiteX17" fmla="*/ 668811 w 1337901"/>
                <a:gd name="connsiteY17" fmla="*/ 854799 h 943808"/>
                <a:gd name="connsiteX18" fmla="*/ 662163 w 1337901"/>
                <a:gd name="connsiteY18" fmla="*/ 865654 h 943808"/>
                <a:gd name="connsiteX19" fmla="*/ 659812 w 1337901"/>
                <a:gd name="connsiteY19" fmla="*/ 878059 h 943808"/>
                <a:gd name="connsiteX20" fmla="*/ 618186 w 1337901"/>
                <a:gd name="connsiteY20" fmla="*/ 875059 h 943808"/>
                <a:gd name="connsiteX21" fmla="*/ 624579 w 1337901"/>
                <a:gd name="connsiteY21" fmla="*/ 851914 h 943808"/>
                <a:gd name="connsiteX22" fmla="*/ 626016 w 1337901"/>
                <a:gd name="connsiteY22" fmla="*/ 837552 h 943808"/>
                <a:gd name="connsiteX23" fmla="*/ 621707 w 1337901"/>
                <a:gd name="connsiteY23" fmla="*/ 836115 h 943808"/>
                <a:gd name="connsiteX24" fmla="*/ 625228 w 1337901"/>
                <a:gd name="connsiteY24" fmla="*/ 812449 h 943808"/>
                <a:gd name="connsiteX25" fmla="*/ 578899 w 1337901"/>
                <a:gd name="connsiteY25" fmla="*/ 771141 h 943808"/>
                <a:gd name="connsiteX26" fmla="*/ 593528 w 1337901"/>
                <a:gd name="connsiteY26" fmla="*/ 697167 h 943808"/>
                <a:gd name="connsiteX27" fmla="*/ 588165 w 1337901"/>
                <a:gd name="connsiteY27" fmla="*/ 681877 h 943808"/>
                <a:gd name="connsiteX28" fmla="*/ 468371 w 1337901"/>
                <a:gd name="connsiteY28" fmla="*/ 735997 h 943808"/>
                <a:gd name="connsiteX29" fmla="*/ 433659 w 1337901"/>
                <a:gd name="connsiteY29" fmla="*/ 769590 h 943808"/>
                <a:gd name="connsiteX30" fmla="*/ 401948 w 1337901"/>
                <a:gd name="connsiteY30" fmla="*/ 812703 h 943808"/>
                <a:gd name="connsiteX31" fmla="*/ 383937 w 1337901"/>
                <a:gd name="connsiteY31" fmla="*/ 821333 h 943808"/>
                <a:gd name="connsiteX32" fmla="*/ 346226 w 1337901"/>
                <a:gd name="connsiteY32" fmla="*/ 827612 h 943808"/>
                <a:gd name="connsiteX33" fmla="*/ 313065 w 1337901"/>
                <a:gd name="connsiteY33" fmla="*/ 834145 h 943808"/>
                <a:gd name="connsiteX34" fmla="*/ 279523 w 1337901"/>
                <a:gd name="connsiteY34" fmla="*/ 849436 h 943808"/>
                <a:gd name="connsiteX35" fmla="*/ 264004 w 1337901"/>
                <a:gd name="connsiteY35" fmla="*/ 858994 h 943808"/>
                <a:gd name="connsiteX36" fmla="*/ 190666 w 1337901"/>
                <a:gd name="connsiteY36" fmla="*/ 908512 h 943808"/>
                <a:gd name="connsiteX37" fmla="*/ 161420 w 1337901"/>
                <a:gd name="connsiteY37" fmla="*/ 919227 h 943808"/>
                <a:gd name="connsiteX38" fmla="*/ 98135 w 1337901"/>
                <a:gd name="connsiteY38" fmla="*/ 943809 h 943808"/>
                <a:gd name="connsiteX39" fmla="*/ 53243 w 1337901"/>
                <a:gd name="connsiteY39" fmla="*/ 928912 h 943808"/>
                <a:gd name="connsiteX40" fmla="*/ 60030 w 1337901"/>
                <a:gd name="connsiteY40" fmla="*/ 856896 h 943808"/>
                <a:gd name="connsiteX41" fmla="*/ 60818 w 1337901"/>
                <a:gd name="connsiteY41" fmla="*/ 804988 h 943808"/>
                <a:gd name="connsiteX42" fmla="*/ 0 w 1337901"/>
                <a:gd name="connsiteY42" fmla="*/ 697561 h 943808"/>
                <a:gd name="connsiteX43" fmla="*/ 40978 w 1337901"/>
                <a:gd name="connsiteY43" fmla="*/ 666332 h 943808"/>
                <a:gd name="connsiteX44" fmla="*/ 77647 w 1337901"/>
                <a:gd name="connsiteY44" fmla="*/ 614297 h 943808"/>
                <a:gd name="connsiteX45" fmla="*/ 109880 w 1337901"/>
                <a:gd name="connsiteY45" fmla="*/ 583462 h 943808"/>
                <a:gd name="connsiteX46" fmla="*/ 131805 w 1337901"/>
                <a:gd name="connsiteY46" fmla="*/ 563990 h 943808"/>
                <a:gd name="connsiteX47" fmla="*/ 148646 w 1337901"/>
                <a:gd name="connsiteY47" fmla="*/ 589207 h 943808"/>
                <a:gd name="connsiteX48" fmla="*/ 283056 w 1337901"/>
                <a:gd name="connsiteY48" fmla="*/ 540069 h 943808"/>
                <a:gd name="connsiteX49" fmla="*/ 325991 w 1337901"/>
                <a:gd name="connsiteY49" fmla="*/ 516009 h 943808"/>
                <a:gd name="connsiteX50" fmla="*/ 350395 w 1337901"/>
                <a:gd name="connsiteY50" fmla="*/ 502422 h 943808"/>
                <a:gd name="connsiteX51" fmla="*/ 379361 w 1337901"/>
                <a:gd name="connsiteY51" fmla="*/ 505955 h 943808"/>
                <a:gd name="connsiteX52" fmla="*/ 418916 w 1337901"/>
                <a:gd name="connsiteY52" fmla="*/ 478768 h 943808"/>
                <a:gd name="connsiteX53" fmla="*/ 453754 w 1337901"/>
                <a:gd name="connsiteY53" fmla="*/ 411328 h 943808"/>
                <a:gd name="connsiteX54" fmla="*/ 501519 w 1337901"/>
                <a:gd name="connsiteY54" fmla="*/ 378904 h 943808"/>
                <a:gd name="connsiteX55" fmla="*/ 546399 w 1337901"/>
                <a:gd name="connsiteY55" fmla="*/ 375256 h 943808"/>
                <a:gd name="connsiteX56" fmla="*/ 588546 w 1337901"/>
                <a:gd name="connsiteY56" fmla="*/ 336172 h 943808"/>
                <a:gd name="connsiteX57" fmla="*/ 551750 w 1337901"/>
                <a:gd name="connsiteY57" fmla="*/ 318518 h 943808"/>
                <a:gd name="connsiteX58" fmla="*/ 532710 w 1337901"/>
                <a:gd name="connsiteY58" fmla="*/ 288852 h 943808"/>
                <a:gd name="connsiteX59" fmla="*/ 553580 w 1337901"/>
                <a:gd name="connsiteY59" fmla="*/ 280095 h 943808"/>
                <a:gd name="connsiteX60" fmla="*/ 560622 w 1337901"/>
                <a:gd name="connsiteY60" fmla="*/ 267156 h 943808"/>
                <a:gd name="connsiteX61" fmla="*/ 561156 w 1337901"/>
                <a:gd name="connsiteY61" fmla="*/ 258259 h 943808"/>
                <a:gd name="connsiteX62" fmla="*/ 556186 w 1337901"/>
                <a:gd name="connsiteY62" fmla="*/ 250302 h 943808"/>
                <a:gd name="connsiteX63" fmla="*/ 555411 w 1337901"/>
                <a:gd name="connsiteY63" fmla="*/ 242320 h 943808"/>
                <a:gd name="connsiteX64" fmla="*/ 561816 w 1337901"/>
                <a:gd name="connsiteY64" fmla="*/ 236308 h 943808"/>
                <a:gd name="connsiteX65" fmla="*/ 580348 w 1337901"/>
                <a:gd name="connsiteY65" fmla="*/ 228072 h 943808"/>
                <a:gd name="connsiteX66" fmla="*/ 622228 w 1337901"/>
                <a:gd name="connsiteY66" fmla="*/ 224157 h 943808"/>
                <a:gd name="connsiteX67" fmla="*/ 642717 w 1337901"/>
                <a:gd name="connsiteY67" fmla="*/ 210290 h 943808"/>
                <a:gd name="connsiteX68" fmla="*/ 643886 w 1337901"/>
                <a:gd name="connsiteY68" fmla="*/ 192000 h 943808"/>
                <a:gd name="connsiteX69" fmla="*/ 632663 w 1337901"/>
                <a:gd name="connsiteY69" fmla="*/ 180116 h 943808"/>
                <a:gd name="connsiteX70" fmla="*/ 632663 w 1337901"/>
                <a:gd name="connsiteY70" fmla="*/ 167165 h 943808"/>
                <a:gd name="connsiteX71" fmla="*/ 644420 w 1337901"/>
                <a:gd name="connsiteY71" fmla="*/ 164165 h 943808"/>
                <a:gd name="connsiteX72" fmla="*/ 656813 w 1337901"/>
                <a:gd name="connsiteY72" fmla="*/ 151226 h 943808"/>
                <a:gd name="connsiteX73" fmla="*/ 678089 w 1337901"/>
                <a:gd name="connsiteY73" fmla="*/ 134092 h 943808"/>
                <a:gd name="connsiteX74" fmla="*/ 707704 w 1337901"/>
                <a:gd name="connsiteY74" fmla="*/ 128093 h 943808"/>
                <a:gd name="connsiteX75" fmla="*/ 738628 w 1337901"/>
                <a:gd name="connsiteY75" fmla="*/ 113972 h 943808"/>
                <a:gd name="connsiteX76" fmla="*/ 748949 w 1337901"/>
                <a:gd name="connsiteY76" fmla="*/ 105075 h 943808"/>
                <a:gd name="connsiteX77" fmla="*/ 765523 w 1337901"/>
                <a:gd name="connsiteY77" fmla="*/ 101542 h 943808"/>
                <a:gd name="connsiteX78" fmla="*/ 770874 w 1337901"/>
                <a:gd name="connsiteY78" fmla="*/ 89137 h 943808"/>
                <a:gd name="connsiteX79" fmla="*/ 779733 w 1337901"/>
                <a:gd name="connsiteY79" fmla="*/ 87967 h 943808"/>
                <a:gd name="connsiteX80" fmla="*/ 810403 w 1337901"/>
                <a:gd name="connsiteY80" fmla="*/ 56586 h 943808"/>
                <a:gd name="connsiteX81" fmla="*/ 827511 w 1337901"/>
                <a:gd name="connsiteY81" fmla="*/ 48362 h 943808"/>
                <a:gd name="connsiteX82" fmla="*/ 831019 w 1337901"/>
                <a:gd name="connsiteY82" fmla="*/ 38817 h 943808"/>
                <a:gd name="connsiteX83" fmla="*/ 842267 w 1337901"/>
                <a:gd name="connsiteY83" fmla="*/ 29920 h 943808"/>
                <a:gd name="connsiteX84" fmla="*/ 852308 w 1337901"/>
                <a:gd name="connsiteY84" fmla="*/ 28750 h 943808"/>
                <a:gd name="connsiteX85" fmla="*/ 873305 w 1337901"/>
                <a:gd name="connsiteY85" fmla="*/ 127 h 943808"/>
                <a:gd name="connsiteX86" fmla="*/ 879826 w 1337901"/>
                <a:gd name="connsiteY86" fmla="*/ 0 h 943808"/>
                <a:gd name="connsiteX87" fmla="*/ 913368 w 1337901"/>
                <a:gd name="connsiteY87" fmla="*/ 84447 h 943808"/>
                <a:gd name="connsiteX88" fmla="*/ 929307 w 1337901"/>
                <a:gd name="connsiteY88" fmla="*/ 124827 h 943808"/>
                <a:gd name="connsiteX89" fmla="*/ 882584 w 1337901"/>
                <a:gd name="connsiteY89" fmla="*/ 214357 h 943808"/>
                <a:gd name="connsiteX90" fmla="*/ 877106 w 1337901"/>
                <a:gd name="connsiteY90" fmla="*/ 224678 h 943808"/>
                <a:gd name="connsiteX91" fmla="*/ 888964 w 1337901"/>
                <a:gd name="connsiteY91" fmla="*/ 240363 h 943808"/>
                <a:gd name="connsiteX92" fmla="*/ 928391 w 1337901"/>
                <a:gd name="connsiteY92" fmla="*/ 219836 h 943808"/>
                <a:gd name="connsiteX93" fmla="*/ 993887 w 1337901"/>
                <a:gd name="connsiteY93" fmla="*/ 181158 h 943808"/>
                <a:gd name="connsiteX94" fmla="*/ 1036962 w 1337901"/>
                <a:gd name="connsiteY94" fmla="*/ 167686 h 943808"/>
                <a:gd name="connsiteX95" fmla="*/ 1062662 w 1337901"/>
                <a:gd name="connsiteY95" fmla="*/ 158801 h 943808"/>
                <a:gd name="connsiteX96" fmla="*/ 1103259 w 1337901"/>
                <a:gd name="connsiteY96" fmla="*/ 152395 h 943808"/>
                <a:gd name="connsiteX97" fmla="*/ 1128958 w 1337901"/>
                <a:gd name="connsiteY97" fmla="*/ 147438 h 943808"/>
                <a:gd name="connsiteX98" fmla="*/ 1176851 w 1337901"/>
                <a:gd name="connsiteY98" fmla="*/ 124687 h 943808"/>
                <a:gd name="connsiteX99" fmla="*/ 1201521 w 1337901"/>
                <a:gd name="connsiteY99" fmla="*/ 126517 h 943808"/>
                <a:gd name="connsiteX100" fmla="*/ 1227882 w 1337901"/>
                <a:gd name="connsiteY100" fmla="*/ 109130 h 943808"/>
                <a:gd name="connsiteX101" fmla="*/ 1241850 w 1337901"/>
                <a:gd name="connsiteY101" fmla="*/ 124166 h 943808"/>
                <a:gd name="connsiteX102" fmla="*/ 1207914 w 1337901"/>
                <a:gd name="connsiteY102" fmla="*/ 161153 h 943808"/>
                <a:gd name="connsiteX103" fmla="*/ 1242766 w 1337901"/>
                <a:gd name="connsiteY103" fmla="*/ 171079 h 943808"/>
                <a:gd name="connsiteX104" fmla="*/ 1330847 w 1337901"/>
                <a:gd name="connsiteY104" fmla="*/ 233041 h 943808"/>
                <a:gd name="connsiteX105" fmla="*/ 1336859 w 1337901"/>
                <a:gd name="connsiteY105" fmla="*/ 253174 h 943808"/>
                <a:gd name="connsiteX106" fmla="*/ 1316358 w 1337901"/>
                <a:gd name="connsiteY106" fmla="*/ 269901 h 943808"/>
                <a:gd name="connsiteX107" fmla="*/ 1337902 w 1337901"/>
                <a:gd name="connsiteY107" fmla="*/ 323360 h 943808"/>
                <a:gd name="connsiteX108" fmla="*/ 1328229 w 1337901"/>
                <a:gd name="connsiteY108" fmla="*/ 322712 h 943808"/>
                <a:gd name="connsiteX109" fmla="*/ 1311147 w 1337901"/>
                <a:gd name="connsiteY109" fmla="*/ 332117 h 943808"/>
                <a:gd name="connsiteX110" fmla="*/ 1308655 w 1337901"/>
                <a:gd name="connsiteY110" fmla="*/ 337354 h 943808"/>
                <a:gd name="connsiteX111" fmla="*/ 1312697 w 1337901"/>
                <a:gd name="connsiteY111" fmla="*/ 343620 h 943808"/>
                <a:gd name="connsiteX112" fmla="*/ 1299275 w 1337901"/>
                <a:gd name="connsiteY112" fmla="*/ 358784 h 943808"/>
                <a:gd name="connsiteX113" fmla="*/ 1287518 w 1337901"/>
                <a:gd name="connsiteY113" fmla="*/ 363486 h 943808"/>
                <a:gd name="connsiteX114" fmla="*/ 1268199 w 1337901"/>
                <a:gd name="connsiteY114" fmla="*/ 366753 h 943808"/>
                <a:gd name="connsiteX115" fmla="*/ 1247329 w 1337901"/>
                <a:gd name="connsiteY115" fmla="*/ 379425 h 943808"/>
                <a:gd name="connsiteX116" fmla="*/ 1234530 w 1337901"/>
                <a:gd name="connsiteY116" fmla="*/ 392898 h 943808"/>
                <a:gd name="connsiteX117" fmla="*/ 1226700 w 1337901"/>
                <a:gd name="connsiteY117" fmla="*/ 406612 h 943808"/>
                <a:gd name="connsiteX118" fmla="*/ 1226573 w 1337901"/>
                <a:gd name="connsiteY118" fmla="*/ 424775 h 943808"/>
                <a:gd name="connsiteX119" fmla="*/ 1227628 w 1337901"/>
                <a:gd name="connsiteY119" fmla="*/ 435248 h 943808"/>
                <a:gd name="connsiteX120" fmla="*/ 1223980 w 1337901"/>
                <a:gd name="connsiteY120" fmla="*/ 457199 h 943808"/>
                <a:gd name="connsiteX121" fmla="*/ 1219531 w 1337901"/>
                <a:gd name="connsiteY121" fmla="*/ 476556 h 943808"/>
                <a:gd name="connsiteX122" fmla="*/ 1210139 w 1337901"/>
                <a:gd name="connsiteY122" fmla="*/ 479403 h 943808"/>
                <a:gd name="connsiteX123" fmla="*/ 1201902 w 1337901"/>
                <a:gd name="connsiteY123" fmla="*/ 488834 h 943808"/>
                <a:gd name="connsiteX124" fmla="*/ 1196564 w 1337901"/>
                <a:gd name="connsiteY124" fmla="*/ 482289 h 943808"/>
                <a:gd name="connsiteX125" fmla="*/ 1187044 w 1337901"/>
                <a:gd name="connsiteY125" fmla="*/ 482289 h 943808"/>
                <a:gd name="connsiteX126" fmla="*/ 1180765 w 1337901"/>
                <a:gd name="connsiteY126" fmla="*/ 488034 h 943808"/>
                <a:gd name="connsiteX127" fmla="*/ 1152205 w 1337901"/>
                <a:gd name="connsiteY127" fmla="*/ 481628 h 943808"/>
                <a:gd name="connsiteX128" fmla="*/ 1145011 w 1337901"/>
                <a:gd name="connsiteY128" fmla="*/ 470392 h 943808"/>
                <a:gd name="connsiteX129" fmla="*/ 1132759 w 1337901"/>
                <a:gd name="connsiteY129" fmla="*/ 463478 h 943808"/>
                <a:gd name="connsiteX130" fmla="*/ 1118396 w 1337901"/>
                <a:gd name="connsiteY130" fmla="*/ 459677 h 943808"/>
                <a:gd name="connsiteX131" fmla="*/ 1095289 w 1337901"/>
                <a:gd name="connsiteY131" fmla="*/ 475234 h 943808"/>
                <a:gd name="connsiteX132" fmla="*/ 1077800 w 1337901"/>
                <a:gd name="connsiteY132" fmla="*/ 490004 h 943808"/>
                <a:gd name="connsiteX133" fmla="*/ 1076631 w 1337901"/>
                <a:gd name="connsiteY133" fmla="*/ 498380 h 943808"/>
                <a:gd name="connsiteX134" fmla="*/ 1068140 w 1337901"/>
                <a:gd name="connsiteY134" fmla="*/ 506463 h 943808"/>
                <a:gd name="connsiteX135" fmla="*/ 1054833 w 1337901"/>
                <a:gd name="connsiteY135" fmla="*/ 506603 h 943808"/>
                <a:gd name="connsiteX136" fmla="*/ 1051312 w 1337901"/>
                <a:gd name="connsiteY136" fmla="*/ 514306 h 943808"/>
                <a:gd name="connsiteX137" fmla="*/ 1027035 w 1337901"/>
                <a:gd name="connsiteY137" fmla="*/ 522809 h 943808"/>
                <a:gd name="connsiteX138" fmla="*/ 1015304 w 1337901"/>
                <a:gd name="connsiteY138" fmla="*/ 529596 h 943808"/>
                <a:gd name="connsiteX139" fmla="*/ 1006419 w 1337901"/>
                <a:gd name="connsiteY139" fmla="*/ 527245 h 943808"/>
                <a:gd name="connsiteX140" fmla="*/ 985143 w 1337901"/>
                <a:gd name="connsiteY140" fmla="*/ 539141 h 943808"/>
                <a:gd name="connsiteX141" fmla="*/ 981635 w 1337901"/>
                <a:gd name="connsiteY141" fmla="*/ 545026 h 943808"/>
                <a:gd name="connsiteX142" fmla="*/ 969763 w 1337901"/>
                <a:gd name="connsiteY142" fmla="*/ 553262 h 943808"/>
                <a:gd name="connsiteX143" fmla="*/ 943529 w 1337901"/>
                <a:gd name="connsiteY143" fmla="*/ 556008 h 943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1337901" h="943808">
                  <a:moveTo>
                    <a:pt x="943529" y="556008"/>
                  </a:moveTo>
                  <a:lnTo>
                    <a:pt x="923168" y="565159"/>
                  </a:lnTo>
                  <a:lnTo>
                    <a:pt x="900848" y="583462"/>
                  </a:lnTo>
                  <a:lnTo>
                    <a:pt x="903200" y="623969"/>
                  </a:lnTo>
                  <a:lnTo>
                    <a:pt x="895370" y="639132"/>
                  </a:lnTo>
                  <a:lnTo>
                    <a:pt x="894722" y="656266"/>
                  </a:lnTo>
                  <a:lnTo>
                    <a:pt x="873178" y="669599"/>
                  </a:lnTo>
                  <a:lnTo>
                    <a:pt x="844860" y="676907"/>
                  </a:lnTo>
                  <a:lnTo>
                    <a:pt x="829722" y="694689"/>
                  </a:lnTo>
                  <a:lnTo>
                    <a:pt x="830116" y="710500"/>
                  </a:lnTo>
                  <a:lnTo>
                    <a:pt x="825032" y="715216"/>
                  </a:lnTo>
                  <a:lnTo>
                    <a:pt x="813034" y="711949"/>
                  </a:lnTo>
                  <a:lnTo>
                    <a:pt x="760426" y="745924"/>
                  </a:lnTo>
                  <a:lnTo>
                    <a:pt x="715025" y="801607"/>
                  </a:lnTo>
                  <a:lnTo>
                    <a:pt x="705874" y="811801"/>
                  </a:lnTo>
                  <a:lnTo>
                    <a:pt x="689300" y="820685"/>
                  </a:lnTo>
                  <a:lnTo>
                    <a:pt x="678089" y="835442"/>
                  </a:lnTo>
                  <a:lnTo>
                    <a:pt x="668811" y="854799"/>
                  </a:lnTo>
                  <a:lnTo>
                    <a:pt x="662163" y="865654"/>
                  </a:lnTo>
                  <a:lnTo>
                    <a:pt x="659812" y="878059"/>
                  </a:lnTo>
                  <a:lnTo>
                    <a:pt x="618186" y="875059"/>
                  </a:lnTo>
                  <a:lnTo>
                    <a:pt x="624579" y="851914"/>
                  </a:lnTo>
                  <a:lnTo>
                    <a:pt x="626016" y="837552"/>
                  </a:lnTo>
                  <a:lnTo>
                    <a:pt x="621707" y="836115"/>
                  </a:lnTo>
                  <a:lnTo>
                    <a:pt x="625228" y="812449"/>
                  </a:lnTo>
                  <a:lnTo>
                    <a:pt x="578899" y="771141"/>
                  </a:lnTo>
                  <a:lnTo>
                    <a:pt x="593528" y="697167"/>
                  </a:lnTo>
                  <a:lnTo>
                    <a:pt x="588165" y="681877"/>
                  </a:lnTo>
                  <a:lnTo>
                    <a:pt x="468371" y="735997"/>
                  </a:lnTo>
                  <a:lnTo>
                    <a:pt x="433659" y="769590"/>
                  </a:lnTo>
                  <a:lnTo>
                    <a:pt x="401948" y="812703"/>
                  </a:lnTo>
                  <a:lnTo>
                    <a:pt x="383937" y="821333"/>
                  </a:lnTo>
                  <a:lnTo>
                    <a:pt x="346226" y="827612"/>
                  </a:lnTo>
                  <a:lnTo>
                    <a:pt x="313065" y="834145"/>
                  </a:lnTo>
                  <a:lnTo>
                    <a:pt x="279523" y="849436"/>
                  </a:lnTo>
                  <a:lnTo>
                    <a:pt x="264004" y="858994"/>
                  </a:lnTo>
                  <a:lnTo>
                    <a:pt x="190666" y="908512"/>
                  </a:lnTo>
                  <a:lnTo>
                    <a:pt x="161420" y="919227"/>
                  </a:lnTo>
                  <a:lnTo>
                    <a:pt x="98135" y="943809"/>
                  </a:lnTo>
                  <a:lnTo>
                    <a:pt x="53243" y="928912"/>
                  </a:lnTo>
                  <a:lnTo>
                    <a:pt x="60030" y="856896"/>
                  </a:lnTo>
                  <a:lnTo>
                    <a:pt x="60818" y="804988"/>
                  </a:lnTo>
                  <a:lnTo>
                    <a:pt x="0" y="697561"/>
                  </a:lnTo>
                  <a:lnTo>
                    <a:pt x="40978" y="666332"/>
                  </a:lnTo>
                  <a:lnTo>
                    <a:pt x="77647" y="614297"/>
                  </a:lnTo>
                  <a:lnTo>
                    <a:pt x="109880" y="583462"/>
                  </a:lnTo>
                  <a:lnTo>
                    <a:pt x="131805" y="563990"/>
                  </a:lnTo>
                  <a:lnTo>
                    <a:pt x="148646" y="589207"/>
                  </a:lnTo>
                  <a:lnTo>
                    <a:pt x="283056" y="540069"/>
                  </a:lnTo>
                  <a:lnTo>
                    <a:pt x="325991" y="516009"/>
                  </a:lnTo>
                  <a:lnTo>
                    <a:pt x="350395" y="502422"/>
                  </a:lnTo>
                  <a:lnTo>
                    <a:pt x="379361" y="505955"/>
                  </a:lnTo>
                  <a:lnTo>
                    <a:pt x="418916" y="478768"/>
                  </a:lnTo>
                  <a:lnTo>
                    <a:pt x="453754" y="411328"/>
                  </a:lnTo>
                  <a:lnTo>
                    <a:pt x="501519" y="378904"/>
                  </a:lnTo>
                  <a:lnTo>
                    <a:pt x="546399" y="375256"/>
                  </a:lnTo>
                  <a:lnTo>
                    <a:pt x="588546" y="336172"/>
                  </a:lnTo>
                  <a:lnTo>
                    <a:pt x="551750" y="318518"/>
                  </a:lnTo>
                  <a:lnTo>
                    <a:pt x="532710" y="288852"/>
                  </a:lnTo>
                  <a:lnTo>
                    <a:pt x="553580" y="280095"/>
                  </a:lnTo>
                  <a:lnTo>
                    <a:pt x="560622" y="267156"/>
                  </a:lnTo>
                  <a:lnTo>
                    <a:pt x="561156" y="258259"/>
                  </a:lnTo>
                  <a:lnTo>
                    <a:pt x="556186" y="250302"/>
                  </a:lnTo>
                  <a:lnTo>
                    <a:pt x="555411" y="242320"/>
                  </a:lnTo>
                  <a:lnTo>
                    <a:pt x="561816" y="236308"/>
                  </a:lnTo>
                  <a:lnTo>
                    <a:pt x="580348" y="228072"/>
                  </a:lnTo>
                  <a:lnTo>
                    <a:pt x="622228" y="224157"/>
                  </a:lnTo>
                  <a:lnTo>
                    <a:pt x="642717" y="210290"/>
                  </a:lnTo>
                  <a:lnTo>
                    <a:pt x="643886" y="192000"/>
                  </a:lnTo>
                  <a:lnTo>
                    <a:pt x="632663" y="180116"/>
                  </a:lnTo>
                  <a:lnTo>
                    <a:pt x="632663" y="167165"/>
                  </a:lnTo>
                  <a:lnTo>
                    <a:pt x="644420" y="164165"/>
                  </a:lnTo>
                  <a:lnTo>
                    <a:pt x="656813" y="151226"/>
                  </a:lnTo>
                  <a:lnTo>
                    <a:pt x="678089" y="134092"/>
                  </a:lnTo>
                  <a:lnTo>
                    <a:pt x="707704" y="128093"/>
                  </a:lnTo>
                  <a:lnTo>
                    <a:pt x="738628" y="113972"/>
                  </a:lnTo>
                  <a:lnTo>
                    <a:pt x="748949" y="105075"/>
                  </a:lnTo>
                  <a:lnTo>
                    <a:pt x="765523" y="101542"/>
                  </a:lnTo>
                  <a:lnTo>
                    <a:pt x="770874" y="89137"/>
                  </a:lnTo>
                  <a:lnTo>
                    <a:pt x="779733" y="87967"/>
                  </a:lnTo>
                  <a:lnTo>
                    <a:pt x="810403" y="56586"/>
                  </a:lnTo>
                  <a:lnTo>
                    <a:pt x="827511" y="48362"/>
                  </a:lnTo>
                  <a:lnTo>
                    <a:pt x="831019" y="38817"/>
                  </a:lnTo>
                  <a:lnTo>
                    <a:pt x="842267" y="29920"/>
                  </a:lnTo>
                  <a:lnTo>
                    <a:pt x="852308" y="28750"/>
                  </a:lnTo>
                  <a:lnTo>
                    <a:pt x="873305" y="127"/>
                  </a:lnTo>
                  <a:lnTo>
                    <a:pt x="879826" y="0"/>
                  </a:lnTo>
                  <a:lnTo>
                    <a:pt x="913368" y="84447"/>
                  </a:lnTo>
                  <a:lnTo>
                    <a:pt x="929307" y="124827"/>
                  </a:lnTo>
                  <a:lnTo>
                    <a:pt x="882584" y="214357"/>
                  </a:lnTo>
                  <a:lnTo>
                    <a:pt x="877106" y="224678"/>
                  </a:lnTo>
                  <a:lnTo>
                    <a:pt x="888964" y="240363"/>
                  </a:lnTo>
                  <a:lnTo>
                    <a:pt x="928391" y="219836"/>
                  </a:lnTo>
                  <a:lnTo>
                    <a:pt x="993887" y="181158"/>
                  </a:lnTo>
                  <a:lnTo>
                    <a:pt x="1036962" y="167686"/>
                  </a:lnTo>
                  <a:lnTo>
                    <a:pt x="1062662" y="158801"/>
                  </a:lnTo>
                  <a:lnTo>
                    <a:pt x="1103259" y="152395"/>
                  </a:lnTo>
                  <a:lnTo>
                    <a:pt x="1128958" y="147438"/>
                  </a:lnTo>
                  <a:lnTo>
                    <a:pt x="1176851" y="124687"/>
                  </a:lnTo>
                  <a:lnTo>
                    <a:pt x="1201521" y="126517"/>
                  </a:lnTo>
                  <a:lnTo>
                    <a:pt x="1227882" y="109130"/>
                  </a:lnTo>
                  <a:lnTo>
                    <a:pt x="1241850" y="124166"/>
                  </a:lnTo>
                  <a:lnTo>
                    <a:pt x="1207914" y="161153"/>
                  </a:lnTo>
                  <a:lnTo>
                    <a:pt x="1242766" y="171079"/>
                  </a:lnTo>
                  <a:lnTo>
                    <a:pt x="1330847" y="233041"/>
                  </a:lnTo>
                  <a:lnTo>
                    <a:pt x="1336859" y="253174"/>
                  </a:lnTo>
                  <a:lnTo>
                    <a:pt x="1316358" y="269901"/>
                  </a:lnTo>
                  <a:lnTo>
                    <a:pt x="1337902" y="323360"/>
                  </a:lnTo>
                  <a:lnTo>
                    <a:pt x="1328229" y="322712"/>
                  </a:lnTo>
                  <a:lnTo>
                    <a:pt x="1311147" y="332117"/>
                  </a:lnTo>
                  <a:lnTo>
                    <a:pt x="1308655" y="337354"/>
                  </a:lnTo>
                  <a:lnTo>
                    <a:pt x="1312697" y="343620"/>
                  </a:lnTo>
                  <a:lnTo>
                    <a:pt x="1299275" y="358784"/>
                  </a:lnTo>
                  <a:lnTo>
                    <a:pt x="1287518" y="363486"/>
                  </a:lnTo>
                  <a:lnTo>
                    <a:pt x="1268199" y="366753"/>
                  </a:lnTo>
                  <a:lnTo>
                    <a:pt x="1247329" y="379425"/>
                  </a:lnTo>
                  <a:lnTo>
                    <a:pt x="1234530" y="392898"/>
                  </a:lnTo>
                  <a:lnTo>
                    <a:pt x="1226700" y="406612"/>
                  </a:lnTo>
                  <a:lnTo>
                    <a:pt x="1226573" y="424775"/>
                  </a:lnTo>
                  <a:lnTo>
                    <a:pt x="1227628" y="435248"/>
                  </a:lnTo>
                  <a:lnTo>
                    <a:pt x="1223980" y="457199"/>
                  </a:lnTo>
                  <a:lnTo>
                    <a:pt x="1219531" y="476556"/>
                  </a:lnTo>
                  <a:lnTo>
                    <a:pt x="1210139" y="479403"/>
                  </a:lnTo>
                  <a:lnTo>
                    <a:pt x="1201902" y="488834"/>
                  </a:lnTo>
                  <a:lnTo>
                    <a:pt x="1196564" y="482289"/>
                  </a:lnTo>
                  <a:lnTo>
                    <a:pt x="1187044" y="482289"/>
                  </a:lnTo>
                  <a:lnTo>
                    <a:pt x="1180765" y="488034"/>
                  </a:lnTo>
                  <a:lnTo>
                    <a:pt x="1152205" y="481628"/>
                  </a:lnTo>
                  <a:lnTo>
                    <a:pt x="1145011" y="470392"/>
                  </a:lnTo>
                  <a:lnTo>
                    <a:pt x="1132759" y="463478"/>
                  </a:lnTo>
                  <a:lnTo>
                    <a:pt x="1118396" y="459677"/>
                  </a:lnTo>
                  <a:lnTo>
                    <a:pt x="1095289" y="475234"/>
                  </a:lnTo>
                  <a:lnTo>
                    <a:pt x="1077800" y="490004"/>
                  </a:lnTo>
                  <a:lnTo>
                    <a:pt x="1076631" y="498380"/>
                  </a:lnTo>
                  <a:lnTo>
                    <a:pt x="1068140" y="506463"/>
                  </a:lnTo>
                  <a:lnTo>
                    <a:pt x="1054833" y="506603"/>
                  </a:lnTo>
                  <a:lnTo>
                    <a:pt x="1051312" y="514306"/>
                  </a:lnTo>
                  <a:lnTo>
                    <a:pt x="1027035" y="522809"/>
                  </a:lnTo>
                  <a:lnTo>
                    <a:pt x="1015304" y="529596"/>
                  </a:lnTo>
                  <a:lnTo>
                    <a:pt x="1006419" y="527245"/>
                  </a:lnTo>
                  <a:lnTo>
                    <a:pt x="985143" y="539141"/>
                  </a:lnTo>
                  <a:lnTo>
                    <a:pt x="981635" y="545026"/>
                  </a:lnTo>
                  <a:lnTo>
                    <a:pt x="969763" y="553262"/>
                  </a:lnTo>
                  <a:lnTo>
                    <a:pt x="943529" y="556008"/>
                  </a:lnTo>
                  <a:close/>
                </a:path>
              </a:pathLst>
            </a:custGeom>
            <a:solidFill>
              <a:srgbClr val="FFFFFF"/>
            </a:solidFill>
            <a:ln w="12700" cap="flat">
              <a:noFill/>
              <a:prstDash val="solid"/>
              <a:miter/>
            </a:ln>
          </p:spPr>
          <p:txBody>
            <a:bodyPr rtlCol="0" anchor="ctr"/>
            <a:lstStyle/>
            <a:p>
              <a:endParaRPr lang="de-CH"/>
            </a:p>
          </p:txBody>
        </p:sp>
        <p:sp>
          <p:nvSpPr>
            <p:cNvPr id="129" name="Freihandform: Form 128">
              <a:extLst>
                <a:ext uri="{FF2B5EF4-FFF2-40B4-BE49-F238E27FC236}">
                  <a16:creationId xmlns:a16="http://schemas.microsoft.com/office/drawing/2014/main" id="{7760B507-31B5-8A37-551E-1433F21B095C}"/>
                </a:ext>
              </a:extLst>
            </p:cNvPr>
            <p:cNvSpPr/>
            <p:nvPr/>
          </p:nvSpPr>
          <p:spPr>
            <a:xfrm>
              <a:off x="2476727" y="2413773"/>
              <a:ext cx="1337901" cy="943808"/>
            </a:xfrm>
            <a:custGeom>
              <a:avLst/>
              <a:gdLst>
                <a:gd name="connsiteX0" fmla="*/ 943529 w 1337901"/>
                <a:gd name="connsiteY0" fmla="*/ 556008 h 943808"/>
                <a:gd name="connsiteX1" fmla="*/ 923168 w 1337901"/>
                <a:gd name="connsiteY1" fmla="*/ 565159 h 943808"/>
                <a:gd name="connsiteX2" fmla="*/ 900848 w 1337901"/>
                <a:gd name="connsiteY2" fmla="*/ 583462 h 943808"/>
                <a:gd name="connsiteX3" fmla="*/ 903200 w 1337901"/>
                <a:gd name="connsiteY3" fmla="*/ 623969 h 943808"/>
                <a:gd name="connsiteX4" fmla="*/ 895370 w 1337901"/>
                <a:gd name="connsiteY4" fmla="*/ 639132 h 943808"/>
                <a:gd name="connsiteX5" fmla="*/ 894722 w 1337901"/>
                <a:gd name="connsiteY5" fmla="*/ 656266 h 943808"/>
                <a:gd name="connsiteX6" fmla="*/ 873178 w 1337901"/>
                <a:gd name="connsiteY6" fmla="*/ 669599 h 943808"/>
                <a:gd name="connsiteX7" fmla="*/ 844860 w 1337901"/>
                <a:gd name="connsiteY7" fmla="*/ 676907 h 943808"/>
                <a:gd name="connsiteX8" fmla="*/ 829722 w 1337901"/>
                <a:gd name="connsiteY8" fmla="*/ 694689 h 943808"/>
                <a:gd name="connsiteX9" fmla="*/ 830116 w 1337901"/>
                <a:gd name="connsiteY9" fmla="*/ 710500 h 943808"/>
                <a:gd name="connsiteX10" fmla="*/ 825032 w 1337901"/>
                <a:gd name="connsiteY10" fmla="*/ 715216 h 943808"/>
                <a:gd name="connsiteX11" fmla="*/ 813034 w 1337901"/>
                <a:gd name="connsiteY11" fmla="*/ 711949 h 943808"/>
                <a:gd name="connsiteX12" fmla="*/ 760426 w 1337901"/>
                <a:gd name="connsiteY12" fmla="*/ 745924 h 943808"/>
                <a:gd name="connsiteX13" fmla="*/ 715025 w 1337901"/>
                <a:gd name="connsiteY13" fmla="*/ 801607 h 943808"/>
                <a:gd name="connsiteX14" fmla="*/ 705874 w 1337901"/>
                <a:gd name="connsiteY14" fmla="*/ 811801 h 943808"/>
                <a:gd name="connsiteX15" fmla="*/ 689300 w 1337901"/>
                <a:gd name="connsiteY15" fmla="*/ 820685 h 943808"/>
                <a:gd name="connsiteX16" fmla="*/ 678089 w 1337901"/>
                <a:gd name="connsiteY16" fmla="*/ 835442 h 943808"/>
                <a:gd name="connsiteX17" fmla="*/ 668811 w 1337901"/>
                <a:gd name="connsiteY17" fmla="*/ 854799 h 943808"/>
                <a:gd name="connsiteX18" fmla="*/ 662163 w 1337901"/>
                <a:gd name="connsiteY18" fmla="*/ 865654 h 943808"/>
                <a:gd name="connsiteX19" fmla="*/ 659812 w 1337901"/>
                <a:gd name="connsiteY19" fmla="*/ 878059 h 943808"/>
                <a:gd name="connsiteX20" fmla="*/ 618186 w 1337901"/>
                <a:gd name="connsiteY20" fmla="*/ 875059 h 943808"/>
                <a:gd name="connsiteX21" fmla="*/ 624579 w 1337901"/>
                <a:gd name="connsiteY21" fmla="*/ 851914 h 943808"/>
                <a:gd name="connsiteX22" fmla="*/ 626016 w 1337901"/>
                <a:gd name="connsiteY22" fmla="*/ 837552 h 943808"/>
                <a:gd name="connsiteX23" fmla="*/ 621707 w 1337901"/>
                <a:gd name="connsiteY23" fmla="*/ 836115 h 943808"/>
                <a:gd name="connsiteX24" fmla="*/ 625228 w 1337901"/>
                <a:gd name="connsiteY24" fmla="*/ 812449 h 943808"/>
                <a:gd name="connsiteX25" fmla="*/ 578899 w 1337901"/>
                <a:gd name="connsiteY25" fmla="*/ 771141 h 943808"/>
                <a:gd name="connsiteX26" fmla="*/ 593528 w 1337901"/>
                <a:gd name="connsiteY26" fmla="*/ 697167 h 943808"/>
                <a:gd name="connsiteX27" fmla="*/ 588165 w 1337901"/>
                <a:gd name="connsiteY27" fmla="*/ 681877 h 943808"/>
                <a:gd name="connsiteX28" fmla="*/ 468371 w 1337901"/>
                <a:gd name="connsiteY28" fmla="*/ 735997 h 943808"/>
                <a:gd name="connsiteX29" fmla="*/ 433659 w 1337901"/>
                <a:gd name="connsiteY29" fmla="*/ 769590 h 943808"/>
                <a:gd name="connsiteX30" fmla="*/ 401948 w 1337901"/>
                <a:gd name="connsiteY30" fmla="*/ 812703 h 943808"/>
                <a:gd name="connsiteX31" fmla="*/ 383937 w 1337901"/>
                <a:gd name="connsiteY31" fmla="*/ 821333 h 943808"/>
                <a:gd name="connsiteX32" fmla="*/ 346226 w 1337901"/>
                <a:gd name="connsiteY32" fmla="*/ 827612 h 943808"/>
                <a:gd name="connsiteX33" fmla="*/ 313065 w 1337901"/>
                <a:gd name="connsiteY33" fmla="*/ 834145 h 943808"/>
                <a:gd name="connsiteX34" fmla="*/ 279523 w 1337901"/>
                <a:gd name="connsiteY34" fmla="*/ 849436 h 943808"/>
                <a:gd name="connsiteX35" fmla="*/ 264004 w 1337901"/>
                <a:gd name="connsiteY35" fmla="*/ 858994 h 943808"/>
                <a:gd name="connsiteX36" fmla="*/ 190666 w 1337901"/>
                <a:gd name="connsiteY36" fmla="*/ 908512 h 943808"/>
                <a:gd name="connsiteX37" fmla="*/ 161420 w 1337901"/>
                <a:gd name="connsiteY37" fmla="*/ 919227 h 943808"/>
                <a:gd name="connsiteX38" fmla="*/ 98135 w 1337901"/>
                <a:gd name="connsiteY38" fmla="*/ 943809 h 943808"/>
                <a:gd name="connsiteX39" fmla="*/ 53243 w 1337901"/>
                <a:gd name="connsiteY39" fmla="*/ 928912 h 943808"/>
                <a:gd name="connsiteX40" fmla="*/ 60030 w 1337901"/>
                <a:gd name="connsiteY40" fmla="*/ 856896 h 943808"/>
                <a:gd name="connsiteX41" fmla="*/ 60818 w 1337901"/>
                <a:gd name="connsiteY41" fmla="*/ 804988 h 943808"/>
                <a:gd name="connsiteX42" fmla="*/ 0 w 1337901"/>
                <a:gd name="connsiteY42" fmla="*/ 697561 h 943808"/>
                <a:gd name="connsiteX43" fmla="*/ 40978 w 1337901"/>
                <a:gd name="connsiteY43" fmla="*/ 666332 h 943808"/>
                <a:gd name="connsiteX44" fmla="*/ 77647 w 1337901"/>
                <a:gd name="connsiteY44" fmla="*/ 614297 h 943808"/>
                <a:gd name="connsiteX45" fmla="*/ 109880 w 1337901"/>
                <a:gd name="connsiteY45" fmla="*/ 583462 h 943808"/>
                <a:gd name="connsiteX46" fmla="*/ 131805 w 1337901"/>
                <a:gd name="connsiteY46" fmla="*/ 563990 h 943808"/>
                <a:gd name="connsiteX47" fmla="*/ 148646 w 1337901"/>
                <a:gd name="connsiteY47" fmla="*/ 589207 h 943808"/>
                <a:gd name="connsiteX48" fmla="*/ 283056 w 1337901"/>
                <a:gd name="connsiteY48" fmla="*/ 540069 h 943808"/>
                <a:gd name="connsiteX49" fmla="*/ 325991 w 1337901"/>
                <a:gd name="connsiteY49" fmla="*/ 516009 h 943808"/>
                <a:gd name="connsiteX50" fmla="*/ 350395 w 1337901"/>
                <a:gd name="connsiteY50" fmla="*/ 502422 h 943808"/>
                <a:gd name="connsiteX51" fmla="*/ 379361 w 1337901"/>
                <a:gd name="connsiteY51" fmla="*/ 505955 h 943808"/>
                <a:gd name="connsiteX52" fmla="*/ 418916 w 1337901"/>
                <a:gd name="connsiteY52" fmla="*/ 478768 h 943808"/>
                <a:gd name="connsiteX53" fmla="*/ 453754 w 1337901"/>
                <a:gd name="connsiteY53" fmla="*/ 411328 h 943808"/>
                <a:gd name="connsiteX54" fmla="*/ 501519 w 1337901"/>
                <a:gd name="connsiteY54" fmla="*/ 378904 h 943808"/>
                <a:gd name="connsiteX55" fmla="*/ 546399 w 1337901"/>
                <a:gd name="connsiteY55" fmla="*/ 375256 h 943808"/>
                <a:gd name="connsiteX56" fmla="*/ 588546 w 1337901"/>
                <a:gd name="connsiteY56" fmla="*/ 336172 h 943808"/>
                <a:gd name="connsiteX57" fmla="*/ 551750 w 1337901"/>
                <a:gd name="connsiteY57" fmla="*/ 318518 h 943808"/>
                <a:gd name="connsiteX58" fmla="*/ 532710 w 1337901"/>
                <a:gd name="connsiteY58" fmla="*/ 288852 h 943808"/>
                <a:gd name="connsiteX59" fmla="*/ 553580 w 1337901"/>
                <a:gd name="connsiteY59" fmla="*/ 280095 h 943808"/>
                <a:gd name="connsiteX60" fmla="*/ 560622 w 1337901"/>
                <a:gd name="connsiteY60" fmla="*/ 267156 h 943808"/>
                <a:gd name="connsiteX61" fmla="*/ 561156 w 1337901"/>
                <a:gd name="connsiteY61" fmla="*/ 258259 h 943808"/>
                <a:gd name="connsiteX62" fmla="*/ 556186 w 1337901"/>
                <a:gd name="connsiteY62" fmla="*/ 250302 h 943808"/>
                <a:gd name="connsiteX63" fmla="*/ 555411 w 1337901"/>
                <a:gd name="connsiteY63" fmla="*/ 242320 h 943808"/>
                <a:gd name="connsiteX64" fmla="*/ 561816 w 1337901"/>
                <a:gd name="connsiteY64" fmla="*/ 236308 h 943808"/>
                <a:gd name="connsiteX65" fmla="*/ 580348 w 1337901"/>
                <a:gd name="connsiteY65" fmla="*/ 228072 h 943808"/>
                <a:gd name="connsiteX66" fmla="*/ 622228 w 1337901"/>
                <a:gd name="connsiteY66" fmla="*/ 224157 h 943808"/>
                <a:gd name="connsiteX67" fmla="*/ 642717 w 1337901"/>
                <a:gd name="connsiteY67" fmla="*/ 210290 h 943808"/>
                <a:gd name="connsiteX68" fmla="*/ 643886 w 1337901"/>
                <a:gd name="connsiteY68" fmla="*/ 192000 h 943808"/>
                <a:gd name="connsiteX69" fmla="*/ 632663 w 1337901"/>
                <a:gd name="connsiteY69" fmla="*/ 180116 h 943808"/>
                <a:gd name="connsiteX70" fmla="*/ 632663 w 1337901"/>
                <a:gd name="connsiteY70" fmla="*/ 167165 h 943808"/>
                <a:gd name="connsiteX71" fmla="*/ 644420 w 1337901"/>
                <a:gd name="connsiteY71" fmla="*/ 164165 h 943808"/>
                <a:gd name="connsiteX72" fmla="*/ 656813 w 1337901"/>
                <a:gd name="connsiteY72" fmla="*/ 151226 h 943808"/>
                <a:gd name="connsiteX73" fmla="*/ 678089 w 1337901"/>
                <a:gd name="connsiteY73" fmla="*/ 134092 h 943808"/>
                <a:gd name="connsiteX74" fmla="*/ 707704 w 1337901"/>
                <a:gd name="connsiteY74" fmla="*/ 128093 h 943808"/>
                <a:gd name="connsiteX75" fmla="*/ 738628 w 1337901"/>
                <a:gd name="connsiteY75" fmla="*/ 113972 h 943808"/>
                <a:gd name="connsiteX76" fmla="*/ 748949 w 1337901"/>
                <a:gd name="connsiteY76" fmla="*/ 105075 h 943808"/>
                <a:gd name="connsiteX77" fmla="*/ 765523 w 1337901"/>
                <a:gd name="connsiteY77" fmla="*/ 101542 h 943808"/>
                <a:gd name="connsiteX78" fmla="*/ 770874 w 1337901"/>
                <a:gd name="connsiteY78" fmla="*/ 89137 h 943808"/>
                <a:gd name="connsiteX79" fmla="*/ 779733 w 1337901"/>
                <a:gd name="connsiteY79" fmla="*/ 87967 h 943808"/>
                <a:gd name="connsiteX80" fmla="*/ 810403 w 1337901"/>
                <a:gd name="connsiteY80" fmla="*/ 56586 h 943808"/>
                <a:gd name="connsiteX81" fmla="*/ 827511 w 1337901"/>
                <a:gd name="connsiteY81" fmla="*/ 48362 h 943808"/>
                <a:gd name="connsiteX82" fmla="*/ 831019 w 1337901"/>
                <a:gd name="connsiteY82" fmla="*/ 38817 h 943808"/>
                <a:gd name="connsiteX83" fmla="*/ 842267 w 1337901"/>
                <a:gd name="connsiteY83" fmla="*/ 29920 h 943808"/>
                <a:gd name="connsiteX84" fmla="*/ 852308 w 1337901"/>
                <a:gd name="connsiteY84" fmla="*/ 28750 h 943808"/>
                <a:gd name="connsiteX85" fmla="*/ 873305 w 1337901"/>
                <a:gd name="connsiteY85" fmla="*/ 127 h 943808"/>
                <a:gd name="connsiteX86" fmla="*/ 879826 w 1337901"/>
                <a:gd name="connsiteY86" fmla="*/ 0 h 943808"/>
                <a:gd name="connsiteX87" fmla="*/ 913368 w 1337901"/>
                <a:gd name="connsiteY87" fmla="*/ 84447 h 943808"/>
                <a:gd name="connsiteX88" fmla="*/ 929307 w 1337901"/>
                <a:gd name="connsiteY88" fmla="*/ 124827 h 943808"/>
                <a:gd name="connsiteX89" fmla="*/ 882584 w 1337901"/>
                <a:gd name="connsiteY89" fmla="*/ 214357 h 943808"/>
                <a:gd name="connsiteX90" fmla="*/ 877106 w 1337901"/>
                <a:gd name="connsiteY90" fmla="*/ 224678 h 943808"/>
                <a:gd name="connsiteX91" fmla="*/ 888964 w 1337901"/>
                <a:gd name="connsiteY91" fmla="*/ 240363 h 943808"/>
                <a:gd name="connsiteX92" fmla="*/ 928391 w 1337901"/>
                <a:gd name="connsiteY92" fmla="*/ 219836 h 943808"/>
                <a:gd name="connsiteX93" fmla="*/ 993887 w 1337901"/>
                <a:gd name="connsiteY93" fmla="*/ 181158 h 943808"/>
                <a:gd name="connsiteX94" fmla="*/ 1036962 w 1337901"/>
                <a:gd name="connsiteY94" fmla="*/ 167686 h 943808"/>
                <a:gd name="connsiteX95" fmla="*/ 1062662 w 1337901"/>
                <a:gd name="connsiteY95" fmla="*/ 158801 h 943808"/>
                <a:gd name="connsiteX96" fmla="*/ 1103259 w 1337901"/>
                <a:gd name="connsiteY96" fmla="*/ 152395 h 943808"/>
                <a:gd name="connsiteX97" fmla="*/ 1128958 w 1337901"/>
                <a:gd name="connsiteY97" fmla="*/ 147438 h 943808"/>
                <a:gd name="connsiteX98" fmla="*/ 1176851 w 1337901"/>
                <a:gd name="connsiteY98" fmla="*/ 124687 h 943808"/>
                <a:gd name="connsiteX99" fmla="*/ 1201521 w 1337901"/>
                <a:gd name="connsiteY99" fmla="*/ 126517 h 943808"/>
                <a:gd name="connsiteX100" fmla="*/ 1227882 w 1337901"/>
                <a:gd name="connsiteY100" fmla="*/ 109130 h 943808"/>
                <a:gd name="connsiteX101" fmla="*/ 1241850 w 1337901"/>
                <a:gd name="connsiteY101" fmla="*/ 124166 h 943808"/>
                <a:gd name="connsiteX102" fmla="*/ 1207914 w 1337901"/>
                <a:gd name="connsiteY102" fmla="*/ 161153 h 943808"/>
                <a:gd name="connsiteX103" fmla="*/ 1242766 w 1337901"/>
                <a:gd name="connsiteY103" fmla="*/ 171079 h 943808"/>
                <a:gd name="connsiteX104" fmla="*/ 1330847 w 1337901"/>
                <a:gd name="connsiteY104" fmla="*/ 233041 h 943808"/>
                <a:gd name="connsiteX105" fmla="*/ 1336859 w 1337901"/>
                <a:gd name="connsiteY105" fmla="*/ 253174 h 943808"/>
                <a:gd name="connsiteX106" fmla="*/ 1316358 w 1337901"/>
                <a:gd name="connsiteY106" fmla="*/ 269901 h 943808"/>
                <a:gd name="connsiteX107" fmla="*/ 1337902 w 1337901"/>
                <a:gd name="connsiteY107" fmla="*/ 323360 h 943808"/>
                <a:gd name="connsiteX108" fmla="*/ 1328229 w 1337901"/>
                <a:gd name="connsiteY108" fmla="*/ 322712 h 943808"/>
                <a:gd name="connsiteX109" fmla="*/ 1311147 w 1337901"/>
                <a:gd name="connsiteY109" fmla="*/ 332117 h 943808"/>
                <a:gd name="connsiteX110" fmla="*/ 1308655 w 1337901"/>
                <a:gd name="connsiteY110" fmla="*/ 337354 h 943808"/>
                <a:gd name="connsiteX111" fmla="*/ 1312697 w 1337901"/>
                <a:gd name="connsiteY111" fmla="*/ 343620 h 943808"/>
                <a:gd name="connsiteX112" fmla="*/ 1299275 w 1337901"/>
                <a:gd name="connsiteY112" fmla="*/ 358784 h 943808"/>
                <a:gd name="connsiteX113" fmla="*/ 1287518 w 1337901"/>
                <a:gd name="connsiteY113" fmla="*/ 363486 h 943808"/>
                <a:gd name="connsiteX114" fmla="*/ 1268199 w 1337901"/>
                <a:gd name="connsiteY114" fmla="*/ 366753 h 943808"/>
                <a:gd name="connsiteX115" fmla="*/ 1247329 w 1337901"/>
                <a:gd name="connsiteY115" fmla="*/ 379425 h 943808"/>
                <a:gd name="connsiteX116" fmla="*/ 1234530 w 1337901"/>
                <a:gd name="connsiteY116" fmla="*/ 392898 h 943808"/>
                <a:gd name="connsiteX117" fmla="*/ 1226700 w 1337901"/>
                <a:gd name="connsiteY117" fmla="*/ 406612 h 943808"/>
                <a:gd name="connsiteX118" fmla="*/ 1226573 w 1337901"/>
                <a:gd name="connsiteY118" fmla="*/ 424775 h 943808"/>
                <a:gd name="connsiteX119" fmla="*/ 1227628 w 1337901"/>
                <a:gd name="connsiteY119" fmla="*/ 435248 h 943808"/>
                <a:gd name="connsiteX120" fmla="*/ 1223980 w 1337901"/>
                <a:gd name="connsiteY120" fmla="*/ 457199 h 943808"/>
                <a:gd name="connsiteX121" fmla="*/ 1219531 w 1337901"/>
                <a:gd name="connsiteY121" fmla="*/ 476556 h 943808"/>
                <a:gd name="connsiteX122" fmla="*/ 1210139 w 1337901"/>
                <a:gd name="connsiteY122" fmla="*/ 479403 h 943808"/>
                <a:gd name="connsiteX123" fmla="*/ 1201902 w 1337901"/>
                <a:gd name="connsiteY123" fmla="*/ 488834 h 943808"/>
                <a:gd name="connsiteX124" fmla="*/ 1196564 w 1337901"/>
                <a:gd name="connsiteY124" fmla="*/ 482289 h 943808"/>
                <a:gd name="connsiteX125" fmla="*/ 1187044 w 1337901"/>
                <a:gd name="connsiteY125" fmla="*/ 482289 h 943808"/>
                <a:gd name="connsiteX126" fmla="*/ 1180765 w 1337901"/>
                <a:gd name="connsiteY126" fmla="*/ 488034 h 943808"/>
                <a:gd name="connsiteX127" fmla="*/ 1152205 w 1337901"/>
                <a:gd name="connsiteY127" fmla="*/ 481628 h 943808"/>
                <a:gd name="connsiteX128" fmla="*/ 1145011 w 1337901"/>
                <a:gd name="connsiteY128" fmla="*/ 470392 h 943808"/>
                <a:gd name="connsiteX129" fmla="*/ 1132759 w 1337901"/>
                <a:gd name="connsiteY129" fmla="*/ 463478 h 943808"/>
                <a:gd name="connsiteX130" fmla="*/ 1118396 w 1337901"/>
                <a:gd name="connsiteY130" fmla="*/ 459677 h 943808"/>
                <a:gd name="connsiteX131" fmla="*/ 1095289 w 1337901"/>
                <a:gd name="connsiteY131" fmla="*/ 475234 h 943808"/>
                <a:gd name="connsiteX132" fmla="*/ 1077800 w 1337901"/>
                <a:gd name="connsiteY132" fmla="*/ 490004 h 943808"/>
                <a:gd name="connsiteX133" fmla="*/ 1076631 w 1337901"/>
                <a:gd name="connsiteY133" fmla="*/ 498380 h 943808"/>
                <a:gd name="connsiteX134" fmla="*/ 1068140 w 1337901"/>
                <a:gd name="connsiteY134" fmla="*/ 506463 h 943808"/>
                <a:gd name="connsiteX135" fmla="*/ 1054833 w 1337901"/>
                <a:gd name="connsiteY135" fmla="*/ 506603 h 943808"/>
                <a:gd name="connsiteX136" fmla="*/ 1051312 w 1337901"/>
                <a:gd name="connsiteY136" fmla="*/ 514306 h 943808"/>
                <a:gd name="connsiteX137" fmla="*/ 1027035 w 1337901"/>
                <a:gd name="connsiteY137" fmla="*/ 522809 h 943808"/>
                <a:gd name="connsiteX138" fmla="*/ 1015304 w 1337901"/>
                <a:gd name="connsiteY138" fmla="*/ 529596 h 943808"/>
                <a:gd name="connsiteX139" fmla="*/ 1006419 w 1337901"/>
                <a:gd name="connsiteY139" fmla="*/ 527245 h 943808"/>
                <a:gd name="connsiteX140" fmla="*/ 985143 w 1337901"/>
                <a:gd name="connsiteY140" fmla="*/ 539141 h 943808"/>
                <a:gd name="connsiteX141" fmla="*/ 981635 w 1337901"/>
                <a:gd name="connsiteY141" fmla="*/ 545026 h 943808"/>
                <a:gd name="connsiteX142" fmla="*/ 969763 w 1337901"/>
                <a:gd name="connsiteY142" fmla="*/ 553262 h 943808"/>
                <a:gd name="connsiteX143" fmla="*/ 943529 w 1337901"/>
                <a:gd name="connsiteY143" fmla="*/ 556008 h 943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1337901" h="943808">
                  <a:moveTo>
                    <a:pt x="943529" y="556008"/>
                  </a:moveTo>
                  <a:lnTo>
                    <a:pt x="923168" y="565159"/>
                  </a:lnTo>
                  <a:lnTo>
                    <a:pt x="900848" y="583462"/>
                  </a:lnTo>
                  <a:lnTo>
                    <a:pt x="903200" y="623969"/>
                  </a:lnTo>
                  <a:lnTo>
                    <a:pt x="895370" y="639132"/>
                  </a:lnTo>
                  <a:lnTo>
                    <a:pt x="894722" y="656266"/>
                  </a:lnTo>
                  <a:lnTo>
                    <a:pt x="873178" y="669599"/>
                  </a:lnTo>
                  <a:lnTo>
                    <a:pt x="844860" y="676907"/>
                  </a:lnTo>
                  <a:lnTo>
                    <a:pt x="829722" y="694689"/>
                  </a:lnTo>
                  <a:lnTo>
                    <a:pt x="830116" y="710500"/>
                  </a:lnTo>
                  <a:lnTo>
                    <a:pt x="825032" y="715216"/>
                  </a:lnTo>
                  <a:lnTo>
                    <a:pt x="813034" y="711949"/>
                  </a:lnTo>
                  <a:lnTo>
                    <a:pt x="760426" y="745924"/>
                  </a:lnTo>
                  <a:lnTo>
                    <a:pt x="715025" y="801607"/>
                  </a:lnTo>
                  <a:lnTo>
                    <a:pt x="705874" y="811801"/>
                  </a:lnTo>
                  <a:lnTo>
                    <a:pt x="689300" y="820685"/>
                  </a:lnTo>
                  <a:lnTo>
                    <a:pt x="678089" y="835442"/>
                  </a:lnTo>
                  <a:lnTo>
                    <a:pt x="668811" y="854799"/>
                  </a:lnTo>
                  <a:lnTo>
                    <a:pt x="662163" y="865654"/>
                  </a:lnTo>
                  <a:lnTo>
                    <a:pt x="659812" y="878059"/>
                  </a:lnTo>
                  <a:lnTo>
                    <a:pt x="618186" y="875059"/>
                  </a:lnTo>
                  <a:lnTo>
                    <a:pt x="624579" y="851914"/>
                  </a:lnTo>
                  <a:lnTo>
                    <a:pt x="626016" y="837552"/>
                  </a:lnTo>
                  <a:lnTo>
                    <a:pt x="621707" y="836115"/>
                  </a:lnTo>
                  <a:lnTo>
                    <a:pt x="625228" y="812449"/>
                  </a:lnTo>
                  <a:lnTo>
                    <a:pt x="578899" y="771141"/>
                  </a:lnTo>
                  <a:lnTo>
                    <a:pt x="593528" y="697167"/>
                  </a:lnTo>
                  <a:lnTo>
                    <a:pt x="588165" y="681877"/>
                  </a:lnTo>
                  <a:lnTo>
                    <a:pt x="468371" y="735997"/>
                  </a:lnTo>
                  <a:lnTo>
                    <a:pt x="433659" y="769590"/>
                  </a:lnTo>
                  <a:lnTo>
                    <a:pt x="401948" y="812703"/>
                  </a:lnTo>
                  <a:lnTo>
                    <a:pt x="383937" y="821333"/>
                  </a:lnTo>
                  <a:lnTo>
                    <a:pt x="346226" y="827612"/>
                  </a:lnTo>
                  <a:lnTo>
                    <a:pt x="313065" y="834145"/>
                  </a:lnTo>
                  <a:lnTo>
                    <a:pt x="279523" y="849436"/>
                  </a:lnTo>
                  <a:lnTo>
                    <a:pt x="264004" y="858994"/>
                  </a:lnTo>
                  <a:lnTo>
                    <a:pt x="190666" y="908512"/>
                  </a:lnTo>
                  <a:lnTo>
                    <a:pt x="161420" y="919227"/>
                  </a:lnTo>
                  <a:lnTo>
                    <a:pt x="98135" y="943809"/>
                  </a:lnTo>
                  <a:lnTo>
                    <a:pt x="53243" y="928912"/>
                  </a:lnTo>
                  <a:lnTo>
                    <a:pt x="60030" y="856896"/>
                  </a:lnTo>
                  <a:lnTo>
                    <a:pt x="60818" y="804988"/>
                  </a:lnTo>
                  <a:lnTo>
                    <a:pt x="0" y="697561"/>
                  </a:lnTo>
                  <a:lnTo>
                    <a:pt x="40978" y="666332"/>
                  </a:lnTo>
                  <a:lnTo>
                    <a:pt x="77647" y="614297"/>
                  </a:lnTo>
                  <a:lnTo>
                    <a:pt x="109880" y="583462"/>
                  </a:lnTo>
                  <a:lnTo>
                    <a:pt x="131805" y="563990"/>
                  </a:lnTo>
                  <a:lnTo>
                    <a:pt x="148646" y="589207"/>
                  </a:lnTo>
                  <a:lnTo>
                    <a:pt x="283056" y="540069"/>
                  </a:lnTo>
                  <a:lnTo>
                    <a:pt x="325991" y="516009"/>
                  </a:lnTo>
                  <a:lnTo>
                    <a:pt x="350395" y="502422"/>
                  </a:lnTo>
                  <a:lnTo>
                    <a:pt x="379361" y="505955"/>
                  </a:lnTo>
                  <a:lnTo>
                    <a:pt x="418916" y="478768"/>
                  </a:lnTo>
                  <a:lnTo>
                    <a:pt x="453754" y="411328"/>
                  </a:lnTo>
                  <a:lnTo>
                    <a:pt x="501519" y="378904"/>
                  </a:lnTo>
                  <a:lnTo>
                    <a:pt x="546399" y="375256"/>
                  </a:lnTo>
                  <a:lnTo>
                    <a:pt x="588546" y="336172"/>
                  </a:lnTo>
                  <a:lnTo>
                    <a:pt x="551750" y="318518"/>
                  </a:lnTo>
                  <a:lnTo>
                    <a:pt x="532710" y="288852"/>
                  </a:lnTo>
                  <a:lnTo>
                    <a:pt x="553580" y="280095"/>
                  </a:lnTo>
                  <a:lnTo>
                    <a:pt x="560622" y="267156"/>
                  </a:lnTo>
                  <a:lnTo>
                    <a:pt x="561156" y="258259"/>
                  </a:lnTo>
                  <a:lnTo>
                    <a:pt x="556186" y="250302"/>
                  </a:lnTo>
                  <a:lnTo>
                    <a:pt x="555411" y="242320"/>
                  </a:lnTo>
                  <a:lnTo>
                    <a:pt x="561816" y="236308"/>
                  </a:lnTo>
                  <a:lnTo>
                    <a:pt x="580348" y="228072"/>
                  </a:lnTo>
                  <a:lnTo>
                    <a:pt x="622228" y="224157"/>
                  </a:lnTo>
                  <a:lnTo>
                    <a:pt x="642717" y="210290"/>
                  </a:lnTo>
                  <a:lnTo>
                    <a:pt x="643886" y="192000"/>
                  </a:lnTo>
                  <a:lnTo>
                    <a:pt x="632663" y="180116"/>
                  </a:lnTo>
                  <a:lnTo>
                    <a:pt x="632663" y="167165"/>
                  </a:lnTo>
                  <a:lnTo>
                    <a:pt x="644420" y="164165"/>
                  </a:lnTo>
                  <a:lnTo>
                    <a:pt x="656813" y="151226"/>
                  </a:lnTo>
                  <a:lnTo>
                    <a:pt x="678089" y="134092"/>
                  </a:lnTo>
                  <a:lnTo>
                    <a:pt x="707704" y="128093"/>
                  </a:lnTo>
                  <a:lnTo>
                    <a:pt x="738628" y="113972"/>
                  </a:lnTo>
                  <a:lnTo>
                    <a:pt x="748949" y="105075"/>
                  </a:lnTo>
                  <a:lnTo>
                    <a:pt x="765523" y="101542"/>
                  </a:lnTo>
                  <a:lnTo>
                    <a:pt x="770874" y="89137"/>
                  </a:lnTo>
                  <a:lnTo>
                    <a:pt x="779733" y="87967"/>
                  </a:lnTo>
                  <a:lnTo>
                    <a:pt x="810403" y="56586"/>
                  </a:lnTo>
                  <a:lnTo>
                    <a:pt x="827511" y="48362"/>
                  </a:lnTo>
                  <a:lnTo>
                    <a:pt x="831019" y="38817"/>
                  </a:lnTo>
                  <a:lnTo>
                    <a:pt x="842267" y="29920"/>
                  </a:lnTo>
                  <a:lnTo>
                    <a:pt x="852308" y="28750"/>
                  </a:lnTo>
                  <a:lnTo>
                    <a:pt x="873305" y="127"/>
                  </a:lnTo>
                  <a:lnTo>
                    <a:pt x="879826" y="0"/>
                  </a:lnTo>
                  <a:lnTo>
                    <a:pt x="913368" y="84447"/>
                  </a:lnTo>
                  <a:lnTo>
                    <a:pt x="929307" y="124827"/>
                  </a:lnTo>
                  <a:lnTo>
                    <a:pt x="882584" y="214357"/>
                  </a:lnTo>
                  <a:lnTo>
                    <a:pt x="877106" y="224678"/>
                  </a:lnTo>
                  <a:lnTo>
                    <a:pt x="888964" y="240363"/>
                  </a:lnTo>
                  <a:lnTo>
                    <a:pt x="928391" y="219836"/>
                  </a:lnTo>
                  <a:lnTo>
                    <a:pt x="993887" y="181158"/>
                  </a:lnTo>
                  <a:lnTo>
                    <a:pt x="1036962" y="167686"/>
                  </a:lnTo>
                  <a:lnTo>
                    <a:pt x="1062662" y="158801"/>
                  </a:lnTo>
                  <a:lnTo>
                    <a:pt x="1103259" y="152395"/>
                  </a:lnTo>
                  <a:lnTo>
                    <a:pt x="1128958" y="147438"/>
                  </a:lnTo>
                  <a:lnTo>
                    <a:pt x="1176851" y="124687"/>
                  </a:lnTo>
                  <a:lnTo>
                    <a:pt x="1201521" y="126517"/>
                  </a:lnTo>
                  <a:lnTo>
                    <a:pt x="1227882" y="109130"/>
                  </a:lnTo>
                  <a:lnTo>
                    <a:pt x="1241850" y="124166"/>
                  </a:lnTo>
                  <a:lnTo>
                    <a:pt x="1207914" y="161153"/>
                  </a:lnTo>
                  <a:lnTo>
                    <a:pt x="1242766" y="171079"/>
                  </a:lnTo>
                  <a:lnTo>
                    <a:pt x="1330847" y="233041"/>
                  </a:lnTo>
                  <a:lnTo>
                    <a:pt x="1336859" y="253174"/>
                  </a:lnTo>
                  <a:lnTo>
                    <a:pt x="1316358" y="269901"/>
                  </a:lnTo>
                  <a:lnTo>
                    <a:pt x="1337902" y="323360"/>
                  </a:lnTo>
                  <a:lnTo>
                    <a:pt x="1328229" y="322712"/>
                  </a:lnTo>
                  <a:lnTo>
                    <a:pt x="1311147" y="332117"/>
                  </a:lnTo>
                  <a:lnTo>
                    <a:pt x="1308655" y="337354"/>
                  </a:lnTo>
                  <a:lnTo>
                    <a:pt x="1312697" y="343620"/>
                  </a:lnTo>
                  <a:lnTo>
                    <a:pt x="1299275" y="358784"/>
                  </a:lnTo>
                  <a:lnTo>
                    <a:pt x="1287518" y="363486"/>
                  </a:lnTo>
                  <a:lnTo>
                    <a:pt x="1268199" y="366753"/>
                  </a:lnTo>
                  <a:lnTo>
                    <a:pt x="1247329" y="379425"/>
                  </a:lnTo>
                  <a:lnTo>
                    <a:pt x="1234530" y="392898"/>
                  </a:lnTo>
                  <a:lnTo>
                    <a:pt x="1226700" y="406612"/>
                  </a:lnTo>
                  <a:lnTo>
                    <a:pt x="1226573" y="424775"/>
                  </a:lnTo>
                  <a:lnTo>
                    <a:pt x="1227628" y="435248"/>
                  </a:lnTo>
                  <a:lnTo>
                    <a:pt x="1223980" y="457199"/>
                  </a:lnTo>
                  <a:lnTo>
                    <a:pt x="1219531" y="476556"/>
                  </a:lnTo>
                  <a:lnTo>
                    <a:pt x="1210139" y="479403"/>
                  </a:lnTo>
                  <a:lnTo>
                    <a:pt x="1201902" y="488834"/>
                  </a:lnTo>
                  <a:lnTo>
                    <a:pt x="1196564" y="482289"/>
                  </a:lnTo>
                  <a:lnTo>
                    <a:pt x="1187044" y="482289"/>
                  </a:lnTo>
                  <a:lnTo>
                    <a:pt x="1180765" y="488034"/>
                  </a:lnTo>
                  <a:lnTo>
                    <a:pt x="1152205" y="481628"/>
                  </a:lnTo>
                  <a:lnTo>
                    <a:pt x="1145011" y="470392"/>
                  </a:lnTo>
                  <a:lnTo>
                    <a:pt x="1132759" y="463478"/>
                  </a:lnTo>
                  <a:lnTo>
                    <a:pt x="1118396" y="459677"/>
                  </a:lnTo>
                  <a:lnTo>
                    <a:pt x="1095289" y="475234"/>
                  </a:lnTo>
                  <a:lnTo>
                    <a:pt x="1077800" y="490004"/>
                  </a:lnTo>
                  <a:lnTo>
                    <a:pt x="1076631" y="498380"/>
                  </a:lnTo>
                  <a:lnTo>
                    <a:pt x="1068140" y="506463"/>
                  </a:lnTo>
                  <a:lnTo>
                    <a:pt x="1054833" y="506603"/>
                  </a:lnTo>
                  <a:lnTo>
                    <a:pt x="1051312" y="514306"/>
                  </a:lnTo>
                  <a:lnTo>
                    <a:pt x="1027035" y="522809"/>
                  </a:lnTo>
                  <a:lnTo>
                    <a:pt x="1015304" y="529596"/>
                  </a:lnTo>
                  <a:lnTo>
                    <a:pt x="1006419" y="527245"/>
                  </a:lnTo>
                  <a:lnTo>
                    <a:pt x="985143" y="539141"/>
                  </a:lnTo>
                  <a:lnTo>
                    <a:pt x="981635" y="545026"/>
                  </a:lnTo>
                  <a:lnTo>
                    <a:pt x="969763" y="553262"/>
                  </a:lnTo>
                  <a:lnTo>
                    <a:pt x="943529" y="556008"/>
                  </a:lnTo>
                  <a:close/>
                </a:path>
              </a:pathLst>
            </a:custGeom>
            <a:noFill/>
            <a:ln w="3810" cap="flat">
              <a:solidFill>
                <a:srgbClr val="E6E4E2"/>
              </a:solidFill>
              <a:prstDash val="solid"/>
              <a:miter/>
            </a:ln>
          </p:spPr>
          <p:txBody>
            <a:bodyPr rtlCol="0" anchor="ctr"/>
            <a:lstStyle/>
            <a:p>
              <a:endParaRPr lang="de-CH"/>
            </a:p>
          </p:txBody>
        </p:sp>
        <p:sp>
          <p:nvSpPr>
            <p:cNvPr id="130" name="Freihandform: Form 129">
              <a:extLst>
                <a:ext uri="{FF2B5EF4-FFF2-40B4-BE49-F238E27FC236}">
                  <a16:creationId xmlns:a16="http://schemas.microsoft.com/office/drawing/2014/main" id="{E0E7F8AD-AD85-D463-DED1-DCEEB6E94CF5}"/>
                </a:ext>
              </a:extLst>
            </p:cNvPr>
            <p:cNvSpPr/>
            <p:nvPr/>
          </p:nvSpPr>
          <p:spPr>
            <a:xfrm>
              <a:off x="1454305" y="4785471"/>
              <a:ext cx="749380" cy="698527"/>
            </a:xfrm>
            <a:custGeom>
              <a:avLst/>
              <a:gdLst>
                <a:gd name="connsiteX0" fmla="*/ 353064 w 749380"/>
                <a:gd name="connsiteY0" fmla="*/ 149713 h 698527"/>
                <a:gd name="connsiteX1" fmla="*/ 349543 w 749380"/>
                <a:gd name="connsiteY1" fmla="*/ 176888 h 698527"/>
                <a:gd name="connsiteX2" fmla="*/ 354500 w 749380"/>
                <a:gd name="connsiteY2" fmla="*/ 198495 h 698527"/>
                <a:gd name="connsiteX3" fmla="*/ 335321 w 749380"/>
                <a:gd name="connsiteY3" fmla="*/ 201228 h 698527"/>
                <a:gd name="connsiteX4" fmla="*/ 311692 w 749380"/>
                <a:gd name="connsiteY4" fmla="*/ 226725 h 698527"/>
                <a:gd name="connsiteX5" fmla="*/ 312874 w 749380"/>
                <a:gd name="connsiteY5" fmla="*/ 255590 h 698527"/>
                <a:gd name="connsiteX6" fmla="*/ 350840 w 749380"/>
                <a:gd name="connsiteY6" fmla="*/ 307371 h 698527"/>
                <a:gd name="connsiteX7" fmla="*/ 358809 w 749380"/>
                <a:gd name="connsiteY7" fmla="*/ 337418 h 698527"/>
                <a:gd name="connsiteX8" fmla="*/ 337164 w 749380"/>
                <a:gd name="connsiteY8" fmla="*/ 357970 h 698527"/>
                <a:gd name="connsiteX9" fmla="*/ 311743 w 749380"/>
                <a:gd name="connsiteY9" fmla="*/ 368037 h 698527"/>
                <a:gd name="connsiteX10" fmla="*/ 287594 w 749380"/>
                <a:gd name="connsiteY10" fmla="*/ 342540 h 698527"/>
                <a:gd name="connsiteX11" fmla="*/ 246870 w 749380"/>
                <a:gd name="connsiteY11" fmla="*/ 357970 h 698527"/>
                <a:gd name="connsiteX12" fmla="*/ 233283 w 749380"/>
                <a:gd name="connsiteY12" fmla="*/ 345018 h 698527"/>
                <a:gd name="connsiteX13" fmla="*/ 215489 w 749380"/>
                <a:gd name="connsiteY13" fmla="*/ 356788 h 698527"/>
                <a:gd name="connsiteX14" fmla="*/ 195407 w 749380"/>
                <a:gd name="connsiteY14" fmla="*/ 383975 h 698527"/>
                <a:gd name="connsiteX15" fmla="*/ 171791 w 749380"/>
                <a:gd name="connsiteY15" fmla="*/ 363321 h 698527"/>
                <a:gd name="connsiteX16" fmla="*/ 152345 w 749380"/>
                <a:gd name="connsiteY16" fmla="*/ 376273 h 698527"/>
                <a:gd name="connsiteX17" fmla="*/ 132771 w 749380"/>
                <a:gd name="connsiteY17" fmla="*/ 384636 h 698527"/>
                <a:gd name="connsiteX18" fmla="*/ 105622 w 749380"/>
                <a:gd name="connsiteY18" fmla="*/ 418369 h 698527"/>
                <a:gd name="connsiteX19" fmla="*/ 76134 w 749380"/>
                <a:gd name="connsiteY19" fmla="*/ 417695 h 698527"/>
                <a:gd name="connsiteX20" fmla="*/ 71940 w 749380"/>
                <a:gd name="connsiteY20" fmla="*/ 429592 h 698527"/>
                <a:gd name="connsiteX21" fmla="*/ 51997 w 749380"/>
                <a:gd name="connsiteY21" fmla="*/ 428931 h 698527"/>
                <a:gd name="connsiteX22" fmla="*/ 34750 w 749380"/>
                <a:gd name="connsiteY22" fmla="*/ 453767 h 698527"/>
                <a:gd name="connsiteX23" fmla="*/ 34241 w 749380"/>
                <a:gd name="connsiteY23" fmla="*/ 472718 h 698527"/>
                <a:gd name="connsiteX24" fmla="*/ 18354 w 749380"/>
                <a:gd name="connsiteY24" fmla="*/ 493970 h 698527"/>
                <a:gd name="connsiteX25" fmla="*/ 58429 w 749380"/>
                <a:gd name="connsiteY25" fmla="*/ 511764 h 698527"/>
                <a:gd name="connsiteX26" fmla="*/ 85031 w 749380"/>
                <a:gd name="connsiteY26" fmla="*/ 535913 h 698527"/>
                <a:gd name="connsiteX27" fmla="*/ 82032 w 749380"/>
                <a:gd name="connsiteY27" fmla="*/ 552894 h 698527"/>
                <a:gd name="connsiteX28" fmla="*/ 79680 w 749380"/>
                <a:gd name="connsiteY28" fmla="*/ 569633 h 698527"/>
                <a:gd name="connsiteX29" fmla="*/ 75638 w 749380"/>
                <a:gd name="connsiteY29" fmla="*/ 571997 h 698527"/>
                <a:gd name="connsiteX30" fmla="*/ 63246 w 749380"/>
                <a:gd name="connsiteY30" fmla="*/ 564918 h 698527"/>
                <a:gd name="connsiteX31" fmla="*/ 62064 w 749380"/>
                <a:gd name="connsiteY31" fmla="*/ 578530 h 698527"/>
                <a:gd name="connsiteX32" fmla="*/ 48019 w 749380"/>
                <a:gd name="connsiteY32" fmla="*/ 600888 h 698527"/>
                <a:gd name="connsiteX33" fmla="*/ 23094 w 749380"/>
                <a:gd name="connsiteY33" fmla="*/ 650038 h 698527"/>
                <a:gd name="connsiteX34" fmla="*/ 29627 w 749380"/>
                <a:gd name="connsiteY34" fmla="*/ 663625 h 698527"/>
                <a:gd name="connsiteX35" fmla="*/ 23094 w 749380"/>
                <a:gd name="connsiteY35" fmla="*/ 674861 h 698527"/>
                <a:gd name="connsiteX36" fmla="*/ 0 w 749380"/>
                <a:gd name="connsiteY36" fmla="*/ 687279 h 698527"/>
                <a:gd name="connsiteX37" fmla="*/ 7715 w 749380"/>
                <a:gd name="connsiteY37" fmla="*/ 698527 h 698527"/>
                <a:gd name="connsiteX38" fmla="*/ 48553 w 749380"/>
                <a:gd name="connsiteY38" fmla="*/ 683123 h 698527"/>
                <a:gd name="connsiteX39" fmla="*/ 61073 w 749380"/>
                <a:gd name="connsiteY39" fmla="*/ 656431 h 698527"/>
                <a:gd name="connsiteX40" fmla="*/ 85743 w 749380"/>
                <a:gd name="connsiteY40" fmla="*/ 655923 h 698527"/>
                <a:gd name="connsiteX41" fmla="*/ 114074 w 749380"/>
                <a:gd name="connsiteY41" fmla="*/ 665455 h 698527"/>
                <a:gd name="connsiteX42" fmla="*/ 146828 w 749380"/>
                <a:gd name="connsiteY42" fmla="*/ 661922 h 698527"/>
                <a:gd name="connsiteX43" fmla="*/ 170304 w 749380"/>
                <a:gd name="connsiteY43" fmla="*/ 681661 h 698527"/>
                <a:gd name="connsiteX44" fmla="*/ 199016 w 749380"/>
                <a:gd name="connsiteY44" fmla="*/ 663117 h 698527"/>
                <a:gd name="connsiteX45" fmla="*/ 209057 w 749380"/>
                <a:gd name="connsiteY45" fmla="*/ 638789 h 698527"/>
                <a:gd name="connsiteX46" fmla="*/ 249260 w 749380"/>
                <a:gd name="connsiteY46" fmla="*/ 645335 h 698527"/>
                <a:gd name="connsiteX47" fmla="*/ 274591 w 749380"/>
                <a:gd name="connsiteY47" fmla="*/ 638268 h 698527"/>
                <a:gd name="connsiteX48" fmla="*/ 286463 w 749380"/>
                <a:gd name="connsiteY48" fmla="*/ 636451 h 698527"/>
                <a:gd name="connsiteX49" fmla="*/ 295360 w 749380"/>
                <a:gd name="connsiteY49" fmla="*/ 660244 h 698527"/>
                <a:gd name="connsiteX50" fmla="*/ 367414 w 749380"/>
                <a:gd name="connsiteY50" fmla="*/ 666600 h 698527"/>
                <a:gd name="connsiteX51" fmla="*/ 400282 w 749380"/>
                <a:gd name="connsiteY51" fmla="*/ 647242 h 698527"/>
                <a:gd name="connsiteX52" fmla="*/ 461291 w 749380"/>
                <a:gd name="connsiteY52" fmla="*/ 614322 h 698527"/>
                <a:gd name="connsiteX53" fmla="*/ 489356 w 749380"/>
                <a:gd name="connsiteY53" fmla="*/ 590897 h 698527"/>
                <a:gd name="connsiteX54" fmla="*/ 484005 w 749380"/>
                <a:gd name="connsiteY54" fmla="*/ 555627 h 698527"/>
                <a:gd name="connsiteX55" fmla="*/ 512069 w 749380"/>
                <a:gd name="connsiteY55" fmla="*/ 543603 h 698527"/>
                <a:gd name="connsiteX56" fmla="*/ 528592 w 749380"/>
                <a:gd name="connsiteY56" fmla="*/ 521106 h 698527"/>
                <a:gd name="connsiteX57" fmla="*/ 552195 w 749380"/>
                <a:gd name="connsiteY57" fmla="*/ 508713 h 698527"/>
                <a:gd name="connsiteX58" fmla="*/ 564219 w 749380"/>
                <a:gd name="connsiteY58" fmla="*/ 488173 h 698527"/>
                <a:gd name="connsiteX59" fmla="*/ 598790 w 749380"/>
                <a:gd name="connsiteY59" fmla="*/ 474993 h 698527"/>
                <a:gd name="connsiteX60" fmla="*/ 616153 w 749380"/>
                <a:gd name="connsiteY60" fmla="*/ 477065 h 698527"/>
                <a:gd name="connsiteX61" fmla="*/ 639641 w 749380"/>
                <a:gd name="connsiteY61" fmla="*/ 461914 h 698527"/>
                <a:gd name="connsiteX62" fmla="*/ 673183 w 749380"/>
                <a:gd name="connsiteY62" fmla="*/ 453665 h 698527"/>
                <a:gd name="connsiteX63" fmla="*/ 714542 w 749380"/>
                <a:gd name="connsiteY63" fmla="*/ 423478 h 698527"/>
                <a:gd name="connsiteX64" fmla="*/ 742861 w 749380"/>
                <a:gd name="connsiteY64" fmla="*/ 363880 h 698527"/>
                <a:gd name="connsiteX65" fmla="*/ 749381 w 749380"/>
                <a:gd name="connsiteY65" fmla="*/ 331215 h 698527"/>
                <a:gd name="connsiteX66" fmla="*/ 741691 w 749380"/>
                <a:gd name="connsiteY66" fmla="*/ 321263 h 698527"/>
                <a:gd name="connsiteX67" fmla="*/ 713729 w 749380"/>
                <a:gd name="connsiteY67" fmla="*/ 327936 h 698527"/>
                <a:gd name="connsiteX68" fmla="*/ 720402 w 749380"/>
                <a:gd name="connsiteY68" fmla="*/ 313548 h 698527"/>
                <a:gd name="connsiteX69" fmla="*/ 721050 w 749380"/>
                <a:gd name="connsiteY69" fmla="*/ 300482 h 698527"/>
                <a:gd name="connsiteX70" fmla="*/ 705658 w 749380"/>
                <a:gd name="connsiteY70" fmla="*/ 298779 h 698527"/>
                <a:gd name="connsiteX71" fmla="*/ 684381 w 749380"/>
                <a:gd name="connsiteY71" fmla="*/ 328839 h 698527"/>
                <a:gd name="connsiteX72" fmla="*/ 659062 w 749380"/>
                <a:gd name="connsiteY72" fmla="*/ 345451 h 698527"/>
                <a:gd name="connsiteX73" fmla="*/ 646009 w 749380"/>
                <a:gd name="connsiteY73" fmla="*/ 341917 h 698527"/>
                <a:gd name="connsiteX74" fmla="*/ 648348 w 749380"/>
                <a:gd name="connsiteY74" fmla="*/ 328839 h 698527"/>
                <a:gd name="connsiteX75" fmla="*/ 619978 w 749380"/>
                <a:gd name="connsiteY75" fmla="*/ 307714 h 698527"/>
                <a:gd name="connsiteX76" fmla="*/ 611755 w 749380"/>
                <a:gd name="connsiteY76" fmla="*/ 278709 h 698527"/>
                <a:gd name="connsiteX77" fmla="*/ 595232 w 749380"/>
                <a:gd name="connsiteY77" fmla="*/ 261322 h 698527"/>
                <a:gd name="connsiteX78" fmla="*/ 609988 w 749380"/>
                <a:gd name="connsiteY78" fmla="*/ 242625 h 698527"/>
                <a:gd name="connsiteX79" fmla="*/ 624198 w 749380"/>
                <a:gd name="connsiteY79" fmla="*/ 236092 h 698527"/>
                <a:gd name="connsiteX80" fmla="*/ 633591 w 749380"/>
                <a:gd name="connsiteY80" fmla="*/ 222505 h 698527"/>
                <a:gd name="connsiteX81" fmla="*/ 625380 w 749380"/>
                <a:gd name="connsiteY81" fmla="*/ 188187 h 698527"/>
                <a:gd name="connsiteX82" fmla="*/ 605273 w 749380"/>
                <a:gd name="connsiteY82" fmla="*/ 184133 h 698527"/>
                <a:gd name="connsiteX83" fmla="*/ 606722 w 749380"/>
                <a:gd name="connsiteY83" fmla="*/ 199957 h 698527"/>
                <a:gd name="connsiteX84" fmla="*/ 591063 w 749380"/>
                <a:gd name="connsiteY84" fmla="*/ 227017 h 698527"/>
                <a:gd name="connsiteX85" fmla="*/ 576840 w 749380"/>
                <a:gd name="connsiteY85" fmla="*/ 237185 h 698527"/>
                <a:gd name="connsiteX86" fmla="*/ 551508 w 749380"/>
                <a:gd name="connsiteY86" fmla="*/ 278366 h 698527"/>
                <a:gd name="connsiteX87" fmla="*/ 537032 w 749380"/>
                <a:gd name="connsiteY87" fmla="*/ 296669 h 698527"/>
                <a:gd name="connsiteX88" fmla="*/ 515094 w 749380"/>
                <a:gd name="connsiteY88" fmla="*/ 300863 h 698527"/>
                <a:gd name="connsiteX89" fmla="*/ 504544 w 749380"/>
                <a:gd name="connsiteY89" fmla="*/ 319789 h 698527"/>
                <a:gd name="connsiteX90" fmla="*/ 499969 w 749380"/>
                <a:gd name="connsiteY90" fmla="*/ 356013 h 698527"/>
                <a:gd name="connsiteX91" fmla="*/ 502968 w 749380"/>
                <a:gd name="connsiteY91" fmla="*/ 376794 h 698527"/>
                <a:gd name="connsiteX92" fmla="*/ 457021 w 749380"/>
                <a:gd name="connsiteY92" fmla="*/ 455203 h 698527"/>
                <a:gd name="connsiteX93" fmla="*/ 419322 w 749380"/>
                <a:gd name="connsiteY93" fmla="*/ 477306 h 698527"/>
                <a:gd name="connsiteX94" fmla="*/ 406396 w 749380"/>
                <a:gd name="connsiteY94" fmla="*/ 469680 h 698527"/>
                <a:gd name="connsiteX95" fmla="*/ 409396 w 749380"/>
                <a:gd name="connsiteY95" fmla="*/ 466655 h 698527"/>
                <a:gd name="connsiteX96" fmla="*/ 420352 w 749380"/>
                <a:gd name="connsiteY96" fmla="*/ 455280 h 698527"/>
                <a:gd name="connsiteX97" fmla="*/ 420098 w 749380"/>
                <a:gd name="connsiteY97" fmla="*/ 442735 h 698527"/>
                <a:gd name="connsiteX98" fmla="*/ 419704 w 749380"/>
                <a:gd name="connsiteY98" fmla="*/ 427482 h 698527"/>
                <a:gd name="connsiteX99" fmla="*/ 412078 w 749380"/>
                <a:gd name="connsiteY99" fmla="*/ 411137 h 698527"/>
                <a:gd name="connsiteX100" fmla="*/ 415725 w 749380"/>
                <a:gd name="connsiteY100" fmla="*/ 391398 h 698527"/>
                <a:gd name="connsiteX101" fmla="*/ 420301 w 749380"/>
                <a:gd name="connsiteY101" fmla="*/ 354157 h 698527"/>
                <a:gd name="connsiteX102" fmla="*/ 420034 w 749380"/>
                <a:gd name="connsiteY102" fmla="*/ 339248 h 698527"/>
                <a:gd name="connsiteX103" fmla="*/ 430342 w 749380"/>
                <a:gd name="connsiteY103" fmla="*/ 326182 h 698527"/>
                <a:gd name="connsiteX104" fmla="*/ 438299 w 749380"/>
                <a:gd name="connsiteY104" fmla="*/ 308006 h 698527"/>
                <a:gd name="connsiteX105" fmla="*/ 448213 w 749380"/>
                <a:gd name="connsiteY105" fmla="*/ 302782 h 698527"/>
                <a:gd name="connsiteX106" fmla="*/ 455140 w 749380"/>
                <a:gd name="connsiteY106" fmla="*/ 281607 h 698527"/>
                <a:gd name="connsiteX107" fmla="*/ 459843 w 749380"/>
                <a:gd name="connsiteY107" fmla="*/ 263571 h 698527"/>
                <a:gd name="connsiteX108" fmla="*/ 452661 w 749380"/>
                <a:gd name="connsiteY108" fmla="*/ 244887 h 698527"/>
                <a:gd name="connsiteX109" fmla="*/ 459448 w 749380"/>
                <a:gd name="connsiteY109" fmla="*/ 204901 h 698527"/>
                <a:gd name="connsiteX110" fmla="*/ 396406 w 749380"/>
                <a:gd name="connsiteY110" fmla="*/ 176786 h 698527"/>
                <a:gd name="connsiteX111" fmla="*/ 363791 w 749380"/>
                <a:gd name="connsiteY111" fmla="*/ 134436 h 698527"/>
                <a:gd name="connsiteX112" fmla="*/ 451975 w 749380"/>
                <a:gd name="connsiteY112" fmla="*/ 54692 h 698527"/>
                <a:gd name="connsiteX113" fmla="*/ 450704 w 749380"/>
                <a:gd name="connsiteY113" fmla="*/ 75346 h 698527"/>
                <a:gd name="connsiteX114" fmla="*/ 485822 w 749380"/>
                <a:gd name="connsiteY114" fmla="*/ 65915 h 698527"/>
                <a:gd name="connsiteX115" fmla="*/ 461266 w 749380"/>
                <a:gd name="connsiteY115" fmla="*/ 46062 h 698527"/>
                <a:gd name="connsiteX116" fmla="*/ 468816 w 749380"/>
                <a:gd name="connsiteY116" fmla="*/ 6393 h 698527"/>
                <a:gd name="connsiteX117" fmla="*/ 465943 w 749380"/>
                <a:gd name="connsiteY117" fmla="*/ 23387 h 698527"/>
                <a:gd name="connsiteX118" fmla="*/ 512539 w 749380"/>
                <a:gd name="connsiteY118" fmla="*/ 45083 h 698527"/>
                <a:gd name="connsiteX119" fmla="*/ 508103 w 749380"/>
                <a:gd name="connsiteY119" fmla="*/ 66513 h 698527"/>
                <a:gd name="connsiteX120" fmla="*/ 536409 w 749380"/>
                <a:gd name="connsiteY120" fmla="*/ 77876 h 698527"/>
                <a:gd name="connsiteX121" fmla="*/ 538951 w 749380"/>
                <a:gd name="connsiteY121" fmla="*/ 53319 h 698527"/>
                <a:gd name="connsiteX122" fmla="*/ 547301 w 749380"/>
                <a:gd name="connsiteY122" fmla="*/ 35029 h 698527"/>
                <a:gd name="connsiteX123" fmla="*/ 481285 w 749380"/>
                <a:gd name="connsiteY123" fmla="*/ 0 h 698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749380" h="698527">
                  <a:moveTo>
                    <a:pt x="353064" y="149713"/>
                  </a:moveTo>
                  <a:lnTo>
                    <a:pt x="349543" y="176888"/>
                  </a:lnTo>
                  <a:lnTo>
                    <a:pt x="354500" y="198495"/>
                  </a:lnTo>
                  <a:lnTo>
                    <a:pt x="335321" y="201228"/>
                  </a:lnTo>
                  <a:lnTo>
                    <a:pt x="311692" y="226725"/>
                  </a:lnTo>
                  <a:lnTo>
                    <a:pt x="312874" y="255590"/>
                  </a:lnTo>
                  <a:lnTo>
                    <a:pt x="350840" y="307371"/>
                  </a:lnTo>
                  <a:lnTo>
                    <a:pt x="358809" y="337418"/>
                  </a:lnTo>
                  <a:lnTo>
                    <a:pt x="337164" y="357970"/>
                  </a:lnTo>
                  <a:lnTo>
                    <a:pt x="311743" y="368037"/>
                  </a:lnTo>
                  <a:lnTo>
                    <a:pt x="287594" y="342540"/>
                  </a:lnTo>
                  <a:lnTo>
                    <a:pt x="246870" y="357970"/>
                  </a:lnTo>
                  <a:lnTo>
                    <a:pt x="233283" y="345018"/>
                  </a:lnTo>
                  <a:lnTo>
                    <a:pt x="215489" y="356788"/>
                  </a:lnTo>
                  <a:lnTo>
                    <a:pt x="195407" y="383975"/>
                  </a:lnTo>
                  <a:lnTo>
                    <a:pt x="171791" y="363321"/>
                  </a:lnTo>
                  <a:lnTo>
                    <a:pt x="152345" y="376273"/>
                  </a:lnTo>
                  <a:lnTo>
                    <a:pt x="132771" y="384636"/>
                  </a:lnTo>
                  <a:lnTo>
                    <a:pt x="105622" y="418369"/>
                  </a:lnTo>
                  <a:lnTo>
                    <a:pt x="76134" y="417695"/>
                  </a:lnTo>
                  <a:lnTo>
                    <a:pt x="71940" y="429592"/>
                  </a:lnTo>
                  <a:lnTo>
                    <a:pt x="51997" y="428931"/>
                  </a:lnTo>
                  <a:lnTo>
                    <a:pt x="34750" y="453767"/>
                  </a:lnTo>
                  <a:lnTo>
                    <a:pt x="34241" y="472718"/>
                  </a:lnTo>
                  <a:lnTo>
                    <a:pt x="18354" y="493970"/>
                  </a:lnTo>
                  <a:lnTo>
                    <a:pt x="58429" y="511764"/>
                  </a:lnTo>
                  <a:lnTo>
                    <a:pt x="85031" y="535913"/>
                  </a:lnTo>
                  <a:lnTo>
                    <a:pt x="82032" y="552894"/>
                  </a:lnTo>
                  <a:lnTo>
                    <a:pt x="79680" y="569633"/>
                  </a:lnTo>
                  <a:lnTo>
                    <a:pt x="75638" y="571997"/>
                  </a:lnTo>
                  <a:lnTo>
                    <a:pt x="63246" y="564918"/>
                  </a:lnTo>
                  <a:lnTo>
                    <a:pt x="62064" y="578530"/>
                  </a:lnTo>
                  <a:lnTo>
                    <a:pt x="48019" y="600888"/>
                  </a:lnTo>
                  <a:lnTo>
                    <a:pt x="23094" y="650038"/>
                  </a:lnTo>
                  <a:lnTo>
                    <a:pt x="29627" y="663625"/>
                  </a:lnTo>
                  <a:lnTo>
                    <a:pt x="23094" y="674861"/>
                  </a:lnTo>
                  <a:lnTo>
                    <a:pt x="0" y="687279"/>
                  </a:lnTo>
                  <a:lnTo>
                    <a:pt x="7715" y="698527"/>
                  </a:lnTo>
                  <a:lnTo>
                    <a:pt x="48553" y="683123"/>
                  </a:lnTo>
                  <a:lnTo>
                    <a:pt x="61073" y="656431"/>
                  </a:lnTo>
                  <a:lnTo>
                    <a:pt x="85743" y="655923"/>
                  </a:lnTo>
                  <a:lnTo>
                    <a:pt x="114074" y="665455"/>
                  </a:lnTo>
                  <a:lnTo>
                    <a:pt x="146828" y="661922"/>
                  </a:lnTo>
                  <a:lnTo>
                    <a:pt x="170304" y="681661"/>
                  </a:lnTo>
                  <a:lnTo>
                    <a:pt x="199016" y="663117"/>
                  </a:lnTo>
                  <a:lnTo>
                    <a:pt x="209057" y="638789"/>
                  </a:lnTo>
                  <a:lnTo>
                    <a:pt x="249260" y="645335"/>
                  </a:lnTo>
                  <a:lnTo>
                    <a:pt x="274591" y="638268"/>
                  </a:lnTo>
                  <a:lnTo>
                    <a:pt x="286463" y="636451"/>
                  </a:lnTo>
                  <a:lnTo>
                    <a:pt x="295360" y="660244"/>
                  </a:lnTo>
                  <a:lnTo>
                    <a:pt x="367414" y="666600"/>
                  </a:lnTo>
                  <a:lnTo>
                    <a:pt x="400282" y="647242"/>
                  </a:lnTo>
                  <a:lnTo>
                    <a:pt x="461291" y="614322"/>
                  </a:lnTo>
                  <a:lnTo>
                    <a:pt x="489356" y="590897"/>
                  </a:lnTo>
                  <a:lnTo>
                    <a:pt x="484005" y="555627"/>
                  </a:lnTo>
                  <a:lnTo>
                    <a:pt x="512069" y="543603"/>
                  </a:lnTo>
                  <a:lnTo>
                    <a:pt x="528592" y="521106"/>
                  </a:lnTo>
                  <a:lnTo>
                    <a:pt x="552195" y="508713"/>
                  </a:lnTo>
                  <a:lnTo>
                    <a:pt x="564219" y="488173"/>
                  </a:lnTo>
                  <a:lnTo>
                    <a:pt x="598790" y="474993"/>
                  </a:lnTo>
                  <a:lnTo>
                    <a:pt x="616153" y="477065"/>
                  </a:lnTo>
                  <a:lnTo>
                    <a:pt x="639641" y="461914"/>
                  </a:lnTo>
                  <a:lnTo>
                    <a:pt x="673183" y="453665"/>
                  </a:lnTo>
                  <a:lnTo>
                    <a:pt x="714542" y="423478"/>
                  </a:lnTo>
                  <a:lnTo>
                    <a:pt x="742861" y="363880"/>
                  </a:lnTo>
                  <a:lnTo>
                    <a:pt x="749381" y="331215"/>
                  </a:lnTo>
                  <a:lnTo>
                    <a:pt x="741691" y="321263"/>
                  </a:lnTo>
                  <a:lnTo>
                    <a:pt x="713729" y="327936"/>
                  </a:lnTo>
                  <a:lnTo>
                    <a:pt x="720402" y="313548"/>
                  </a:lnTo>
                  <a:lnTo>
                    <a:pt x="721050" y="300482"/>
                  </a:lnTo>
                  <a:lnTo>
                    <a:pt x="705658" y="298779"/>
                  </a:lnTo>
                  <a:lnTo>
                    <a:pt x="684381" y="328839"/>
                  </a:lnTo>
                  <a:lnTo>
                    <a:pt x="659062" y="345451"/>
                  </a:lnTo>
                  <a:lnTo>
                    <a:pt x="646009" y="341917"/>
                  </a:lnTo>
                  <a:lnTo>
                    <a:pt x="648348" y="328839"/>
                  </a:lnTo>
                  <a:lnTo>
                    <a:pt x="619978" y="307714"/>
                  </a:lnTo>
                  <a:lnTo>
                    <a:pt x="611755" y="278709"/>
                  </a:lnTo>
                  <a:lnTo>
                    <a:pt x="595232" y="261322"/>
                  </a:lnTo>
                  <a:lnTo>
                    <a:pt x="609988" y="242625"/>
                  </a:lnTo>
                  <a:lnTo>
                    <a:pt x="624198" y="236092"/>
                  </a:lnTo>
                  <a:lnTo>
                    <a:pt x="633591" y="222505"/>
                  </a:lnTo>
                  <a:lnTo>
                    <a:pt x="625380" y="188187"/>
                  </a:lnTo>
                  <a:lnTo>
                    <a:pt x="605273" y="184133"/>
                  </a:lnTo>
                  <a:lnTo>
                    <a:pt x="606722" y="199957"/>
                  </a:lnTo>
                  <a:lnTo>
                    <a:pt x="591063" y="227017"/>
                  </a:lnTo>
                  <a:lnTo>
                    <a:pt x="576840" y="237185"/>
                  </a:lnTo>
                  <a:lnTo>
                    <a:pt x="551508" y="278366"/>
                  </a:lnTo>
                  <a:lnTo>
                    <a:pt x="537032" y="296669"/>
                  </a:lnTo>
                  <a:lnTo>
                    <a:pt x="515094" y="300863"/>
                  </a:lnTo>
                  <a:lnTo>
                    <a:pt x="504544" y="319789"/>
                  </a:lnTo>
                  <a:lnTo>
                    <a:pt x="499969" y="356013"/>
                  </a:lnTo>
                  <a:lnTo>
                    <a:pt x="502968" y="376794"/>
                  </a:lnTo>
                  <a:lnTo>
                    <a:pt x="457021" y="455203"/>
                  </a:lnTo>
                  <a:lnTo>
                    <a:pt x="419322" y="477306"/>
                  </a:lnTo>
                  <a:lnTo>
                    <a:pt x="406396" y="469680"/>
                  </a:lnTo>
                  <a:lnTo>
                    <a:pt x="409396" y="466655"/>
                  </a:lnTo>
                  <a:lnTo>
                    <a:pt x="420352" y="455280"/>
                  </a:lnTo>
                  <a:lnTo>
                    <a:pt x="420098" y="442735"/>
                  </a:lnTo>
                  <a:lnTo>
                    <a:pt x="419704" y="427482"/>
                  </a:lnTo>
                  <a:lnTo>
                    <a:pt x="412078" y="411137"/>
                  </a:lnTo>
                  <a:lnTo>
                    <a:pt x="415725" y="391398"/>
                  </a:lnTo>
                  <a:lnTo>
                    <a:pt x="420301" y="354157"/>
                  </a:lnTo>
                  <a:lnTo>
                    <a:pt x="420034" y="339248"/>
                  </a:lnTo>
                  <a:lnTo>
                    <a:pt x="430342" y="326182"/>
                  </a:lnTo>
                  <a:lnTo>
                    <a:pt x="438299" y="308006"/>
                  </a:lnTo>
                  <a:lnTo>
                    <a:pt x="448213" y="302782"/>
                  </a:lnTo>
                  <a:lnTo>
                    <a:pt x="455140" y="281607"/>
                  </a:lnTo>
                  <a:lnTo>
                    <a:pt x="459843" y="263571"/>
                  </a:lnTo>
                  <a:lnTo>
                    <a:pt x="452661" y="244887"/>
                  </a:lnTo>
                  <a:lnTo>
                    <a:pt x="459448" y="204901"/>
                  </a:lnTo>
                  <a:lnTo>
                    <a:pt x="396406" y="176786"/>
                  </a:lnTo>
                  <a:lnTo>
                    <a:pt x="363791" y="134436"/>
                  </a:lnTo>
                  <a:close/>
                  <a:moveTo>
                    <a:pt x="451975" y="54692"/>
                  </a:moveTo>
                  <a:lnTo>
                    <a:pt x="450704" y="75346"/>
                  </a:lnTo>
                  <a:lnTo>
                    <a:pt x="485822" y="65915"/>
                  </a:lnTo>
                  <a:lnTo>
                    <a:pt x="461266" y="46062"/>
                  </a:lnTo>
                  <a:close/>
                  <a:moveTo>
                    <a:pt x="468816" y="6393"/>
                  </a:moveTo>
                  <a:lnTo>
                    <a:pt x="465943" y="23387"/>
                  </a:lnTo>
                  <a:lnTo>
                    <a:pt x="512539" y="45083"/>
                  </a:lnTo>
                  <a:lnTo>
                    <a:pt x="508103" y="66513"/>
                  </a:lnTo>
                  <a:lnTo>
                    <a:pt x="536409" y="77876"/>
                  </a:lnTo>
                  <a:lnTo>
                    <a:pt x="538951" y="53319"/>
                  </a:lnTo>
                  <a:lnTo>
                    <a:pt x="547301" y="35029"/>
                  </a:lnTo>
                  <a:lnTo>
                    <a:pt x="481285" y="0"/>
                  </a:lnTo>
                  <a:close/>
                </a:path>
              </a:pathLst>
            </a:custGeom>
            <a:solidFill>
              <a:srgbClr val="FFFFFF"/>
            </a:solidFill>
            <a:ln w="12700" cap="flat">
              <a:noFill/>
              <a:prstDash val="solid"/>
              <a:miter/>
            </a:ln>
          </p:spPr>
          <p:txBody>
            <a:bodyPr rtlCol="0" anchor="ctr"/>
            <a:lstStyle/>
            <a:p>
              <a:endParaRPr lang="de-CH"/>
            </a:p>
          </p:txBody>
        </p:sp>
        <p:sp>
          <p:nvSpPr>
            <p:cNvPr id="131" name="Freihandform: Form 130">
              <a:extLst>
                <a:ext uri="{FF2B5EF4-FFF2-40B4-BE49-F238E27FC236}">
                  <a16:creationId xmlns:a16="http://schemas.microsoft.com/office/drawing/2014/main" id="{F950D3FD-A201-03F7-552C-91780FDD41A3}"/>
                </a:ext>
              </a:extLst>
            </p:cNvPr>
            <p:cNvSpPr/>
            <p:nvPr/>
          </p:nvSpPr>
          <p:spPr>
            <a:xfrm>
              <a:off x="1454254" y="4785573"/>
              <a:ext cx="749393" cy="698425"/>
            </a:xfrm>
            <a:custGeom>
              <a:avLst/>
              <a:gdLst>
                <a:gd name="connsiteX0" fmla="*/ 468879 w 749393"/>
                <a:gd name="connsiteY0" fmla="*/ 6355 h 698425"/>
                <a:gd name="connsiteX1" fmla="*/ 481285 w 749393"/>
                <a:gd name="connsiteY1" fmla="*/ 0 h 698425"/>
                <a:gd name="connsiteX2" fmla="*/ 547378 w 749393"/>
                <a:gd name="connsiteY2" fmla="*/ 35017 h 698425"/>
                <a:gd name="connsiteX3" fmla="*/ 539027 w 749393"/>
                <a:gd name="connsiteY3" fmla="*/ 53307 h 698425"/>
                <a:gd name="connsiteX4" fmla="*/ 536485 w 749393"/>
                <a:gd name="connsiteY4" fmla="*/ 77876 h 698425"/>
                <a:gd name="connsiteX5" fmla="*/ 508167 w 749393"/>
                <a:gd name="connsiteY5" fmla="*/ 66525 h 698425"/>
                <a:gd name="connsiteX6" fmla="*/ 512615 w 749393"/>
                <a:gd name="connsiteY6" fmla="*/ 45071 h 698425"/>
                <a:gd name="connsiteX7" fmla="*/ 466020 w 749393"/>
                <a:gd name="connsiteY7" fmla="*/ 23374 h 698425"/>
                <a:gd name="connsiteX8" fmla="*/ 452051 w 749393"/>
                <a:gd name="connsiteY8" fmla="*/ 54654 h 698425"/>
                <a:gd name="connsiteX9" fmla="*/ 461317 w 749393"/>
                <a:gd name="connsiteY9" fmla="*/ 46011 h 698425"/>
                <a:gd name="connsiteX10" fmla="*/ 485860 w 749393"/>
                <a:gd name="connsiteY10" fmla="*/ 65877 h 698425"/>
                <a:gd name="connsiteX11" fmla="*/ 450742 w 749393"/>
                <a:gd name="connsiteY11" fmla="*/ 75308 h 698425"/>
                <a:gd name="connsiteX12" fmla="*/ 609963 w 749393"/>
                <a:gd name="connsiteY12" fmla="*/ 242587 h 698425"/>
                <a:gd name="connsiteX13" fmla="*/ 595206 w 749393"/>
                <a:gd name="connsiteY13" fmla="*/ 261271 h 698425"/>
                <a:gd name="connsiteX14" fmla="*/ 611729 w 749393"/>
                <a:gd name="connsiteY14" fmla="*/ 278659 h 698425"/>
                <a:gd name="connsiteX15" fmla="*/ 620029 w 749393"/>
                <a:gd name="connsiteY15" fmla="*/ 307612 h 698425"/>
                <a:gd name="connsiteX16" fmla="*/ 648348 w 749393"/>
                <a:gd name="connsiteY16" fmla="*/ 328788 h 698425"/>
                <a:gd name="connsiteX17" fmla="*/ 645996 w 749393"/>
                <a:gd name="connsiteY17" fmla="*/ 341866 h 698425"/>
                <a:gd name="connsiteX18" fmla="*/ 659050 w 749393"/>
                <a:gd name="connsiteY18" fmla="*/ 345400 h 698425"/>
                <a:gd name="connsiteX19" fmla="*/ 684356 w 749393"/>
                <a:gd name="connsiteY19" fmla="*/ 328788 h 698425"/>
                <a:gd name="connsiteX20" fmla="*/ 705645 w 749393"/>
                <a:gd name="connsiteY20" fmla="*/ 298728 h 698425"/>
                <a:gd name="connsiteX21" fmla="*/ 721037 w 749393"/>
                <a:gd name="connsiteY21" fmla="*/ 300431 h 698425"/>
                <a:gd name="connsiteX22" fmla="*/ 720389 w 749393"/>
                <a:gd name="connsiteY22" fmla="*/ 313497 h 698425"/>
                <a:gd name="connsiteX23" fmla="*/ 713729 w 749393"/>
                <a:gd name="connsiteY23" fmla="*/ 327885 h 698425"/>
                <a:gd name="connsiteX24" fmla="*/ 741691 w 749393"/>
                <a:gd name="connsiteY24" fmla="*/ 321212 h 698425"/>
                <a:gd name="connsiteX25" fmla="*/ 749394 w 749393"/>
                <a:gd name="connsiteY25" fmla="*/ 331152 h 698425"/>
                <a:gd name="connsiteX26" fmla="*/ 742873 w 749393"/>
                <a:gd name="connsiteY26" fmla="*/ 363830 h 698425"/>
                <a:gd name="connsiteX27" fmla="*/ 714555 w 749393"/>
                <a:gd name="connsiteY27" fmla="*/ 423428 h 698425"/>
                <a:gd name="connsiteX28" fmla="*/ 673183 w 749393"/>
                <a:gd name="connsiteY28" fmla="*/ 453614 h 698425"/>
                <a:gd name="connsiteX29" fmla="*/ 639641 w 749393"/>
                <a:gd name="connsiteY29" fmla="*/ 461864 h 698425"/>
                <a:gd name="connsiteX30" fmla="*/ 616153 w 749393"/>
                <a:gd name="connsiteY30" fmla="*/ 477027 h 698425"/>
                <a:gd name="connsiteX31" fmla="*/ 598803 w 749393"/>
                <a:gd name="connsiteY31" fmla="*/ 474929 h 698425"/>
                <a:gd name="connsiteX32" fmla="*/ 564104 w 749393"/>
                <a:gd name="connsiteY32" fmla="*/ 488123 h 698425"/>
                <a:gd name="connsiteX33" fmla="*/ 552093 w 749393"/>
                <a:gd name="connsiteY33" fmla="*/ 508650 h 698425"/>
                <a:gd name="connsiteX34" fmla="*/ 528478 w 749393"/>
                <a:gd name="connsiteY34" fmla="*/ 521055 h 698425"/>
                <a:gd name="connsiteX35" fmla="*/ 511954 w 749393"/>
                <a:gd name="connsiteY35" fmla="*/ 543552 h 698425"/>
                <a:gd name="connsiteX36" fmla="*/ 483890 w 749393"/>
                <a:gd name="connsiteY36" fmla="*/ 555576 h 698425"/>
                <a:gd name="connsiteX37" fmla="*/ 489254 w 749393"/>
                <a:gd name="connsiteY37" fmla="*/ 590859 h 698425"/>
                <a:gd name="connsiteX38" fmla="*/ 461152 w 749393"/>
                <a:gd name="connsiteY38" fmla="*/ 614259 h 698425"/>
                <a:gd name="connsiteX39" fmla="*/ 400143 w 749393"/>
                <a:gd name="connsiteY39" fmla="*/ 647191 h 698425"/>
                <a:gd name="connsiteX40" fmla="*/ 367261 w 749393"/>
                <a:gd name="connsiteY40" fmla="*/ 666536 h 698425"/>
                <a:gd name="connsiteX41" fmla="*/ 295220 w 749393"/>
                <a:gd name="connsiteY41" fmla="*/ 660181 h 698425"/>
                <a:gd name="connsiteX42" fmla="*/ 286323 w 749393"/>
                <a:gd name="connsiteY42" fmla="*/ 636400 h 698425"/>
                <a:gd name="connsiteX43" fmla="*/ 274451 w 749393"/>
                <a:gd name="connsiteY43" fmla="*/ 638218 h 698425"/>
                <a:gd name="connsiteX44" fmla="*/ 249120 w 749393"/>
                <a:gd name="connsiteY44" fmla="*/ 645284 h 698425"/>
                <a:gd name="connsiteX45" fmla="*/ 208930 w 749393"/>
                <a:gd name="connsiteY45" fmla="*/ 638739 h 698425"/>
                <a:gd name="connsiteX46" fmla="*/ 198889 w 749393"/>
                <a:gd name="connsiteY46" fmla="*/ 663066 h 698425"/>
                <a:gd name="connsiteX47" fmla="*/ 170177 w 749393"/>
                <a:gd name="connsiteY47" fmla="*/ 681623 h 698425"/>
                <a:gd name="connsiteX48" fmla="*/ 146688 w 749393"/>
                <a:gd name="connsiteY48" fmla="*/ 661871 h 698425"/>
                <a:gd name="connsiteX49" fmla="*/ 113934 w 749393"/>
                <a:gd name="connsiteY49" fmla="*/ 665405 h 698425"/>
                <a:gd name="connsiteX50" fmla="*/ 85616 w 749393"/>
                <a:gd name="connsiteY50" fmla="*/ 655872 h 698425"/>
                <a:gd name="connsiteX51" fmla="*/ 60945 w 749393"/>
                <a:gd name="connsiteY51" fmla="*/ 656380 h 698425"/>
                <a:gd name="connsiteX52" fmla="*/ 48413 w 749393"/>
                <a:gd name="connsiteY52" fmla="*/ 683072 h 698425"/>
                <a:gd name="connsiteX53" fmla="*/ 7702 w 749393"/>
                <a:gd name="connsiteY53" fmla="*/ 698426 h 698425"/>
                <a:gd name="connsiteX54" fmla="*/ 0 w 749393"/>
                <a:gd name="connsiteY54" fmla="*/ 687177 h 698425"/>
                <a:gd name="connsiteX55" fmla="*/ 23094 w 749393"/>
                <a:gd name="connsiteY55" fmla="*/ 674759 h 698425"/>
                <a:gd name="connsiteX56" fmla="*/ 29615 w 749393"/>
                <a:gd name="connsiteY56" fmla="*/ 663524 h 698425"/>
                <a:gd name="connsiteX57" fmla="*/ 23094 w 749393"/>
                <a:gd name="connsiteY57" fmla="*/ 649936 h 698425"/>
                <a:gd name="connsiteX58" fmla="*/ 48070 w 749393"/>
                <a:gd name="connsiteY58" fmla="*/ 600786 h 698425"/>
                <a:gd name="connsiteX59" fmla="*/ 62166 w 749393"/>
                <a:gd name="connsiteY59" fmla="*/ 578454 h 698425"/>
                <a:gd name="connsiteX60" fmla="*/ 63335 w 749393"/>
                <a:gd name="connsiteY60" fmla="*/ 564841 h 698425"/>
                <a:gd name="connsiteX61" fmla="*/ 75740 w 749393"/>
                <a:gd name="connsiteY61" fmla="*/ 571908 h 698425"/>
                <a:gd name="connsiteX62" fmla="*/ 79782 w 749393"/>
                <a:gd name="connsiteY62" fmla="*/ 569544 h 698425"/>
                <a:gd name="connsiteX63" fmla="*/ 82133 w 749393"/>
                <a:gd name="connsiteY63" fmla="*/ 552818 h 698425"/>
                <a:gd name="connsiteX64" fmla="*/ 85082 w 749393"/>
                <a:gd name="connsiteY64" fmla="*/ 535811 h 698425"/>
                <a:gd name="connsiteX65" fmla="*/ 58467 w 749393"/>
                <a:gd name="connsiteY65" fmla="*/ 511662 h 698425"/>
                <a:gd name="connsiteX66" fmla="*/ 18404 w 749393"/>
                <a:gd name="connsiteY66" fmla="*/ 493868 h 698425"/>
                <a:gd name="connsiteX67" fmla="*/ 34318 w 749393"/>
                <a:gd name="connsiteY67" fmla="*/ 472565 h 698425"/>
                <a:gd name="connsiteX68" fmla="*/ 34839 w 749393"/>
                <a:gd name="connsiteY68" fmla="*/ 453614 h 698425"/>
                <a:gd name="connsiteX69" fmla="*/ 52074 w 749393"/>
                <a:gd name="connsiteY69" fmla="*/ 428779 h 698425"/>
                <a:gd name="connsiteX70" fmla="*/ 72029 w 749393"/>
                <a:gd name="connsiteY70" fmla="*/ 429440 h 698425"/>
                <a:gd name="connsiteX71" fmla="*/ 76210 w 749393"/>
                <a:gd name="connsiteY71" fmla="*/ 417543 h 698425"/>
                <a:gd name="connsiteX72" fmla="*/ 105698 w 749393"/>
                <a:gd name="connsiteY72" fmla="*/ 418204 h 698425"/>
                <a:gd name="connsiteX73" fmla="*/ 132847 w 749393"/>
                <a:gd name="connsiteY73" fmla="*/ 384484 h 698425"/>
                <a:gd name="connsiteX74" fmla="*/ 152421 w 749393"/>
                <a:gd name="connsiteY74" fmla="*/ 376108 h 698425"/>
                <a:gd name="connsiteX75" fmla="*/ 171867 w 749393"/>
                <a:gd name="connsiteY75" fmla="*/ 363169 h 698425"/>
                <a:gd name="connsiteX76" fmla="*/ 195496 w 749393"/>
                <a:gd name="connsiteY76" fmla="*/ 383823 h 698425"/>
                <a:gd name="connsiteX77" fmla="*/ 215578 w 749393"/>
                <a:gd name="connsiteY77" fmla="*/ 356636 h 698425"/>
                <a:gd name="connsiteX78" fmla="*/ 233372 w 749393"/>
                <a:gd name="connsiteY78" fmla="*/ 344866 h 698425"/>
                <a:gd name="connsiteX79" fmla="*/ 246908 w 749393"/>
                <a:gd name="connsiteY79" fmla="*/ 357869 h 698425"/>
                <a:gd name="connsiteX80" fmla="*/ 287581 w 749393"/>
                <a:gd name="connsiteY80" fmla="*/ 342451 h 698425"/>
                <a:gd name="connsiteX81" fmla="*/ 311730 w 749393"/>
                <a:gd name="connsiteY81" fmla="*/ 367948 h 698425"/>
                <a:gd name="connsiteX82" fmla="*/ 337151 w 749393"/>
                <a:gd name="connsiteY82" fmla="*/ 357869 h 698425"/>
                <a:gd name="connsiteX83" fmla="*/ 358758 w 749393"/>
                <a:gd name="connsiteY83" fmla="*/ 337354 h 698425"/>
                <a:gd name="connsiteX84" fmla="*/ 350789 w 749393"/>
                <a:gd name="connsiteY84" fmla="*/ 307307 h 698425"/>
                <a:gd name="connsiteX85" fmla="*/ 312824 w 749393"/>
                <a:gd name="connsiteY85" fmla="*/ 255526 h 698425"/>
                <a:gd name="connsiteX86" fmla="*/ 311642 w 749393"/>
                <a:gd name="connsiteY86" fmla="*/ 226661 h 698425"/>
                <a:gd name="connsiteX87" fmla="*/ 335270 w 749393"/>
                <a:gd name="connsiteY87" fmla="*/ 201152 h 698425"/>
                <a:gd name="connsiteX88" fmla="*/ 354449 w 749393"/>
                <a:gd name="connsiteY88" fmla="*/ 198419 h 698425"/>
                <a:gd name="connsiteX89" fmla="*/ 349492 w 749393"/>
                <a:gd name="connsiteY89" fmla="*/ 176812 h 698425"/>
                <a:gd name="connsiteX90" fmla="*/ 353115 w 749393"/>
                <a:gd name="connsiteY90" fmla="*/ 149599 h 698425"/>
                <a:gd name="connsiteX91" fmla="*/ 363690 w 749393"/>
                <a:gd name="connsiteY91" fmla="*/ 134347 h 698425"/>
                <a:gd name="connsiteX92" fmla="*/ 396317 w 749393"/>
                <a:gd name="connsiteY92" fmla="*/ 176697 h 698425"/>
                <a:gd name="connsiteX93" fmla="*/ 459347 w 749393"/>
                <a:gd name="connsiteY93" fmla="*/ 204800 h 698425"/>
                <a:gd name="connsiteX94" fmla="*/ 452560 w 749393"/>
                <a:gd name="connsiteY94" fmla="*/ 244799 h 698425"/>
                <a:gd name="connsiteX95" fmla="*/ 459741 w 749393"/>
                <a:gd name="connsiteY95" fmla="*/ 263483 h 698425"/>
                <a:gd name="connsiteX96" fmla="*/ 455038 w 749393"/>
                <a:gd name="connsiteY96" fmla="*/ 281519 h 698425"/>
                <a:gd name="connsiteX97" fmla="*/ 448124 w 749393"/>
                <a:gd name="connsiteY97" fmla="*/ 302694 h 698425"/>
                <a:gd name="connsiteX98" fmla="*/ 438210 w 749393"/>
                <a:gd name="connsiteY98" fmla="*/ 307918 h 698425"/>
                <a:gd name="connsiteX99" fmla="*/ 430240 w 749393"/>
                <a:gd name="connsiteY99" fmla="*/ 326093 h 698425"/>
                <a:gd name="connsiteX100" fmla="*/ 419932 w 749393"/>
                <a:gd name="connsiteY100" fmla="*/ 339159 h 698425"/>
                <a:gd name="connsiteX101" fmla="*/ 420199 w 749393"/>
                <a:gd name="connsiteY101" fmla="*/ 354068 h 698425"/>
                <a:gd name="connsiteX102" fmla="*/ 415624 w 749393"/>
                <a:gd name="connsiteY102" fmla="*/ 391309 h 698425"/>
                <a:gd name="connsiteX103" fmla="*/ 411976 w 749393"/>
                <a:gd name="connsiteY103" fmla="*/ 411048 h 698425"/>
                <a:gd name="connsiteX104" fmla="*/ 419678 w 749393"/>
                <a:gd name="connsiteY104" fmla="*/ 427381 h 698425"/>
                <a:gd name="connsiteX105" fmla="*/ 420060 w 749393"/>
                <a:gd name="connsiteY105" fmla="*/ 442633 h 698425"/>
                <a:gd name="connsiteX106" fmla="*/ 420326 w 749393"/>
                <a:gd name="connsiteY106" fmla="*/ 455178 h 698425"/>
                <a:gd name="connsiteX107" fmla="*/ 409370 w 749393"/>
                <a:gd name="connsiteY107" fmla="*/ 466553 h 698425"/>
                <a:gd name="connsiteX108" fmla="*/ 406358 w 749393"/>
                <a:gd name="connsiteY108" fmla="*/ 469566 h 698425"/>
                <a:gd name="connsiteX109" fmla="*/ 419284 w 749393"/>
                <a:gd name="connsiteY109" fmla="*/ 477192 h 698425"/>
                <a:gd name="connsiteX110" fmla="*/ 456995 w 749393"/>
                <a:gd name="connsiteY110" fmla="*/ 455089 h 698425"/>
                <a:gd name="connsiteX111" fmla="*/ 502930 w 749393"/>
                <a:gd name="connsiteY111" fmla="*/ 376667 h 698425"/>
                <a:gd name="connsiteX112" fmla="*/ 499930 w 749393"/>
                <a:gd name="connsiteY112" fmla="*/ 355898 h 698425"/>
                <a:gd name="connsiteX113" fmla="*/ 504506 w 749393"/>
                <a:gd name="connsiteY113" fmla="*/ 319687 h 698425"/>
                <a:gd name="connsiteX114" fmla="*/ 515068 w 749393"/>
                <a:gd name="connsiteY114" fmla="*/ 300736 h 698425"/>
                <a:gd name="connsiteX115" fmla="*/ 537006 w 749393"/>
                <a:gd name="connsiteY115" fmla="*/ 296554 h 698425"/>
                <a:gd name="connsiteX116" fmla="*/ 551483 w 749393"/>
                <a:gd name="connsiteY116" fmla="*/ 278252 h 698425"/>
                <a:gd name="connsiteX117" fmla="*/ 576802 w 749393"/>
                <a:gd name="connsiteY117" fmla="*/ 237071 h 698425"/>
                <a:gd name="connsiteX118" fmla="*/ 591025 w 749393"/>
                <a:gd name="connsiteY118" fmla="*/ 226903 h 698425"/>
                <a:gd name="connsiteX119" fmla="*/ 606684 w 749393"/>
                <a:gd name="connsiteY119" fmla="*/ 199842 h 698425"/>
                <a:gd name="connsiteX120" fmla="*/ 605247 w 749393"/>
                <a:gd name="connsiteY120" fmla="*/ 184018 h 698425"/>
                <a:gd name="connsiteX121" fmla="*/ 625342 w 749393"/>
                <a:gd name="connsiteY121" fmla="*/ 188073 h 698425"/>
                <a:gd name="connsiteX122" fmla="*/ 633566 w 749393"/>
                <a:gd name="connsiteY122" fmla="*/ 222391 h 698425"/>
                <a:gd name="connsiteX123" fmla="*/ 624173 w 749393"/>
                <a:gd name="connsiteY123" fmla="*/ 235978 h 6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749393" h="698425">
                  <a:moveTo>
                    <a:pt x="468879" y="6355"/>
                  </a:moveTo>
                  <a:lnTo>
                    <a:pt x="481285" y="0"/>
                  </a:lnTo>
                  <a:lnTo>
                    <a:pt x="547378" y="35017"/>
                  </a:lnTo>
                  <a:lnTo>
                    <a:pt x="539027" y="53307"/>
                  </a:lnTo>
                  <a:lnTo>
                    <a:pt x="536485" y="77876"/>
                  </a:lnTo>
                  <a:lnTo>
                    <a:pt x="508167" y="66525"/>
                  </a:lnTo>
                  <a:lnTo>
                    <a:pt x="512615" y="45071"/>
                  </a:lnTo>
                  <a:lnTo>
                    <a:pt x="466020" y="23374"/>
                  </a:lnTo>
                  <a:close/>
                  <a:moveTo>
                    <a:pt x="452051" y="54654"/>
                  </a:moveTo>
                  <a:lnTo>
                    <a:pt x="461317" y="46011"/>
                  </a:lnTo>
                  <a:lnTo>
                    <a:pt x="485860" y="65877"/>
                  </a:lnTo>
                  <a:lnTo>
                    <a:pt x="450742" y="75308"/>
                  </a:lnTo>
                  <a:close/>
                  <a:moveTo>
                    <a:pt x="609963" y="242587"/>
                  </a:moveTo>
                  <a:lnTo>
                    <a:pt x="595206" y="261271"/>
                  </a:lnTo>
                  <a:lnTo>
                    <a:pt x="611729" y="278659"/>
                  </a:lnTo>
                  <a:lnTo>
                    <a:pt x="620029" y="307612"/>
                  </a:lnTo>
                  <a:lnTo>
                    <a:pt x="648348" y="328788"/>
                  </a:lnTo>
                  <a:lnTo>
                    <a:pt x="645996" y="341866"/>
                  </a:lnTo>
                  <a:lnTo>
                    <a:pt x="659050" y="345400"/>
                  </a:lnTo>
                  <a:lnTo>
                    <a:pt x="684356" y="328788"/>
                  </a:lnTo>
                  <a:lnTo>
                    <a:pt x="705645" y="298728"/>
                  </a:lnTo>
                  <a:lnTo>
                    <a:pt x="721037" y="300431"/>
                  </a:lnTo>
                  <a:lnTo>
                    <a:pt x="720389" y="313497"/>
                  </a:lnTo>
                  <a:lnTo>
                    <a:pt x="713729" y="327885"/>
                  </a:lnTo>
                  <a:lnTo>
                    <a:pt x="741691" y="321212"/>
                  </a:lnTo>
                  <a:lnTo>
                    <a:pt x="749394" y="331152"/>
                  </a:lnTo>
                  <a:lnTo>
                    <a:pt x="742873" y="363830"/>
                  </a:lnTo>
                  <a:lnTo>
                    <a:pt x="714555" y="423428"/>
                  </a:lnTo>
                  <a:lnTo>
                    <a:pt x="673183" y="453614"/>
                  </a:lnTo>
                  <a:lnTo>
                    <a:pt x="639641" y="461864"/>
                  </a:lnTo>
                  <a:lnTo>
                    <a:pt x="616153" y="477027"/>
                  </a:lnTo>
                  <a:lnTo>
                    <a:pt x="598803" y="474929"/>
                  </a:lnTo>
                  <a:lnTo>
                    <a:pt x="564104" y="488123"/>
                  </a:lnTo>
                  <a:lnTo>
                    <a:pt x="552093" y="508650"/>
                  </a:lnTo>
                  <a:lnTo>
                    <a:pt x="528478" y="521055"/>
                  </a:lnTo>
                  <a:lnTo>
                    <a:pt x="511954" y="543552"/>
                  </a:lnTo>
                  <a:lnTo>
                    <a:pt x="483890" y="555576"/>
                  </a:lnTo>
                  <a:lnTo>
                    <a:pt x="489254" y="590859"/>
                  </a:lnTo>
                  <a:lnTo>
                    <a:pt x="461152" y="614259"/>
                  </a:lnTo>
                  <a:lnTo>
                    <a:pt x="400143" y="647191"/>
                  </a:lnTo>
                  <a:lnTo>
                    <a:pt x="367261" y="666536"/>
                  </a:lnTo>
                  <a:lnTo>
                    <a:pt x="295220" y="660181"/>
                  </a:lnTo>
                  <a:lnTo>
                    <a:pt x="286323" y="636400"/>
                  </a:lnTo>
                  <a:lnTo>
                    <a:pt x="274451" y="638218"/>
                  </a:lnTo>
                  <a:lnTo>
                    <a:pt x="249120" y="645284"/>
                  </a:lnTo>
                  <a:lnTo>
                    <a:pt x="208930" y="638739"/>
                  </a:lnTo>
                  <a:lnTo>
                    <a:pt x="198889" y="663066"/>
                  </a:lnTo>
                  <a:lnTo>
                    <a:pt x="170177" y="681623"/>
                  </a:lnTo>
                  <a:lnTo>
                    <a:pt x="146688" y="661871"/>
                  </a:lnTo>
                  <a:lnTo>
                    <a:pt x="113934" y="665405"/>
                  </a:lnTo>
                  <a:lnTo>
                    <a:pt x="85616" y="655872"/>
                  </a:lnTo>
                  <a:lnTo>
                    <a:pt x="60945" y="656380"/>
                  </a:lnTo>
                  <a:lnTo>
                    <a:pt x="48413" y="683072"/>
                  </a:lnTo>
                  <a:lnTo>
                    <a:pt x="7702" y="698426"/>
                  </a:lnTo>
                  <a:lnTo>
                    <a:pt x="0" y="687177"/>
                  </a:lnTo>
                  <a:lnTo>
                    <a:pt x="23094" y="674759"/>
                  </a:lnTo>
                  <a:lnTo>
                    <a:pt x="29615" y="663524"/>
                  </a:lnTo>
                  <a:lnTo>
                    <a:pt x="23094" y="649936"/>
                  </a:lnTo>
                  <a:lnTo>
                    <a:pt x="48070" y="600786"/>
                  </a:lnTo>
                  <a:lnTo>
                    <a:pt x="62166" y="578454"/>
                  </a:lnTo>
                  <a:lnTo>
                    <a:pt x="63335" y="564841"/>
                  </a:lnTo>
                  <a:lnTo>
                    <a:pt x="75740" y="571908"/>
                  </a:lnTo>
                  <a:lnTo>
                    <a:pt x="79782" y="569544"/>
                  </a:lnTo>
                  <a:lnTo>
                    <a:pt x="82133" y="552818"/>
                  </a:lnTo>
                  <a:lnTo>
                    <a:pt x="85082" y="535811"/>
                  </a:lnTo>
                  <a:lnTo>
                    <a:pt x="58467" y="511662"/>
                  </a:lnTo>
                  <a:lnTo>
                    <a:pt x="18404" y="493868"/>
                  </a:lnTo>
                  <a:lnTo>
                    <a:pt x="34318" y="472565"/>
                  </a:lnTo>
                  <a:lnTo>
                    <a:pt x="34839" y="453614"/>
                  </a:lnTo>
                  <a:lnTo>
                    <a:pt x="52074" y="428779"/>
                  </a:lnTo>
                  <a:lnTo>
                    <a:pt x="72029" y="429440"/>
                  </a:lnTo>
                  <a:lnTo>
                    <a:pt x="76210" y="417543"/>
                  </a:lnTo>
                  <a:lnTo>
                    <a:pt x="105698" y="418204"/>
                  </a:lnTo>
                  <a:lnTo>
                    <a:pt x="132847" y="384484"/>
                  </a:lnTo>
                  <a:lnTo>
                    <a:pt x="152421" y="376108"/>
                  </a:lnTo>
                  <a:lnTo>
                    <a:pt x="171867" y="363169"/>
                  </a:lnTo>
                  <a:lnTo>
                    <a:pt x="195496" y="383823"/>
                  </a:lnTo>
                  <a:lnTo>
                    <a:pt x="215578" y="356636"/>
                  </a:lnTo>
                  <a:lnTo>
                    <a:pt x="233372" y="344866"/>
                  </a:lnTo>
                  <a:lnTo>
                    <a:pt x="246908" y="357869"/>
                  </a:lnTo>
                  <a:lnTo>
                    <a:pt x="287581" y="342451"/>
                  </a:lnTo>
                  <a:lnTo>
                    <a:pt x="311730" y="367948"/>
                  </a:lnTo>
                  <a:lnTo>
                    <a:pt x="337151" y="357869"/>
                  </a:lnTo>
                  <a:lnTo>
                    <a:pt x="358758" y="337354"/>
                  </a:lnTo>
                  <a:lnTo>
                    <a:pt x="350789" y="307307"/>
                  </a:lnTo>
                  <a:lnTo>
                    <a:pt x="312824" y="255526"/>
                  </a:lnTo>
                  <a:lnTo>
                    <a:pt x="311642" y="226661"/>
                  </a:lnTo>
                  <a:lnTo>
                    <a:pt x="335270" y="201152"/>
                  </a:lnTo>
                  <a:lnTo>
                    <a:pt x="354449" y="198419"/>
                  </a:lnTo>
                  <a:lnTo>
                    <a:pt x="349492" y="176812"/>
                  </a:lnTo>
                  <a:lnTo>
                    <a:pt x="353115" y="149599"/>
                  </a:lnTo>
                  <a:lnTo>
                    <a:pt x="363690" y="134347"/>
                  </a:lnTo>
                  <a:lnTo>
                    <a:pt x="396317" y="176697"/>
                  </a:lnTo>
                  <a:lnTo>
                    <a:pt x="459347" y="204800"/>
                  </a:lnTo>
                  <a:lnTo>
                    <a:pt x="452560" y="244799"/>
                  </a:lnTo>
                  <a:lnTo>
                    <a:pt x="459741" y="263483"/>
                  </a:lnTo>
                  <a:lnTo>
                    <a:pt x="455038" y="281519"/>
                  </a:lnTo>
                  <a:lnTo>
                    <a:pt x="448124" y="302694"/>
                  </a:lnTo>
                  <a:lnTo>
                    <a:pt x="438210" y="307918"/>
                  </a:lnTo>
                  <a:lnTo>
                    <a:pt x="430240" y="326093"/>
                  </a:lnTo>
                  <a:lnTo>
                    <a:pt x="419932" y="339159"/>
                  </a:lnTo>
                  <a:lnTo>
                    <a:pt x="420199" y="354068"/>
                  </a:lnTo>
                  <a:lnTo>
                    <a:pt x="415624" y="391309"/>
                  </a:lnTo>
                  <a:lnTo>
                    <a:pt x="411976" y="411048"/>
                  </a:lnTo>
                  <a:lnTo>
                    <a:pt x="419678" y="427381"/>
                  </a:lnTo>
                  <a:lnTo>
                    <a:pt x="420060" y="442633"/>
                  </a:lnTo>
                  <a:lnTo>
                    <a:pt x="420326" y="455178"/>
                  </a:lnTo>
                  <a:lnTo>
                    <a:pt x="409370" y="466553"/>
                  </a:lnTo>
                  <a:lnTo>
                    <a:pt x="406358" y="469566"/>
                  </a:lnTo>
                  <a:lnTo>
                    <a:pt x="419284" y="477192"/>
                  </a:lnTo>
                  <a:lnTo>
                    <a:pt x="456995" y="455089"/>
                  </a:lnTo>
                  <a:lnTo>
                    <a:pt x="502930" y="376667"/>
                  </a:lnTo>
                  <a:lnTo>
                    <a:pt x="499930" y="355898"/>
                  </a:lnTo>
                  <a:lnTo>
                    <a:pt x="504506" y="319687"/>
                  </a:lnTo>
                  <a:lnTo>
                    <a:pt x="515068" y="300736"/>
                  </a:lnTo>
                  <a:lnTo>
                    <a:pt x="537006" y="296554"/>
                  </a:lnTo>
                  <a:lnTo>
                    <a:pt x="551483" y="278252"/>
                  </a:lnTo>
                  <a:lnTo>
                    <a:pt x="576802" y="237071"/>
                  </a:lnTo>
                  <a:lnTo>
                    <a:pt x="591025" y="226903"/>
                  </a:lnTo>
                  <a:lnTo>
                    <a:pt x="606684" y="199842"/>
                  </a:lnTo>
                  <a:lnTo>
                    <a:pt x="605247" y="184018"/>
                  </a:lnTo>
                  <a:lnTo>
                    <a:pt x="625342" y="188073"/>
                  </a:lnTo>
                  <a:lnTo>
                    <a:pt x="633566" y="222391"/>
                  </a:lnTo>
                  <a:lnTo>
                    <a:pt x="624173" y="235978"/>
                  </a:lnTo>
                  <a:close/>
                </a:path>
              </a:pathLst>
            </a:custGeom>
            <a:noFill/>
            <a:ln w="3810" cap="flat">
              <a:solidFill>
                <a:srgbClr val="E6E4E2"/>
              </a:solidFill>
              <a:prstDash val="solid"/>
              <a:miter/>
            </a:ln>
          </p:spPr>
          <p:txBody>
            <a:bodyPr rtlCol="0" anchor="ctr"/>
            <a:lstStyle/>
            <a:p>
              <a:endParaRPr lang="de-CH"/>
            </a:p>
          </p:txBody>
        </p:sp>
        <p:sp>
          <p:nvSpPr>
            <p:cNvPr id="132" name="Freihandform: Form 131">
              <a:extLst>
                <a:ext uri="{FF2B5EF4-FFF2-40B4-BE49-F238E27FC236}">
                  <a16:creationId xmlns:a16="http://schemas.microsoft.com/office/drawing/2014/main" id="{109928EC-754D-40BC-8392-A36317188615}"/>
                </a:ext>
              </a:extLst>
            </p:cNvPr>
            <p:cNvSpPr/>
            <p:nvPr/>
          </p:nvSpPr>
          <p:spPr>
            <a:xfrm>
              <a:off x="3311927" y="1405396"/>
              <a:ext cx="1451810" cy="1053866"/>
            </a:xfrm>
            <a:custGeom>
              <a:avLst/>
              <a:gdLst>
                <a:gd name="connsiteX0" fmla="*/ 1035780 w 1451810"/>
                <a:gd name="connsiteY0" fmla="*/ 594316 h 1053866"/>
                <a:gd name="connsiteX1" fmla="*/ 1033569 w 1451810"/>
                <a:gd name="connsiteY1" fmla="*/ 594965 h 1053866"/>
                <a:gd name="connsiteX2" fmla="*/ 1011771 w 1451810"/>
                <a:gd name="connsiteY2" fmla="*/ 594316 h 1053866"/>
                <a:gd name="connsiteX3" fmla="*/ 950825 w 1451810"/>
                <a:gd name="connsiteY3" fmla="*/ 647394 h 1053866"/>
                <a:gd name="connsiteX4" fmla="*/ 895370 w 1451810"/>
                <a:gd name="connsiteY4" fmla="*/ 657829 h 1053866"/>
                <a:gd name="connsiteX5" fmla="*/ 870967 w 1451810"/>
                <a:gd name="connsiteY5" fmla="*/ 655605 h 1053866"/>
                <a:gd name="connsiteX6" fmla="*/ 843945 w 1451810"/>
                <a:gd name="connsiteY6" fmla="*/ 654830 h 1053866"/>
                <a:gd name="connsiteX7" fmla="*/ 798671 w 1451810"/>
                <a:gd name="connsiteY7" fmla="*/ 646593 h 1053866"/>
                <a:gd name="connsiteX8" fmla="*/ 758736 w 1451810"/>
                <a:gd name="connsiteY8" fmla="*/ 644242 h 1053866"/>
                <a:gd name="connsiteX9" fmla="*/ 753906 w 1451810"/>
                <a:gd name="connsiteY9" fmla="*/ 644763 h 1053866"/>
                <a:gd name="connsiteX10" fmla="*/ 745022 w 1451810"/>
                <a:gd name="connsiteY10" fmla="*/ 624516 h 1053866"/>
                <a:gd name="connsiteX11" fmla="*/ 681610 w 1451810"/>
                <a:gd name="connsiteY11" fmla="*/ 628418 h 1053866"/>
                <a:gd name="connsiteX12" fmla="*/ 659024 w 1451810"/>
                <a:gd name="connsiteY12" fmla="*/ 631557 h 1053866"/>
                <a:gd name="connsiteX13" fmla="*/ 672738 w 1451810"/>
                <a:gd name="connsiteY13" fmla="*/ 661236 h 1053866"/>
                <a:gd name="connsiteX14" fmla="*/ 669726 w 1451810"/>
                <a:gd name="connsiteY14" fmla="*/ 686453 h 1053866"/>
                <a:gd name="connsiteX15" fmla="*/ 629155 w 1451810"/>
                <a:gd name="connsiteY15" fmla="*/ 702938 h 1053866"/>
                <a:gd name="connsiteX16" fmla="*/ 632549 w 1451810"/>
                <a:gd name="connsiteY16" fmla="*/ 770772 h 1053866"/>
                <a:gd name="connsiteX17" fmla="*/ 506603 w 1451810"/>
                <a:gd name="connsiteY17" fmla="*/ 798341 h 1053866"/>
                <a:gd name="connsiteX18" fmla="*/ 488326 w 1451810"/>
                <a:gd name="connsiteY18" fmla="*/ 765802 h 1053866"/>
                <a:gd name="connsiteX19" fmla="*/ 444870 w 1451810"/>
                <a:gd name="connsiteY19" fmla="*/ 783584 h 1053866"/>
                <a:gd name="connsiteX20" fmla="*/ 442646 w 1451810"/>
                <a:gd name="connsiteY20" fmla="*/ 787626 h 1053866"/>
                <a:gd name="connsiteX21" fmla="*/ 446179 w 1451810"/>
                <a:gd name="connsiteY21" fmla="*/ 815207 h 1053866"/>
                <a:gd name="connsiteX22" fmla="*/ 422157 w 1451810"/>
                <a:gd name="connsiteY22" fmla="*/ 828273 h 1053866"/>
                <a:gd name="connsiteX23" fmla="*/ 415903 w 1451810"/>
                <a:gd name="connsiteY23" fmla="*/ 844351 h 1053866"/>
                <a:gd name="connsiteX24" fmla="*/ 397766 w 1451810"/>
                <a:gd name="connsiteY24" fmla="*/ 878974 h 1053866"/>
                <a:gd name="connsiteX25" fmla="*/ 394766 w 1451810"/>
                <a:gd name="connsiteY25" fmla="*/ 884999 h 1053866"/>
                <a:gd name="connsiteX26" fmla="*/ 378573 w 1451810"/>
                <a:gd name="connsiteY26" fmla="*/ 914537 h 1053866"/>
                <a:gd name="connsiteX27" fmla="*/ 359140 w 1451810"/>
                <a:gd name="connsiteY27" fmla="*/ 923422 h 1053866"/>
                <a:gd name="connsiteX28" fmla="*/ 316332 w 1451810"/>
                <a:gd name="connsiteY28" fmla="*/ 939767 h 1053866"/>
                <a:gd name="connsiteX29" fmla="*/ 294915 w 1451810"/>
                <a:gd name="connsiteY29" fmla="*/ 978584 h 1053866"/>
                <a:gd name="connsiteX30" fmla="*/ 237122 w 1451810"/>
                <a:gd name="connsiteY30" fmla="*/ 964603 h 1053866"/>
                <a:gd name="connsiteX31" fmla="*/ 229165 w 1451810"/>
                <a:gd name="connsiteY31" fmla="*/ 944737 h 1053866"/>
                <a:gd name="connsiteX32" fmla="*/ 215451 w 1451810"/>
                <a:gd name="connsiteY32" fmla="*/ 950482 h 1053866"/>
                <a:gd name="connsiteX33" fmla="*/ 205155 w 1451810"/>
                <a:gd name="connsiteY33" fmla="*/ 965391 h 1053866"/>
                <a:gd name="connsiteX34" fmla="*/ 155293 w 1451810"/>
                <a:gd name="connsiteY34" fmla="*/ 1015698 h 1053866"/>
                <a:gd name="connsiteX35" fmla="*/ 89645 w 1451810"/>
                <a:gd name="connsiteY35" fmla="*/ 1053867 h 1053866"/>
                <a:gd name="connsiteX36" fmla="*/ 66424 w 1451810"/>
                <a:gd name="connsiteY36" fmla="*/ 983414 h 1053866"/>
                <a:gd name="connsiteX37" fmla="*/ 44626 w 1451810"/>
                <a:gd name="connsiteY37" fmla="*/ 1008377 h 1053866"/>
                <a:gd name="connsiteX38" fmla="*/ 38105 w 1451810"/>
                <a:gd name="connsiteY38" fmla="*/ 1008504 h 1053866"/>
                <a:gd name="connsiteX39" fmla="*/ 11223 w 1451810"/>
                <a:gd name="connsiteY39" fmla="*/ 1005237 h 1053866"/>
                <a:gd name="connsiteX40" fmla="*/ 0 w 1451810"/>
                <a:gd name="connsiteY40" fmla="*/ 986299 h 1053866"/>
                <a:gd name="connsiteX41" fmla="*/ 48934 w 1451810"/>
                <a:gd name="connsiteY41" fmla="*/ 962124 h 1053866"/>
                <a:gd name="connsiteX42" fmla="*/ 58467 w 1451810"/>
                <a:gd name="connsiteY42" fmla="*/ 949694 h 1053866"/>
                <a:gd name="connsiteX43" fmla="*/ 69042 w 1451810"/>
                <a:gd name="connsiteY43" fmla="*/ 950227 h 1053866"/>
                <a:gd name="connsiteX44" fmla="*/ 71393 w 1451810"/>
                <a:gd name="connsiteY44" fmla="*/ 929573 h 1053866"/>
                <a:gd name="connsiteX45" fmla="*/ 84955 w 1451810"/>
                <a:gd name="connsiteY45" fmla="*/ 905259 h 1053866"/>
                <a:gd name="connsiteX46" fmla="*/ 102432 w 1451810"/>
                <a:gd name="connsiteY46" fmla="*/ 890998 h 1053866"/>
                <a:gd name="connsiteX47" fmla="*/ 183612 w 1451810"/>
                <a:gd name="connsiteY47" fmla="*/ 818982 h 1053866"/>
                <a:gd name="connsiteX48" fmla="*/ 211282 w 1451810"/>
                <a:gd name="connsiteY48" fmla="*/ 803564 h 1053866"/>
                <a:gd name="connsiteX49" fmla="*/ 230983 w 1451810"/>
                <a:gd name="connsiteY49" fmla="*/ 773632 h 1053866"/>
                <a:gd name="connsiteX50" fmla="*/ 220293 w 1451810"/>
                <a:gd name="connsiteY50" fmla="*/ 751542 h 1053866"/>
                <a:gd name="connsiteX51" fmla="*/ 230856 w 1451810"/>
                <a:gd name="connsiteY51" fmla="*/ 701883 h 1053866"/>
                <a:gd name="connsiteX52" fmla="*/ 207748 w 1451810"/>
                <a:gd name="connsiteY52" fmla="*/ 650114 h 1053866"/>
                <a:gd name="connsiteX53" fmla="*/ 221603 w 1451810"/>
                <a:gd name="connsiteY53" fmla="*/ 635879 h 1053866"/>
                <a:gd name="connsiteX54" fmla="*/ 250950 w 1451810"/>
                <a:gd name="connsiteY54" fmla="*/ 629079 h 1053866"/>
                <a:gd name="connsiteX55" fmla="*/ 272227 w 1451810"/>
                <a:gd name="connsiteY55" fmla="*/ 632104 h 1053866"/>
                <a:gd name="connsiteX56" fmla="*/ 283959 w 1451810"/>
                <a:gd name="connsiteY56" fmla="*/ 621376 h 1053866"/>
                <a:gd name="connsiteX57" fmla="*/ 318302 w 1451810"/>
                <a:gd name="connsiteY57" fmla="*/ 619025 h 1053866"/>
                <a:gd name="connsiteX58" fmla="*/ 342311 w 1451810"/>
                <a:gd name="connsiteY58" fmla="*/ 600328 h 1053866"/>
                <a:gd name="connsiteX59" fmla="*/ 361224 w 1451810"/>
                <a:gd name="connsiteY59" fmla="*/ 566481 h 1053866"/>
                <a:gd name="connsiteX60" fmla="*/ 347116 w 1451810"/>
                <a:gd name="connsiteY60" fmla="*/ 544505 h 1053866"/>
                <a:gd name="connsiteX61" fmla="*/ 356649 w 1451810"/>
                <a:gd name="connsiteY61" fmla="*/ 530397 h 1053866"/>
                <a:gd name="connsiteX62" fmla="*/ 398554 w 1451810"/>
                <a:gd name="connsiteY62" fmla="*/ 525300 h 1053866"/>
                <a:gd name="connsiteX63" fmla="*/ 422703 w 1451810"/>
                <a:gd name="connsiteY63" fmla="*/ 522033 h 1053866"/>
                <a:gd name="connsiteX64" fmla="*/ 444234 w 1451810"/>
                <a:gd name="connsiteY64" fmla="*/ 507518 h 1053866"/>
                <a:gd name="connsiteX65" fmla="*/ 455191 w 1451810"/>
                <a:gd name="connsiteY65" fmla="*/ 478768 h 1053866"/>
                <a:gd name="connsiteX66" fmla="*/ 413285 w 1451810"/>
                <a:gd name="connsiteY66" fmla="*/ 462181 h 1053866"/>
                <a:gd name="connsiteX67" fmla="*/ 423873 w 1451810"/>
                <a:gd name="connsiteY67" fmla="*/ 427419 h 1053866"/>
                <a:gd name="connsiteX68" fmla="*/ 402723 w 1451810"/>
                <a:gd name="connsiteY68" fmla="*/ 423873 h 1053866"/>
                <a:gd name="connsiteX69" fmla="*/ 398287 w 1451810"/>
                <a:gd name="connsiteY69" fmla="*/ 407146 h 1053866"/>
                <a:gd name="connsiteX70" fmla="*/ 354055 w 1451810"/>
                <a:gd name="connsiteY70" fmla="*/ 392250 h 1053866"/>
                <a:gd name="connsiteX71" fmla="*/ 330046 w 1451810"/>
                <a:gd name="connsiteY71" fmla="*/ 420339 h 1053866"/>
                <a:gd name="connsiteX72" fmla="*/ 273791 w 1451810"/>
                <a:gd name="connsiteY72" fmla="*/ 428461 h 1053866"/>
                <a:gd name="connsiteX73" fmla="*/ 195369 w 1451810"/>
                <a:gd name="connsiteY73" fmla="*/ 434994 h 1053866"/>
                <a:gd name="connsiteX74" fmla="*/ 167686 w 1451810"/>
                <a:gd name="connsiteY74" fmla="*/ 443345 h 1053866"/>
                <a:gd name="connsiteX75" fmla="*/ 138986 w 1451810"/>
                <a:gd name="connsiteY75" fmla="*/ 431855 h 1053866"/>
                <a:gd name="connsiteX76" fmla="*/ 84320 w 1451810"/>
                <a:gd name="connsiteY76" fmla="*/ 447793 h 1053866"/>
                <a:gd name="connsiteX77" fmla="*/ 93827 w 1451810"/>
                <a:gd name="connsiteY77" fmla="*/ 390292 h 1053866"/>
                <a:gd name="connsiteX78" fmla="*/ 116934 w 1451810"/>
                <a:gd name="connsiteY78" fmla="*/ 367160 h 1053866"/>
                <a:gd name="connsiteX79" fmla="*/ 137690 w 1451810"/>
                <a:gd name="connsiteY79" fmla="*/ 362317 h 1053866"/>
                <a:gd name="connsiteX80" fmla="*/ 142240 w 1451810"/>
                <a:gd name="connsiteY80" fmla="*/ 322191 h 1053866"/>
                <a:gd name="connsiteX81" fmla="*/ 154632 w 1451810"/>
                <a:gd name="connsiteY81" fmla="*/ 315137 h 1053866"/>
                <a:gd name="connsiteX82" fmla="*/ 153463 w 1451810"/>
                <a:gd name="connsiteY82" fmla="*/ 291470 h 1053866"/>
                <a:gd name="connsiteX83" fmla="*/ 205664 w 1451810"/>
                <a:gd name="connsiteY83" fmla="*/ 292398 h 1053866"/>
                <a:gd name="connsiteX84" fmla="*/ 209718 w 1451810"/>
                <a:gd name="connsiteY84" fmla="*/ 211218 h 1053866"/>
                <a:gd name="connsiteX85" fmla="*/ 257356 w 1451810"/>
                <a:gd name="connsiteY85" fmla="*/ 204037 h 1053866"/>
                <a:gd name="connsiteX86" fmla="*/ 270791 w 1451810"/>
                <a:gd name="connsiteY86" fmla="*/ 170571 h 1053866"/>
                <a:gd name="connsiteX87" fmla="*/ 322331 w 1451810"/>
                <a:gd name="connsiteY87" fmla="*/ 163123 h 1053866"/>
                <a:gd name="connsiteX88" fmla="*/ 332906 w 1451810"/>
                <a:gd name="connsiteY88" fmla="*/ 124827 h 1053866"/>
                <a:gd name="connsiteX89" fmla="*/ 331991 w 1451810"/>
                <a:gd name="connsiteY89" fmla="*/ 110833 h 1053866"/>
                <a:gd name="connsiteX90" fmla="*/ 313065 w 1451810"/>
                <a:gd name="connsiteY90" fmla="*/ 111507 h 1053866"/>
                <a:gd name="connsiteX91" fmla="*/ 299885 w 1451810"/>
                <a:gd name="connsiteY91" fmla="*/ 78562 h 1053866"/>
                <a:gd name="connsiteX92" fmla="*/ 304079 w 1451810"/>
                <a:gd name="connsiteY92" fmla="*/ 57259 h 1053866"/>
                <a:gd name="connsiteX93" fmla="*/ 296758 w 1451810"/>
                <a:gd name="connsiteY93" fmla="*/ 29030 h 1053866"/>
                <a:gd name="connsiteX94" fmla="*/ 341917 w 1451810"/>
                <a:gd name="connsiteY94" fmla="*/ 4576 h 1053866"/>
                <a:gd name="connsiteX95" fmla="*/ 374926 w 1451810"/>
                <a:gd name="connsiteY95" fmla="*/ 0 h 1053866"/>
                <a:gd name="connsiteX96" fmla="*/ 406510 w 1451810"/>
                <a:gd name="connsiteY96" fmla="*/ 20794 h 1053866"/>
                <a:gd name="connsiteX97" fmla="*/ 413552 w 1451810"/>
                <a:gd name="connsiteY97" fmla="*/ 19739 h 1053866"/>
                <a:gd name="connsiteX98" fmla="*/ 463541 w 1451810"/>
                <a:gd name="connsiteY98" fmla="*/ 28890 h 1053866"/>
                <a:gd name="connsiteX99" fmla="*/ 482467 w 1451810"/>
                <a:gd name="connsiteY99" fmla="*/ 49011 h 1053866"/>
                <a:gd name="connsiteX100" fmla="*/ 504265 w 1451810"/>
                <a:gd name="connsiteY100" fmla="*/ 32424 h 1053866"/>
                <a:gd name="connsiteX101" fmla="*/ 524881 w 1451810"/>
                <a:gd name="connsiteY101" fmla="*/ 24188 h 1053866"/>
                <a:gd name="connsiteX102" fmla="*/ 557635 w 1451810"/>
                <a:gd name="connsiteY102" fmla="*/ 28890 h 1053866"/>
                <a:gd name="connsiteX103" fmla="*/ 589080 w 1451810"/>
                <a:gd name="connsiteY103" fmla="*/ 1970 h 1053866"/>
                <a:gd name="connsiteX104" fmla="*/ 614653 w 1451810"/>
                <a:gd name="connsiteY104" fmla="*/ 7575 h 1053866"/>
                <a:gd name="connsiteX105" fmla="*/ 641281 w 1451810"/>
                <a:gd name="connsiteY105" fmla="*/ 24709 h 1053866"/>
                <a:gd name="connsiteX106" fmla="*/ 653292 w 1451810"/>
                <a:gd name="connsiteY106" fmla="*/ 42350 h 1053866"/>
                <a:gd name="connsiteX107" fmla="*/ 694409 w 1451810"/>
                <a:gd name="connsiteY107" fmla="*/ 38957 h 1053866"/>
                <a:gd name="connsiteX108" fmla="*/ 735108 w 1451810"/>
                <a:gd name="connsiteY108" fmla="*/ 29411 h 1053866"/>
                <a:gd name="connsiteX109" fmla="*/ 740458 w 1451810"/>
                <a:gd name="connsiteY109" fmla="*/ 46011 h 1053866"/>
                <a:gd name="connsiteX110" fmla="*/ 723897 w 1451810"/>
                <a:gd name="connsiteY110" fmla="*/ 57768 h 1053866"/>
                <a:gd name="connsiteX111" fmla="*/ 691397 w 1451810"/>
                <a:gd name="connsiteY111" fmla="*/ 121433 h 1053866"/>
                <a:gd name="connsiteX112" fmla="*/ 691397 w 1451810"/>
                <a:gd name="connsiteY112" fmla="*/ 145354 h 1053866"/>
                <a:gd name="connsiteX113" fmla="*/ 674416 w 1451810"/>
                <a:gd name="connsiteY113" fmla="*/ 184692 h 1053866"/>
                <a:gd name="connsiteX114" fmla="*/ 719461 w 1451810"/>
                <a:gd name="connsiteY114" fmla="*/ 196589 h 1053866"/>
                <a:gd name="connsiteX115" fmla="*/ 739810 w 1451810"/>
                <a:gd name="connsiteY115" fmla="*/ 203249 h 1053866"/>
                <a:gd name="connsiteX116" fmla="*/ 777649 w 1451810"/>
                <a:gd name="connsiteY116" fmla="*/ 190310 h 1053866"/>
                <a:gd name="connsiteX117" fmla="*/ 807136 w 1451810"/>
                <a:gd name="connsiteY117" fmla="*/ 197364 h 1053866"/>
                <a:gd name="connsiteX118" fmla="*/ 826074 w 1451810"/>
                <a:gd name="connsiteY118" fmla="*/ 244684 h 1053866"/>
                <a:gd name="connsiteX119" fmla="*/ 872657 w 1451810"/>
                <a:gd name="connsiteY119" fmla="*/ 227551 h 1053866"/>
                <a:gd name="connsiteX120" fmla="*/ 898624 w 1451810"/>
                <a:gd name="connsiteY120" fmla="*/ 204558 h 1053866"/>
                <a:gd name="connsiteX121" fmla="*/ 922901 w 1451810"/>
                <a:gd name="connsiteY121" fmla="*/ 212133 h 1053866"/>
                <a:gd name="connsiteX122" fmla="*/ 941165 w 1451810"/>
                <a:gd name="connsiteY122" fmla="*/ 196195 h 1053866"/>
                <a:gd name="connsiteX123" fmla="*/ 992845 w 1451810"/>
                <a:gd name="connsiteY123" fmla="*/ 190971 h 1053866"/>
                <a:gd name="connsiteX124" fmla="*/ 989579 w 1451810"/>
                <a:gd name="connsiteY124" fmla="*/ 217878 h 1053866"/>
                <a:gd name="connsiteX125" fmla="*/ 1056790 w 1451810"/>
                <a:gd name="connsiteY125" fmla="*/ 252526 h 1053866"/>
                <a:gd name="connsiteX126" fmla="*/ 1052100 w 1451810"/>
                <a:gd name="connsiteY126" fmla="*/ 268986 h 1053866"/>
                <a:gd name="connsiteX127" fmla="*/ 1064111 w 1451810"/>
                <a:gd name="connsiteY127" fmla="*/ 269774 h 1053866"/>
                <a:gd name="connsiteX128" fmla="*/ 1089938 w 1451810"/>
                <a:gd name="connsiteY128" fmla="*/ 271477 h 1053866"/>
                <a:gd name="connsiteX129" fmla="*/ 1093332 w 1451810"/>
                <a:gd name="connsiteY129" fmla="*/ 285738 h 1053866"/>
                <a:gd name="connsiteX130" fmla="*/ 1165501 w 1451810"/>
                <a:gd name="connsiteY130" fmla="*/ 329766 h 1053866"/>
                <a:gd name="connsiteX131" fmla="*/ 1166161 w 1451810"/>
                <a:gd name="connsiteY131" fmla="*/ 345057 h 1053866"/>
                <a:gd name="connsiteX132" fmla="*/ 1162247 w 1451810"/>
                <a:gd name="connsiteY132" fmla="*/ 371596 h 1053866"/>
                <a:gd name="connsiteX133" fmla="*/ 1214053 w 1451810"/>
                <a:gd name="connsiteY133" fmla="*/ 370693 h 1053866"/>
                <a:gd name="connsiteX134" fmla="*/ 1211562 w 1451810"/>
                <a:gd name="connsiteY134" fmla="*/ 378904 h 1053866"/>
                <a:gd name="connsiteX135" fmla="*/ 1246935 w 1451810"/>
                <a:gd name="connsiteY135" fmla="*/ 393025 h 1053866"/>
                <a:gd name="connsiteX136" fmla="*/ 1256849 w 1451810"/>
                <a:gd name="connsiteY136" fmla="*/ 399685 h 1053866"/>
                <a:gd name="connsiteX137" fmla="*/ 1315710 w 1451810"/>
                <a:gd name="connsiteY137" fmla="*/ 404134 h 1053866"/>
                <a:gd name="connsiteX138" fmla="*/ 1329284 w 1451810"/>
                <a:gd name="connsiteY138" fmla="*/ 401134 h 1053866"/>
                <a:gd name="connsiteX139" fmla="*/ 1378867 w 1451810"/>
                <a:gd name="connsiteY139" fmla="*/ 396825 h 1053866"/>
                <a:gd name="connsiteX140" fmla="*/ 1420899 w 1451810"/>
                <a:gd name="connsiteY140" fmla="*/ 432503 h 1053866"/>
                <a:gd name="connsiteX141" fmla="*/ 1415421 w 1451810"/>
                <a:gd name="connsiteY141" fmla="*/ 462181 h 1053866"/>
                <a:gd name="connsiteX142" fmla="*/ 1446460 w 1451810"/>
                <a:gd name="connsiteY142" fmla="*/ 476683 h 1053866"/>
                <a:gd name="connsiteX143" fmla="*/ 1382794 w 1451810"/>
                <a:gd name="connsiteY143" fmla="*/ 537070 h 1053866"/>
                <a:gd name="connsiteX144" fmla="*/ 1402101 w 1451810"/>
                <a:gd name="connsiteY144" fmla="*/ 545052 h 1053866"/>
                <a:gd name="connsiteX145" fmla="*/ 1444642 w 1451810"/>
                <a:gd name="connsiteY145" fmla="*/ 527397 h 1053866"/>
                <a:gd name="connsiteX146" fmla="*/ 1451810 w 1451810"/>
                <a:gd name="connsiteY146" fmla="*/ 547899 h 1053866"/>
                <a:gd name="connsiteX147" fmla="*/ 1322357 w 1451810"/>
                <a:gd name="connsiteY147" fmla="*/ 605552 h 1053866"/>
                <a:gd name="connsiteX148" fmla="*/ 1288815 w 1451810"/>
                <a:gd name="connsiteY148" fmla="*/ 591177 h 1053866"/>
                <a:gd name="connsiteX149" fmla="*/ 1224107 w 1451810"/>
                <a:gd name="connsiteY149" fmla="*/ 586080 h 1053866"/>
                <a:gd name="connsiteX150" fmla="*/ 1220447 w 1451810"/>
                <a:gd name="connsiteY150" fmla="*/ 586728 h 1053866"/>
                <a:gd name="connsiteX151" fmla="*/ 1181693 w 1451810"/>
                <a:gd name="connsiteY151" fmla="*/ 591698 h 1053866"/>
                <a:gd name="connsiteX152" fmla="*/ 1119833 w 1451810"/>
                <a:gd name="connsiteY152" fmla="*/ 572874 h 1053866"/>
                <a:gd name="connsiteX153" fmla="*/ 1115905 w 1451810"/>
                <a:gd name="connsiteY153" fmla="*/ 565820 h 1053866"/>
                <a:gd name="connsiteX154" fmla="*/ 1108330 w 1451810"/>
                <a:gd name="connsiteY154" fmla="*/ 563481 h 1053866"/>
                <a:gd name="connsiteX155" fmla="*/ 1100640 w 1451810"/>
                <a:gd name="connsiteY155" fmla="*/ 561638 h 1053866"/>
                <a:gd name="connsiteX156" fmla="*/ 1035780 w 1451810"/>
                <a:gd name="connsiteY156" fmla="*/ 594316 h 105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451810" h="1053866">
                  <a:moveTo>
                    <a:pt x="1035780" y="594316"/>
                  </a:moveTo>
                  <a:lnTo>
                    <a:pt x="1033569" y="594965"/>
                  </a:lnTo>
                  <a:lnTo>
                    <a:pt x="1011771" y="594316"/>
                  </a:lnTo>
                  <a:lnTo>
                    <a:pt x="950825" y="647394"/>
                  </a:lnTo>
                  <a:lnTo>
                    <a:pt x="895370" y="657829"/>
                  </a:lnTo>
                  <a:lnTo>
                    <a:pt x="870967" y="655605"/>
                  </a:lnTo>
                  <a:lnTo>
                    <a:pt x="843945" y="654830"/>
                  </a:lnTo>
                  <a:lnTo>
                    <a:pt x="798671" y="646593"/>
                  </a:lnTo>
                  <a:lnTo>
                    <a:pt x="758736" y="644242"/>
                  </a:lnTo>
                  <a:lnTo>
                    <a:pt x="753906" y="644763"/>
                  </a:lnTo>
                  <a:lnTo>
                    <a:pt x="745022" y="624516"/>
                  </a:lnTo>
                  <a:lnTo>
                    <a:pt x="681610" y="628418"/>
                  </a:lnTo>
                  <a:lnTo>
                    <a:pt x="659024" y="631557"/>
                  </a:lnTo>
                  <a:lnTo>
                    <a:pt x="672738" y="661236"/>
                  </a:lnTo>
                  <a:lnTo>
                    <a:pt x="669726" y="686453"/>
                  </a:lnTo>
                  <a:lnTo>
                    <a:pt x="629155" y="702938"/>
                  </a:lnTo>
                  <a:lnTo>
                    <a:pt x="632549" y="770772"/>
                  </a:lnTo>
                  <a:lnTo>
                    <a:pt x="506603" y="798341"/>
                  </a:lnTo>
                  <a:lnTo>
                    <a:pt x="488326" y="765802"/>
                  </a:lnTo>
                  <a:lnTo>
                    <a:pt x="444870" y="783584"/>
                  </a:lnTo>
                  <a:lnTo>
                    <a:pt x="442646" y="787626"/>
                  </a:lnTo>
                  <a:lnTo>
                    <a:pt x="446179" y="815207"/>
                  </a:lnTo>
                  <a:lnTo>
                    <a:pt x="422157" y="828273"/>
                  </a:lnTo>
                  <a:lnTo>
                    <a:pt x="415903" y="844351"/>
                  </a:lnTo>
                  <a:lnTo>
                    <a:pt x="397766" y="878974"/>
                  </a:lnTo>
                  <a:lnTo>
                    <a:pt x="394766" y="884999"/>
                  </a:lnTo>
                  <a:lnTo>
                    <a:pt x="378573" y="914537"/>
                  </a:lnTo>
                  <a:lnTo>
                    <a:pt x="359140" y="923422"/>
                  </a:lnTo>
                  <a:lnTo>
                    <a:pt x="316332" y="939767"/>
                  </a:lnTo>
                  <a:lnTo>
                    <a:pt x="294915" y="978584"/>
                  </a:lnTo>
                  <a:lnTo>
                    <a:pt x="237122" y="964603"/>
                  </a:lnTo>
                  <a:lnTo>
                    <a:pt x="229165" y="944737"/>
                  </a:lnTo>
                  <a:lnTo>
                    <a:pt x="215451" y="950482"/>
                  </a:lnTo>
                  <a:lnTo>
                    <a:pt x="205155" y="965391"/>
                  </a:lnTo>
                  <a:lnTo>
                    <a:pt x="155293" y="1015698"/>
                  </a:lnTo>
                  <a:lnTo>
                    <a:pt x="89645" y="1053867"/>
                  </a:lnTo>
                  <a:lnTo>
                    <a:pt x="66424" y="983414"/>
                  </a:lnTo>
                  <a:lnTo>
                    <a:pt x="44626" y="1008377"/>
                  </a:lnTo>
                  <a:lnTo>
                    <a:pt x="38105" y="1008504"/>
                  </a:lnTo>
                  <a:lnTo>
                    <a:pt x="11223" y="1005237"/>
                  </a:lnTo>
                  <a:lnTo>
                    <a:pt x="0" y="986299"/>
                  </a:lnTo>
                  <a:lnTo>
                    <a:pt x="48934" y="962124"/>
                  </a:lnTo>
                  <a:lnTo>
                    <a:pt x="58467" y="949694"/>
                  </a:lnTo>
                  <a:lnTo>
                    <a:pt x="69042" y="950227"/>
                  </a:lnTo>
                  <a:lnTo>
                    <a:pt x="71393" y="929573"/>
                  </a:lnTo>
                  <a:lnTo>
                    <a:pt x="84955" y="905259"/>
                  </a:lnTo>
                  <a:lnTo>
                    <a:pt x="102432" y="890998"/>
                  </a:lnTo>
                  <a:lnTo>
                    <a:pt x="183612" y="818982"/>
                  </a:lnTo>
                  <a:lnTo>
                    <a:pt x="211282" y="803564"/>
                  </a:lnTo>
                  <a:lnTo>
                    <a:pt x="230983" y="773632"/>
                  </a:lnTo>
                  <a:lnTo>
                    <a:pt x="220293" y="751542"/>
                  </a:lnTo>
                  <a:lnTo>
                    <a:pt x="230856" y="701883"/>
                  </a:lnTo>
                  <a:lnTo>
                    <a:pt x="207748" y="650114"/>
                  </a:lnTo>
                  <a:lnTo>
                    <a:pt x="221603" y="635879"/>
                  </a:lnTo>
                  <a:lnTo>
                    <a:pt x="250950" y="629079"/>
                  </a:lnTo>
                  <a:lnTo>
                    <a:pt x="272227" y="632104"/>
                  </a:lnTo>
                  <a:lnTo>
                    <a:pt x="283959" y="621376"/>
                  </a:lnTo>
                  <a:lnTo>
                    <a:pt x="318302" y="619025"/>
                  </a:lnTo>
                  <a:lnTo>
                    <a:pt x="342311" y="600328"/>
                  </a:lnTo>
                  <a:lnTo>
                    <a:pt x="361224" y="566481"/>
                  </a:lnTo>
                  <a:lnTo>
                    <a:pt x="347116" y="544505"/>
                  </a:lnTo>
                  <a:lnTo>
                    <a:pt x="356649" y="530397"/>
                  </a:lnTo>
                  <a:lnTo>
                    <a:pt x="398554" y="525300"/>
                  </a:lnTo>
                  <a:lnTo>
                    <a:pt x="422703" y="522033"/>
                  </a:lnTo>
                  <a:lnTo>
                    <a:pt x="444234" y="507518"/>
                  </a:lnTo>
                  <a:lnTo>
                    <a:pt x="455191" y="478768"/>
                  </a:lnTo>
                  <a:lnTo>
                    <a:pt x="413285" y="462181"/>
                  </a:lnTo>
                  <a:lnTo>
                    <a:pt x="423873" y="427419"/>
                  </a:lnTo>
                  <a:lnTo>
                    <a:pt x="402723" y="423873"/>
                  </a:lnTo>
                  <a:lnTo>
                    <a:pt x="398287" y="407146"/>
                  </a:lnTo>
                  <a:lnTo>
                    <a:pt x="354055" y="392250"/>
                  </a:lnTo>
                  <a:lnTo>
                    <a:pt x="330046" y="420339"/>
                  </a:lnTo>
                  <a:lnTo>
                    <a:pt x="273791" y="428461"/>
                  </a:lnTo>
                  <a:lnTo>
                    <a:pt x="195369" y="434994"/>
                  </a:lnTo>
                  <a:lnTo>
                    <a:pt x="167686" y="443345"/>
                  </a:lnTo>
                  <a:lnTo>
                    <a:pt x="138986" y="431855"/>
                  </a:lnTo>
                  <a:lnTo>
                    <a:pt x="84320" y="447793"/>
                  </a:lnTo>
                  <a:lnTo>
                    <a:pt x="93827" y="390292"/>
                  </a:lnTo>
                  <a:lnTo>
                    <a:pt x="116934" y="367160"/>
                  </a:lnTo>
                  <a:lnTo>
                    <a:pt x="137690" y="362317"/>
                  </a:lnTo>
                  <a:lnTo>
                    <a:pt x="142240" y="322191"/>
                  </a:lnTo>
                  <a:lnTo>
                    <a:pt x="154632" y="315137"/>
                  </a:lnTo>
                  <a:lnTo>
                    <a:pt x="153463" y="291470"/>
                  </a:lnTo>
                  <a:lnTo>
                    <a:pt x="205664" y="292398"/>
                  </a:lnTo>
                  <a:lnTo>
                    <a:pt x="209718" y="211218"/>
                  </a:lnTo>
                  <a:lnTo>
                    <a:pt x="257356" y="204037"/>
                  </a:lnTo>
                  <a:lnTo>
                    <a:pt x="270791" y="170571"/>
                  </a:lnTo>
                  <a:lnTo>
                    <a:pt x="322331" y="163123"/>
                  </a:lnTo>
                  <a:lnTo>
                    <a:pt x="332906" y="124827"/>
                  </a:lnTo>
                  <a:lnTo>
                    <a:pt x="331991" y="110833"/>
                  </a:lnTo>
                  <a:lnTo>
                    <a:pt x="313065" y="111507"/>
                  </a:lnTo>
                  <a:lnTo>
                    <a:pt x="299885" y="78562"/>
                  </a:lnTo>
                  <a:lnTo>
                    <a:pt x="304079" y="57259"/>
                  </a:lnTo>
                  <a:lnTo>
                    <a:pt x="296758" y="29030"/>
                  </a:lnTo>
                  <a:lnTo>
                    <a:pt x="341917" y="4576"/>
                  </a:lnTo>
                  <a:lnTo>
                    <a:pt x="374926" y="0"/>
                  </a:lnTo>
                  <a:lnTo>
                    <a:pt x="406510" y="20794"/>
                  </a:lnTo>
                  <a:lnTo>
                    <a:pt x="413552" y="19739"/>
                  </a:lnTo>
                  <a:lnTo>
                    <a:pt x="463541" y="28890"/>
                  </a:lnTo>
                  <a:lnTo>
                    <a:pt x="482467" y="49011"/>
                  </a:lnTo>
                  <a:lnTo>
                    <a:pt x="504265" y="32424"/>
                  </a:lnTo>
                  <a:lnTo>
                    <a:pt x="524881" y="24188"/>
                  </a:lnTo>
                  <a:lnTo>
                    <a:pt x="557635" y="28890"/>
                  </a:lnTo>
                  <a:lnTo>
                    <a:pt x="589080" y="1970"/>
                  </a:lnTo>
                  <a:lnTo>
                    <a:pt x="614653" y="7575"/>
                  </a:lnTo>
                  <a:lnTo>
                    <a:pt x="641281" y="24709"/>
                  </a:lnTo>
                  <a:lnTo>
                    <a:pt x="653292" y="42350"/>
                  </a:lnTo>
                  <a:lnTo>
                    <a:pt x="694409" y="38957"/>
                  </a:lnTo>
                  <a:lnTo>
                    <a:pt x="735108" y="29411"/>
                  </a:lnTo>
                  <a:lnTo>
                    <a:pt x="740458" y="46011"/>
                  </a:lnTo>
                  <a:lnTo>
                    <a:pt x="723897" y="57768"/>
                  </a:lnTo>
                  <a:lnTo>
                    <a:pt x="691397" y="121433"/>
                  </a:lnTo>
                  <a:lnTo>
                    <a:pt x="691397" y="145354"/>
                  </a:lnTo>
                  <a:lnTo>
                    <a:pt x="674416" y="184692"/>
                  </a:lnTo>
                  <a:lnTo>
                    <a:pt x="719461" y="196589"/>
                  </a:lnTo>
                  <a:lnTo>
                    <a:pt x="739810" y="203249"/>
                  </a:lnTo>
                  <a:lnTo>
                    <a:pt x="777649" y="190310"/>
                  </a:lnTo>
                  <a:lnTo>
                    <a:pt x="807136" y="197364"/>
                  </a:lnTo>
                  <a:lnTo>
                    <a:pt x="826074" y="244684"/>
                  </a:lnTo>
                  <a:lnTo>
                    <a:pt x="872657" y="227551"/>
                  </a:lnTo>
                  <a:lnTo>
                    <a:pt x="898624" y="204558"/>
                  </a:lnTo>
                  <a:lnTo>
                    <a:pt x="922901" y="212133"/>
                  </a:lnTo>
                  <a:lnTo>
                    <a:pt x="941165" y="196195"/>
                  </a:lnTo>
                  <a:lnTo>
                    <a:pt x="992845" y="190971"/>
                  </a:lnTo>
                  <a:lnTo>
                    <a:pt x="989579" y="217878"/>
                  </a:lnTo>
                  <a:lnTo>
                    <a:pt x="1056790" y="252526"/>
                  </a:lnTo>
                  <a:lnTo>
                    <a:pt x="1052100" y="268986"/>
                  </a:lnTo>
                  <a:lnTo>
                    <a:pt x="1064111" y="269774"/>
                  </a:lnTo>
                  <a:lnTo>
                    <a:pt x="1089938" y="271477"/>
                  </a:lnTo>
                  <a:lnTo>
                    <a:pt x="1093332" y="285738"/>
                  </a:lnTo>
                  <a:lnTo>
                    <a:pt x="1165501" y="329766"/>
                  </a:lnTo>
                  <a:lnTo>
                    <a:pt x="1166161" y="345057"/>
                  </a:lnTo>
                  <a:lnTo>
                    <a:pt x="1162247" y="371596"/>
                  </a:lnTo>
                  <a:lnTo>
                    <a:pt x="1214053" y="370693"/>
                  </a:lnTo>
                  <a:lnTo>
                    <a:pt x="1211562" y="378904"/>
                  </a:lnTo>
                  <a:lnTo>
                    <a:pt x="1246935" y="393025"/>
                  </a:lnTo>
                  <a:lnTo>
                    <a:pt x="1256849" y="399685"/>
                  </a:lnTo>
                  <a:lnTo>
                    <a:pt x="1315710" y="404134"/>
                  </a:lnTo>
                  <a:lnTo>
                    <a:pt x="1329284" y="401134"/>
                  </a:lnTo>
                  <a:lnTo>
                    <a:pt x="1378867" y="396825"/>
                  </a:lnTo>
                  <a:lnTo>
                    <a:pt x="1420899" y="432503"/>
                  </a:lnTo>
                  <a:lnTo>
                    <a:pt x="1415421" y="462181"/>
                  </a:lnTo>
                  <a:lnTo>
                    <a:pt x="1446460" y="476683"/>
                  </a:lnTo>
                  <a:lnTo>
                    <a:pt x="1382794" y="537070"/>
                  </a:lnTo>
                  <a:lnTo>
                    <a:pt x="1402101" y="545052"/>
                  </a:lnTo>
                  <a:lnTo>
                    <a:pt x="1444642" y="527397"/>
                  </a:lnTo>
                  <a:lnTo>
                    <a:pt x="1451810" y="547899"/>
                  </a:lnTo>
                  <a:lnTo>
                    <a:pt x="1322357" y="605552"/>
                  </a:lnTo>
                  <a:lnTo>
                    <a:pt x="1288815" y="591177"/>
                  </a:lnTo>
                  <a:lnTo>
                    <a:pt x="1224107" y="586080"/>
                  </a:lnTo>
                  <a:lnTo>
                    <a:pt x="1220447" y="586728"/>
                  </a:lnTo>
                  <a:lnTo>
                    <a:pt x="1181693" y="591698"/>
                  </a:lnTo>
                  <a:lnTo>
                    <a:pt x="1119833" y="572874"/>
                  </a:lnTo>
                  <a:lnTo>
                    <a:pt x="1115905" y="565820"/>
                  </a:lnTo>
                  <a:lnTo>
                    <a:pt x="1108330" y="563481"/>
                  </a:lnTo>
                  <a:lnTo>
                    <a:pt x="1100640" y="561638"/>
                  </a:lnTo>
                  <a:lnTo>
                    <a:pt x="1035780" y="594316"/>
                  </a:lnTo>
                  <a:close/>
                </a:path>
              </a:pathLst>
            </a:custGeom>
            <a:solidFill>
              <a:srgbClr val="FFFFFF"/>
            </a:solidFill>
            <a:ln w="12700" cap="flat">
              <a:noFill/>
              <a:prstDash val="solid"/>
              <a:miter/>
            </a:ln>
          </p:spPr>
          <p:txBody>
            <a:bodyPr rtlCol="0" anchor="ctr"/>
            <a:lstStyle/>
            <a:p>
              <a:endParaRPr lang="de-CH"/>
            </a:p>
          </p:txBody>
        </p:sp>
        <p:sp>
          <p:nvSpPr>
            <p:cNvPr id="133" name="Freihandform: Form 132">
              <a:extLst>
                <a:ext uri="{FF2B5EF4-FFF2-40B4-BE49-F238E27FC236}">
                  <a16:creationId xmlns:a16="http://schemas.microsoft.com/office/drawing/2014/main" id="{A27F21CD-6E01-F661-BDC1-0CD058E591C1}"/>
                </a:ext>
              </a:extLst>
            </p:cNvPr>
            <p:cNvSpPr/>
            <p:nvPr/>
          </p:nvSpPr>
          <p:spPr>
            <a:xfrm>
              <a:off x="3311927" y="1405396"/>
              <a:ext cx="1451810" cy="1053866"/>
            </a:xfrm>
            <a:custGeom>
              <a:avLst/>
              <a:gdLst>
                <a:gd name="connsiteX0" fmla="*/ 1035780 w 1451810"/>
                <a:gd name="connsiteY0" fmla="*/ 594316 h 1053866"/>
                <a:gd name="connsiteX1" fmla="*/ 1033569 w 1451810"/>
                <a:gd name="connsiteY1" fmla="*/ 594965 h 1053866"/>
                <a:gd name="connsiteX2" fmla="*/ 1011771 w 1451810"/>
                <a:gd name="connsiteY2" fmla="*/ 594316 h 1053866"/>
                <a:gd name="connsiteX3" fmla="*/ 950825 w 1451810"/>
                <a:gd name="connsiteY3" fmla="*/ 647394 h 1053866"/>
                <a:gd name="connsiteX4" fmla="*/ 895370 w 1451810"/>
                <a:gd name="connsiteY4" fmla="*/ 657829 h 1053866"/>
                <a:gd name="connsiteX5" fmla="*/ 870967 w 1451810"/>
                <a:gd name="connsiteY5" fmla="*/ 655605 h 1053866"/>
                <a:gd name="connsiteX6" fmla="*/ 843945 w 1451810"/>
                <a:gd name="connsiteY6" fmla="*/ 654830 h 1053866"/>
                <a:gd name="connsiteX7" fmla="*/ 798671 w 1451810"/>
                <a:gd name="connsiteY7" fmla="*/ 646593 h 1053866"/>
                <a:gd name="connsiteX8" fmla="*/ 758736 w 1451810"/>
                <a:gd name="connsiteY8" fmla="*/ 644242 h 1053866"/>
                <a:gd name="connsiteX9" fmla="*/ 753906 w 1451810"/>
                <a:gd name="connsiteY9" fmla="*/ 644763 h 1053866"/>
                <a:gd name="connsiteX10" fmla="*/ 745022 w 1451810"/>
                <a:gd name="connsiteY10" fmla="*/ 624516 h 1053866"/>
                <a:gd name="connsiteX11" fmla="*/ 681610 w 1451810"/>
                <a:gd name="connsiteY11" fmla="*/ 628418 h 1053866"/>
                <a:gd name="connsiteX12" fmla="*/ 659024 w 1451810"/>
                <a:gd name="connsiteY12" fmla="*/ 631557 h 1053866"/>
                <a:gd name="connsiteX13" fmla="*/ 672738 w 1451810"/>
                <a:gd name="connsiteY13" fmla="*/ 661236 h 1053866"/>
                <a:gd name="connsiteX14" fmla="*/ 669726 w 1451810"/>
                <a:gd name="connsiteY14" fmla="*/ 686453 h 1053866"/>
                <a:gd name="connsiteX15" fmla="*/ 629155 w 1451810"/>
                <a:gd name="connsiteY15" fmla="*/ 702938 h 1053866"/>
                <a:gd name="connsiteX16" fmla="*/ 632549 w 1451810"/>
                <a:gd name="connsiteY16" fmla="*/ 770772 h 1053866"/>
                <a:gd name="connsiteX17" fmla="*/ 506603 w 1451810"/>
                <a:gd name="connsiteY17" fmla="*/ 798341 h 1053866"/>
                <a:gd name="connsiteX18" fmla="*/ 488326 w 1451810"/>
                <a:gd name="connsiteY18" fmla="*/ 765802 h 1053866"/>
                <a:gd name="connsiteX19" fmla="*/ 444870 w 1451810"/>
                <a:gd name="connsiteY19" fmla="*/ 783584 h 1053866"/>
                <a:gd name="connsiteX20" fmla="*/ 442646 w 1451810"/>
                <a:gd name="connsiteY20" fmla="*/ 787626 h 1053866"/>
                <a:gd name="connsiteX21" fmla="*/ 446179 w 1451810"/>
                <a:gd name="connsiteY21" fmla="*/ 815207 h 1053866"/>
                <a:gd name="connsiteX22" fmla="*/ 422157 w 1451810"/>
                <a:gd name="connsiteY22" fmla="*/ 828273 h 1053866"/>
                <a:gd name="connsiteX23" fmla="*/ 415903 w 1451810"/>
                <a:gd name="connsiteY23" fmla="*/ 844351 h 1053866"/>
                <a:gd name="connsiteX24" fmla="*/ 397766 w 1451810"/>
                <a:gd name="connsiteY24" fmla="*/ 878974 h 1053866"/>
                <a:gd name="connsiteX25" fmla="*/ 394766 w 1451810"/>
                <a:gd name="connsiteY25" fmla="*/ 884999 h 1053866"/>
                <a:gd name="connsiteX26" fmla="*/ 378573 w 1451810"/>
                <a:gd name="connsiteY26" fmla="*/ 914537 h 1053866"/>
                <a:gd name="connsiteX27" fmla="*/ 359140 w 1451810"/>
                <a:gd name="connsiteY27" fmla="*/ 923422 h 1053866"/>
                <a:gd name="connsiteX28" fmla="*/ 316332 w 1451810"/>
                <a:gd name="connsiteY28" fmla="*/ 939767 h 1053866"/>
                <a:gd name="connsiteX29" fmla="*/ 294915 w 1451810"/>
                <a:gd name="connsiteY29" fmla="*/ 978584 h 1053866"/>
                <a:gd name="connsiteX30" fmla="*/ 237122 w 1451810"/>
                <a:gd name="connsiteY30" fmla="*/ 964603 h 1053866"/>
                <a:gd name="connsiteX31" fmla="*/ 229165 w 1451810"/>
                <a:gd name="connsiteY31" fmla="*/ 944737 h 1053866"/>
                <a:gd name="connsiteX32" fmla="*/ 215451 w 1451810"/>
                <a:gd name="connsiteY32" fmla="*/ 950482 h 1053866"/>
                <a:gd name="connsiteX33" fmla="*/ 205155 w 1451810"/>
                <a:gd name="connsiteY33" fmla="*/ 965391 h 1053866"/>
                <a:gd name="connsiteX34" fmla="*/ 155293 w 1451810"/>
                <a:gd name="connsiteY34" fmla="*/ 1015698 h 1053866"/>
                <a:gd name="connsiteX35" fmla="*/ 89645 w 1451810"/>
                <a:gd name="connsiteY35" fmla="*/ 1053867 h 1053866"/>
                <a:gd name="connsiteX36" fmla="*/ 66424 w 1451810"/>
                <a:gd name="connsiteY36" fmla="*/ 983414 h 1053866"/>
                <a:gd name="connsiteX37" fmla="*/ 44626 w 1451810"/>
                <a:gd name="connsiteY37" fmla="*/ 1008377 h 1053866"/>
                <a:gd name="connsiteX38" fmla="*/ 38105 w 1451810"/>
                <a:gd name="connsiteY38" fmla="*/ 1008504 h 1053866"/>
                <a:gd name="connsiteX39" fmla="*/ 11223 w 1451810"/>
                <a:gd name="connsiteY39" fmla="*/ 1005237 h 1053866"/>
                <a:gd name="connsiteX40" fmla="*/ 0 w 1451810"/>
                <a:gd name="connsiteY40" fmla="*/ 986299 h 1053866"/>
                <a:gd name="connsiteX41" fmla="*/ 48934 w 1451810"/>
                <a:gd name="connsiteY41" fmla="*/ 962124 h 1053866"/>
                <a:gd name="connsiteX42" fmla="*/ 58467 w 1451810"/>
                <a:gd name="connsiteY42" fmla="*/ 949694 h 1053866"/>
                <a:gd name="connsiteX43" fmla="*/ 69042 w 1451810"/>
                <a:gd name="connsiteY43" fmla="*/ 950227 h 1053866"/>
                <a:gd name="connsiteX44" fmla="*/ 71393 w 1451810"/>
                <a:gd name="connsiteY44" fmla="*/ 929573 h 1053866"/>
                <a:gd name="connsiteX45" fmla="*/ 84955 w 1451810"/>
                <a:gd name="connsiteY45" fmla="*/ 905259 h 1053866"/>
                <a:gd name="connsiteX46" fmla="*/ 102432 w 1451810"/>
                <a:gd name="connsiteY46" fmla="*/ 890998 h 1053866"/>
                <a:gd name="connsiteX47" fmla="*/ 183612 w 1451810"/>
                <a:gd name="connsiteY47" fmla="*/ 818982 h 1053866"/>
                <a:gd name="connsiteX48" fmla="*/ 211282 w 1451810"/>
                <a:gd name="connsiteY48" fmla="*/ 803564 h 1053866"/>
                <a:gd name="connsiteX49" fmla="*/ 230983 w 1451810"/>
                <a:gd name="connsiteY49" fmla="*/ 773632 h 1053866"/>
                <a:gd name="connsiteX50" fmla="*/ 220293 w 1451810"/>
                <a:gd name="connsiteY50" fmla="*/ 751542 h 1053866"/>
                <a:gd name="connsiteX51" fmla="*/ 230856 w 1451810"/>
                <a:gd name="connsiteY51" fmla="*/ 701883 h 1053866"/>
                <a:gd name="connsiteX52" fmla="*/ 207748 w 1451810"/>
                <a:gd name="connsiteY52" fmla="*/ 650114 h 1053866"/>
                <a:gd name="connsiteX53" fmla="*/ 221603 w 1451810"/>
                <a:gd name="connsiteY53" fmla="*/ 635879 h 1053866"/>
                <a:gd name="connsiteX54" fmla="*/ 250950 w 1451810"/>
                <a:gd name="connsiteY54" fmla="*/ 629079 h 1053866"/>
                <a:gd name="connsiteX55" fmla="*/ 272227 w 1451810"/>
                <a:gd name="connsiteY55" fmla="*/ 632104 h 1053866"/>
                <a:gd name="connsiteX56" fmla="*/ 283959 w 1451810"/>
                <a:gd name="connsiteY56" fmla="*/ 621376 h 1053866"/>
                <a:gd name="connsiteX57" fmla="*/ 318302 w 1451810"/>
                <a:gd name="connsiteY57" fmla="*/ 619025 h 1053866"/>
                <a:gd name="connsiteX58" fmla="*/ 342311 w 1451810"/>
                <a:gd name="connsiteY58" fmla="*/ 600328 h 1053866"/>
                <a:gd name="connsiteX59" fmla="*/ 361224 w 1451810"/>
                <a:gd name="connsiteY59" fmla="*/ 566481 h 1053866"/>
                <a:gd name="connsiteX60" fmla="*/ 347116 w 1451810"/>
                <a:gd name="connsiteY60" fmla="*/ 544505 h 1053866"/>
                <a:gd name="connsiteX61" fmla="*/ 356649 w 1451810"/>
                <a:gd name="connsiteY61" fmla="*/ 530397 h 1053866"/>
                <a:gd name="connsiteX62" fmla="*/ 398554 w 1451810"/>
                <a:gd name="connsiteY62" fmla="*/ 525300 h 1053866"/>
                <a:gd name="connsiteX63" fmla="*/ 422703 w 1451810"/>
                <a:gd name="connsiteY63" fmla="*/ 522033 h 1053866"/>
                <a:gd name="connsiteX64" fmla="*/ 444234 w 1451810"/>
                <a:gd name="connsiteY64" fmla="*/ 507518 h 1053866"/>
                <a:gd name="connsiteX65" fmla="*/ 455191 w 1451810"/>
                <a:gd name="connsiteY65" fmla="*/ 478768 h 1053866"/>
                <a:gd name="connsiteX66" fmla="*/ 413285 w 1451810"/>
                <a:gd name="connsiteY66" fmla="*/ 462181 h 1053866"/>
                <a:gd name="connsiteX67" fmla="*/ 423873 w 1451810"/>
                <a:gd name="connsiteY67" fmla="*/ 427419 h 1053866"/>
                <a:gd name="connsiteX68" fmla="*/ 402723 w 1451810"/>
                <a:gd name="connsiteY68" fmla="*/ 423873 h 1053866"/>
                <a:gd name="connsiteX69" fmla="*/ 398287 w 1451810"/>
                <a:gd name="connsiteY69" fmla="*/ 407146 h 1053866"/>
                <a:gd name="connsiteX70" fmla="*/ 354055 w 1451810"/>
                <a:gd name="connsiteY70" fmla="*/ 392250 h 1053866"/>
                <a:gd name="connsiteX71" fmla="*/ 330046 w 1451810"/>
                <a:gd name="connsiteY71" fmla="*/ 420339 h 1053866"/>
                <a:gd name="connsiteX72" fmla="*/ 273791 w 1451810"/>
                <a:gd name="connsiteY72" fmla="*/ 428461 h 1053866"/>
                <a:gd name="connsiteX73" fmla="*/ 195369 w 1451810"/>
                <a:gd name="connsiteY73" fmla="*/ 434994 h 1053866"/>
                <a:gd name="connsiteX74" fmla="*/ 167686 w 1451810"/>
                <a:gd name="connsiteY74" fmla="*/ 443345 h 1053866"/>
                <a:gd name="connsiteX75" fmla="*/ 138986 w 1451810"/>
                <a:gd name="connsiteY75" fmla="*/ 431855 h 1053866"/>
                <a:gd name="connsiteX76" fmla="*/ 84320 w 1451810"/>
                <a:gd name="connsiteY76" fmla="*/ 447793 h 1053866"/>
                <a:gd name="connsiteX77" fmla="*/ 93827 w 1451810"/>
                <a:gd name="connsiteY77" fmla="*/ 390292 h 1053866"/>
                <a:gd name="connsiteX78" fmla="*/ 116934 w 1451810"/>
                <a:gd name="connsiteY78" fmla="*/ 367160 h 1053866"/>
                <a:gd name="connsiteX79" fmla="*/ 137690 w 1451810"/>
                <a:gd name="connsiteY79" fmla="*/ 362317 h 1053866"/>
                <a:gd name="connsiteX80" fmla="*/ 142240 w 1451810"/>
                <a:gd name="connsiteY80" fmla="*/ 322191 h 1053866"/>
                <a:gd name="connsiteX81" fmla="*/ 154632 w 1451810"/>
                <a:gd name="connsiteY81" fmla="*/ 315137 h 1053866"/>
                <a:gd name="connsiteX82" fmla="*/ 153463 w 1451810"/>
                <a:gd name="connsiteY82" fmla="*/ 291470 h 1053866"/>
                <a:gd name="connsiteX83" fmla="*/ 205664 w 1451810"/>
                <a:gd name="connsiteY83" fmla="*/ 292398 h 1053866"/>
                <a:gd name="connsiteX84" fmla="*/ 209718 w 1451810"/>
                <a:gd name="connsiteY84" fmla="*/ 211218 h 1053866"/>
                <a:gd name="connsiteX85" fmla="*/ 257356 w 1451810"/>
                <a:gd name="connsiteY85" fmla="*/ 204037 h 1053866"/>
                <a:gd name="connsiteX86" fmla="*/ 270791 w 1451810"/>
                <a:gd name="connsiteY86" fmla="*/ 170571 h 1053866"/>
                <a:gd name="connsiteX87" fmla="*/ 322331 w 1451810"/>
                <a:gd name="connsiteY87" fmla="*/ 163123 h 1053866"/>
                <a:gd name="connsiteX88" fmla="*/ 332906 w 1451810"/>
                <a:gd name="connsiteY88" fmla="*/ 124827 h 1053866"/>
                <a:gd name="connsiteX89" fmla="*/ 331991 w 1451810"/>
                <a:gd name="connsiteY89" fmla="*/ 110833 h 1053866"/>
                <a:gd name="connsiteX90" fmla="*/ 313065 w 1451810"/>
                <a:gd name="connsiteY90" fmla="*/ 111507 h 1053866"/>
                <a:gd name="connsiteX91" fmla="*/ 299885 w 1451810"/>
                <a:gd name="connsiteY91" fmla="*/ 78562 h 1053866"/>
                <a:gd name="connsiteX92" fmla="*/ 304079 w 1451810"/>
                <a:gd name="connsiteY92" fmla="*/ 57259 h 1053866"/>
                <a:gd name="connsiteX93" fmla="*/ 296758 w 1451810"/>
                <a:gd name="connsiteY93" fmla="*/ 29030 h 1053866"/>
                <a:gd name="connsiteX94" fmla="*/ 341917 w 1451810"/>
                <a:gd name="connsiteY94" fmla="*/ 4576 h 1053866"/>
                <a:gd name="connsiteX95" fmla="*/ 374926 w 1451810"/>
                <a:gd name="connsiteY95" fmla="*/ 0 h 1053866"/>
                <a:gd name="connsiteX96" fmla="*/ 406510 w 1451810"/>
                <a:gd name="connsiteY96" fmla="*/ 20794 h 1053866"/>
                <a:gd name="connsiteX97" fmla="*/ 413552 w 1451810"/>
                <a:gd name="connsiteY97" fmla="*/ 19739 h 1053866"/>
                <a:gd name="connsiteX98" fmla="*/ 463541 w 1451810"/>
                <a:gd name="connsiteY98" fmla="*/ 28890 h 1053866"/>
                <a:gd name="connsiteX99" fmla="*/ 482467 w 1451810"/>
                <a:gd name="connsiteY99" fmla="*/ 49011 h 1053866"/>
                <a:gd name="connsiteX100" fmla="*/ 504265 w 1451810"/>
                <a:gd name="connsiteY100" fmla="*/ 32424 h 1053866"/>
                <a:gd name="connsiteX101" fmla="*/ 524881 w 1451810"/>
                <a:gd name="connsiteY101" fmla="*/ 24188 h 1053866"/>
                <a:gd name="connsiteX102" fmla="*/ 557635 w 1451810"/>
                <a:gd name="connsiteY102" fmla="*/ 28890 h 1053866"/>
                <a:gd name="connsiteX103" fmla="*/ 589080 w 1451810"/>
                <a:gd name="connsiteY103" fmla="*/ 1970 h 1053866"/>
                <a:gd name="connsiteX104" fmla="*/ 614653 w 1451810"/>
                <a:gd name="connsiteY104" fmla="*/ 7575 h 1053866"/>
                <a:gd name="connsiteX105" fmla="*/ 641281 w 1451810"/>
                <a:gd name="connsiteY105" fmla="*/ 24709 h 1053866"/>
                <a:gd name="connsiteX106" fmla="*/ 653292 w 1451810"/>
                <a:gd name="connsiteY106" fmla="*/ 42350 h 1053866"/>
                <a:gd name="connsiteX107" fmla="*/ 694409 w 1451810"/>
                <a:gd name="connsiteY107" fmla="*/ 38957 h 1053866"/>
                <a:gd name="connsiteX108" fmla="*/ 735108 w 1451810"/>
                <a:gd name="connsiteY108" fmla="*/ 29411 h 1053866"/>
                <a:gd name="connsiteX109" fmla="*/ 740458 w 1451810"/>
                <a:gd name="connsiteY109" fmla="*/ 46011 h 1053866"/>
                <a:gd name="connsiteX110" fmla="*/ 723897 w 1451810"/>
                <a:gd name="connsiteY110" fmla="*/ 57768 h 1053866"/>
                <a:gd name="connsiteX111" fmla="*/ 691397 w 1451810"/>
                <a:gd name="connsiteY111" fmla="*/ 121433 h 1053866"/>
                <a:gd name="connsiteX112" fmla="*/ 691397 w 1451810"/>
                <a:gd name="connsiteY112" fmla="*/ 145354 h 1053866"/>
                <a:gd name="connsiteX113" fmla="*/ 674416 w 1451810"/>
                <a:gd name="connsiteY113" fmla="*/ 184692 h 1053866"/>
                <a:gd name="connsiteX114" fmla="*/ 719461 w 1451810"/>
                <a:gd name="connsiteY114" fmla="*/ 196589 h 1053866"/>
                <a:gd name="connsiteX115" fmla="*/ 739810 w 1451810"/>
                <a:gd name="connsiteY115" fmla="*/ 203249 h 1053866"/>
                <a:gd name="connsiteX116" fmla="*/ 777649 w 1451810"/>
                <a:gd name="connsiteY116" fmla="*/ 190310 h 1053866"/>
                <a:gd name="connsiteX117" fmla="*/ 807136 w 1451810"/>
                <a:gd name="connsiteY117" fmla="*/ 197364 h 1053866"/>
                <a:gd name="connsiteX118" fmla="*/ 826074 w 1451810"/>
                <a:gd name="connsiteY118" fmla="*/ 244684 h 1053866"/>
                <a:gd name="connsiteX119" fmla="*/ 872657 w 1451810"/>
                <a:gd name="connsiteY119" fmla="*/ 227551 h 1053866"/>
                <a:gd name="connsiteX120" fmla="*/ 898624 w 1451810"/>
                <a:gd name="connsiteY120" fmla="*/ 204558 h 1053866"/>
                <a:gd name="connsiteX121" fmla="*/ 922901 w 1451810"/>
                <a:gd name="connsiteY121" fmla="*/ 212133 h 1053866"/>
                <a:gd name="connsiteX122" fmla="*/ 941165 w 1451810"/>
                <a:gd name="connsiteY122" fmla="*/ 196195 h 1053866"/>
                <a:gd name="connsiteX123" fmla="*/ 992845 w 1451810"/>
                <a:gd name="connsiteY123" fmla="*/ 190971 h 1053866"/>
                <a:gd name="connsiteX124" fmla="*/ 989579 w 1451810"/>
                <a:gd name="connsiteY124" fmla="*/ 217878 h 1053866"/>
                <a:gd name="connsiteX125" fmla="*/ 1056790 w 1451810"/>
                <a:gd name="connsiteY125" fmla="*/ 252526 h 1053866"/>
                <a:gd name="connsiteX126" fmla="*/ 1052100 w 1451810"/>
                <a:gd name="connsiteY126" fmla="*/ 268986 h 1053866"/>
                <a:gd name="connsiteX127" fmla="*/ 1064111 w 1451810"/>
                <a:gd name="connsiteY127" fmla="*/ 269774 h 1053866"/>
                <a:gd name="connsiteX128" fmla="*/ 1089938 w 1451810"/>
                <a:gd name="connsiteY128" fmla="*/ 271477 h 1053866"/>
                <a:gd name="connsiteX129" fmla="*/ 1093332 w 1451810"/>
                <a:gd name="connsiteY129" fmla="*/ 285738 h 1053866"/>
                <a:gd name="connsiteX130" fmla="*/ 1165501 w 1451810"/>
                <a:gd name="connsiteY130" fmla="*/ 329766 h 1053866"/>
                <a:gd name="connsiteX131" fmla="*/ 1166161 w 1451810"/>
                <a:gd name="connsiteY131" fmla="*/ 345057 h 1053866"/>
                <a:gd name="connsiteX132" fmla="*/ 1162247 w 1451810"/>
                <a:gd name="connsiteY132" fmla="*/ 371596 h 1053866"/>
                <a:gd name="connsiteX133" fmla="*/ 1214053 w 1451810"/>
                <a:gd name="connsiteY133" fmla="*/ 370693 h 1053866"/>
                <a:gd name="connsiteX134" fmla="*/ 1211562 w 1451810"/>
                <a:gd name="connsiteY134" fmla="*/ 378904 h 1053866"/>
                <a:gd name="connsiteX135" fmla="*/ 1246935 w 1451810"/>
                <a:gd name="connsiteY135" fmla="*/ 393025 h 1053866"/>
                <a:gd name="connsiteX136" fmla="*/ 1256849 w 1451810"/>
                <a:gd name="connsiteY136" fmla="*/ 399685 h 1053866"/>
                <a:gd name="connsiteX137" fmla="*/ 1315710 w 1451810"/>
                <a:gd name="connsiteY137" fmla="*/ 404134 h 1053866"/>
                <a:gd name="connsiteX138" fmla="*/ 1329284 w 1451810"/>
                <a:gd name="connsiteY138" fmla="*/ 401134 h 1053866"/>
                <a:gd name="connsiteX139" fmla="*/ 1378867 w 1451810"/>
                <a:gd name="connsiteY139" fmla="*/ 396825 h 1053866"/>
                <a:gd name="connsiteX140" fmla="*/ 1420899 w 1451810"/>
                <a:gd name="connsiteY140" fmla="*/ 432503 h 1053866"/>
                <a:gd name="connsiteX141" fmla="*/ 1415421 w 1451810"/>
                <a:gd name="connsiteY141" fmla="*/ 462181 h 1053866"/>
                <a:gd name="connsiteX142" fmla="*/ 1446460 w 1451810"/>
                <a:gd name="connsiteY142" fmla="*/ 476683 h 1053866"/>
                <a:gd name="connsiteX143" fmla="*/ 1382794 w 1451810"/>
                <a:gd name="connsiteY143" fmla="*/ 537070 h 1053866"/>
                <a:gd name="connsiteX144" fmla="*/ 1402101 w 1451810"/>
                <a:gd name="connsiteY144" fmla="*/ 545052 h 1053866"/>
                <a:gd name="connsiteX145" fmla="*/ 1444642 w 1451810"/>
                <a:gd name="connsiteY145" fmla="*/ 527397 h 1053866"/>
                <a:gd name="connsiteX146" fmla="*/ 1451810 w 1451810"/>
                <a:gd name="connsiteY146" fmla="*/ 547899 h 1053866"/>
                <a:gd name="connsiteX147" fmla="*/ 1322357 w 1451810"/>
                <a:gd name="connsiteY147" fmla="*/ 605552 h 1053866"/>
                <a:gd name="connsiteX148" fmla="*/ 1288815 w 1451810"/>
                <a:gd name="connsiteY148" fmla="*/ 591177 h 1053866"/>
                <a:gd name="connsiteX149" fmla="*/ 1224107 w 1451810"/>
                <a:gd name="connsiteY149" fmla="*/ 586080 h 1053866"/>
                <a:gd name="connsiteX150" fmla="*/ 1220447 w 1451810"/>
                <a:gd name="connsiteY150" fmla="*/ 586728 h 1053866"/>
                <a:gd name="connsiteX151" fmla="*/ 1181693 w 1451810"/>
                <a:gd name="connsiteY151" fmla="*/ 591698 h 1053866"/>
                <a:gd name="connsiteX152" fmla="*/ 1119833 w 1451810"/>
                <a:gd name="connsiteY152" fmla="*/ 572874 h 1053866"/>
                <a:gd name="connsiteX153" fmla="*/ 1115905 w 1451810"/>
                <a:gd name="connsiteY153" fmla="*/ 565820 h 1053866"/>
                <a:gd name="connsiteX154" fmla="*/ 1108330 w 1451810"/>
                <a:gd name="connsiteY154" fmla="*/ 563481 h 1053866"/>
                <a:gd name="connsiteX155" fmla="*/ 1100640 w 1451810"/>
                <a:gd name="connsiteY155" fmla="*/ 561638 h 1053866"/>
                <a:gd name="connsiteX156" fmla="*/ 1035780 w 1451810"/>
                <a:gd name="connsiteY156" fmla="*/ 594316 h 105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451810" h="1053866">
                  <a:moveTo>
                    <a:pt x="1035780" y="594316"/>
                  </a:moveTo>
                  <a:lnTo>
                    <a:pt x="1033569" y="594965"/>
                  </a:lnTo>
                  <a:lnTo>
                    <a:pt x="1011771" y="594316"/>
                  </a:lnTo>
                  <a:lnTo>
                    <a:pt x="950825" y="647394"/>
                  </a:lnTo>
                  <a:lnTo>
                    <a:pt x="895370" y="657829"/>
                  </a:lnTo>
                  <a:lnTo>
                    <a:pt x="870967" y="655605"/>
                  </a:lnTo>
                  <a:lnTo>
                    <a:pt x="843945" y="654830"/>
                  </a:lnTo>
                  <a:lnTo>
                    <a:pt x="798671" y="646593"/>
                  </a:lnTo>
                  <a:lnTo>
                    <a:pt x="758736" y="644242"/>
                  </a:lnTo>
                  <a:lnTo>
                    <a:pt x="753906" y="644763"/>
                  </a:lnTo>
                  <a:lnTo>
                    <a:pt x="745022" y="624516"/>
                  </a:lnTo>
                  <a:lnTo>
                    <a:pt x="681610" y="628418"/>
                  </a:lnTo>
                  <a:lnTo>
                    <a:pt x="659024" y="631557"/>
                  </a:lnTo>
                  <a:lnTo>
                    <a:pt x="672738" y="661236"/>
                  </a:lnTo>
                  <a:lnTo>
                    <a:pt x="669726" y="686453"/>
                  </a:lnTo>
                  <a:lnTo>
                    <a:pt x="629155" y="702938"/>
                  </a:lnTo>
                  <a:lnTo>
                    <a:pt x="632549" y="770772"/>
                  </a:lnTo>
                  <a:lnTo>
                    <a:pt x="506603" y="798341"/>
                  </a:lnTo>
                  <a:lnTo>
                    <a:pt x="488326" y="765802"/>
                  </a:lnTo>
                  <a:lnTo>
                    <a:pt x="444870" y="783584"/>
                  </a:lnTo>
                  <a:lnTo>
                    <a:pt x="442646" y="787626"/>
                  </a:lnTo>
                  <a:lnTo>
                    <a:pt x="446179" y="815207"/>
                  </a:lnTo>
                  <a:lnTo>
                    <a:pt x="422157" y="828273"/>
                  </a:lnTo>
                  <a:lnTo>
                    <a:pt x="415903" y="844351"/>
                  </a:lnTo>
                  <a:lnTo>
                    <a:pt x="397766" y="878974"/>
                  </a:lnTo>
                  <a:lnTo>
                    <a:pt x="394766" y="884999"/>
                  </a:lnTo>
                  <a:lnTo>
                    <a:pt x="378573" y="914537"/>
                  </a:lnTo>
                  <a:lnTo>
                    <a:pt x="359140" y="923422"/>
                  </a:lnTo>
                  <a:lnTo>
                    <a:pt x="316332" y="939767"/>
                  </a:lnTo>
                  <a:lnTo>
                    <a:pt x="294915" y="978584"/>
                  </a:lnTo>
                  <a:lnTo>
                    <a:pt x="237122" y="964603"/>
                  </a:lnTo>
                  <a:lnTo>
                    <a:pt x="229165" y="944737"/>
                  </a:lnTo>
                  <a:lnTo>
                    <a:pt x="215451" y="950482"/>
                  </a:lnTo>
                  <a:lnTo>
                    <a:pt x="205155" y="965391"/>
                  </a:lnTo>
                  <a:lnTo>
                    <a:pt x="155293" y="1015698"/>
                  </a:lnTo>
                  <a:lnTo>
                    <a:pt x="89645" y="1053867"/>
                  </a:lnTo>
                  <a:lnTo>
                    <a:pt x="66424" y="983414"/>
                  </a:lnTo>
                  <a:lnTo>
                    <a:pt x="44626" y="1008377"/>
                  </a:lnTo>
                  <a:lnTo>
                    <a:pt x="38105" y="1008504"/>
                  </a:lnTo>
                  <a:lnTo>
                    <a:pt x="11223" y="1005237"/>
                  </a:lnTo>
                  <a:lnTo>
                    <a:pt x="0" y="986299"/>
                  </a:lnTo>
                  <a:lnTo>
                    <a:pt x="48934" y="962124"/>
                  </a:lnTo>
                  <a:lnTo>
                    <a:pt x="58467" y="949694"/>
                  </a:lnTo>
                  <a:lnTo>
                    <a:pt x="69042" y="950227"/>
                  </a:lnTo>
                  <a:lnTo>
                    <a:pt x="71393" y="929573"/>
                  </a:lnTo>
                  <a:lnTo>
                    <a:pt x="84955" y="905259"/>
                  </a:lnTo>
                  <a:lnTo>
                    <a:pt x="102432" y="890998"/>
                  </a:lnTo>
                  <a:lnTo>
                    <a:pt x="183612" y="818982"/>
                  </a:lnTo>
                  <a:lnTo>
                    <a:pt x="211282" y="803564"/>
                  </a:lnTo>
                  <a:lnTo>
                    <a:pt x="230983" y="773632"/>
                  </a:lnTo>
                  <a:lnTo>
                    <a:pt x="220293" y="751542"/>
                  </a:lnTo>
                  <a:lnTo>
                    <a:pt x="230856" y="701883"/>
                  </a:lnTo>
                  <a:lnTo>
                    <a:pt x="207748" y="650114"/>
                  </a:lnTo>
                  <a:lnTo>
                    <a:pt x="221603" y="635879"/>
                  </a:lnTo>
                  <a:lnTo>
                    <a:pt x="250950" y="629079"/>
                  </a:lnTo>
                  <a:lnTo>
                    <a:pt x="272227" y="632104"/>
                  </a:lnTo>
                  <a:lnTo>
                    <a:pt x="283959" y="621376"/>
                  </a:lnTo>
                  <a:lnTo>
                    <a:pt x="318302" y="619025"/>
                  </a:lnTo>
                  <a:lnTo>
                    <a:pt x="342311" y="600328"/>
                  </a:lnTo>
                  <a:lnTo>
                    <a:pt x="361224" y="566481"/>
                  </a:lnTo>
                  <a:lnTo>
                    <a:pt x="347116" y="544505"/>
                  </a:lnTo>
                  <a:lnTo>
                    <a:pt x="356649" y="530397"/>
                  </a:lnTo>
                  <a:lnTo>
                    <a:pt x="398554" y="525300"/>
                  </a:lnTo>
                  <a:lnTo>
                    <a:pt x="422703" y="522033"/>
                  </a:lnTo>
                  <a:lnTo>
                    <a:pt x="444234" y="507518"/>
                  </a:lnTo>
                  <a:lnTo>
                    <a:pt x="455191" y="478768"/>
                  </a:lnTo>
                  <a:lnTo>
                    <a:pt x="413285" y="462181"/>
                  </a:lnTo>
                  <a:lnTo>
                    <a:pt x="423873" y="427419"/>
                  </a:lnTo>
                  <a:lnTo>
                    <a:pt x="402723" y="423873"/>
                  </a:lnTo>
                  <a:lnTo>
                    <a:pt x="398287" y="407146"/>
                  </a:lnTo>
                  <a:lnTo>
                    <a:pt x="354055" y="392250"/>
                  </a:lnTo>
                  <a:lnTo>
                    <a:pt x="330046" y="420339"/>
                  </a:lnTo>
                  <a:lnTo>
                    <a:pt x="273791" y="428461"/>
                  </a:lnTo>
                  <a:lnTo>
                    <a:pt x="195369" y="434994"/>
                  </a:lnTo>
                  <a:lnTo>
                    <a:pt x="167686" y="443345"/>
                  </a:lnTo>
                  <a:lnTo>
                    <a:pt x="138986" y="431855"/>
                  </a:lnTo>
                  <a:lnTo>
                    <a:pt x="84320" y="447793"/>
                  </a:lnTo>
                  <a:lnTo>
                    <a:pt x="93827" y="390292"/>
                  </a:lnTo>
                  <a:lnTo>
                    <a:pt x="116934" y="367160"/>
                  </a:lnTo>
                  <a:lnTo>
                    <a:pt x="137690" y="362317"/>
                  </a:lnTo>
                  <a:lnTo>
                    <a:pt x="142240" y="322191"/>
                  </a:lnTo>
                  <a:lnTo>
                    <a:pt x="154632" y="315137"/>
                  </a:lnTo>
                  <a:lnTo>
                    <a:pt x="153463" y="291470"/>
                  </a:lnTo>
                  <a:lnTo>
                    <a:pt x="205664" y="292398"/>
                  </a:lnTo>
                  <a:lnTo>
                    <a:pt x="209718" y="211218"/>
                  </a:lnTo>
                  <a:lnTo>
                    <a:pt x="257356" y="204037"/>
                  </a:lnTo>
                  <a:lnTo>
                    <a:pt x="270791" y="170571"/>
                  </a:lnTo>
                  <a:lnTo>
                    <a:pt x="322331" y="163123"/>
                  </a:lnTo>
                  <a:lnTo>
                    <a:pt x="332906" y="124827"/>
                  </a:lnTo>
                  <a:lnTo>
                    <a:pt x="331991" y="110833"/>
                  </a:lnTo>
                  <a:lnTo>
                    <a:pt x="313065" y="111507"/>
                  </a:lnTo>
                  <a:lnTo>
                    <a:pt x="299885" y="78562"/>
                  </a:lnTo>
                  <a:lnTo>
                    <a:pt x="304079" y="57259"/>
                  </a:lnTo>
                  <a:lnTo>
                    <a:pt x="296758" y="29030"/>
                  </a:lnTo>
                  <a:lnTo>
                    <a:pt x="341917" y="4576"/>
                  </a:lnTo>
                  <a:lnTo>
                    <a:pt x="374926" y="0"/>
                  </a:lnTo>
                  <a:lnTo>
                    <a:pt x="406510" y="20794"/>
                  </a:lnTo>
                  <a:lnTo>
                    <a:pt x="413552" y="19739"/>
                  </a:lnTo>
                  <a:lnTo>
                    <a:pt x="463541" y="28890"/>
                  </a:lnTo>
                  <a:lnTo>
                    <a:pt x="482467" y="49011"/>
                  </a:lnTo>
                  <a:lnTo>
                    <a:pt x="504265" y="32424"/>
                  </a:lnTo>
                  <a:lnTo>
                    <a:pt x="524881" y="24188"/>
                  </a:lnTo>
                  <a:lnTo>
                    <a:pt x="557635" y="28890"/>
                  </a:lnTo>
                  <a:lnTo>
                    <a:pt x="589080" y="1970"/>
                  </a:lnTo>
                  <a:lnTo>
                    <a:pt x="614653" y="7575"/>
                  </a:lnTo>
                  <a:lnTo>
                    <a:pt x="641281" y="24709"/>
                  </a:lnTo>
                  <a:lnTo>
                    <a:pt x="653292" y="42350"/>
                  </a:lnTo>
                  <a:lnTo>
                    <a:pt x="694409" y="38957"/>
                  </a:lnTo>
                  <a:lnTo>
                    <a:pt x="735108" y="29411"/>
                  </a:lnTo>
                  <a:lnTo>
                    <a:pt x="740458" y="46011"/>
                  </a:lnTo>
                  <a:lnTo>
                    <a:pt x="723897" y="57768"/>
                  </a:lnTo>
                  <a:lnTo>
                    <a:pt x="691397" y="121433"/>
                  </a:lnTo>
                  <a:lnTo>
                    <a:pt x="691397" y="145354"/>
                  </a:lnTo>
                  <a:lnTo>
                    <a:pt x="674416" y="184692"/>
                  </a:lnTo>
                  <a:lnTo>
                    <a:pt x="719461" y="196589"/>
                  </a:lnTo>
                  <a:lnTo>
                    <a:pt x="739810" y="203249"/>
                  </a:lnTo>
                  <a:lnTo>
                    <a:pt x="777649" y="190310"/>
                  </a:lnTo>
                  <a:lnTo>
                    <a:pt x="807136" y="197364"/>
                  </a:lnTo>
                  <a:lnTo>
                    <a:pt x="826074" y="244684"/>
                  </a:lnTo>
                  <a:lnTo>
                    <a:pt x="872657" y="227551"/>
                  </a:lnTo>
                  <a:lnTo>
                    <a:pt x="898624" y="204558"/>
                  </a:lnTo>
                  <a:lnTo>
                    <a:pt x="922901" y="212133"/>
                  </a:lnTo>
                  <a:lnTo>
                    <a:pt x="941165" y="196195"/>
                  </a:lnTo>
                  <a:lnTo>
                    <a:pt x="992845" y="190971"/>
                  </a:lnTo>
                  <a:lnTo>
                    <a:pt x="989579" y="217878"/>
                  </a:lnTo>
                  <a:lnTo>
                    <a:pt x="1056790" y="252526"/>
                  </a:lnTo>
                  <a:lnTo>
                    <a:pt x="1052100" y="268986"/>
                  </a:lnTo>
                  <a:lnTo>
                    <a:pt x="1064111" y="269774"/>
                  </a:lnTo>
                  <a:lnTo>
                    <a:pt x="1089938" y="271477"/>
                  </a:lnTo>
                  <a:lnTo>
                    <a:pt x="1093332" y="285738"/>
                  </a:lnTo>
                  <a:lnTo>
                    <a:pt x="1165501" y="329766"/>
                  </a:lnTo>
                  <a:lnTo>
                    <a:pt x="1166161" y="345057"/>
                  </a:lnTo>
                  <a:lnTo>
                    <a:pt x="1162247" y="371596"/>
                  </a:lnTo>
                  <a:lnTo>
                    <a:pt x="1214053" y="370693"/>
                  </a:lnTo>
                  <a:lnTo>
                    <a:pt x="1211562" y="378904"/>
                  </a:lnTo>
                  <a:lnTo>
                    <a:pt x="1246935" y="393025"/>
                  </a:lnTo>
                  <a:lnTo>
                    <a:pt x="1256849" y="399685"/>
                  </a:lnTo>
                  <a:lnTo>
                    <a:pt x="1315710" y="404134"/>
                  </a:lnTo>
                  <a:lnTo>
                    <a:pt x="1329284" y="401134"/>
                  </a:lnTo>
                  <a:lnTo>
                    <a:pt x="1378867" y="396825"/>
                  </a:lnTo>
                  <a:lnTo>
                    <a:pt x="1420899" y="432503"/>
                  </a:lnTo>
                  <a:lnTo>
                    <a:pt x="1415421" y="462181"/>
                  </a:lnTo>
                  <a:lnTo>
                    <a:pt x="1446460" y="476683"/>
                  </a:lnTo>
                  <a:lnTo>
                    <a:pt x="1382794" y="537070"/>
                  </a:lnTo>
                  <a:lnTo>
                    <a:pt x="1402101" y="545052"/>
                  </a:lnTo>
                  <a:lnTo>
                    <a:pt x="1444642" y="527397"/>
                  </a:lnTo>
                  <a:lnTo>
                    <a:pt x="1451810" y="547899"/>
                  </a:lnTo>
                  <a:lnTo>
                    <a:pt x="1322357" y="605552"/>
                  </a:lnTo>
                  <a:lnTo>
                    <a:pt x="1288815" y="591177"/>
                  </a:lnTo>
                  <a:lnTo>
                    <a:pt x="1224107" y="586080"/>
                  </a:lnTo>
                  <a:lnTo>
                    <a:pt x="1220447" y="586728"/>
                  </a:lnTo>
                  <a:lnTo>
                    <a:pt x="1181693" y="591698"/>
                  </a:lnTo>
                  <a:lnTo>
                    <a:pt x="1119833" y="572874"/>
                  </a:lnTo>
                  <a:lnTo>
                    <a:pt x="1115905" y="565820"/>
                  </a:lnTo>
                  <a:lnTo>
                    <a:pt x="1108330" y="563481"/>
                  </a:lnTo>
                  <a:lnTo>
                    <a:pt x="1100640" y="561638"/>
                  </a:lnTo>
                  <a:lnTo>
                    <a:pt x="1035780" y="594316"/>
                  </a:lnTo>
                  <a:close/>
                </a:path>
              </a:pathLst>
            </a:custGeom>
            <a:noFill/>
            <a:ln w="3810" cap="flat">
              <a:solidFill>
                <a:srgbClr val="E6E4E2"/>
              </a:solidFill>
              <a:prstDash val="solid"/>
              <a:miter/>
            </a:ln>
          </p:spPr>
          <p:txBody>
            <a:bodyPr rtlCol="0" anchor="ctr"/>
            <a:lstStyle/>
            <a:p>
              <a:endParaRPr lang="de-CH"/>
            </a:p>
          </p:txBody>
        </p:sp>
        <p:sp>
          <p:nvSpPr>
            <p:cNvPr id="134" name="Freihandform: Form 133">
              <a:extLst>
                <a:ext uri="{FF2B5EF4-FFF2-40B4-BE49-F238E27FC236}">
                  <a16:creationId xmlns:a16="http://schemas.microsoft.com/office/drawing/2014/main" id="{534982EA-06C9-14D4-AA5D-C15F7B02FC06}"/>
                </a:ext>
              </a:extLst>
            </p:cNvPr>
            <p:cNvSpPr/>
            <p:nvPr/>
          </p:nvSpPr>
          <p:spPr>
            <a:xfrm>
              <a:off x="6984350" y="1778936"/>
              <a:ext cx="113807" cy="155026"/>
            </a:xfrm>
            <a:custGeom>
              <a:avLst/>
              <a:gdLst>
                <a:gd name="connsiteX0" fmla="*/ 8490 w 113807"/>
                <a:gd name="connsiteY0" fmla="*/ 3012 h 155026"/>
                <a:gd name="connsiteX1" fmla="*/ 23628 w 113807"/>
                <a:gd name="connsiteY1" fmla="*/ 0 h 155026"/>
                <a:gd name="connsiteX2" fmla="*/ 44499 w 113807"/>
                <a:gd name="connsiteY2" fmla="*/ 26679 h 155026"/>
                <a:gd name="connsiteX3" fmla="*/ 57425 w 113807"/>
                <a:gd name="connsiteY3" fmla="*/ 33212 h 155026"/>
                <a:gd name="connsiteX4" fmla="*/ 73999 w 113807"/>
                <a:gd name="connsiteY4" fmla="*/ 60399 h 155026"/>
                <a:gd name="connsiteX5" fmla="*/ 76999 w 113807"/>
                <a:gd name="connsiteY5" fmla="*/ 69283 h 155026"/>
                <a:gd name="connsiteX6" fmla="*/ 75829 w 113807"/>
                <a:gd name="connsiteY6" fmla="*/ 87586 h 155026"/>
                <a:gd name="connsiteX7" fmla="*/ 79871 w 113807"/>
                <a:gd name="connsiteY7" fmla="*/ 96598 h 155026"/>
                <a:gd name="connsiteX8" fmla="*/ 92912 w 113807"/>
                <a:gd name="connsiteY8" fmla="*/ 107706 h 155026"/>
                <a:gd name="connsiteX9" fmla="*/ 113807 w 113807"/>
                <a:gd name="connsiteY9" fmla="*/ 119082 h 155026"/>
                <a:gd name="connsiteX10" fmla="*/ 113668 w 113807"/>
                <a:gd name="connsiteY10" fmla="*/ 131881 h 155026"/>
                <a:gd name="connsiteX11" fmla="*/ 110007 w 113807"/>
                <a:gd name="connsiteY11" fmla="*/ 140257 h 155026"/>
                <a:gd name="connsiteX12" fmla="*/ 98275 w 113807"/>
                <a:gd name="connsiteY12" fmla="*/ 140499 h 155026"/>
                <a:gd name="connsiteX13" fmla="*/ 94094 w 113807"/>
                <a:gd name="connsiteY13" fmla="*/ 147311 h 155026"/>
                <a:gd name="connsiteX14" fmla="*/ 94742 w 113807"/>
                <a:gd name="connsiteY14" fmla="*/ 155026 h 155026"/>
                <a:gd name="connsiteX15" fmla="*/ 81434 w 113807"/>
                <a:gd name="connsiteY15" fmla="*/ 154365 h 155026"/>
                <a:gd name="connsiteX16" fmla="*/ 77647 w 113807"/>
                <a:gd name="connsiteY16" fmla="*/ 145608 h 155026"/>
                <a:gd name="connsiteX17" fmla="*/ 78180 w 113807"/>
                <a:gd name="connsiteY17" fmla="*/ 136063 h 155026"/>
                <a:gd name="connsiteX18" fmla="*/ 72817 w 113807"/>
                <a:gd name="connsiteY18" fmla="*/ 127051 h 155026"/>
                <a:gd name="connsiteX19" fmla="*/ 63424 w 113807"/>
                <a:gd name="connsiteY19" fmla="*/ 105876 h 155026"/>
                <a:gd name="connsiteX20" fmla="*/ 46850 w 113807"/>
                <a:gd name="connsiteY20" fmla="*/ 81689 h 155026"/>
                <a:gd name="connsiteX21" fmla="*/ 36809 w 113807"/>
                <a:gd name="connsiteY21" fmla="*/ 79858 h 155026"/>
                <a:gd name="connsiteX22" fmla="*/ 29755 w 113807"/>
                <a:gd name="connsiteY22" fmla="*/ 73465 h 155026"/>
                <a:gd name="connsiteX23" fmla="*/ 24404 w 113807"/>
                <a:gd name="connsiteY23" fmla="*/ 60399 h 155026"/>
                <a:gd name="connsiteX24" fmla="*/ 17235 w 113807"/>
                <a:gd name="connsiteY24" fmla="*/ 56993 h 155026"/>
                <a:gd name="connsiteX25" fmla="*/ 9139 w 113807"/>
                <a:gd name="connsiteY25" fmla="*/ 46672 h 155026"/>
                <a:gd name="connsiteX26" fmla="*/ 1169 w 113807"/>
                <a:gd name="connsiteY26" fmla="*/ 33212 h 155026"/>
                <a:gd name="connsiteX27" fmla="*/ 0 w 113807"/>
                <a:gd name="connsiteY27" fmla="*/ 18176 h 155026"/>
                <a:gd name="connsiteX28" fmla="*/ 1970 w 113807"/>
                <a:gd name="connsiteY28" fmla="*/ 7715 h 155026"/>
                <a:gd name="connsiteX29" fmla="*/ 8490 w 113807"/>
                <a:gd name="connsiteY29" fmla="*/ 3012 h 1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3807" h="155026">
                  <a:moveTo>
                    <a:pt x="8490" y="3012"/>
                  </a:moveTo>
                  <a:lnTo>
                    <a:pt x="23628" y="0"/>
                  </a:lnTo>
                  <a:lnTo>
                    <a:pt x="44499" y="26679"/>
                  </a:lnTo>
                  <a:lnTo>
                    <a:pt x="57425" y="33212"/>
                  </a:lnTo>
                  <a:lnTo>
                    <a:pt x="73999" y="60399"/>
                  </a:lnTo>
                  <a:lnTo>
                    <a:pt x="76999" y="69283"/>
                  </a:lnTo>
                  <a:lnTo>
                    <a:pt x="75829" y="87586"/>
                  </a:lnTo>
                  <a:lnTo>
                    <a:pt x="79871" y="96598"/>
                  </a:lnTo>
                  <a:lnTo>
                    <a:pt x="92912" y="107706"/>
                  </a:lnTo>
                  <a:lnTo>
                    <a:pt x="113807" y="119082"/>
                  </a:lnTo>
                  <a:lnTo>
                    <a:pt x="113668" y="131881"/>
                  </a:lnTo>
                  <a:lnTo>
                    <a:pt x="110007" y="140257"/>
                  </a:lnTo>
                  <a:lnTo>
                    <a:pt x="98275" y="140499"/>
                  </a:lnTo>
                  <a:lnTo>
                    <a:pt x="94094" y="147311"/>
                  </a:lnTo>
                  <a:lnTo>
                    <a:pt x="94742" y="155026"/>
                  </a:lnTo>
                  <a:lnTo>
                    <a:pt x="81434" y="154365"/>
                  </a:lnTo>
                  <a:lnTo>
                    <a:pt x="77647" y="145608"/>
                  </a:lnTo>
                  <a:lnTo>
                    <a:pt x="78180" y="136063"/>
                  </a:lnTo>
                  <a:lnTo>
                    <a:pt x="72817" y="127051"/>
                  </a:lnTo>
                  <a:lnTo>
                    <a:pt x="63424" y="105876"/>
                  </a:lnTo>
                  <a:lnTo>
                    <a:pt x="46850" y="81689"/>
                  </a:lnTo>
                  <a:lnTo>
                    <a:pt x="36809" y="79858"/>
                  </a:lnTo>
                  <a:lnTo>
                    <a:pt x="29755" y="73465"/>
                  </a:lnTo>
                  <a:lnTo>
                    <a:pt x="24404" y="60399"/>
                  </a:lnTo>
                  <a:lnTo>
                    <a:pt x="17235" y="56993"/>
                  </a:lnTo>
                  <a:lnTo>
                    <a:pt x="9139" y="46672"/>
                  </a:lnTo>
                  <a:lnTo>
                    <a:pt x="1169" y="33212"/>
                  </a:lnTo>
                  <a:lnTo>
                    <a:pt x="0" y="18176"/>
                  </a:lnTo>
                  <a:lnTo>
                    <a:pt x="1970" y="7715"/>
                  </a:lnTo>
                  <a:lnTo>
                    <a:pt x="8490" y="3012"/>
                  </a:lnTo>
                  <a:close/>
                </a:path>
              </a:pathLst>
            </a:custGeom>
            <a:solidFill>
              <a:srgbClr val="BAE0DF"/>
            </a:solidFill>
            <a:ln w="12700" cap="flat">
              <a:noFill/>
              <a:prstDash val="solid"/>
              <a:miter/>
            </a:ln>
          </p:spPr>
          <p:txBody>
            <a:bodyPr rtlCol="0" anchor="ctr"/>
            <a:lstStyle/>
            <a:p>
              <a:endParaRPr lang="de-CH"/>
            </a:p>
          </p:txBody>
        </p:sp>
        <p:sp>
          <p:nvSpPr>
            <p:cNvPr id="135" name="Freihandform: Form 134">
              <a:extLst>
                <a:ext uri="{FF2B5EF4-FFF2-40B4-BE49-F238E27FC236}">
                  <a16:creationId xmlns:a16="http://schemas.microsoft.com/office/drawing/2014/main" id="{23471FDA-C334-787E-9954-ABE7524A0F4A}"/>
                </a:ext>
              </a:extLst>
            </p:cNvPr>
            <p:cNvSpPr/>
            <p:nvPr/>
          </p:nvSpPr>
          <p:spPr>
            <a:xfrm>
              <a:off x="6749440" y="1803912"/>
              <a:ext cx="837551" cy="510276"/>
            </a:xfrm>
            <a:custGeom>
              <a:avLst/>
              <a:gdLst>
                <a:gd name="connsiteX0" fmla="*/ 14350 w 837551"/>
                <a:gd name="connsiteY0" fmla="*/ 91755 h 510276"/>
                <a:gd name="connsiteX1" fmla="*/ 0 w 837551"/>
                <a:gd name="connsiteY1" fmla="*/ 52671 h 510276"/>
                <a:gd name="connsiteX2" fmla="*/ 0 w 837551"/>
                <a:gd name="connsiteY2" fmla="*/ 42478 h 510276"/>
                <a:gd name="connsiteX3" fmla="*/ 1436 w 837551"/>
                <a:gd name="connsiteY3" fmla="*/ 14375 h 510276"/>
                <a:gd name="connsiteX4" fmla="*/ 2885 w 837551"/>
                <a:gd name="connsiteY4" fmla="*/ 5745 h 510276"/>
                <a:gd name="connsiteX5" fmla="*/ 6266 w 837551"/>
                <a:gd name="connsiteY5" fmla="*/ 4182 h 510276"/>
                <a:gd name="connsiteX6" fmla="*/ 10575 w 837551"/>
                <a:gd name="connsiteY6" fmla="*/ 2224 h 510276"/>
                <a:gd name="connsiteX7" fmla="*/ 15265 w 837551"/>
                <a:gd name="connsiteY7" fmla="*/ 0 h 510276"/>
                <a:gd name="connsiteX8" fmla="*/ 18278 w 837551"/>
                <a:gd name="connsiteY8" fmla="*/ 6800 h 510276"/>
                <a:gd name="connsiteX9" fmla="*/ 21912 w 837551"/>
                <a:gd name="connsiteY9" fmla="*/ 15545 h 510276"/>
                <a:gd name="connsiteX10" fmla="*/ 29361 w 837551"/>
                <a:gd name="connsiteY10" fmla="*/ 38944 h 510276"/>
                <a:gd name="connsiteX11" fmla="*/ 41499 w 837551"/>
                <a:gd name="connsiteY11" fmla="*/ 41829 h 510276"/>
                <a:gd name="connsiteX12" fmla="*/ 54285 w 837551"/>
                <a:gd name="connsiteY12" fmla="*/ 60780 h 510276"/>
                <a:gd name="connsiteX13" fmla="*/ 60946 w 837551"/>
                <a:gd name="connsiteY13" fmla="*/ 70326 h 510276"/>
                <a:gd name="connsiteX14" fmla="*/ 62776 w 837551"/>
                <a:gd name="connsiteY14" fmla="*/ 85082 h 510276"/>
                <a:gd name="connsiteX15" fmla="*/ 70211 w 837551"/>
                <a:gd name="connsiteY15" fmla="*/ 101415 h 510276"/>
                <a:gd name="connsiteX16" fmla="*/ 82858 w 837551"/>
                <a:gd name="connsiteY16" fmla="*/ 130826 h 510276"/>
                <a:gd name="connsiteX17" fmla="*/ 84040 w 837551"/>
                <a:gd name="connsiteY17" fmla="*/ 144172 h 510276"/>
                <a:gd name="connsiteX18" fmla="*/ 91221 w 837551"/>
                <a:gd name="connsiteY18" fmla="*/ 161153 h 510276"/>
                <a:gd name="connsiteX19" fmla="*/ 103614 w 837551"/>
                <a:gd name="connsiteY19" fmla="*/ 175401 h 510276"/>
                <a:gd name="connsiteX20" fmla="*/ 128157 w 837551"/>
                <a:gd name="connsiteY20" fmla="*/ 214103 h 510276"/>
                <a:gd name="connsiteX21" fmla="*/ 150590 w 837551"/>
                <a:gd name="connsiteY21" fmla="*/ 247557 h 510276"/>
                <a:gd name="connsiteX22" fmla="*/ 161699 w 837551"/>
                <a:gd name="connsiteY22" fmla="*/ 261792 h 510276"/>
                <a:gd name="connsiteX23" fmla="*/ 190793 w 837551"/>
                <a:gd name="connsiteY23" fmla="*/ 282586 h 510276"/>
                <a:gd name="connsiteX24" fmla="*/ 267919 w 837551"/>
                <a:gd name="connsiteY24" fmla="*/ 310548 h 510276"/>
                <a:gd name="connsiteX25" fmla="*/ 291026 w 837551"/>
                <a:gd name="connsiteY25" fmla="*/ 320882 h 510276"/>
                <a:gd name="connsiteX26" fmla="*/ 303939 w 837551"/>
                <a:gd name="connsiteY26" fmla="*/ 325191 h 510276"/>
                <a:gd name="connsiteX27" fmla="*/ 314641 w 837551"/>
                <a:gd name="connsiteY27" fmla="*/ 337863 h 510276"/>
                <a:gd name="connsiteX28" fmla="*/ 354056 w 837551"/>
                <a:gd name="connsiteY28" fmla="*/ 355504 h 510276"/>
                <a:gd name="connsiteX29" fmla="*/ 364618 w 837551"/>
                <a:gd name="connsiteY29" fmla="*/ 372244 h 510276"/>
                <a:gd name="connsiteX30" fmla="*/ 409116 w 837551"/>
                <a:gd name="connsiteY30" fmla="*/ 390013 h 510276"/>
                <a:gd name="connsiteX31" fmla="*/ 457669 w 837551"/>
                <a:gd name="connsiteY31" fmla="*/ 389237 h 510276"/>
                <a:gd name="connsiteX32" fmla="*/ 487551 w 837551"/>
                <a:gd name="connsiteY32" fmla="*/ 385310 h 510276"/>
                <a:gd name="connsiteX33" fmla="*/ 514306 w 837551"/>
                <a:gd name="connsiteY33" fmla="*/ 384916 h 510276"/>
                <a:gd name="connsiteX34" fmla="*/ 525656 w 837551"/>
                <a:gd name="connsiteY34" fmla="*/ 375383 h 510276"/>
                <a:gd name="connsiteX35" fmla="*/ 532049 w 837551"/>
                <a:gd name="connsiteY35" fmla="*/ 374087 h 510276"/>
                <a:gd name="connsiteX36" fmla="*/ 539879 w 837551"/>
                <a:gd name="connsiteY36" fmla="*/ 372498 h 510276"/>
                <a:gd name="connsiteX37" fmla="*/ 549399 w 837551"/>
                <a:gd name="connsiteY37" fmla="*/ 375637 h 510276"/>
                <a:gd name="connsiteX38" fmla="*/ 571069 w 837551"/>
                <a:gd name="connsiteY38" fmla="*/ 378523 h 510276"/>
                <a:gd name="connsiteX39" fmla="*/ 576421 w 837551"/>
                <a:gd name="connsiteY39" fmla="*/ 398516 h 510276"/>
                <a:gd name="connsiteX40" fmla="*/ 564422 w 837551"/>
                <a:gd name="connsiteY40" fmla="*/ 406091 h 510276"/>
                <a:gd name="connsiteX41" fmla="*/ 573942 w 837551"/>
                <a:gd name="connsiteY41" fmla="*/ 419424 h 510276"/>
                <a:gd name="connsiteX42" fmla="*/ 593516 w 837551"/>
                <a:gd name="connsiteY42" fmla="*/ 421381 h 510276"/>
                <a:gd name="connsiteX43" fmla="*/ 607344 w 837551"/>
                <a:gd name="connsiteY43" fmla="*/ 435630 h 510276"/>
                <a:gd name="connsiteX44" fmla="*/ 629536 w 837551"/>
                <a:gd name="connsiteY44" fmla="*/ 439570 h 510276"/>
                <a:gd name="connsiteX45" fmla="*/ 639578 w 837551"/>
                <a:gd name="connsiteY45" fmla="*/ 436163 h 510276"/>
                <a:gd name="connsiteX46" fmla="*/ 638027 w 837551"/>
                <a:gd name="connsiteY46" fmla="*/ 428054 h 510276"/>
                <a:gd name="connsiteX47" fmla="*/ 641408 w 837551"/>
                <a:gd name="connsiteY47" fmla="*/ 420860 h 510276"/>
                <a:gd name="connsiteX48" fmla="*/ 659939 w 837551"/>
                <a:gd name="connsiteY48" fmla="*/ 419170 h 510276"/>
                <a:gd name="connsiteX49" fmla="*/ 673247 w 837551"/>
                <a:gd name="connsiteY49" fmla="*/ 429490 h 510276"/>
                <a:gd name="connsiteX50" fmla="*/ 692693 w 837551"/>
                <a:gd name="connsiteY50" fmla="*/ 431588 h 510276"/>
                <a:gd name="connsiteX51" fmla="*/ 698311 w 837551"/>
                <a:gd name="connsiteY51" fmla="*/ 438121 h 510276"/>
                <a:gd name="connsiteX52" fmla="*/ 709268 w 837551"/>
                <a:gd name="connsiteY52" fmla="*/ 438121 h 510276"/>
                <a:gd name="connsiteX53" fmla="*/ 733684 w 837551"/>
                <a:gd name="connsiteY53" fmla="*/ 429490 h 510276"/>
                <a:gd name="connsiteX54" fmla="*/ 759511 w 837551"/>
                <a:gd name="connsiteY54" fmla="*/ 418115 h 510276"/>
                <a:gd name="connsiteX55" fmla="*/ 776606 w 837551"/>
                <a:gd name="connsiteY55" fmla="*/ 415649 h 510276"/>
                <a:gd name="connsiteX56" fmla="*/ 780661 w 837551"/>
                <a:gd name="connsiteY56" fmla="*/ 407400 h 510276"/>
                <a:gd name="connsiteX57" fmla="*/ 837552 w 837551"/>
                <a:gd name="connsiteY57" fmla="*/ 409370 h 510276"/>
                <a:gd name="connsiteX58" fmla="*/ 836764 w 837551"/>
                <a:gd name="connsiteY58" fmla="*/ 415649 h 510276"/>
                <a:gd name="connsiteX59" fmla="*/ 827371 w 837551"/>
                <a:gd name="connsiteY59" fmla="*/ 428321 h 510276"/>
                <a:gd name="connsiteX60" fmla="*/ 826862 w 837551"/>
                <a:gd name="connsiteY60" fmla="*/ 435248 h 510276"/>
                <a:gd name="connsiteX61" fmla="*/ 806755 w 837551"/>
                <a:gd name="connsiteY61" fmla="*/ 446484 h 510276"/>
                <a:gd name="connsiteX62" fmla="*/ 784842 w 837551"/>
                <a:gd name="connsiteY62" fmla="*/ 456538 h 510276"/>
                <a:gd name="connsiteX63" fmla="*/ 763299 w 837551"/>
                <a:gd name="connsiteY63" fmla="*/ 460592 h 510276"/>
                <a:gd name="connsiteX64" fmla="*/ 738501 w 837551"/>
                <a:gd name="connsiteY64" fmla="*/ 468968 h 510276"/>
                <a:gd name="connsiteX65" fmla="*/ 727024 w 837551"/>
                <a:gd name="connsiteY65" fmla="*/ 459804 h 510276"/>
                <a:gd name="connsiteX66" fmla="*/ 718152 w 837551"/>
                <a:gd name="connsiteY66" fmla="*/ 457453 h 510276"/>
                <a:gd name="connsiteX67" fmla="*/ 702226 w 837551"/>
                <a:gd name="connsiteY67" fmla="*/ 465956 h 510276"/>
                <a:gd name="connsiteX68" fmla="*/ 689961 w 837551"/>
                <a:gd name="connsiteY68" fmla="*/ 464113 h 510276"/>
                <a:gd name="connsiteX69" fmla="*/ 666078 w 837551"/>
                <a:gd name="connsiteY69" fmla="*/ 470799 h 510276"/>
                <a:gd name="connsiteX70" fmla="*/ 649364 w 837551"/>
                <a:gd name="connsiteY70" fmla="*/ 476137 h 510276"/>
                <a:gd name="connsiteX71" fmla="*/ 646492 w 837551"/>
                <a:gd name="connsiteY71" fmla="*/ 497579 h 510276"/>
                <a:gd name="connsiteX72" fmla="*/ 638408 w 837551"/>
                <a:gd name="connsiteY72" fmla="*/ 507137 h 510276"/>
                <a:gd name="connsiteX73" fmla="*/ 624313 w 837551"/>
                <a:gd name="connsiteY73" fmla="*/ 510277 h 510276"/>
                <a:gd name="connsiteX74" fmla="*/ 606950 w 837551"/>
                <a:gd name="connsiteY74" fmla="*/ 500197 h 510276"/>
                <a:gd name="connsiteX75" fmla="*/ 577336 w 837551"/>
                <a:gd name="connsiteY75" fmla="*/ 499549 h 510276"/>
                <a:gd name="connsiteX76" fmla="*/ 573027 w 837551"/>
                <a:gd name="connsiteY76" fmla="*/ 486089 h 510276"/>
                <a:gd name="connsiteX77" fmla="*/ 551496 w 837551"/>
                <a:gd name="connsiteY77" fmla="*/ 479950 h 510276"/>
                <a:gd name="connsiteX78" fmla="*/ 531655 w 837551"/>
                <a:gd name="connsiteY78" fmla="*/ 475107 h 510276"/>
                <a:gd name="connsiteX79" fmla="*/ 538061 w 837551"/>
                <a:gd name="connsiteY79" fmla="*/ 460071 h 510276"/>
                <a:gd name="connsiteX80" fmla="*/ 554368 w 837551"/>
                <a:gd name="connsiteY80" fmla="*/ 446230 h 510276"/>
                <a:gd name="connsiteX81" fmla="*/ 558410 w 837551"/>
                <a:gd name="connsiteY81" fmla="*/ 432630 h 510276"/>
                <a:gd name="connsiteX82" fmla="*/ 551763 w 837551"/>
                <a:gd name="connsiteY82" fmla="*/ 429490 h 510276"/>
                <a:gd name="connsiteX83" fmla="*/ 542243 w 837551"/>
                <a:gd name="connsiteY83" fmla="*/ 441120 h 510276"/>
                <a:gd name="connsiteX84" fmla="*/ 526978 w 837551"/>
                <a:gd name="connsiteY84" fmla="*/ 447920 h 510276"/>
                <a:gd name="connsiteX85" fmla="*/ 522669 w 837551"/>
                <a:gd name="connsiteY85" fmla="*/ 469095 h 510276"/>
                <a:gd name="connsiteX86" fmla="*/ 494986 w 837551"/>
                <a:gd name="connsiteY86" fmla="*/ 465435 h 510276"/>
                <a:gd name="connsiteX87" fmla="*/ 486115 w 837551"/>
                <a:gd name="connsiteY87" fmla="*/ 473010 h 510276"/>
                <a:gd name="connsiteX88" fmla="*/ 463668 w 837551"/>
                <a:gd name="connsiteY88" fmla="*/ 469477 h 510276"/>
                <a:gd name="connsiteX89" fmla="*/ 453360 w 837551"/>
                <a:gd name="connsiteY89" fmla="*/ 463605 h 510276"/>
                <a:gd name="connsiteX90" fmla="*/ 405722 w 837551"/>
                <a:gd name="connsiteY90" fmla="*/ 472489 h 510276"/>
                <a:gd name="connsiteX91" fmla="*/ 381967 w 837551"/>
                <a:gd name="connsiteY91" fmla="*/ 485822 h 510276"/>
                <a:gd name="connsiteX92" fmla="*/ 367745 w 837551"/>
                <a:gd name="connsiteY92" fmla="*/ 481907 h 510276"/>
                <a:gd name="connsiteX93" fmla="*/ 340214 w 837551"/>
                <a:gd name="connsiteY93" fmla="*/ 439570 h 510276"/>
                <a:gd name="connsiteX94" fmla="*/ 319980 w 837551"/>
                <a:gd name="connsiteY94" fmla="*/ 427266 h 510276"/>
                <a:gd name="connsiteX95" fmla="*/ 292703 w 837551"/>
                <a:gd name="connsiteY95" fmla="*/ 406218 h 510276"/>
                <a:gd name="connsiteX96" fmla="*/ 258399 w 837551"/>
                <a:gd name="connsiteY96" fmla="*/ 375116 h 510276"/>
                <a:gd name="connsiteX97" fmla="*/ 247430 w 837551"/>
                <a:gd name="connsiteY97" fmla="*/ 356826 h 510276"/>
                <a:gd name="connsiteX98" fmla="*/ 240248 w 837551"/>
                <a:gd name="connsiteY98" fmla="*/ 346480 h 510276"/>
                <a:gd name="connsiteX99" fmla="*/ 223941 w 837551"/>
                <a:gd name="connsiteY99" fmla="*/ 337596 h 510276"/>
                <a:gd name="connsiteX100" fmla="*/ 215324 w 837551"/>
                <a:gd name="connsiteY100" fmla="*/ 337863 h 510276"/>
                <a:gd name="connsiteX101" fmla="*/ 206706 w 837551"/>
                <a:gd name="connsiteY101" fmla="*/ 344269 h 510276"/>
                <a:gd name="connsiteX102" fmla="*/ 189624 w 837551"/>
                <a:gd name="connsiteY102" fmla="*/ 337596 h 510276"/>
                <a:gd name="connsiteX103" fmla="*/ 117976 w 837551"/>
                <a:gd name="connsiteY103" fmla="*/ 302452 h 510276"/>
                <a:gd name="connsiteX104" fmla="*/ 109371 w 837551"/>
                <a:gd name="connsiteY104" fmla="*/ 282179 h 510276"/>
                <a:gd name="connsiteX105" fmla="*/ 100754 w 837551"/>
                <a:gd name="connsiteY105" fmla="*/ 271871 h 510276"/>
                <a:gd name="connsiteX106" fmla="*/ 93433 w 837551"/>
                <a:gd name="connsiteY106" fmla="*/ 247684 h 510276"/>
                <a:gd name="connsiteX107" fmla="*/ 75041 w 837551"/>
                <a:gd name="connsiteY107" fmla="*/ 212133 h 510276"/>
                <a:gd name="connsiteX108" fmla="*/ 52722 w 837551"/>
                <a:gd name="connsiteY108" fmla="*/ 184819 h 510276"/>
                <a:gd name="connsiteX109" fmla="*/ 41372 w 837551"/>
                <a:gd name="connsiteY109" fmla="*/ 143765 h 510276"/>
                <a:gd name="connsiteX110" fmla="*/ 24404 w 837551"/>
                <a:gd name="connsiteY110" fmla="*/ 102876 h 510276"/>
                <a:gd name="connsiteX111" fmla="*/ 14350 w 837551"/>
                <a:gd name="connsiteY111" fmla="*/ 91755 h 510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837551" h="510276">
                  <a:moveTo>
                    <a:pt x="14350" y="91755"/>
                  </a:moveTo>
                  <a:lnTo>
                    <a:pt x="0" y="52671"/>
                  </a:lnTo>
                  <a:lnTo>
                    <a:pt x="0" y="42478"/>
                  </a:lnTo>
                  <a:lnTo>
                    <a:pt x="1436" y="14375"/>
                  </a:lnTo>
                  <a:lnTo>
                    <a:pt x="2885" y="5745"/>
                  </a:lnTo>
                  <a:lnTo>
                    <a:pt x="6266" y="4182"/>
                  </a:lnTo>
                  <a:lnTo>
                    <a:pt x="10575" y="2224"/>
                  </a:lnTo>
                  <a:lnTo>
                    <a:pt x="15265" y="0"/>
                  </a:lnTo>
                  <a:lnTo>
                    <a:pt x="18278" y="6800"/>
                  </a:lnTo>
                  <a:lnTo>
                    <a:pt x="21912" y="15545"/>
                  </a:lnTo>
                  <a:lnTo>
                    <a:pt x="29361" y="38944"/>
                  </a:lnTo>
                  <a:lnTo>
                    <a:pt x="41499" y="41829"/>
                  </a:lnTo>
                  <a:lnTo>
                    <a:pt x="54285" y="60780"/>
                  </a:lnTo>
                  <a:lnTo>
                    <a:pt x="60946" y="70326"/>
                  </a:lnTo>
                  <a:lnTo>
                    <a:pt x="62776" y="85082"/>
                  </a:lnTo>
                  <a:lnTo>
                    <a:pt x="70211" y="101415"/>
                  </a:lnTo>
                  <a:lnTo>
                    <a:pt x="82858" y="130826"/>
                  </a:lnTo>
                  <a:lnTo>
                    <a:pt x="84040" y="144172"/>
                  </a:lnTo>
                  <a:lnTo>
                    <a:pt x="91221" y="161153"/>
                  </a:lnTo>
                  <a:lnTo>
                    <a:pt x="103614" y="175401"/>
                  </a:lnTo>
                  <a:lnTo>
                    <a:pt x="128157" y="214103"/>
                  </a:lnTo>
                  <a:lnTo>
                    <a:pt x="150590" y="247557"/>
                  </a:lnTo>
                  <a:lnTo>
                    <a:pt x="161699" y="261792"/>
                  </a:lnTo>
                  <a:lnTo>
                    <a:pt x="190793" y="282586"/>
                  </a:lnTo>
                  <a:lnTo>
                    <a:pt x="267919" y="310548"/>
                  </a:lnTo>
                  <a:lnTo>
                    <a:pt x="291026" y="320882"/>
                  </a:lnTo>
                  <a:lnTo>
                    <a:pt x="303939" y="325191"/>
                  </a:lnTo>
                  <a:lnTo>
                    <a:pt x="314641" y="337863"/>
                  </a:lnTo>
                  <a:lnTo>
                    <a:pt x="354056" y="355504"/>
                  </a:lnTo>
                  <a:lnTo>
                    <a:pt x="364618" y="372244"/>
                  </a:lnTo>
                  <a:lnTo>
                    <a:pt x="409116" y="390013"/>
                  </a:lnTo>
                  <a:lnTo>
                    <a:pt x="457669" y="389237"/>
                  </a:lnTo>
                  <a:lnTo>
                    <a:pt x="487551" y="385310"/>
                  </a:lnTo>
                  <a:lnTo>
                    <a:pt x="514306" y="384916"/>
                  </a:lnTo>
                  <a:lnTo>
                    <a:pt x="525656" y="375383"/>
                  </a:lnTo>
                  <a:lnTo>
                    <a:pt x="532049" y="374087"/>
                  </a:lnTo>
                  <a:lnTo>
                    <a:pt x="539879" y="372498"/>
                  </a:lnTo>
                  <a:lnTo>
                    <a:pt x="549399" y="375637"/>
                  </a:lnTo>
                  <a:lnTo>
                    <a:pt x="571069" y="378523"/>
                  </a:lnTo>
                  <a:lnTo>
                    <a:pt x="576421" y="398516"/>
                  </a:lnTo>
                  <a:lnTo>
                    <a:pt x="564422" y="406091"/>
                  </a:lnTo>
                  <a:lnTo>
                    <a:pt x="573942" y="419424"/>
                  </a:lnTo>
                  <a:lnTo>
                    <a:pt x="593516" y="421381"/>
                  </a:lnTo>
                  <a:lnTo>
                    <a:pt x="607344" y="435630"/>
                  </a:lnTo>
                  <a:lnTo>
                    <a:pt x="629536" y="439570"/>
                  </a:lnTo>
                  <a:lnTo>
                    <a:pt x="639578" y="436163"/>
                  </a:lnTo>
                  <a:lnTo>
                    <a:pt x="638027" y="428054"/>
                  </a:lnTo>
                  <a:lnTo>
                    <a:pt x="641408" y="420860"/>
                  </a:lnTo>
                  <a:lnTo>
                    <a:pt x="659939" y="419170"/>
                  </a:lnTo>
                  <a:lnTo>
                    <a:pt x="673247" y="429490"/>
                  </a:lnTo>
                  <a:lnTo>
                    <a:pt x="692693" y="431588"/>
                  </a:lnTo>
                  <a:lnTo>
                    <a:pt x="698311" y="438121"/>
                  </a:lnTo>
                  <a:lnTo>
                    <a:pt x="709268" y="438121"/>
                  </a:lnTo>
                  <a:lnTo>
                    <a:pt x="733684" y="429490"/>
                  </a:lnTo>
                  <a:lnTo>
                    <a:pt x="759511" y="418115"/>
                  </a:lnTo>
                  <a:lnTo>
                    <a:pt x="776606" y="415649"/>
                  </a:lnTo>
                  <a:lnTo>
                    <a:pt x="780661" y="407400"/>
                  </a:lnTo>
                  <a:lnTo>
                    <a:pt x="837552" y="409370"/>
                  </a:lnTo>
                  <a:lnTo>
                    <a:pt x="836764" y="415649"/>
                  </a:lnTo>
                  <a:lnTo>
                    <a:pt x="827371" y="428321"/>
                  </a:lnTo>
                  <a:lnTo>
                    <a:pt x="826862" y="435248"/>
                  </a:lnTo>
                  <a:lnTo>
                    <a:pt x="806755" y="446484"/>
                  </a:lnTo>
                  <a:lnTo>
                    <a:pt x="784842" y="456538"/>
                  </a:lnTo>
                  <a:lnTo>
                    <a:pt x="763299" y="460592"/>
                  </a:lnTo>
                  <a:lnTo>
                    <a:pt x="738501" y="468968"/>
                  </a:lnTo>
                  <a:lnTo>
                    <a:pt x="727024" y="459804"/>
                  </a:lnTo>
                  <a:lnTo>
                    <a:pt x="718152" y="457453"/>
                  </a:lnTo>
                  <a:lnTo>
                    <a:pt x="702226" y="465956"/>
                  </a:lnTo>
                  <a:lnTo>
                    <a:pt x="689961" y="464113"/>
                  </a:lnTo>
                  <a:lnTo>
                    <a:pt x="666078" y="470799"/>
                  </a:lnTo>
                  <a:lnTo>
                    <a:pt x="649364" y="476137"/>
                  </a:lnTo>
                  <a:lnTo>
                    <a:pt x="646492" y="497579"/>
                  </a:lnTo>
                  <a:lnTo>
                    <a:pt x="638408" y="507137"/>
                  </a:lnTo>
                  <a:lnTo>
                    <a:pt x="624313" y="510277"/>
                  </a:lnTo>
                  <a:lnTo>
                    <a:pt x="606950" y="500197"/>
                  </a:lnTo>
                  <a:lnTo>
                    <a:pt x="577336" y="499549"/>
                  </a:lnTo>
                  <a:lnTo>
                    <a:pt x="573027" y="486089"/>
                  </a:lnTo>
                  <a:lnTo>
                    <a:pt x="551496" y="479950"/>
                  </a:lnTo>
                  <a:lnTo>
                    <a:pt x="531655" y="475107"/>
                  </a:lnTo>
                  <a:lnTo>
                    <a:pt x="538061" y="460071"/>
                  </a:lnTo>
                  <a:lnTo>
                    <a:pt x="554368" y="446230"/>
                  </a:lnTo>
                  <a:lnTo>
                    <a:pt x="558410" y="432630"/>
                  </a:lnTo>
                  <a:lnTo>
                    <a:pt x="551763" y="429490"/>
                  </a:lnTo>
                  <a:lnTo>
                    <a:pt x="542243" y="441120"/>
                  </a:lnTo>
                  <a:lnTo>
                    <a:pt x="526978" y="447920"/>
                  </a:lnTo>
                  <a:lnTo>
                    <a:pt x="522669" y="469095"/>
                  </a:lnTo>
                  <a:lnTo>
                    <a:pt x="494986" y="465435"/>
                  </a:lnTo>
                  <a:lnTo>
                    <a:pt x="486115" y="473010"/>
                  </a:lnTo>
                  <a:lnTo>
                    <a:pt x="463668" y="469477"/>
                  </a:lnTo>
                  <a:lnTo>
                    <a:pt x="453360" y="463605"/>
                  </a:lnTo>
                  <a:lnTo>
                    <a:pt x="405722" y="472489"/>
                  </a:lnTo>
                  <a:lnTo>
                    <a:pt x="381967" y="485822"/>
                  </a:lnTo>
                  <a:lnTo>
                    <a:pt x="367745" y="481907"/>
                  </a:lnTo>
                  <a:lnTo>
                    <a:pt x="340214" y="439570"/>
                  </a:lnTo>
                  <a:lnTo>
                    <a:pt x="319980" y="427266"/>
                  </a:lnTo>
                  <a:lnTo>
                    <a:pt x="292703" y="406218"/>
                  </a:lnTo>
                  <a:lnTo>
                    <a:pt x="258399" y="375116"/>
                  </a:lnTo>
                  <a:lnTo>
                    <a:pt x="247430" y="356826"/>
                  </a:lnTo>
                  <a:lnTo>
                    <a:pt x="240248" y="346480"/>
                  </a:lnTo>
                  <a:lnTo>
                    <a:pt x="223941" y="337596"/>
                  </a:lnTo>
                  <a:lnTo>
                    <a:pt x="215324" y="337863"/>
                  </a:lnTo>
                  <a:lnTo>
                    <a:pt x="206706" y="344269"/>
                  </a:lnTo>
                  <a:lnTo>
                    <a:pt x="189624" y="337596"/>
                  </a:lnTo>
                  <a:lnTo>
                    <a:pt x="117976" y="302452"/>
                  </a:lnTo>
                  <a:lnTo>
                    <a:pt x="109371" y="282179"/>
                  </a:lnTo>
                  <a:lnTo>
                    <a:pt x="100754" y="271871"/>
                  </a:lnTo>
                  <a:lnTo>
                    <a:pt x="93433" y="247684"/>
                  </a:lnTo>
                  <a:lnTo>
                    <a:pt x="75041" y="212133"/>
                  </a:lnTo>
                  <a:lnTo>
                    <a:pt x="52722" y="184819"/>
                  </a:lnTo>
                  <a:lnTo>
                    <a:pt x="41372" y="143765"/>
                  </a:lnTo>
                  <a:lnTo>
                    <a:pt x="24404" y="102876"/>
                  </a:lnTo>
                  <a:lnTo>
                    <a:pt x="14350" y="91755"/>
                  </a:lnTo>
                  <a:close/>
                </a:path>
              </a:pathLst>
            </a:custGeom>
            <a:solidFill>
              <a:srgbClr val="BAE0DF"/>
            </a:solidFill>
            <a:ln w="12700" cap="flat">
              <a:noFill/>
              <a:prstDash val="solid"/>
              <a:miter/>
            </a:ln>
          </p:spPr>
          <p:txBody>
            <a:bodyPr rtlCol="0" anchor="ctr"/>
            <a:lstStyle/>
            <a:p>
              <a:endParaRPr lang="de-CH"/>
            </a:p>
          </p:txBody>
        </p:sp>
        <p:sp>
          <p:nvSpPr>
            <p:cNvPr id="136" name="Freihandform: Form 135">
              <a:extLst>
                <a:ext uri="{FF2B5EF4-FFF2-40B4-BE49-F238E27FC236}">
                  <a16:creationId xmlns:a16="http://schemas.microsoft.com/office/drawing/2014/main" id="{93B3956C-8679-E28C-861E-B76605299548}"/>
                </a:ext>
              </a:extLst>
            </p:cNvPr>
            <p:cNvSpPr/>
            <p:nvPr/>
          </p:nvSpPr>
          <p:spPr>
            <a:xfrm>
              <a:off x="4916959" y="3667736"/>
              <a:ext cx="410819" cy="269634"/>
            </a:xfrm>
            <a:custGeom>
              <a:avLst/>
              <a:gdLst>
                <a:gd name="connsiteX0" fmla="*/ 21404 w 410819"/>
                <a:gd name="connsiteY0" fmla="*/ 0 h 269634"/>
                <a:gd name="connsiteX1" fmla="*/ 40571 w 410819"/>
                <a:gd name="connsiteY1" fmla="*/ 13473 h 269634"/>
                <a:gd name="connsiteX2" fmla="*/ 62509 w 410819"/>
                <a:gd name="connsiteY2" fmla="*/ 38296 h 269634"/>
                <a:gd name="connsiteX3" fmla="*/ 85603 w 410819"/>
                <a:gd name="connsiteY3" fmla="*/ 56332 h 269634"/>
                <a:gd name="connsiteX4" fmla="*/ 101656 w 410819"/>
                <a:gd name="connsiteY4" fmla="*/ 60259 h 269634"/>
                <a:gd name="connsiteX5" fmla="*/ 120188 w 410819"/>
                <a:gd name="connsiteY5" fmla="*/ 89531 h 269634"/>
                <a:gd name="connsiteX6" fmla="*/ 161025 w 410819"/>
                <a:gd name="connsiteY6" fmla="*/ 105342 h 269634"/>
                <a:gd name="connsiteX7" fmla="*/ 197046 w 410819"/>
                <a:gd name="connsiteY7" fmla="*/ 117239 h 269634"/>
                <a:gd name="connsiteX8" fmla="*/ 231504 w 410819"/>
                <a:gd name="connsiteY8" fmla="*/ 155662 h 269634"/>
                <a:gd name="connsiteX9" fmla="*/ 244036 w 410819"/>
                <a:gd name="connsiteY9" fmla="*/ 191873 h 269634"/>
                <a:gd name="connsiteX10" fmla="*/ 263343 w 410819"/>
                <a:gd name="connsiteY10" fmla="*/ 196182 h 269634"/>
                <a:gd name="connsiteX11" fmla="*/ 276790 w 410819"/>
                <a:gd name="connsiteY11" fmla="*/ 190297 h 269634"/>
                <a:gd name="connsiteX12" fmla="*/ 306417 w 410819"/>
                <a:gd name="connsiteY12" fmla="*/ 190551 h 269634"/>
                <a:gd name="connsiteX13" fmla="*/ 334609 w 410819"/>
                <a:gd name="connsiteY13" fmla="*/ 180892 h 269634"/>
                <a:gd name="connsiteX14" fmla="*/ 351170 w 410819"/>
                <a:gd name="connsiteY14" fmla="*/ 183637 h 269634"/>
                <a:gd name="connsiteX15" fmla="*/ 373489 w 410819"/>
                <a:gd name="connsiteY15" fmla="*/ 190297 h 269634"/>
                <a:gd name="connsiteX16" fmla="*/ 397638 w 410819"/>
                <a:gd name="connsiteY16" fmla="*/ 216315 h 269634"/>
                <a:gd name="connsiteX17" fmla="*/ 408328 w 410819"/>
                <a:gd name="connsiteY17" fmla="*/ 220103 h 269634"/>
                <a:gd name="connsiteX18" fmla="*/ 410819 w 410819"/>
                <a:gd name="connsiteY18" fmla="*/ 229254 h 269634"/>
                <a:gd name="connsiteX19" fmla="*/ 405595 w 410819"/>
                <a:gd name="connsiteY19" fmla="*/ 239181 h 269634"/>
                <a:gd name="connsiteX20" fmla="*/ 395681 w 410819"/>
                <a:gd name="connsiteY20" fmla="*/ 249514 h 269634"/>
                <a:gd name="connsiteX21" fmla="*/ 382374 w 410819"/>
                <a:gd name="connsiteY21" fmla="*/ 253556 h 269634"/>
                <a:gd name="connsiteX22" fmla="*/ 366321 w 410819"/>
                <a:gd name="connsiteY22" fmla="*/ 240884 h 269634"/>
                <a:gd name="connsiteX23" fmla="*/ 356648 w 410819"/>
                <a:gd name="connsiteY23" fmla="*/ 240108 h 269634"/>
                <a:gd name="connsiteX24" fmla="*/ 335651 w 410819"/>
                <a:gd name="connsiteY24" fmla="*/ 253950 h 269634"/>
                <a:gd name="connsiteX25" fmla="*/ 298054 w 410819"/>
                <a:gd name="connsiteY25" fmla="*/ 266114 h 269634"/>
                <a:gd name="connsiteX26" fmla="*/ 269609 w 410819"/>
                <a:gd name="connsiteY26" fmla="*/ 269634 h 269634"/>
                <a:gd name="connsiteX27" fmla="*/ 254217 w 410819"/>
                <a:gd name="connsiteY27" fmla="*/ 265453 h 269634"/>
                <a:gd name="connsiteX28" fmla="*/ 233461 w 410819"/>
                <a:gd name="connsiteY28" fmla="*/ 248345 h 269634"/>
                <a:gd name="connsiteX29" fmla="*/ 198355 w 410819"/>
                <a:gd name="connsiteY29" fmla="*/ 237617 h 269634"/>
                <a:gd name="connsiteX30" fmla="*/ 153336 w 410819"/>
                <a:gd name="connsiteY30" fmla="*/ 216569 h 269634"/>
                <a:gd name="connsiteX31" fmla="*/ 156335 w 410819"/>
                <a:gd name="connsiteY31" fmla="*/ 195788 h 269634"/>
                <a:gd name="connsiteX32" fmla="*/ 148379 w 410819"/>
                <a:gd name="connsiteY32" fmla="*/ 185340 h 269634"/>
                <a:gd name="connsiteX33" fmla="*/ 133241 w 410819"/>
                <a:gd name="connsiteY33" fmla="*/ 178401 h 269634"/>
                <a:gd name="connsiteX34" fmla="*/ 123187 w 410819"/>
                <a:gd name="connsiteY34" fmla="*/ 161407 h 269634"/>
                <a:gd name="connsiteX35" fmla="*/ 106613 w 410819"/>
                <a:gd name="connsiteY35" fmla="*/ 153705 h 269634"/>
                <a:gd name="connsiteX36" fmla="*/ 85069 w 410819"/>
                <a:gd name="connsiteY36" fmla="*/ 152662 h 269634"/>
                <a:gd name="connsiteX37" fmla="*/ 70986 w 410819"/>
                <a:gd name="connsiteY37" fmla="*/ 145214 h 269634"/>
                <a:gd name="connsiteX38" fmla="*/ 63284 w 410819"/>
                <a:gd name="connsiteY38" fmla="*/ 128615 h 269634"/>
                <a:gd name="connsiteX39" fmla="*/ 31445 w 410819"/>
                <a:gd name="connsiteY39" fmla="*/ 102864 h 269634"/>
                <a:gd name="connsiteX40" fmla="*/ 30657 w 410819"/>
                <a:gd name="connsiteY40" fmla="*/ 88222 h 269634"/>
                <a:gd name="connsiteX41" fmla="*/ 24925 w 410819"/>
                <a:gd name="connsiteY41" fmla="*/ 82337 h 269634"/>
                <a:gd name="connsiteX42" fmla="*/ 20743 w 410819"/>
                <a:gd name="connsiteY42" fmla="*/ 77901 h 269634"/>
                <a:gd name="connsiteX43" fmla="*/ 11871 w 410819"/>
                <a:gd name="connsiteY43" fmla="*/ 79591 h 269634"/>
                <a:gd name="connsiteX44" fmla="*/ 0 w 410819"/>
                <a:gd name="connsiteY44" fmla="*/ 72156 h 269634"/>
                <a:gd name="connsiteX45" fmla="*/ 1042 w 410819"/>
                <a:gd name="connsiteY45" fmla="*/ 44435 h 269634"/>
                <a:gd name="connsiteX46" fmla="*/ 9659 w 410819"/>
                <a:gd name="connsiteY46" fmla="*/ 18417 h 269634"/>
                <a:gd name="connsiteX47" fmla="*/ 5872 w 410819"/>
                <a:gd name="connsiteY47" fmla="*/ 11503 h 269634"/>
                <a:gd name="connsiteX48" fmla="*/ 21404 w 410819"/>
                <a:gd name="connsiteY48" fmla="*/ 0 h 269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10819" h="269634">
                  <a:moveTo>
                    <a:pt x="21404" y="0"/>
                  </a:moveTo>
                  <a:lnTo>
                    <a:pt x="40571" y="13473"/>
                  </a:lnTo>
                  <a:lnTo>
                    <a:pt x="62509" y="38296"/>
                  </a:lnTo>
                  <a:lnTo>
                    <a:pt x="85603" y="56332"/>
                  </a:lnTo>
                  <a:lnTo>
                    <a:pt x="101656" y="60259"/>
                  </a:lnTo>
                  <a:lnTo>
                    <a:pt x="120188" y="89531"/>
                  </a:lnTo>
                  <a:lnTo>
                    <a:pt x="161025" y="105342"/>
                  </a:lnTo>
                  <a:lnTo>
                    <a:pt x="197046" y="117239"/>
                  </a:lnTo>
                  <a:lnTo>
                    <a:pt x="231504" y="155662"/>
                  </a:lnTo>
                  <a:lnTo>
                    <a:pt x="244036" y="191873"/>
                  </a:lnTo>
                  <a:lnTo>
                    <a:pt x="263343" y="196182"/>
                  </a:lnTo>
                  <a:lnTo>
                    <a:pt x="276790" y="190297"/>
                  </a:lnTo>
                  <a:lnTo>
                    <a:pt x="306417" y="190551"/>
                  </a:lnTo>
                  <a:lnTo>
                    <a:pt x="334609" y="180892"/>
                  </a:lnTo>
                  <a:lnTo>
                    <a:pt x="351170" y="183637"/>
                  </a:lnTo>
                  <a:lnTo>
                    <a:pt x="373489" y="190297"/>
                  </a:lnTo>
                  <a:lnTo>
                    <a:pt x="397638" y="216315"/>
                  </a:lnTo>
                  <a:lnTo>
                    <a:pt x="408328" y="220103"/>
                  </a:lnTo>
                  <a:lnTo>
                    <a:pt x="410819" y="229254"/>
                  </a:lnTo>
                  <a:lnTo>
                    <a:pt x="405595" y="239181"/>
                  </a:lnTo>
                  <a:lnTo>
                    <a:pt x="395681" y="249514"/>
                  </a:lnTo>
                  <a:lnTo>
                    <a:pt x="382374" y="253556"/>
                  </a:lnTo>
                  <a:lnTo>
                    <a:pt x="366321" y="240884"/>
                  </a:lnTo>
                  <a:lnTo>
                    <a:pt x="356648" y="240108"/>
                  </a:lnTo>
                  <a:lnTo>
                    <a:pt x="335651" y="253950"/>
                  </a:lnTo>
                  <a:lnTo>
                    <a:pt x="298054" y="266114"/>
                  </a:lnTo>
                  <a:lnTo>
                    <a:pt x="269609" y="269634"/>
                  </a:lnTo>
                  <a:lnTo>
                    <a:pt x="254217" y="265453"/>
                  </a:lnTo>
                  <a:lnTo>
                    <a:pt x="233461" y="248345"/>
                  </a:lnTo>
                  <a:lnTo>
                    <a:pt x="198355" y="237617"/>
                  </a:lnTo>
                  <a:lnTo>
                    <a:pt x="153336" y="216569"/>
                  </a:lnTo>
                  <a:lnTo>
                    <a:pt x="156335" y="195788"/>
                  </a:lnTo>
                  <a:lnTo>
                    <a:pt x="148379" y="185340"/>
                  </a:lnTo>
                  <a:lnTo>
                    <a:pt x="133241" y="178401"/>
                  </a:lnTo>
                  <a:lnTo>
                    <a:pt x="123187" y="161407"/>
                  </a:lnTo>
                  <a:lnTo>
                    <a:pt x="106613" y="153705"/>
                  </a:lnTo>
                  <a:lnTo>
                    <a:pt x="85069" y="152662"/>
                  </a:lnTo>
                  <a:lnTo>
                    <a:pt x="70986" y="145214"/>
                  </a:lnTo>
                  <a:lnTo>
                    <a:pt x="63284" y="128615"/>
                  </a:lnTo>
                  <a:lnTo>
                    <a:pt x="31445" y="102864"/>
                  </a:lnTo>
                  <a:lnTo>
                    <a:pt x="30657" y="88222"/>
                  </a:lnTo>
                  <a:lnTo>
                    <a:pt x="24925" y="82337"/>
                  </a:lnTo>
                  <a:lnTo>
                    <a:pt x="20743" y="77901"/>
                  </a:lnTo>
                  <a:lnTo>
                    <a:pt x="11871" y="79591"/>
                  </a:lnTo>
                  <a:lnTo>
                    <a:pt x="0" y="72156"/>
                  </a:lnTo>
                  <a:lnTo>
                    <a:pt x="1042" y="44435"/>
                  </a:lnTo>
                  <a:lnTo>
                    <a:pt x="9659" y="18417"/>
                  </a:lnTo>
                  <a:lnTo>
                    <a:pt x="5872" y="11503"/>
                  </a:lnTo>
                  <a:lnTo>
                    <a:pt x="21404" y="0"/>
                  </a:lnTo>
                  <a:close/>
                </a:path>
              </a:pathLst>
            </a:custGeom>
            <a:solidFill>
              <a:srgbClr val="BAE0DF"/>
            </a:solidFill>
            <a:ln w="12700" cap="flat">
              <a:noFill/>
              <a:prstDash val="solid"/>
              <a:miter/>
            </a:ln>
          </p:spPr>
          <p:txBody>
            <a:bodyPr rtlCol="0" anchor="ctr"/>
            <a:lstStyle/>
            <a:p>
              <a:endParaRPr lang="de-CH"/>
            </a:p>
          </p:txBody>
        </p:sp>
        <p:sp>
          <p:nvSpPr>
            <p:cNvPr id="137" name="Freihandform: Form 136">
              <a:extLst>
                <a:ext uri="{FF2B5EF4-FFF2-40B4-BE49-F238E27FC236}">
                  <a16:creationId xmlns:a16="http://schemas.microsoft.com/office/drawing/2014/main" id="{1C52C7E4-485C-BFA7-3021-66E05AE4BD06}"/>
                </a:ext>
              </a:extLst>
            </p:cNvPr>
            <p:cNvSpPr/>
            <p:nvPr/>
          </p:nvSpPr>
          <p:spPr>
            <a:xfrm>
              <a:off x="5440518" y="3631016"/>
              <a:ext cx="336947" cy="208078"/>
            </a:xfrm>
            <a:custGeom>
              <a:avLst/>
              <a:gdLst>
                <a:gd name="connsiteX0" fmla="*/ 230601 w 336947"/>
                <a:gd name="connsiteY0" fmla="*/ 9139 h 208078"/>
                <a:gd name="connsiteX1" fmla="*/ 248739 w 336947"/>
                <a:gd name="connsiteY1" fmla="*/ 9139 h 208078"/>
                <a:gd name="connsiteX2" fmla="*/ 268579 w 336947"/>
                <a:gd name="connsiteY2" fmla="*/ 0 h 208078"/>
                <a:gd name="connsiteX3" fmla="*/ 303545 w 336947"/>
                <a:gd name="connsiteY3" fmla="*/ 13587 h 208078"/>
                <a:gd name="connsiteX4" fmla="*/ 320640 w 336947"/>
                <a:gd name="connsiteY4" fmla="*/ 9393 h 208078"/>
                <a:gd name="connsiteX5" fmla="*/ 334355 w 336947"/>
                <a:gd name="connsiteY5" fmla="*/ 21290 h 208078"/>
                <a:gd name="connsiteX6" fmla="*/ 336948 w 336947"/>
                <a:gd name="connsiteY6" fmla="*/ 38677 h 208078"/>
                <a:gd name="connsiteX7" fmla="*/ 333554 w 336947"/>
                <a:gd name="connsiteY7" fmla="*/ 45083 h 208078"/>
                <a:gd name="connsiteX8" fmla="*/ 335905 w 336947"/>
                <a:gd name="connsiteY8" fmla="*/ 51616 h 208078"/>
                <a:gd name="connsiteX9" fmla="*/ 331215 w 336947"/>
                <a:gd name="connsiteY9" fmla="*/ 53968 h 208078"/>
                <a:gd name="connsiteX10" fmla="*/ 313205 w 336947"/>
                <a:gd name="connsiteY10" fmla="*/ 50574 h 208078"/>
                <a:gd name="connsiteX11" fmla="*/ 284887 w 336947"/>
                <a:gd name="connsiteY11" fmla="*/ 59598 h 208078"/>
                <a:gd name="connsiteX12" fmla="*/ 262580 w 336947"/>
                <a:gd name="connsiteY12" fmla="*/ 75537 h 208078"/>
                <a:gd name="connsiteX13" fmla="*/ 215730 w 336947"/>
                <a:gd name="connsiteY13" fmla="*/ 101809 h 208078"/>
                <a:gd name="connsiteX14" fmla="*/ 207113 w 336947"/>
                <a:gd name="connsiteY14" fmla="*/ 111735 h 208078"/>
                <a:gd name="connsiteX15" fmla="*/ 168613 w 336947"/>
                <a:gd name="connsiteY15" fmla="*/ 136838 h 208078"/>
                <a:gd name="connsiteX16" fmla="*/ 137156 w 336947"/>
                <a:gd name="connsiteY16" fmla="*/ 150171 h 208078"/>
                <a:gd name="connsiteX17" fmla="*/ 122285 w 336947"/>
                <a:gd name="connsiteY17" fmla="*/ 162462 h 208078"/>
                <a:gd name="connsiteX18" fmla="*/ 113286 w 336947"/>
                <a:gd name="connsiteY18" fmla="*/ 177625 h 208078"/>
                <a:gd name="connsiteX19" fmla="*/ 70999 w 336947"/>
                <a:gd name="connsiteY19" fmla="*/ 208079 h 208078"/>
                <a:gd name="connsiteX20" fmla="*/ 29500 w 336947"/>
                <a:gd name="connsiteY20" fmla="*/ 206121 h 208078"/>
                <a:gd name="connsiteX21" fmla="*/ 27149 w 336947"/>
                <a:gd name="connsiteY21" fmla="*/ 199957 h 208078"/>
                <a:gd name="connsiteX22" fmla="*/ 19053 w 336947"/>
                <a:gd name="connsiteY22" fmla="*/ 196182 h 208078"/>
                <a:gd name="connsiteX23" fmla="*/ 3660 w 336947"/>
                <a:gd name="connsiteY23" fmla="*/ 197224 h 208078"/>
                <a:gd name="connsiteX24" fmla="*/ 0 w 336947"/>
                <a:gd name="connsiteY24" fmla="*/ 194746 h 208078"/>
                <a:gd name="connsiteX25" fmla="*/ 915 w 336947"/>
                <a:gd name="connsiteY25" fmla="*/ 190157 h 208078"/>
                <a:gd name="connsiteX26" fmla="*/ 24543 w 336947"/>
                <a:gd name="connsiteY26" fmla="*/ 174994 h 208078"/>
                <a:gd name="connsiteX27" fmla="*/ 34203 w 336947"/>
                <a:gd name="connsiteY27" fmla="*/ 162589 h 208078"/>
                <a:gd name="connsiteX28" fmla="*/ 53777 w 336947"/>
                <a:gd name="connsiteY28" fmla="*/ 155128 h 208078"/>
                <a:gd name="connsiteX29" fmla="*/ 74647 w 336947"/>
                <a:gd name="connsiteY29" fmla="*/ 138795 h 208078"/>
                <a:gd name="connsiteX30" fmla="*/ 102190 w 336947"/>
                <a:gd name="connsiteY30" fmla="*/ 116972 h 208078"/>
                <a:gd name="connsiteX31" fmla="*/ 111062 w 336947"/>
                <a:gd name="connsiteY31" fmla="*/ 104300 h 208078"/>
                <a:gd name="connsiteX32" fmla="*/ 123454 w 336947"/>
                <a:gd name="connsiteY32" fmla="*/ 95936 h 208078"/>
                <a:gd name="connsiteX33" fmla="*/ 156463 w 336947"/>
                <a:gd name="connsiteY33" fmla="*/ 65216 h 208078"/>
                <a:gd name="connsiteX34" fmla="*/ 168880 w 336947"/>
                <a:gd name="connsiteY34" fmla="*/ 61683 h 208078"/>
                <a:gd name="connsiteX35" fmla="*/ 178921 w 336947"/>
                <a:gd name="connsiteY35" fmla="*/ 52798 h 208078"/>
                <a:gd name="connsiteX36" fmla="*/ 181260 w 336947"/>
                <a:gd name="connsiteY36" fmla="*/ 42211 h 208078"/>
                <a:gd name="connsiteX37" fmla="*/ 195102 w 336947"/>
                <a:gd name="connsiteY37" fmla="*/ 29538 h 208078"/>
                <a:gd name="connsiteX38" fmla="*/ 230601 w 336947"/>
                <a:gd name="connsiteY38" fmla="*/ 9139 h 20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36947" h="208078">
                  <a:moveTo>
                    <a:pt x="230601" y="9139"/>
                  </a:moveTo>
                  <a:lnTo>
                    <a:pt x="248739" y="9139"/>
                  </a:lnTo>
                  <a:lnTo>
                    <a:pt x="268579" y="0"/>
                  </a:lnTo>
                  <a:lnTo>
                    <a:pt x="303545" y="13587"/>
                  </a:lnTo>
                  <a:lnTo>
                    <a:pt x="320640" y="9393"/>
                  </a:lnTo>
                  <a:lnTo>
                    <a:pt x="334355" y="21290"/>
                  </a:lnTo>
                  <a:lnTo>
                    <a:pt x="336948" y="38677"/>
                  </a:lnTo>
                  <a:lnTo>
                    <a:pt x="333554" y="45083"/>
                  </a:lnTo>
                  <a:lnTo>
                    <a:pt x="335905" y="51616"/>
                  </a:lnTo>
                  <a:lnTo>
                    <a:pt x="331215" y="53968"/>
                  </a:lnTo>
                  <a:lnTo>
                    <a:pt x="313205" y="50574"/>
                  </a:lnTo>
                  <a:lnTo>
                    <a:pt x="284887" y="59598"/>
                  </a:lnTo>
                  <a:lnTo>
                    <a:pt x="262580" y="75537"/>
                  </a:lnTo>
                  <a:lnTo>
                    <a:pt x="215730" y="101809"/>
                  </a:lnTo>
                  <a:lnTo>
                    <a:pt x="207113" y="111735"/>
                  </a:lnTo>
                  <a:lnTo>
                    <a:pt x="168613" y="136838"/>
                  </a:lnTo>
                  <a:lnTo>
                    <a:pt x="137156" y="150171"/>
                  </a:lnTo>
                  <a:lnTo>
                    <a:pt x="122285" y="162462"/>
                  </a:lnTo>
                  <a:lnTo>
                    <a:pt x="113286" y="177625"/>
                  </a:lnTo>
                  <a:lnTo>
                    <a:pt x="70999" y="208079"/>
                  </a:lnTo>
                  <a:lnTo>
                    <a:pt x="29500" y="206121"/>
                  </a:lnTo>
                  <a:lnTo>
                    <a:pt x="27149" y="199957"/>
                  </a:lnTo>
                  <a:lnTo>
                    <a:pt x="19053" y="196182"/>
                  </a:lnTo>
                  <a:lnTo>
                    <a:pt x="3660" y="197224"/>
                  </a:lnTo>
                  <a:lnTo>
                    <a:pt x="0" y="194746"/>
                  </a:lnTo>
                  <a:lnTo>
                    <a:pt x="915" y="190157"/>
                  </a:lnTo>
                  <a:lnTo>
                    <a:pt x="24543" y="174994"/>
                  </a:lnTo>
                  <a:lnTo>
                    <a:pt x="34203" y="162589"/>
                  </a:lnTo>
                  <a:lnTo>
                    <a:pt x="53777" y="155128"/>
                  </a:lnTo>
                  <a:lnTo>
                    <a:pt x="74647" y="138795"/>
                  </a:lnTo>
                  <a:lnTo>
                    <a:pt x="102190" y="116972"/>
                  </a:lnTo>
                  <a:lnTo>
                    <a:pt x="111062" y="104300"/>
                  </a:lnTo>
                  <a:lnTo>
                    <a:pt x="123454" y="95936"/>
                  </a:lnTo>
                  <a:lnTo>
                    <a:pt x="156463" y="65216"/>
                  </a:lnTo>
                  <a:lnTo>
                    <a:pt x="168880" y="61683"/>
                  </a:lnTo>
                  <a:lnTo>
                    <a:pt x="178921" y="52798"/>
                  </a:lnTo>
                  <a:lnTo>
                    <a:pt x="181260" y="42211"/>
                  </a:lnTo>
                  <a:lnTo>
                    <a:pt x="195102" y="29538"/>
                  </a:lnTo>
                  <a:lnTo>
                    <a:pt x="230601" y="9139"/>
                  </a:lnTo>
                  <a:close/>
                </a:path>
              </a:pathLst>
            </a:custGeom>
            <a:solidFill>
              <a:srgbClr val="BAE0DF"/>
            </a:solidFill>
            <a:ln w="12700" cap="flat">
              <a:noFill/>
              <a:prstDash val="solid"/>
              <a:miter/>
            </a:ln>
          </p:spPr>
          <p:txBody>
            <a:bodyPr rtlCol="0" anchor="ctr"/>
            <a:lstStyle/>
            <a:p>
              <a:endParaRPr lang="de-CH"/>
            </a:p>
          </p:txBody>
        </p:sp>
        <p:sp>
          <p:nvSpPr>
            <p:cNvPr id="138" name="Freihandform: Form 137">
              <a:extLst>
                <a:ext uri="{FF2B5EF4-FFF2-40B4-BE49-F238E27FC236}">
                  <a16:creationId xmlns:a16="http://schemas.microsoft.com/office/drawing/2014/main" id="{6167EDE0-3C5A-41B2-5D5B-1CC95097E7B1}"/>
                </a:ext>
              </a:extLst>
            </p:cNvPr>
            <p:cNvSpPr/>
            <p:nvPr/>
          </p:nvSpPr>
          <p:spPr>
            <a:xfrm>
              <a:off x="3785382" y="2512315"/>
              <a:ext cx="330833" cy="284924"/>
            </a:xfrm>
            <a:custGeom>
              <a:avLst/>
              <a:gdLst>
                <a:gd name="connsiteX0" fmla="*/ 289971 w 330833"/>
                <a:gd name="connsiteY0" fmla="*/ 21302 h 284924"/>
                <a:gd name="connsiteX1" fmla="*/ 304981 w 330833"/>
                <a:gd name="connsiteY1" fmla="*/ 8770 h 284924"/>
                <a:gd name="connsiteX2" fmla="*/ 324555 w 330833"/>
                <a:gd name="connsiteY2" fmla="*/ 0 h 284924"/>
                <a:gd name="connsiteX3" fmla="*/ 329512 w 330833"/>
                <a:gd name="connsiteY3" fmla="*/ 3788 h 284924"/>
                <a:gd name="connsiteX4" fmla="*/ 330834 w 330833"/>
                <a:gd name="connsiteY4" fmla="*/ 9800 h 284924"/>
                <a:gd name="connsiteX5" fmla="*/ 315556 w 330833"/>
                <a:gd name="connsiteY5" fmla="*/ 29551 h 284924"/>
                <a:gd name="connsiteX6" fmla="*/ 299503 w 330833"/>
                <a:gd name="connsiteY6" fmla="*/ 53586 h 284924"/>
                <a:gd name="connsiteX7" fmla="*/ 292576 w 330833"/>
                <a:gd name="connsiteY7" fmla="*/ 78816 h 284924"/>
                <a:gd name="connsiteX8" fmla="*/ 283056 w 330833"/>
                <a:gd name="connsiteY8" fmla="*/ 88489 h 284924"/>
                <a:gd name="connsiteX9" fmla="*/ 277578 w 330833"/>
                <a:gd name="connsiteY9" fmla="*/ 103525 h 284924"/>
                <a:gd name="connsiteX10" fmla="*/ 265046 w 330833"/>
                <a:gd name="connsiteY10" fmla="*/ 118815 h 284924"/>
                <a:gd name="connsiteX11" fmla="*/ 263864 w 330833"/>
                <a:gd name="connsiteY11" fmla="*/ 130051 h 284924"/>
                <a:gd name="connsiteX12" fmla="*/ 266482 w 330833"/>
                <a:gd name="connsiteY12" fmla="*/ 137753 h 284924"/>
                <a:gd name="connsiteX13" fmla="*/ 263864 w 330833"/>
                <a:gd name="connsiteY13" fmla="*/ 144820 h 284924"/>
                <a:gd name="connsiteX14" fmla="*/ 256962 w 330833"/>
                <a:gd name="connsiteY14" fmla="*/ 152268 h 284924"/>
                <a:gd name="connsiteX15" fmla="*/ 237122 w 330833"/>
                <a:gd name="connsiteY15" fmla="*/ 189128 h 284924"/>
                <a:gd name="connsiteX16" fmla="*/ 229813 w 330833"/>
                <a:gd name="connsiteY16" fmla="*/ 204037 h 284924"/>
                <a:gd name="connsiteX17" fmla="*/ 219760 w 330833"/>
                <a:gd name="connsiteY17" fmla="*/ 209388 h 284924"/>
                <a:gd name="connsiteX18" fmla="*/ 211282 w 330833"/>
                <a:gd name="connsiteY18" fmla="*/ 203109 h 284924"/>
                <a:gd name="connsiteX19" fmla="*/ 208028 w 330833"/>
                <a:gd name="connsiteY19" fmla="*/ 207176 h 284924"/>
                <a:gd name="connsiteX20" fmla="*/ 207367 w 330833"/>
                <a:gd name="connsiteY20" fmla="*/ 216849 h 284924"/>
                <a:gd name="connsiteX21" fmla="*/ 206058 w 330833"/>
                <a:gd name="connsiteY21" fmla="*/ 224017 h 284924"/>
                <a:gd name="connsiteX22" fmla="*/ 198495 w 330833"/>
                <a:gd name="connsiteY22" fmla="*/ 232393 h 284924"/>
                <a:gd name="connsiteX23" fmla="*/ 183230 w 330833"/>
                <a:gd name="connsiteY23" fmla="*/ 248472 h 284924"/>
                <a:gd name="connsiteX24" fmla="*/ 168080 w 330833"/>
                <a:gd name="connsiteY24" fmla="*/ 255793 h 284924"/>
                <a:gd name="connsiteX25" fmla="*/ 154785 w 330833"/>
                <a:gd name="connsiteY25" fmla="*/ 255272 h 284924"/>
                <a:gd name="connsiteX26" fmla="*/ 147858 w 330833"/>
                <a:gd name="connsiteY26" fmla="*/ 258271 h 284924"/>
                <a:gd name="connsiteX27" fmla="*/ 133368 w 330833"/>
                <a:gd name="connsiteY27" fmla="*/ 268084 h 284924"/>
                <a:gd name="connsiteX28" fmla="*/ 94488 w 330833"/>
                <a:gd name="connsiteY28" fmla="*/ 284149 h 284924"/>
                <a:gd name="connsiteX29" fmla="*/ 73465 w 330833"/>
                <a:gd name="connsiteY29" fmla="*/ 284925 h 284924"/>
                <a:gd name="connsiteX30" fmla="*/ 66563 w 330833"/>
                <a:gd name="connsiteY30" fmla="*/ 281010 h 284924"/>
                <a:gd name="connsiteX31" fmla="*/ 57831 w 330833"/>
                <a:gd name="connsiteY31" fmla="*/ 267029 h 284924"/>
                <a:gd name="connsiteX32" fmla="*/ 58594 w 330833"/>
                <a:gd name="connsiteY32" fmla="*/ 262593 h 284924"/>
                <a:gd name="connsiteX33" fmla="*/ 99318 w 330833"/>
                <a:gd name="connsiteY33" fmla="*/ 235266 h 284924"/>
                <a:gd name="connsiteX34" fmla="*/ 122806 w 330833"/>
                <a:gd name="connsiteY34" fmla="*/ 219454 h 284924"/>
                <a:gd name="connsiteX35" fmla="*/ 133495 w 330833"/>
                <a:gd name="connsiteY35" fmla="*/ 204685 h 284924"/>
                <a:gd name="connsiteX36" fmla="*/ 146549 w 330833"/>
                <a:gd name="connsiteY36" fmla="*/ 191886 h 284924"/>
                <a:gd name="connsiteX37" fmla="*/ 152942 w 330833"/>
                <a:gd name="connsiteY37" fmla="*/ 181680 h 284924"/>
                <a:gd name="connsiteX38" fmla="*/ 151518 w 330833"/>
                <a:gd name="connsiteY38" fmla="*/ 174880 h 284924"/>
                <a:gd name="connsiteX39" fmla="*/ 138338 w 330833"/>
                <a:gd name="connsiteY39" fmla="*/ 168881 h 284924"/>
                <a:gd name="connsiteX40" fmla="*/ 134042 w 330833"/>
                <a:gd name="connsiteY40" fmla="*/ 174880 h 284924"/>
                <a:gd name="connsiteX41" fmla="*/ 134944 w 330833"/>
                <a:gd name="connsiteY41" fmla="*/ 180637 h 284924"/>
                <a:gd name="connsiteX42" fmla="*/ 121497 w 330833"/>
                <a:gd name="connsiteY42" fmla="*/ 206515 h 284924"/>
                <a:gd name="connsiteX43" fmla="*/ 93445 w 330833"/>
                <a:gd name="connsiteY43" fmla="*/ 226775 h 284924"/>
                <a:gd name="connsiteX44" fmla="*/ 71126 w 330833"/>
                <a:gd name="connsiteY44" fmla="*/ 244290 h 284924"/>
                <a:gd name="connsiteX45" fmla="*/ 48540 w 330833"/>
                <a:gd name="connsiteY45" fmla="*/ 258144 h 284924"/>
                <a:gd name="connsiteX46" fmla="*/ 31458 w 330833"/>
                <a:gd name="connsiteY46" fmla="*/ 258793 h 284924"/>
                <a:gd name="connsiteX47" fmla="*/ 23234 w 330833"/>
                <a:gd name="connsiteY47" fmla="*/ 259581 h 284924"/>
                <a:gd name="connsiteX48" fmla="*/ 12405 w 330833"/>
                <a:gd name="connsiteY48" fmla="*/ 258665 h 284924"/>
                <a:gd name="connsiteX49" fmla="*/ 4042 w 330833"/>
                <a:gd name="connsiteY49" fmla="*/ 245066 h 284924"/>
                <a:gd name="connsiteX50" fmla="*/ 0 w 330833"/>
                <a:gd name="connsiteY50" fmla="*/ 238799 h 284924"/>
                <a:gd name="connsiteX51" fmla="*/ 2491 w 330833"/>
                <a:gd name="connsiteY51" fmla="*/ 233563 h 284924"/>
                <a:gd name="connsiteX52" fmla="*/ 19574 w 330833"/>
                <a:gd name="connsiteY52" fmla="*/ 224157 h 284924"/>
                <a:gd name="connsiteX53" fmla="*/ 29246 w 330833"/>
                <a:gd name="connsiteY53" fmla="*/ 224805 h 284924"/>
                <a:gd name="connsiteX54" fmla="*/ 69169 w 330833"/>
                <a:gd name="connsiteY54" fmla="*/ 204685 h 284924"/>
                <a:gd name="connsiteX55" fmla="*/ 79871 w 330833"/>
                <a:gd name="connsiteY55" fmla="*/ 192267 h 284924"/>
                <a:gd name="connsiteX56" fmla="*/ 84434 w 330833"/>
                <a:gd name="connsiteY56" fmla="*/ 176583 h 284924"/>
                <a:gd name="connsiteX57" fmla="*/ 125018 w 330833"/>
                <a:gd name="connsiteY57" fmla="*/ 152129 h 284924"/>
                <a:gd name="connsiteX58" fmla="*/ 165487 w 330833"/>
                <a:gd name="connsiteY58" fmla="*/ 126911 h 284924"/>
                <a:gd name="connsiteX59" fmla="*/ 210634 w 330833"/>
                <a:gd name="connsiteY59" fmla="*/ 98161 h 284924"/>
                <a:gd name="connsiteX60" fmla="*/ 230474 w 330833"/>
                <a:gd name="connsiteY60" fmla="*/ 73325 h 284924"/>
                <a:gd name="connsiteX61" fmla="*/ 254865 w 330833"/>
                <a:gd name="connsiteY61" fmla="*/ 56472 h 284924"/>
                <a:gd name="connsiteX62" fmla="*/ 280311 w 330833"/>
                <a:gd name="connsiteY62" fmla="*/ 30454 h 284924"/>
                <a:gd name="connsiteX63" fmla="*/ 289971 w 330833"/>
                <a:gd name="connsiteY63" fmla="*/ 21302 h 284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330833" h="284924">
                  <a:moveTo>
                    <a:pt x="289971" y="21302"/>
                  </a:moveTo>
                  <a:lnTo>
                    <a:pt x="304981" y="8770"/>
                  </a:lnTo>
                  <a:lnTo>
                    <a:pt x="324555" y="0"/>
                  </a:lnTo>
                  <a:lnTo>
                    <a:pt x="329512" y="3788"/>
                  </a:lnTo>
                  <a:lnTo>
                    <a:pt x="330834" y="9800"/>
                  </a:lnTo>
                  <a:lnTo>
                    <a:pt x="315556" y="29551"/>
                  </a:lnTo>
                  <a:lnTo>
                    <a:pt x="299503" y="53586"/>
                  </a:lnTo>
                  <a:lnTo>
                    <a:pt x="292576" y="78816"/>
                  </a:lnTo>
                  <a:lnTo>
                    <a:pt x="283056" y="88489"/>
                  </a:lnTo>
                  <a:lnTo>
                    <a:pt x="277578" y="103525"/>
                  </a:lnTo>
                  <a:lnTo>
                    <a:pt x="265046" y="118815"/>
                  </a:lnTo>
                  <a:lnTo>
                    <a:pt x="263864" y="130051"/>
                  </a:lnTo>
                  <a:lnTo>
                    <a:pt x="266482" y="137753"/>
                  </a:lnTo>
                  <a:lnTo>
                    <a:pt x="263864" y="144820"/>
                  </a:lnTo>
                  <a:lnTo>
                    <a:pt x="256962" y="152268"/>
                  </a:lnTo>
                  <a:lnTo>
                    <a:pt x="237122" y="189128"/>
                  </a:lnTo>
                  <a:lnTo>
                    <a:pt x="229813" y="204037"/>
                  </a:lnTo>
                  <a:lnTo>
                    <a:pt x="219760" y="209388"/>
                  </a:lnTo>
                  <a:lnTo>
                    <a:pt x="211282" y="203109"/>
                  </a:lnTo>
                  <a:lnTo>
                    <a:pt x="208028" y="207176"/>
                  </a:lnTo>
                  <a:lnTo>
                    <a:pt x="207367" y="216849"/>
                  </a:lnTo>
                  <a:lnTo>
                    <a:pt x="206058" y="224017"/>
                  </a:lnTo>
                  <a:lnTo>
                    <a:pt x="198495" y="232393"/>
                  </a:lnTo>
                  <a:lnTo>
                    <a:pt x="183230" y="248472"/>
                  </a:lnTo>
                  <a:lnTo>
                    <a:pt x="168080" y="255793"/>
                  </a:lnTo>
                  <a:lnTo>
                    <a:pt x="154785" y="255272"/>
                  </a:lnTo>
                  <a:lnTo>
                    <a:pt x="147858" y="258271"/>
                  </a:lnTo>
                  <a:lnTo>
                    <a:pt x="133368" y="268084"/>
                  </a:lnTo>
                  <a:lnTo>
                    <a:pt x="94488" y="284149"/>
                  </a:lnTo>
                  <a:lnTo>
                    <a:pt x="73465" y="284925"/>
                  </a:lnTo>
                  <a:lnTo>
                    <a:pt x="66563" y="281010"/>
                  </a:lnTo>
                  <a:lnTo>
                    <a:pt x="57831" y="267029"/>
                  </a:lnTo>
                  <a:lnTo>
                    <a:pt x="58594" y="262593"/>
                  </a:lnTo>
                  <a:lnTo>
                    <a:pt x="99318" y="235266"/>
                  </a:lnTo>
                  <a:lnTo>
                    <a:pt x="122806" y="219454"/>
                  </a:lnTo>
                  <a:lnTo>
                    <a:pt x="133495" y="204685"/>
                  </a:lnTo>
                  <a:lnTo>
                    <a:pt x="146549" y="191886"/>
                  </a:lnTo>
                  <a:lnTo>
                    <a:pt x="152942" y="181680"/>
                  </a:lnTo>
                  <a:lnTo>
                    <a:pt x="151518" y="174880"/>
                  </a:lnTo>
                  <a:lnTo>
                    <a:pt x="138338" y="168881"/>
                  </a:lnTo>
                  <a:lnTo>
                    <a:pt x="134042" y="174880"/>
                  </a:lnTo>
                  <a:lnTo>
                    <a:pt x="134944" y="180637"/>
                  </a:lnTo>
                  <a:lnTo>
                    <a:pt x="121497" y="206515"/>
                  </a:lnTo>
                  <a:lnTo>
                    <a:pt x="93445" y="226775"/>
                  </a:lnTo>
                  <a:lnTo>
                    <a:pt x="71126" y="244290"/>
                  </a:lnTo>
                  <a:lnTo>
                    <a:pt x="48540" y="258144"/>
                  </a:lnTo>
                  <a:lnTo>
                    <a:pt x="31458" y="258793"/>
                  </a:lnTo>
                  <a:lnTo>
                    <a:pt x="23234" y="259581"/>
                  </a:lnTo>
                  <a:lnTo>
                    <a:pt x="12405" y="258665"/>
                  </a:lnTo>
                  <a:lnTo>
                    <a:pt x="4042" y="245066"/>
                  </a:lnTo>
                  <a:lnTo>
                    <a:pt x="0" y="238799"/>
                  </a:lnTo>
                  <a:lnTo>
                    <a:pt x="2491" y="233563"/>
                  </a:lnTo>
                  <a:lnTo>
                    <a:pt x="19574" y="224157"/>
                  </a:lnTo>
                  <a:lnTo>
                    <a:pt x="29246" y="224805"/>
                  </a:lnTo>
                  <a:lnTo>
                    <a:pt x="69169" y="204685"/>
                  </a:lnTo>
                  <a:lnTo>
                    <a:pt x="79871" y="192267"/>
                  </a:lnTo>
                  <a:lnTo>
                    <a:pt x="84434" y="176583"/>
                  </a:lnTo>
                  <a:lnTo>
                    <a:pt x="125018" y="152129"/>
                  </a:lnTo>
                  <a:lnTo>
                    <a:pt x="165487" y="126911"/>
                  </a:lnTo>
                  <a:lnTo>
                    <a:pt x="210634" y="98161"/>
                  </a:lnTo>
                  <a:lnTo>
                    <a:pt x="230474" y="73325"/>
                  </a:lnTo>
                  <a:lnTo>
                    <a:pt x="254865" y="56472"/>
                  </a:lnTo>
                  <a:lnTo>
                    <a:pt x="280311" y="30454"/>
                  </a:lnTo>
                  <a:lnTo>
                    <a:pt x="289971" y="21302"/>
                  </a:lnTo>
                  <a:close/>
                </a:path>
              </a:pathLst>
            </a:custGeom>
            <a:solidFill>
              <a:srgbClr val="BAE0DF"/>
            </a:solidFill>
            <a:ln w="12700" cap="flat">
              <a:noFill/>
              <a:prstDash val="solid"/>
              <a:miter/>
            </a:ln>
          </p:spPr>
          <p:txBody>
            <a:bodyPr rtlCol="0" anchor="ctr"/>
            <a:lstStyle/>
            <a:p>
              <a:endParaRPr lang="de-CH"/>
            </a:p>
          </p:txBody>
        </p:sp>
        <p:sp>
          <p:nvSpPr>
            <p:cNvPr id="139" name="Freihandform: Form 138">
              <a:extLst>
                <a:ext uri="{FF2B5EF4-FFF2-40B4-BE49-F238E27FC236}">
                  <a16:creationId xmlns:a16="http://schemas.microsoft.com/office/drawing/2014/main" id="{8C3072E2-CB70-05B0-7AF3-AC62C661A633}"/>
                </a:ext>
              </a:extLst>
            </p:cNvPr>
            <p:cNvSpPr/>
            <p:nvPr/>
          </p:nvSpPr>
          <p:spPr>
            <a:xfrm>
              <a:off x="2887800" y="2873450"/>
              <a:ext cx="848520" cy="670653"/>
            </a:xfrm>
            <a:custGeom>
              <a:avLst/>
              <a:gdLst>
                <a:gd name="connsiteX0" fmla="*/ 707310 w 848520"/>
                <a:gd name="connsiteY0" fmla="*/ 0 h 670653"/>
                <a:gd name="connsiteX1" fmla="*/ 721673 w 848520"/>
                <a:gd name="connsiteY1" fmla="*/ 3800 h 670653"/>
                <a:gd name="connsiteX2" fmla="*/ 733938 w 848520"/>
                <a:gd name="connsiteY2" fmla="*/ 10727 h 670653"/>
                <a:gd name="connsiteX3" fmla="*/ 741119 w 848520"/>
                <a:gd name="connsiteY3" fmla="*/ 21950 h 670653"/>
                <a:gd name="connsiteX4" fmla="*/ 769692 w 848520"/>
                <a:gd name="connsiteY4" fmla="*/ 28369 h 670653"/>
                <a:gd name="connsiteX5" fmla="*/ 775958 w 848520"/>
                <a:gd name="connsiteY5" fmla="*/ 22624 h 670653"/>
                <a:gd name="connsiteX6" fmla="*/ 785491 w 848520"/>
                <a:gd name="connsiteY6" fmla="*/ 22624 h 670653"/>
                <a:gd name="connsiteX7" fmla="*/ 790829 w 848520"/>
                <a:gd name="connsiteY7" fmla="*/ 29157 h 670653"/>
                <a:gd name="connsiteX8" fmla="*/ 799052 w 848520"/>
                <a:gd name="connsiteY8" fmla="*/ 19726 h 670653"/>
                <a:gd name="connsiteX9" fmla="*/ 808445 w 848520"/>
                <a:gd name="connsiteY9" fmla="*/ 16879 h 670653"/>
                <a:gd name="connsiteX10" fmla="*/ 829849 w 848520"/>
                <a:gd name="connsiteY10" fmla="*/ 39338 h 670653"/>
                <a:gd name="connsiteX11" fmla="*/ 848521 w 848520"/>
                <a:gd name="connsiteY11" fmla="*/ 73986 h 670653"/>
                <a:gd name="connsiteX12" fmla="*/ 837806 w 848520"/>
                <a:gd name="connsiteY12" fmla="*/ 82222 h 670653"/>
                <a:gd name="connsiteX13" fmla="*/ 830383 w 848520"/>
                <a:gd name="connsiteY13" fmla="*/ 90064 h 670653"/>
                <a:gd name="connsiteX14" fmla="*/ 820851 w 848520"/>
                <a:gd name="connsiteY14" fmla="*/ 93064 h 670653"/>
                <a:gd name="connsiteX15" fmla="*/ 826201 w 848520"/>
                <a:gd name="connsiteY15" fmla="*/ 98428 h 670653"/>
                <a:gd name="connsiteX16" fmla="*/ 826329 w 848520"/>
                <a:gd name="connsiteY16" fmla="*/ 109003 h 670653"/>
                <a:gd name="connsiteX17" fmla="*/ 819147 w 848520"/>
                <a:gd name="connsiteY17" fmla="*/ 122069 h 670653"/>
                <a:gd name="connsiteX18" fmla="*/ 804403 w 848520"/>
                <a:gd name="connsiteY18" fmla="*/ 135681 h 670653"/>
                <a:gd name="connsiteX19" fmla="*/ 798925 w 848520"/>
                <a:gd name="connsiteY19" fmla="*/ 148608 h 670653"/>
                <a:gd name="connsiteX20" fmla="*/ 740979 w 848520"/>
                <a:gd name="connsiteY20" fmla="*/ 184158 h 670653"/>
                <a:gd name="connsiteX21" fmla="*/ 708619 w 848520"/>
                <a:gd name="connsiteY21" fmla="*/ 204037 h 670653"/>
                <a:gd name="connsiteX22" fmla="*/ 702226 w 848520"/>
                <a:gd name="connsiteY22" fmla="*/ 212527 h 670653"/>
                <a:gd name="connsiteX23" fmla="*/ 703395 w 848520"/>
                <a:gd name="connsiteY23" fmla="*/ 221412 h 670653"/>
                <a:gd name="connsiteX24" fmla="*/ 668036 w 848520"/>
                <a:gd name="connsiteY24" fmla="*/ 251725 h 670653"/>
                <a:gd name="connsiteX25" fmla="*/ 653165 w 848520"/>
                <a:gd name="connsiteY25" fmla="*/ 261029 h 670653"/>
                <a:gd name="connsiteX26" fmla="*/ 644547 w 848520"/>
                <a:gd name="connsiteY26" fmla="*/ 272507 h 670653"/>
                <a:gd name="connsiteX27" fmla="*/ 613738 w 848520"/>
                <a:gd name="connsiteY27" fmla="*/ 296173 h 670653"/>
                <a:gd name="connsiteX28" fmla="*/ 600049 w 848520"/>
                <a:gd name="connsiteY28" fmla="*/ 301791 h 670653"/>
                <a:gd name="connsiteX29" fmla="*/ 598867 w 848520"/>
                <a:gd name="connsiteY29" fmla="*/ 309506 h 670653"/>
                <a:gd name="connsiteX30" fmla="*/ 594685 w 848520"/>
                <a:gd name="connsiteY30" fmla="*/ 316573 h 670653"/>
                <a:gd name="connsiteX31" fmla="*/ 588419 w 848520"/>
                <a:gd name="connsiteY31" fmla="*/ 315785 h 670653"/>
                <a:gd name="connsiteX32" fmla="*/ 545103 w 848520"/>
                <a:gd name="connsiteY32" fmla="*/ 342057 h 670653"/>
                <a:gd name="connsiteX33" fmla="*/ 545103 w 848520"/>
                <a:gd name="connsiteY33" fmla="*/ 350929 h 670653"/>
                <a:gd name="connsiteX34" fmla="*/ 523165 w 848520"/>
                <a:gd name="connsiteY34" fmla="*/ 370541 h 670653"/>
                <a:gd name="connsiteX35" fmla="*/ 485721 w 848520"/>
                <a:gd name="connsiteY35" fmla="*/ 415776 h 670653"/>
                <a:gd name="connsiteX36" fmla="*/ 477243 w 848520"/>
                <a:gd name="connsiteY36" fmla="*/ 429630 h 670653"/>
                <a:gd name="connsiteX37" fmla="*/ 467710 w 848520"/>
                <a:gd name="connsiteY37" fmla="*/ 435642 h 670653"/>
                <a:gd name="connsiteX38" fmla="*/ 458317 w 848520"/>
                <a:gd name="connsiteY38" fmla="*/ 441400 h 670653"/>
                <a:gd name="connsiteX39" fmla="*/ 455445 w 848520"/>
                <a:gd name="connsiteY39" fmla="*/ 448454 h 670653"/>
                <a:gd name="connsiteX40" fmla="*/ 444743 w 848520"/>
                <a:gd name="connsiteY40" fmla="*/ 451466 h 670653"/>
                <a:gd name="connsiteX41" fmla="*/ 430266 w 848520"/>
                <a:gd name="connsiteY41" fmla="*/ 463744 h 670653"/>
                <a:gd name="connsiteX42" fmla="*/ 400117 w 848520"/>
                <a:gd name="connsiteY42" fmla="*/ 496549 h 670653"/>
                <a:gd name="connsiteX43" fmla="*/ 373223 w 848520"/>
                <a:gd name="connsiteY43" fmla="*/ 508700 h 670653"/>
                <a:gd name="connsiteX44" fmla="*/ 361478 w 848520"/>
                <a:gd name="connsiteY44" fmla="*/ 510531 h 670653"/>
                <a:gd name="connsiteX45" fmla="*/ 351691 w 848520"/>
                <a:gd name="connsiteY45" fmla="*/ 518627 h 670653"/>
                <a:gd name="connsiteX46" fmla="*/ 321022 w 848520"/>
                <a:gd name="connsiteY46" fmla="*/ 548305 h 670653"/>
                <a:gd name="connsiteX47" fmla="*/ 268313 w 848520"/>
                <a:gd name="connsiteY47" fmla="*/ 602286 h 670653"/>
                <a:gd name="connsiteX48" fmla="*/ 250696 w 848520"/>
                <a:gd name="connsiteY48" fmla="*/ 619788 h 670653"/>
                <a:gd name="connsiteX49" fmla="*/ 232800 w 848520"/>
                <a:gd name="connsiteY49" fmla="*/ 620970 h 670653"/>
                <a:gd name="connsiteX50" fmla="*/ 215324 w 848520"/>
                <a:gd name="connsiteY50" fmla="*/ 607776 h 670653"/>
                <a:gd name="connsiteX51" fmla="*/ 205664 w 848520"/>
                <a:gd name="connsiteY51" fmla="*/ 611170 h 670653"/>
                <a:gd name="connsiteX52" fmla="*/ 194962 w 848520"/>
                <a:gd name="connsiteY52" fmla="*/ 606988 h 670653"/>
                <a:gd name="connsiteX53" fmla="*/ 167177 w 848520"/>
                <a:gd name="connsiteY53" fmla="*/ 608946 h 670653"/>
                <a:gd name="connsiteX54" fmla="*/ 79210 w 848520"/>
                <a:gd name="connsiteY54" fmla="*/ 653012 h 670653"/>
                <a:gd name="connsiteX55" fmla="*/ 68635 w 848520"/>
                <a:gd name="connsiteY55" fmla="*/ 663193 h 670653"/>
                <a:gd name="connsiteX56" fmla="*/ 55073 w 848520"/>
                <a:gd name="connsiteY56" fmla="*/ 663714 h 670653"/>
                <a:gd name="connsiteX57" fmla="*/ 48286 w 848520"/>
                <a:gd name="connsiteY57" fmla="*/ 668557 h 670653"/>
                <a:gd name="connsiteX58" fmla="*/ 24404 w 848520"/>
                <a:gd name="connsiteY58" fmla="*/ 670654 h 670653"/>
                <a:gd name="connsiteX59" fmla="*/ 14083 w 848520"/>
                <a:gd name="connsiteY59" fmla="*/ 659672 h 670653"/>
                <a:gd name="connsiteX60" fmla="*/ 2351 w 848520"/>
                <a:gd name="connsiteY60" fmla="*/ 647115 h 670653"/>
                <a:gd name="connsiteX61" fmla="*/ 915 w 848520"/>
                <a:gd name="connsiteY61" fmla="*/ 638230 h 670653"/>
                <a:gd name="connsiteX62" fmla="*/ 0 w 848520"/>
                <a:gd name="connsiteY62" fmla="*/ 621758 h 670653"/>
                <a:gd name="connsiteX63" fmla="*/ 50104 w 848520"/>
                <a:gd name="connsiteY63" fmla="*/ 581250 h 670653"/>
                <a:gd name="connsiteX64" fmla="*/ 70986 w 848520"/>
                <a:gd name="connsiteY64" fmla="*/ 569735 h 670653"/>
                <a:gd name="connsiteX65" fmla="*/ 83392 w 848520"/>
                <a:gd name="connsiteY65" fmla="*/ 566735 h 670653"/>
                <a:gd name="connsiteX66" fmla="*/ 88082 w 848520"/>
                <a:gd name="connsiteY66" fmla="*/ 560202 h 670653"/>
                <a:gd name="connsiteX67" fmla="*/ 97487 w 848520"/>
                <a:gd name="connsiteY67" fmla="*/ 555232 h 670653"/>
                <a:gd name="connsiteX68" fmla="*/ 106359 w 848520"/>
                <a:gd name="connsiteY68" fmla="*/ 538379 h 670653"/>
                <a:gd name="connsiteX69" fmla="*/ 115231 w 848520"/>
                <a:gd name="connsiteY69" fmla="*/ 535379 h 670653"/>
                <a:gd name="connsiteX70" fmla="*/ 123581 w 848520"/>
                <a:gd name="connsiteY70" fmla="*/ 526622 h 670653"/>
                <a:gd name="connsiteX71" fmla="*/ 137537 w 848520"/>
                <a:gd name="connsiteY71" fmla="*/ 522160 h 670653"/>
                <a:gd name="connsiteX72" fmla="*/ 165462 w 848520"/>
                <a:gd name="connsiteY72" fmla="*/ 487665 h 670653"/>
                <a:gd name="connsiteX73" fmla="*/ 186090 w 848520"/>
                <a:gd name="connsiteY73" fmla="*/ 475641 h 670653"/>
                <a:gd name="connsiteX74" fmla="*/ 196284 w 848520"/>
                <a:gd name="connsiteY74" fmla="*/ 473798 h 670653"/>
                <a:gd name="connsiteX75" fmla="*/ 213887 w 848520"/>
                <a:gd name="connsiteY75" fmla="*/ 453284 h 670653"/>
                <a:gd name="connsiteX76" fmla="*/ 226280 w 848520"/>
                <a:gd name="connsiteY76" fmla="*/ 449102 h 670653"/>
                <a:gd name="connsiteX77" fmla="*/ 242473 w 848520"/>
                <a:gd name="connsiteY77" fmla="*/ 435769 h 670653"/>
                <a:gd name="connsiteX78" fmla="*/ 248739 w 848520"/>
                <a:gd name="connsiteY78" fmla="*/ 418382 h 670653"/>
                <a:gd name="connsiteX79" fmla="*/ 251077 w 848520"/>
                <a:gd name="connsiteY79" fmla="*/ 405977 h 670653"/>
                <a:gd name="connsiteX80" fmla="*/ 257738 w 848520"/>
                <a:gd name="connsiteY80" fmla="*/ 395122 h 670653"/>
                <a:gd name="connsiteX81" fmla="*/ 267016 w 848520"/>
                <a:gd name="connsiteY81" fmla="*/ 375777 h 670653"/>
                <a:gd name="connsiteX82" fmla="*/ 278226 w 848520"/>
                <a:gd name="connsiteY82" fmla="*/ 361008 h 670653"/>
                <a:gd name="connsiteX83" fmla="*/ 294801 w 848520"/>
                <a:gd name="connsiteY83" fmla="*/ 352123 h 670653"/>
                <a:gd name="connsiteX84" fmla="*/ 303939 w 848520"/>
                <a:gd name="connsiteY84" fmla="*/ 341930 h 670653"/>
                <a:gd name="connsiteX85" fmla="*/ 349353 w 848520"/>
                <a:gd name="connsiteY85" fmla="*/ 286246 h 670653"/>
                <a:gd name="connsiteX86" fmla="*/ 401948 w 848520"/>
                <a:gd name="connsiteY86" fmla="*/ 252272 h 670653"/>
                <a:gd name="connsiteX87" fmla="*/ 413946 w 848520"/>
                <a:gd name="connsiteY87" fmla="*/ 255539 h 670653"/>
                <a:gd name="connsiteX88" fmla="*/ 419043 w 848520"/>
                <a:gd name="connsiteY88" fmla="*/ 250823 h 670653"/>
                <a:gd name="connsiteX89" fmla="*/ 418649 w 848520"/>
                <a:gd name="connsiteY89" fmla="*/ 235012 h 670653"/>
                <a:gd name="connsiteX90" fmla="*/ 433774 w 848520"/>
                <a:gd name="connsiteY90" fmla="*/ 217230 h 670653"/>
                <a:gd name="connsiteX91" fmla="*/ 462105 w 848520"/>
                <a:gd name="connsiteY91" fmla="*/ 209922 h 670653"/>
                <a:gd name="connsiteX92" fmla="*/ 483636 w 848520"/>
                <a:gd name="connsiteY92" fmla="*/ 196589 h 670653"/>
                <a:gd name="connsiteX93" fmla="*/ 484284 w 848520"/>
                <a:gd name="connsiteY93" fmla="*/ 179468 h 670653"/>
                <a:gd name="connsiteX94" fmla="*/ 492126 w 848520"/>
                <a:gd name="connsiteY94" fmla="*/ 164305 h 670653"/>
                <a:gd name="connsiteX95" fmla="*/ 489762 w 848520"/>
                <a:gd name="connsiteY95" fmla="*/ 123785 h 670653"/>
                <a:gd name="connsiteX96" fmla="*/ 512082 w 848520"/>
                <a:gd name="connsiteY96" fmla="*/ 105482 h 670653"/>
                <a:gd name="connsiteX97" fmla="*/ 532443 w 848520"/>
                <a:gd name="connsiteY97" fmla="*/ 96331 h 670653"/>
                <a:gd name="connsiteX98" fmla="*/ 558677 w 848520"/>
                <a:gd name="connsiteY98" fmla="*/ 93585 h 670653"/>
                <a:gd name="connsiteX99" fmla="*/ 570548 w 848520"/>
                <a:gd name="connsiteY99" fmla="*/ 85362 h 670653"/>
                <a:gd name="connsiteX100" fmla="*/ 574069 w 848520"/>
                <a:gd name="connsiteY100" fmla="*/ 79477 h 670653"/>
                <a:gd name="connsiteX101" fmla="*/ 595333 w 848520"/>
                <a:gd name="connsiteY101" fmla="*/ 67567 h 670653"/>
                <a:gd name="connsiteX102" fmla="*/ 604218 w 848520"/>
                <a:gd name="connsiteY102" fmla="*/ 69919 h 670653"/>
                <a:gd name="connsiteX103" fmla="*/ 615962 w 848520"/>
                <a:gd name="connsiteY103" fmla="*/ 63132 h 670653"/>
                <a:gd name="connsiteX104" fmla="*/ 640238 w 848520"/>
                <a:gd name="connsiteY104" fmla="*/ 54628 h 670653"/>
                <a:gd name="connsiteX105" fmla="*/ 643759 w 848520"/>
                <a:gd name="connsiteY105" fmla="*/ 46926 h 670653"/>
                <a:gd name="connsiteX106" fmla="*/ 657054 w 848520"/>
                <a:gd name="connsiteY106" fmla="*/ 46799 h 670653"/>
                <a:gd name="connsiteX107" fmla="*/ 665544 w 848520"/>
                <a:gd name="connsiteY107" fmla="*/ 38703 h 670653"/>
                <a:gd name="connsiteX108" fmla="*/ 666714 w 848520"/>
                <a:gd name="connsiteY108" fmla="*/ 30326 h 670653"/>
                <a:gd name="connsiteX109" fmla="*/ 684203 w 848520"/>
                <a:gd name="connsiteY109" fmla="*/ 15557 h 670653"/>
                <a:gd name="connsiteX110" fmla="*/ 707310 w 848520"/>
                <a:gd name="connsiteY110" fmla="*/ 0 h 670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848520" h="670653">
                  <a:moveTo>
                    <a:pt x="707310" y="0"/>
                  </a:moveTo>
                  <a:lnTo>
                    <a:pt x="721673" y="3800"/>
                  </a:lnTo>
                  <a:lnTo>
                    <a:pt x="733938" y="10727"/>
                  </a:lnTo>
                  <a:lnTo>
                    <a:pt x="741119" y="21950"/>
                  </a:lnTo>
                  <a:lnTo>
                    <a:pt x="769692" y="28369"/>
                  </a:lnTo>
                  <a:lnTo>
                    <a:pt x="775958" y="22624"/>
                  </a:lnTo>
                  <a:lnTo>
                    <a:pt x="785491" y="22624"/>
                  </a:lnTo>
                  <a:lnTo>
                    <a:pt x="790829" y="29157"/>
                  </a:lnTo>
                  <a:lnTo>
                    <a:pt x="799052" y="19726"/>
                  </a:lnTo>
                  <a:lnTo>
                    <a:pt x="808445" y="16879"/>
                  </a:lnTo>
                  <a:lnTo>
                    <a:pt x="829849" y="39338"/>
                  </a:lnTo>
                  <a:lnTo>
                    <a:pt x="848521" y="73986"/>
                  </a:lnTo>
                  <a:lnTo>
                    <a:pt x="837806" y="82222"/>
                  </a:lnTo>
                  <a:lnTo>
                    <a:pt x="830383" y="90064"/>
                  </a:lnTo>
                  <a:lnTo>
                    <a:pt x="820851" y="93064"/>
                  </a:lnTo>
                  <a:lnTo>
                    <a:pt x="826201" y="98428"/>
                  </a:lnTo>
                  <a:lnTo>
                    <a:pt x="826329" y="109003"/>
                  </a:lnTo>
                  <a:lnTo>
                    <a:pt x="819147" y="122069"/>
                  </a:lnTo>
                  <a:lnTo>
                    <a:pt x="804403" y="135681"/>
                  </a:lnTo>
                  <a:lnTo>
                    <a:pt x="798925" y="148608"/>
                  </a:lnTo>
                  <a:lnTo>
                    <a:pt x="740979" y="184158"/>
                  </a:lnTo>
                  <a:lnTo>
                    <a:pt x="708619" y="204037"/>
                  </a:lnTo>
                  <a:lnTo>
                    <a:pt x="702226" y="212527"/>
                  </a:lnTo>
                  <a:lnTo>
                    <a:pt x="703395" y="221412"/>
                  </a:lnTo>
                  <a:lnTo>
                    <a:pt x="668036" y="251725"/>
                  </a:lnTo>
                  <a:lnTo>
                    <a:pt x="653165" y="261029"/>
                  </a:lnTo>
                  <a:lnTo>
                    <a:pt x="644547" y="272507"/>
                  </a:lnTo>
                  <a:lnTo>
                    <a:pt x="613738" y="296173"/>
                  </a:lnTo>
                  <a:lnTo>
                    <a:pt x="600049" y="301791"/>
                  </a:lnTo>
                  <a:lnTo>
                    <a:pt x="598867" y="309506"/>
                  </a:lnTo>
                  <a:lnTo>
                    <a:pt x="594685" y="316573"/>
                  </a:lnTo>
                  <a:lnTo>
                    <a:pt x="588419" y="315785"/>
                  </a:lnTo>
                  <a:lnTo>
                    <a:pt x="545103" y="342057"/>
                  </a:lnTo>
                  <a:lnTo>
                    <a:pt x="545103" y="350929"/>
                  </a:lnTo>
                  <a:lnTo>
                    <a:pt x="523165" y="370541"/>
                  </a:lnTo>
                  <a:lnTo>
                    <a:pt x="485721" y="415776"/>
                  </a:lnTo>
                  <a:lnTo>
                    <a:pt x="477243" y="429630"/>
                  </a:lnTo>
                  <a:lnTo>
                    <a:pt x="467710" y="435642"/>
                  </a:lnTo>
                  <a:lnTo>
                    <a:pt x="458317" y="441400"/>
                  </a:lnTo>
                  <a:lnTo>
                    <a:pt x="455445" y="448454"/>
                  </a:lnTo>
                  <a:lnTo>
                    <a:pt x="444743" y="451466"/>
                  </a:lnTo>
                  <a:lnTo>
                    <a:pt x="430266" y="463744"/>
                  </a:lnTo>
                  <a:lnTo>
                    <a:pt x="400117" y="496549"/>
                  </a:lnTo>
                  <a:lnTo>
                    <a:pt x="373223" y="508700"/>
                  </a:lnTo>
                  <a:lnTo>
                    <a:pt x="361478" y="510531"/>
                  </a:lnTo>
                  <a:lnTo>
                    <a:pt x="351691" y="518627"/>
                  </a:lnTo>
                  <a:lnTo>
                    <a:pt x="321022" y="548305"/>
                  </a:lnTo>
                  <a:lnTo>
                    <a:pt x="268313" y="602286"/>
                  </a:lnTo>
                  <a:lnTo>
                    <a:pt x="250696" y="619788"/>
                  </a:lnTo>
                  <a:lnTo>
                    <a:pt x="232800" y="620970"/>
                  </a:lnTo>
                  <a:lnTo>
                    <a:pt x="215324" y="607776"/>
                  </a:lnTo>
                  <a:lnTo>
                    <a:pt x="205664" y="611170"/>
                  </a:lnTo>
                  <a:lnTo>
                    <a:pt x="194962" y="606988"/>
                  </a:lnTo>
                  <a:lnTo>
                    <a:pt x="167177" y="608946"/>
                  </a:lnTo>
                  <a:lnTo>
                    <a:pt x="79210" y="653012"/>
                  </a:lnTo>
                  <a:lnTo>
                    <a:pt x="68635" y="663193"/>
                  </a:lnTo>
                  <a:lnTo>
                    <a:pt x="55073" y="663714"/>
                  </a:lnTo>
                  <a:lnTo>
                    <a:pt x="48286" y="668557"/>
                  </a:lnTo>
                  <a:lnTo>
                    <a:pt x="24404" y="670654"/>
                  </a:lnTo>
                  <a:lnTo>
                    <a:pt x="14083" y="659672"/>
                  </a:lnTo>
                  <a:lnTo>
                    <a:pt x="2351" y="647115"/>
                  </a:lnTo>
                  <a:lnTo>
                    <a:pt x="915" y="638230"/>
                  </a:lnTo>
                  <a:lnTo>
                    <a:pt x="0" y="621758"/>
                  </a:lnTo>
                  <a:lnTo>
                    <a:pt x="50104" y="581250"/>
                  </a:lnTo>
                  <a:lnTo>
                    <a:pt x="70986" y="569735"/>
                  </a:lnTo>
                  <a:lnTo>
                    <a:pt x="83392" y="566735"/>
                  </a:lnTo>
                  <a:lnTo>
                    <a:pt x="88082" y="560202"/>
                  </a:lnTo>
                  <a:lnTo>
                    <a:pt x="97487" y="555232"/>
                  </a:lnTo>
                  <a:lnTo>
                    <a:pt x="106359" y="538379"/>
                  </a:lnTo>
                  <a:lnTo>
                    <a:pt x="115231" y="535379"/>
                  </a:lnTo>
                  <a:lnTo>
                    <a:pt x="123581" y="526622"/>
                  </a:lnTo>
                  <a:lnTo>
                    <a:pt x="137537" y="522160"/>
                  </a:lnTo>
                  <a:lnTo>
                    <a:pt x="165462" y="487665"/>
                  </a:lnTo>
                  <a:lnTo>
                    <a:pt x="186090" y="475641"/>
                  </a:lnTo>
                  <a:lnTo>
                    <a:pt x="196284" y="473798"/>
                  </a:lnTo>
                  <a:lnTo>
                    <a:pt x="213887" y="453284"/>
                  </a:lnTo>
                  <a:lnTo>
                    <a:pt x="226280" y="449102"/>
                  </a:lnTo>
                  <a:lnTo>
                    <a:pt x="242473" y="435769"/>
                  </a:lnTo>
                  <a:lnTo>
                    <a:pt x="248739" y="418382"/>
                  </a:lnTo>
                  <a:lnTo>
                    <a:pt x="251077" y="405977"/>
                  </a:lnTo>
                  <a:lnTo>
                    <a:pt x="257738" y="395122"/>
                  </a:lnTo>
                  <a:lnTo>
                    <a:pt x="267016" y="375777"/>
                  </a:lnTo>
                  <a:lnTo>
                    <a:pt x="278226" y="361008"/>
                  </a:lnTo>
                  <a:lnTo>
                    <a:pt x="294801" y="352123"/>
                  </a:lnTo>
                  <a:lnTo>
                    <a:pt x="303939" y="341930"/>
                  </a:lnTo>
                  <a:lnTo>
                    <a:pt x="349353" y="286246"/>
                  </a:lnTo>
                  <a:lnTo>
                    <a:pt x="401948" y="252272"/>
                  </a:lnTo>
                  <a:lnTo>
                    <a:pt x="413946" y="255539"/>
                  </a:lnTo>
                  <a:lnTo>
                    <a:pt x="419043" y="250823"/>
                  </a:lnTo>
                  <a:lnTo>
                    <a:pt x="418649" y="235012"/>
                  </a:lnTo>
                  <a:lnTo>
                    <a:pt x="433774" y="217230"/>
                  </a:lnTo>
                  <a:lnTo>
                    <a:pt x="462105" y="209922"/>
                  </a:lnTo>
                  <a:lnTo>
                    <a:pt x="483636" y="196589"/>
                  </a:lnTo>
                  <a:lnTo>
                    <a:pt x="484284" y="179468"/>
                  </a:lnTo>
                  <a:lnTo>
                    <a:pt x="492126" y="164305"/>
                  </a:lnTo>
                  <a:lnTo>
                    <a:pt x="489762" y="123785"/>
                  </a:lnTo>
                  <a:lnTo>
                    <a:pt x="512082" y="105482"/>
                  </a:lnTo>
                  <a:lnTo>
                    <a:pt x="532443" y="96331"/>
                  </a:lnTo>
                  <a:lnTo>
                    <a:pt x="558677" y="93585"/>
                  </a:lnTo>
                  <a:lnTo>
                    <a:pt x="570548" y="85362"/>
                  </a:lnTo>
                  <a:lnTo>
                    <a:pt x="574069" y="79477"/>
                  </a:lnTo>
                  <a:lnTo>
                    <a:pt x="595333" y="67567"/>
                  </a:lnTo>
                  <a:lnTo>
                    <a:pt x="604218" y="69919"/>
                  </a:lnTo>
                  <a:lnTo>
                    <a:pt x="615962" y="63132"/>
                  </a:lnTo>
                  <a:lnTo>
                    <a:pt x="640238" y="54628"/>
                  </a:lnTo>
                  <a:lnTo>
                    <a:pt x="643759" y="46926"/>
                  </a:lnTo>
                  <a:lnTo>
                    <a:pt x="657054" y="46799"/>
                  </a:lnTo>
                  <a:lnTo>
                    <a:pt x="665544" y="38703"/>
                  </a:lnTo>
                  <a:lnTo>
                    <a:pt x="666714" y="30326"/>
                  </a:lnTo>
                  <a:lnTo>
                    <a:pt x="684203" y="15557"/>
                  </a:lnTo>
                  <a:lnTo>
                    <a:pt x="707310" y="0"/>
                  </a:lnTo>
                  <a:close/>
                </a:path>
              </a:pathLst>
            </a:custGeom>
            <a:solidFill>
              <a:srgbClr val="BAE0DF"/>
            </a:solidFill>
            <a:ln w="12700" cap="flat">
              <a:noFill/>
              <a:prstDash val="solid"/>
              <a:miter/>
            </a:ln>
          </p:spPr>
          <p:txBody>
            <a:bodyPr rtlCol="0" anchor="ctr"/>
            <a:lstStyle/>
            <a:p>
              <a:endParaRPr lang="de-CH"/>
            </a:p>
          </p:txBody>
        </p:sp>
        <p:sp>
          <p:nvSpPr>
            <p:cNvPr id="140" name="Freihandform: Form 139">
              <a:extLst>
                <a:ext uri="{FF2B5EF4-FFF2-40B4-BE49-F238E27FC236}">
                  <a16:creationId xmlns:a16="http://schemas.microsoft.com/office/drawing/2014/main" id="{C162DEA3-BCC0-22C1-4D8C-EA820D01D110}"/>
                </a:ext>
              </a:extLst>
            </p:cNvPr>
            <p:cNvSpPr/>
            <p:nvPr/>
          </p:nvSpPr>
          <p:spPr>
            <a:xfrm>
              <a:off x="6162063" y="2254311"/>
              <a:ext cx="68520" cy="118535"/>
            </a:xfrm>
            <a:custGeom>
              <a:avLst/>
              <a:gdLst>
                <a:gd name="connsiteX0" fmla="*/ 2872 w 68520"/>
                <a:gd name="connsiteY0" fmla="*/ 11630 h 118535"/>
                <a:gd name="connsiteX1" fmla="*/ 2872 w 68520"/>
                <a:gd name="connsiteY1" fmla="*/ 2606 h 118535"/>
                <a:gd name="connsiteX2" fmla="*/ 7448 w 68520"/>
                <a:gd name="connsiteY2" fmla="*/ 0 h 118535"/>
                <a:gd name="connsiteX3" fmla="*/ 13053 w 68520"/>
                <a:gd name="connsiteY3" fmla="*/ 4321 h 118535"/>
                <a:gd name="connsiteX4" fmla="*/ 23628 w 68520"/>
                <a:gd name="connsiteY4" fmla="*/ 5491 h 118535"/>
                <a:gd name="connsiteX5" fmla="*/ 34839 w 68520"/>
                <a:gd name="connsiteY5" fmla="*/ 4957 h 118535"/>
                <a:gd name="connsiteX6" fmla="*/ 42147 w 68520"/>
                <a:gd name="connsiteY6" fmla="*/ 14756 h 118535"/>
                <a:gd name="connsiteX7" fmla="*/ 52989 w 68520"/>
                <a:gd name="connsiteY7" fmla="*/ 61949 h 118535"/>
                <a:gd name="connsiteX8" fmla="*/ 59509 w 68520"/>
                <a:gd name="connsiteY8" fmla="*/ 73058 h 118535"/>
                <a:gd name="connsiteX9" fmla="*/ 65636 w 68520"/>
                <a:gd name="connsiteY9" fmla="*/ 85870 h 118535"/>
                <a:gd name="connsiteX10" fmla="*/ 68521 w 68520"/>
                <a:gd name="connsiteY10" fmla="*/ 98542 h 118535"/>
                <a:gd name="connsiteX11" fmla="*/ 66169 w 68520"/>
                <a:gd name="connsiteY11" fmla="*/ 108876 h 118535"/>
                <a:gd name="connsiteX12" fmla="*/ 61467 w 68520"/>
                <a:gd name="connsiteY12" fmla="*/ 112002 h 118535"/>
                <a:gd name="connsiteX13" fmla="*/ 61975 w 68520"/>
                <a:gd name="connsiteY13" fmla="*/ 117900 h 118535"/>
                <a:gd name="connsiteX14" fmla="*/ 58581 w 68520"/>
                <a:gd name="connsiteY14" fmla="*/ 118535 h 118535"/>
                <a:gd name="connsiteX15" fmla="*/ 52722 w 68520"/>
                <a:gd name="connsiteY15" fmla="*/ 114493 h 118535"/>
                <a:gd name="connsiteX16" fmla="*/ 49595 w 68520"/>
                <a:gd name="connsiteY16" fmla="*/ 107172 h 118535"/>
                <a:gd name="connsiteX17" fmla="*/ 42528 w 68520"/>
                <a:gd name="connsiteY17" fmla="*/ 103652 h 118535"/>
                <a:gd name="connsiteX18" fmla="*/ 28700 w 68520"/>
                <a:gd name="connsiteY18" fmla="*/ 78930 h 118535"/>
                <a:gd name="connsiteX19" fmla="*/ 28318 w 68520"/>
                <a:gd name="connsiteY19" fmla="*/ 70580 h 118535"/>
                <a:gd name="connsiteX20" fmla="*/ 22446 w 68520"/>
                <a:gd name="connsiteY20" fmla="*/ 67034 h 118535"/>
                <a:gd name="connsiteX21" fmla="*/ 16968 w 68520"/>
                <a:gd name="connsiteY21" fmla="*/ 53065 h 118535"/>
                <a:gd name="connsiteX22" fmla="*/ 0 w 68520"/>
                <a:gd name="connsiteY22" fmla="*/ 26920 h 118535"/>
                <a:gd name="connsiteX23" fmla="*/ 661 w 68520"/>
                <a:gd name="connsiteY23" fmla="*/ 21429 h 118535"/>
                <a:gd name="connsiteX24" fmla="*/ 5859 w 68520"/>
                <a:gd name="connsiteY24" fmla="*/ 19065 h 118535"/>
                <a:gd name="connsiteX25" fmla="*/ 2872 w 68520"/>
                <a:gd name="connsiteY25" fmla="*/ 11630 h 118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8520" h="118535">
                  <a:moveTo>
                    <a:pt x="2872" y="11630"/>
                  </a:moveTo>
                  <a:lnTo>
                    <a:pt x="2872" y="2606"/>
                  </a:lnTo>
                  <a:lnTo>
                    <a:pt x="7448" y="0"/>
                  </a:lnTo>
                  <a:lnTo>
                    <a:pt x="13053" y="4321"/>
                  </a:lnTo>
                  <a:lnTo>
                    <a:pt x="23628" y="5491"/>
                  </a:lnTo>
                  <a:lnTo>
                    <a:pt x="34839" y="4957"/>
                  </a:lnTo>
                  <a:lnTo>
                    <a:pt x="42147" y="14756"/>
                  </a:lnTo>
                  <a:lnTo>
                    <a:pt x="52989" y="61949"/>
                  </a:lnTo>
                  <a:lnTo>
                    <a:pt x="59509" y="73058"/>
                  </a:lnTo>
                  <a:lnTo>
                    <a:pt x="65636" y="85870"/>
                  </a:lnTo>
                  <a:lnTo>
                    <a:pt x="68521" y="98542"/>
                  </a:lnTo>
                  <a:lnTo>
                    <a:pt x="66169" y="108876"/>
                  </a:lnTo>
                  <a:lnTo>
                    <a:pt x="61467" y="112002"/>
                  </a:lnTo>
                  <a:lnTo>
                    <a:pt x="61975" y="117900"/>
                  </a:lnTo>
                  <a:lnTo>
                    <a:pt x="58581" y="118535"/>
                  </a:lnTo>
                  <a:lnTo>
                    <a:pt x="52722" y="114493"/>
                  </a:lnTo>
                  <a:lnTo>
                    <a:pt x="49595" y="107172"/>
                  </a:lnTo>
                  <a:lnTo>
                    <a:pt x="42528" y="103652"/>
                  </a:lnTo>
                  <a:lnTo>
                    <a:pt x="28700" y="78930"/>
                  </a:lnTo>
                  <a:lnTo>
                    <a:pt x="28318" y="70580"/>
                  </a:lnTo>
                  <a:lnTo>
                    <a:pt x="22446" y="67034"/>
                  </a:lnTo>
                  <a:lnTo>
                    <a:pt x="16968" y="53065"/>
                  </a:lnTo>
                  <a:lnTo>
                    <a:pt x="0" y="26920"/>
                  </a:lnTo>
                  <a:lnTo>
                    <a:pt x="661" y="21429"/>
                  </a:lnTo>
                  <a:lnTo>
                    <a:pt x="5859" y="19065"/>
                  </a:lnTo>
                  <a:lnTo>
                    <a:pt x="2872" y="11630"/>
                  </a:lnTo>
                  <a:close/>
                </a:path>
              </a:pathLst>
            </a:custGeom>
            <a:solidFill>
              <a:srgbClr val="BAE0DF"/>
            </a:solidFill>
            <a:ln w="12700" cap="flat">
              <a:noFill/>
              <a:prstDash val="solid"/>
              <a:miter/>
            </a:ln>
          </p:spPr>
          <p:txBody>
            <a:bodyPr rtlCol="0" anchor="ctr"/>
            <a:lstStyle/>
            <a:p>
              <a:endParaRPr lang="de-CH"/>
            </a:p>
          </p:txBody>
        </p:sp>
        <p:sp>
          <p:nvSpPr>
            <p:cNvPr id="141" name="Freihandform: Form 140">
              <a:extLst>
                <a:ext uri="{FF2B5EF4-FFF2-40B4-BE49-F238E27FC236}">
                  <a16:creationId xmlns:a16="http://schemas.microsoft.com/office/drawing/2014/main" id="{A6550986-BA02-E754-7828-C3F6F9728E44}"/>
                </a:ext>
              </a:extLst>
            </p:cNvPr>
            <p:cNvSpPr/>
            <p:nvPr/>
          </p:nvSpPr>
          <p:spPr>
            <a:xfrm>
              <a:off x="5915155" y="2386205"/>
              <a:ext cx="143803" cy="165474"/>
            </a:xfrm>
            <a:custGeom>
              <a:avLst/>
              <a:gdLst>
                <a:gd name="connsiteX0" fmla="*/ 915 w 143803"/>
                <a:gd name="connsiteY0" fmla="*/ 24696 h 165474"/>
                <a:gd name="connsiteX1" fmla="*/ 7169 w 143803"/>
                <a:gd name="connsiteY1" fmla="*/ 13714 h 165474"/>
                <a:gd name="connsiteX2" fmla="*/ 0 w 143803"/>
                <a:gd name="connsiteY2" fmla="*/ 4690 h 165474"/>
                <a:gd name="connsiteX3" fmla="*/ 6775 w 143803"/>
                <a:gd name="connsiteY3" fmla="*/ 0 h 165474"/>
                <a:gd name="connsiteX4" fmla="*/ 23222 w 143803"/>
                <a:gd name="connsiteY4" fmla="*/ 8084 h 165474"/>
                <a:gd name="connsiteX5" fmla="*/ 46329 w 143803"/>
                <a:gd name="connsiteY5" fmla="*/ 30327 h 165474"/>
                <a:gd name="connsiteX6" fmla="*/ 67593 w 143803"/>
                <a:gd name="connsiteY6" fmla="*/ 54501 h 165474"/>
                <a:gd name="connsiteX7" fmla="*/ 107414 w 143803"/>
                <a:gd name="connsiteY7" fmla="*/ 82464 h 165474"/>
                <a:gd name="connsiteX8" fmla="*/ 127763 w 143803"/>
                <a:gd name="connsiteY8" fmla="*/ 98542 h 165474"/>
                <a:gd name="connsiteX9" fmla="*/ 142253 w 143803"/>
                <a:gd name="connsiteY9" fmla="*/ 121815 h 165474"/>
                <a:gd name="connsiteX10" fmla="*/ 143804 w 143803"/>
                <a:gd name="connsiteY10" fmla="*/ 137232 h 165474"/>
                <a:gd name="connsiteX11" fmla="*/ 137944 w 143803"/>
                <a:gd name="connsiteY11" fmla="*/ 147553 h 165474"/>
                <a:gd name="connsiteX12" fmla="*/ 132847 w 143803"/>
                <a:gd name="connsiteY12" fmla="*/ 156310 h 165474"/>
                <a:gd name="connsiteX13" fmla="*/ 127242 w 143803"/>
                <a:gd name="connsiteY13" fmla="*/ 164292 h 165474"/>
                <a:gd name="connsiteX14" fmla="*/ 117061 w 143803"/>
                <a:gd name="connsiteY14" fmla="*/ 165474 h 165474"/>
                <a:gd name="connsiteX15" fmla="*/ 99178 w 143803"/>
                <a:gd name="connsiteY15" fmla="*/ 152904 h 165474"/>
                <a:gd name="connsiteX16" fmla="*/ 52074 w 143803"/>
                <a:gd name="connsiteY16" fmla="*/ 120633 h 165474"/>
                <a:gd name="connsiteX17" fmla="*/ 17235 w 143803"/>
                <a:gd name="connsiteY17" fmla="*/ 82337 h 165474"/>
                <a:gd name="connsiteX18" fmla="*/ 5859 w 143803"/>
                <a:gd name="connsiteY18" fmla="*/ 70173 h 165474"/>
                <a:gd name="connsiteX19" fmla="*/ 2351 w 143803"/>
                <a:gd name="connsiteY19" fmla="*/ 57374 h 165474"/>
                <a:gd name="connsiteX20" fmla="*/ 4817 w 143803"/>
                <a:gd name="connsiteY20" fmla="*/ 43914 h 165474"/>
                <a:gd name="connsiteX21" fmla="*/ 1297 w 143803"/>
                <a:gd name="connsiteY21" fmla="*/ 34623 h 165474"/>
                <a:gd name="connsiteX22" fmla="*/ 915 w 143803"/>
                <a:gd name="connsiteY22" fmla="*/ 24696 h 165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3803" h="165474">
                  <a:moveTo>
                    <a:pt x="915" y="24696"/>
                  </a:moveTo>
                  <a:lnTo>
                    <a:pt x="7169" y="13714"/>
                  </a:lnTo>
                  <a:lnTo>
                    <a:pt x="0" y="4690"/>
                  </a:lnTo>
                  <a:lnTo>
                    <a:pt x="6775" y="0"/>
                  </a:lnTo>
                  <a:lnTo>
                    <a:pt x="23222" y="8084"/>
                  </a:lnTo>
                  <a:lnTo>
                    <a:pt x="46329" y="30327"/>
                  </a:lnTo>
                  <a:lnTo>
                    <a:pt x="67593" y="54501"/>
                  </a:lnTo>
                  <a:lnTo>
                    <a:pt x="107414" y="82464"/>
                  </a:lnTo>
                  <a:lnTo>
                    <a:pt x="127763" y="98542"/>
                  </a:lnTo>
                  <a:lnTo>
                    <a:pt x="142253" y="121815"/>
                  </a:lnTo>
                  <a:lnTo>
                    <a:pt x="143804" y="137232"/>
                  </a:lnTo>
                  <a:lnTo>
                    <a:pt x="137944" y="147553"/>
                  </a:lnTo>
                  <a:lnTo>
                    <a:pt x="132847" y="156310"/>
                  </a:lnTo>
                  <a:lnTo>
                    <a:pt x="127242" y="164292"/>
                  </a:lnTo>
                  <a:lnTo>
                    <a:pt x="117061" y="165474"/>
                  </a:lnTo>
                  <a:lnTo>
                    <a:pt x="99178" y="152904"/>
                  </a:lnTo>
                  <a:lnTo>
                    <a:pt x="52074" y="120633"/>
                  </a:lnTo>
                  <a:lnTo>
                    <a:pt x="17235" y="82337"/>
                  </a:lnTo>
                  <a:lnTo>
                    <a:pt x="5859" y="70173"/>
                  </a:lnTo>
                  <a:lnTo>
                    <a:pt x="2351" y="57374"/>
                  </a:lnTo>
                  <a:lnTo>
                    <a:pt x="4817" y="43914"/>
                  </a:lnTo>
                  <a:lnTo>
                    <a:pt x="1297" y="34623"/>
                  </a:lnTo>
                  <a:lnTo>
                    <a:pt x="915" y="24696"/>
                  </a:lnTo>
                  <a:close/>
                </a:path>
              </a:pathLst>
            </a:custGeom>
            <a:solidFill>
              <a:srgbClr val="BAE0DF"/>
            </a:solidFill>
            <a:ln w="12700" cap="flat">
              <a:noFill/>
              <a:prstDash val="solid"/>
              <a:miter/>
            </a:ln>
          </p:spPr>
          <p:txBody>
            <a:bodyPr rtlCol="0" anchor="ctr"/>
            <a:lstStyle/>
            <a:p>
              <a:endParaRPr lang="de-CH"/>
            </a:p>
          </p:txBody>
        </p:sp>
        <p:sp>
          <p:nvSpPr>
            <p:cNvPr id="142" name="Freihandform: Form 141">
              <a:extLst>
                <a:ext uri="{FF2B5EF4-FFF2-40B4-BE49-F238E27FC236}">
                  <a16:creationId xmlns:a16="http://schemas.microsoft.com/office/drawing/2014/main" id="{15FA1176-0524-32F5-D638-65B6154FEE2D}"/>
                </a:ext>
              </a:extLst>
            </p:cNvPr>
            <p:cNvSpPr/>
            <p:nvPr/>
          </p:nvSpPr>
          <p:spPr>
            <a:xfrm>
              <a:off x="6067448" y="1952126"/>
              <a:ext cx="72155" cy="218539"/>
            </a:xfrm>
            <a:custGeom>
              <a:avLst/>
              <a:gdLst>
                <a:gd name="connsiteX0" fmla="*/ 3266 w 72155"/>
                <a:gd name="connsiteY0" fmla="*/ 10460 h 218539"/>
                <a:gd name="connsiteX1" fmla="*/ 8490 w 72155"/>
                <a:gd name="connsiteY1" fmla="*/ 7321 h 218539"/>
                <a:gd name="connsiteX2" fmla="*/ 6660 w 72155"/>
                <a:gd name="connsiteY2" fmla="*/ 1042 h 218539"/>
                <a:gd name="connsiteX3" fmla="*/ 12138 w 72155"/>
                <a:gd name="connsiteY3" fmla="*/ 0 h 218539"/>
                <a:gd name="connsiteX4" fmla="*/ 20234 w 72155"/>
                <a:gd name="connsiteY4" fmla="*/ 5097 h 218539"/>
                <a:gd name="connsiteX5" fmla="*/ 31585 w 72155"/>
                <a:gd name="connsiteY5" fmla="*/ 19739 h 218539"/>
                <a:gd name="connsiteX6" fmla="*/ 36415 w 72155"/>
                <a:gd name="connsiteY6" fmla="*/ 29272 h 218539"/>
                <a:gd name="connsiteX7" fmla="*/ 47104 w 72155"/>
                <a:gd name="connsiteY7" fmla="*/ 77507 h 218539"/>
                <a:gd name="connsiteX8" fmla="*/ 60818 w 72155"/>
                <a:gd name="connsiteY8" fmla="*/ 121815 h 218539"/>
                <a:gd name="connsiteX9" fmla="*/ 62776 w 72155"/>
                <a:gd name="connsiteY9" fmla="*/ 127966 h 218539"/>
                <a:gd name="connsiteX10" fmla="*/ 61327 w 72155"/>
                <a:gd name="connsiteY10" fmla="*/ 138033 h 218539"/>
                <a:gd name="connsiteX11" fmla="*/ 71114 w 72155"/>
                <a:gd name="connsiteY11" fmla="*/ 159983 h 218539"/>
                <a:gd name="connsiteX12" fmla="*/ 72155 w 72155"/>
                <a:gd name="connsiteY12" fmla="*/ 170825 h 218539"/>
                <a:gd name="connsiteX13" fmla="*/ 65127 w 72155"/>
                <a:gd name="connsiteY13" fmla="*/ 185200 h 218539"/>
                <a:gd name="connsiteX14" fmla="*/ 60030 w 72155"/>
                <a:gd name="connsiteY14" fmla="*/ 199728 h 218539"/>
                <a:gd name="connsiteX15" fmla="*/ 65902 w 72155"/>
                <a:gd name="connsiteY15" fmla="*/ 206897 h 218539"/>
                <a:gd name="connsiteX16" fmla="*/ 66296 w 72155"/>
                <a:gd name="connsiteY16" fmla="*/ 212527 h 218539"/>
                <a:gd name="connsiteX17" fmla="*/ 60691 w 72155"/>
                <a:gd name="connsiteY17" fmla="*/ 217878 h 218539"/>
                <a:gd name="connsiteX18" fmla="*/ 54298 w 72155"/>
                <a:gd name="connsiteY18" fmla="*/ 218539 h 218539"/>
                <a:gd name="connsiteX19" fmla="*/ 44765 w 72155"/>
                <a:gd name="connsiteY19" fmla="*/ 199728 h 218539"/>
                <a:gd name="connsiteX20" fmla="*/ 31457 w 72155"/>
                <a:gd name="connsiteY20" fmla="*/ 165207 h 218539"/>
                <a:gd name="connsiteX21" fmla="*/ 29615 w 72155"/>
                <a:gd name="connsiteY21" fmla="*/ 152141 h 218539"/>
                <a:gd name="connsiteX22" fmla="*/ 23755 w 72155"/>
                <a:gd name="connsiteY22" fmla="*/ 145087 h 218539"/>
                <a:gd name="connsiteX23" fmla="*/ 18786 w 72155"/>
                <a:gd name="connsiteY23" fmla="*/ 121942 h 218539"/>
                <a:gd name="connsiteX24" fmla="*/ 17235 w 72155"/>
                <a:gd name="connsiteY24" fmla="*/ 114900 h 218539"/>
                <a:gd name="connsiteX25" fmla="*/ 5605 w 72155"/>
                <a:gd name="connsiteY25" fmla="*/ 62610 h 218539"/>
                <a:gd name="connsiteX26" fmla="*/ 0 w 72155"/>
                <a:gd name="connsiteY26" fmla="*/ 30848 h 218539"/>
                <a:gd name="connsiteX27" fmla="*/ 3266 w 72155"/>
                <a:gd name="connsiteY27" fmla="*/ 10460 h 21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72155" h="218539">
                  <a:moveTo>
                    <a:pt x="3266" y="10460"/>
                  </a:moveTo>
                  <a:lnTo>
                    <a:pt x="8490" y="7321"/>
                  </a:lnTo>
                  <a:lnTo>
                    <a:pt x="6660" y="1042"/>
                  </a:lnTo>
                  <a:lnTo>
                    <a:pt x="12138" y="0"/>
                  </a:lnTo>
                  <a:lnTo>
                    <a:pt x="20234" y="5097"/>
                  </a:lnTo>
                  <a:lnTo>
                    <a:pt x="31585" y="19739"/>
                  </a:lnTo>
                  <a:lnTo>
                    <a:pt x="36415" y="29272"/>
                  </a:lnTo>
                  <a:lnTo>
                    <a:pt x="47104" y="77507"/>
                  </a:lnTo>
                  <a:lnTo>
                    <a:pt x="60818" y="121815"/>
                  </a:lnTo>
                  <a:lnTo>
                    <a:pt x="62776" y="127966"/>
                  </a:lnTo>
                  <a:lnTo>
                    <a:pt x="61327" y="138033"/>
                  </a:lnTo>
                  <a:lnTo>
                    <a:pt x="71114" y="159983"/>
                  </a:lnTo>
                  <a:lnTo>
                    <a:pt x="72155" y="170825"/>
                  </a:lnTo>
                  <a:lnTo>
                    <a:pt x="65127" y="185200"/>
                  </a:lnTo>
                  <a:lnTo>
                    <a:pt x="60030" y="199728"/>
                  </a:lnTo>
                  <a:lnTo>
                    <a:pt x="65902" y="206897"/>
                  </a:lnTo>
                  <a:lnTo>
                    <a:pt x="66296" y="212527"/>
                  </a:lnTo>
                  <a:lnTo>
                    <a:pt x="60691" y="217878"/>
                  </a:lnTo>
                  <a:lnTo>
                    <a:pt x="54298" y="218539"/>
                  </a:lnTo>
                  <a:lnTo>
                    <a:pt x="44765" y="199728"/>
                  </a:lnTo>
                  <a:lnTo>
                    <a:pt x="31457" y="165207"/>
                  </a:lnTo>
                  <a:lnTo>
                    <a:pt x="29615" y="152141"/>
                  </a:lnTo>
                  <a:lnTo>
                    <a:pt x="23755" y="145087"/>
                  </a:lnTo>
                  <a:lnTo>
                    <a:pt x="18786" y="121942"/>
                  </a:lnTo>
                  <a:lnTo>
                    <a:pt x="17235" y="114900"/>
                  </a:lnTo>
                  <a:lnTo>
                    <a:pt x="5605" y="62610"/>
                  </a:lnTo>
                  <a:lnTo>
                    <a:pt x="0" y="30848"/>
                  </a:lnTo>
                  <a:lnTo>
                    <a:pt x="3266" y="10460"/>
                  </a:lnTo>
                  <a:close/>
                </a:path>
              </a:pathLst>
            </a:custGeom>
            <a:solidFill>
              <a:srgbClr val="BAE0DF"/>
            </a:solidFill>
            <a:ln w="12700" cap="flat">
              <a:noFill/>
              <a:prstDash val="solid"/>
              <a:miter/>
            </a:ln>
          </p:spPr>
          <p:txBody>
            <a:bodyPr rtlCol="0" anchor="ctr"/>
            <a:lstStyle/>
            <a:p>
              <a:endParaRPr lang="de-CH"/>
            </a:p>
          </p:txBody>
        </p:sp>
        <p:sp>
          <p:nvSpPr>
            <p:cNvPr id="143" name="Freihandform: Form 142">
              <a:extLst>
                <a:ext uri="{FF2B5EF4-FFF2-40B4-BE49-F238E27FC236}">
                  <a16:creationId xmlns:a16="http://schemas.microsoft.com/office/drawing/2014/main" id="{FC6E618C-8D3A-937E-CCC2-6D34E357D392}"/>
                </a:ext>
              </a:extLst>
            </p:cNvPr>
            <p:cNvSpPr/>
            <p:nvPr/>
          </p:nvSpPr>
          <p:spPr>
            <a:xfrm>
              <a:off x="6588402" y="2356793"/>
              <a:ext cx="155178" cy="354080"/>
            </a:xfrm>
            <a:custGeom>
              <a:avLst/>
              <a:gdLst>
                <a:gd name="connsiteX0" fmla="*/ 1703 w 155178"/>
                <a:gd name="connsiteY0" fmla="*/ 23781 h 354080"/>
                <a:gd name="connsiteX1" fmla="*/ 19205 w 155178"/>
                <a:gd name="connsiteY1" fmla="*/ 7969 h 354080"/>
                <a:gd name="connsiteX2" fmla="*/ 45159 w 155178"/>
                <a:gd name="connsiteY2" fmla="*/ 0 h 354080"/>
                <a:gd name="connsiteX3" fmla="*/ 57437 w 155178"/>
                <a:gd name="connsiteY3" fmla="*/ 9012 h 354080"/>
                <a:gd name="connsiteX4" fmla="*/ 58988 w 155178"/>
                <a:gd name="connsiteY4" fmla="*/ 15939 h 354080"/>
                <a:gd name="connsiteX5" fmla="*/ 67872 w 155178"/>
                <a:gd name="connsiteY5" fmla="*/ 11236 h 354080"/>
                <a:gd name="connsiteX6" fmla="*/ 85222 w 155178"/>
                <a:gd name="connsiteY6" fmla="*/ 12392 h 354080"/>
                <a:gd name="connsiteX7" fmla="*/ 92657 w 155178"/>
                <a:gd name="connsiteY7" fmla="*/ 20120 h 354080"/>
                <a:gd name="connsiteX8" fmla="*/ 99724 w 155178"/>
                <a:gd name="connsiteY8" fmla="*/ 22472 h 354080"/>
                <a:gd name="connsiteX9" fmla="*/ 109765 w 155178"/>
                <a:gd name="connsiteY9" fmla="*/ 30708 h 354080"/>
                <a:gd name="connsiteX10" fmla="*/ 118879 w 155178"/>
                <a:gd name="connsiteY10" fmla="*/ 32004 h 354080"/>
                <a:gd name="connsiteX11" fmla="*/ 123200 w 155178"/>
                <a:gd name="connsiteY11" fmla="*/ 40647 h 354080"/>
                <a:gd name="connsiteX12" fmla="*/ 114074 w 155178"/>
                <a:gd name="connsiteY12" fmla="*/ 75155 h 354080"/>
                <a:gd name="connsiteX13" fmla="*/ 114582 w 155178"/>
                <a:gd name="connsiteY13" fmla="*/ 81689 h 354080"/>
                <a:gd name="connsiteX14" fmla="*/ 104147 w 155178"/>
                <a:gd name="connsiteY14" fmla="*/ 101415 h 354080"/>
                <a:gd name="connsiteX15" fmla="*/ 105838 w 155178"/>
                <a:gd name="connsiteY15" fmla="*/ 133432 h 354080"/>
                <a:gd name="connsiteX16" fmla="*/ 102190 w 155178"/>
                <a:gd name="connsiteY16" fmla="*/ 143104 h 354080"/>
                <a:gd name="connsiteX17" fmla="*/ 95008 w 155178"/>
                <a:gd name="connsiteY17" fmla="*/ 150171 h 354080"/>
                <a:gd name="connsiteX18" fmla="*/ 90980 w 155178"/>
                <a:gd name="connsiteY18" fmla="*/ 155535 h 354080"/>
                <a:gd name="connsiteX19" fmla="*/ 90980 w 155178"/>
                <a:gd name="connsiteY19" fmla="*/ 162589 h 354080"/>
                <a:gd name="connsiteX20" fmla="*/ 84968 w 155178"/>
                <a:gd name="connsiteY20" fmla="*/ 170278 h 354080"/>
                <a:gd name="connsiteX21" fmla="*/ 86264 w 155178"/>
                <a:gd name="connsiteY21" fmla="*/ 182188 h 354080"/>
                <a:gd name="connsiteX22" fmla="*/ 94360 w 155178"/>
                <a:gd name="connsiteY22" fmla="*/ 194224 h 354080"/>
                <a:gd name="connsiteX23" fmla="*/ 103105 w 155178"/>
                <a:gd name="connsiteY23" fmla="*/ 219975 h 354080"/>
                <a:gd name="connsiteX24" fmla="*/ 113273 w 155178"/>
                <a:gd name="connsiteY24" fmla="*/ 228847 h 354080"/>
                <a:gd name="connsiteX25" fmla="*/ 122018 w 155178"/>
                <a:gd name="connsiteY25" fmla="*/ 245574 h 354080"/>
                <a:gd name="connsiteX26" fmla="*/ 135198 w 155178"/>
                <a:gd name="connsiteY26" fmla="*/ 258398 h 354080"/>
                <a:gd name="connsiteX27" fmla="*/ 143307 w 155178"/>
                <a:gd name="connsiteY27" fmla="*/ 271465 h 354080"/>
                <a:gd name="connsiteX28" fmla="*/ 143180 w 155178"/>
                <a:gd name="connsiteY28" fmla="*/ 293822 h 354080"/>
                <a:gd name="connsiteX29" fmla="*/ 152039 w 155178"/>
                <a:gd name="connsiteY29" fmla="*/ 314069 h 354080"/>
                <a:gd name="connsiteX30" fmla="*/ 155179 w 155178"/>
                <a:gd name="connsiteY30" fmla="*/ 328584 h 354080"/>
                <a:gd name="connsiteX31" fmla="*/ 151251 w 155178"/>
                <a:gd name="connsiteY31" fmla="*/ 334850 h 354080"/>
                <a:gd name="connsiteX32" fmla="*/ 138338 w 155178"/>
                <a:gd name="connsiteY32" fmla="*/ 352365 h 354080"/>
                <a:gd name="connsiteX33" fmla="*/ 130635 w 155178"/>
                <a:gd name="connsiteY33" fmla="*/ 354081 h 354080"/>
                <a:gd name="connsiteX34" fmla="*/ 119158 w 155178"/>
                <a:gd name="connsiteY34" fmla="*/ 334469 h 354080"/>
                <a:gd name="connsiteX35" fmla="*/ 106880 w 155178"/>
                <a:gd name="connsiteY35" fmla="*/ 327682 h 354080"/>
                <a:gd name="connsiteX36" fmla="*/ 87967 w 155178"/>
                <a:gd name="connsiteY36" fmla="*/ 312887 h 354080"/>
                <a:gd name="connsiteX37" fmla="*/ 82095 w 155178"/>
                <a:gd name="connsiteY37" fmla="*/ 304536 h 354080"/>
                <a:gd name="connsiteX38" fmla="*/ 74799 w 155178"/>
                <a:gd name="connsiteY38" fmla="*/ 302045 h 354080"/>
                <a:gd name="connsiteX39" fmla="*/ 57310 w 155178"/>
                <a:gd name="connsiteY39" fmla="*/ 285585 h 354080"/>
                <a:gd name="connsiteX40" fmla="*/ 39541 w 155178"/>
                <a:gd name="connsiteY40" fmla="*/ 274210 h 354080"/>
                <a:gd name="connsiteX41" fmla="*/ 26373 w 155178"/>
                <a:gd name="connsiteY41" fmla="*/ 257089 h 354080"/>
                <a:gd name="connsiteX42" fmla="*/ 27276 w 155178"/>
                <a:gd name="connsiteY42" fmla="*/ 251471 h 354080"/>
                <a:gd name="connsiteX43" fmla="*/ 40075 w 155178"/>
                <a:gd name="connsiteY43" fmla="*/ 243629 h 354080"/>
                <a:gd name="connsiteX44" fmla="*/ 45680 w 155178"/>
                <a:gd name="connsiteY44" fmla="*/ 235253 h 354080"/>
                <a:gd name="connsiteX45" fmla="*/ 49595 w 155178"/>
                <a:gd name="connsiteY45" fmla="*/ 224678 h 354080"/>
                <a:gd name="connsiteX46" fmla="*/ 60157 w 155178"/>
                <a:gd name="connsiteY46" fmla="*/ 221806 h 354080"/>
                <a:gd name="connsiteX47" fmla="*/ 70084 w 155178"/>
                <a:gd name="connsiteY47" fmla="*/ 213824 h 354080"/>
                <a:gd name="connsiteX48" fmla="*/ 73745 w 155178"/>
                <a:gd name="connsiteY48" fmla="*/ 207532 h 354080"/>
                <a:gd name="connsiteX49" fmla="*/ 72702 w 155178"/>
                <a:gd name="connsiteY49" fmla="*/ 199830 h 354080"/>
                <a:gd name="connsiteX50" fmla="*/ 63297 w 155178"/>
                <a:gd name="connsiteY50" fmla="*/ 195788 h 354080"/>
                <a:gd name="connsiteX51" fmla="*/ 44117 w 155178"/>
                <a:gd name="connsiteY51" fmla="*/ 197745 h 354080"/>
                <a:gd name="connsiteX52" fmla="*/ 30670 w 155178"/>
                <a:gd name="connsiteY52" fmla="*/ 187031 h 354080"/>
                <a:gd name="connsiteX53" fmla="*/ 24810 w 155178"/>
                <a:gd name="connsiteY53" fmla="*/ 178807 h 354080"/>
                <a:gd name="connsiteX54" fmla="*/ 24810 w 155178"/>
                <a:gd name="connsiteY54" fmla="*/ 152255 h 354080"/>
                <a:gd name="connsiteX55" fmla="*/ 40723 w 155178"/>
                <a:gd name="connsiteY55" fmla="*/ 132529 h 354080"/>
                <a:gd name="connsiteX56" fmla="*/ 43075 w 155178"/>
                <a:gd name="connsiteY56" fmla="*/ 124827 h 354080"/>
                <a:gd name="connsiteX57" fmla="*/ 36542 w 155178"/>
                <a:gd name="connsiteY57" fmla="*/ 121281 h 354080"/>
                <a:gd name="connsiteX58" fmla="*/ 26755 w 155178"/>
                <a:gd name="connsiteY58" fmla="*/ 128487 h 354080"/>
                <a:gd name="connsiteX59" fmla="*/ 11223 w 155178"/>
                <a:gd name="connsiteY59" fmla="*/ 119857 h 354080"/>
                <a:gd name="connsiteX60" fmla="*/ 10181 w 155178"/>
                <a:gd name="connsiteY60" fmla="*/ 102457 h 354080"/>
                <a:gd name="connsiteX61" fmla="*/ 18417 w 155178"/>
                <a:gd name="connsiteY61" fmla="*/ 90179 h 354080"/>
                <a:gd name="connsiteX62" fmla="*/ 21798 w 155178"/>
                <a:gd name="connsiteY62" fmla="*/ 75664 h 354080"/>
                <a:gd name="connsiteX63" fmla="*/ 15278 w 155178"/>
                <a:gd name="connsiteY63" fmla="*/ 71609 h 354080"/>
                <a:gd name="connsiteX64" fmla="*/ 17629 w 155178"/>
                <a:gd name="connsiteY64" fmla="*/ 64682 h 354080"/>
                <a:gd name="connsiteX65" fmla="*/ 11757 w 155178"/>
                <a:gd name="connsiteY65" fmla="*/ 49138 h 354080"/>
                <a:gd name="connsiteX66" fmla="*/ 5745 w 155178"/>
                <a:gd name="connsiteY66" fmla="*/ 42604 h 354080"/>
                <a:gd name="connsiteX67" fmla="*/ 0 w 155178"/>
                <a:gd name="connsiteY67" fmla="*/ 33720 h 354080"/>
                <a:gd name="connsiteX68" fmla="*/ 1703 w 155178"/>
                <a:gd name="connsiteY68" fmla="*/ 23781 h 354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55178" h="354080">
                  <a:moveTo>
                    <a:pt x="1703" y="23781"/>
                  </a:moveTo>
                  <a:lnTo>
                    <a:pt x="19205" y="7969"/>
                  </a:lnTo>
                  <a:lnTo>
                    <a:pt x="45159" y="0"/>
                  </a:lnTo>
                  <a:lnTo>
                    <a:pt x="57437" y="9012"/>
                  </a:lnTo>
                  <a:lnTo>
                    <a:pt x="58988" y="15939"/>
                  </a:lnTo>
                  <a:lnTo>
                    <a:pt x="67872" y="11236"/>
                  </a:lnTo>
                  <a:lnTo>
                    <a:pt x="85222" y="12392"/>
                  </a:lnTo>
                  <a:lnTo>
                    <a:pt x="92657" y="20120"/>
                  </a:lnTo>
                  <a:lnTo>
                    <a:pt x="99724" y="22472"/>
                  </a:lnTo>
                  <a:lnTo>
                    <a:pt x="109765" y="30708"/>
                  </a:lnTo>
                  <a:lnTo>
                    <a:pt x="118879" y="32004"/>
                  </a:lnTo>
                  <a:lnTo>
                    <a:pt x="123200" y="40647"/>
                  </a:lnTo>
                  <a:lnTo>
                    <a:pt x="114074" y="75155"/>
                  </a:lnTo>
                  <a:lnTo>
                    <a:pt x="114582" y="81689"/>
                  </a:lnTo>
                  <a:lnTo>
                    <a:pt x="104147" y="101415"/>
                  </a:lnTo>
                  <a:lnTo>
                    <a:pt x="105838" y="133432"/>
                  </a:lnTo>
                  <a:lnTo>
                    <a:pt x="102190" y="143104"/>
                  </a:lnTo>
                  <a:lnTo>
                    <a:pt x="95008" y="150171"/>
                  </a:lnTo>
                  <a:lnTo>
                    <a:pt x="90980" y="155535"/>
                  </a:lnTo>
                  <a:lnTo>
                    <a:pt x="90980" y="162589"/>
                  </a:lnTo>
                  <a:lnTo>
                    <a:pt x="84968" y="170278"/>
                  </a:lnTo>
                  <a:lnTo>
                    <a:pt x="86264" y="182188"/>
                  </a:lnTo>
                  <a:lnTo>
                    <a:pt x="94360" y="194224"/>
                  </a:lnTo>
                  <a:lnTo>
                    <a:pt x="103105" y="219975"/>
                  </a:lnTo>
                  <a:lnTo>
                    <a:pt x="113273" y="228847"/>
                  </a:lnTo>
                  <a:lnTo>
                    <a:pt x="122018" y="245574"/>
                  </a:lnTo>
                  <a:lnTo>
                    <a:pt x="135198" y="258398"/>
                  </a:lnTo>
                  <a:lnTo>
                    <a:pt x="143307" y="271465"/>
                  </a:lnTo>
                  <a:lnTo>
                    <a:pt x="143180" y="293822"/>
                  </a:lnTo>
                  <a:lnTo>
                    <a:pt x="152039" y="314069"/>
                  </a:lnTo>
                  <a:lnTo>
                    <a:pt x="155179" y="328584"/>
                  </a:lnTo>
                  <a:lnTo>
                    <a:pt x="151251" y="334850"/>
                  </a:lnTo>
                  <a:lnTo>
                    <a:pt x="138338" y="352365"/>
                  </a:lnTo>
                  <a:lnTo>
                    <a:pt x="130635" y="354081"/>
                  </a:lnTo>
                  <a:lnTo>
                    <a:pt x="119158" y="334469"/>
                  </a:lnTo>
                  <a:lnTo>
                    <a:pt x="106880" y="327682"/>
                  </a:lnTo>
                  <a:lnTo>
                    <a:pt x="87967" y="312887"/>
                  </a:lnTo>
                  <a:lnTo>
                    <a:pt x="82095" y="304536"/>
                  </a:lnTo>
                  <a:lnTo>
                    <a:pt x="74799" y="302045"/>
                  </a:lnTo>
                  <a:lnTo>
                    <a:pt x="57310" y="285585"/>
                  </a:lnTo>
                  <a:lnTo>
                    <a:pt x="39541" y="274210"/>
                  </a:lnTo>
                  <a:lnTo>
                    <a:pt x="26373" y="257089"/>
                  </a:lnTo>
                  <a:lnTo>
                    <a:pt x="27276" y="251471"/>
                  </a:lnTo>
                  <a:lnTo>
                    <a:pt x="40075" y="243629"/>
                  </a:lnTo>
                  <a:lnTo>
                    <a:pt x="45680" y="235253"/>
                  </a:lnTo>
                  <a:lnTo>
                    <a:pt x="49595" y="224678"/>
                  </a:lnTo>
                  <a:lnTo>
                    <a:pt x="60157" y="221806"/>
                  </a:lnTo>
                  <a:lnTo>
                    <a:pt x="70084" y="213824"/>
                  </a:lnTo>
                  <a:lnTo>
                    <a:pt x="73745" y="207532"/>
                  </a:lnTo>
                  <a:lnTo>
                    <a:pt x="72702" y="199830"/>
                  </a:lnTo>
                  <a:lnTo>
                    <a:pt x="63297" y="195788"/>
                  </a:lnTo>
                  <a:lnTo>
                    <a:pt x="44117" y="197745"/>
                  </a:lnTo>
                  <a:lnTo>
                    <a:pt x="30670" y="187031"/>
                  </a:lnTo>
                  <a:lnTo>
                    <a:pt x="24810" y="178807"/>
                  </a:lnTo>
                  <a:lnTo>
                    <a:pt x="24810" y="152255"/>
                  </a:lnTo>
                  <a:lnTo>
                    <a:pt x="40723" y="132529"/>
                  </a:lnTo>
                  <a:lnTo>
                    <a:pt x="43075" y="124827"/>
                  </a:lnTo>
                  <a:lnTo>
                    <a:pt x="36542" y="121281"/>
                  </a:lnTo>
                  <a:lnTo>
                    <a:pt x="26755" y="128487"/>
                  </a:lnTo>
                  <a:lnTo>
                    <a:pt x="11223" y="119857"/>
                  </a:lnTo>
                  <a:lnTo>
                    <a:pt x="10181" y="102457"/>
                  </a:lnTo>
                  <a:lnTo>
                    <a:pt x="18417" y="90179"/>
                  </a:lnTo>
                  <a:lnTo>
                    <a:pt x="21798" y="75664"/>
                  </a:lnTo>
                  <a:lnTo>
                    <a:pt x="15278" y="71609"/>
                  </a:lnTo>
                  <a:lnTo>
                    <a:pt x="17629" y="64682"/>
                  </a:lnTo>
                  <a:lnTo>
                    <a:pt x="11757" y="49138"/>
                  </a:lnTo>
                  <a:lnTo>
                    <a:pt x="5745" y="42604"/>
                  </a:lnTo>
                  <a:lnTo>
                    <a:pt x="0" y="33720"/>
                  </a:lnTo>
                  <a:lnTo>
                    <a:pt x="1703" y="23781"/>
                  </a:lnTo>
                  <a:close/>
                </a:path>
              </a:pathLst>
            </a:custGeom>
            <a:solidFill>
              <a:srgbClr val="BAE0DF"/>
            </a:solidFill>
            <a:ln w="12700" cap="flat">
              <a:noFill/>
              <a:prstDash val="solid"/>
              <a:miter/>
            </a:ln>
          </p:spPr>
          <p:txBody>
            <a:bodyPr rtlCol="0" anchor="ctr"/>
            <a:lstStyle/>
            <a:p>
              <a:endParaRPr lang="de-CH"/>
            </a:p>
          </p:txBody>
        </p:sp>
        <p:sp>
          <p:nvSpPr>
            <p:cNvPr id="144" name="Freihandform: Form 143">
              <a:extLst>
                <a:ext uri="{FF2B5EF4-FFF2-40B4-BE49-F238E27FC236}">
                  <a16:creationId xmlns:a16="http://schemas.microsoft.com/office/drawing/2014/main" id="{1900B34A-C26F-502C-CAD2-2C49DDE7D38D}"/>
                </a:ext>
              </a:extLst>
            </p:cNvPr>
            <p:cNvSpPr/>
            <p:nvPr/>
          </p:nvSpPr>
          <p:spPr>
            <a:xfrm>
              <a:off x="6295812" y="2654136"/>
              <a:ext cx="651728" cy="570522"/>
            </a:xfrm>
            <a:custGeom>
              <a:avLst/>
              <a:gdLst>
                <a:gd name="connsiteX0" fmla="*/ 49735 w 651728"/>
                <a:gd name="connsiteY0" fmla="*/ 301003 h 570522"/>
                <a:gd name="connsiteX1" fmla="*/ 30543 w 651728"/>
                <a:gd name="connsiteY1" fmla="*/ 308197 h 570522"/>
                <a:gd name="connsiteX2" fmla="*/ 15405 w 651728"/>
                <a:gd name="connsiteY2" fmla="*/ 307409 h 570522"/>
                <a:gd name="connsiteX3" fmla="*/ 15926 w 651728"/>
                <a:gd name="connsiteY3" fmla="*/ 287416 h 570522"/>
                <a:gd name="connsiteX4" fmla="*/ 22853 w 651728"/>
                <a:gd name="connsiteY4" fmla="*/ 279040 h 570522"/>
                <a:gd name="connsiteX5" fmla="*/ 15405 w 651728"/>
                <a:gd name="connsiteY5" fmla="*/ 252120 h 570522"/>
                <a:gd name="connsiteX6" fmla="*/ 0 w 651728"/>
                <a:gd name="connsiteY6" fmla="*/ 225339 h 570522"/>
                <a:gd name="connsiteX7" fmla="*/ 8236 w 651728"/>
                <a:gd name="connsiteY7" fmla="*/ 218260 h 570522"/>
                <a:gd name="connsiteX8" fmla="*/ 23641 w 651728"/>
                <a:gd name="connsiteY8" fmla="*/ 214218 h 570522"/>
                <a:gd name="connsiteX9" fmla="*/ 31064 w 651728"/>
                <a:gd name="connsiteY9" fmla="*/ 236041 h 570522"/>
                <a:gd name="connsiteX10" fmla="*/ 48426 w 651728"/>
                <a:gd name="connsiteY10" fmla="*/ 245726 h 570522"/>
                <a:gd name="connsiteX11" fmla="*/ 72957 w 651728"/>
                <a:gd name="connsiteY11" fmla="*/ 230690 h 570522"/>
                <a:gd name="connsiteX12" fmla="*/ 69436 w 651728"/>
                <a:gd name="connsiteY12" fmla="*/ 210430 h 570522"/>
                <a:gd name="connsiteX13" fmla="*/ 60030 w 651728"/>
                <a:gd name="connsiteY13" fmla="*/ 176964 h 570522"/>
                <a:gd name="connsiteX14" fmla="*/ 67097 w 651728"/>
                <a:gd name="connsiteY14" fmla="*/ 159844 h 570522"/>
                <a:gd name="connsiteX15" fmla="*/ 65267 w 651728"/>
                <a:gd name="connsiteY15" fmla="*/ 152128 h 570522"/>
                <a:gd name="connsiteX16" fmla="*/ 55594 w 651728"/>
                <a:gd name="connsiteY16" fmla="*/ 141020 h 570522"/>
                <a:gd name="connsiteX17" fmla="*/ 46329 w 651728"/>
                <a:gd name="connsiteY17" fmla="*/ 127560 h 570522"/>
                <a:gd name="connsiteX18" fmla="*/ 24417 w 651728"/>
                <a:gd name="connsiteY18" fmla="*/ 107033 h 570522"/>
                <a:gd name="connsiteX19" fmla="*/ 15278 w 651728"/>
                <a:gd name="connsiteY19" fmla="*/ 99851 h 570522"/>
                <a:gd name="connsiteX20" fmla="*/ 5237 w 651728"/>
                <a:gd name="connsiteY20" fmla="*/ 92149 h 570522"/>
                <a:gd name="connsiteX21" fmla="*/ 9673 w 651728"/>
                <a:gd name="connsiteY21" fmla="*/ 87052 h 570522"/>
                <a:gd name="connsiteX22" fmla="*/ 34979 w 651728"/>
                <a:gd name="connsiteY22" fmla="*/ 86010 h 570522"/>
                <a:gd name="connsiteX23" fmla="*/ 49989 w 651728"/>
                <a:gd name="connsiteY23" fmla="*/ 85463 h 570522"/>
                <a:gd name="connsiteX24" fmla="*/ 73999 w 651728"/>
                <a:gd name="connsiteY24" fmla="*/ 110439 h 570522"/>
                <a:gd name="connsiteX25" fmla="*/ 94755 w 651728"/>
                <a:gd name="connsiteY25" fmla="*/ 132262 h 570522"/>
                <a:gd name="connsiteX26" fmla="*/ 97487 w 651728"/>
                <a:gd name="connsiteY26" fmla="*/ 147171 h 570522"/>
                <a:gd name="connsiteX27" fmla="*/ 113528 w 651728"/>
                <a:gd name="connsiteY27" fmla="*/ 147426 h 570522"/>
                <a:gd name="connsiteX28" fmla="*/ 126073 w 651728"/>
                <a:gd name="connsiteY28" fmla="*/ 137893 h 570522"/>
                <a:gd name="connsiteX29" fmla="*/ 168232 w 651728"/>
                <a:gd name="connsiteY29" fmla="*/ 93051 h 570522"/>
                <a:gd name="connsiteX30" fmla="*/ 182188 w 651728"/>
                <a:gd name="connsiteY30" fmla="*/ 82337 h 570522"/>
                <a:gd name="connsiteX31" fmla="*/ 190285 w 651728"/>
                <a:gd name="connsiteY31" fmla="*/ 68876 h 570522"/>
                <a:gd name="connsiteX32" fmla="*/ 208422 w 651728"/>
                <a:gd name="connsiteY32" fmla="*/ 53332 h 570522"/>
                <a:gd name="connsiteX33" fmla="*/ 216518 w 651728"/>
                <a:gd name="connsiteY33" fmla="*/ 55810 h 570522"/>
                <a:gd name="connsiteX34" fmla="*/ 222911 w 651728"/>
                <a:gd name="connsiteY34" fmla="*/ 53332 h 570522"/>
                <a:gd name="connsiteX35" fmla="*/ 230080 w 651728"/>
                <a:gd name="connsiteY35" fmla="*/ 44041 h 570522"/>
                <a:gd name="connsiteX36" fmla="*/ 258920 w 651728"/>
                <a:gd name="connsiteY36" fmla="*/ 0 h 570522"/>
                <a:gd name="connsiteX37" fmla="*/ 265974 w 651728"/>
                <a:gd name="connsiteY37" fmla="*/ 1055 h 570522"/>
                <a:gd name="connsiteX38" fmla="*/ 268185 w 651728"/>
                <a:gd name="connsiteY38" fmla="*/ 6914 h 570522"/>
                <a:gd name="connsiteX39" fmla="*/ 259047 w 651728"/>
                <a:gd name="connsiteY39" fmla="*/ 22751 h 570522"/>
                <a:gd name="connsiteX40" fmla="*/ 250048 w 651728"/>
                <a:gd name="connsiteY40" fmla="*/ 49938 h 570522"/>
                <a:gd name="connsiteX41" fmla="*/ 250048 w 651728"/>
                <a:gd name="connsiteY41" fmla="*/ 59865 h 570522"/>
                <a:gd name="connsiteX42" fmla="*/ 243655 w 651728"/>
                <a:gd name="connsiteY42" fmla="*/ 66398 h 570522"/>
                <a:gd name="connsiteX43" fmla="*/ 243133 w 651728"/>
                <a:gd name="connsiteY43" fmla="*/ 87306 h 570522"/>
                <a:gd name="connsiteX44" fmla="*/ 235825 w 651728"/>
                <a:gd name="connsiteY44" fmla="*/ 97106 h 570522"/>
                <a:gd name="connsiteX45" fmla="*/ 226305 w 651728"/>
                <a:gd name="connsiteY45" fmla="*/ 112142 h 570522"/>
                <a:gd name="connsiteX46" fmla="*/ 196678 w 651728"/>
                <a:gd name="connsiteY46" fmla="*/ 133177 h 570522"/>
                <a:gd name="connsiteX47" fmla="*/ 179977 w 651728"/>
                <a:gd name="connsiteY47" fmla="*/ 158941 h 570522"/>
                <a:gd name="connsiteX48" fmla="*/ 193017 w 651728"/>
                <a:gd name="connsiteY48" fmla="*/ 167953 h 570522"/>
                <a:gd name="connsiteX49" fmla="*/ 209604 w 651728"/>
                <a:gd name="connsiteY49" fmla="*/ 158267 h 570522"/>
                <a:gd name="connsiteX50" fmla="*/ 231783 w 651728"/>
                <a:gd name="connsiteY50" fmla="*/ 160365 h 570522"/>
                <a:gd name="connsiteX51" fmla="*/ 263355 w 651728"/>
                <a:gd name="connsiteY51" fmla="*/ 150692 h 570522"/>
                <a:gd name="connsiteX52" fmla="*/ 279548 w 651728"/>
                <a:gd name="connsiteY52" fmla="*/ 156183 h 570522"/>
                <a:gd name="connsiteX53" fmla="*/ 296771 w 651728"/>
                <a:gd name="connsiteY53" fmla="*/ 168080 h 570522"/>
                <a:gd name="connsiteX54" fmla="*/ 307333 w 651728"/>
                <a:gd name="connsiteY54" fmla="*/ 174613 h 570522"/>
                <a:gd name="connsiteX55" fmla="*/ 327173 w 651728"/>
                <a:gd name="connsiteY55" fmla="*/ 173965 h 570522"/>
                <a:gd name="connsiteX56" fmla="*/ 341002 w 651728"/>
                <a:gd name="connsiteY56" fmla="*/ 192915 h 570522"/>
                <a:gd name="connsiteX57" fmla="*/ 355504 w 651728"/>
                <a:gd name="connsiteY57" fmla="*/ 202715 h 570522"/>
                <a:gd name="connsiteX58" fmla="*/ 362940 w 651728"/>
                <a:gd name="connsiteY58" fmla="*/ 235520 h 570522"/>
                <a:gd name="connsiteX59" fmla="*/ 346099 w 651728"/>
                <a:gd name="connsiteY59" fmla="*/ 245993 h 570522"/>
                <a:gd name="connsiteX60" fmla="*/ 341536 w 651728"/>
                <a:gd name="connsiteY60" fmla="*/ 254331 h 570522"/>
                <a:gd name="connsiteX61" fmla="*/ 345832 w 651728"/>
                <a:gd name="connsiteY61" fmla="*/ 260610 h 570522"/>
                <a:gd name="connsiteX62" fmla="*/ 355504 w 651728"/>
                <a:gd name="connsiteY62" fmla="*/ 262059 h 570522"/>
                <a:gd name="connsiteX63" fmla="*/ 381065 w 651728"/>
                <a:gd name="connsiteY63" fmla="*/ 270168 h 570522"/>
                <a:gd name="connsiteX64" fmla="*/ 398961 w 651728"/>
                <a:gd name="connsiteY64" fmla="*/ 266774 h 570522"/>
                <a:gd name="connsiteX65" fmla="*/ 431969 w 651728"/>
                <a:gd name="connsiteY65" fmla="*/ 261792 h 570522"/>
                <a:gd name="connsiteX66" fmla="*/ 470989 w 651728"/>
                <a:gd name="connsiteY66" fmla="*/ 277210 h 570522"/>
                <a:gd name="connsiteX67" fmla="*/ 497999 w 651728"/>
                <a:gd name="connsiteY67" fmla="*/ 275125 h 570522"/>
                <a:gd name="connsiteX68" fmla="*/ 512476 w 651728"/>
                <a:gd name="connsiteY68" fmla="*/ 267550 h 570522"/>
                <a:gd name="connsiteX69" fmla="*/ 544060 w 651728"/>
                <a:gd name="connsiteY69" fmla="*/ 243235 h 570522"/>
                <a:gd name="connsiteX70" fmla="*/ 567168 w 651728"/>
                <a:gd name="connsiteY70" fmla="*/ 237871 h 570522"/>
                <a:gd name="connsiteX71" fmla="*/ 576560 w 651728"/>
                <a:gd name="connsiteY71" fmla="*/ 241926 h 570522"/>
                <a:gd name="connsiteX72" fmla="*/ 577730 w 651728"/>
                <a:gd name="connsiteY72" fmla="*/ 249641 h 570522"/>
                <a:gd name="connsiteX73" fmla="*/ 583742 w 651728"/>
                <a:gd name="connsiteY73" fmla="*/ 255259 h 570522"/>
                <a:gd name="connsiteX74" fmla="*/ 600837 w 651728"/>
                <a:gd name="connsiteY74" fmla="*/ 261538 h 570522"/>
                <a:gd name="connsiteX75" fmla="*/ 614793 w 651728"/>
                <a:gd name="connsiteY75" fmla="*/ 261017 h 570522"/>
                <a:gd name="connsiteX76" fmla="*/ 617284 w 651728"/>
                <a:gd name="connsiteY76" fmla="*/ 274477 h 570522"/>
                <a:gd name="connsiteX77" fmla="*/ 622114 w 651728"/>
                <a:gd name="connsiteY77" fmla="*/ 279841 h 570522"/>
                <a:gd name="connsiteX78" fmla="*/ 620932 w 651728"/>
                <a:gd name="connsiteY78" fmla="*/ 291076 h 570522"/>
                <a:gd name="connsiteX79" fmla="*/ 617424 w 651728"/>
                <a:gd name="connsiteY79" fmla="*/ 310930 h 570522"/>
                <a:gd name="connsiteX80" fmla="*/ 628380 w 651728"/>
                <a:gd name="connsiteY80" fmla="*/ 355771 h 570522"/>
                <a:gd name="connsiteX81" fmla="*/ 640378 w 651728"/>
                <a:gd name="connsiteY81" fmla="*/ 381916 h 570522"/>
                <a:gd name="connsiteX82" fmla="*/ 641154 w 651728"/>
                <a:gd name="connsiteY82" fmla="*/ 397728 h 570522"/>
                <a:gd name="connsiteX83" fmla="*/ 621453 w 651728"/>
                <a:gd name="connsiteY83" fmla="*/ 447272 h 570522"/>
                <a:gd name="connsiteX84" fmla="*/ 626791 w 651728"/>
                <a:gd name="connsiteY84" fmla="*/ 462677 h 570522"/>
                <a:gd name="connsiteX85" fmla="*/ 645068 w 651728"/>
                <a:gd name="connsiteY85" fmla="*/ 480852 h 570522"/>
                <a:gd name="connsiteX86" fmla="*/ 648589 w 651728"/>
                <a:gd name="connsiteY86" fmla="*/ 492088 h 570522"/>
                <a:gd name="connsiteX87" fmla="*/ 645068 w 651728"/>
                <a:gd name="connsiteY87" fmla="*/ 505815 h 570522"/>
                <a:gd name="connsiteX88" fmla="*/ 650953 w 651728"/>
                <a:gd name="connsiteY88" fmla="*/ 514064 h 570522"/>
                <a:gd name="connsiteX89" fmla="*/ 651728 w 651728"/>
                <a:gd name="connsiteY89" fmla="*/ 529482 h 570522"/>
                <a:gd name="connsiteX90" fmla="*/ 628507 w 651728"/>
                <a:gd name="connsiteY90" fmla="*/ 542154 h 570522"/>
                <a:gd name="connsiteX91" fmla="*/ 613750 w 651728"/>
                <a:gd name="connsiteY91" fmla="*/ 558880 h 570522"/>
                <a:gd name="connsiteX92" fmla="*/ 613242 w 651728"/>
                <a:gd name="connsiteY92" fmla="*/ 570523 h 570522"/>
                <a:gd name="connsiteX93" fmla="*/ 603328 w 651728"/>
                <a:gd name="connsiteY93" fmla="*/ 569862 h 570522"/>
                <a:gd name="connsiteX94" fmla="*/ 590529 w 651728"/>
                <a:gd name="connsiteY94" fmla="*/ 551686 h 570522"/>
                <a:gd name="connsiteX95" fmla="*/ 587135 w 651728"/>
                <a:gd name="connsiteY95" fmla="*/ 509616 h 570522"/>
                <a:gd name="connsiteX96" fmla="*/ 593261 w 651728"/>
                <a:gd name="connsiteY96" fmla="*/ 486610 h 570522"/>
                <a:gd name="connsiteX97" fmla="*/ 594711 w 651728"/>
                <a:gd name="connsiteY97" fmla="*/ 480331 h 570522"/>
                <a:gd name="connsiteX98" fmla="*/ 579052 w 651728"/>
                <a:gd name="connsiteY98" fmla="*/ 468816 h 570522"/>
                <a:gd name="connsiteX99" fmla="*/ 560113 w 651728"/>
                <a:gd name="connsiteY99" fmla="*/ 445696 h 570522"/>
                <a:gd name="connsiteX100" fmla="*/ 569532 w 651728"/>
                <a:gd name="connsiteY100" fmla="*/ 408836 h 570522"/>
                <a:gd name="connsiteX101" fmla="*/ 577348 w 651728"/>
                <a:gd name="connsiteY101" fmla="*/ 374188 h 570522"/>
                <a:gd name="connsiteX102" fmla="*/ 587262 w 651728"/>
                <a:gd name="connsiteY102" fmla="*/ 353814 h 570522"/>
                <a:gd name="connsiteX103" fmla="*/ 588838 w 651728"/>
                <a:gd name="connsiteY103" fmla="*/ 339172 h 570522"/>
                <a:gd name="connsiteX104" fmla="*/ 582699 w 651728"/>
                <a:gd name="connsiteY104" fmla="*/ 314349 h 570522"/>
                <a:gd name="connsiteX105" fmla="*/ 592359 w 651728"/>
                <a:gd name="connsiteY105" fmla="*/ 291076 h 570522"/>
                <a:gd name="connsiteX106" fmla="*/ 590529 w 651728"/>
                <a:gd name="connsiteY106" fmla="*/ 281518 h 570522"/>
                <a:gd name="connsiteX107" fmla="*/ 580742 w 651728"/>
                <a:gd name="connsiteY107" fmla="*/ 276307 h 570522"/>
                <a:gd name="connsiteX108" fmla="*/ 568337 w 651728"/>
                <a:gd name="connsiteY108" fmla="*/ 277476 h 570522"/>
                <a:gd name="connsiteX109" fmla="*/ 546424 w 651728"/>
                <a:gd name="connsiteY109" fmla="*/ 289233 h 570522"/>
                <a:gd name="connsiteX110" fmla="*/ 523978 w 651728"/>
                <a:gd name="connsiteY110" fmla="*/ 301664 h 570522"/>
                <a:gd name="connsiteX111" fmla="*/ 517585 w 651728"/>
                <a:gd name="connsiteY111" fmla="*/ 310027 h 570522"/>
                <a:gd name="connsiteX112" fmla="*/ 495253 w 651728"/>
                <a:gd name="connsiteY112" fmla="*/ 321009 h 570522"/>
                <a:gd name="connsiteX113" fmla="*/ 448276 w 651728"/>
                <a:gd name="connsiteY113" fmla="*/ 333554 h 570522"/>
                <a:gd name="connsiteX114" fmla="*/ 422970 w 651728"/>
                <a:gd name="connsiteY114" fmla="*/ 349886 h 570522"/>
                <a:gd name="connsiteX115" fmla="*/ 387204 w 651728"/>
                <a:gd name="connsiteY115" fmla="*/ 354729 h 570522"/>
                <a:gd name="connsiteX116" fmla="*/ 354449 w 651728"/>
                <a:gd name="connsiteY116" fmla="*/ 347548 h 570522"/>
                <a:gd name="connsiteX117" fmla="*/ 336312 w 651728"/>
                <a:gd name="connsiteY117" fmla="*/ 330681 h 570522"/>
                <a:gd name="connsiteX118" fmla="*/ 327962 w 651728"/>
                <a:gd name="connsiteY118" fmla="*/ 327148 h 570522"/>
                <a:gd name="connsiteX119" fmla="*/ 290759 w 651728"/>
                <a:gd name="connsiteY119" fmla="*/ 327021 h 570522"/>
                <a:gd name="connsiteX120" fmla="*/ 279027 w 651728"/>
                <a:gd name="connsiteY120" fmla="*/ 321276 h 570522"/>
                <a:gd name="connsiteX121" fmla="*/ 265974 w 651728"/>
                <a:gd name="connsiteY121" fmla="*/ 318912 h 570522"/>
                <a:gd name="connsiteX122" fmla="*/ 244443 w 651728"/>
                <a:gd name="connsiteY122" fmla="*/ 315645 h 570522"/>
                <a:gd name="connsiteX123" fmla="*/ 241824 w 651728"/>
                <a:gd name="connsiteY123" fmla="*/ 307663 h 570522"/>
                <a:gd name="connsiteX124" fmla="*/ 230347 w 651728"/>
                <a:gd name="connsiteY124" fmla="*/ 302299 h 570522"/>
                <a:gd name="connsiteX125" fmla="*/ 230080 w 651728"/>
                <a:gd name="connsiteY125" fmla="*/ 285585 h 570522"/>
                <a:gd name="connsiteX126" fmla="*/ 274058 w 651728"/>
                <a:gd name="connsiteY126" fmla="*/ 262580 h 570522"/>
                <a:gd name="connsiteX127" fmla="*/ 309824 w 651728"/>
                <a:gd name="connsiteY127" fmla="*/ 259059 h 570522"/>
                <a:gd name="connsiteX128" fmla="*/ 316726 w 651728"/>
                <a:gd name="connsiteY128" fmla="*/ 250289 h 570522"/>
                <a:gd name="connsiteX129" fmla="*/ 314133 w 651728"/>
                <a:gd name="connsiteY129" fmla="*/ 243629 h 570522"/>
                <a:gd name="connsiteX130" fmla="*/ 248217 w 651728"/>
                <a:gd name="connsiteY130" fmla="*/ 237744 h 570522"/>
                <a:gd name="connsiteX131" fmla="*/ 237783 w 651728"/>
                <a:gd name="connsiteY131" fmla="*/ 237490 h 570522"/>
                <a:gd name="connsiteX132" fmla="*/ 179188 w 651728"/>
                <a:gd name="connsiteY132" fmla="*/ 232381 h 570522"/>
                <a:gd name="connsiteX133" fmla="*/ 159360 w 651728"/>
                <a:gd name="connsiteY133" fmla="*/ 235774 h 570522"/>
                <a:gd name="connsiteX134" fmla="*/ 128170 w 651728"/>
                <a:gd name="connsiteY134" fmla="*/ 234732 h 570522"/>
                <a:gd name="connsiteX135" fmla="*/ 119298 w 651728"/>
                <a:gd name="connsiteY135" fmla="*/ 242320 h 570522"/>
                <a:gd name="connsiteX136" fmla="*/ 116667 w 651728"/>
                <a:gd name="connsiteY136" fmla="*/ 253162 h 570522"/>
                <a:gd name="connsiteX137" fmla="*/ 101796 w 651728"/>
                <a:gd name="connsiteY137" fmla="*/ 269253 h 570522"/>
                <a:gd name="connsiteX138" fmla="*/ 86798 w 651728"/>
                <a:gd name="connsiteY138" fmla="*/ 295906 h 570522"/>
                <a:gd name="connsiteX139" fmla="*/ 57171 w 651728"/>
                <a:gd name="connsiteY139" fmla="*/ 304536 h 570522"/>
                <a:gd name="connsiteX140" fmla="*/ 49735 w 651728"/>
                <a:gd name="connsiteY140" fmla="*/ 301003 h 57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651728" h="570522">
                  <a:moveTo>
                    <a:pt x="49735" y="301003"/>
                  </a:moveTo>
                  <a:lnTo>
                    <a:pt x="30543" y="308197"/>
                  </a:lnTo>
                  <a:lnTo>
                    <a:pt x="15405" y="307409"/>
                  </a:lnTo>
                  <a:lnTo>
                    <a:pt x="15926" y="287416"/>
                  </a:lnTo>
                  <a:lnTo>
                    <a:pt x="22853" y="279040"/>
                  </a:lnTo>
                  <a:lnTo>
                    <a:pt x="15405" y="252120"/>
                  </a:lnTo>
                  <a:lnTo>
                    <a:pt x="0" y="225339"/>
                  </a:lnTo>
                  <a:lnTo>
                    <a:pt x="8236" y="218260"/>
                  </a:lnTo>
                  <a:lnTo>
                    <a:pt x="23641" y="214218"/>
                  </a:lnTo>
                  <a:lnTo>
                    <a:pt x="31064" y="236041"/>
                  </a:lnTo>
                  <a:lnTo>
                    <a:pt x="48426" y="245726"/>
                  </a:lnTo>
                  <a:lnTo>
                    <a:pt x="72957" y="230690"/>
                  </a:lnTo>
                  <a:lnTo>
                    <a:pt x="69436" y="210430"/>
                  </a:lnTo>
                  <a:lnTo>
                    <a:pt x="60030" y="176964"/>
                  </a:lnTo>
                  <a:lnTo>
                    <a:pt x="67097" y="159844"/>
                  </a:lnTo>
                  <a:lnTo>
                    <a:pt x="65267" y="152128"/>
                  </a:lnTo>
                  <a:lnTo>
                    <a:pt x="55594" y="141020"/>
                  </a:lnTo>
                  <a:lnTo>
                    <a:pt x="46329" y="127560"/>
                  </a:lnTo>
                  <a:lnTo>
                    <a:pt x="24417" y="107033"/>
                  </a:lnTo>
                  <a:lnTo>
                    <a:pt x="15278" y="99851"/>
                  </a:lnTo>
                  <a:lnTo>
                    <a:pt x="5237" y="92149"/>
                  </a:lnTo>
                  <a:lnTo>
                    <a:pt x="9673" y="87052"/>
                  </a:lnTo>
                  <a:lnTo>
                    <a:pt x="34979" y="86010"/>
                  </a:lnTo>
                  <a:lnTo>
                    <a:pt x="49989" y="85463"/>
                  </a:lnTo>
                  <a:lnTo>
                    <a:pt x="73999" y="110439"/>
                  </a:lnTo>
                  <a:lnTo>
                    <a:pt x="94755" y="132262"/>
                  </a:lnTo>
                  <a:lnTo>
                    <a:pt x="97487" y="147171"/>
                  </a:lnTo>
                  <a:lnTo>
                    <a:pt x="113528" y="147426"/>
                  </a:lnTo>
                  <a:lnTo>
                    <a:pt x="126073" y="137893"/>
                  </a:lnTo>
                  <a:lnTo>
                    <a:pt x="168232" y="93051"/>
                  </a:lnTo>
                  <a:lnTo>
                    <a:pt x="182188" y="82337"/>
                  </a:lnTo>
                  <a:lnTo>
                    <a:pt x="190285" y="68876"/>
                  </a:lnTo>
                  <a:lnTo>
                    <a:pt x="208422" y="53332"/>
                  </a:lnTo>
                  <a:lnTo>
                    <a:pt x="216518" y="55810"/>
                  </a:lnTo>
                  <a:lnTo>
                    <a:pt x="222911" y="53332"/>
                  </a:lnTo>
                  <a:lnTo>
                    <a:pt x="230080" y="44041"/>
                  </a:lnTo>
                  <a:lnTo>
                    <a:pt x="258920" y="0"/>
                  </a:lnTo>
                  <a:lnTo>
                    <a:pt x="265974" y="1055"/>
                  </a:lnTo>
                  <a:lnTo>
                    <a:pt x="268185" y="6914"/>
                  </a:lnTo>
                  <a:lnTo>
                    <a:pt x="259047" y="22751"/>
                  </a:lnTo>
                  <a:lnTo>
                    <a:pt x="250048" y="49938"/>
                  </a:lnTo>
                  <a:lnTo>
                    <a:pt x="250048" y="59865"/>
                  </a:lnTo>
                  <a:lnTo>
                    <a:pt x="243655" y="66398"/>
                  </a:lnTo>
                  <a:lnTo>
                    <a:pt x="243133" y="87306"/>
                  </a:lnTo>
                  <a:lnTo>
                    <a:pt x="235825" y="97106"/>
                  </a:lnTo>
                  <a:lnTo>
                    <a:pt x="226305" y="112142"/>
                  </a:lnTo>
                  <a:lnTo>
                    <a:pt x="196678" y="133177"/>
                  </a:lnTo>
                  <a:lnTo>
                    <a:pt x="179977" y="158941"/>
                  </a:lnTo>
                  <a:lnTo>
                    <a:pt x="193017" y="167953"/>
                  </a:lnTo>
                  <a:lnTo>
                    <a:pt x="209604" y="158267"/>
                  </a:lnTo>
                  <a:lnTo>
                    <a:pt x="231783" y="160365"/>
                  </a:lnTo>
                  <a:lnTo>
                    <a:pt x="263355" y="150692"/>
                  </a:lnTo>
                  <a:lnTo>
                    <a:pt x="279548" y="156183"/>
                  </a:lnTo>
                  <a:lnTo>
                    <a:pt x="296771" y="168080"/>
                  </a:lnTo>
                  <a:lnTo>
                    <a:pt x="307333" y="174613"/>
                  </a:lnTo>
                  <a:lnTo>
                    <a:pt x="327173" y="173965"/>
                  </a:lnTo>
                  <a:lnTo>
                    <a:pt x="341002" y="192915"/>
                  </a:lnTo>
                  <a:lnTo>
                    <a:pt x="355504" y="202715"/>
                  </a:lnTo>
                  <a:lnTo>
                    <a:pt x="362940" y="235520"/>
                  </a:lnTo>
                  <a:lnTo>
                    <a:pt x="346099" y="245993"/>
                  </a:lnTo>
                  <a:lnTo>
                    <a:pt x="341536" y="254331"/>
                  </a:lnTo>
                  <a:lnTo>
                    <a:pt x="345832" y="260610"/>
                  </a:lnTo>
                  <a:lnTo>
                    <a:pt x="355504" y="262059"/>
                  </a:lnTo>
                  <a:lnTo>
                    <a:pt x="381065" y="270168"/>
                  </a:lnTo>
                  <a:lnTo>
                    <a:pt x="398961" y="266774"/>
                  </a:lnTo>
                  <a:lnTo>
                    <a:pt x="431969" y="261792"/>
                  </a:lnTo>
                  <a:lnTo>
                    <a:pt x="470989" y="277210"/>
                  </a:lnTo>
                  <a:lnTo>
                    <a:pt x="497999" y="275125"/>
                  </a:lnTo>
                  <a:lnTo>
                    <a:pt x="512476" y="267550"/>
                  </a:lnTo>
                  <a:lnTo>
                    <a:pt x="544060" y="243235"/>
                  </a:lnTo>
                  <a:lnTo>
                    <a:pt x="567168" y="237871"/>
                  </a:lnTo>
                  <a:lnTo>
                    <a:pt x="576560" y="241926"/>
                  </a:lnTo>
                  <a:lnTo>
                    <a:pt x="577730" y="249641"/>
                  </a:lnTo>
                  <a:lnTo>
                    <a:pt x="583742" y="255259"/>
                  </a:lnTo>
                  <a:lnTo>
                    <a:pt x="600837" y="261538"/>
                  </a:lnTo>
                  <a:lnTo>
                    <a:pt x="614793" y="261017"/>
                  </a:lnTo>
                  <a:lnTo>
                    <a:pt x="617284" y="274477"/>
                  </a:lnTo>
                  <a:lnTo>
                    <a:pt x="622114" y="279841"/>
                  </a:lnTo>
                  <a:lnTo>
                    <a:pt x="620932" y="291076"/>
                  </a:lnTo>
                  <a:lnTo>
                    <a:pt x="617424" y="310930"/>
                  </a:lnTo>
                  <a:lnTo>
                    <a:pt x="628380" y="355771"/>
                  </a:lnTo>
                  <a:lnTo>
                    <a:pt x="640378" y="381916"/>
                  </a:lnTo>
                  <a:lnTo>
                    <a:pt x="641154" y="397728"/>
                  </a:lnTo>
                  <a:lnTo>
                    <a:pt x="621453" y="447272"/>
                  </a:lnTo>
                  <a:lnTo>
                    <a:pt x="626791" y="462677"/>
                  </a:lnTo>
                  <a:lnTo>
                    <a:pt x="645068" y="480852"/>
                  </a:lnTo>
                  <a:lnTo>
                    <a:pt x="648589" y="492088"/>
                  </a:lnTo>
                  <a:lnTo>
                    <a:pt x="645068" y="505815"/>
                  </a:lnTo>
                  <a:lnTo>
                    <a:pt x="650953" y="514064"/>
                  </a:lnTo>
                  <a:lnTo>
                    <a:pt x="651728" y="529482"/>
                  </a:lnTo>
                  <a:lnTo>
                    <a:pt x="628507" y="542154"/>
                  </a:lnTo>
                  <a:lnTo>
                    <a:pt x="613750" y="558880"/>
                  </a:lnTo>
                  <a:lnTo>
                    <a:pt x="613242" y="570523"/>
                  </a:lnTo>
                  <a:lnTo>
                    <a:pt x="603328" y="569862"/>
                  </a:lnTo>
                  <a:lnTo>
                    <a:pt x="590529" y="551686"/>
                  </a:lnTo>
                  <a:lnTo>
                    <a:pt x="587135" y="509616"/>
                  </a:lnTo>
                  <a:lnTo>
                    <a:pt x="593261" y="486610"/>
                  </a:lnTo>
                  <a:lnTo>
                    <a:pt x="594711" y="480331"/>
                  </a:lnTo>
                  <a:lnTo>
                    <a:pt x="579052" y="468816"/>
                  </a:lnTo>
                  <a:lnTo>
                    <a:pt x="560113" y="445696"/>
                  </a:lnTo>
                  <a:lnTo>
                    <a:pt x="569532" y="408836"/>
                  </a:lnTo>
                  <a:lnTo>
                    <a:pt x="577348" y="374188"/>
                  </a:lnTo>
                  <a:lnTo>
                    <a:pt x="587262" y="353814"/>
                  </a:lnTo>
                  <a:lnTo>
                    <a:pt x="588838" y="339172"/>
                  </a:lnTo>
                  <a:lnTo>
                    <a:pt x="582699" y="314349"/>
                  </a:lnTo>
                  <a:lnTo>
                    <a:pt x="592359" y="291076"/>
                  </a:lnTo>
                  <a:lnTo>
                    <a:pt x="590529" y="281518"/>
                  </a:lnTo>
                  <a:lnTo>
                    <a:pt x="580742" y="276307"/>
                  </a:lnTo>
                  <a:lnTo>
                    <a:pt x="568337" y="277476"/>
                  </a:lnTo>
                  <a:lnTo>
                    <a:pt x="546424" y="289233"/>
                  </a:lnTo>
                  <a:lnTo>
                    <a:pt x="523978" y="301664"/>
                  </a:lnTo>
                  <a:lnTo>
                    <a:pt x="517585" y="310027"/>
                  </a:lnTo>
                  <a:lnTo>
                    <a:pt x="495253" y="321009"/>
                  </a:lnTo>
                  <a:lnTo>
                    <a:pt x="448276" y="333554"/>
                  </a:lnTo>
                  <a:lnTo>
                    <a:pt x="422970" y="349886"/>
                  </a:lnTo>
                  <a:lnTo>
                    <a:pt x="387204" y="354729"/>
                  </a:lnTo>
                  <a:lnTo>
                    <a:pt x="354449" y="347548"/>
                  </a:lnTo>
                  <a:lnTo>
                    <a:pt x="336312" y="330681"/>
                  </a:lnTo>
                  <a:lnTo>
                    <a:pt x="327962" y="327148"/>
                  </a:lnTo>
                  <a:lnTo>
                    <a:pt x="290759" y="327021"/>
                  </a:lnTo>
                  <a:lnTo>
                    <a:pt x="279027" y="321276"/>
                  </a:lnTo>
                  <a:lnTo>
                    <a:pt x="265974" y="318912"/>
                  </a:lnTo>
                  <a:lnTo>
                    <a:pt x="244443" y="315645"/>
                  </a:lnTo>
                  <a:lnTo>
                    <a:pt x="241824" y="307663"/>
                  </a:lnTo>
                  <a:lnTo>
                    <a:pt x="230347" y="302299"/>
                  </a:lnTo>
                  <a:lnTo>
                    <a:pt x="230080" y="285585"/>
                  </a:lnTo>
                  <a:lnTo>
                    <a:pt x="274058" y="262580"/>
                  </a:lnTo>
                  <a:lnTo>
                    <a:pt x="309824" y="259059"/>
                  </a:lnTo>
                  <a:lnTo>
                    <a:pt x="316726" y="250289"/>
                  </a:lnTo>
                  <a:lnTo>
                    <a:pt x="314133" y="243629"/>
                  </a:lnTo>
                  <a:lnTo>
                    <a:pt x="248217" y="237744"/>
                  </a:lnTo>
                  <a:lnTo>
                    <a:pt x="237783" y="237490"/>
                  </a:lnTo>
                  <a:lnTo>
                    <a:pt x="179188" y="232381"/>
                  </a:lnTo>
                  <a:lnTo>
                    <a:pt x="159360" y="235774"/>
                  </a:lnTo>
                  <a:lnTo>
                    <a:pt x="128170" y="234732"/>
                  </a:lnTo>
                  <a:lnTo>
                    <a:pt x="119298" y="242320"/>
                  </a:lnTo>
                  <a:lnTo>
                    <a:pt x="116667" y="253162"/>
                  </a:lnTo>
                  <a:lnTo>
                    <a:pt x="101796" y="269253"/>
                  </a:lnTo>
                  <a:lnTo>
                    <a:pt x="86798" y="295906"/>
                  </a:lnTo>
                  <a:lnTo>
                    <a:pt x="57171" y="304536"/>
                  </a:lnTo>
                  <a:lnTo>
                    <a:pt x="49735" y="301003"/>
                  </a:lnTo>
                  <a:close/>
                </a:path>
              </a:pathLst>
            </a:custGeom>
            <a:solidFill>
              <a:srgbClr val="BAE0DF"/>
            </a:solidFill>
            <a:ln w="12700" cap="flat">
              <a:noFill/>
              <a:prstDash val="solid"/>
              <a:miter/>
            </a:ln>
          </p:spPr>
          <p:txBody>
            <a:bodyPr rtlCol="0" anchor="ctr"/>
            <a:lstStyle/>
            <a:p>
              <a:endParaRPr lang="de-CH"/>
            </a:p>
          </p:txBody>
        </p:sp>
        <p:sp>
          <p:nvSpPr>
            <p:cNvPr id="145" name="Freihandform: Form 144">
              <a:extLst>
                <a:ext uri="{FF2B5EF4-FFF2-40B4-BE49-F238E27FC236}">
                  <a16:creationId xmlns:a16="http://schemas.microsoft.com/office/drawing/2014/main" id="{3BC2A654-1B8E-3141-3B51-F91639FCC150}"/>
                </a:ext>
              </a:extLst>
            </p:cNvPr>
            <p:cNvSpPr/>
            <p:nvPr/>
          </p:nvSpPr>
          <p:spPr>
            <a:xfrm>
              <a:off x="6245582" y="2960121"/>
              <a:ext cx="116667" cy="84954"/>
            </a:xfrm>
            <a:custGeom>
              <a:avLst/>
              <a:gdLst>
                <a:gd name="connsiteX0" fmla="*/ 107401 w 116667"/>
                <a:gd name="connsiteY0" fmla="*/ 3127 h 84954"/>
                <a:gd name="connsiteX1" fmla="*/ 115752 w 116667"/>
                <a:gd name="connsiteY1" fmla="*/ 19866 h 84954"/>
                <a:gd name="connsiteX2" fmla="*/ 116667 w 116667"/>
                <a:gd name="connsiteY2" fmla="*/ 26526 h 84954"/>
                <a:gd name="connsiteX3" fmla="*/ 112485 w 116667"/>
                <a:gd name="connsiteY3" fmla="*/ 33059 h 84954"/>
                <a:gd name="connsiteX4" fmla="*/ 98136 w 116667"/>
                <a:gd name="connsiteY4" fmla="*/ 43647 h 84954"/>
                <a:gd name="connsiteX5" fmla="*/ 90814 w 116667"/>
                <a:gd name="connsiteY5" fmla="*/ 50968 h 84954"/>
                <a:gd name="connsiteX6" fmla="*/ 51413 w 116667"/>
                <a:gd name="connsiteY6" fmla="*/ 73986 h 84954"/>
                <a:gd name="connsiteX7" fmla="*/ 37063 w 116667"/>
                <a:gd name="connsiteY7" fmla="*/ 84955 h 84954"/>
                <a:gd name="connsiteX8" fmla="*/ 31458 w 116667"/>
                <a:gd name="connsiteY8" fmla="*/ 84955 h 84954"/>
                <a:gd name="connsiteX9" fmla="*/ 31051 w 116667"/>
                <a:gd name="connsiteY9" fmla="*/ 79731 h 84954"/>
                <a:gd name="connsiteX10" fmla="*/ 26882 w 116667"/>
                <a:gd name="connsiteY10" fmla="*/ 77888 h 84954"/>
                <a:gd name="connsiteX11" fmla="*/ 23349 w 116667"/>
                <a:gd name="connsiteY11" fmla="*/ 79731 h 84954"/>
                <a:gd name="connsiteX12" fmla="*/ 21671 w 116667"/>
                <a:gd name="connsiteY12" fmla="*/ 73185 h 84954"/>
                <a:gd name="connsiteX13" fmla="*/ 15151 w 116667"/>
                <a:gd name="connsiteY13" fmla="*/ 73185 h 84954"/>
                <a:gd name="connsiteX14" fmla="*/ 11617 w 116667"/>
                <a:gd name="connsiteY14" fmla="*/ 79731 h 84954"/>
                <a:gd name="connsiteX15" fmla="*/ 7702 w 116667"/>
                <a:gd name="connsiteY15" fmla="*/ 79731 h 84954"/>
                <a:gd name="connsiteX16" fmla="*/ 0 w 116667"/>
                <a:gd name="connsiteY16" fmla="*/ 77100 h 84954"/>
                <a:gd name="connsiteX17" fmla="*/ 4690 w 116667"/>
                <a:gd name="connsiteY17" fmla="*/ 65089 h 84954"/>
                <a:gd name="connsiteX18" fmla="*/ 18671 w 116667"/>
                <a:gd name="connsiteY18" fmla="*/ 59077 h 84954"/>
                <a:gd name="connsiteX19" fmla="*/ 28700 w 116667"/>
                <a:gd name="connsiteY19" fmla="*/ 45998 h 84954"/>
                <a:gd name="connsiteX20" fmla="*/ 39415 w 116667"/>
                <a:gd name="connsiteY20" fmla="*/ 40253 h 84954"/>
                <a:gd name="connsiteX21" fmla="*/ 48807 w 116667"/>
                <a:gd name="connsiteY21" fmla="*/ 38944 h 84954"/>
                <a:gd name="connsiteX22" fmla="*/ 56510 w 116667"/>
                <a:gd name="connsiteY22" fmla="*/ 33720 h 84954"/>
                <a:gd name="connsiteX23" fmla="*/ 71241 w 116667"/>
                <a:gd name="connsiteY23" fmla="*/ 34228 h 84954"/>
                <a:gd name="connsiteX24" fmla="*/ 83659 w 116667"/>
                <a:gd name="connsiteY24" fmla="*/ 26526 h 84954"/>
                <a:gd name="connsiteX25" fmla="*/ 93700 w 116667"/>
                <a:gd name="connsiteY25" fmla="*/ 25344 h 84954"/>
                <a:gd name="connsiteX26" fmla="*/ 101275 w 116667"/>
                <a:gd name="connsiteY26" fmla="*/ 20654 h 84954"/>
                <a:gd name="connsiteX27" fmla="*/ 104008 w 116667"/>
                <a:gd name="connsiteY27" fmla="*/ 13193 h 84954"/>
                <a:gd name="connsiteX28" fmla="*/ 101008 w 116667"/>
                <a:gd name="connsiteY28" fmla="*/ 0 h 84954"/>
                <a:gd name="connsiteX29" fmla="*/ 107401 w 116667"/>
                <a:gd name="connsiteY29" fmla="*/ 3127 h 84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6667" h="84954">
                  <a:moveTo>
                    <a:pt x="107401" y="3127"/>
                  </a:moveTo>
                  <a:lnTo>
                    <a:pt x="115752" y="19866"/>
                  </a:lnTo>
                  <a:lnTo>
                    <a:pt x="116667" y="26526"/>
                  </a:lnTo>
                  <a:lnTo>
                    <a:pt x="112485" y="33059"/>
                  </a:lnTo>
                  <a:lnTo>
                    <a:pt x="98136" y="43647"/>
                  </a:lnTo>
                  <a:lnTo>
                    <a:pt x="90814" y="50968"/>
                  </a:lnTo>
                  <a:lnTo>
                    <a:pt x="51413" y="73986"/>
                  </a:lnTo>
                  <a:lnTo>
                    <a:pt x="37063" y="84955"/>
                  </a:lnTo>
                  <a:lnTo>
                    <a:pt x="31458" y="84955"/>
                  </a:lnTo>
                  <a:lnTo>
                    <a:pt x="31051" y="79731"/>
                  </a:lnTo>
                  <a:lnTo>
                    <a:pt x="26882" y="77888"/>
                  </a:lnTo>
                  <a:lnTo>
                    <a:pt x="23349" y="79731"/>
                  </a:lnTo>
                  <a:lnTo>
                    <a:pt x="21671" y="73185"/>
                  </a:lnTo>
                  <a:lnTo>
                    <a:pt x="15151" y="73185"/>
                  </a:lnTo>
                  <a:lnTo>
                    <a:pt x="11617" y="79731"/>
                  </a:lnTo>
                  <a:lnTo>
                    <a:pt x="7702" y="79731"/>
                  </a:lnTo>
                  <a:lnTo>
                    <a:pt x="0" y="77100"/>
                  </a:lnTo>
                  <a:lnTo>
                    <a:pt x="4690" y="65089"/>
                  </a:lnTo>
                  <a:lnTo>
                    <a:pt x="18671" y="59077"/>
                  </a:lnTo>
                  <a:lnTo>
                    <a:pt x="28700" y="45998"/>
                  </a:lnTo>
                  <a:lnTo>
                    <a:pt x="39415" y="40253"/>
                  </a:lnTo>
                  <a:lnTo>
                    <a:pt x="48807" y="38944"/>
                  </a:lnTo>
                  <a:lnTo>
                    <a:pt x="56510" y="33720"/>
                  </a:lnTo>
                  <a:lnTo>
                    <a:pt x="71241" y="34228"/>
                  </a:lnTo>
                  <a:lnTo>
                    <a:pt x="83659" y="26526"/>
                  </a:lnTo>
                  <a:lnTo>
                    <a:pt x="93700" y="25344"/>
                  </a:lnTo>
                  <a:lnTo>
                    <a:pt x="101275" y="20654"/>
                  </a:lnTo>
                  <a:lnTo>
                    <a:pt x="104008" y="13193"/>
                  </a:lnTo>
                  <a:lnTo>
                    <a:pt x="101008" y="0"/>
                  </a:lnTo>
                  <a:lnTo>
                    <a:pt x="107401" y="3127"/>
                  </a:lnTo>
                  <a:close/>
                </a:path>
              </a:pathLst>
            </a:custGeom>
            <a:solidFill>
              <a:srgbClr val="BAE0DF"/>
            </a:solidFill>
            <a:ln w="12700" cap="flat">
              <a:noFill/>
              <a:prstDash val="solid"/>
              <a:miter/>
            </a:ln>
          </p:spPr>
          <p:txBody>
            <a:bodyPr rtlCol="0" anchor="ctr"/>
            <a:lstStyle/>
            <a:p>
              <a:endParaRPr lang="de-CH"/>
            </a:p>
          </p:txBody>
        </p:sp>
        <p:sp>
          <p:nvSpPr>
            <p:cNvPr id="146" name="Freihandform: Form 145">
              <a:extLst>
                <a:ext uri="{FF2B5EF4-FFF2-40B4-BE49-F238E27FC236}">
                  <a16:creationId xmlns:a16="http://schemas.microsoft.com/office/drawing/2014/main" id="{4CA396DB-5345-42BA-259B-6B4201DB2C69}"/>
                </a:ext>
              </a:extLst>
            </p:cNvPr>
            <p:cNvSpPr/>
            <p:nvPr/>
          </p:nvSpPr>
          <p:spPr>
            <a:xfrm>
              <a:off x="7209333" y="2428021"/>
              <a:ext cx="126059" cy="206896"/>
            </a:xfrm>
            <a:custGeom>
              <a:avLst/>
              <a:gdLst>
                <a:gd name="connsiteX0" fmla="*/ 106613 w 126059"/>
                <a:gd name="connsiteY0" fmla="*/ 206897 h 206896"/>
                <a:gd name="connsiteX1" fmla="*/ 105965 w 126059"/>
                <a:gd name="connsiteY1" fmla="*/ 198012 h 206896"/>
                <a:gd name="connsiteX2" fmla="*/ 100080 w 126059"/>
                <a:gd name="connsiteY2" fmla="*/ 192649 h 206896"/>
                <a:gd name="connsiteX3" fmla="*/ 85984 w 126059"/>
                <a:gd name="connsiteY3" fmla="*/ 184031 h 206896"/>
                <a:gd name="connsiteX4" fmla="*/ 73071 w 126059"/>
                <a:gd name="connsiteY4" fmla="*/ 162729 h 206896"/>
                <a:gd name="connsiteX5" fmla="*/ 63818 w 126059"/>
                <a:gd name="connsiteY5" fmla="*/ 160110 h 206896"/>
                <a:gd name="connsiteX6" fmla="*/ 59242 w 126059"/>
                <a:gd name="connsiteY6" fmla="*/ 152522 h 206896"/>
                <a:gd name="connsiteX7" fmla="*/ 50103 w 126059"/>
                <a:gd name="connsiteY7" fmla="*/ 150171 h 206896"/>
                <a:gd name="connsiteX8" fmla="*/ 46583 w 126059"/>
                <a:gd name="connsiteY8" fmla="*/ 137766 h 206896"/>
                <a:gd name="connsiteX9" fmla="*/ 54794 w 126059"/>
                <a:gd name="connsiteY9" fmla="*/ 124700 h 206896"/>
                <a:gd name="connsiteX10" fmla="*/ 43456 w 126059"/>
                <a:gd name="connsiteY10" fmla="*/ 115155 h 206896"/>
                <a:gd name="connsiteX11" fmla="*/ 36923 w 126059"/>
                <a:gd name="connsiteY11" fmla="*/ 108367 h 206896"/>
                <a:gd name="connsiteX12" fmla="*/ 35754 w 126059"/>
                <a:gd name="connsiteY12" fmla="*/ 89264 h 206896"/>
                <a:gd name="connsiteX13" fmla="*/ 16307 w 126059"/>
                <a:gd name="connsiteY13" fmla="*/ 59725 h 206896"/>
                <a:gd name="connsiteX14" fmla="*/ 10041 w 126059"/>
                <a:gd name="connsiteY14" fmla="*/ 43914 h 206896"/>
                <a:gd name="connsiteX15" fmla="*/ 2593 w 126059"/>
                <a:gd name="connsiteY15" fmla="*/ 46138 h 206896"/>
                <a:gd name="connsiteX16" fmla="*/ 0 w 126059"/>
                <a:gd name="connsiteY16" fmla="*/ 41296 h 206896"/>
                <a:gd name="connsiteX17" fmla="*/ 7041 w 126059"/>
                <a:gd name="connsiteY17" fmla="*/ 33987 h 206896"/>
                <a:gd name="connsiteX18" fmla="*/ 9533 w 126059"/>
                <a:gd name="connsiteY18" fmla="*/ 19993 h 206896"/>
                <a:gd name="connsiteX19" fmla="*/ 15265 w 126059"/>
                <a:gd name="connsiteY19" fmla="*/ 13854 h 206896"/>
                <a:gd name="connsiteX20" fmla="*/ 23081 w 126059"/>
                <a:gd name="connsiteY20" fmla="*/ 17375 h 206896"/>
                <a:gd name="connsiteX21" fmla="*/ 31445 w 126059"/>
                <a:gd name="connsiteY21" fmla="*/ 15036 h 206896"/>
                <a:gd name="connsiteX22" fmla="*/ 39529 w 126059"/>
                <a:gd name="connsiteY22" fmla="*/ 11503 h 206896"/>
                <a:gd name="connsiteX23" fmla="*/ 42795 w 126059"/>
                <a:gd name="connsiteY23" fmla="*/ 0 h 206896"/>
                <a:gd name="connsiteX24" fmla="*/ 51273 w 126059"/>
                <a:gd name="connsiteY24" fmla="*/ 1830 h 206896"/>
                <a:gd name="connsiteX25" fmla="*/ 52722 w 126059"/>
                <a:gd name="connsiteY25" fmla="*/ 10194 h 206896"/>
                <a:gd name="connsiteX26" fmla="*/ 59509 w 126059"/>
                <a:gd name="connsiteY26" fmla="*/ 13981 h 206896"/>
                <a:gd name="connsiteX27" fmla="*/ 66284 w 126059"/>
                <a:gd name="connsiteY27" fmla="*/ 10588 h 206896"/>
                <a:gd name="connsiteX28" fmla="*/ 66284 w 126059"/>
                <a:gd name="connsiteY28" fmla="*/ 17502 h 206896"/>
                <a:gd name="connsiteX29" fmla="*/ 63411 w 126059"/>
                <a:gd name="connsiteY29" fmla="*/ 25878 h 206896"/>
                <a:gd name="connsiteX30" fmla="*/ 59509 w 126059"/>
                <a:gd name="connsiteY30" fmla="*/ 33847 h 206896"/>
                <a:gd name="connsiteX31" fmla="*/ 66945 w 126059"/>
                <a:gd name="connsiteY31" fmla="*/ 47701 h 206896"/>
                <a:gd name="connsiteX32" fmla="*/ 63411 w 126059"/>
                <a:gd name="connsiteY32" fmla="*/ 55811 h 206896"/>
                <a:gd name="connsiteX33" fmla="*/ 78676 w 126059"/>
                <a:gd name="connsiteY33" fmla="*/ 92149 h 206896"/>
                <a:gd name="connsiteX34" fmla="*/ 77253 w 126059"/>
                <a:gd name="connsiteY34" fmla="*/ 119463 h 206896"/>
                <a:gd name="connsiteX35" fmla="*/ 85197 w 126059"/>
                <a:gd name="connsiteY35" fmla="*/ 143511 h 206896"/>
                <a:gd name="connsiteX36" fmla="*/ 85603 w 126059"/>
                <a:gd name="connsiteY36" fmla="*/ 157238 h 206896"/>
                <a:gd name="connsiteX37" fmla="*/ 102698 w 126059"/>
                <a:gd name="connsiteY37" fmla="*/ 169910 h 206896"/>
                <a:gd name="connsiteX38" fmla="*/ 115752 w 126059"/>
                <a:gd name="connsiteY38" fmla="*/ 174626 h 206896"/>
                <a:gd name="connsiteX39" fmla="*/ 126060 w 126059"/>
                <a:gd name="connsiteY39" fmla="*/ 184565 h 206896"/>
                <a:gd name="connsiteX40" fmla="*/ 120709 w 126059"/>
                <a:gd name="connsiteY40" fmla="*/ 198940 h 206896"/>
                <a:gd name="connsiteX41" fmla="*/ 111837 w 126059"/>
                <a:gd name="connsiteY41" fmla="*/ 203897 h 206896"/>
                <a:gd name="connsiteX42" fmla="*/ 106613 w 126059"/>
                <a:gd name="connsiteY42" fmla="*/ 206897 h 206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6059" h="206896">
                  <a:moveTo>
                    <a:pt x="106613" y="206897"/>
                  </a:moveTo>
                  <a:lnTo>
                    <a:pt x="105965" y="198012"/>
                  </a:lnTo>
                  <a:lnTo>
                    <a:pt x="100080" y="192649"/>
                  </a:lnTo>
                  <a:lnTo>
                    <a:pt x="85984" y="184031"/>
                  </a:lnTo>
                  <a:lnTo>
                    <a:pt x="73071" y="162729"/>
                  </a:lnTo>
                  <a:lnTo>
                    <a:pt x="63818" y="160110"/>
                  </a:lnTo>
                  <a:lnTo>
                    <a:pt x="59242" y="152522"/>
                  </a:lnTo>
                  <a:lnTo>
                    <a:pt x="50103" y="150171"/>
                  </a:lnTo>
                  <a:lnTo>
                    <a:pt x="46583" y="137766"/>
                  </a:lnTo>
                  <a:lnTo>
                    <a:pt x="54794" y="124700"/>
                  </a:lnTo>
                  <a:lnTo>
                    <a:pt x="43456" y="115155"/>
                  </a:lnTo>
                  <a:lnTo>
                    <a:pt x="36923" y="108367"/>
                  </a:lnTo>
                  <a:lnTo>
                    <a:pt x="35754" y="89264"/>
                  </a:lnTo>
                  <a:lnTo>
                    <a:pt x="16307" y="59725"/>
                  </a:lnTo>
                  <a:lnTo>
                    <a:pt x="10041" y="43914"/>
                  </a:lnTo>
                  <a:lnTo>
                    <a:pt x="2593" y="46138"/>
                  </a:lnTo>
                  <a:lnTo>
                    <a:pt x="0" y="41296"/>
                  </a:lnTo>
                  <a:lnTo>
                    <a:pt x="7041" y="33987"/>
                  </a:lnTo>
                  <a:lnTo>
                    <a:pt x="9533" y="19993"/>
                  </a:lnTo>
                  <a:lnTo>
                    <a:pt x="15265" y="13854"/>
                  </a:lnTo>
                  <a:lnTo>
                    <a:pt x="23081" y="17375"/>
                  </a:lnTo>
                  <a:lnTo>
                    <a:pt x="31445" y="15036"/>
                  </a:lnTo>
                  <a:lnTo>
                    <a:pt x="39529" y="11503"/>
                  </a:lnTo>
                  <a:lnTo>
                    <a:pt x="42795" y="0"/>
                  </a:lnTo>
                  <a:lnTo>
                    <a:pt x="51273" y="1830"/>
                  </a:lnTo>
                  <a:lnTo>
                    <a:pt x="52722" y="10194"/>
                  </a:lnTo>
                  <a:lnTo>
                    <a:pt x="59509" y="13981"/>
                  </a:lnTo>
                  <a:lnTo>
                    <a:pt x="66284" y="10588"/>
                  </a:lnTo>
                  <a:lnTo>
                    <a:pt x="66284" y="17502"/>
                  </a:lnTo>
                  <a:lnTo>
                    <a:pt x="63411" y="25878"/>
                  </a:lnTo>
                  <a:lnTo>
                    <a:pt x="59509" y="33847"/>
                  </a:lnTo>
                  <a:lnTo>
                    <a:pt x="66945" y="47701"/>
                  </a:lnTo>
                  <a:lnTo>
                    <a:pt x="63411" y="55811"/>
                  </a:lnTo>
                  <a:lnTo>
                    <a:pt x="78676" y="92149"/>
                  </a:lnTo>
                  <a:lnTo>
                    <a:pt x="77253" y="119463"/>
                  </a:lnTo>
                  <a:lnTo>
                    <a:pt x="85197" y="143511"/>
                  </a:lnTo>
                  <a:lnTo>
                    <a:pt x="85603" y="157238"/>
                  </a:lnTo>
                  <a:lnTo>
                    <a:pt x="102698" y="169910"/>
                  </a:lnTo>
                  <a:lnTo>
                    <a:pt x="115752" y="174626"/>
                  </a:lnTo>
                  <a:lnTo>
                    <a:pt x="126060" y="184565"/>
                  </a:lnTo>
                  <a:lnTo>
                    <a:pt x="120709" y="198940"/>
                  </a:lnTo>
                  <a:lnTo>
                    <a:pt x="111837" y="203897"/>
                  </a:lnTo>
                  <a:lnTo>
                    <a:pt x="106613" y="206897"/>
                  </a:lnTo>
                  <a:close/>
                </a:path>
              </a:pathLst>
            </a:custGeom>
            <a:solidFill>
              <a:srgbClr val="BAE0DF"/>
            </a:solidFill>
            <a:ln w="12700" cap="flat">
              <a:noFill/>
              <a:prstDash val="solid"/>
              <a:miter/>
            </a:ln>
          </p:spPr>
          <p:txBody>
            <a:bodyPr rtlCol="0" anchor="ctr"/>
            <a:lstStyle/>
            <a:p>
              <a:endParaRPr lang="de-CH"/>
            </a:p>
          </p:txBody>
        </p:sp>
        <p:sp>
          <p:nvSpPr>
            <p:cNvPr id="147" name="Freihandform: Form 146">
              <a:extLst>
                <a:ext uri="{FF2B5EF4-FFF2-40B4-BE49-F238E27FC236}">
                  <a16:creationId xmlns:a16="http://schemas.microsoft.com/office/drawing/2014/main" id="{080BD076-056F-BA2F-6E63-8FAB4FEAFA38}"/>
                </a:ext>
              </a:extLst>
            </p:cNvPr>
            <p:cNvSpPr/>
            <p:nvPr/>
          </p:nvSpPr>
          <p:spPr>
            <a:xfrm>
              <a:off x="6062364" y="3232641"/>
              <a:ext cx="109358" cy="131220"/>
            </a:xfrm>
            <a:custGeom>
              <a:avLst/>
              <a:gdLst>
                <a:gd name="connsiteX0" fmla="*/ 2479 w 109358"/>
                <a:gd name="connsiteY0" fmla="*/ 101288 h 131220"/>
                <a:gd name="connsiteX1" fmla="*/ 8732 w 109358"/>
                <a:gd name="connsiteY1" fmla="*/ 88094 h 131220"/>
                <a:gd name="connsiteX2" fmla="*/ 13702 w 109358"/>
                <a:gd name="connsiteY2" fmla="*/ 70313 h 131220"/>
                <a:gd name="connsiteX3" fmla="*/ 55595 w 109358"/>
                <a:gd name="connsiteY3" fmla="*/ 48756 h 131220"/>
                <a:gd name="connsiteX4" fmla="*/ 74901 w 109358"/>
                <a:gd name="connsiteY4" fmla="*/ 34889 h 131220"/>
                <a:gd name="connsiteX5" fmla="*/ 77914 w 109358"/>
                <a:gd name="connsiteY5" fmla="*/ 23120 h 131220"/>
                <a:gd name="connsiteX6" fmla="*/ 87307 w 109358"/>
                <a:gd name="connsiteY6" fmla="*/ 11223 h 131220"/>
                <a:gd name="connsiteX7" fmla="*/ 89912 w 109358"/>
                <a:gd name="connsiteY7" fmla="*/ 1957 h 131220"/>
                <a:gd name="connsiteX8" fmla="*/ 95517 w 109358"/>
                <a:gd name="connsiteY8" fmla="*/ 3521 h 131220"/>
                <a:gd name="connsiteX9" fmla="*/ 101529 w 109358"/>
                <a:gd name="connsiteY9" fmla="*/ 1818 h 131220"/>
                <a:gd name="connsiteX10" fmla="*/ 105559 w 109358"/>
                <a:gd name="connsiteY10" fmla="*/ 0 h 131220"/>
                <a:gd name="connsiteX11" fmla="*/ 108571 w 109358"/>
                <a:gd name="connsiteY11" fmla="*/ 3012 h 131220"/>
                <a:gd name="connsiteX12" fmla="*/ 109359 w 109358"/>
                <a:gd name="connsiteY12" fmla="*/ 9800 h 131220"/>
                <a:gd name="connsiteX13" fmla="*/ 109092 w 109358"/>
                <a:gd name="connsiteY13" fmla="*/ 26005 h 131220"/>
                <a:gd name="connsiteX14" fmla="*/ 104135 w 109358"/>
                <a:gd name="connsiteY14" fmla="*/ 34496 h 131220"/>
                <a:gd name="connsiteX15" fmla="*/ 103347 w 109358"/>
                <a:gd name="connsiteY15" fmla="*/ 47714 h 131220"/>
                <a:gd name="connsiteX16" fmla="*/ 86646 w 109358"/>
                <a:gd name="connsiteY16" fmla="*/ 64822 h 131220"/>
                <a:gd name="connsiteX17" fmla="*/ 78168 w 109358"/>
                <a:gd name="connsiteY17" fmla="*/ 67313 h 131220"/>
                <a:gd name="connsiteX18" fmla="*/ 67199 w 109358"/>
                <a:gd name="connsiteY18" fmla="*/ 81689 h 131220"/>
                <a:gd name="connsiteX19" fmla="*/ 48553 w 109358"/>
                <a:gd name="connsiteY19" fmla="*/ 95136 h 131220"/>
                <a:gd name="connsiteX20" fmla="*/ 46710 w 109358"/>
                <a:gd name="connsiteY20" fmla="*/ 107833 h 131220"/>
                <a:gd name="connsiteX21" fmla="*/ 30797 w 109358"/>
                <a:gd name="connsiteY21" fmla="*/ 127038 h 131220"/>
                <a:gd name="connsiteX22" fmla="*/ 25459 w 109358"/>
                <a:gd name="connsiteY22" fmla="*/ 131220 h 131220"/>
                <a:gd name="connsiteX23" fmla="*/ 22319 w 109358"/>
                <a:gd name="connsiteY23" fmla="*/ 130178 h 131220"/>
                <a:gd name="connsiteX24" fmla="*/ 23362 w 109358"/>
                <a:gd name="connsiteY24" fmla="*/ 125081 h 131220"/>
                <a:gd name="connsiteX25" fmla="*/ 20616 w 109358"/>
                <a:gd name="connsiteY25" fmla="*/ 122590 h 131220"/>
                <a:gd name="connsiteX26" fmla="*/ 14490 w 109358"/>
                <a:gd name="connsiteY26" fmla="*/ 121942 h 131220"/>
                <a:gd name="connsiteX27" fmla="*/ 10702 w 109358"/>
                <a:gd name="connsiteY27" fmla="*/ 116057 h 131220"/>
                <a:gd name="connsiteX28" fmla="*/ 2619 w 109358"/>
                <a:gd name="connsiteY28" fmla="*/ 110693 h 131220"/>
                <a:gd name="connsiteX29" fmla="*/ 0 w 109358"/>
                <a:gd name="connsiteY29" fmla="*/ 107160 h 131220"/>
                <a:gd name="connsiteX30" fmla="*/ 2479 w 109358"/>
                <a:gd name="connsiteY30" fmla="*/ 101288 h 131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9358" h="131220">
                  <a:moveTo>
                    <a:pt x="2479" y="101288"/>
                  </a:moveTo>
                  <a:lnTo>
                    <a:pt x="8732" y="88094"/>
                  </a:lnTo>
                  <a:lnTo>
                    <a:pt x="13702" y="70313"/>
                  </a:lnTo>
                  <a:lnTo>
                    <a:pt x="55595" y="48756"/>
                  </a:lnTo>
                  <a:lnTo>
                    <a:pt x="74901" y="34889"/>
                  </a:lnTo>
                  <a:lnTo>
                    <a:pt x="77914" y="23120"/>
                  </a:lnTo>
                  <a:lnTo>
                    <a:pt x="87307" y="11223"/>
                  </a:lnTo>
                  <a:lnTo>
                    <a:pt x="89912" y="1957"/>
                  </a:lnTo>
                  <a:lnTo>
                    <a:pt x="95517" y="3521"/>
                  </a:lnTo>
                  <a:lnTo>
                    <a:pt x="101529" y="1818"/>
                  </a:lnTo>
                  <a:lnTo>
                    <a:pt x="105559" y="0"/>
                  </a:lnTo>
                  <a:lnTo>
                    <a:pt x="108571" y="3012"/>
                  </a:lnTo>
                  <a:lnTo>
                    <a:pt x="109359" y="9800"/>
                  </a:lnTo>
                  <a:lnTo>
                    <a:pt x="109092" y="26005"/>
                  </a:lnTo>
                  <a:lnTo>
                    <a:pt x="104135" y="34496"/>
                  </a:lnTo>
                  <a:lnTo>
                    <a:pt x="103347" y="47714"/>
                  </a:lnTo>
                  <a:lnTo>
                    <a:pt x="86646" y="64822"/>
                  </a:lnTo>
                  <a:lnTo>
                    <a:pt x="78168" y="67313"/>
                  </a:lnTo>
                  <a:lnTo>
                    <a:pt x="67199" y="81689"/>
                  </a:lnTo>
                  <a:lnTo>
                    <a:pt x="48553" y="95136"/>
                  </a:lnTo>
                  <a:lnTo>
                    <a:pt x="46710" y="107833"/>
                  </a:lnTo>
                  <a:lnTo>
                    <a:pt x="30797" y="127038"/>
                  </a:lnTo>
                  <a:lnTo>
                    <a:pt x="25459" y="131220"/>
                  </a:lnTo>
                  <a:lnTo>
                    <a:pt x="22319" y="130178"/>
                  </a:lnTo>
                  <a:lnTo>
                    <a:pt x="23362" y="125081"/>
                  </a:lnTo>
                  <a:lnTo>
                    <a:pt x="20616" y="122590"/>
                  </a:lnTo>
                  <a:lnTo>
                    <a:pt x="14490" y="121942"/>
                  </a:lnTo>
                  <a:lnTo>
                    <a:pt x="10702" y="116057"/>
                  </a:lnTo>
                  <a:lnTo>
                    <a:pt x="2619" y="110693"/>
                  </a:lnTo>
                  <a:lnTo>
                    <a:pt x="0" y="107160"/>
                  </a:lnTo>
                  <a:lnTo>
                    <a:pt x="2479" y="101288"/>
                  </a:lnTo>
                  <a:close/>
                </a:path>
              </a:pathLst>
            </a:custGeom>
            <a:solidFill>
              <a:srgbClr val="BAE0DF"/>
            </a:solidFill>
            <a:ln w="12700" cap="flat">
              <a:noFill/>
              <a:prstDash val="solid"/>
              <a:miter/>
            </a:ln>
          </p:spPr>
          <p:txBody>
            <a:bodyPr rtlCol="0" anchor="ctr"/>
            <a:lstStyle/>
            <a:p>
              <a:endParaRPr lang="de-CH"/>
            </a:p>
          </p:txBody>
        </p:sp>
        <p:sp>
          <p:nvSpPr>
            <p:cNvPr id="148" name="Freihandform: Form 147">
              <a:extLst>
                <a:ext uri="{FF2B5EF4-FFF2-40B4-BE49-F238E27FC236}">
                  <a16:creationId xmlns:a16="http://schemas.microsoft.com/office/drawing/2014/main" id="{A94EFE10-D41C-B7CC-B2AF-349F88B11245}"/>
                </a:ext>
              </a:extLst>
            </p:cNvPr>
            <p:cNvSpPr/>
            <p:nvPr/>
          </p:nvSpPr>
          <p:spPr>
            <a:xfrm>
              <a:off x="7901505" y="2460432"/>
              <a:ext cx="414340" cy="74901"/>
            </a:xfrm>
            <a:custGeom>
              <a:avLst/>
              <a:gdLst>
                <a:gd name="connsiteX0" fmla="*/ 28840 w 414340"/>
                <a:gd name="connsiteY0" fmla="*/ 521 h 74901"/>
                <a:gd name="connsiteX1" fmla="*/ 52862 w 414340"/>
                <a:gd name="connsiteY1" fmla="*/ 0 h 74901"/>
                <a:gd name="connsiteX2" fmla="*/ 66817 w 414340"/>
                <a:gd name="connsiteY2" fmla="*/ 5745 h 74901"/>
                <a:gd name="connsiteX3" fmla="*/ 89785 w 414340"/>
                <a:gd name="connsiteY3" fmla="*/ 5237 h 74901"/>
                <a:gd name="connsiteX4" fmla="*/ 93967 w 414340"/>
                <a:gd name="connsiteY4" fmla="*/ 12278 h 74901"/>
                <a:gd name="connsiteX5" fmla="*/ 99826 w 414340"/>
                <a:gd name="connsiteY5" fmla="*/ 14121 h 74901"/>
                <a:gd name="connsiteX6" fmla="*/ 105838 w 414340"/>
                <a:gd name="connsiteY6" fmla="*/ 9279 h 74901"/>
                <a:gd name="connsiteX7" fmla="*/ 117582 w 414340"/>
                <a:gd name="connsiteY7" fmla="*/ 10460 h 74901"/>
                <a:gd name="connsiteX8" fmla="*/ 125806 w 414340"/>
                <a:gd name="connsiteY8" fmla="*/ 15812 h 74901"/>
                <a:gd name="connsiteX9" fmla="*/ 183104 w 414340"/>
                <a:gd name="connsiteY9" fmla="*/ 15290 h 74901"/>
                <a:gd name="connsiteX10" fmla="*/ 222123 w 414340"/>
                <a:gd name="connsiteY10" fmla="*/ 26526 h 74901"/>
                <a:gd name="connsiteX11" fmla="*/ 236728 w 414340"/>
                <a:gd name="connsiteY11" fmla="*/ 26666 h 74901"/>
                <a:gd name="connsiteX12" fmla="*/ 310841 w 414340"/>
                <a:gd name="connsiteY12" fmla="*/ 20527 h 74901"/>
                <a:gd name="connsiteX13" fmla="*/ 350789 w 414340"/>
                <a:gd name="connsiteY13" fmla="*/ 25344 h 74901"/>
                <a:gd name="connsiteX14" fmla="*/ 362660 w 414340"/>
                <a:gd name="connsiteY14" fmla="*/ 22345 h 74901"/>
                <a:gd name="connsiteX15" fmla="*/ 410158 w 414340"/>
                <a:gd name="connsiteY15" fmla="*/ 22739 h 74901"/>
                <a:gd name="connsiteX16" fmla="*/ 414340 w 414340"/>
                <a:gd name="connsiteY16" fmla="*/ 27975 h 74901"/>
                <a:gd name="connsiteX17" fmla="*/ 407947 w 414340"/>
                <a:gd name="connsiteY17" fmla="*/ 44181 h 74901"/>
                <a:gd name="connsiteX18" fmla="*/ 407540 w 414340"/>
                <a:gd name="connsiteY18" fmla="*/ 50193 h 74901"/>
                <a:gd name="connsiteX19" fmla="*/ 407171 w 414340"/>
                <a:gd name="connsiteY19" fmla="*/ 56077 h 74901"/>
                <a:gd name="connsiteX20" fmla="*/ 395033 w 414340"/>
                <a:gd name="connsiteY20" fmla="*/ 60386 h 74901"/>
                <a:gd name="connsiteX21" fmla="*/ 379362 w 414340"/>
                <a:gd name="connsiteY21" fmla="*/ 67313 h 74901"/>
                <a:gd name="connsiteX22" fmla="*/ 365139 w 414340"/>
                <a:gd name="connsiteY22" fmla="*/ 68749 h 74901"/>
                <a:gd name="connsiteX23" fmla="*/ 320768 w 414340"/>
                <a:gd name="connsiteY23" fmla="*/ 60119 h 74901"/>
                <a:gd name="connsiteX24" fmla="*/ 307587 w 414340"/>
                <a:gd name="connsiteY24" fmla="*/ 69271 h 74901"/>
                <a:gd name="connsiteX25" fmla="*/ 252120 w 414340"/>
                <a:gd name="connsiteY25" fmla="*/ 74901 h 74901"/>
                <a:gd name="connsiteX26" fmla="*/ 248612 w 414340"/>
                <a:gd name="connsiteY26" fmla="*/ 69004 h 74901"/>
                <a:gd name="connsiteX27" fmla="*/ 238558 w 414340"/>
                <a:gd name="connsiteY27" fmla="*/ 64962 h 74901"/>
                <a:gd name="connsiteX28" fmla="*/ 225899 w 414340"/>
                <a:gd name="connsiteY28" fmla="*/ 71368 h 74901"/>
                <a:gd name="connsiteX29" fmla="*/ 183357 w 414340"/>
                <a:gd name="connsiteY29" fmla="*/ 64428 h 74901"/>
                <a:gd name="connsiteX30" fmla="*/ 138198 w 414340"/>
                <a:gd name="connsiteY30" fmla="*/ 55023 h 74901"/>
                <a:gd name="connsiteX31" fmla="*/ 117176 w 414340"/>
                <a:gd name="connsiteY31" fmla="*/ 46545 h 74901"/>
                <a:gd name="connsiteX32" fmla="*/ 90827 w 414340"/>
                <a:gd name="connsiteY32" fmla="*/ 43126 h 74901"/>
                <a:gd name="connsiteX33" fmla="*/ 77914 w 414340"/>
                <a:gd name="connsiteY33" fmla="*/ 35817 h 74901"/>
                <a:gd name="connsiteX34" fmla="*/ 43711 w 414340"/>
                <a:gd name="connsiteY34" fmla="*/ 36072 h 74901"/>
                <a:gd name="connsiteX35" fmla="*/ 16714 w 414340"/>
                <a:gd name="connsiteY35" fmla="*/ 32271 h 74901"/>
                <a:gd name="connsiteX36" fmla="*/ 267 w 414340"/>
                <a:gd name="connsiteY36" fmla="*/ 18684 h 74901"/>
                <a:gd name="connsiteX37" fmla="*/ 0 w 414340"/>
                <a:gd name="connsiteY37" fmla="*/ 14248 h 74901"/>
                <a:gd name="connsiteX38" fmla="*/ 3788 w 414340"/>
                <a:gd name="connsiteY38" fmla="*/ 12812 h 74901"/>
                <a:gd name="connsiteX39" fmla="*/ 13956 w 414340"/>
                <a:gd name="connsiteY39" fmla="*/ 14375 h 74901"/>
                <a:gd name="connsiteX40" fmla="*/ 22319 w 414340"/>
                <a:gd name="connsiteY40" fmla="*/ 10728 h 74901"/>
                <a:gd name="connsiteX41" fmla="*/ 28840 w 414340"/>
                <a:gd name="connsiteY41" fmla="*/ 521 h 74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14340" h="74901">
                  <a:moveTo>
                    <a:pt x="28840" y="521"/>
                  </a:moveTo>
                  <a:lnTo>
                    <a:pt x="52862" y="0"/>
                  </a:lnTo>
                  <a:lnTo>
                    <a:pt x="66817" y="5745"/>
                  </a:lnTo>
                  <a:lnTo>
                    <a:pt x="89785" y="5237"/>
                  </a:lnTo>
                  <a:lnTo>
                    <a:pt x="93967" y="12278"/>
                  </a:lnTo>
                  <a:lnTo>
                    <a:pt x="99826" y="14121"/>
                  </a:lnTo>
                  <a:lnTo>
                    <a:pt x="105838" y="9279"/>
                  </a:lnTo>
                  <a:lnTo>
                    <a:pt x="117582" y="10460"/>
                  </a:lnTo>
                  <a:lnTo>
                    <a:pt x="125806" y="15812"/>
                  </a:lnTo>
                  <a:lnTo>
                    <a:pt x="183104" y="15290"/>
                  </a:lnTo>
                  <a:lnTo>
                    <a:pt x="222123" y="26526"/>
                  </a:lnTo>
                  <a:lnTo>
                    <a:pt x="236728" y="26666"/>
                  </a:lnTo>
                  <a:lnTo>
                    <a:pt x="310841" y="20527"/>
                  </a:lnTo>
                  <a:lnTo>
                    <a:pt x="350789" y="25344"/>
                  </a:lnTo>
                  <a:lnTo>
                    <a:pt x="362660" y="22345"/>
                  </a:lnTo>
                  <a:lnTo>
                    <a:pt x="410158" y="22739"/>
                  </a:lnTo>
                  <a:lnTo>
                    <a:pt x="414340" y="27975"/>
                  </a:lnTo>
                  <a:lnTo>
                    <a:pt x="407947" y="44181"/>
                  </a:lnTo>
                  <a:lnTo>
                    <a:pt x="407540" y="50193"/>
                  </a:lnTo>
                  <a:lnTo>
                    <a:pt x="407171" y="56077"/>
                  </a:lnTo>
                  <a:lnTo>
                    <a:pt x="395033" y="60386"/>
                  </a:lnTo>
                  <a:lnTo>
                    <a:pt x="379362" y="67313"/>
                  </a:lnTo>
                  <a:lnTo>
                    <a:pt x="365139" y="68749"/>
                  </a:lnTo>
                  <a:lnTo>
                    <a:pt x="320768" y="60119"/>
                  </a:lnTo>
                  <a:lnTo>
                    <a:pt x="307587" y="69271"/>
                  </a:lnTo>
                  <a:lnTo>
                    <a:pt x="252120" y="74901"/>
                  </a:lnTo>
                  <a:lnTo>
                    <a:pt x="248612" y="69004"/>
                  </a:lnTo>
                  <a:lnTo>
                    <a:pt x="238558" y="64962"/>
                  </a:lnTo>
                  <a:lnTo>
                    <a:pt x="225899" y="71368"/>
                  </a:lnTo>
                  <a:lnTo>
                    <a:pt x="183357" y="64428"/>
                  </a:lnTo>
                  <a:lnTo>
                    <a:pt x="138198" y="55023"/>
                  </a:lnTo>
                  <a:lnTo>
                    <a:pt x="117176" y="46545"/>
                  </a:lnTo>
                  <a:lnTo>
                    <a:pt x="90827" y="43126"/>
                  </a:lnTo>
                  <a:lnTo>
                    <a:pt x="77914" y="35817"/>
                  </a:lnTo>
                  <a:lnTo>
                    <a:pt x="43711" y="36072"/>
                  </a:lnTo>
                  <a:lnTo>
                    <a:pt x="16714" y="32271"/>
                  </a:lnTo>
                  <a:lnTo>
                    <a:pt x="267" y="18684"/>
                  </a:lnTo>
                  <a:lnTo>
                    <a:pt x="0" y="14248"/>
                  </a:lnTo>
                  <a:lnTo>
                    <a:pt x="3788" y="12812"/>
                  </a:lnTo>
                  <a:lnTo>
                    <a:pt x="13956" y="14375"/>
                  </a:lnTo>
                  <a:lnTo>
                    <a:pt x="22319" y="10728"/>
                  </a:lnTo>
                  <a:lnTo>
                    <a:pt x="28840" y="521"/>
                  </a:lnTo>
                  <a:close/>
                </a:path>
              </a:pathLst>
            </a:custGeom>
            <a:solidFill>
              <a:srgbClr val="BAE0DF"/>
            </a:solidFill>
            <a:ln w="12700" cap="flat">
              <a:noFill/>
              <a:prstDash val="solid"/>
              <a:miter/>
            </a:ln>
          </p:spPr>
          <p:txBody>
            <a:bodyPr rtlCol="0" anchor="ctr"/>
            <a:lstStyle/>
            <a:p>
              <a:endParaRPr lang="de-CH"/>
            </a:p>
          </p:txBody>
        </p:sp>
        <p:sp>
          <p:nvSpPr>
            <p:cNvPr id="149" name="Freihandform: Form 148">
              <a:extLst>
                <a:ext uri="{FF2B5EF4-FFF2-40B4-BE49-F238E27FC236}">
                  <a16:creationId xmlns:a16="http://schemas.microsoft.com/office/drawing/2014/main" id="{81A41808-2AE0-5CEB-D47B-45841F9EE55E}"/>
                </a:ext>
              </a:extLst>
            </p:cNvPr>
            <p:cNvSpPr/>
            <p:nvPr/>
          </p:nvSpPr>
          <p:spPr>
            <a:xfrm>
              <a:off x="6863107" y="2482510"/>
              <a:ext cx="111976" cy="106397"/>
            </a:xfrm>
            <a:custGeom>
              <a:avLst/>
              <a:gdLst>
                <a:gd name="connsiteX0" fmla="*/ 69169 w 111976"/>
                <a:gd name="connsiteY0" fmla="*/ 68749 h 106397"/>
                <a:gd name="connsiteX1" fmla="*/ 49214 w 111976"/>
                <a:gd name="connsiteY1" fmla="*/ 57132 h 106397"/>
                <a:gd name="connsiteX2" fmla="*/ 28840 w 111976"/>
                <a:gd name="connsiteY2" fmla="*/ 48756 h 106397"/>
                <a:gd name="connsiteX3" fmla="*/ 9139 w 111976"/>
                <a:gd name="connsiteY3" fmla="*/ 45490 h 106397"/>
                <a:gd name="connsiteX4" fmla="*/ 9393 w 111976"/>
                <a:gd name="connsiteY4" fmla="*/ 40800 h 106397"/>
                <a:gd name="connsiteX5" fmla="*/ 20489 w 111976"/>
                <a:gd name="connsiteY5" fmla="*/ 33987 h 106397"/>
                <a:gd name="connsiteX6" fmla="*/ 14490 w 111976"/>
                <a:gd name="connsiteY6" fmla="*/ 15290 h 106397"/>
                <a:gd name="connsiteX7" fmla="*/ 4830 w 111976"/>
                <a:gd name="connsiteY7" fmla="*/ 9545 h 106397"/>
                <a:gd name="connsiteX8" fmla="*/ 0 w 111976"/>
                <a:gd name="connsiteY8" fmla="*/ 2631 h 106397"/>
                <a:gd name="connsiteX9" fmla="*/ 6266 w 111976"/>
                <a:gd name="connsiteY9" fmla="*/ 0 h 106397"/>
                <a:gd name="connsiteX10" fmla="*/ 21544 w 111976"/>
                <a:gd name="connsiteY10" fmla="*/ 5110 h 106397"/>
                <a:gd name="connsiteX11" fmla="*/ 34203 w 111976"/>
                <a:gd name="connsiteY11" fmla="*/ 2758 h 106397"/>
                <a:gd name="connsiteX12" fmla="*/ 41245 w 111976"/>
                <a:gd name="connsiteY12" fmla="*/ 12558 h 106397"/>
                <a:gd name="connsiteX13" fmla="*/ 54298 w 111976"/>
                <a:gd name="connsiteY13" fmla="*/ 19091 h 106397"/>
                <a:gd name="connsiteX14" fmla="*/ 63564 w 111976"/>
                <a:gd name="connsiteY14" fmla="*/ 15036 h 106397"/>
                <a:gd name="connsiteX15" fmla="*/ 84307 w 111976"/>
                <a:gd name="connsiteY15" fmla="*/ 24188 h 106397"/>
                <a:gd name="connsiteX16" fmla="*/ 93446 w 111976"/>
                <a:gd name="connsiteY16" fmla="*/ 35690 h 106397"/>
                <a:gd name="connsiteX17" fmla="*/ 99966 w 111976"/>
                <a:gd name="connsiteY17" fmla="*/ 53599 h 106397"/>
                <a:gd name="connsiteX18" fmla="*/ 111850 w 111976"/>
                <a:gd name="connsiteY18" fmla="*/ 68749 h 106397"/>
                <a:gd name="connsiteX19" fmla="*/ 111977 w 111976"/>
                <a:gd name="connsiteY19" fmla="*/ 86010 h 106397"/>
                <a:gd name="connsiteX20" fmla="*/ 106499 w 111976"/>
                <a:gd name="connsiteY20" fmla="*/ 100512 h 106397"/>
                <a:gd name="connsiteX21" fmla="*/ 95797 w 111976"/>
                <a:gd name="connsiteY21" fmla="*/ 106397 h 106397"/>
                <a:gd name="connsiteX22" fmla="*/ 88361 w 111976"/>
                <a:gd name="connsiteY22" fmla="*/ 103779 h 106397"/>
                <a:gd name="connsiteX23" fmla="*/ 77405 w 111976"/>
                <a:gd name="connsiteY23" fmla="*/ 90192 h 106397"/>
                <a:gd name="connsiteX24" fmla="*/ 76859 w 111976"/>
                <a:gd name="connsiteY24" fmla="*/ 72016 h 106397"/>
                <a:gd name="connsiteX25" fmla="*/ 69169 w 111976"/>
                <a:gd name="connsiteY25" fmla="*/ 68749 h 106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1976" h="106397">
                  <a:moveTo>
                    <a:pt x="69169" y="68749"/>
                  </a:moveTo>
                  <a:lnTo>
                    <a:pt x="49214" y="57132"/>
                  </a:lnTo>
                  <a:lnTo>
                    <a:pt x="28840" y="48756"/>
                  </a:lnTo>
                  <a:lnTo>
                    <a:pt x="9139" y="45490"/>
                  </a:lnTo>
                  <a:lnTo>
                    <a:pt x="9393" y="40800"/>
                  </a:lnTo>
                  <a:lnTo>
                    <a:pt x="20489" y="33987"/>
                  </a:lnTo>
                  <a:lnTo>
                    <a:pt x="14490" y="15290"/>
                  </a:lnTo>
                  <a:lnTo>
                    <a:pt x="4830" y="9545"/>
                  </a:lnTo>
                  <a:lnTo>
                    <a:pt x="0" y="2631"/>
                  </a:lnTo>
                  <a:lnTo>
                    <a:pt x="6266" y="0"/>
                  </a:lnTo>
                  <a:lnTo>
                    <a:pt x="21544" y="5110"/>
                  </a:lnTo>
                  <a:lnTo>
                    <a:pt x="34203" y="2758"/>
                  </a:lnTo>
                  <a:lnTo>
                    <a:pt x="41245" y="12558"/>
                  </a:lnTo>
                  <a:lnTo>
                    <a:pt x="54298" y="19091"/>
                  </a:lnTo>
                  <a:lnTo>
                    <a:pt x="63564" y="15036"/>
                  </a:lnTo>
                  <a:lnTo>
                    <a:pt x="84307" y="24188"/>
                  </a:lnTo>
                  <a:lnTo>
                    <a:pt x="93446" y="35690"/>
                  </a:lnTo>
                  <a:lnTo>
                    <a:pt x="99966" y="53599"/>
                  </a:lnTo>
                  <a:lnTo>
                    <a:pt x="111850" y="68749"/>
                  </a:lnTo>
                  <a:lnTo>
                    <a:pt x="111977" y="86010"/>
                  </a:lnTo>
                  <a:lnTo>
                    <a:pt x="106499" y="100512"/>
                  </a:lnTo>
                  <a:lnTo>
                    <a:pt x="95797" y="106397"/>
                  </a:lnTo>
                  <a:lnTo>
                    <a:pt x="88361" y="103779"/>
                  </a:lnTo>
                  <a:lnTo>
                    <a:pt x="77405" y="90192"/>
                  </a:lnTo>
                  <a:lnTo>
                    <a:pt x="76859" y="72016"/>
                  </a:lnTo>
                  <a:lnTo>
                    <a:pt x="69169" y="68749"/>
                  </a:lnTo>
                  <a:close/>
                </a:path>
              </a:pathLst>
            </a:custGeom>
            <a:solidFill>
              <a:srgbClr val="BAE0DF"/>
            </a:solidFill>
            <a:ln w="12700" cap="flat">
              <a:noFill/>
              <a:prstDash val="solid"/>
              <a:miter/>
            </a:ln>
          </p:spPr>
          <p:txBody>
            <a:bodyPr rtlCol="0" anchor="ctr"/>
            <a:lstStyle/>
            <a:p>
              <a:endParaRPr lang="de-CH"/>
            </a:p>
          </p:txBody>
        </p:sp>
        <p:sp>
          <p:nvSpPr>
            <p:cNvPr id="150" name="Freihandform: Form 149">
              <a:extLst>
                <a:ext uri="{FF2B5EF4-FFF2-40B4-BE49-F238E27FC236}">
                  <a16:creationId xmlns:a16="http://schemas.microsoft.com/office/drawing/2014/main" id="{87A02CAE-3CF0-5058-8B6A-7D52A9778E64}"/>
                </a:ext>
              </a:extLst>
            </p:cNvPr>
            <p:cNvSpPr/>
            <p:nvPr/>
          </p:nvSpPr>
          <p:spPr>
            <a:xfrm>
              <a:off x="3791915" y="3751382"/>
              <a:ext cx="87954" cy="314488"/>
            </a:xfrm>
            <a:custGeom>
              <a:avLst/>
              <a:gdLst>
                <a:gd name="connsiteX0" fmla="*/ 34318 w 87954"/>
                <a:gd name="connsiteY0" fmla="*/ 309646 h 314488"/>
                <a:gd name="connsiteX1" fmla="*/ 32500 w 87954"/>
                <a:gd name="connsiteY1" fmla="*/ 295525 h 314488"/>
                <a:gd name="connsiteX2" fmla="*/ 25446 w 87954"/>
                <a:gd name="connsiteY2" fmla="*/ 276066 h 314488"/>
                <a:gd name="connsiteX3" fmla="*/ 28318 w 87954"/>
                <a:gd name="connsiteY3" fmla="*/ 268986 h 314488"/>
                <a:gd name="connsiteX4" fmla="*/ 23107 w 87954"/>
                <a:gd name="connsiteY4" fmla="*/ 266647 h 314488"/>
                <a:gd name="connsiteX5" fmla="*/ 25967 w 87954"/>
                <a:gd name="connsiteY5" fmla="*/ 249387 h 314488"/>
                <a:gd name="connsiteX6" fmla="*/ 23603 w 87954"/>
                <a:gd name="connsiteY6" fmla="*/ 225212 h 314488"/>
                <a:gd name="connsiteX7" fmla="*/ 28039 w 87954"/>
                <a:gd name="connsiteY7" fmla="*/ 192013 h 314488"/>
                <a:gd name="connsiteX8" fmla="*/ 22434 w 87954"/>
                <a:gd name="connsiteY8" fmla="*/ 174359 h 314488"/>
                <a:gd name="connsiteX9" fmla="*/ 32106 w 87954"/>
                <a:gd name="connsiteY9" fmla="*/ 155802 h 314488"/>
                <a:gd name="connsiteX10" fmla="*/ 30136 w 87954"/>
                <a:gd name="connsiteY10" fmla="*/ 150705 h 314488"/>
                <a:gd name="connsiteX11" fmla="*/ 19574 w 87954"/>
                <a:gd name="connsiteY11" fmla="*/ 146918 h 314488"/>
                <a:gd name="connsiteX12" fmla="*/ 15405 w 87954"/>
                <a:gd name="connsiteY12" fmla="*/ 157111 h 314488"/>
                <a:gd name="connsiteX13" fmla="*/ 5351 w 87954"/>
                <a:gd name="connsiteY13" fmla="*/ 158433 h 314488"/>
                <a:gd name="connsiteX14" fmla="*/ 0 w 87954"/>
                <a:gd name="connsiteY14" fmla="*/ 151900 h 314488"/>
                <a:gd name="connsiteX15" fmla="*/ 8884 w 87954"/>
                <a:gd name="connsiteY15" fmla="*/ 146002 h 314488"/>
                <a:gd name="connsiteX16" fmla="*/ 14223 w 87954"/>
                <a:gd name="connsiteY16" fmla="*/ 136469 h 314488"/>
                <a:gd name="connsiteX17" fmla="*/ 15405 w 87954"/>
                <a:gd name="connsiteY17" fmla="*/ 122349 h 314488"/>
                <a:gd name="connsiteX18" fmla="*/ 31839 w 87954"/>
                <a:gd name="connsiteY18" fmla="*/ 102609 h 314488"/>
                <a:gd name="connsiteX19" fmla="*/ 39541 w 87954"/>
                <a:gd name="connsiteY19" fmla="*/ 99203 h 314488"/>
                <a:gd name="connsiteX20" fmla="*/ 43723 w 87954"/>
                <a:gd name="connsiteY20" fmla="*/ 91895 h 314488"/>
                <a:gd name="connsiteX21" fmla="*/ 49583 w 87954"/>
                <a:gd name="connsiteY21" fmla="*/ 89810 h 314488"/>
                <a:gd name="connsiteX22" fmla="*/ 49837 w 87954"/>
                <a:gd name="connsiteY22" fmla="*/ 80646 h 314488"/>
                <a:gd name="connsiteX23" fmla="*/ 54934 w 87954"/>
                <a:gd name="connsiteY23" fmla="*/ 75029 h 314488"/>
                <a:gd name="connsiteX24" fmla="*/ 50752 w 87954"/>
                <a:gd name="connsiteY24" fmla="*/ 73211 h 314488"/>
                <a:gd name="connsiteX25" fmla="*/ 42554 w 87954"/>
                <a:gd name="connsiteY25" fmla="*/ 80913 h 314488"/>
                <a:gd name="connsiteX26" fmla="*/ 37838 w 87954"/>
                <a:gd name="connsiteY26" fmla="*/ 73211 h 314488"/>
                <a:gd name="connsiteX27" fmla="*/ 26615 w 87954"/>
                <a:gd name="connsiteY27" fmla="*/ 71508 h 314488"/>
                <a:gd name="connsiteX28" fmla="*/ 24277 w 87954"/>
                <a:gd name="connsiteY28" fmla="*/ 65483 h 314488"/>
                <a:gd name="connsiteX29" fmla="*/ 25967 w 87954"/>
                <a:gd name="connsiteY29" fmla="*/ 51375 h 314488"/>
                <a:gd name="connsiteX30" fmla="*/ 32614 w 87954"/>
                <a:gd name="connsiteY30" fmla="*/ 47460 h 314488"/>
                <a:gd name="connsiteX31" fmla="*/ 32500 w 87954"/>
                <a:gd name="connsiteY31" fmla="*/ 40126 h 314488"/>
                <a:gd name="connsiteX32" fmla="*/ 28967 w 87954"/>
                <a:gd name="connsiteY32" fmla="*/ 35296 h 314488"/>
                <a:gd name="connsiteX33" fmla="*/ 22434 w 87954"/>
                <a:gd name="connsiteY33" fmla="*/ 37127 h 314488"/>
                <a:gd name="connsiteX34" fmla="*/ 22434 w 87954"/>
                <a:gd name="connsiteY34" fmla="*/ 31636 h 314488"/>
                <a:gd name="connsiteX35" fmla="*/ 36656 w 87954"/>
                <a:gd name="connsiteY35" fmla="*/ 25891 h 314488"/>
                <a:gd name="connsiteX36" fmla="*/ 40711 w 87954"/>
                <a:gd name="connsiteY36" fmla="*/ 18176 h 314488"/>
                <a:gd name="connsiteX37" fmla="*/ 47231 w 87954"/>
                <a:gd name="connsiteY37" fmla="*/ 19345 h 314488"/>
                <a:gd name="connsiteX38" fmla="*/ 51413 w 87954"/>
                <a:gd name="connsiteY38" fmla="*/ 15824 h 314488"/>
                <a:gd name="connsiteX39" fmla="*/ 54552 w 87954"/>
                <a:gd name="connsiteY39" fmla="*/ 5491 h 314488"/>
                <a:gd name="connsiteX40" fmla="*/ 64072 w 87954"/>
                <a:gd name="connsiteY40" fmla="*/ 0 h 314488"/>
                <a:gd name="connsiteX41" fmla="*/ 70872 w 87954"/>
                <a:gd name="connsiteY41" fmla="*/ 3394 h 314488"/>
                <a:gd name="connsiteX42" fmla="*/ 62636 w 87954"/>
                <a:gd name="connsiteY42" fmla="*/ 11121 h 314488"/>
                <a:gd name="connsiteX43" fmla="*/ 60030 w 87954"/>
                <a:gd name="connsiteY43" fmla="*/ 24455 h 314488"/>
                <a:gd name="connsiteX44" fmla="*/ 42007 w 87954"/>
                <a:gd name="connsiteY44" fmla="*/ 30327 h 314488"/>
                <a:gd name="connsiteX45" fmla="*/ 39020 w 87954"/>
                <a:gd name="connsiteY45" fmla="*/ 35296 h 314488"/>
                <a:gd name="connsiteX46" fmla="*/ 44104 w 87954"/>
                <a:gd name="connsiteY46" fmla="*/ 50333 h 314488"/>
                <a:gd name="connsiteX47" fmla="*/ 52976 w 87954"/>
                <a:gd name="connsiteY47" fmla="*/ 59217 h 314488"/>
                <a:gd name="connsiteX48" fmla="*/ 53103 w 87954"/>
                <a:gd name="connsiteY48" fmla="*/ 65483 h 314488"/>
                <a:gd name="connsiteX49" fmla="*/ 64339 w 87954"/>
                <a:gd name="connsiteY49" fmla="*/ 70593 h 314488"/>
                <a:gd name="connsiteX50" fmla="*/ 66157 w 87954"/>
                <a:gd name="connsiteY50" fmla="*/ 87968 h 314488"/>
                <a:gd name="connsiteX51" fmla="*/ 72041 w 87954"/>
                <a:gd name="connsiteY51" fmla="*/ 92670 h 314488"/>
                <a:gd name="connsiteX52" fmla="*/ 78562 w 87954"/>
                <a:gd name="connsiteY52" fmla="*/ 89810 h 314488"/>
                <a:gd name="connsiteX53" fmla="*/ 84548 w 87954"/>
                <a:gd name="connsiteY53" fmla="*/ 82083 h 314488"/>
                <a:gd name="connsiteX54" fmla="*/ 87955 w 87954"/>
                <a:gd name="connsiteY54" fmla="*/ 86277 h 314488"/>
                <a:gd name="connsiteX55" fmla="*/ 85997 w 87954"/>
                <a:gd name="connsiteY55" fmla="*/ 92162 h 314488"/>
                <a:gd name="connsiteX56" fmla="*/ 79731 w 87954"/>
                <a:gd name="connsiteY56" fmla="*/ 99864 h 314488"/>
                <a:gd name="connsiteX57" fmla="*/ 71508 w 87954"/>
                <a:gd name="connsiteY57" fmla="*/ 105101 h 314488"/>
                <a:gd name="connsiteX58" fmla="*/ 60284 w 87954"/>
                <a:gd name="connsiteY58" fmla="*/ 103385 h 314488"/>
                <a:gd name="connsiteX59" fmla="*/ 61988 w 87954"/>
                <a:gd name="connsiteY59" fmla="*/ 113452 h 314488"/>
                <a:gd name="connsiteX60" fmla="*/ 56103 w 87954"/>
                <a:gd name="connsiteY60" fmla="*/ 125221 h 314488"/>
                <a:gd name="connsiteX61" fmla="*/ 49074 w 87954"/>
                <a:gd name="connsiteY61" fmla="*/ 124039 h 314488"/>
                <a:gd name="connsiteX62" fmla="*/ 38372 w 87954"/>
                <a:gd name="connsiteY62" fmla="*/ 138287 h 314488"/>
                <a:gd name="connsiteX63" fmla="*/ 46977 w 87954"/>
                <a:gd name="connsiteY63" fmla="*/ 161433 h 314488"/>
                <a:gd name="connsiteX64" fmla="*/ 39020 w 87954"/>
                <a:gd name="connsiteY64" fmla="*/ 169668 h 314488"/>
                <a:gd name="connsiteX65" fmla="*/ 40711 w 87954"/>
                <a:gd name="connsiteY65" fmla="*/ 177892 h 314488"/>
                <a:gd name="connsiteX66" fmla="*/ 36923 w 87954"/>
                <a:gd name="connsiteY66" fmla="*/ 186001 h 314488"/>
                <a:gd name="connsiteX67" fmla="*/ 38372 w 87954"/>
                <a:gd name="connsiteY67" fmla="*/ 213977 h 314488"/>
                <a:gd name="connsiteX68" fmla="*/ 44892 w 87954"/>
                <a:gd name="connsiteY68" fmla="*/ 221692 h 314488"/>
                <a:gd name="connsiteX69" fmla="*/ 46062 w 87954"/>
                <a:gd name="connsiteY69" fmla="*/ 244697 h 314488"/>
                <a:gd name="connsiteX70" fmla="*/ 51413 w 87954"/>
                <a:gd name="connsiteY70" fmla="*/ 253569 h 314488"/>
                <a:gd name="connsiteX71" fmla="*/ 52595 w 87954"/>
                <a:gd name="connsiteY71" fmla="*/ 283628 h 314488"/>
                <a:gd name="connsiteX72" fmla="*/ 54285 w 87954"/>
                <a:gd name="connsiteY72" fmla="*/ 312137 h 314488"/>
                <a:gd name="connsiteX73" fmla="*/ 49074 w 87954"/>
                <a:gd name="connsiteY73" fmla="*/ 314489 h 314488"/>
                <a:gd name="connsiteX74" fmla="*/ 42007 w 87954"/>
                <a:gd name="connsiteY74" fmla="*/ 306774 h 314488"/>
                <a:gd name="connsiteX75" fmla="*/ 34318 w 87954"/>
                <a:gd name="connsiteY75" fmla="*/ 309646 h 314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87954" h="314488">
                  <a:moveTo>
                    <a:pt x="34318" y="309646"/>
                  </a:moveTo>
                  <a:lnTo>
                    <a:pt x="32500" y="295525"/>
                  </a:lnTo>
                  <a:lnTo>
                    <a:pt x="25446" y="276066"/>
                  </a:lnTo>
                  <a:lnTo>
                    <a:pt x="28318" y="268986"/>
                  </a:lnTo>
                  <a:lnTo>
                    <a:pt x="23107" y="266647"/>
                  </a:lnTo>
                  <a:lnTo>
                    <a:pt x="25967" y="249387"/>
                  </a:lnTo>
                  <a:lnTo>
                    <a:pt x="23603" y="225212"/>
                  </a:lnTo>
                  <a:lnTo>
                    <a:pt x="28039" y="192013"/>
                  </a:lnTo>
                  <a:lnTo>
                    <a:pt x="22434" y="174359"/>
                  </a:lnTo>
                  <a:lnTo>
                    <a:pt x="32106" y="155802"/>
                  </a:lnTo>
                  <a:lnTo>
                    <a:pt x="30136" y="150705"/>
                  </a:lnTo>
                  <a:lnTo>
                    <a:pt x="19574" y="146918"/>
                  </a:lnTo>
                  <a:lnTo>
                    <a:pt x="15405" y="157111"/>
                  </a:lnTo>
                  <a:lnTo>
                    <a:pt x="5351" y="158433"/>
                  </a:lnTo>
                  <a:lnTo>
                    <a:pt x="0" y="151900"/>
                  </a:lnTo>
                  <a:lnTo>
                    <a:pt x="8884" y="146002"/>
                  </a:lnTo>
                  <a:lnTo>
                    <a:pt x="14223" y="136469"/>
                  </a:lnTo>
                  <a:lnTo>
                    <a:pt x="15405" y="122349"/>
                  </a:lnTo>
                  <a:lnTo>
                    <a:pt x="31839" y="102609"/>
                  </a:lnTo>
                  <a:lnTo>
                    <a:pt x="39541" y="99203"/>
                  </a:lnTo>
                  <a:lnTo>
                    <a:pt x="43723" y="91895"/>
                  </a:lnTo>
                  <a:lnTo>
                    <a:pt x="49583" y="89810"/>
                  </a:lnTo>
                  <a:lnTo>
                    <a:pt x="49837" y="80646"/>
                  </a:lnTo>
                  <a:lnTo>
                    <a:pt x="54934" y="75029"/>
                  </a:lnTo>
                  <a:lnTo>
                    <a:pt x="50752" y="73211"/>
                  </a:lnTo>
                  <a:lnTo>
                    <a:pt x="42554" y="80913"/>
                  </a:lnTo>
                  <a:lnTo>
                    <a:pt x="37838" y="73211"/>
                  </a:lnTo>
                  <a:lnTo>
                    <a:pt x="26615" y="71508"/>
                  </a:lnTo>
                  <a:lnTo>
                    <a:pt x="24277" y="65483"/>
                  </a:lnTo>
                  <a:lnTo>
                    <a:pt x="25967" y="51375"/>
                  </a:lnTo>
                  <a:lnTo>
                    <a:pt x="32614" y="47460"/>
                  </a:lnTo>
                  <a:lnTo>
                    <a:pt x="32500" y="40126"/>
                  </a:lnTo>
                  <a:lnTo>
                    <a:pt x="28967" y="35296"/>
                  </a:lnTo>
                  <a:lnTo>
                    <a:pt x="22434" y="37127"/>
                  </a:lnTo>
                  <a:lnTo>
                    <a:pt x="22434" y="31636"/>
                  </a:lnTo>
                  <a:lnTo>
                    <a:pt x="36656" y="25891"/>
                  </a:lnTo>
                  <a:lnTo>
                    <a:pt x="40711" y="18176"/>
                  </a:lnTo>
                  <a:lnTo>
                    <a:pt x="47231" y="19345"/>
                  </a:lnTo>
                  <a:lnTo>
                    <a:pt x="51413" y="15824"/>
                  </a:lnTo>
                  <a:lnTo>
                    <a:pt x="54552" y="5491"/>
                  </a:lnTo>
                  <a:lnTo>
                    <a:pt x="64072" y="0"/>
                  </a:lnTo>
                  <a:lnTo>
                    <a:pt x="70872" y="3394"/>
                  </a:lnTo>
                  <a:lnTo>
                    <a:pt x="62636" y="11121"/>
                  </a:lnTo>
                  <a:lnTo>
                    <a:pt x="60030" y="24455"/>
                  </a:lnTo>
                  <a:lnTo>
                    <a:pt x="42007" y="30327"/>
                  </a:lnTo>
                  <a:lnTo>
                    <a:pt x="39020" y="35296"/>
                  </a:lnTo>
                  <a:lnTo>
                    <a:pt x="44104" y="50333"/>
                  </a:lnTo>
                  <a:lnTo>
                    <a:pt x="52976" y="59217"/>
                  </a:lnTo>
                  <a:lnTo>
                    <a:pt x="53103" y="65483"/>
                  </a:lnTo>
                  <a:lnTo>
                    <a:pt x="64339" y="70593"/>
                  </a:lnTo>
                  <a:lnTo>
                    <a:pt x="66157" y="87968"/>
                  </a:lnTo>
                  <a:lnTo>
                    <a:pt x="72041" y="92670"/>
                  </a:lnTo>
                  <a:lnTo>
                    <a:pt x="78562" y="89810"/>
                  </a:lnTo>
                  <a:lnTo>
                    <a:pt x="84548" y="82083"/>
                  </a:lnTo>
                  <a:lnTo>
                    <a:pt x="87955" y="86277"/>
                  </a:lnTo>
                  <a:lnTo>
                    <a:pt x="85997" y="92162"/>
                  </a:lnTo>
                  <a:lnTo>
                    <a:pt x="79731" y="99864"/>
                  </a:lnTo>
                  <a:lnTo>
                    <a:pt x="71508" y="105101"/>
                  </a:lnTo>
                  <a:lnTo>
                    <a:pt x="60284" y="103385"/>
                  </a:lnTo>
                  <a:lnTo>
                    <a:pt x="61988" y="113452"/>
                  </a:lnTo>
                  <a:lnTo>
                    <a:pt x="56103" y="125221"/>
                  </a:lnTo>
                  <a:lnTo>
                    <a:pt x="49074" y="124039"/>
                  </a:lnTo>
                  <a:lnTo>
                    <a:pt x="38372" y="138287"/>
                  </a:lnTo>
                  <a:lnTo>
                    <a:pt x="46977" y="161433"/>
                  </a:lnTo>
                  <a:lnTo>
                    <a:pt x="39020" y="169668"/>
                  </a:lnTo>
                  <a:lnTo>
                    <a:pt x="40711" y="177892"/>
                  </a:lnTo>
                  <a:lnTo>
                    <a:pt x="36923" y="186001"/>
                  </a:lnTo>
                  <a:lnTo>
                    <a:pt x="38372" y="213977"/>
                  </a:lnTo>
                  <a:lnTo>
                    <a:pt x="44892" y="221692"/>
                  </a:lnTo>
                  <a:lnTo>
                    <a:pt x="46062" y="244697"/>
                  </a:lnTo>
                  <a:lnTo>
                    <a:pt x="51413" y="253569"/>
                  </a:lnTo>
                  <a:lnTo>
                    <a:pt x="52595" y="283628"/>
                  </a:lnTo>
                  <a:lnTo>
                    <a:pt x="54285" y="312137"/>
                  </a:lnTo>
                  <a:lnTo>
                    <a:pt x="49074" y="314489"/>
                  </a:lnTo>
                  <a:lnTo>
                    <a:pt x="42007" y="306774"/>
                  </a:lnTo>
                  <a:lnTo>
                    <a:pt x="34318" y="309646"/>
                  </a:lnTo>
                  <a:close/>
                </a:path>
              </a:pathLst>
            </a:custGeom>
            <a:solidFill>
              <a:srgbClr val="BAE0DF"/>
            </a:solidFill>
            <a:ln w="12700" cap="flat">
              <a:noFill/>
              <a:prstDash val="solid"/>
              <a:miter/>
            </a:ln>
          </p:spPr>
          <p:txBody>
            <a:bodyPr rtlCol="0" anchor="ctr"/>
            <a:lstStyle/>
            <a:p>
              <a:endParaRPr lang="de-CH"/>
            </a:p>
          </p:txBody>
        </p:sp>
        <p:sp>
          <p:nvSpPr>
            <p:cNvPr id="151" name="Freihandform: Form 150">
              <a:extLst>
                <a:ext uri="{FF2B5EF4-FFF2-40B4-BE49-F238E27FC236}">
                  <a16:creationId xmlns:a16="http://schemas.microsoft.com/office/drawing/2014/main" id="{EF87F3CB-4013-B479-3A5F-805F55296908}"/>
                </a:ext>
              </a:extLst>
            </p:cNvPr>
            <p:cNvSpPr/>
            <p:nvPr/>
          </p:nvSpPr>
          <p:spPr>
            <a:xfrm>
              <a:off x="3700834" y="3036967"/>
              <a:ext cx="203439" cy="156322"/>
            </a:xfrm>
            <a:custGeom>
              <a:avLst/>
              <a:gdLst>
                <a:gd name="connsiteX0" fmla="*/ 125272 w 203439"/>
                <a:gd name="connsiteY0" fmla="*/ 19345 h 156322"/>
                <a:gd name="connsiteX1" fmla="*/ 163250 w 203439"/>
                <a:gd name="connsiteY1" fmla="*/ 0 h 156322"/>
                <a:gd name="connsiteX2" fmla="*/ 182302 w 203439"/>
                <a:gd name="connsiteY2" fmla="*/ 3673 h 156322"/>
                <a:gd name="connsiteX3" fmla="*/ 203439 w 203439"/>
                <a:gd name="connsiteY3" fmla="*/ 32945 h 156322"/>
                <a:gd name="connsiteX4" fmla="*/ 202906 w 203439"/>
                <a:gd name="connsiteY4" fmla="*/ 44842 h 156322"/>
                <a:gd name="connsiteX5" fmla="*/ 178769 w 203439"/>
                <a:gd name="connsiteY5" fmla="*/ 68101 h 156322"/>
                <a:gd name="connsiteX6" fmla="*/ 157772 w 203439"/>
                <a:gd name="connsiteY6" fmla="*/ 89798 h 156322"/>
                <a:gd name="connsiteX7" fmla="*/ 138452 w 203439"/>
                <a:gd name="connsiteY7" fmla="*/ 107312 h 156322"/>
                <a:gd name="connsiteX8" fmla="*/ 124751 w 203439"/>
                <a:gd name="connsiteY8" fmla="*/ 109918 h 156322"/>
                <a:gd name="connsiteX9" fmla="*/ 116781 w 203439"/>
                <a:gd name="connsiteY9" fmla="*/ 104694 h 156322"/>
                <a:gd name="connsiteX10" fmla="*/ 113655 w 203439"/>
                <a:gd name="connsiteY10" fmla="*/ 108100 h 156322"/>
                <a:gd name="connsiteX11" fmla="*/ 116133 w 203439"/>
                <a:gd name="connsiteY11" fmla="*/ 118942 h 156322"/>
                <a:gd name="connsiteX12" fmla="*/ 105177 w 203439"/>
                <a:gd name="connsiteY12" fmla="*/ 133063 h 156322"/>
                <a:gd name="connsiteX13" fmla="*/ 65127 w 203439"/>
                <a:gd name="connsiteY13" fmla="*/ 155789 h 156322"/>
                <a:gd name="connsiteX14" fmla="*/ 44499 w 203439"/>
                <a:gd name="connsiteY14" fmla="*/ 156323 h 156322"/>
                <a:gd name="connsiteX15" fmla="*/ 30263 w 203439"/>
                <a:gd name="connsiteY15" fmla="*/ 153183 h 156322"/>
                <a:gd name="connsiteX16" fmla="*/ 15138 w 203439"/>
                <a:gd name="connsiteY16" fmla="*/ 141821 h 156322"/>
                <a:gd name="connsiteX17" fmla="*/ 2339 w 203439"/>
                <a:gd name="connsiteY17" fmla="*/ 123658 h 156322"/>
                <a:gd name="connsiteX18" fmla="*/ 0 w 203439"/>
                <a:gd name="connsiteY18" fmla="*/ 108100 h 156322"/>
                <a:gd name="connsiteX19" fmla="*/ 14223 w 203439"/>
                <a:gd name="connsiteY19" fmla="*/ 95021 h 156322"/>
                <a:gd name="connsiteX20" fmla="*/ 32869 w 203439"/>
                <a:gd name="connsiteY20" fmla="*/ 74240 h 156322"/>
                <a:gd name="connsiteX21" fmla="*/ 53243 w 203439"/>
                <a:gd name="connsiteY21" fmla="*/ 64047 h 156322"/>
                <a:gd name="connsiteX22" fmla="*/ 62890 w 203439"/>
                <a:gd name="connsiteY22" fmla="*/ 48502 h 156322"/>
                <a:gd name="connsiteX23" fmla="*/ 125272 w 203439"/>
                <a:gd name="connsiteY23" fmla="*/ 19345 h 156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3439" h="156322">
                  <a:moveTo>
                    <a:pt x="125272" y="19345"/>
                  </a:moveTo>
                  <a:lnTo>
                    <a:pt x="163250" y="0"/>
                  </a:lnTo>
                  <a:lnTo>
                    <a:pt x="182302" y="3673"/>
                  </a:lnTo>
                  <a:lnTo>
                    <a:pt x="203439" y="32945"/>
                  </a:lnTo>
                  <a:lnTo>
                    <a:pt x="202906" y="44842"/>
                  </a:lnTo>
                  <a:lnTo>
                    <a:pt x="178769" y="68101"/>
                  </a:lnTo>
                  <a:lnTo>
                    <a:pt x="157772" y="89798"/>
                  </a:lnTo>
                  <a:lnTo>
                    <a:pt x="138452" y="107312"/>
                  </a:lnTo>
                  <a:lnTo>
                    <a:pt x="124751" y="109918"/>
                  </a:lnTo>
                  <a:lnTo>
                    <a:pt x="116781" y="104694"/>
                  </a:lnTo>
                  <a:lnTo>
                    <a:pt x="113655" y="108100"/>
                  </a:lnTo>
                  <a:lnTo>
                    <a:pt x="116133" y="118942"/>
                  </a:lnTo>
                  <a:lnTo>
                    <a:pt x="105177" y="133063"/>
                  </a:lnTo>
                  <a:lnTo>
                    <a:pt x="65127" y="155789"/>
                  </a:lnTo>
                  <a:lnTo>
                    <a:pt x="44499" y="156323"/>
                  </a:lnTo>
                  <a:lnTo>
                    <a:pt x="30263" y="153183"/>
                  </a:lnTo>
                  <a:lnTo>
                    <a:pt x="15138" y="141821"/>
                  </a:lnTo>
                  <a:lnTo>
                    <a:pt x="2339" y="123658"/>
                  </a:lnTo>
                  <a:lnTo>
                    <a:pt x="0" y="108100"/>
                  </a:lnTo>
                  <a:lnTo>
                    <a:pt x="14223" y="95021"/>
                  </a:lnTo>
                  <a:lnTo>
                    <a:pt x="32869" y="74240"/>
                  </a:lnTo>
                  <a:lnTo>
                    <a:pt x="53243" y="64047"/>
                  </a:lnTo>
                  <a:lnTo>
                    <a:pt x="62890" y="48502"/>
                  </a:lnTo>
                  <a:lnTo>
                    <a:pt x="125272" y="19345"/>
                  </a:lnTo>
                  <a:close/>
                </a:path>
              </a:pathLst>
            </a:custGeom>
            <a:solidFill>
              <a:srgbClr val="BAE0DF"/>
            </a:solidFill>
            <a:ln w="12700" cap="flat">
              <a:noFill/>
              <a:prstDash val="solid"/>
              <a:miter/>
            </a:ln>
          </p:spPr>
          <p:txBody>
            <a:bodyPr rtlCol="0" anchor="ctr"/>
            <a:lstStyle/>
            <a:p>
              <a:endParaRPr lang="de-CH"/>
            </a:p>
          </p:txBody>
        </p:sp>
        <p:sp>
          <p:nvSpPr>
            <p:cNvPr id="152" name="Freihandform: Form 151">
              <a:extLst>
                <a:ext uri="{FF2B5EF4-FFF2-40B4-BE49-F238E27FC236}">
                  <a16:creationId xmlns:a16="http://schemas.microsoft.com/office/drawing/2014/main" id="{6C1B2FF9-FF14-1065-7302-7E42F3C61DC2}"/>
                </a:ext>
              </a:extLst>
            </p:cNvPr>
            <p:cNvSpPr/>
            <p:nvPr/>
          </p:nvSpPr>
          <p:spPr>
            <a:xfrm>
              <a:off x="7387594" y="440667"/>
              <a:ext cx="1808089" cy="987214"/>
            </a:xfrm>
            <a:custGeom>
              <a:avLst/>
              <a:gdLst>
                <a:gd name="connsiteX0" fmla="*/ 358758 w 1808089"/>
                <a:gd name="connsiteY0" fmla="*/ 0 h 987214"/>
                <a:gd name="connsiteX1" fmla="*/ 350014 w 1808089"/>
                <a:gd name="connsiteY1" fmla="*/ 1436 h 987214"/>
                <a:gd name="connsiteX2" fmla="*/ 351564 w 1808089"/>
                <a:gd name="connsiteY2" fmla="*/ 13727 h 987214"/>
                <a:gd name="connsiteX3" fmla="*/ 342693 w 1808089"/>
                <a:gd name="connsiteY3" fmla="*/ 18443 h 987214"/>
                <a:gd name="connsiteX4" fmla="*/ 334596 w 1808089"/>
                <a:gd name="connsiteY4" fmla="*/ 38156 h 987214"/>
                <a:gd name="connsiteX5" fmla="*/ 368278 w 1808089"/>
                <a:gd name="connsiteY5" fmla="*/ 62229 h 987214"/>
                <a:gd name="connsiteX6" fmla="*/ 408989 w 1808089"/>
                <a:gd name="connsiteY6" fmla="*/ 112663 h 987214"/>
                <a:gd name="connsiteX7" fmla="*/ 458851 w 1808089"/>
                <a:gd name="connsiteY7" fmla="*/ 148875 h 987214"/>
                <a:gd name="connsiteX8" fmla="*/ 501125 w 1808089"/>
                <a:gd name="connsiteY8" fmla="*/ 165868 h 987214"/>
                <a:gd name="connsiteX9" fmla="*/ 549030 w 1808089"/>
                <a:gd name="connsiteY9" fmla="*/ 206261 h 987214"/>
                <a:gd name="connsiteX10" fmla="*/ 562986 w 1808089"/>
                <a:gd name="connsiteY10" fmla="*/ 206388 h 987214"/>
                <a:gd name="connsiteX11" fmla="*/ 571197 w 1808089"/>
                <a:gd name="connsiteY11" fmla="*/ 201686 h 987214"/>
                <a:gd name="connsiteX12" fmla="*/ 576548 w 1808089"/>
                <a:gd name="connsiteY12" fmla="*/ 202868 h 987214"/>
                <a:gd name="connsiteX13" fmla="*/ 579560 w 1808089"/>
                <a:gd name="connsiteY13" fmla="*/ 210570 h 987214"/>
                <a:gd name="connsiteX14" fmla="*/ 592334 w 1808089"/>
                <a:gd name="connsiteY14" fmla="*/ 222975 h 987214"/>
                <a:gd name="connsiteX15" fmla="*/ 609048 w 1808089"/>
                <a:gd name="connsiteY15" fmla="*/ 236054 h 987214"/>
                <a:gd name="connsiteX16" fmla="*/ 626283 w 1808089"/>
                <a:gd name="connsiteY16" fmla="*/ 242460 h 987214"/>
                <a:gd name="connsiteX17" fmla="*/ 635663 w 1808089"/>
                <a:gd name="connsiteY17" fmla="*/ 268592 h 987214"/>
                <a:gd name="connsiteX18" fmla="*/ 638014 w 1808089"/>
                <a:gd name="connsiteY18" fmla="*/ 289119 h 987214"/>
                <a:gd name="connsiteX19" fmla="*/ 642717 w 1808089"/>
                <a:gd name="connsiteY19" fmla="*/ 309900 h 987214"/>
                <a:gd name="connsiteX20" fmla="*/ 640505 w 1808089"/>
                <a:gd name="connsiteY20" fmla="*/ 331215 h 987214"/>
                <a:gd name="connsiteX21" fmla="*/ 648970 w 1808089"/>
                <a:gd name="connsiteY21" fmla="*/ 338257 h 987214"/>
                <a:gd name="connsiteX22" fmla="*/ 665036 w 1808089"/>
                <a:gd name="connsiteY22" fmla="*/ 317730 h 987214"/>
                <a:gd name="connsiteX23" fmla="*/ 683567 w 1808089"/>
                <a:gd name="connsiteY23" fmla="*/ 321797 h 987214"/>
                <a:gd name="connsiteX24" fmla="*/ 684076 w 1808089"/>
                <a:gd name="connsiteY24" fmla="*/ 335905 h 987214"/>
                <a:gd name="connsiteX25" fmla="*/ 666980 w 1808089"/>
                <a:gd name="connsiteY25" fmla="*/ 338257 h 987214"/>
                <a:gd name="connsiteX26" fmla="*/ 657473 w 1808089"/>
                <a:gd name="connsiteY26" fmla="*/ 346633 h 987214"/>
                <a:gd name="connsiteX27" fmla="*/ 687101 w 1808089"/>
                <a:gd name="connsiteY27" fmla="*/ 370286 h 987214"/>
                <a:gd name="connsiteX28" fmla="*/ 705632 w 1808089"/>
                <a:gd name="connsiteY28" fmla="*/ 394855 h 987214"/>
                <a:gd name="connsiteX29" fmla="*/ 703408 w 1808089"/>
                <a:gd name="connsiteY29" fmla="*/ 414861 h 987214"/>
                <a:gd name="connsiteX30" fmla="*/ 719715 w 1808089"/>
                <a:gd name="connsiteY30" fmla="*/ 443612 h 987214"/>
                <a:gd name="connsiteX31" fmla="*/ 697778 w 1808089"/>
                <a:gd name="connsiteY31" fmla="*/ 454720 h 987214"/>
                <a:gd name="connsiteX32" fmla="*/ 606035 w 1808089"/>
                <a:gd name="connsiteY32" fmla="*/ 430800 h 987214"/>
                <a:gd name="connsiteX33" fmla="*/ 560889 w 1808089"/>
                <a:gd name="connsiteY33" fmla="*/ 440726 h 987214"/>
                <a:gd name="connsiteX34" fmla="*/ 531121 w 1808089"/>
                <a:gd name="connsiteY34" fmla="*/ 434740 h 987214"/>
                <a:gd name="connsiteX35" fmla="*/ 519123 w 1808089"/>
                <a:gd name="connsiteY35" fmla="*/ 412904 h 987214"/>
                <a:gd name="connsiteX36" fmla="*/ 506476 w 1808089"/>
                <a:gd name="connsiteY36" fmla="*/ 390419 h 987214"/>
                <a:gd name="connsiteX37" fmla="*/ 467316 w 1808089"/>
                <a:gd name="connsiteY37" fmla="*/ 392758 h 987214"/>
                <a:gd name="connsiteX38" fmla="*/ 444082 w 1808089"/>
                <a:gd name="connsiteY38" fmla="*/ 399291 h 987214"/>
                <a:gd name="connsiteX39" fmla="*/ 366956 w 1808089"/>
                <a:gd name="connsiteY39" fmla="*/ 370286 h 987214"/>
                <a:gd name="connsiteX40" fmla="*/ 368151 w 1808089"/>
                <a:gd name="connsiteY40" fmla="*/ 360754 h 987214"/>
                <a:gd name="connsiteX41" fmla="*/ 362266 w 1808089"/>
                <a:gd name="connsiteY41" fmla="*/ 351335 h 987214"/>
                <a:gd name="connsiteX42" fmla="*/ 368151 w 1808089"/>
                <a:gd name="connsiteY42" fmla="*/ 342438 h 987214"/>
                <a:gd name="connsiteX43" fmla="*/ 363702 w 1808089"/>
                <a:gd name="connsiteY43" fmla="*/ 326640 h 987214"/>
                <a:gd name="connsiteX44" fmla="*/ 375853 w 1808089"/>
                <a:gd name="connsiteY44" fmla="*/ 325851 h 987214"/>
                <a:gd name="connsiteX45" fmla="*/ 382374 w 1808089"/>
                <a:gd name="connsiteY45" fmla="*/ 338918 h 987214"/>
                <a:gd name="connsiteX46" fmla="*/ 400499 w 1808089"/>
                <a:gd name="connsiteY46" fmla="*/ 339566 h 987214"/>
                <a:gd name="connsiteX47" fmla="*/ 427127 w 1808089"/>
                <a:gd name="connsiteY47" fmla="*/ 356686 h 987214"/>
                <a:gd name="connsiteX48" fmla="*/ 449840 w 1808089"/>
                <a:gd name="connsiteY48" fmla="*/ 379692 h 987214"/>
                <a:gd name="connsiteX49" fmla="*/ 480890 w 1808089"/>
                <a:gd name="connsiteY49" fmla="*/ 382056 h 987214"/>
                <a:gd name="connsiteX50" fmla="*/ 499180 w 1808089"/>
                <a:gd name="connsiteY50" fmla="*/ 377341 h 987214"/>
                <a:gd name="connsiteX51" fmla="*/ 496816 w 1808089"/>
                <a:gd name="connsiteY51" fmla="*/ 364389 h 987214"/>
                <a:gd name="connsiteX52" fmla="*/ 482200 w 1808089"/>
                <a:gd name="connsiteY52" fmla="*/ 341155 h 987214"/>
                <a:gd name="connsiteX53" fmla="*/ 414213 w 1808089"/>
                <a:gd name="connsiteY53" fmla="*/ 308083 h 987214"/>
                <a:gd name="connsiteX54" fmla="*/ 322471 w 1808089"/>
                <a:gd name="connsiteY54" fmla="*/ 264410 h 987214"/>
                <a:gd name="connsiteX55" fmla="*/ 281887 w 1808089"/>
                <a:gd name="connsiteY55" fmla="*/ 240757 h 987214"/>
                <a:gd name="connsiteX56" fmla="*/ 266736 w 1808089"/>
                <a:gd name="connsiteY56" fmla="*/ 224424 h 987214"/>
                <a:gd name="connsiteX57" fmla="*/ 251230 w 1808089"/>
                <a:gd name="connsiteY57" fmla="*/ 223636 h 987214"/>
                <a:gd name="connsiteX58" fmla="*/ 243133 w 1808089"/>
                <a:gd name="connsiteY58" fmla="*/ 232775 h 987214"/>
                <a:gd name="connsiteX59" fmla="*/ 255399 w 1808089"/>
                <a:gd name="connsiteY59" fmla="*/ 247824 h 987214"/>
                <a:gd name="connsiteX60" fmla="*/ 276663 w 1808089"/>
                <a:gd name="connsiteY60" fmla="*/ 253175 h 987214"/>
                <a:gd name="connsiteX61" fmla="*/ 291915 w 1808089"/>
                <a:gd name="connsiteY61" fmla="*/ 269774 h 987214"/>
                <a:gd name="connsiteX62" fmla="*/ 312163 w 1808089"/>
                <a:gd name="connsiteY62" fmla="*/ 281798 h 987214"/>
                <a:gd name="connsiteX63" fmla="*/ 306557 w 1808089"/>
                <a:gd name="connsiteY63" fmla="*/ 293440 h 987214"/>
                <a:gd name="connsiteX64" fmla="*/ 224729 w 1808089"/>
                <a:gd name="connsiteY64" fmla="*/ 248078 h 987214"/>
                <a:gd name="connsiteX65" fmla="*/ 195356 w 1808089"/>
                <a:gd name="connsiteY65" fmla="*/ 242574 h 987214"/>
                <a:gd name="connsiteX66" fmla="*/ 170965 w 1808089"/>
                <a:gd name="connsiteY66" fmla="*/ 249781 h 987214"/>
                <a:gd name="connsiteX67" fmla="*/ 157912 w 1808089"/>
                <a:gd name="connsiteY67" fmla="*/ 262059 h 987214"/>
                <a:gd name="connsiteX68" fmla="*/ 157378 w 1808089"/>
                <a:gd name="connsiteY68" fmla="*/ 276841 h 987214"/>
                <a:gd name="connsiteX69" fmla="*/ 169135 w 1808089"/>
                <a:gd name="connsiteY69" fmla="*/ 287416 h 987214"/>
                <a:gd name="connsiteX70" fmla="*/ 193919 w 1808089"/>
                <a:gd name="connsiteY70" fmla="*/ 296313 h 987214"/>
                <a:gd name="connsiteX71" fmla="*/ 223560 w 1808089"/>
                <a:gd name="connsiteY71" fmla="*/ 318924 h 987214"/>
                <a:gd name="connsiteX72" fmla="*/ 267651 w 1808089"/>
                <a:gd name="connsiteY72" fmla="*/ 332779 h 987214"/>
                <a:gd name="connsiteX73" fmla="*/ 290759 w 1808089"/>
                <a:gd name="connsiteY73" fmla="*/ 358390 h 987214"/>
                <a:gd name="connsiteX74" fmla="*/ 292589 w 1808089"/>
                <a:gd name="connsiteY74" fmla="*/ 367935 h 987214"/>
                <a:gd name="connsiteX75" fmla="*/ 284899 w 1808089"/>
                <a:gd name="connsiteY75" fmla="*/ 380861 h 987214"/>
                <a:gd name="connsiteX76" fmla="*/ 269482 w 1808089"/>
                <a:gd name="connsiteY76" fmla="*/ 399164 h 987214"/>
                <a:gd name="connsiteX77" fmla="*/ 245866 w 1808089"/>
                <a:gd name="connsiteY77" fmla="*/ 415776 h 987214"/>
                <a:gd name="connsiteX78" fmla="*/ 228250 w 1808089"/>
                <a:gd name="connsiteY78" fmla="*/ 424000 h 987214"/>
                <a:gd name="connsiteX79" fmla="*/ 224602 w 1808089"/>
                <a:gd name="connsiteY79" fmla="*/ 435896 h 987214"/>
                <a:gd name="connsiteX80" fmla="*/ 213493 w 1808089"/>
                <a:gd name="connsiteY80" fmla="*/ 442442 h 987214"/>
                <a:gd name="connsiteX81" fmla="*/ 198088 w 1808089"/>
                <a:gd name="connsiteY81" fmla="*/ 441260 h 987214"/>
                <a:gd name="connsiteX82" fmla="*/ 152675 w 1808089"/>
                <a:gd name="connsiteY82" fmla="*/ 477332 h 987214"/>
                <a:gd name="connsiteX83" fmla="*/ 128945 w 1808089"/>
                <a:gd name="connsiteY83" fmla="*/ 474446 h 987214"/>
                <a:gd name="connsiteX84" fmla="*/ 105444 w 1808089"/>
                <a:gd name="connsiteY84" fmla="*/ 492101 h 987214"/>
                <a:gd name="connsiteX85" fmla="*/ 87052 w 1808089"/>
                <a:gd name="connsiteY85" fmla="*/ 492101 h 987214"/>
                <a:gd name="connsiteX86" fmla="*/ 69563 w 1808089"/>
                <a:gd name="connsiteY86" fmla="*/ 499816 h 987214"/>
                <a:gd name="connsiteX87" fmla="*/ 31458 w 1808089"/>
                <a:gd name="connsiteY87" fmla="*/ 487665 h 987214"/>
                <a:gd name="connsiteX88" fmla="*/ 10715 w 1808089"/>
                <a:gd name="connsiteY88" fmla="*/ 481907 h 987214"/>
                <a:gd name="connsiteX89" fmla="*/ 2479 w 1808089"/>
                <a:gd name="connsiteY89" fmla="*/ 481653 h 987214"/>
                <a:gd name="connsiteX90" fmla="*/ 1436 w 1808089"/>
                <a:gd name="connsiteY90" fmla="*/ 483204 h 987214"/>
                <a:gd name="connsiteX91" fmla="*/ 0 w 1808089"/>
                <a:gd name="connsiteY91" fmla="*/ 485568 h 987214"/>
                <a:gd name="connsiteX92" fmla="*/ 6266 w 1808089"/>
                <a:gd name="connsiteY92" fmla="*/ 491961 h 987214"/>
                <a:gd name="connsiteX93" fmla="*/ 47650 w 1808089"/>
                <a:gd name="connsiteY93" fmla="*/ 505955 h 987214"/>
                <a:gd name="connsiteX94" fmla="*/ 71660 w 1808089"/>
                <a:gd name="connsiteY94" fmla="*/ 522821 h 987214"/>
                <a:gd name="connsiteX95" fmla="*/ 94742 w 1808089"/>
                <a:gd name="connsiteY95" fmla="*/ 520991 h 987214"/>
                <a:gd name="connsiteX96" fmla="*/ 115116 w 1808089"/>
                <a:gd name="connsiteY96" fmla="*/ 509895 h 987214"/>
                <a:gd name="connsiteX97" fmla="*/ 131805 w 1808089"/>
                <a:gd name="connsiteY97" fmla="*/ 511840 h 987214"/>
                <a:gd name="connsiteX98" fmla="*/ 144858 w 1808089"/>
                <a:gd name="connsiteY98" fmla="*/ 498113 h 987214"/>
                <a:gd name="connsiteX99" fmla="*/ 179443 w 1808089"/>
                <a:gd name="connsiteY99" fmla="*/ 488567 h 987214"/>
                <a:gd name="connsiteX100" fmla="*/ 203592 w 1808089"/>
                <a:gd name="connsiteY100" fmla="*/ 482822 h 987214"/>
                <a:gd name="connsiteX101" fmla="*/ 223560 w 1808089"/>
                <a:gd name="connsiteY101" fmla="*/ 470278 h 987214"/>
                <a:gd name="connsiteX102" fmla="*/ 226941 w 1808089"/>
                <a:gd name="connsiteY102" fmla="*/ 457466 h 987214"/>
                <a:gd name="connsiteX103" fmla="*/ 248090 w 1808089"/>
                <a:gd name="connsiteY103" fmla="*/ 442696 h 987214"/>
                <a:gd name="connsiteX104" fmla="*/ 291292 w 1808089"/>
                <a:gd name="connsiteY104" fmla="*/ 435108 h 987214"/>
                <a:gd name="connsiteX105" fmla="*/ 312163 w 1808089"/>
                <a:gd name="connsiteY105" fmla="*/ 425436 h 987214"/>
                <a:gd name="connsiteX106" fmla="*/ 323500 w 1808089"/>
                <a:gd name="connsiteY106" fmla="*/ 423491 h 987214"/>
                <a:gd name="connsiteX107" fmla="*/ 369460 w 1808089"/>
                <a:gd name="connsiteY107" fmla="*/ 430927 h 987214"/>
                <a:gd name="connsiteX108" fmla="*/ 380798 w 1808089"/>
                <a:gd name="connsiteY108" fmla="*/ 425182 h 987214"/>
                <a:gd name="connsiteX109" fmla="*/ 413170 w 1808089"/>
                <a:gd name="connsiteY109" fmla="*/ 426745 h 987214"/>
                <a:gd name="connsiteX110" fmla="*/ 423084 w 1808089"/>
                <a:gd name="connsiteY110" fmla="*/ 426237 h 987214"/>
                <a:gd name="connsiteX111" fmla="*/ 429618 w 1808089"/>
                <a:gd name="connsiteY111" fmla="*/ 435896 h 987214"/>
                <a:gd name="connsiteX112" fmla="*/ 440828 w 1808089"/>
                <a:gd name="connsiteY112" fmla="*/ 436418 h 987214"/>
                <a:gd name="connsiteX113" fmla="*/ 446560 w 1808089"/>
                <a:gd name="connsiteY113" fmla="*/ 425182 h 987214"/>
                <a:gd name="connsiteX114" fmla="*/ 462359 w 1808089"/>
                <a:gd name="connsiteY114" fmla="*/ 429363 h 987214"/>
                <a:gd name="connsiteX115" fmla="*/ 466274 w 1808089"/>
                <a:gd name="connsiteY115" fmla="*/ 443217 h 987214"/>
                <a:gd name="connsiteX116" fmla="*/ 475158 w 1808089"/>
                <a:gd name="connsiteY116" fmla="*/ 449751 h 987214"/>
                <a:gd name="connsiteX117" fmla="*/ 515996 w 1808089"/>
                <a:gd name="connsiteY117" fmla="*/ 450411 h 987214"/>
                <a:gd name="connsiteX118" fmla="*/ 535061 w 1808089"/>
                <a:gd name="connsiteY118" fmla="*/ 447272 h 987214"/>
                <a:gd name="connsiteX119" fmla="*/ 559859 w 1808089"/>
                <a:gd name="connsiteY119" fmla="*/ 456563 h 987214"/>
                <a:gd name="connsiteX120" fmla="*/ 579293 w 1808089"/>
                <a:gd name="connsiteY120" fmla="*/ 447666 h 987214"/>
                <a:gd name="connsiteX121" fmla="*/ 597685 w 1808089"/>
                <a:gd name="connsiteY121" fmla="*/ 447666 h 987214"/>
                <a:gd name="connsiteX122" fmla="*/ 609937 w 1808089"/>
                <a:gd name="connsiteY122" fmla="*/ 463922 h 987214"/>
                <a:gd name="connsiteX123" fmla="*/ 630833 w 1808089"/>
                <a:gd name="connsiteY123" fmla="*/ 476162 h 987214"/>
                <a:gd name="connsiteX124" fmla="*/ 647674 w 1808089"/>
                <a:gd name="connsiteY124" fmla="*/ 476023 h 987214"/>
                <a:gd name="connsiteX125" fmla="*/ 667247 w 1808089"/>
                <a:gd name="connsiteY125" fmla="*/ 499282 h 987214"/>
                <a:gd name="connsiteX126" fmla="*/ 696875 w 1808089"/>
                <a:gd name="connsiteY126" fmla="*/ 509616 h 987214"/>
                <a:gd name="connsiteX127" fmla="*/ 725574 w 1808089"/>
                <a:gd name="connsiteY127" fmla="*/ 524131 h 987214"/>
                <a:gd name="connsiteX128" fmla="*/ 780788 w 1808089"/>
                <a:gd name="connsiteY128" fmla="*/ 546742 h 987214"/>
                <a:gd name="connsiteX129" fmla="*/ 816275 w 1808089"/>
                <a:gd name="connsiteY129" fmla="*/ 568566 h 987214"/>
                <a:gd name="connsiteX130" fmla="*/ 849817 w 1808089"/>
                <a:gd name="connsiteY130" fmla="*/ 585953 h 987214"/>
                <a:gd name="connsiteX131" fmla="*/ 888837 w 1808089"/>
                <a:gd name="connsiteY131" fmla="*/ 605552 h 987214"/>
                <a:gd name="connsiteX132" fmla="*/ 917155 w 1808089"/>
                <a:gd name="connsiteY132" fmla="*/ 633654 h 987214"/>
                <a:gd name="connsiteX133" fmla="*/ 953837 w 1808089"/>
                <a:gd name="connsiteY133" fmla="*/ 662151 h 987214"/>
                <a:gd name="connsiteX134" fmla="*/ 1006152 w 1808089"/>
                <a:gd name="connsiteY134" fmla="*/ 692083 h 987214"/>
                <a:gd name="connsiteX135" fmla="*/ 1057438 w 1808089"/>
                <a:gd name="connsiteY135" fmla="*/ 719258 h 987214"/>
                <a:gd name="connsiteX136" fmla="*/ 1060832 w 1808089"/>
                <a:gd name="connsiteY136" fmla="*/ 728155 h 987214"/>
                <a:gd name="connsiteX137" fmla="*/ 1054972 w 1808089"/>
                <a:gd name="connsiteY137" fmla="*/ 763972 h 987214"/>
                <a:gd name="connsiteX138" fmla="*/ 1060451 w 1808089"/>
                <a:gd name="connsiteY138" fmla="*/ 778208 h 987214"/>
                <a:gd name="connsiteX139" fmla="*/ 1068395 w 1808089"/>
                <a:gd name="connsiteY139" fmla="*/ 799256 h 987214"/>
                <a:gd name="connsiteX140" fmla="*/ 1107173 w 1808089"/>
                <a:gd name="connsiteY140" fmla="*/ 825667 h 987214"/>
                <a:gd name="connsiteX141" fmla="*/ 1130268 w 1808089"/>
                <a:gd name="connsiteY141" fmla="*/ 847999 h 987214"/>
                <a:gd name="connsiteX142" fmla="*/ 1147490 w 1808089"/>
                <a:gd name="connsiteY142" fmla="*/ 864612 h 987214"/>
                <a:gd name="connsiteX143" fmla="*/ 1172288 w 1808089"/>
                <a:gd name="connsiteY143" fmla="*/ 872314 h 987214"/>
                <a:gd name="connsiteX144" fmla="*/ 1177105 w 1808089"/>
                <a:gd name="connsiteY144" fmla="*/ 884745 h 987214"/>
                <a:gd name="connsiteX145" fmla="*/ 1169949 w 1808089"/>
                <a:gd name="connsiteY145" fmla="*/ 893235 h 987214"/>
                <a:gd name="connsiteX146" fmla="*/ 1169949 w 1808089"/>
                <a:gd name="connsiteY146" fmla="*/ 909440 h 987214"/>
                <a:gd name="connsiteX147" fmla="*/ 1197860 w 1808089"/>
                <a:gd name="connsiteY147" fmla="*/ 924210 h 987214"/>
                <a:gd name="connsiteX148" fmla="*/ 1232063 w 1808089"/>
                <a:gd name="connsiteY148" fmla="*/ 938318 h 987214"/>
                <a:gd name="connsiteX149" fmla="*/ 1253061 w 1808089"/>
                <a:gd name="connsiteY149" fmla="*/ 958591 h 987214"/>
                <a:gd name="connsiteX150" fmla="*/ 1264805 w 1808089"/>
                <a:gd name="connsiteY150" fmla="*/ 981062 h 987214"/>
                <a:gd name="connsiteX151" fmla="*/ 1295729 w 1808089"/>
                <a:gd name="connsiteY151" fmla="*/ 987214 h 987214"/>
                <a:gd name="connsiteX152" fmla="*/ 1324187 w 1808089"/>
                <a:gd name="connsiteY152" fmla="*/ 986032 h 987214"/>
                <a:gd name="connsiteX153" fmla="*/ 1361771 w 1808089"/>
                <a:gd name="connsiteY153" fmla="*/ 979359 h 987214"/>
                <a:gd name="connsiteX154" fmla="*/ 1386835 w 1808089"/>
                <a:gd name="connsiteY154" fmla="*/ 968263 h 987214"/>
                <a:gd name="connsiteX155" fmla="*/ 1409663 w 1808089"/>
                <a:gd name="connsiteY155" fmla="*/ 928391 h 987214"/>
                <a:gd name="connsiteX156" fmla="*/ 1422971 w 1808089"/>
                <a:gd name="connsiteY156" fmla="*/ 920803 h 987214"/>
                <a:gd name="connsiteX157" fmla="*/ 1436025 w 1808089"/>
                <a:gd name="connsiteY157" fmla="*/ 920282 h 987214"/>
                <a:gd name="connsiteX158" fmla="*/ 1444629 w 1808089"/>
                <a:gd name="connsiteY158" fmla="*/ 935318 h 987214"/>
                <a:gd name="connsiteX159" fmla="*/ 1477523 w 1808089"/>
                <a:gd name="connsiteY159" fmla="*/ 957015 h 987214"/>
                <a:gd name="connsiteX160" fmla="*/ 1499461 w 1808089"/>
                <a:gd name="connsiteY160" fmla="*/ 958057 h 987214"/>
                <a:gd name="connsiteX161" fmla="*/ 1517840 w 1808089"/>
                <a:gd name="connsiteY161" fmla="*/ 953100 h 987214"/>
                <a:gd name="connsiteX162" fmla="*/ 1547988 w 1808089"/>
                <a:gd name="connsiteY162" fmla="*/ 935852 h 987214"/>
                <a:gd name="connsiteX163" fmla="*/ 1567702 w 1808089"/>
                <a:gd name="connsiteY163" fmla="*/ 916622 h 987214"/>
                <a:gd name="connsiteX164" fmla="*/ 1584530 w 1808089"/>
                <a:gd name="connsiteY164" fmla="*/ 896641 h 987214"/>
                <a:gd name="connsiteX165" fmla="*/ 1597457 w 1808089"/>
                <a:gd name="connsiteY165" fmla="*/ 901331 h 987214"/>
                <a:gd name="connsiteX166" fmla="*/ 1578544 w 1808089"/>
                <a:gd name="connsiteY166" fmla="*/ 920282 h 987214"/>
                <a:gd name="connsiteX167" fmla="*/ 1582700 w 1808089"/>
                <a:gd name="connsiteY167" fmla="*/ 935052 h 987214"/>
                <a:gd name="connsiteX168" fmla="*/ 1599147 w 1808089"/>
                <a:gd name="connsiteY168" fmla="*/ 952833 h 987214"/>
                <a:gd name="connsiteX169" fmla="*/ 1607764 w 1808089"/>
                <a:gd name="connsiteY169" fmla="*/ 952312 h 987214"/>
                <a:gd name="connsiteX170" fmla="*/ 1620945 w 1808089"/>
                <a:gd name="connsiteY170" fmla="*/ 931416 h 987214"/>
                <a:gd name="connsiteX171" fmla="*/ 1634774 w 1808089"/>
                <a:gd name="connsiteY171" fmla="*/ 928391 h 987214"/>
                <a:gd name="connsiteX172" fmla="*/ 1648997 w 1808089"/>
                <a:gd name="connsiteY172" fmla="*/ 936106 h 987214"/>
                <a:gd name="connsiteX173" fmla="*/ 1652009 w 1808089"/>
                <a:gd name="connsiteY173" fmla="*/ 949045 h 987214"/>
                <a:gd name="connsiteX174" fmla="*/ 1660105 w 1808089"/>
                <a:gd name="connsiteY174" fmla="*/ 948918 h 987214"/>
                <a:gd name="connsiteX175" fmla="*/ 1679679 w 1808089"/>
                <a:gd name="connsiteY175" fmla="*/ 934797 h 987214"/>
                <a:gd name="connsiteX176" fmla="*/ 1680963 w 1808089"/>
                <a:gd name="connsiteY176" fmla="*/ 905513 h 987214"/>
                <a:gd name="connsiteX177" fmla="*/ 1701325 w 1808089"/>
                <a:gd name="connsiteY177" fmla="*/ 895713 h 987214"/>
                <a:gd name="connsiteX178" fmla="*/ 1721318 w 1808089"/>
                <a:gd name="connsiteY178" fmla="*/ 889053 h 987214"/>
                <a:gd name="connsiteX179" fmla="*/ 1789279 w 1808089"/>
                <a:gd name="connsiteY179" fmla="*/ 898065 h 987214"/>
                <a:gd name="connsiteX180" fmla="*/ 1801175 w 1808089"/>
                <a:gd name="connsiteY180" fmla="*/ 892447 h 987214"/>
                <a:gd name="connsiteX181" fmla="*/ 1808090 w 1808089"/>
                <a:gd name="connsiteY181" fmla="*/ 879254 h 987214"/>
                <a:gd name="connsiteX182" fmla="*/ 1803781 w 1808089"/>
                <a:gd name="connsiteY182" fmla="*/ 851393 h 987214"/>
                <a:gd name="connsiteX183" fmla="*/ 1784602 w 1808089"/>
                <a:gd name="connsiteY183" fmla="*/ 826570 h 987214"/>
                <a:gd name="connsiteX184" fmla="*/ 1760325 w 1808089"/>
                <a:gd name="connsiteY184" fmla="*/ 812334 h 987214"/>
                <a:gd name="connsiteX185" fmla="*/ 1755749 w 1808089"/>
                <a:gd name="connsiteY185" fmla="*/ 798989 h 987214"/>
                <a:gd name="connsiteX186" fmla="*/ 1741132 w 1808089"/>
                <a:gd name="connsiteY186" fmla="*/ 777165 h 987214"/>
                <a:gd name="connsiteX187" fmla="*/ 1724038 w 1808089"/>
                <a:gd name="connsiteY187" fmla="*/ 762790 h 987214"/>
                <a:gd name="connsiteX188" fmla="*/ 1682933 w 1808089"/>
                <a:gd name="connsiteY188" fmla="*/ 767747 h 987214"/>
                <a:gd name="connsiteX189" fmla="*/ 1673159 w 1808089"/>
                <a:gd name="connsiteY189" fmla="*/ 789583 h 987214"/>
                <a:gd name="connsiteX190" fmla="*/ 1660105 w 1808089"/>
                <a:gd name="connsiteY190" fmla="*/ 788414 h 987214"/>
                <a:gd name="connsiteX191" fmla="*/ 1648742 w 1808089"/>
                <a:gd name="connsiteY191" fmla="*/ 778602 h 987214"/>
                <a:gd name="connsiteX192" fmla="*/ 1653051 w 1808089"/>
                <a:gd name="connsiteY192" fmla="*/ 771802 h 987214"/>
                <a:gd name="connsiteX193" fmla="*/ 1667807 w 1808089"/>
                <a:gd name="connsiteY193" fmla="*/ 764760 h 987214"/>
                <a:gd name="connsiteX194" fmla="*/ 1658784 w 1808089"/>
                <a:gd name="connsiteY194" fmla="*/ 747754 h 987214"/>
                <a:gd name="connsiteX195" fmla="*/ 1640659 w 1808089"/>
                <a:gd name="connsiteY195" fmla="*/ 745148 h 987214"/>
                <a:gd name="connsiteX196" fmla="*/ 1604117 w 1808089"/>
                <a:gd name="connsiteY196" fmla="*/ 749597 h 987214"/>
                <a:gd name="connsiteX197" fmla="*/ 1586348 w 1808089"/>
                <a:gd name="connsiteY197" fmla="*/ 738476 h 987214"/>
                <a:gd name="connsiteX198" fmla="*/ 1575531 w 1808089"/>
                <a:gd name="connsiteY198" fmla="*/ 720961 h 987214"/>
                <a:gd name="connsiteX199" fmla="*/ 1552691 w 1808089"/>
                <a:gd name="connsiteY199" fmla="*/ 708670 h 987214"/>
                <a:gd name="connsiteX200" fmla="*/ 1529597 w 1808089"/>
                <a:gd name="connsiteY200" fmla="*/ 714822 h 987214"/>
                <a:gd name="connsiteX201" fmla="*/ 1509260 w 1808089"/>
                <a:gd name="connsiteY201" fmla="*/ 703713 h 987214"/>
                <a:gd name="connsiteX202" fmla="*/ 1496449 w 1808089"/>
                <a:gd name="connsiteY202" fmla="*/ 665684 h 987214"/>
                <a:gd name="connsiteX203" fmla="*/ 1481959 w 1808089"/>
                <a:gd name="connsiteY203" fmla="*/ 659926 h 987214"/>
                <a:gd name="connsiteX204" fmla="*/ 1440981 w 1808089"/>
                <a:gd name="connsiteY204" fmla="*/ 670628 h 987214"/>
                <a:gd name="connsiteX205" fmla="*/ 1420886 w 1808089"/>
                <a:gd name="connsiteY205" fmla="*/ 669472 h 987214"/>
                <a:gd name="connsiteX206" fmla="*/ 1395962 w 1808089"/>
                <a:gd name="connsiteY206" fmla="*/ 661757 h 987214"/>
                <a:gd name="connsiteX207" fmla="*/ 1378485 w 1808089"/>
                <a:gd name="connsiteY207" fmla="*/ 641764 h 987214"/>
                <a:gd name="connsiteX208" fmla="*/ 1360729 w 1808089"/>
                <a:gd name="connsiteY208" fmla="*/ 635231 h 987214"/>
                <a:gd name="connsiteX209" fmla="*/ 1347155 w 1808089"/>
                <a:gd name="connsiteY209" fmla="*/ 606874 h 987214"/>
                <a:gd name="connsiteX210" fmla="*/ 1344804 w 1808089"/>
                <a:gd name="connsiteY210" fmla="*/ 580716 h 987214"/>
                <a:gd name="connsiteX211" fmla="*/ 1335932 w 1808089"/>
                <a:gd name="connsiteY211" fmla="*/ 578365 h 987214"/>
                <a:gd name="connsiteX212" fmla="*/ 1325890 w 1808089"/>
                <a:gd name="connsiteY212" fmla="*/ 560329 h 987214"/>
                <a:gd name="connsiteX213" fmla="*/ 1323933 w 1808089"/>
                <a:gd name="connsiteY213" fmla="*/ 531973 h 987214"/>
                <a:gd name="connsiteX214" fmla="*/ 1298093 w 1808089"/>
                <a:gd name="connsiteY214" fmla="*/ 503349 h 987214"/>
                <a:gd name="connsiteX215" fmla="*/ 1293136 w 1808089"/>
                <a:gd name="connsiteY215" fmla="*/ 489089 h 987214"/>
                <a:gd name="connsiteX216" fmla="*/ 1264284 w 1808089"/>
                <a:gd name="connsiteY216" fmla="*/ 474446 h 987214"/>
                <a:gd name="connsiteX217" fmla="*/ 1248498 w 1808089"/>
                <a:gd name="connsiteY217" fmla="*/ 482556 h 987214"/>
                <a:gd name="connsiteX218" fmla="*/ 1231937 w 1808089"/>
                <a:gd name="connsiteY218" fmla="*/ 477866 h 987214"/>
                <a:gd name="connsiteX219" fmla="*/ 1220179 w 1808089"/>
                <a:gd name="connsiteY219" fmla="*/ 486216 h 987214"/>
                <a:gd name="connsiteX220" fmla="*/ 1201114 w 1808089"/>
                <a:gd name="connsiteY220" fmla="*/ 475374 h 987214"/>
                <a:gd name="connsiteX221" fmla="*/ 1174766 w 1808089"/>
                <a:gd name="connsiteY221" fmla="*/ 460605 h 987214"/>
                <a:gd name="connsiteX222" fmla="*/ 1158853 w 1808089"/>
                <a:gd name="connsiteY222" fmla="*/ 463096 h 987214"/>
                <a:gd name="connsiteX223" fmla="*/ 1128565 w 1808089"/>
                <a:gd name="connsiteY223" fmla="*/ 434867 h 987214"/>
                <a:gd name="connsiteX224" fmla="*/ 1066717 w 1808089"/>
                <a:gd name="connsiteY224" fmla="*/ 429884 h 987214"/>
                <a:gd name="connsiteX225" fmla="*/ 1056663 w 1808089"/>
                <a:gd name="connsiteY225" fmla="*/ 438261 h 987214"/>
                <a:gd name="connsiteX226" fmla="*/ 1028357 w 1808089"/>
                <a:gd name="connsiteY226" fmla="*/ 438261 h 987214"/>
                <a:gd name="connsiteX227" fmla="*/ 999632 w 1808089"/>
                <a:gd name="connsiteY227" fmla="*/ 454987 h 987214"/>
                <a:gd name="connsiteX228" fmla="*/ 980974 w 1808089"/>
                <a:gd name="connsiteY228" fmla="*/ 453538 h 987214"/>
                <a:gd name="connsiteX229" fmla="*/ 949770 w 1808089"/>
                <a:gd name="connsiteY229" fmla="*/ 435896 h 987214"/>
                <a:gd name="connsiteX230" fmla="*/ 933590 w 1808089"/>
                <a:gd name="connsiteY230" fmla="*/ 421788 h 987214"/>
                <a:gd name="connsiteX231" fmla="*/ 911932 w 1808089"/>
                <a:gd name="connsiteY231" fmla="*/ 418128 h 987214"/>
                <a:gd name="connsiteX232" fmla="*/ 859083 w 1808089"/>
                <a:gd name="connsiteY232" fmla="*/ 388322 h 987214"/>
                <a:gd name="connsiteX233" fmla="*/ 780114 w 1808089"/>
                <a:gd name="connsiteY233" fmla="*/ 331597 h 987214"/>
                <a:gd name="connsiteX234" fmla="*/ 755469 w 1808089"/>
                <a:gd name="connsiteY234" fmla="*/ 308083 h 987214"/>
                <a:gd name="connsiteX235" fmla="*/ 733150 w 1808089"/>
                <a:gd name="connsiteY235" fmla="*/ 274871 h 987214"/>
                <a:gd name="connsiteX236" fmla="*/ 730545 w 1808089"/>
                <a:gd name="connsiteY236" fmla="*/ 225466 h 987214"/>
                <a:gd name="connsiteX237" fmla="*/ 699239 w 1808089"/>
                <a:gd name="connsiteY237" fmla="*/ 204024 h 987214"/>
                <a:gd name="connsiteX238" fmla="*/ 664515 w 1808089"/>
                <a:gd name="connsiteY238" fmla="*/ 194619 h 987214"/>
                <a:gd name="connsiteX239" fmla="*/ 640887 w 1808089"/>
                <a:gd name="connsiteY239" fmla="*/ 174498 h 987214"/>
                <a:gd name="connsiteX240" fmla="*/ 580462 w 1808089"/>
                <a:gd name="connsiteY240" fmla="*/ 143918 h 987214"/>
                <a:gd name="connsiteX241" fmla="*/ 562859 w 1808089"/>
                <a:gd name="connsiteY241" fmla="*/ 143638 h 987214"/>
                <a:gd name="connsiteX242" fmla="*/ 540921 w 1808089"/>
                <a:gd name="connsiteY242" fmla="*/ 131360 h 987214"/>
                <a:gd name="connsiteX243" fmla="*/ 530079 w 1808089"/>
                <a:gd name="connsiteY243" fmla="*/ 107312 h 987214"/>
                <a:gd name="connsiteX244" fmla="*/ 486115 w 1808089"/>
                <a:gd name="connsiteY244" fmla="*/ 72537 h 987214"/>
                <a:gd name="connsiteX245" fmla="*/ 463795 w 1808089"/>
                <a:gd name="connsiteY245" fmla="*/ 66131 h 987214"/>
                <a:gd name="connsiteX246" fmla="*/ 416819 w 1808089"/>
                <a:gd name="connsiteY246" fmla="*/ 32945 h 987214"/>
                <a:gd name="connsiteX247" fmla="*/ 396202 w 1808089"/>
                <a:gd name="connsiteY247" fmla="*/ 7842 h 987214"/>
                <a:gd name="connsiteX248" fmla="*/ 381713 w 1808089"/>
                <a:gd name="connsiteY248" fmla="*/ 11249 h 987214"/>
                <a:gd name="connsiteX249" fmla="*/ 358758 w 1808089"/>
                <a:gd name="connsiteY249" fmla="*/ 0 h 987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808089" h="987214">
                  <a:moveTo>
                    <a:pt x="358758" y="0"/>
                  </a:moveTo>
                  <a:lnTo>
                    <a:pt x="350014" y="1436"/>
                  </a:lnTo>
                  <a:lnTo>
                    <a:pt x="351564" y="13727"/>
                  </a:lnTo>
                  <a:lnTo>
                    <a:pt x="342693" y="18443"/>
                  </a:lnTo>
                  <a:lnTo>
                    <a:pt x="334596" y="38156"/>
                  </a:lnTo>
                  <a:lnTo>
                    <a:pt x="368278" y="62229"/>
                  </a:lnTo>
                  <a:lnTo>
                    <a:pt x="408989" y="112663"/>
                  </a:lnTo>
                  <a:lnTo>
                    <a:pt x="458851" y="148875"/>
                  </a:lnTo>
                  <a:lnTo>
                    <a:pt x="501125" y="165868"/>
                  </a:lnTo>
                  <a:lnTo>
                    <a:pt x="549030" y="206261"/>
                  </a:lnTo>
                  <a:lnTo>
                    <a:pt x="562986" y="206388"/>
                  </a:lnTo>
                  <a:lnTo>
                    <a:pt x="571197" y="201686"/>
                  </a:lnTo>
                  <a:lnTo>
                    <a:pt x="576548" y="202868"/>
                  </a:lnTo>
                  <a:lnTo>
                    <a:pt x="579560" y="210570"/>
                  </a:lnTo>
                  <a:lnTo>
                    <a:pt x="592334" y="222975"/>
                  </a:lnTo>
                  <a:lnTo>
                    <a:pt x="609048" y="236054"/>
                  </a:lnTo>
                  <a:lnTo>
                    <a:pt x="626283" y="242460"/>
                  </a:lnTo>
                  <a:lnTo>
                    <a:pt x="635663" y="268592"/>
                  </a:lnTo>
                  <a:lnTo>
                    <a:pt x="638014" y="289119"/>
                  </a:lnTo>
                  <a:lnTo>
                    <a:pt x="642717" y="309900"/>
                  </a:lnTo>
                  <a:lnTo>
                    <a:pt x="640505" y="331215"/>
                  </a:lnTo>
                  <a:lnTo>
                    <a:pt x="648970" y="338257"/>
                  </a:lnTo>
                  <a:lnTo>
                    <a:pt x="665036" y="317730"/>
                  </a:lnTo>
                  <a:lnTo>
                    <a:pt x="683567" y="321797"/>
                  </a:lnTo>
                  <a:lnTo>
                    <a:pt x="684076" y="335905"/>
                  </a:lnTo>
                  <a:lnTo>
                    <a:pt x="666980" y="338257"/>
                  </a:lnTo>
                  <a:lnTo>
                    <a:pt x="657473" y="346633"/>
                  </a:lnTo>
                  <a:lnTo>
                    <a:pt x="687101" y="370286"/>
                  </a:lnTo>
                  <a:lnTo>
                    <a:pt x="705632" y="394855"/>
                  </a:lnTo>
                  <a:lnTo>
                    <a:pt x="703408" y="414861"/>
                  </a:lnTo>
                  <a:lnTo>
                    <a:pt x="719715" y="443612"/>
                  </a:lnTo>
                  <a:lnTo>
                    <a:pt x="697778" y="454720"/>
                  </a:lnTo>
                  <a:lnTo>
                    <a:pt x="606035" y="430800"/>
                  </a:lnTo>
                  <a:lnTo>
                    <a:pt x="560889" y="440726"/>
                  </a:lnTo>
                  <a:lnTo>
                    <a:pt x="531121" y="434740"/>
                  </a:lnTo>
                  <a:lnTo>
                    <a:pt x="519123" y="412904"/>
                  </a:lnTo>
                  <a:lnTo>
                    <a:pt x="506476" y="390419"/>
                  </a:lnTo>
                  <a:lnTo>
                    <a:pt x="467316" y="392758"/>
                  </a:lnTo>
                  <a:lnTo>
                    <a:pt x="444082" y="399291"/>
                  </a:lnTo>
                  <a:lnTo>
                    <a:pt x="366956" y="370286"/>
                  </a:lnTo>
                  <a:lnTo>
                    <a:pt x="368151" y="360754"/>
                  </a:lnTo>
                  <a:lnTo>
                    <a:pt x="362266" y="351335"/>
                  </a:lnTo>
                  <a:lnTo>
                    <a:pt x="368151" y="342438"/>
                  </a:lnTo>
                  <a:lnTo>
                    <a:pt x="363702" y="326640"/>
                  </a:lnTo>
                  <a:lnTo>
                    <a:pt x="375853" y="325851"/>
                  </a:lnTo>
                  <a:lnTo>
                    <a:pt x="382374" y="338918"/>
                  </a:lnTo>
                  <a:lnTo>
                    <a:pt x="400499" y="339566"/>
                  </a:lnTo>
                  <a:lnTo>
                    <a:pt x="427127" y="356686"/>
                  </a:lnTo>
                  <a:lnTo>
                    <a:pt x="449840" y="379692"/>
                  </a:lnTo>
                  <a:lnTo>
                    <a:pt x="480890" y="382056"/>
                  </a:lnTo>
                  <a:lnTo>
                    <a:pt x="499180" y="377341"/>
                  </a:lnTo>
                  <a:lnTo>
                    <a:pt x="496816" y="364389"/>
                  </a:lnTo>
                  <a:lnTo>
                    <a:pt x="482200" y="341155"/>
                  </a:lnTo>
                  <a:lnTo>
                    <a:pt x="414213" y="308083"/>
                  </a:lnTo>
                  <a:lnTo>
                    <a:pt x="322471" y="264410"/>
                  </a:lnTo>
                  <a:lnTo>
                    <a:pt x="281887" y="240757"/>
                  </a:lnTo>
                  <a:lnTo>
                    <a:pt x="266736" y="224424"/>
                  </a:lnTo>
                  <a:lnTo>
                    <a:pt x="251230" y="223636"/>
                  </a:lnTo>
                  <a:lnTo>
                    <a:pt x="243133" y="232775"/>
                  </a:lnTo>
                  <a:lnTo>
                    <a:pt x="255399" y="247824"/>
                  </a:lnTo>
                  <a:lnTo>
                    <a:pt x="276663" y="253175"/>
                  </a:lnTo>
                  <a:lnTo>
                    <a:pt x="291915" y="269774"/>
                  </a:lnTo>
                  <a:lnTo>
                    <a:pt x="312163" y="281798"/>
                  </a:lnTo>
                  <a:lnTo>
                    <a:pt x="306557" y="293440"/>
                  </a:lnTo>
                  <a:lnTo>
                    <a:pt x="224729" y="248078"/>
                  </a:lnTo>
                  <a:lnTo>
                    <a:pt x="195356" y="242574"/>
                  </a:lnTo>
                  <a:lnTo>
                    <a:pt x="170965" y="249781"/>
                  </a:lnTo>
                  <a:lnTo>
                    <a:pt x="157912" y="262059"/>
                  </a:lnTo>
                  <a:lnTo>
                    <a:pt x="157378" y="276841"/>
                  </a:lnTo>
                  <a:lnTo>
                    <a:pt x="169135" y="287416"/>
                  </a:lnTo>
                  <a:lnTo>
                    <a:pt x="193919" y="296313"/>
                  </a:lnTo>
                  <a:lnTo>
                    <a:pt x="223560" y="318924"/>
                  </a:lnTo>
                  <a:lnTo>
                    <a:pt x="267651" y="332779"/>
                  </a:lnTo>
                  <a:lnTo>
                    <a:pt x="290759" y="358390"/>
                  </a:lnTo>
                  <a:lnTo>
                    <a:pt x="292589" y="367935"/>
                  </a:lnTo>
                  <a:lnTo>
                    <a:pt x="284899" y="380861"/>
                  </a:lnTo>
                  <a:lnTo>
                    <a:pt x="269482" y="399164"/>
                  </a:lnTo>
                  <a:lnTo>
                    <a:pt x="245866" y="415776"/>
                  </a:lnTo>
                  <a:lnTo>
                    <a:pt x="228250" y="424000"/>
                  </a:lnTo>
                  <a:lnTo>
                    <a:pt x="224602" y="435896"/>
                  </a:lnTo>
                  <a:lnTo>
                    <a:pt x="213493" y="442442"/>
                  </a:lnTo>
                  <a:lnTo>
                    <a:pt x="198088" y="441260"/>
                  </a:lnTo>
                  <a:lnTo>
                    <a:pt x="152675" y="477332"/>
                  </a:lnTo>
                  <a:lnTo>
                    <a:pt x="128945" y="474446"/>
                  </a:lnTo>
                  <a:lnTo>
                    <a:pt x="105444" y="492101"/>
                  </a:lnTo>
                  <a:lnTo>
                    <a:pt x="87052" y="492101"/>
                  </a:lnTo>
                  <a:lnTo>
                    <a:pt x="69563" y="499816"/>
                  </a:lnTo>
                  <a:lnTo>
                    <a:pt x="31458" y="487665"/>
                  </a:lnTo>
                  <a:lnTo>
                    <a:pt x="10715" y="481907"/>
                  </a:lnTo>
                  <a:lnTo>
                    <a:pt x="2479" y="481653"/>
                  </a:lnTo>
                  <a:lnTo>
                    <a:pt x="1436" y="483204"/>
                  </a:lnTo>
                  <a:lnTo>
                    <a:pt x="0" y="485568"/>
                  </a:lnTo>
                  <a:lnTo>
                    <a:pt x="6266" y="491961"/>
                  </a:lnTo>
                  <a:lnTo>
                    <a:pt x="47650" y="505955"/>
                  </a:lnTo>
                  <a:lnTo>
                    <a:pt x="71660" y="522821"/>
                  </a:lnTo>
                  <a:lnTo>
                    <a:pt x="94742" y="520991"/>
                  </a:lnTo>
                  <a:lnTo>
                    <a:pt x="115116" y="509895"/>
                  </a:lnTo>
                  <a:lnTo>
                    <a:pt x="131805" y="511840"/>
                  </a:lnTo>
                  <a:lnTo>
                    <a:pt x="144858" y="498113"/>
                  </a:lnTo>
                  <a:lnTo>
                    <a:pt x="179443" y="488567"/>
                  </a:lnTo>
                  <a:lnTo>
                    <a:pt x="203592" y="482822"/>
                  </a:lnTo>
                  <a:lnTo>
                    <a:pt x="223560" y="470278"/>
                  </a:lnTo>
                  <a:lnTo>
                    <a:pt x="226941" y="457466"/>
                  </a:lnTo>
                  <a:lnTo>
                    <a:pt x="248090" y="442696"/>
                  </a:lnTo>
                  <a:lnTo>
                    <a:pt x="291292" y="435108"/>
                  </a:lnTo>
                  <a:lnTo>
                    <a:pt x="312163" y="425436"/>
                  </a:lnTo>
                  <a:lnTo>
                    <a:pt x="323500" y="423491"/>
                  </a:lnTo>
                  <a:lnTo>
                    <a:pt x="369460" y="430927"/>
                  </a:lnTo>
                  <a:lnTo>
                    <a:pt x="380798" y="425182"/>
                  </a:lnTo>
                  <a:lnTo>
                    <a:pt x="413170" y="426745"/>
                  </a:lnTo>
                  <a:lnTo>
                    <a:pt x="423084" y="426237"/>
                  </a:lnTo>
                  <a:lnTo>
                    <a:pt x="429618" y="435896"/>
                  </a:lnTo>
                  <a:lnTo>
                    <a:pt x="440828" y="436418"/>
                  </a:lnTo>
                  <a:lnTo>
                    <a:pt x="446560" y="425182"/>
                  </a:lnTo>
                  <a:lnTo>
                    <a:pt x="462359" y="429363"/>
                  </a:lnTo>
                  <a:lnTo>
                    <a:pt x="466274" y="443217"/>
                  </a:lnTo>
                  <a:lnTo>
                    <a:pt x="475158" y="449751"/>
                  </a:lnTo>
                  <a:lnTo>
                    <a:pt x="515996" y="450411"/>
                  </a:lnTo>
                  <a:lnTo>
                    <a:pt x="535061" y="447272"/>
                  </a:lnTo>
                  <a:lnTo>
                    <a:pt x="559859" y="456563"/>
                  </a:lnTo>
                  <a:lnTo>
                    <a:pt x="579293" y="447666"/>
                  </a:lnTo>
                  <a:lnTo>
                    <a:pt x="597685" y="447666"/>
                  </a:lnTo>
                  <a:lnTo>
                    <a:pt x="609937" y="463922"/>
                  </a:lnTo>
                  <a:lnTo>
                    <a:pt x="630833" y="476162"/>
                  </a:lnTo>
                  <a:lnTo>
                    <a:pt x="647674" y="476023"/>
                  </a:lnTo>
                  <a:lnTo>
                    <a:pt x="667247" y="499282"/>
                  </a:lnTo>
                  <a:lnTo>
                    <a:pt x="696875" y="509616"/>
                  </a:lnTo>
                  <a:lnTo>
                    <a:pt x="725574" y="524131"/>
                  </a:lnTo>
                  <a:lnTo>
                    <a:pt x="780788" y="546742"/>
                  </a:lnTo>
                  <a:lnTo>
                    <a:pt x="816275" y="568566"/>
                  </a:lnTo>
                  <a:lnTo>
                    <a:pt x="849817" y="585953"/>
                  </a:lnTo>
                  <a:lnTo>
                    <a:pt x="888837" y="605552"/>
                  </a:lnTo>
                  <a:lnTo>
                    <a:pt x="917155" y="633654"/>
                  </a:lnTo>
                  <a:lnTo>
                    <a:pt x="953837" y="662151"/>
                  </a:lnTo>
                  <a:lnTo>
                    <a:pt x="1006152" y="692083"/>
                  </a:lnTo>
                  <a:lnTo>
                    <a:pt x="1057438" y="719258"/>
                  </a:lnTo>
                  <a:lnTo>
                    <a:pt x="1060832" y="728155"/>
                  </a:lnTo>
                  <a:lnTo>
                    <a:pt x="1054972" y="763972"/>
                  </a:lnTo>
                  <a:lnTo>
                    <a:pt x="1060451" y="778208"/>
                  </a:lnTo>
                  <a:lnTo>
                    <a:pt x="1068395" y="799256"/>
                  </a:lnTo>
                  <a:lnTo>
                    <a:pt x="1107173" y="825667"/>
                  </a:lnTo>
                  <a:lnTo>
                    <a:pt x="1130268" y="847999"/>
                  </a:lnTo>
                  <a:lnTo>
                    <a:pt x="1147490" y="864612"/>
                  </a:lnTo>
                  <a:lnTo>
                    <a:pt x="1172288" y="872314"/>
                  </a:lnTo>
                  <a:lnTo>
                    <a:pt x="1177105" y="884745"/>
                  </a:lnTo>
                  <a:lnTo>
                    <a:pt x="1169949" y="893235"/>
                  </a:lnTo>
                  <a:lnTo>
                    <a:pt x="1169949" y="909440"/>
                  </a:lnTo>
                  <a:lnTo>
                    <a:pt x="1197860" y="924210"/>
                  </a:lnTo>
                  <a:lnTo>
                    <a:pt x="1232063" y="938318"/>
                  </a:lnTo>
                  <a:lnTo>
                    <a:pt x="1253061" y="958591"/>
                  </a:lnTo>
                  <a:lnTo>
                    <a:pt x="1264805" y="981062"/>
                  </a:lnTo>
                  <a:lnTo>
                    <a:pt x="1295729" y="987214"/>
                  </a:lnTo>
                  <a:lnTo>
                    <a:pt x="1324187" y="986032"/>
                  </a:lnTo>
                  <a:lnTo>
                    <a:pt x="1361771" y="979359"/>
                  </a:lnTo>
                  <a:lnTo>
                    <a:pt x="1386835" y="968263"/>
                  </a:lnTo>
                  <a:lnTo>
                    <a:pt x="1409663" y="928391"/>
                  </a:lnTo>
                  <a:lnTo>
                    <a:pt x="1422971" y="920803"/>
                  </a:lnTo>
                  <a:lnTo>
                    <a:pt x="1436025" y="920282"/>
                  </a:lnTo>
                  <a:lnTo>
                    <a:pt x="1444629" y="935318"/>
                  </a:lnTo>
                  <a:lnTo>
                    <a:pt x="1477523" y="957015"/>
                  </a:lnTo>
                  <a:lnTo>
                    <a:pt x="1499461" y="958057"/>
                  </a:lnTo>
                  <a:lnTo>
                    <a:pt x="1517840" y="953100"/>
                  </a:lnTo>
                  <a:lnTo>
                    <a:pt x="1547988" y="935852"/>
                  </a:lnTo>
                  <a:lnTo>
                    <a:pt x="1567702" y="916622"/>
                  </a:lnTo>
                  <a:lnTo>
                    <a:pt x="1584530" y="896641"/>
                  </a:lnTo>
                  <a:lnTo>
                    <a:pt x="1597457" y="901331"/>
                  </a:lnTo>
                  <a:lnTo>
                    <a:pt x="1578544" y="920282"/>
                  </a:lnTo>
                  <a:lnTo>
                    <a:pt x="1582700" y="935052"/>
                  </a:lnTo>
                  <a:lnTo>
                    <a:pt x="1599147" y="952833"/>
                  </a:lnTo>
                  <a:lnTo>
                    <a:pt x="1607764" y="952312"/>
                  </a:lnTo>
                  <a:lnTo>
                    <a:pt x="1620945" y="931416"/>
                  </a:lnTo>
                  <a:lnTo>
                    <a:pt x="1634774" y="928391"/>
                  </a:lnTo>
                  <a:lnTo>
                    <a:pt x="1648997" y="936106"/>
                  </a:lnTo>
                  <a:lnTo>
                    <a:pt x="1652009" y="949045"/>
                  </a:lnTo>
                  <a:lnTo>
                    <a:pt x="1660105" y="948918"/>
                  </a:lnTo>
                  <a:lnTo>
                    <a:pt x="1679679" y="934797"/>
                  </a:lnTo>
                  <a:lnTo>
                    <a:pt x="1680963" y="905513"/>
                  </a:lnTo>
                  <a:lnTo>
                    <a:pt x="1701325" y="895713"/>
                  </a:lnTo>
                  <a:lnTo>
                    <a:pt x="1721318" y="889053"/>
                  </a:lnTo>
                  <a:lnTo>
                    <a:pt x="1789279" y="898065"/>
                  </a:lnTo>
                  <a:lnTo>
                    <a:pt x="1801175" y="892447"/>
                  </a:lnTo>
                  <a:lnTo>
                    <a:pt x="1808090" y="879254"/>
                  </a:lnTo>
                  <a:lnTo>
                    <a:pt x="1803781" y="851393"/>
                  </a:lnTo>
                  <a:lnTo>
                    <a:pt x="1784602" y="826570"/>
                  </a:lnTo>
                  <a:lnTo>
                    <a:pt x="1760325" y="812334"/>
                  </a:lnTo>
                  <a:lnTo>
                    <a:pt x="1755749" y="798989"/>
                  </a:lnTo>
                  <a:lnTo>
                    <a:pt x="1741132" y="777165"/>
                  </a:lnTo>
                  <a:lnTo>
                    <a:pt x="1724038" y="762790"/>
                  </a:lnTo>
                  <a:lnTo>
                    <a:pt x="1682933" y="767747"/>
                  </a:lnTo>
                  <a:lnTo>
                    <a:pt x="1673159" y="789583"/>
                  </a:lnTo>
                  <a:lnTo>
                    <a:pt x="1660105" y="788414"/>
                  </a:lnTo>
                  <a:lnTo>
                    <a:pt x="1648742" y="778602"/>
                  </a:lnTo>
                  <a:lnTo>
                    <a:pt x="1653051" y="771802"/>
                  </a:lnTo>
                  <a:lnTo>
                    <a:pt x="1667807" y="764760"/>
                  </a:lnTo>
                  <a:lnTo>
                    <a:pt x="1658784" y="747754"/>
                  </a:lnTo>
                  <a:lnTo>
                    <a:pt x="1640659" y="745148"/>
                  </a:lnTo>
                  <a:lnTo>
                    <a:pt x="1604117" y="749597"/>
                  </a:lnTo>
                  <a:lnTo>
                    <a:pt x="1586348" y="738476"/>
                  </a:lnTo>
                  <a:lnTo>
                    <a:pt x="1575531" y="720961"/>
                  </a:lnTo>
                  <a:lnTo>
                    <a:pt x="1552691" y="708670"/>
                  </a:lnTo>
                  <a:lnTo>
                    <a:pt x="1529597" y="714822"/>
                  </a:lnTo>
                  <a:lnTo>
                    <a:pt x="1509260" y="703713"/>
                  </a:lnTo>
                  <a:lnTo>
                    <a:pt x="1496449" y="665684"/>
                  </a:lnTo>
                  <a:lnTo>
                    <a:pt x="1481959" y="659926"/>
                  </a:lnTo>
                  <a:lnTo>
                    <a:pt x="1440981" y="670628"/>
                  </a:lnTo>
                  <a:lnTo>
                    <a:pt x="1420886" y="669472"/>
                  </a:lnTo>
                  <a:lnTo>
                    <a:pt x="1395962" y="661757"/>
                  </a:lnTo>
                  <a:lnTo>
                    <a:pt x="1378485" y="641764"/>
                  </a:lnTo>
                  <a:lnTo>
                    <a:pt x="1360729" y="635231"/>
                  </a:lnTo>
                  <a:lnTo>
                    <a:pt x="1347155" y="606874"/>
                  </a:lnTo>
                  <a:lnTo>
                    <a:pt x="1344804" y="580716"/>
                  </a:lnTo>
                  <a:lnTo>
                    <a:pt x="1335932" y="578365"/>
                  </a:lnTo>
                  <a:lnTo>
                    <a:pt x="1325890" y="560329"/>
                  </a:lnTo>
                  <a:lnTo>
                    <a:pt x="1323933" y="531973"/>
                  </a:lnTo>
                  <a:lnTo>
                    <a:pt x="1298093" y="503349"/>
                  </a:lnTo>
                  <a:lnTo>
                    <a:pt x="1293136" y="489089"/>
                  </a:lnTo>
                  <a:lnTo>
                    <a:pt x="1264284" y="474446"/>
                  </a:lnTo>
                  <a:lnTo>
                    <a:pt x="1248498" y="482556"/>
                  </a:lnTo>
                  <a:lnTo>
                    <a:pt x="1231937" y="477866"/>
                  </a:lnTo>
                  <a:lnTo>
                    <a:pt x="1220179" y="486216"/>
                  </a:lnTo>
                  <a:lnTo>
                    <a:pt x="1201114" y="475374"/>
                  </a:lnTo>
                  <a:lnTo>
                    <a:pt x="1174766" y="460605"/>
                  </a:lnTo>
                  <a:lnTo>
                    <a:pt x="1158853" y="463096"/>
                  </a:lnTo>
                  <a:lnTo>
                    <a:pt x="1128565" y="434867"/>
                  </a:lnTo>
                  <a:lnTo>
                    <a:pt x="1066717" y="429884"/>
                  </a:lnTo>
                  <a:lnTo>
                    <a:pt x="1056663" y="438261"/>
                  </a:lnTo>
                  <a:lnTo>
                    <a:pt x="1028357" y="438261"/>
                  </a:lnTo>
                  <a:lnTo>
                    <a:pt x="999632" y="454987"/>
                  </a:lnTo>
                  <a:lnTo>
                    <a:pt x="980974" y="453538"/>
                  </a:lnTo>
                  <a:lnTo>
                    <a:pt x="949770" y="435896"/>
                  </a:lnTo>
                  <a:lnTo>
                    <a:pt x="933590" y="421788"/>
                  </a:lnTo>
                  <a:lnTo>
                    <a:pt x="911932" y="418128"/>
                  </a:lnTo>
                  <a:lnTo>
                    <a:pt x="859083" y="388322"/>
                  </a:lnTo>
                  <a:lnTo>
                    <a:pt x="780114" y="331597"/>
                  </a:lnTo>
                  <a:lnTo>
                    <a:pt x="755469" y="308083"/>
                  </a:lnTo>
                  <a:lnTo>
                    <a:pt x="733150" y="274871"/>
                  </a:lnTo>
                  <a:lnTo>
                    <a:pt x="730545" y="225466"/>
                  </a:lnTo>
                  <a:lnTo>
                    <a:pt x="699239" y="204024"/>
                  </a:lnTo>
                  <a:lnTo>
                    <a:pt x="664515" y="194619"/>
                  </a:lnTo>
                  <a:lnTo>
                    <a:pt x="640887" y="174498"/>
                  </a:lnTo>
                  <a:lnTo>
                    <a:pt x="580462" y="143918"/>
                  </a:lnTo>
                  <a:lnTo>
                    <a:pt x="562859" y="143638"/>
                  </a:lnTo>
                  <a:lnTo>
                    <a:pt x="540921" y="131360"/>
                  </a:lnTo>
                  <a:lnTo>
                    <a:pt x="530079" y="107312"/>
                  </a:lnTo>
                  <a:lnTo>
                    <a:pt x="486115" y="72537"/>
                  </a:lnTo>
                  <a:lnTo>
                    <a:pt x="463795" y="66131"/>
                  </a:lnTo>
                  <a:lnTo>
                    <a:pt x="416819" y="32945"/>
                  </a:lnTo>
                  <a:lnTo>
                    <a:pt x="396202" y="7842"/>
                  </a:lnTo>
                  <a:lnTo>
                    <a:pt x="381713" y="11249"/>
                  </a:lnTo>
                  <a:lnTo>
                    <a:pt x="358758" y="0"/>
                  </a:lnTo>
                  <a:close/>
                </a:path>
              </a:pathLst>
            </a:custGeom>
            <a:solidFill>
              <a:srgbClr val="BAE0DF"/>
            </a:solidFill>
            <a:ln w="12700" cap="flat">
              <a:noFill/>
              <a:prstDash val="solid"/>
              <a:miter/>
            </a:ln>
          </p:spPr>
          <p:txBody>
            <a:bodyPr rtlCol="0" anchor="ctr"/>
            <a:lstStyle/>
            <a:p>
              <a:endParaRPr lang="de-CH"/>
            </a:p>
          </p:txBody>
        </p:sp>
        <p:sp>
          <p:nvSpPr>
            <p:cNvPr id="153" name="Freihandform: Form 152">
              <a:extLst>
                <a:ext uri="{FF2B5EF4-FFF2-40B4-BE49-F238E27FC236}">
                  <a16:creationId xmlns:a16="http://schemas.microsoft.com/office/drawing/2014/main" id="{1F963564-2F10-CE4B-71F4-45CFE134E7CD}"/>
                </a:ext>
              </a:extLst>
            </p:cNvPr>
            <p:cNvSpPr/>
            <p:nvPr/>
          </p:nvSpPr>
          <p:spPr>
            <a:xfrm>
              <a:off x="7479857" y="5751269"/>
              <a:ext cx="545750" cy="401133"/>
            </a:xfrm>
            <a:custGeom>
              <a:avLst/>
              <a:gdLst>
                <a:gd name="connsiteX0" fmla="*/ 274184 w 545750"/>
                <a:gd name="connsiteY0" fmla="*/ 98440 h 401133"/>
                <a:gd name="connsiteX1" fmla="*/ 297406 w 545750"/>
                <a:gd name="connsiteY1" fmla="*/ 96470 h 401133"/>
                <a:gd name="connsiteX2" fmla="*/ 313713 w 545750"/>
                <a:gd name="connsiteY2" fmla="*/ 76338 h 401133"/>
                <a:gd name="connsiteX3" fmla="*/ 334736 w 545750"/>
                <a:gd name="connsiteY3" fmla="*/ 60780 h 401133"/>
                <a:gd name="connsiteX4" fmla="*/ 351818 w 545750"/>
                <a:gd name="connsiteY4" fmla="*/ 47066 h 401133"/>
                <a:gd name="connsiteX5" fmla="*/ 372066 w 545750"/>
                <a:gd name="connsiteY5" fmla="*/ 42617 h 401133"/>
                <a:gd name="connsiteX6" fmla="*/ 386937 w 545750"/>
                <a:gd name="connsiteY6" fmla="*/ 34394 h 401133"/>
                <a:gd name="connsiteX7" fmla="*/ 394360 w 545750"/>
                <a:gd name="connsiteY7" fmla="*/ 37915 h 401133"/>
                <a:gd name="connsiteX8" fmla="*/ 426072 w 545750"/>
                <a:gd name="connsiteY8" fmla="*/ 39211 h 401133"/>
                <a:gd name="connsiteX9" fmla="*/ 470443 w 545750"/>
                <a:gd name="connsiteY9" fmla="*/ 36211 h 401133"/>
                <a:gd name="connsiteX10" fmla="*/ 490932 w 545750"/>
                <a:gd name="connsiteY10" fmla="*/ 28242 h 401133"/>
                <a:gd name="connsiteX11" fmla="*/ 498380 w 545750"/>
                <a:gd name="connsiteY11" fmla="*/ 16879 h 401133"/>
                <a:gd name="connsiteX12" fmla="*/ 520966 w 545750"/>
                <a:gd name="connsiteY12" fmla="*/ 1970 h 401133"/>
                <a:gd name="connsiteX13" fmla="*/ 527995 w 545750"/>
                <a:gd name="connsiteY13" fmla="*/ 0 h 401133"/>
                <a:gd name="connsiteX14" fmla="*/ 540666 w 545750"/>
                <a:gd name="connsiteY14" fmla="*/ 9164 h 401133"/>
                <a:gd name="connsiteX15" fmla="*/ 545751 w 545750"/>
                <a:gd name="connsiteY15" fmla="*/ 23145 h 401133"/>
                <a:gd name="connsiteX16" fmla="*/ 540006 w 545750"/>
                <a:gd name="connsiteY16" fmla="*/ 30988 h 401133"/>
                <a:gd name="connsiteX17" fmla="*/ 525643 w 545750"/>
                <a:gd name="connsiteY17" fmla="*/ 45617 h 401133"/>
                <a:gd name="connsiteX18" fmla="*/ 517953 w 545750"/>
                <a:gd name="connsiteY18" fmla="*/ 49163 h 401133"/>
                <a:gd name="connsiteX19" fmla="*/ 506870 w 545750"/>
                <a:gd name="connsiteY19" fmla="*/ 58187 h 401133"/>
                <a:gd name="connsiteX20" fmla="*/ 505548 w 545750"/>
                <a:gd name="connsiteY20" fmla="*/ 64454 h 401133"/>
                <a:gd name="connsiteX21" fmla="*/ 480370 w 545750"/>
                <a:gd name="connsiteY21" fmla="*/ 81562 h 401133"/>
                <a:gd name="connsiteX22" fmla="*/ 464837 w 545750"/>
                <a:gd name="connsiteY22" fmla="*/ 80519 h 401133"/>
                <a:gd name="connsiteX23" fmla="*/ 457529 w 545750"/>
                <a:gd name="connsiteY23" fmla="*/ 83010 h 401133"/>
                <a:gd name="connsiteX24" fmla="*/ 444082 w 545750"/>
                <a:gd name="connsiteY24" fmla="*/ 78689 h 401133"/>
                <a:gd name="connsiteX25" fmla="*/ 428168 w 545750"/>
                <a:gd name="connsiteY25" fmla="*/ 76338 h 401133"/>
                <a:gd name="connsiteX26" fmla="*/ 408595 w 545750"/>
                <a:gd name="connsiteY26" fmla="*/ 73859 h 401133"/>
                <a:gd name="connsiteX27" fmla="*/ 397372 w 545750"/>
                <a:gd name="connsiteY27" fmla="*/ 71508 h 401133"/>
                <a:gd name="connsiteX28" fmla="*/ 388754 w 545750"/>
                <a:gd name="connsiteY28" fmla="*/ 73605 h 401133"/>
                <a:gd name="connsiteX29" fmla="*/ 376883 w 545750"/>
                <a:gd name="connsiteY29" fmla="*/ 71889 h 401133"/>
                <a:gd name="connsiteX30" fmla="*/ 363969 w 545750"/>
                <a:gd name="connsiteY30" fmla="*/ 81053 h 401133"/>
                <a:gd name="connsiteX31" fmla="*/ 339439 w 545750"/>
                <a:gd name="connsiteY31" fmla="*/ 106270 h 401133"/>
                <a:gd name="connsiteX32" fmla="*/ 310726 w 545750"/>
                <a:gd name="connsiteY32" fmla="*/ 116082 h 401133"/>
                <a:gd name="connsiteX33" fmla="*/ 303278 w 545750"/>
                <a:gd name="connsiteY33" fmla="*/ 126657 h 401133"/>
                <a:gd name="connsiteX34" fmla="*/ 289958 w 545750"/>
                <a:gd name="connsiteY34" fmla="*/ 132415 h 401133"/>
                <a:gd name="connsiteX35" fmla="*/ 256034 w 545750"/>
                <a:gd name="connsiteY35" fmla="*/ 146002 h 401133"/>
                <a:gd name="connsiteX36" fmla="*/ 241812 w 545750"/>
                <a:gd name="connsiteY36" fmla="*/ 161433 h 401133"/>
                <a:gd name="connsiteX37" fmla="*/ 234643 w 545750"/>
                <a:gd name="connsiteY37" fmla="*/ 172668 h 401133"/>
                <a:gd name="connsiteX38" fmla="*/ 235685 w 545750"/>
                <a:gd name="connsiteY38" fmla="*/ 187043 h 401133"/>
                <a:gd name="connsiteX39" fmla="*/ 225631 w 545750"/>
                <a:gd name="connsiteY39" fmla="*/ 197771 h 401133"/>
                <a:gd name="connsiteX40" fmla="*/ 225631 w 545750"/>
                <a:gd name="connsiteY40" fmla="*/ 206528 h 401133"/>
                <a:gd name="connsiteX41" fmla="*/ 221069 w 545750"/>
                <a:gd name="connsiteY41" fmla="*/ 220637 h 401133"/>
                <a:gd name="connsiteX42" fmla="*/ 217154 w 545750"/>
                <a:gd name="connsiteY42" fmla="*/ 244938 h 401133"/>
                <a:gd name="connsiteX43" fmla="*/ 206452 w 545750"/>
                <a:gd name="connsiteY43" fmla="*/ 244290 h 401133"/>
                <a:gd name="connsiteX44" fmla="*/ 204227 w 545750"/>
                <a:gd name="connsiteY44" fmla="*/ 254624 h 401133"/>
                <a:gd name="connsiteX45" fmla="*/ 211155 w 545750"/>
                <a:gd name="connsiteY45" fmla="*/ 256848 h 401133"/>
                <a:gd name="connsiteX46" fmla="*/ 216111 w 545750"/>
                <a:gd name="connsiteY46" fmla="*/ 266520 h 401133"/>
                <a:gd name="connsiteX47" fmla="*/ 213887 w 545750"/>
                <a:gd name="connsiteY47" fmla="*/ 289132 h 401133"/>
                <a:gd name="connsiteX48" fmla="*/ 224081 w 545750"/>
                <a:gd name="connsiteY48" fmla="*/ 308197 h 401133"/>
                <a:gd name="connsiteX49" fmla="*/ 235291 w 545750"/>
                <a:gd name="connsiteY49" fmla="*/ 318276 h 401133"/>
                <a:gd name="connsiteX50" fmla="*/ 241939 w 545750"/>
                <a:gd name="connsiteY50" fmla="*/ 323754 h 401133"/>
                <a:gd name="connsiteX51" fmla="*/ 256034 w 545750"/>
                <a:gd name="connsiteY51" fmla="*/ 351857 h 401133"/>
                <a:gd name="connsiteX52" fmla="*/ 254484 w 545750"/>
                <a:gd name="connsiteY52" fmla="*/ 370693 h 401133"/>
                <a:gd name="connsiteX53" fmla="*/ 250810 w 545750"/>
                <a:gd name="connsiteY53" fmla="*/ 388335 h 401133"/>
                <a:gd name="connsiteX54" fmla="*/ 244824 w 545750"/>
                <a:gd name="connsiteY54" fmla="*/ 393432 h 401133"/>
                <a:gd name="connsiteX55" fmla="*/ 237248 w 545750"/>
                <a:gd name="connsiteY55" fmla="*/ 387039 h 401133"/>
                <a:gd name="connsiteX56" fmla="*/ 233995 w 545750"/>
                <a:gd name="connsiteY56" fmla="*/ 346900 h 401133"/>
                <a:gd name="connsiteX57" fmla="*/ 227970 w 545750"/>
                <a:gd name="connsiteY57" fmla="*/ 331215 h 401133"/>
                <a:gd name="connsiteX58" fmla="*/ 208930 w 545750"/>
                <a:gd name="connsiteY58" fmla="*/ 314603 h 401133"/>
                <a:gd name="connsiteX59" fmla="*/ 188187 w 545750"/>
                <a:gd name="connsiteY59" fmla="*/ 299986 h 401133"/>
                <a:gd name="connsiteX60" fmla="*/ 181515 w 545750"/>
                <a:gd name="connsiteY60" fmla="*/ 301029 h 401133"/>
                <a:gd name="connsiteX61" fmla="*/ 164178 w 545750"/>
                <a:gd name="connsiteY61" fmla="*/ 317628 h 401133"/>
                <a:gd name="connsiteX62" fmla="*/ 134944 w 545750"/>
                <a:gd name="connsiteY62" fmla="*/ 359839 h 401133"/>
                <a:gd name="connsiteX63" fmla="*/ 120048 w 545750"/>
                <a:gd name="connsiteY63" fmla="*/ 367020 h 401133"/>
                <a:gd name="connsiteX64" fmla="*/ 107668 w 545750"/>
                <a:gd name="connsiteY64" fmla="*/ 374875 h 401133"/>
                <a:gd name="connsiteX65" fmla="*/ 99305 w 545750"/>
                <a:gd name="connsiteY65" fmla="*/ 395122 h 401133"/>
                <a:gd name="connsiteX66" fmla="*/ 93827 w 545750"/>
                <a:gd name="connsiteY66" fmla="*/ 401134 h 401133"/>
                <a:gd name="connsiteX67" fmla="*/ 84561 w 545750"/>
                <a:gd name="connsiteY67" fmla="*/ 398643 h 401133"/>
                <a:gd name="connsiteX68" fmla="*/ 79985 w 545750"/>
                <a:gd name="connsiteY68" fmla="*/ 392529 h 401133"/>
                <a:gd name="connsiteX69" fmla="*/ 86645 w 545750"/>
                <a:gd name="connsiteY69" fmla="*/ 370032 h 401133"/>
                <a:gd name="connsiteX70" fmla="*/ 85463 w 545750"/>
                <a:gd name="connsiteY70" fmla="*/ 355123 h 401133"/>
                <a:gd name="connsiteX71" fmla="*/ 68114 w 545750"/>
                <a:gd name="connsiteY71" fmla="*/ 342464 h 401133"/>
                <a:gd name="connsiteX72" fmla="*/ 62382 w 545750"/>
                <a:gd name="connsiteY72" fmla="*/ 326373 h 401133"/>
                <a:gd name="connsiteX73" fmla="*/ 58988 w 545750"/>
                <a:gd name="connsiteY73" fmla="*/ 304804 h 401133"/>
                <a:gd name="connsiteX74" fmla="*/ 65114 w 545750"/>
                <a:gd name="connsiteY74" fmla="*/ 289386 h 401133"/>
                <a:gd name="connsiteX75" fmla="*/ 71368 w 545750"/>
                <a:gd name="connsiteY75" fmla="*/ 283641 h 401133"/>
                <a:gd name="connsiteX76" fmla="*/ 71508 w 545750"/>
                <a:gd name="connsiteY76" fmla="*/ 274223 h 401133"/>
                <a:gd name="connsiteX77" fmla="*/ 65890 w 545750"/>
                <a:gd name="connsiteY77" fmla="*/ 268351 h 401133"/>
                <a:gd name="connsiteX78" fmla="*/ 62776 w 545750"/>
                <a:gd name="connsiteY78" fmla="*/ 262593 h 401133"/>
                <a:gd name="connsiteX79" fmla="*/ 65636 w 545750"/>
                <a:gd name="connsiteY79" fmla="*/ 253696 h 401133"/>
                <a:gd name="connsiteX80" fmla="*/ 60945 w 545750"/>
                <a:gd name="connsiteY80" fmla="*/ 248205 h 401133"/>
                <a:gd name="connsiteX81" fmla="*/ 34457 w 545750"/>
                <a:gd name="connsiteY81" fmla="*/ 251230 h 401133"/>
                <a:gd name="connsiteX82" fmla="*/ 29500 w 545750"/>
                <a:gd name="connsiteY82" fmla="*/ 245218 h 401133"/>
                <a:gd name="connsiteX83" fmla="*/ 15913 w 545750"/>
                <a:gd name="connsiteY83" fmla="*/ 238799 h 401133"/>
                <a:gd name="connsiteX84" fmla="*/ 2224 w 545750"/>
                <a:gd name="connsiteY84" fmla="*/ 226127 h 401133"/>
                <a:gd name="connsiteX85" fmla="*/ 0 w 545750"/>
                <a:gd name="connsiteY85" fmla="*/ 215413 h 401133"/>
                <a:gd name="connsiteX86" fmla="*/ 4944 w 545750"/>
                <a:gd name="connsiteY86" fmla="*/ 206261 h 401133"/>
                <a:gd name="connsiteX87" fmla="*/ 16828 w 545750"/>
                <a:gd name="connsiteY87" fmla="*/ 199321 h 401133"/>
                <a:gd name="connsiteX88" fmla="*/ 22052 w 545750"/>
                <a:gd name="connsiteY88" fmla="*/ 201037 h 401133"/>
                <a:gd name="connsiteX89" fmla="*/ 27530 w 545750"/>
                <a:gd name="connsiteY89" fmla="*/ 211218 h 401133"/>
                <a:gd name="connsiteX90" fmla="*/ 21531 w 545750"/>
                <a:gd name="connsiteY90" fmla="*/ 218679 h 401133"/>
                <a:gd name="connsiteX91" fmla="*/ 20349 w 545750"/>
                <a:gd name="connsiteY91" fmla="*/ 230830 h 401133"/>
                <a:gd name="connsiteX92" fmla="*/ 38893 w 545750"/>
                <a:gd name="connsiteY92" fmla="*/ 236181 h 401133"/>
                <a:gd name="connsiteX93" fmla="*/ 57018 w 545750"/>
                <a:gd name="connsiteY93" fmla="*/ 230576 h 401133"/>
                <a:gd name="connsiteX94" fmla="*/ 58734 w 545750"/>
                <a:gd name="connsiteY94" fmla="*/ 223382 h 401133"/>
                <a:gd name="connsiteX95" fmla="*/ 50243 w 545750"/>
                <a:gd name="connsiteY95" fmla="*/ 208219 h 401133"/>
                <a:gd name="connsiteX96" fmla="*/ 50764 w 545750"/>
                <a:gd name="connsiteY96" fmla="*/ 202080 h 401133"/>
                <a:gd name="connsiteX97" fmla="*/ 65114 w 545750"/>
                <a:gd name="connsiteY97" fmla="*/ 195153 h 401133"/>
                <a:gd name="connsiteX98" fmla="*/ 71508 w 545750"/>
                <a:gd name="connsiteY98" fmla="*/ 186256 h 401133"/>
                <a:gd name="connsiteX99" fmla="*/ 71368 w 545750"/>
                <a:gd name="connsiteY99" fmla="*/ 172274 h 401133"/>
                <a:gd name="connsiteX100" fmla="*/ 68114 w 545750"/>
                <a:gd name="connsiteY100" fmla="*/ 150972 h 401133"/>
                <a:gd name="connsiteX101" fmla="*/ 78040 w 545750"/>
                <a:gd name="connsiteY101" fmla="*/ 136864 h 401133"/>
                <a:gd name="connsiteX102" fmla="*/ 96445 w 545750"/>
                <a:gd name="connsiteY102" fmla="*/ 128488 h 401133"/>
                <a:gd name="connsiteX103" fmla="*/ 102698 w 545750"/>
                <a:gd name="connsiteY103" fmla="*/ 133203 h 401133"/>
                <a:gd name="connsiteX104" fmla="*/ 104910 w 545750"/>
                <a:gd name="connsiteY104" fmla="*/ 141299 h 401133"/>
                <a:gd name="connsiteX105" fmla="*/ 104262 w 545750"/>
                <a:gd name="connsiteY105" fmla="*/ 146002 h 401133"/>
                <a:gd name="connsiteX106" fmla="*/ 99305 w 545750"/>
                <a:gd name="connsiteY106" fmla="*/ 163924 h 401133"/>
                <a:gd name="connsiteX107" fmla="*/ 84167 w 545750"/>
                <a:gd name="connsiteY107" fmla="*/ 183904 h 401133"/>
                <a:gd name="connsiteX108" fmla="*/ 82743 w 545750"/>
                <a:gd name="connsiteY108" fmla="*/ 191886 h 401133"/>
                <a:gd name="connsiteX109" fmla="*/ 78307 w 545750"/>
                <a:gd name="connsiteY109" fmla="*/ 201546 h 401133"/>
                <a:gd name="connsiteX110" fmla="*/ 78040 w 545750"/>
                <a:gd name="connsiteY110" fmla="*/ 207443 h 401133"/>
                <a:gd name="connsiteX111" fmla="*/ 81040 w 545750"/>
                <a:gd name="connsiteY111" fmla="*/ 219976 h 401133"/>
                <a:gd name="connsiteX112" fmla="*/ 88603 w 545750"/>
                <a:gd name="connsiteY112" fmla="*/ 253441 h 401133"/>
                <a:gd name="connsiteX113" fmla="*/ 90954 w 545750"/>
                <a:gd name="connsiteY113" fmla="*/ 269253 h 401133"/>
                <a:gd name="connsiteX114" fmla="*/ 78307 w 545750"/>
                <a:gd name="connsiteY114" fmla="*/ 305465 h 401133"/>
                <a:gd name="connsiteX115" fmla="*/ 79210 w 545750"/>
                <a:gd name="connsiteY115" fmla="*/ 316179 h 401133"/>
                <a:gd name="connsiteX116" fmla="*/ 98262 w 545750"/>
                <a:gd name="connsiteY116" fmla="*/ 332258 h 401133"/>
                <a:gd name="connsiteX117" fmla="*/ 110401 w 545750"/>
                <a:gd name="connsiteY117" fmla="*/ 345590 h 401133"/>
                <a:gd name="connsiteX118" fmla="*/ 120048 w 545750"/>
                <a:gd name="connsiteY118" fmla="*/ 343887 h 401133"/>
                <a:gd name="connsiteX119" fmla="*/ 129466 w 545750"/>
                <a:gd name="connsiteY119" fmla="*/ 335931 h 401133"/>
                <a:gd name="connsiteX120" fmla="*/ 145379 w 545750"/>
                <a:gd name="connsiteY120" fmla="*/ 318149 h 401133"/>
                <a:gd name="connsiteX121" fmla="*/ 160250 w 545750"/>
                <a:gd name="connsiteY121" fmla="*/ 295271 h 401133"/>
                <a:gd name="connsiteX122" fmla="*/ 167432 w 545750"/>
                <a:gd name="connsiteY122" fmla="*/ 278417 h 401133"/>
                <a:gd name="connsiteX123" fmla="*/ 171867 w 545750"/>
                <a:gd name="connsiteY123" fmla="*/ 260902 h 401133"/>
                <a:gd name="connsiteX124" fmla="*/ 180485 w 545750"/>
                <a:gd name="connsiteY124" fmla="*/ 255666 h 401133"/>
                <a:gd name="connsiteX125" fmla="*/ 191835 w 545750"/>
                <a:gd name="connsiteY125" fmla="*/ 254624 h 401133"/>
                <a:gd name="connsiteX126" fmla="*/ 196385 w 545750"/>
                <a:gd name="connsiteY126" fmla="*/ 243769 h 401133"/>
                <a:gd name="connsiteX127" fmla="*/ 186484 w 545750"/>
                <a:gd name="connsiteY127" fmla="*/ 240757 h 401133"/>
                <a:gd name="connsiteX128" fmla="*/ 184921 w 545750"/>
                <a:gd name="connsiteY128" fmla="*/ 222861 h 401133"/>
                <a:gd name="connsiteX129" fmla="*/ 187920 w 545750"/>
                <a:gd name="connsiteY129" fmla="*/ 203262 h 401133"/>
                <a:gd name="connsiteX130" fmla="*/ 199792 w 545750"/>
                <a:gd name="connsiteY130" fmla="*/ 185213 h 401133"/>
                <a:gd name="connsiteX131" fmla="*/ 202283 w 545750"/>
                <a:gd name="connsiteY131" fmla="*/ 175274 h 401133"/>
                <a:gd name="connsiteX132" fmla="*/ 201101 w 545750"/>
                <a:gd name="connsiteY132" fmla="*/ 160377 h 401133"/>
                <a:gd name="connsiteX133" fmla="*/ 200071 w 545750"/>
                <a:gd name="connsiteY133" fmla="*/ 146790 h 401133"/>
                <a:gd name="connsiteX134" fmla="*/ 193132 w 545750"/>
                <a:gd name="connsiteY134" fmla="*/ 140384 h 401133"/>
                <a:gd name="connsiteX135" fmla="*/ 177727 w 545750"/>
                <a:gd name="connsiteY135" fmla="*/ 131894 h 401133"/>
                <a:gd name="connsiteX136" fmla="*/ 184781 w 545750"/>
                <a:gd name="connsiteY136" fmla="*/ 113324 h 401133"/>
                <a:gd name="connsiteX137" fmla="*/ 188441 w 545750"/>
                <a:gd name="connsiteY137" fmla="*/ 103931 h 401133"/>
                <a:gd name="connsiteX138" fmla="*/ 201101 w 545750"/>
                <a:gd name="connsiteY138" fmla="*/ 100525 h 401133"/>
                <a:gd name="connsiteX139" fmla="*/ 208142 w 545750"/>
                <a:gd name="connsiteY139" fmla="*/ 104707 h 401133"/>
                <a:gd name="connsiteX140" fmla="*/ 214141 w 545750"/>
                <a:gd name="connsiteY140" fmla="*/ 96470 h 401133"/>
                <a:gd name="connsiteX141" fmla="*/ 225759 w 545750"/>
                <a:gd name="connsiteY141" fmla="*/ 97386 h 401133"/>
                <a:gd name="connsiteX142" fmla="*/ 231504 w 545750"/>
                <a:gd name="connsiteY142" fmla="*/ 108622 h 401133"/>
                <a:gd name="connsiteX143" fmla="*/ 239727 w 545750"/>
                <a:gd name="connsiteY143" fmla="*/ 112816 h 401133"/>
                <a:gd name="connsiteX144" fmla="*/ 255780 w 545750"/>
                <a:gd name="connsiteY144" fmla="*/ 110058 h 401133"/>
                <a:gd name="connsiteX145" fmla="*/ 274184 w 545750"/>
                <a:gd name="connsiteY145" fmla="*/ 98440 h 401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45750" h="401133">
                  <a:moveTo>
                    <a:pt x="274184" y="98440"/>
                  </a:moveTo>
                  <a:lnTo>
                    <a:pt x="297406" y="96470"/>
                  </a:lnTo>
                  <a:lnTo>
                    <a:pt x="313713" y="76338"/>
                  </a:lnTo>
                  <a:lnTo>
                    <a:pt x="334736" y="60780"/>
                  </a:lnTo>
                  <a:lnTo>
                    <a:pt x="351818" y="47066"/>
                  </a:lnTo>
                  <a:lnTo>
                    <a:pt x="372066" y="42617"/>
                  </a:lnTo>
                  <a:lnTo>
                    <a:pt x="386937" y="34394"/>
                  </a:lnTo>
                  <a:lnTo>
                    <a:pt x="394360" y="37915"/>
                  </a:lnTo>
                  <a:lnTo>
                    <a:pt x="426072" y="39211"/>
                  </a:lnTo>
                  <a:lnTo>
                    <a:pt x="470443" y="36211"/>
                  </a:lnTo>
                  <a:lnTo>
                    <a:pt x="490932" y="28242"/>
                  </a:lnTo>
                  <a:lnTo>
                    <a:pt x="498380" y="16879"/>
                  </a:lnTo>
                  <a:lnTo>
                    <a:pt x="520966" y="1970"/>
                  </a:lnTo>
                  <a:lnTo>
                    <a:pt x="527995" y="0"/>
                  </a:lnTo>
                  <a:lnTo>
                    <a:pt x="540666" y="9164"/>
                  </a:lnTo>
                  <a:lnTo>
                    <a:pt x="545751" y="23145"/>
                  </a:lnTo>
                  <a:lnTo>
                    <a:pt x="540006" y="30988"/>
                  </a:lnTo>
                  <a:lnTo>
                    <a:pt x="525643" y="45617"/>
                  </a:lnTo>
                  <a:lnTo>
                    <a:pt x="517953" y="49163"/>
                  </a:lnTo>
                  <a:lnTo>
                    <a:pt x="506870" y="58187"/>
                  </a:lnTo>
                  <a:lnTo>
                    <a:pt x="505548" y="64454"/>
                  </a:lnTo>
                  <a:lnTo>
                    <a:pt x="480370" y="81562"/>
                  </a:lnTo>
                  <a:lnTo>
                    <a:pt x="464837" y="80519"/>
                  </a:lnTo>
                  <a:lnTo>
                    <a:pt x="457529" y="83010"/>
                  </a:lnTo>
                  <a:lnTo>
                    <a:pt x="444082" y="78689"/>
                  </a:lnTo>
                  <a:lnTo>
                    <a:pt x="428168" y="76338"/>
                  </a:lnTo>
                  <a:lnTo>
                    <a:pt x="408595" y="73859"/>
                  </a:lnTo>
                  <a:lnTo>
                    <a:pt x="397372" y="71508"/>
                  </a:lnTo>
                  <a:lnTo>
                    <a:pt x="388754" y="73605"/>
                  </a:lnTo>
                  <a:lnTo>
                    <a:pt x="376883" y="71889"/>
                  </a:lnTo>
                  <a:lnTo>
                    <a:pt x="363969" y="81053"/>
                  </a:lnTo>
                  <a:lnTo>
                    <a:pt x="339439" y="106270"/>
                  </a:lnTo>
                  <a:lnTo>
                    <a:pt x="310726" y="116082"/>
                  </a:lnTo>
                  <a:lnTo>
                    <a:pt x="303278" y="126657"/>
                  </a:lnTo>
                  <a:lnTo>
                    <a:pt x="289958" y="132415"/>
                  </a:lnTo>
                  <a:lnTo>
                    <a:pt x="256034" y="146002"/>
                  </a:lnTo>
                  <a:lnTo>
                    <a:pt x="241812" y="161433"/>
                  </a:lnTo>
                  <a:lnTo>
                    <a:pt x="234643" y="172668"/>
                  </a:lnTo>
                  <a:lnTo>
                    <a:pt x="235685" y="187043"/>
                  </a:lnTo>
                  <a:lnTo>
                    <a:pt x="225631" y="197771"/>
                  </a:lnTo>
                  <a:lnTo>
                    <a:pt x="225631" y="206528"/>
                  </a:lnTo>
                  <a:lnTo>
                    <a:pt x="221069" y="220637"/>
                  </a:lnTo>
                  <a:lnTo>
                    <a:pt x="217154" y="244938"/>
                  </a:lnTo>
                  <a:lnTo>
                    <a:pt x="206452" y="244290"/>
                  </a:lnTo>
                  <a:lnTo>
                    <a:pt x="204227" y="254624"/>
                  </a:lnTo>
                  <a:lnTo>
                    <a:pt x="211155" y="256848"/>
                  </a:lnTo>
                  <a:lnTo>
                    <a:pt x="216111" y="266520"/>
                  </a:lnTo>
                  <a:lnTo>
                    <a:pt x="213887" y="289132"/>
                  </a:lnTo>
                  <a:lnTo>
                    <a:pt x="224081" y="308197"/>
                  </a:lnTo>
                  <a:lnTo>
                    <a:pt x="235291" y="318276"/>
                  </a:lnTo>
                  <a:lnTo>
                    <a:pt x="241939" y="323754"/>
                  </a:lnTo>
                  <a:lnTo>
                    <a:pt x="256034" y="351857"/>
                  </a:lnTo>
                  <a:lnTo>
                    <a:pt x="254484" y="370693"/>
                  </a:lnTo>
                  <a:lnTo>
                    <a:pt x="250810" y="388335"/>
                  </a:lnTo>
                  <a:lnTo>
                    <a:pt x="244824" y="393432"/>
                  </a:lnTo>
                  <a:lnTo>
                    <a:pt x="237248" y="387039"/>
                  </a:lnTo>
                  <a:lnTo>
                    <a:pt x="233995" y="346900"/>
                  </a:lnTo>
                  <a:lnTo>
                    <a:pt x="227970" y="331215"/>
                  </a:lnTo>
                  <a:lnTo>
                    <a:pt x="208930" y="314603"/>
                  </a:lnTo>
                  <a:lnTo>
                    <a:pt x="188187" y="299986"/>
                  </a:lnTo>
                  <a:lnTo>
                    <a:pt x="181515" y="301029"/>
                  </a:lnTo>
                  <a:lnTo>
                    <a:pt x="164178" y="317628"/>
                  </a:lnTo>
                  <a:lnTo>
                    <a:pt x="134944" y="359839"/>
                  </a:lnTo>
                  <a:lnTo>
                    <a:pt x="120048" y="367020"/>
                  </a:lnTo>
                  <a:lnTo>
                    <a:pt x="107668" y="374875"/>
                  </a:lnTo>
                  <a:lnTo>
                    <a:pt x="99305" y="395122"/>
                  </a:lnTo>
                  <a:lnTo>
                    <a:pt x="93827" y="401134"/>
                  </a:lnTo>
                  <a:lnTo>
                    <a:pt x="84561" y="398643"/>
                  </a:lnTo>
                  <a:lnTo>
                    <a:pt x="79985" y="392529"/>
                  </a:lnTo>
                  <a:lnTo>
                    <a:pt x="86645" y="370032"/>
                  </a:lnTo>
                  <a:lnTo>
                    <a:pt x="85463" y="355123"/>
                  </a:lnTo>
                  <a:lnTo>
                    <a:pt x="68114" y="342464"/>
                  </a:lnTo>
                  <a:lnTo>
                    <a:pt x="62382" y="326373"/>
                  </a:lnTo>
                  <a:lnTo>
                    <a:pt x="58988" y="304804"/>
                  </a:lnTo>
                  <a:lnTo>
                    <a:pt x="65114" y="289386"/>
                  </a:lnTo>
                  <a:lnTo>
                    <a:pt x="71368" y="283641"/>
                  </a:lnTo>
                  <a:lnTo>
                    <a:pt x="71508" y="274223"/>
                  </a:lnTo>
                  <a:lnTo>
                    <a:pt x="65890" y="268351"/>
                  </a:lnTo>
                  <a:lnTo>
                    <a:pt x="62776" y="262593"/>
                  </a:lnTo>
                  <a:lnTo>
                    <a:pt x="65636" y="253696"/>
                  </a:lnTo>
                  <a:lnTo>
                    <a:pt x="60945" y="248205"/>
                  </a:lnTo>
                  <a:lnTo>
                    <a:pt x="34457" y="251230"/>
                  </a:lnTo>
                  <a:lnTo>
                    <a:pt x="29500" y="245218"/>
                  </a:lnTo>
                  <a:lnTo>
                    <a:pt x="15913" y="238799"/>
                  </a:lnTo>
                  <a:lnTo>
                    <a:pt x="2224" y="226127"/>
                  </a:lnTo>
                  <a:lnTo>
                    <a:pt x="0" y="215413"/>
                  </a:lnTo>
                  <a:lnTo>
                    <a:pt x="4944" y="206261"/>
                  </a:lnTo>
                  <a:lnTo>
                    <a:pt x="16828" y="199321"/>
                  </a:lnTo>
                  <a:lnTo>
                    <a:pt x="22052" y="201037"/>
                  </a:lnTo>
                  <a:lnTo>
                    <a:pt x="27530" y="211218"/>
                  </a:lnTo>
                  <a:lnTo>
                    <a:pt x="21531" y="218679"/>
                  </a:lnTo>
                  <a:lnTo>
                    <a:pt x="20349" y="230830"/>
                  </a:lnTo>
                  <a:lnTo>
                    <a:pt x="38893" y="236181"/>
                  </a:lnTo>
                  <a:lnTo>
                    <a:pt x="57018" y="230576"/>
                  </a:lnTo>
                  <a:lnTo>
                    <a:pt x="58734" y="223382"/>
                  </a:lnTo>
                  <a:lnTo>
                    <a:pt x="50243" y="208219"/>
                  </a:lnTo>
                  <a:lnTo>
                    <a:pt x="50764" y="202080"/>
                  </a:lnTo>
                  <a:lnTo>
                    <a:pt x="65114" y="195153"/>
                  </a:lnTo>
                  <a:lnTo>
                    <a:pt x="71508" y="186256"/>
                  </a:lnTo>
                  <a:lnTo>
                    <a:pt x="71368" y="172274"/>
                  </a:lnTo>
                  <a:lnTo>
                    <a:pt x="68114" y="150972"/>
                  </a:lnTo>
                  <a:lnTo>
                    <a:pt x="78040" y="136864"/>
                  </a:lnTo>
                  <a:lnTo>
                    <a:pt x="96445" y="128488"/>
                  </a:lnTo>
                  <a:lnTo>
                    <a:pt x="102698" y="133203"/>
                  </a:lnTo>
                  <a:lnTo>
                    <a:pt x="104910" y="141299"/>
                  </a:lnTo>
                  <a:lnTo>
                    <a:pt x="104262" y="146002"/>
                  </a:lnTo>
                  <a:lnTo>
                    <a:pt x="99305" y="163924"/>
                  </a:lnTo>
                  <a:lnTo>
                    <a:pt x="84167" y="183904"/>
                  </a:lnTo>
                  <a:lnTo>
                    <a:pt x="82743" y="191886"/>
                  </a:lnTo>
                  <a:lnTo>
                    <a:pt x="78307" y="201546"/>
                  </a:lnTo>
                  <a:lnTo>
                    <a:pt x="78040" y="207443"/>
                  </a:lnTo>
                  <a:lnTo>
                    <a:pt x="81040" y="219976"/>
                  </a:lnTo>
                  <a:lnTo>
                    <a:pt x="88603" y="253441"/>
                  </a:lnTo>
                  <a:lnTo>
                    <a:pt x="90954" y="269253"/>
                  </a:lnTo>
                  <a:lnTo>
                    <a:pt x="78307" y="305465"/>
                  </a:lnTo>
                  <a:lnTo>
                    <a:pt x="79210" y="316179"/>
                  </a:lnTo>
                  <a:lnTo>
                    <a:pt x="98262" y="332258"/>
                  </a:lnTo>
                  <a:lnTo>
                    <a:pt x="110401" y="345590"/>
                  </a:lnTo>
                  <a:lnTo>
                    <a:pt x="120048" y="343887"/>
                  </a:lnTo>
                  <a:lnTo>
                    <a:pt x="129466" y="335931"/>
                  </a:lnTo>
                  <a:lnTo>
                    <a:pt x="145379" y="318149"/>
                  </a:lnTo>
                  <a:lnTo>
                    <a:pt x="160250" y="295271"/>
                  </a:lnTo>
                  <a:lnTo>
                    <a:pt x="167432" y="278417"/>
                  </a:lnTo>
                  <a:lnTo>
                    <a:pt x="171867" y="260902"/>
                  </a:lnTo>
                  <a:lnTo>
                    <a:pt x="180485" y="255666"/>
                  </a:lnTo>
                  <a:lnTo>
                    <a:pt x="191835" y="254624"/>
                  </a:lnTo>
                  <a:lnTo>
                    <a:pt x="196385" y="243769"/>
                  </a:lnTo>
                  <a:lnTo>
                    <a:pt x="186484" y="240757"/>
                  </a:lnTo>
                  <a:lnTo>
                    <a:pt x="184921" y="222861"/>
                  </a:lnTo>
                  <a:lnTo>
                    <a:pt x="187920" y="203262"/>
                  </a:lnTo>
                  <a:lnTo>
                    <a:pt x="199792" y="185213"/>
                  </a:lnTo>
                  <a:lnTo>
                    <a:pt x="202283" y="175274"/>
                  </a:lnTo>
                  <a:lnTo>
                    <a:pt x="201101" y="160377"/>
                  </a:lnTo>
                  <a:lnTo>
                    <a:pt x="200071" y="146790"/>
                  </a:lnTo>
                  <a:lnTo>
                    <a:pt x="193132" y="140384"/>
                  </a:lnTo>
                  <a:lnTo>
                    <a:pt x="177727" y="131894"/>
                  </a:lnTo>
                  <a:lnTo>
                    <a:pt x="184781" y="113324"/>
                  </a:lnTo>
                  <a:lnTo>
                    <a:pt x="188441" y="103931"/>
                  </a:lnTo>
                  <a:lnTo>
                    <a:pt x="201101" y="100525"/>
                  </a:lnTo>
                  <a:lnTo>
                    <a:pt x="208142" y="104707"/>
                  </a:lnTo>
                  <a:lnTo>
                    <a:pt x="214141" y="96470"/>
                  </a:lnTo>
                  <a:lnTo>
                    <a:pt x="225759" y="97386"/>
                  </a:lnTo>
                  <a:lnTo>
                    <a:pt x="231504" y="108622"/>
                  </a:lnTo>
                  <a:lnTo>
                    <a:pt x="239727" y="112816"/>
                  </a:lnTo>
                  <a:lnTo>
                    <a:pt x="255780" y="110058"/>
                  </a:lnTo>
                  <a:lnTo>
                    <a:pt x="274184" y="98440"/>
                  </a:lnTo>
                  <a:close/>
                </a:path>
              </a:pathLst>
            </a:custGeom>
            <a:solidFill>
              <a:srgbClr val="BAE0DF"/>
            </a:solidFill>
            <a:ln w="12700" cap="flat">
              <a:noFill/>
              <a:prstDash val="solid"/>
              <a:miter/>
            </a:ln>
          </p:spPr>
          <p:txBody>
            <a:bodyPr rtlCol="0" anchor="ctr"/>
            <a:lstStyle/>
            <a:p>
              <a:endParaRPr lang="de-CH"/>
            </a:p>
          </p:txBody>
        </p:sp>
        <p:sp>
          <p:nvSpPr>
            <p:cNvPr id="154" name="Freihandform: Form 153">
              <a:extLst>
                <a:ext uri="{FF2B5EF4-FFF2-40B4-BE49-F238E27FC236}">
                  <a16:creationId xmlns:a16="http://schemas.microsoft.com/office/drawing/2014/main" id="{62F763B1-E02B-D764-8158-956DECA9460B}"/>
                </a:ext>
              </a:extLst>
            </p:cNvPr>
            <p:cNvSpPr/>
            <p:nvPr/>
          </p:nvSpPr>
          <p:spPr>
            <a:xfrm>
              <a:off x="6699590" y="5333548"/>
              <a:ext cx="763044" cy="1368469"/>
            </a:xfrm>
            <a:custGeom>
              <a:avLst/>
              <a:gdLst>
                <a:gd name="connsiteX0" fmla="*/ 700269 w 763044"/>
                <a:gd name="connsiteY0" fmla="*/ 12291 h 1368469"/>
                <a:gd name="connsiteX1" fmla="*/ 666218 w 763044"/>
                <a:gd name="connsiteY1" fmla="*/ 24442 h 1368469"/>
                <a:gd name="connsiteX2" fmla="*/ 647700 w 763044"/>
                <a:gd name="connsiteY2" fmla="*/ 26526 h 1368469"/>
                <a:gd name="connsiteX3" fmla="*/ 656164 w 763044"/>
                <a:gd name="connsiteY3" fmla="*/ 68877 h 1368469"/>
                <a:gd name="connsiteX4" fmla="*/ 645195 w 763044"/>
                <a:gd name="connsiteY4" fmla="*/ 81816 h 1368469"/>
                <a:gd name="connsiteX5" fmla="*/ 628380 w 763044"/>
                <a:gd name="connsiteY5" fmla="*/ 101694 h 1368469"/>
                <a:gd name="connsiteX6" fmla="*/ 607751 w 763044"/>
                <a:gd name="connsiteY6" fmla="*/ 101428 h 1368469"/>
                <a:gd name="connsiteX7" fmla="*/ 577094 w 763044"/>
                <a:gd name="connsiteY7" fmla="*/ 77888 h 1368469"/>
                <a:gd name="connsiteX8" fmla="*/ 519657 w 763044"/>
                <a:gd name="connsiteY8" fmla="*/ 95148 h 1368469"/>
                <a:gd name="connsiteX9" fmla="*/ 484017 w 763044"/>
                <a:gd name="connsiteY9" fmla="*/ 136063 h 1368469"/>
                <a:gd name="connsiteX10" fmla="*/ 469286 w 763044"/>
                <a:gd name="connsiteY10" fmla="*/ 180231 h 1368469"/>
                <a:gd name="connsiteX11" fmla="*/ 434460 w 763044"/>
                <a:gd name="connsiteY11" fmla="*/ 234999 h 1368469"/>
                <a:gd name="connsiteX12" fmla="*/ 423224 w 763044"/>
                <a:gd name="connsiteY12" fmla="*/ 264283 h 1368469"/>
                <a:gd name="connsiteX13" fmla="*/ 433532 w 763044"/>
                <a:gd name="connsiteY13" fmla="*/ 321784 h 1368469"/>
                <a:gd name="connsiteX14" fmla="*/ 458330 w 763044"/>
                <a:gd name="connsiteY14" fmla="*/ 380734 h 1368469"/>
                <a:gd name="connsiteX15" fmla="*/ 460414 w 763044"/>
                <a:gd name="connsiteY15" fmla="*/ 421534 h 1368469"/>
                <a:gd name="connsiteX16" fmla="*/ 469934 w 763044"/>
                <a:gd name="connsiteY16" fmla="*/ 445950 h 1368469"/>
                <a:gd name="connsiteX17" fmla="*/ 445289 w 763044"/>
                <a:gd name="connsiteY17" fmla="*/ 467519 h 1368469"/>
                <a:gd name="connsiteX18" fmla="*/ 397258 w 763044"/>
                <a:gd name="connsiteY18" fmla="*/ 481119 h 1368469"/>
                <a:gd name="connsiteX19" fmla="*/ 369969 w 763044"/>
                <a:gd name="connsiteY19" fmla="*/ 519288 h 1368469"/>
                <a:gd name="connsiteX20" fmla="*/ 345819 w 763044"/>
                <a:gd name="connsiteY20" fmla="*/ 568693 h 1368469"/>
                <a:gd name="connsiteX21" fmla="*/ 298067 w 763044"/>
                <a:gd name="connsiteY21" fmla="*/ 629333 h 1368469"/>
                <a:gd name="connsiteX22" fmla="*/ 279281 w 763044"/>
                <a:gd name="connsiteY22" fmla="*/ 676272 h 1368469"/>
                <a:gd name="connsiteX23" fmla="*/ 187933 w 763044"/>
                <a:gd name="connsiteY23" fmla="*/ 736391 h 1368469"/>
                <a:gd name="connsiteX24" fmla="*/ 162081 w 763044"/>
                <a:gd name="connsiteY24" fmla="*/ 795710 h 1368469"/>
                <a:gd name="connsiteX25" fmla="*/ 135987 w 763044"/>
                <a:gd name="connsiteY25" fmla="*/ 779123 h 1368469"/>
                <a:gd name="connsiteX26" fmla="*/ 117836 w 763044"/>
                <a:gd name="connsiteY26" fmla="*/ 752597 h 1368469"/>
                <a:gd name="connsiteX27" fmla="*/ 58721 w 763044"/>
                <a:gd name="connsiteY27" fmla="*/ 725282 h 1368469"/>
                <a:gd name="connsiteX28" fmla="*/ 24277 w 763044"/>
                <a:gd name="connsiteY28" fmla="*/ 722524 h 1368469"/>
                <a:gd name="connsiteX29" fmla="*/ 0 w 763044"/>
                <a:gd name="connsiteY29" fmla="*/ 748669 h 1368469"/>
                <a:gd name="connsiteX30" fmla="*/ 11490 w 763044"/>
                <a:gd name="connsiteY30" fmla="*/ 767353 h 1368469"/>
                <a:gd name="connsiteX31" fmla="*/ 46214 w 763044"/>
                <a:gd name="connsiteY31" fmla="*/ 800959 h 1368469"/>
                <a:gd name="connsiteX32" fmla="*/ 80519 w 763044"/>
                <a:gd name="connsiteY32" fmla="*/ 869836 h 1368469"/>
                <a:gd name="connsiteX33" fmla="*/ 149955 w 763044"/>
                <a:gd name="connsiteY33" fmla="*/ 899641 h 1368469"/>
                <a:gd name="connsiteX34" fmla="*/ 175007 w 763044"/>
                <a:gd name="connsiteY34" fmla="*/ 935191 h 1368469"/>
                <a:gd name="connsiteX35" fmla="*/ 193017 w 763044"/>
                <a:gd name="connsiteY35" fmla="*/ 1019613 h 1368469"/>
                <a:gd name="connsiteX36" fmla="*/ 176570 w 763044"/>
                <a:gd name="connsiteY36" fmla="*/ 1078690 h 1368469"/>
                <a:gd name="connsiteX37" fmla="*/ 157403 w 763044"/>
                <a:gd name="connsiteY37" fmla="*/ 1097246 h 1368469"/>
                <a:gd name="connsiteX38" fmla="*/ 135859 w 763044"/>
                <a:gd name="connsiteY38" fmla="*/ 1095416 h 1368469"/>
                <a:gd name="connsiteX39" fmla="*/ 121115 w 763044"/>
                <a:gd name="connsiteY39" fmla="*/ 1147706 h 1368469"/>
                <a:gd name="connsiteX40" fmla="*/ 138745 w 763044"/>
                <a:gd name="connsiteY40" fmla="*/ 1224679 h 1368469"/>
                <a:gd name="connsiteX41" fmla="*/ 169529 w 763044"/>
                <a:gd name="connsiteY41" fmla="*/ 1252006 h 1368469"/>
                <a:gd name="connsiteX42" fmla="*/ 182061 w 763044"/>
                <a:gd name="connsiteY42" fmla="*/ 1298538 h 1368469"/>
                <a:gd name="connsiteX43" fmla="*/ 209337 w 763044"/>
                <a:gd name="connsiteY43" fmla="*/ 1322459 h 1368469"/>
                <a:gd name="connsiteX44" fmla="*/ 223293 w 763044"/>
                <a:gd name="connsiteY44" fmla="*/ 1367554 h 1368469"/>
                <a:gd name="connsiteX45" fmla="*/ 245853 w 763044"/>
                <a:gd name="connsiteY45" fmla="*/ 1358924 h 1368469"/>
                <a:gd name="connsiteX46" fmla="*/ 286196 w 763044"/>
                <a:gd name="connsiteY46" fmla="*/ 1362852 h 1368469"/>
                <a:gd name="connsiteX47" fmla="*/ 306685 w 763044"/>
                <a:gd name="connsiteY47" fmla="*/ 1368469 h 1368469"/>
                <a:gd name="connsiteX48" fmla="*/ 306685 w 763044"/>
                <a:gd name="connsiteY48" fmla="*/ 1357729 h 1368469"/>
                <a:gd name="connsiteX49" fmla="*/ 288687 w 763044"/>
                <a:gd name="connsiteY49" fmla="*/ 1347421 h 1368469"/>
                <a:gd name="connsiteX50" fmla="*/ 246642 w 763044"/>
                <a:gd name="connsiteY50" fmla="*/ 1335283 h 1368469"/>
                <a:gd name="connsiteX51" fmla="*/ 241430 w 763044"/>
                <a:gd name="connsiteY51" fmla="*/ 1301677 h 1368469"/>
                <a:gd name="connsiteX52" fmla="*/ 220179 w 763044"/>
                <a:gd name="connsiteY52" fmla="*/ 1271465 h 1368469"/>
                <a:gd name="connsiteX53" fmla="*/ 169402 w 763044"/>
                <a:gd name="connsiteY53" fmla="*/ 1202487 h 1368469"/>
                <a:gd name="connsiteX54" fmla="*/ 178667 w 763044"/>
                <a:gd name="connsiteY54" fmla="*/ 1143791 h 1368469"/>
                <a:gd name="connsiteX55" fmla="*/ 200186 w 763044"/>
                <a:gd name="connsiteY55" fmla="*/ 1134780 h 1368469"/>
                <a:gd name="connsiteX56" fmla="*/ 239333 w 763044"/>
                <a:gd name="connsiteY56" fmla="*/ 1140131 h 1368469"/>
                <a:gd name="connsiteX57" fmla="*/ 258398 w 763044"/>
                <a:gd name="connsiteY57" fmla="*/ 1120252 h 1368469"/>
                <a:gd name="connsiteX58" fmla="*/ 260750 w 763044"/>
                <a:gd name="connsiteY58" fmla="*/ 1081460 h 1368469"/>
                <a:gd name="connsiteX59" fmla="*/ 285548 w 763044"/>
                <a:gd name="connsiteY59" fmla="*/ 1067187 h 1368469"/>
                <a:gd name="connsiteX60" fmla="*/ 299643 w 763044"/>
                <a:gd name="connsiteY60" fmla="*/ 1054388 h 1368469"/>
                <a:gd name="connsiteX61" fmla="*/ 283590 w 763044"/>
                <a:gd name="connsiteY61" fmla="*/ 985765 h 1368469"/>
                <a:gd name="connsiteX62" fmla="*/ 267397 w 763044"/>
                <a:gd name="connsiteY62" fmla="*/ 974135 h 1368469"/>
                <a:gd name="connsiteX63" fmla="*/ 241557 w 763044"/>
                <a:gd name="connsiteY63" fmla="*/ 894150 h 1368469"/>
                <a:gd name="connsiteX64" fmla="*/ 228250 w 763044"/>
                <a:gd name="connsiteY64" fmla="*/ 861599 h 1368469"/>
                <a:gd name="connsiteX65" fmla="*/ 246642 w 763044"/>
                <a:gd name="connsiteY65" fmla="*/ 817825 h 1368469"/>
                <a:gd name="connsiteX66" fmla="*/ 278227 w 763044"/>
                <a:gd name="connsiteY66" fmla="*/ 818855 h 1368469"/>
                <a:gd name="connsiteX67" fmla="*/ 283336 w 763044"/>
                <a:gd name="connsiteY67" fmla="*/ 810097 h 1368469"/>
                <a:gd name="connsiteX68" fmla="*/ 264537 w 763044"/>
                <a:gd name="connsiteY68" fmla="*/ 795455 h 1368469"/>
                <a:gd name="connsiteX69" fmla="*/ 275481 w 763044"/>
                <a:gd name="connsiteY69" fmla="*/ 773632 h 1368469"/>
                <a:gd name="connsiteX70" fmla="*/ 311387 w 763044"/>
                <a:gd name="connsiteY70" fmla="*/ 755863 h 1368469"/>
                <a:gd name="connsiteX71" fmla="*/ 344523 w 763044"/>
                <a:gd name="connsiteY71" fmla="*/ 718482 h 1368469"/>
                <a:gd name="connsiteX72" fmla="*/ 366994 w 763044"/>
                <a:gd name="connsiteY72" fmla="*/ 712331 h 1368469"/>
                <a:gd name="connsiteX73" fmla="*/ 366575 w 763044"/>
                <a:gd name="connsiteY73" fmla="*/ 681763 h 1368469"/>
                <a:gd name="connsiteX74" fmla="*/ 434041 w 763044"/>
                <a:gd name="connsiteY74" fmla="*/ 631430 h 1368469"/>
                <a:gd name="connsiteX75" fmla="*/ 466808 w 763044"/>
                <a:gd name="connsiteY75" fmla="*/ 596007 h 1368469"/>
                <a:gd name="connsiteX76" fmla="*/ 470201 w 763044"/>
                <a:gd name="connsiteY76" fmla="*/ 572340 h 1368469"/>
                <a:gd name="connsiteX77" fmla="*/ 512755 w 763044"/>
                <a:gd name="connsiteY77" fmla="*/ 546081 h 1368469"/>
                <a:gd name="connsiteX78" fmla="*/ 541328 w 763044"/>
                <a:gd name="connsiteY78" fmla="*/ 513391 h 1368469"/>
                <a:gd name="connsiteX79" fmla="*/ 549424 w 763044"/>
                <a:gd name="connsiteY79" fmla="*/ 464380 h 1368469"/>
                <a:gd name="connsiteX80" fmla="*/ 534007 w 763044"/>
                <a:gd name="connsiteY80" fmla="*/ 433545 h 1368469"/>
                <a:gd name="connsiteX81" fmla="*/ 508573 w 763044"/>
                <a:gd name="connsiteY81" fmla="*/ 419309 h 1368469"/>
                <a:gd name="connsiteX82" fmla="*/ 512488 w 763044"/>
                <a:gd name="connsiteY82" fmla="*/ 383619 h 1368469"/>
                <a:gd name="connsiteX83" fmla="*/ 505561 w 763044"/>
                <a:gd name="connsiteY83" fmla="*/ 331596 h 1368469"/>
                <a:gd name="connsiteX84" fmla="*/ 482734 w 763044"/>
                <a:gd name="connsiteY84" fmla="*/ 298004 h 1368469"/>
                <a:gd name="connsiteX85" fmla="*/ 484437 w 763044"/>
                <a:gd name="connsiteY85" fmla="*/ 283234 h 1368469"/>
                <a:gd name="connsiteX86" fmla="*/ 512882 w 763044"/>
                <a:gd name="connsiteY86" fmla="*/ 255132 h 1368469"/>
                <a:gd name="connsiteX87" fmla="*/ 516390 w 763044"/>
                <a:gd name="connsiteY87" fmla="*/ 227945 h 1368469"/>
                <a:gd name="connsiteX88" fmla="*/ 556720 w 763044"/>
                <a:gd name="connsiteY88" fmla="*/ 224551 h 1368469"/>
                <a:gd name="connsiteX89" fmla="*/ 580475 w 763044"/>
                <a:gd name="connsiteY89" fmla="*/ 206122 h 1368469"/>
                <a:gd name="connsiteX90" fmla="*/ 600837 w 763044"/>
                <a:gd name="connsiteY90" fmla="*/ 181807 h 1368469"/>
                <a:gd name="connsiteX91" fmla="*/ 611920 w 763044"/>
                <a:gd name="connsiteY91" fmla="*/ 164953 h 1368469"/>
                <a:gd name="connsiteX92" fmla="*/ 633197 w 763044"/>
                <a:gd name="connsiteY92" fmla="*/ 150044 h 1368469"/>
                <a:gd name="connsiteX93" fmla="*/ 657855 w 763044"/>
                <a:gd name="connsiteY93" fmla="*/ 128742 h 1368469"/>
                <a:gd name="connsiteX94" fmla="*/ 674035 w 763044"/>
                <a:gd name="connsiteY94" fmla="*/ 121154 h 1368469"/>
                <a:gd name="connsiteX95" fmla="*/ 691918 w 763044"/>
                <a:gd name="connsiteY95" fmla="*/ 114252 h 1368469"/>
                <a:gd name="connsiteX96" fmla="*/ 709026 w 763044"/>
                <a:gd name="connsiteY96" fmla="*/ 107173 h 1368469"/>
                <a:gd name="connsiteX97" fmla="*/ 728206 w 763044"/>
                <a:gd name="connsiteY97" fmla="*/ 99330 h 1368469"/>
                <a:gd name="connsiteX98" fmla="*/ 748034 w 763044"/>
                <a:gd name="connsiteY98" fmla="*/ 95937 h 1368469"/>
                <a:gd name="connsiteX99" fmla="*/ 763044 w 763044"/>
                <a:gd name="connsiteY99" fmla="*/ 80900 h 1368469"/>
                <a:gd name="connsiteX100" fmla="*/ 760566 w 763044"/>
                <a:gd name="connsiteY100" fmla="*/ 69131 h 1368469"/>
                <a:gd name="connsiteX101" fmla="*/ 755228 w 763044"/>
                <a:gd name="connsiteY101" fmla="*/ 39592 h 1368469"/>
                <a:gd name="connsiteX102" fmla="*/ 734866 w 763044"/>
                <a:gd name="connsiteY102" fmla="*/ 16078 h 1368469"/>
                <a:gd name="connsiteX103" fmla="*/ 710844 w 763044"/>
                <a:gd name="connsiteY103" fmla="*/ 0 h 1368469"/>
                <a:gd name="connsiteX104" fmla="*/ 700269 w 763044"/>
                <a:gd name="connsiteY104" fmla="*/ 12291 h 1368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763044" h="1368469">
                  <a:moveTo>
                    <a:pt x="700269" y="12291"/>
                  </a:moveTo>
                  <a:lnTo>
                    <a:pt x="666218" y="24442"/>
                  </a:lnTo>
                  <a:lnTo>
                    <a:pt x="647700" y="26526"/>
                  </a:lnTo>
                  <a:lnTo>
                    <a:pt x="656164" y="68877"/>
                  </a:lnTo>
                  <a:lnTo>
                    <a:pt x="645195" y="81816"/>
                  </a:lnTo>
                  <a:lnTo>
                    <a:pt x="628380" y="101694"/>
                  </a:lnTo>
                  <a:lnTo>
                    <a:pt x="607751" y="101428"/>
                  </a:lnTo>
                  <a:lnTo>
                    <a:pt x="577094" y="77888"/>
                  </a:lnTo>
                  <a:lnTo>
                    <a:pt x="519657" y="95148"/>
                  </a:lnTo>
                  <a:lnTo>
                    <a:pt x="484017" y="136063"/>
                  </a:lnTo>
                  <a:lnTo>
                    <a:pt x="469286" y="180231"/>
                  </a:lnTo>
                  <a:lnTo>
                    <a:pt x="434460" y="234999"/>
                  </a:lnTo>
                  <a:lnTo>
                    <a:pt x="423224" y="264283"/>
                  </a:lnTo>
                  <a:lnTo>
                    <a:pt x="433532" y="321784"/>
                  </a:lnTo>
                  <a:lnTo>
                    <a:pt x="458330" y="380734"/>
                  </a:lnTo>
                  <a:lnTo>
                    <a:pt x="460414" y="421534"/>
                  </a:lnTo>
                  <a:lnTo>
                    <a:pt x="469934" y="445950"/>
                  </a:lnTo>
                  <a:lnTo>
                    <a:pt x="445289" y="467519"/>
                  </a:lnTo>
                  <a:lnTo>
                    <a:pt x="397258" y="481119"/>
                  </a:lnTo>
                  <a:lnTo>
                    <a:pt x="369969" y="519288"/>
                  </a:lnTo>
                  <a:lnTo>
                    <a:pt x="345819" y="568693"/>
                  </a:lnTo>
                  <a:lnTo>
                    <a:pt x="298067" y="629333"/>
                  </a:lnTo>
                  <a:lnTo>
                    <a:pt x="279281" y="676272"/>
                  </a:lnTo>
                  <a:lnTo>
                    <a:pt x="187933" y="736391"/>
                  </a:lnTo>
                  <a:lnTo>
                    <a:pt x="162081" y="795710"/>
                  </a:lnTo>
                  <a:lnTo>
                    <a:pt x="135987" y="779123"/>
                  </a:lnTo>
                  <a:lnTo>
                    <a:pt x="117836" y="752597"/>
                  </a:lnTo>
                  <a:lnTo>
                    <a:pt x="58721" y="725282"/>
                  </a:lnTo>
                  <a:lnTo>
                    <a:pt x="24277" y="722524"/>
                  </a:lnTo>
                  <a:lnTo>
                    <a:pt x="0" y="748669"/>
                  </a:lnTo>
                  <a:lnTo>
                    <a:pt x="11490" y="767353"/>
                  </a:lnTo>
                  <a:lnTo>
                    <a:pt x="46214" y="800959"/>
                  </a:lnTo>
                  <a:lnTo>
                    <a:pt x="80519" y="869836"/>
                  </a:lnTo>
                  <a:lnTo>
                    <a:pt x="149955" y="899641"/>
                  </a:lnTo>
                  <a:lnTo>
                    <a:pt x="175007" y="935191"/>
                  </a:lnTo>
                  <a:lnTo>
                    <a:pt x="193017" y="1019613"/>
                  </a:lnTo>
                  <a:lnTo>
                    <a:pt x="176570" y="1078690"/>
                  </a:lnTo>
                  <a:lnTo>
                    <a:pt x="157403" y="1097246"/>
                  </a:lnTo>
                  <a:lnTo>
                    <a:pt x="135859" y="1095416"/>
                  </a:lnTo>
                  <a:lnTo>
                    <a:pt x="121115" y="1147706"/>
                  </a:lnTo>
                  <a:lnTo>
                    <a:pt x="138745" y="1224679"/>
                  </a:lnTo>
                  <a:lnTo>
                    <a:pt x="169529" y="1252006"/>
                  </a:lnTo>
                  <a:lnTo>
                    <a:pt x="182061" y="1298538"/>
                  </a:lnTo>
                  <a:lnTo>
                    <a:pt x="209337" y="1322459"/>
                  </a:lnTo>
                  <a:lnTo>
                    <a:pt x="223293" y="1367554"/>
                  </a:lnTo>
                  <a:lnTo>
                    <a:pt x="245853" y="1358924"/>
                  </a:lnTo>
                  <a:lnTo>
                    <a:pt x="286196" y="1362852"/>
                  </a:lnTo>
                  <a:lnTo>
                    <a:pt x="306685" y="1368469"/>
                  </a:lnTo>
                  <a:lnTo>
                    <a:pt x="306685" y="1357729"/>
                  </a:lnTo>
                  <a:lnTo>
                    <a:pt x="288687" y="1347421"/>
                  </a:lnTo>
                  <a:lnTo>
                    <a:pt x="246642" y="1335283"/>
                  </a:lnTo>
                  <a:lnTo>
                    <a:pt x="241430" y="1301677"/>
                  </a:lnTo>
                  <a:lnTo>
                    <a:pt x="220179" y="1271465"/>
                  </a:lnTo>
                  <a:lnTo>
                    <a:pt x="169402" y="1202487"/>
                  </a:lnTo>
                  <a:lnTo>
                    <a:pt x="178667" y="1143791"/>
                  </a:lnTo>
                  <a:lnTo>
                    <a:pt x="200186" y="1134780"/>
                  </a:lnTo>
                  <a:lnTo>
                    <a:pt x="239333" y="1140131"/>
                  </a:lnTo>
                  <a:lnTo>
                    <a:pt x="258398" y="1120252"/>
                  </a:lnTo>
                  <a:lnTo>
                    <a:pt x="260750" y="1081460"/>
                  </a:lnTo>
                  <a:lnTo>
                    <a:pt x="285548" y="1067187"/>
                  </a:lnTo>
                  <a:lnTo>
                    <a:pt x="299643" y="1054388"/>
                  </a:lnTo>
                  <a:lnTo>
                    <a:pt x="283590" y="985765"/>
                  </a:lnTo>
                  <a:lnTo>
                    <a:pt x="267397" y="974135"/>
                  </a:lnTo>
                  <a:lnTo>
                    <a:pt x="241557" y="894150"/>
                  </a:lnTo>
                  <a:lnTo>
                    <a:pt x="228250" y="861599"/>
                  </a:lnTo>
                  <a:lnTo>
                    <a:pt x="246642" y="817825"/>
                  </a:lnTo>
                  <a:lnTo>
                    <a:pt x="278227" y="818855"/>
                  </a:lnTo>
                  <a:lnTo>
                    <a:pt x="283336" y="810097"/>
                  </a:lnTo>
                  <a:lnTo>
                    <a:pt x="264537" y="795455"/>
                  </a:lnTo>
                  <a:lnTo>
                    <a:pt x="275481" y="773632"/>
                  </a:lnTo>
                  <a:lnTo>
                    <a:pt x="311387" y="755863"/>
                  </a:lnTo>
                  <a:lnTo>
                    <a:pt x="344523" y="718482"/>
                  </a:lnTo>
                  <a:lnTo>
                    <a:pt x="366994" y="712331"/>
                  </a:lnTo>
                  <a:lnTo>
                    <a:pt x="366575" y="681763"/>
                  </a:lnTo>
                  <a:lnTo>
                    <a:pt x="434041" y="631430"/>
                  </a:lnTo>
                  <a:lnTo>
                    <a:pt x="466808" y="596007"/>
                  </a:lnTo>
                  <a:lnTo>
                    <a:pt x="470201" y="572340"/>
                  </a:lnTo>
                  <a:lnTo>
                    <a:pt x="512755" y="546081"/>
                  </a:lnTo>
                  <a:lnTo>
                    <a:pt x="541328" y="513391"/>
                  </a:lnTo>
                  <a:lnTo>
                    <a:pt x="549424" y="464380"/>
                  </a:lnTo>
                  <a:lnTo>
                    <a:pt x="534007" y="433545"/>
                  </a:lnTo>
                  <a:lnTo>
                    <a:pt x="508573" y="419309"/>
                  </a:lnTo>
                  <a:lnTo>
                    <a:pt x="512488" y="383619"/>
                  </a:lnTo>
                  <a:lnTo>
                    <a:pt x="505561" y="331596"/>
                  </a:lnTo>
                  <a:lnTo>
                    <a:pt x="482734" y="298004"/>
                  </a:lnTo>
                  <a:lnTo>
                    <a:pt x="484437" y="283234"/>
                  </a:lnTo>
                  <a:lnTo>
                    <a:pt x="512882" y="255132"/>
                  </a:lnTo>
                  <a:lnTo>
                    <a:pt x="516390" y="227945"/>
                  </a:lnTo>
                  <a:lnTo>
                    <a:pt x="556720" y="224551"/>
                  </a:lnTo>
                  <a:lnTo>
                    <a:pt x="580475" y="206122"/>
                  </a:lnTo>
                  <a:lnTo>
                    <a:pt x="600837" y="181807"/>
                  </a:lnTo>
                  <a:lnTo>
                    <a:pt x="611920" y="164953"/>
                  </a:lnTo>
                  <a:lnTo>
                    <a:pt x="633197" y="150044"/>
                  </a:lnTo>
                  <a:lnTo>
                    <a:pt x="657855" y="128742"/>
                  </a:lnTo>
                  <a:lnTo>
                    <a:pt x="674035" y="121154"/>
                  </a:lnTo>
                  <a:lnTo>
                    <a:pt x="691918" y="114252"/>
                  </a:lnTo>
                  <a:lnTo>
                    <a:pt x="709026" y="107173"/>
                  </a:lnTo>
                  <a:lnTo>
                    <a:pt x="728206" y="99330"/>
                  </a:lnTo>
                  <a:lnTo>
                    <a:pt x="748034" y="95937"/>
                  </a:lnTo>
                  <a:lnTo>
                    <a:pt x="763044" y="80900"/>
                  </a:lnTo>
                  <a:lnTo>
                    <a:pt x="760566" y="69131"/>
                  </a:lnTo>
                  <a:lnTo>
                    <a:pt x="755228" y="39592"/>
                  </a:lnTo>
                  <a:lnTo>
                    <a:pt x="734866" y="16078"/>
                  </a:lnTo>
                  <a:lnTo>
                    <a:pt x="710844" y="0"/>
                  </a:lnTo>
                  <a:lnTo>
                    <a:pt x="700269" y="12291"/>
                  </a:lnTo>
                  <a:close/>
                </a:path>
              </a:pathLst>
            </a:custGeom>
            <a:solidFill>
              <a:srgbClr val="BAE0DF"/>
            </a:solidFill>
            <a:ln w="12700" cap="flat">
              <a:noFill/>
              <a:prstDash val="solid"/>
              <a:miter/>
            </a:ln>
          </p:spPr>
          <p:txBody>
            <a:bodyPr rtlCol="0" anchor="ctr"/>
            <a:lstStyle/>
            <a:p>
              <a:endParaRPr lang="de-CH"/>
            </a:p>
          </p:txBody>
        </p:sp>
        <p:sp>
          <p:nvSpPr>
            <p:cNvPr id="155" name="Freihandform: Form 154">
              <a:extLst>
                <a:ext uri="{FF2B5EF4-FFF2-40B4-BE49-F238E27FC236}">
                  <a16:creationId xmlns:a16="http://schemas.microsoft.com/office/drawing/2014/main" id="{E384DD41-12AB-51A4-1486-8B6D73A9F57B}"/>
                </a:ext>
              </a:extLst>
            </p:cNvPr>
            <p:cNvSpPr/>
            <p:nvPr/>
          </p:nvSpPr>
          <p:spPr>
            <a:xfrm>
              <a:off x="2072962" y="3888373"/>
              <a:ext cx="184120" cy="164800"/>
            </a:xfrm>
            <a:custGeom>
              <a:avLst/>
              <a:gdLst>
                <a:gd name="connsiteX0" fmla="*/ 30009 w 184120"/>
                <a:gd name="connsiteY0" fmla="*/ 115536 h 164800"/>
                <a:gd name="connsiteX1" fmla="*/ 92263 w 184120"/>
                <a:gd name="connsiteY1" fmla="*/ 65089 h 164800"/>
                <a:gd name="connsiteX2" fmla="*/ 163504 w 184120"/>
                <a:gd name="connsiteY2" fmla="*/ 13981 h 164800"/>
                <a:gd name="connsiteX3" fmla="*/ 174613 w 184120"/>
                <a:gd name="connsiteY3" fmla="*/ 0 h 164800"/>
                <a:gd name="connsiteX4" fmla="*/ 181781 w 184120"/>
                <a:gd name="connsiteY4" fmla="*/ 915 h 164800"/>
                <a:gd name="connsiteX5" fmla="*/ 184120 w 184120"/>
                <a:gd name="connsiteY5" fmla="*/ 6406 h 164800"/>
                <a:gd name="connsiteX6" fmla="*/ 170304 w 184120"/>
                <a:gd name="connsiteY6" fmla="*/ 25878 h 164800"/>
                <a:gd name="connsiteX7" fmla="*/ 171473 w 184120"/>
                <a:gd name="connsiteY7" fmla="*/ 38944 h 164800"/>
                <a:gd name="connsiteX8" fmla="*/ 167432 w 184120"/>
                <a:gd name="connsiteY8" fmla="*/ 46786 h 164800"/>
                <a:gd name="connsiteX9" fmla="*/ 148239 w 184120"/>
                <a:gd name="connsiteY9" fmla="*/ 58149 h 164800"/>
                <a:gd name="connsiteX10" fmla="*/ 73719 w 184120"/>
                <a:gd name="connsiteY10" fmla="*/ 123772 h 164800"/>
                <a:gd name="connsiteX11" fmla="*/ 60297 w 184120"/>
                <a:gd name="connsiteY11" fmla="*/ 127814 h 164800"/>
                <a:gd name="connsiteX12" fmla="*/ 48540 w 184120"/>
                <a:gd name="connsiteY12" fmla="*/ 134881 h 164800"/>
                <a:gd name="connsiteX13" fmla="*/ 45668 w 184120"/>
                <a:gd name="connsiteY13" fmla="*/ 142075 h 164800"/>
                <a:gd name="connsiteX14" fmla="*/ 38486 w 184120"/>
                <a:gd name="connsiteY14" fmla="*/ 142596 h 164800"/>
                <a:gd name="connsiteX15" fmla="*/ 34318 w 184120"/>
                <a:gd name="connsiteY15" fmla="*/ 149002 h 164800"/>
                <a:gd name="connsiteX16" fmla="*/ 27403 w 184120"/>
                <a:gd name="connsiteY16" fmla="*/ 154620 h 164800"/>
                <a:gd name="connsiteX17" fmla="*/ 23222 w 184120"/>
                <a:gd name="connsiteY17" fmla="*/ 156844 h 164800"/>
                <a:gd name="connsiteX18" fmla="*/ 18404 w 184120"/>
                <a:gd name="connsiteY18" fmla="*/ 153323 h 164800"/>
                <a:gd name="connsiteX19" fmla="*/ 5605 w 184120"/>
                <a:gd name="connsiteY19" fmla="*/ 164801 h 164800"/>
                <a:gd name="connsiteX20" fmla="*/ 0 w 184120"/>
                <a:gd name="connsiteY20" fmla="*/ 160632 h 164800"/>
                <a:gd name="connsiteX21" fmla="*/ 521 w 184120"/>
                <a:gd name="connsiteY21" fmla="*/ 150438 h 164800"/>
                <a:gd name="connsiteX22" fmla="*/ 10829 w 184120"/>
                <a:gd name="connsiteY22" fmla="*/ 143244 h 164800"/>
                <a:gd name="connsiteX23" fmla="*/ 30009 w 184120"/>
                <a:gd name="connsiteY23" fmla="*/ 115536 h 16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4120" h="164800">
                  <a:moveTo>
                    <a:pt x="30009" y="115536"/>
                  </a:moveTo>
                  <a:lnTo>
                    <a:pt x="92263" y="65089"/>
                  </a:lnTo>
                  <a:lnTo>
                    <a:pt x="163504" y="13981"/>
                  </a:lnTo>
                  <a:lnTo>
                    <a:pt x="174613" y="0"/>
                  </a:lnTo>
                  <a:lnTo>
                    <a:pt x="181781" y="915"/>
                  </a:lnTo>
                  <a:lnTo>
                    <a:pt x="184120" y="6406"/>
                  </a:lnTo>
                  <a:lnTo>
                    <a:pt x="170304" y="25878"/>
                  </a:lnTo>
                  <a:lnTo>
                    <a:pt x="171473" y="38944"/>
                  </a:lnTo>
                  <a:lnTo>
                    <a:pt x="167432" y="46786"/>
                  </a:lnTo>
                  <a:lnTo>
                    <a:pt x="148239" y="58149"/>
                  </a:lnTo>
                  <a:lnTo>
                    <a:pt x="73719" y="123772"/>
                  </a:lnTo>
                  <a:lnTo>
                    <a:pt x="60297" y="127814"/>
                  </a:lnTo>
                  <a:lnTo>
                    <a:pt x="48540" y="134881"/>
                  </a:lnTo>
                  <a:lnTo>
                    <a:pt x="45668" y="142075"/>
                  </a:lnTo>
                  <a:lnTo>
                    <a:pt x="38486" y="142596"/>
                  </a:lnTo>
                  <a:lnTo>
                    <a:pt x="34318" y="149002"/>
                  </a:lnTo>
                  <a:lnTo>
                    <a:pt x="27403" y="154620"/>
                  </a:lnTo>
                  <a:lnTo>
                    <a:pt x="23222" y="156844"/>
                  </a:lnTo>
                  <a:lnTo>
                    <a:pt x="18404" y="153323"/>
                  </a:lnTo>
                  <a:lnTo>
                    <a:pt x="5605" y="164801"/>
                  </a:lnTo>
                  <a:lnTo>
                    <a:pt x="0" y="160632"/>
                  </a:lnTo>
                  <a:lnTo>
                    <a:pt x="521" y="150438"/>
                  </a:lnTo>
                  <a:lnTo>
                    <a:pt x="10829" y="143244"/>
                  </a:lnTo>
                  <a:lnTo>
                    <a:pt x="30009" y="115536"/>
                  </a:lnTo>
                  <a:close/>
                </a:path>
              </a:pathLst>
            </a:custGeom>
            <a:solidFill>
              <a:srgbClr val="BAE0DF"/>
            </a:solidFill>
            <a:ln w="12700" cap="flat">
              <a:noFill/>
              <a:prstDash val="solid"/>
              <a:miter/>
            </a:ln>
          </p:spPr>
          <p:txBody>
            <a:bodyPr rtlCol="0" anchor="ctr"/>
            <a:lstStyle/>
            <a:p>
              <a:endParaRPr lang="de-CH"/>
            </a:p>
          </p:txBody>
        </p:sp>
        <p:sp>
          <p:nvSpPr>
            <p:cNvPr id="156" name="Freihandform: Form 155">
              <a:extLst>
                <a:ext uri="{FF2B5EF4-FFF2-40B4-BE49-F238E27FC236}">
                  <a16:creationId xmlns:a16="http://schemas.microsoft.com/office/drawing/2014/main" id="{1F06F328-E0AF-1633-2382-A88D105D20F2}"/>
                </a:ext>
              </a:extLst>
            </p:cNvPr>
            <p:cNvSpPr/>
            <p:nvPr/>
          </p:nvSpPr>
          <p:spPr>
            <a:xfrm>
              <a:off x="1860625" y="4340601"/>
              <a:ext cx="1622254" cy="922125"/>
            </a:xfrm>
            <a:custGeom>
              <a:avLst/>
              <a:gdLst>
                <a:gd name="connsiteX0" fmla="*/ 761735 w 1622254"/>
                <a:gd name="connsiteY0" fmla="*/ 3534 h 922125"/>
                <a:gd name="connsiteX1" fmla="*/ 786787 w 1622254"/>
                <a:gd name="connsiteY1" fmla="*/ 8503 h 922125"/>
                <a:gd name="connsiteX2" fmla="*/ 815499 w 1622254"/>
                <a:gd name="connsiteY2" fmla="*/ 29805 h 922125"/>
                <a:gd name="connsiteX3" fmla="*/ 859489 w 1622254"/>
                <a:gd name="connsiteY3" fmla="*/ 30581 h 922125"/>
                <a:gd name="connsiteX4" fmla="*/ 890146 w 1622254"/>
                <a:gd name="connsiteY4" fmla="*/ 13193 h 922125"/>
                <a:gd name="connsiteX5" fmla="*/ 902297 w 1622254"/>
                <a:gd name="connsiteY5" fmla="*/ 1703 h 922125"/>
                <a:gd name="connsiteX6" fmla="*/ 916774 w 1622254"/>
                <a:gd name="connsiteY6" fmla="*/ 394 h 922125"/>
                <a:gd name="connsiteX7" fmla="*/ 928125 w 1622254"/>
                <a:gd name="connsiteY7" fmla="*/ 0 h 922125"/>
                <a:gd name="connsiteX8" fmla="*/ 947571 w 1622254"/>
                <a:gd name="connsiteY8" fmla="*/ 15557 h 922125"/>
                <a:gd name="connsiteX9" fmla="*/ 985549 w 1622254"/>
                <a:gd name="connsiteY9" fmla="*/ 28484 h 922125"/>
                <a:gd name="connsiteX10" fmla="*/ 1010614 w 1622254"/>
                <a:gd name="connsiteY10" fmla="*/ 35690 h 922125"/>
                <a:gd name="connsiteX11" fmla="*/ 1030048 w 1622254"/>
                <a:gd name="connsiteY11" fmla="*/ 41169 h 922125"/>
                <a:gd name="connsiteX12" fmla="*/ 1075207 w 1622254"/>
                <a:gd name="connsiteY12" fmla="*/ 39478 h 922125"/>
                <a:gd name="connsiteX13" fmla="*/ 1081855 w 1622254"/>
                <a:gd name="connsiteY13" fmla="*/ 43011 h 922125"/>
                <a:gd name="connsiteX14" fmla="*/ 1099992 w 1622254"/>
                <a:gd name="connsiteY14" fmla="*/ 44969 h 922125"/>
                <a:gd name="connsiteX15" fmla="*/ 1127789 w 1622254"/>
                <a:gd name="connsiteY15" fmla="*/ 54120 h 922125"/>
                <a:gd name="connsiteX16" fmla="*/ 1154290 w 1622254"/>
                <a:gd name="connsiteY16" fmla="*/ 68101 h 922125"/>
                <a:gd name="connsiteX17" fmla="*/ 1175694 w 1622254"/>
                <a:gd name="connsiteY17" fmla="*/ 86404 h 922125"/>
                <a:gd name="connsiteX18" fmla="*/ 1192001 w 1622254"/>
                <a:gd name="connsiteY18" fmla="*/ 98301 h 922125"/>
                <a:gd name="connsiteX19" fmla="*/ 1210266 w 1622254"/>
                <a:gd name="connsiteY19" fmla="*/ 98301 h 922125"/>
                <a:gd name="connsiteX20" fmla="*/ 1222671 w 1622254"/>
                <a:gd name="connsiteY20" fmla="*/ 89671 h 922125"/>
                <a:gd name="connsiteX21" fmla="*/ 1236894 w 1622254"/>
                <a:gd name="connsiteY21" fmla="*/ 89671 h 922125"/>
                <a:gd name="connsiteX22" fmla="*/ 1253201 w 1622254"/>
                <a:gd name="connsiteY22" fmla="*/ 98301 h 922125"/>
                <a:gd name="connsiteX23" fmla="*/ 1269648 w 1622254"/>
                <a:gd name="connsiteY23" fmla="*/ 117252 h 922125"/>
                <a:gd name="connsiteX24" fmla="*/ 1306050 w 1622254"/>
                <a:gd name="connsiteY24" fmla="*/ 135542 h 922125"/>
                <a:gd name="connsiteX25" fmla="*/ 1326412 w 1622254"/>
                <a:gd name="connsiteY25" fmla="*/ 137359 h 922125"/>
                <a:gd name="connsiteX26" fmla="*/ 1351730 w 1622254"/>
                <a:gd name="connsiteY26" fmla="*/ 144566 h 922125"/>
                <a:gd name="connsiteX27" fmla="*/ 1381485 w 1622254"/>
                <a:gd name="connsiteY27" fmla="*/ 150311 h 922125"/>
                <a:gd name="connsiteX28" fmla="*/ 1420111 w 1622254"/>
                <a:gd name="connsiteY28" fmla="*/ 156196 h 922125"/>
                <a:gd name="connsiteX29" fmla="*/ 1425322 w 1622254"/>
                <a:gd name="connsiteY29" fmla="*/ 174893 h 922125"/>
                <a:gd name="connsiteX30" fmla="*/ 1435516 w 1622254"/>
                <a:gd name="connsiteY30" fmla="*/ 181807 h 922125"/>
                <a:gd name="connsiteX31" fmla="*/ 1460835 w 1622254"/>
                <a:gd name="connsiteY31" fmla="*/ 187819 h 922125"/>
                <a:gd name="connsiteX32" fmla="*/ 1472960 w 1622254"/>
                <a:gd name="connsiteY32" fmla="*/ 208346 h 922125"/>
                <a:gd name="connsiteX33" fmla="*/ 1485632 w 1622254"/>
                <a:gd name="connsiteY33" fmla="*/ 214358 h 922125"/>
                <a:gd name="connsiteX34" fmla="*/ 1513417 w 1622254"/>
                <a:gd name="connsiteY34" fmla="*/ 219722 h 922125"/>
                <a:gd name="connsiteX35" fmla="*/ 1515895 w 1622254"/>
                <a:gd name="connsiteY35" fmla="*/ 232266 h 922125"/>
                <a:gd name="connsiteX36" fmla="*/ 1545408 w 1622254"/>
                <a:gd name="connsiteY36" fmla="*/ 241672 h 922125"/>
                <a:gd name="connsiteX37" fmla="*/ 1561309 w 1622254"/>
                <a:gd name="connsiteY37" fmla="*/ 238151 h 922125"/>
                <a:gd name="connsiteX38" fmla="*/ 1575671 w 1622254"/>
                <a:gd name="connsiteY38" fmla="*/ 252781 h 922125"/>
                <a:gd name="connsiteX39" fmla="*/ 1576192 w 1622254"/>
                <a:gd name="connsiteY39" fmla="*/ 266241 h 922125"/>
                <a:gd name="connsiteX40" fmla="*/ 1583094 w 1622254"/>
                <a:gd name="connsiteY40" fmla="*/ 272914 h 922125"/>
                <a:gd name="connsiteX41" fmla="*/ 1594203 w 1622254"/>
                <a:gd name="connsiteY41" fmla="*/ 270702 h 922125"/>
                <a:gd name="connsiteX42" fmla="*/ 1602159 w 1622254"/>
                <a:gd name="connsiteY42" fmla="*/ 279714 h 922125"/>
                <a:gd name="connsiteX43" fmla="*/ 1606989 w 1622254"/>
                <a:gd name="connsiteY43" fmla="*/ 293822 h 922125"/>
                <a:gd name="connsiteX44" fmla="*/ 1622254 w 1622254"/>
                <a:gd name="connsiteY44" fmla="*/ 331990 h 922125"/>
                <a:gd name="connsiteX45" fmla="*/ 1609608 w 1622254"/>
                <a:gd name="connsiteY45" fmla="*/ 350674 h 922125"/>
                <a:gd name="connsiteX46" fmla="*/ 1606341 w 1622254"/>
                <a:gd name="connsiteY46" fmla="*/ 363880 h 922125"/>
                <a:gd name="connsiteX47" fmla="*/ 1596936 w 1622254"/>
                <a:gd name="connsiteY47" fmla="*/ 371074 h 922125"/>
                <a:gd name="connsiteX48" fmla="*/ 1559224 w 1622254"/>
                <a:gd name="connsiteY48" fmla="*/ 368316 h 922125"/>
                <a:gd name="connsiteX49" fmla="*/ 1546832 w 1622254"/>
                <a:gd name="connsiteY49" fmla="*/ 374074 h 922125"/>
                <a:gd name="connsiteX50" fmla="*/ 1533906 w 1622254"/>
                <a:gd name="connsiteY50" fmla="*/ 368850 h 922125"/>
                <a:gd name="connsiteX51" fmla="*/ 1511599 w 1622254"/>
                <a:gd name="connsiteY51" fmla="*/ 370286 h 922125"/>
                <a:gd name="connsiteX52" fmla="*/ 1493322 w 1622254"/>
                <a:gd name="connsiteY52" fmla="*/ 374214 h 922125"/>
                <a:gd name="connsiteX53" fmla="*/ 1477142 w 1622254"/>
                <a:gd name="connsiteY53" fmla="*/ 368850 h 922125"/>
                <a:gd name="connsiteX54" fmla="*/ 1474015 w 1622254"/>
                <a:gd name="connsiteY54" fmla="*/ 371583 h 922125"/>
                <a:gd name="connsiteX55" fmla="*/ 1471003 w 1622254"/>
                <a:gd name="connsiteY55" fmla="*/ 374341 h 922125"/>
                <a:gd name="connsiteX56" fmla="*/ 1475439 w 1622254"/>
                <a:gd name="connsiteY56" fmla="*/ 390686 h 922125"/>
                <a:gd name="connsiteX57" fmla="*/ 1469452 w 1622254"/>
                <a:gd name="connsiteY57" fmla="*/ 399698 h 922125"/>
                <a:gd name="connsiteX58" fmla="*/ 1460313 w 1622254"/>
                <a:gd name="connsiteY58" fmla="*/ 393406 h 922125"/>
                <a:gd name="connsiteX59" fmla="*/ 1449332 w 1622254"/>
                <a:gd name="connsiteY59" fmla="*/ 389758 h 922125"/>
                <a:gd name="connsiteX60" fmla="*/ 1416718 w 1622254"/>
                <a:gd name="connsiteY60" fmla="*/ 396418 h 922125"/>
                <a:gd name="connsiteX61" fmla="*/ 1402114 w 1622254"/>
                <a:gd name="connsiteY61" fmla="*/ 392898 h 922125"/>
                <a:gd name="connsiteX62" fmla="*/ 1363602 w 1622254"/>
                <a:gd name="connsiteY62" fmla="*/ 372117 h 922125"/>
                <a:gd name="connsiteX63" fmla="*/ 1353421 w 1622254"/>
                <a:gd name="connsiteY63" fmla="*/ 370541 h 922125"/>
                <a:gd name="connsiteX64" fmla="*/ 1337774 w 1622254"/>
                <a:gd name="connsiteY64" fmla="*/ 374849 h 922125"/>
                <a:gd name="connsiteX65" fmla="*/ 1270309 w 1622254"/>
                <a:gd name="connsiteY65" fmla="*/ 350420 h 922125"/>
                <a:gd name="connsiteX66" fmla="*/ 1266902 w 1622254"/>
                <a:gd name="connsiteY66" fmla="*/ 344803 h 922125"/>
                <a:gd name="connsiteX67" fmla="*/ 1249566 w 1622254"/>
                <a:gd name="connsiteY67" fmla="*/ 339706 h 922125"/>
                <a:gd name="connsiteX68" fmla="*/ 1220955 w 1622254"/>
                <a:gd name="connsiteY68" fmla="*/ 337736 h 922125"/>
                <a:gd name="connsiteX69" fmla="*/ 1199437 w 1622254"/>
                <a:gd name="connsiteY69" fmla="*/ 328851 h 922125"/>
                <a:gd name="connsiteX70" fmla="*/ 1141631 w 1622254"/>
                <a:gd name="connsiteY70" fmla="*/ 327301 h 922125"/>
                <a:gd name="connsiteX71" fmla="*/ 1099992 w 1622254"/>
                <a:gd name="connsiteY71" fmla="*/ 329372 h 922125"/>
                <a:gd name="connsiteX72" fmla="*/ 1086023 w 1622254"/>
                <a:gd name="connsiteY72" fmla="*/ 335778 h 922125"/>
                <a:gd name="connsiteX73" fmla="*/ 1072716 w 1622254"/>
                <a:gd name="connsiteY73" fmla="*/ 336566 h 922125"/>
                <a:gd name="connsiteX74" fmla="*/ 1053142 w 1622254"/>
                <a:gd name="connsiteY74" fmla="*/ 333554 h 922125"/>
                <a:gd name="connsiteX75" fmla="*/ 1016600 w 1622254"/>
                <a:gd name="connsiteY75" fmla="*/ 331864 h 922125"/>
                <a:gd name="connsiteX76" fmla="*/ 981495 w 1622254"/>
                <a:gd name="connsiteY76" fmla="*/ 339706 h 922125"/>
                <a:gd name="connsiteX77" fmla="*/ 908297 w 1622254"/>
                <a:gd name="connsiteY77" fmla="*/ 346239 h 922125"/>
                <a:gd name="connsiteX78" fmla="*/ 827384 w 1622254"/>
                <a:gd name="connsiteY78" fmla="*/ 365317 h 922125"/>
                <a:gd name="connsiteX79" fmla="*/ 812246 w 1622254"/>
                <a:gd name="connsiteY79" fmla="*/ 360093 h 922125"/>
                <a:gd name="connsiteX80" fmla="*/ 801404 w 1622254"/>
                <a:gd name="connsiteY80" fmla="*/ 352251 h 922125"/>
                <a:gd name="connsiteX81" fmla="*/ 778042 w 1622254"/>
                <a:gd name="connsiteY81" fmla="*/ 338524 h 922125"/>
                <a:gd name="connsiteX82" fmla="*/ 765650 w 1622254"/>
                <a:gd name="connsiteY82" fmla="*/ 334596 h 922125"/>
                <a:gd name="connsiteX83" fmla="*/ 752597 w 1622254"/>
                <a:gd name="connsiteY83" fmla="*/ 337481 h 922125"/>
                <a:gd name="connsiteX84" fmla="*/ 742162 w 1622254"/>
                <a:gd name="connsiteY84" fmla="*/ 344269 h 922125"/>
                <a:gd name="connsiteX85" fmla="*/ 718673 w 1622254"/>
                <a:gd name="connsiteY85" fmla="*/ 353166 h 922125"/>
                <a:gd name="connsiteX86" fmla="*/ 702239 w 1622254"/>
                <a:gd name="connsiteY86" fmla="*/ 368062 h 922125"/>
                <a:gd name="connsiteX87" fmla="*/ 698705 w 1622254"/>
                <a:gd name="connsiteY87" fmla="*/ 376032 h 922125"/>
                <a:gd name="connsiteX88" fmla="*/ 697930 w 1622254"/>
                <a:gd name="connsiteY88" fmla="*/ 402176 h 922125"/>
                <a:gd name="connsiteX89" fmla="*/ 687215 w 1622254"/>
                <a:gd name="connsiteY89" fmla="*/ 420860 h 922125"/>
                <a:gd name="connsiteX90" fmla="*/ 590516 w 1622254"/>
                <a:gd name="connsiteY90" fmla="*/ 465842 h 922125"/>
                <a:gd name="connsiteX91" fmla="*/ 555156 w 1622254"/>
                <a:gd name="connsiteY91" fmla="*/ 465715 h 922125"/>
                <a:gd name="connsiteX92" fmla="*/ 535328 w 1622254"/>
                <a:gd name="connsiteY92" fmla="*/ 493804 h 922125"/>
                <a:gd name="connsiteX93" fmla="*/ 523190 w 1622254"/>
                <a:gd name="connsiteY93" fmla="*/ 496944 h 922125"/>
                <a:gd name="connsiteX94" fmla="*/ 513657 w 1622254"/>
                <a:gd name="connsiteY94" fmla="*/ 517725 h 922125"/>
                <a:gd name="connsiteX95" fmla="*/ 504265 w 1622254"/>
                <a:gd name="connsiteY95" fmla="*/ 524525 h 922125"/>
                <a:gd name="connsiteX96" fmla="*/ 474103 w 1622254"/>
                <a:gd name="connsiteY96" fmla="*/ 514725 h 922125"/>
                <a:gd name="connsiteX97" fmla="*/ 446319 w 1622254"/>
                <a:gd name="connsiteY97" fmla="*/ 500477 h 922125"/>
                <a:gd name="connsiteX98" fmla="*/ 439277 w 1622254"/>
                <a:gd name="connsiteY98" fmla="*/ 480458 h 922125"/>
                <a:gd name="connsiteX99" fmla="*/ 428957 w 1622254"/>
                <a:gd name="connsiteY99" fmla="*/ 468702 h 922125"/>
                <a:gd name="connsiteX100" fmla="*/ 425042 w 1622254"/>
                <a:gd name="connsiteY100" fmla="*/ 456284 h 922125"/>
                <a:gd name="connsiteX101" fmla="*/ 426872 w 1622254"/>
                <a:gd name="connsiteY101" fmla="*/ 443345 h 922125"/>
                <a:gd name="connsiteX102" fmla="*/ 411340 w 1622254"/>
                <a:gd name="connsiteY102" fmla="*/ 433672 h 922125"/>
                <a:gd name="connsiteX103" fmla="*/ 376108 w 1622254"/>
                <a:gd name="connsiteY103" fmla="*/ 433939 h 922125"/>
                <a:gd name="connsiteX104" fmla="*/ 328737 w 1622254"/>
                <a:gd name="connsiteY104" fmla="*/ 444514 h 922125"/>
                <a:gd name="connsiteX105" fmla="*/ 325864 w 1622254"/>
                <a:gd name="connsiteY105" fmla="*/ 450272 h 922125"/>
                <a:gd name="connsiteX106" fmla="*/ 301067 w 1622254"/>
                <a:gd name="connsiteY106" fmla="*/ 466884 h 922125"/>
                <a:gd name="connsiteX107" fmla="*/ 283984 w 1622254"/>
                <a:gd name="connsiteY107" fmla="*/ 485174 h 922125"/>
                <a:gd name="connsiteX108" fmla="*/ 275100 w 1622254"/>
                <a:gd name="connsiteY108" fmla="*/ 490538 h 922125"/>
                <a:gd name="connsiteX109" fmla="*/ 273269 w 1622254"/>
                <a:gd name="connsiteY109" fmla="*/ 494706 h 922125"/>
                <a:gd name="connsiteX110" fmla="*/ 274197 w 1622254"/>
                <a:gd name="connsiteY110" fmla="*/ 503998 h 922125"/>
                <a:gd name="connsiteX111" fmla="*/ 252653 w 1622254"/>
                <a:gd name="connsiteY111" fmla="*/ 542039 h 922125"/>
                <a:gd name="connsiteX112" fmla="*/ 230741 w 1622254"/>
                <a:gd name="connsiteY112" fmla="*/ 568045 h 922125"/>
                <a:gd name="connsiteX113" fmla="*/ 234656 w 1622254"/>
                <a:gd name="connsiteY113" fmla="*/ 577310 h 922125"/>
                <a:gd name="connsiteX114" fmla="*/ 216112 w 1622254"/>
                <a:gd name="connsiteY114" fmla="*/ 619534 h 922125"/>
                <a:gd name="connsiteX115" fmla="*/ 198889 w 1622254"/>
                <a:gd name="connsiteY115" fmla="*/ 628939 h 922125"/>
                <a:gd name="connsiteX116" fmla="*/ 200326 w 1622254"/>
                <a:gd name="connsiteY116" fmla="*/ 644763 h 922125"/>
                <a:gd name="connsiteX117" fmla="*/ 184667 w 1622254"/>
                <a:gd name="connsiteY117" fmla="*/ 671823 h 922125"/>
                <a:gd name="connsiteX118" fmla="*/ 170444 w 1622254"/>
                <a:gd name="connsiteY118" fmla="*/ 682004 h 922125"/>
                <a:gd name="connsiteX119" fmla="*/ 145125 w 1622254"/>
                <a:gd name="connsiteY119" fmla="*/ 723185 h 922125"/>
                <a:gd name="connsiteX120" fmla="*/ 130648 w 1622254"/>
                <a:gd name="connsiteY120" fmla="*/ 741488 h 922125"/>
                <a:gd name="connsiteX121" fmla="*/ 108710 w 1622254"/>
                <a:gd name="connsiteY121" fmla="*/ 745670 h 922125"/>
                <a:gd name="connsiteX122" fmla="*/ 98148 w 1622254"/>
                <a:gd name="connsiteY122" fmla="*/ 764608 h 922125"/>
                <a:gd name="connsiteX123" fmla="*/ 93573 w 1622254"/>
                <a:gd name="connsiteY123" fmla="*/ 800832 h 922125"/>
                <a:gd name="connsiteX124" fmla="*/ 96585 w 1622254"/>
                <a:gd name="connsiteY124" fmla="*/ 821601 h 922125"/>
                <a:gd name="connsiteX125" fmla="*/ 50637 w 1622254"/>
                <a:gd name="connsiteY125" fmla="*/ 900022 h 922125"/>
                <a:gd name="connsiteX126" fmla="*/ 12926 w 1622254"/>
                <a:gd name="connsiteY126" fmla="*/ 922125 h 922125"/>
                <a:gd name="connsiteX127" fmla="*/ 0 w 1622254"/>
                <a:gd name="connsiteY127" fmla="*/ 914537 h 922125"/>
                <a:gd name="connsiteX128" fmla="*/ 3012 w 1622254"/>
                <a:gd name="connsiteY128" fmla="*/ 911525 h 922125"/>
                <a:gd name="connsiteX129" fmla="*/ 13969 w 1622254"/>
                <a:gd name="connsiteY129" fmla="*/ 900149 h 922125"/>
                <a:gd name="connsiteX130" fmla="*/ 13702 w 1622254"/>
                <a:gd name="connsiteY130" fmla="*/ 887605 h 922125"/>
                <a:gd name="connsiteX131" fmla="*/ 13320 w 1622254"/>
                <a:gd name="connsiteY131" fmla="*/ 872314 h 922125"/>
                <a:gd name="connsiteX132" fmla="*/ 5618 w 1622254"/>
                <a:gd name="connsiteY132" fmla="*/ 855981 h 922125"/>
                <a:gd name="connsiteX133" fmla="*/ 9266 w 1622254"/>
                <a:gd name="connsiteY133" fmla="*/ 836242 h 922125"/>
                <a:gd name="connsiteX134" fmla="*/ 13841 w 1622254"/>
                <a:gd name="connsiteY134" fmla="*/ 799002 h 922125"/>
                <a:gd name="connsiteX135" fmla="*/ 13575 w 1622254"/>
                <a:gd name="connsiteY135" fmla="*/ 784092 h 922125"/>
                <a:gd name="connsiteX136" fmla="*/ 23882 w 1622254"/>
                <a:gd name="connsiteY136" fmla="*/ 771014 h 922125"/>
                <a:gd name="connsiteX137" fmla="*/ 31852 w 1622254"/>
                <a:gd name="connsiteY137" fmla="*/ 752851 h 922125"/>
                <a:gd name="connsiteX138" fmla="*/ 41766 w 1622254"/>
                <a:gd name="connsiteY138" fmla="*/ 747627 h 922125"/>
                <a:gd name="connsiteX139" fmla="*/ 48680 w 1622254"/>
                <a:gd name="connsiteY139" fmla="*/ 726452 h 922125"/>
                <a:gd name="connsiteX140" fmla="*/ 53396 w 1622254"/>
                <a:gd name="connsiteY140" fmla="*/ 708416 h 922125"/>
                <a:gd name="connsiteX141" fmla="*/ 46202 w 1622254"/>
                <a:gd name="connsiteY141" fmla="*/ 689719 h 922125"/>
                <a:gd name="connsiteX142" fmla="*/ 52989 w 1622254"/>
                <a:gd name="connsiteY142" fmla="*/ 649733 h 922125"/>
                <a:gd name="connsiteX143" fmla="*/ 64085 w 1622254"/>
                <a:gd name="connsiteY143" fmla="*/ 642539 h 922125"/>
                <a:gd name="connsiteX144" fmla="*/ 76223 w 1622254"/>
                <a:gd name="connsiteY144" fmla="*/ 625952 h 922125"/>
                <a:gd name="connsiteX145" fmla="*/ 87446 w 1622254"/>
                <a:gd name="connsiteY145" fmla="*/ 608311 h 922125"/>
                <a:gd name="connsiteX146" fmla="*/ 104541 w 1622254"/>
                <a:gd name="connsiteY146" fmla="*/ 589868 h 922125"/>
                <a:gd name="connsiteX147" fmla="*/ 115892 w 1622254"/>
                <a:gd name="connsiteY147" fmla="*/ 563329 h 922125"/>
                <a:gd name="connsiteX148" fmla="*/ 130114 w 1622254"/>
                <a:gd name="connsiteY148" fmla="*/ 522809 h 922125"/>
                <a:gd name="connsiteX149" fmla="*/ 132593 w 1622254"/>
                <a:gd name="connsiteY149" fmla="*/ 498240 h 922125"/>
                <a:gd name="connsiteX150" fmla="*/ 140943 w 1622254"/>
                <a:gd name="connsiteY150" fmla="*/ 479950 h 922125"/>
                <a:gd name="connsiteX151" fmla="*/ 170965 w 1622254"/>
                <a:gd name="connsiteY151" fmla="*/ 441387 h 922125"/>
                <a:gd name="connsiteX152" fmla="*/ 184667 w 1622254"/>
                <a:gd name="connsiteY152" fmla="*/ 427406 h 922125"/>
                <a:gd name="connsiteX153" fmla="*/ 215603 w 1622254"/>
                <a:gd name="connsiteY153" fmla="*/ 383225 h 922125"/>
                <a:gd name="connsiteX154" fmla="*/ 237910 w 1622254"/>
                <a:gd name="connsiteY154" fmla="*/ 364415 h 922125"/>
                <a:gd name="connsiteX155" fmla="*/ 247430 w 1622254"/>
                <a:gd name="connsiteY155" fmla="*/ 363880 h 922125"/>
                <a:gd name="connsiteX156" fmla="*/ 269228 w 1622254"/>
                <a:gd name="connsiteY156" fmla="*/ 371850 h 922125"/>
                <a:gd name="connsiteX157" fmla="*/ 277070 w 1622254"/>
                <a:gd name="connsiteY157" fmla="*/ 356699 h 922125"/>
                <a:gd name="connsiteX158" fmla="*/ 287238 w 1622254"/>
                <a:gd name="connsiteY158" fmla="*/ 350674 h 922125"/>
                <a:gd name="connsiteX159" fmla="*/ 286323 w 1622254"/>
                <a:gd name="connsiteY159" fmla="*/ 326881 h 922125"/>
                <a:gd name="connsiteX160" fmla="*/ 303418 w 1622254"/>
                <a:gd name="connsiteY160" fmla="*/ 302058 h 922125"/>
                <a:gd name="connsiteX161" fmla="*/ 305897 w 1622254"/>
                <a:gd name="connsiteY161" fmla="*/ 275392 h 922125"/>
                <a:gd name="connsiteX162" fmla="*/ 318556 w 1622254"/>
                <a:gd name="connsiteY162" fmla="*/ 267817 h 922125"/>
                <a:gd name="connsiteX163" fmla="*/ 339172 w 1622254"/>
                <a:gd name="connsiteY163" fmla="*/ 255539 h 922125"/>
                <a:gd name="connsiteX164" fmla="*/ 343608 w 1622254"/>
                <a:gd name="connsiteY164" fmla="*/ 247824 h 922125"/>
                <a:gd name="connsiteX165" fmla="*/ 357970 w 1622254"/>
                <a:gd name="connsiteY165" fmla="*/ 230030 h 922125"/>
                <a:gd name="connsiteX166" fmla="*/ 365927 w 1622254"/>
                <a:gd name="connsiteY166" fmla="*/ 215400 h 922125"/>
                <a:gd name="connsiteX167" fmla="*/ 394639 w 1622254"/>
                <a:gd name="connsiteY167" fmla="*/ 193958 h 922125"/>
                <a:gd name="connsiteX168" fmla="*/ 407044 w 1622254"/>
                <a:gd name="connsiteY168" fmla="*/ 175401 h 922125"/>
                <a:gd name="connsiteX169" fmla="*/ 421915 w 1622254"/>
                <a:gd name="connsiteY169" fmla="*/ 162996 h 922125"/>
                <a:gd name="connsiteX170" fmla="*/ 431842 w 1622254"/>
                <a:gd name="connsiteY170" fmla="*/ 162868 h 922125"/>
                <a:gd name="connsiteX171" fmla="*/ 486903 w 1622254"/>
                <a:gd name="connsiteY171" fmla="*/ 153069 h 922125"/>
                <a:gd name="connsiteX172" fmla="*/ 500083 w 1622254"/>
                <a:gd name="connsiteY172" fmla="*/ 153972 h 922125"/>
                <a:gd name="connsiteX173" fmla="*/ 513657 w 1622254"/>
                <a:gd name="connsiteY173" fmla="*/ 165602 h 922125"/>
                <a:gd name="connsiteX174" fmla="*/ 529850 w 1622254"/>
                <a:gd name="connsiteY174" fmla="*/ 171080 h 922125"/>
                <a:gd name="connsiteX175" fmla="*/ 546933 w 1622254"/>
                <a:gd name="connsiteY175" fmla="*/ 166911 h 922125"/>
                <a:gd name="connsiteX176" fmla="*/ 551115 w 1622254"/>
                <a:gd name="connsiteY176" fmla="*/ 159462 h 922125"/>
                <a:gd name="connsiteX177" fmla="*/ 574857 w 1622254"/>
                <a:gd name="connsiteY177" fmla="*/ 142214 h 922125"/>
                <a:gd name="connsiteX178" fmla="*/ 605260 w 1622254"/>
                <a:gd name="connsiteY178" fmla="*/ 137105 h 922125"/>
                <a:gd name="connsiteX179" fmla="*/ 631761 w 1622254"/>
                <a:gd name="connsiteY179" fmla="*/ 127967 h 922125"/>
                <a:gd name="connsiteX180" fmla="*/ 645589 w 1622254"/>
                <a:gd name="connsiteY180" fmla="*/ 113451 h 922125"/>
                <a:gd name="connsiteX181" fmla="*/ 656037 w 1622254"/>
                <a:gd name="connsiteY181" fmla="*/ 116209 h 922125"/>
                <a:gd name="connsiteX182" fmla="*/ 659685 w 1622254"/>
                <a:gd name="connsiteY182" fmla="*/ 113184 h 922125"/>
                <a:gd name="connsiteX183" fmla="*/ 660473 w 1622254"/>
                <a:gd name="connsiteY183" fmla="*/ 94107 h 922125"/>
                <a:gd name="connsiteX184" fmla="*/ 679399 w 1622254"/>
                <a:gd name="connsiteY184" fmla="*/ 77507 h 922125"/>
                <a:gd name="connsiteX185" fmla="*/ 695439 w 1622254"/>
                <a:gd name="connsiteY185" fmla="*/ 78041 h 922125"/>
                <a:gd name="connsiteX186" fmla="*/ 701718 w 1622254"/>
                <a:gd name="connsiteY186" fmla="*/ 70961 h 922125"/>
                <a:gd name="connsiteX187" fmla="*/ 711492 w 1622254"/>
                <a:gd name="connsiteY187" fmla="*/ 45871 h 922125"/>
                <a:gd name="connsiteX188" fmla="*/ 730684 w 1622254"/>
                <a:gd name="connsiteY188" fmla="*/ 39745 h 922125"/>
                <a:gd name="connsiteX189" fmla="*/ 749076 w 1622254"/>
                <a:gd name="connsiteY189" fmla="*/ 10969 h 922125"/>
                <a:gd name="connsiteX190" fmla="*/ 761735 w 1622254"/>
                <a:gd name="connsiteY190" fmla="*/ 3534 h 92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1622254" h="922125">
                  <a:moveTo>
                    <a:pt x="761735" y="3534"/>
                  </a:moveTo>
                  <a:lnTo>
                    <a:pt x="786787" y="8503"/>
                  </a:lnTo>
                  <a:lnTo>
                    <a:pt x="815499" y="29805"/>
                  </a:lnTo>
                  <a:lnTo>
                    <a:pt x="859489" y="30581"/>
                  </a:lnTo>
                  <a:lnTo>
                    <a:pt x="890146" y="13193"/>
                  </a:lnTo>
                  <a:lnTo>
                    <a:pt x="902297" y="1703"/>
                  </a:lnTo>
                  <a:lnTo>
                    <a:pt x="916774" y="394"/>
                  </a:lnTo>
                  <a:lnTo>
                    <a:pt x="928125" y="0"/>
                  </a:lnTo>
                  <a:lnTo>
                    <a:pt x="947571" y="15557"/>
                  </a:lnTo>
                  <a:lnTo>
                    <a:pt x="985549" y="28484"/>
                  </a:lnTo>
                  <a:lnTo>
                    <a:pt x="1010614" y="35690"/>
                  </a:lnTo>
                  <a:lnTo>
                    <a:pt x="1030048" y="41169"/>
                  </a:lnTo>
                  <a:lnTo>
                    <a:pt x="1075207" y="39478"/>
                  </a:lnTo>
                  <a:lnTo>
                    <a:pt x="1081855" y="43011"/>
                  </a:lnTo>
                  <a:lnTo>
                    <a:pt x="1099992" y="44969"/>
                  </a:lnTo>
                  <a:lnTo>
                    <a:pt x="1127789" y="54120"/>
                  </a:lnTo>
                  <a:lnTo>
                    <a:pt x="1154290" y="68101"/>
                  </a:lnTo>
                  <a:lnTo>
                    <a:pt x="1175694" y="86404"/>
                  </a:lnTo>
                  <a:lnTo>
                    <a:pt x="1192001" y="98301"/>
                  </a:lnTo>
                  <a:lnTo>
                    <a:pt x="1210266" y="98301"/>
                  </a:lnTo>
                  <a:lnTo>
                    <a:pt x="1222671" y="89671"/>
                  </a:lnTo>
                  <a:lnTo>
                    <a:pt x="1236894" y="89671"/>
                  </a:lnTo>
                  <a:lnTo>
                    <a:pt x="1253201" y="98301"/>
                  </a:lnTo>
                  <a:lnTo>
                    <a:pt x="1269648" y="117252"/>
                  </a:lnTo>
                  <a:lnTo>
                    <a:pt x="1306050" y="135542"/>
                  </a:lnTo>
                  <a:lnTo>
                    <a:pt x="1326412" y="137359"/>
                  </a:lnTo>
                  <a:lnTo>
                    <a:pt x="1351730" y="144566"/>
                  </a:lnTo>
                  <a:lnTo>
                    <a:pt x="1381485" y="150311"/>
                  </a:lnTo>
                  <a:lnTo>
                    <a:pt x="1420111" y="156196"/>
                  </a:lnTo>
                  <a:lnTo>
                    <a:pt x="1425322" y="174893"/>
                  </a:lnTo>
                  <a:lnTo>
                    <a:pt x="1435516" y="181807"/>
                  </a:lnTo>
                  <a:lnTo>
                    <a:pt x="1460835" y="187819"/>
                  </a:lnTo>
                  <a:lnTo>
                    <a:pt x="1472960" y="208346"/>
                  </a:lnTo>
                  <a:lnTo>
                    <a:pt x="1485632" y="214358"/>
                  </a:lnTo>
                  <a:lnTo>
                    <a:pt x="1513417" y="219722"/>
                  </a:lnTo>
                  <a:lnTo>
                    <a:pt x="1515895" y="232266"/>
                  </a:lnTo>
                  <a:lnTo>
                    <a:pt x="1545408" y="241672"/>
                  </a:lnTo>
                  <a:lnTo>
                    <a:pt x="1561309" y="238151"/>
                  </a:lnTo>
                  <a:lnTo>
                    <a:pt x="1575671" y="252781"/>
                  </a:lnTo>
                  <a:lnTo>
                    <a:pt x="1576192" y="266241"/>
                  </a:lnTo>
                  <a:lnTo>
                    <a:pt x="1583094" y="272914"/>
                  </a:lnTo>
                  <a:lnTo>
                    <a:pt x="1594203" y="270702"/>
                  </a:lnTo>
                  <a:lnTo>
                    <a:pt x="1602159" y="279714"/>
                  </a:lnTo>
                  <a:lnTo>
                    <a:pt x="1606989" y="293822"/>
                  </a:lnTo>
                  <a:lnTo>
                    <a:pt x="1622254" y="331990"/>
                  </a:lnTo>
                  <a:lnTo>
                    <a:pt x="1609608" y="350674"/>
                  </a:lnTo>
                  <a:lnTo>
                    <a:pt x="1606341" y="363880"/>
                  </a:lnTo>
                  <a:lnTo>
                    <a:pt x="1596936" y="371074"/>
                  </a:lnTo>
                  <a:lnTo>
                    <a:pt x="1559224" y="368316"/>
                  </a:lnTo>
                  <a:lnTo>
                    <a:pt x="1546832" y="374074"/>
                  </a:lnTo>
                  <a:lnTo>
                    <a:pt x="1533906" y="368850"/>
                  </a:lnTo>
                  <a:lnTo>
                    <a:pt x="1511599" y="370286"/>
                  </a:lnTo>
                  <a:lnTo>
                    <a:pt x="1493322" y="374214"/>
                  </a:lnTo>
                  <a:lnTo>
                    <a:pt x="1477142" y="368850"/>
                  </a:lnTo>
                  <a:lnTo>
                    <a:pt x="1474015" y="371583"/>
                  </a:lnTo>
                  <a:lnTo>
                    <a:pt x="1471003" y="374341"/>
                  </a:lnTo>
                  <a:lnTo>
                    <a:pt x="1475439" y="390686"/>
                  </a:lnTo>
                  <a:lnTo>
                    <a:pt x="1469452" y="399698"/>
                  </a:lnTo>
                  <a:lnTo>
                    <a:pt x="1460313" y="393406"/>
                  </a:lnTo>
                  <a:lnTo>
                    <a:pt x="1449332" y="389758"/>
                  </a:lnTo>
                  <a:lnTo>
                    <a:pt x="1416718" y="396418"/>
                  </a:lnTo>
                  <a:lnTo>
                    <a:pt x="1402114" y="392898"/>
                  </a:lnTo>
                  <a:lnTo>
                    <a:pt x="1363602" y="372117"/>
                  </a:lnTo>
                  <a:lnTo>
                    <a:pt x="1353421" y="370541"/>
                  </a:lnTo>
                  <a:lnTo>
                    <a:pt x="1337774" y="374849"/>
                  </a:lnTo>
                  <a:lnTo>
                    <a:pt x="1270309" y="350420"/>
                  </a:lnTo>
                  <a:lnTo>
                    <a:pt x="1266902" y="344803"/>
                  </a:lnTo>
                  <a:lnTo>
                    <a:pt x="1249566" y="339706"/>
                  </a:lnTo>
                  <a:lnTo>
                    <a:pt x="1220955" y="337736"/>
                  </a:lnTo>
                  <a:lnTo>
                    <a:pt x="1199437" y="328851"/>
                  </a:lnTo>
                  <a:lnTo>
                    <a:pt x="1141631" y="327301"/>
                  </a:lnTo>
                  <a:lnTo>
                    <a:pt x="1099992" y="329372"/>
                  </a:lnTo>
                  <a:lnTo>
                    <a:pt x="1086023" y="335778"/>
                  </a:lnTo>
                  <a:lnTo>
                    <a:pt x="1072716" y="336566"/>
                  </a:lnTo>
                  <a:lnTo>
                    <a:pt x="1053142" y="333554"/>
                  </a:lnTo>
                  <a:lnTo>
                    <a:pt x="1016600" y="331864"/>
                  </a:lnTo>
                  <a:lnTo>
                    <a:pt x="981495" y="339706"/>
                  </a:lnTo>
                  <a:lnTo>
                    <a:pt x="908297" y="346239"/>
                  </a:lnTo>
                  <a:lnTo>
                    <a:pt x="827384" y="365317"/>
                  </a:lnTo>
                  <a:lnTo>
                    <a:pt x="812246" y="360093"/>
                  </a:lnTo>
                  <a:lnTo>
                    <a:pt x="801404" y="352251"/>
                  </a:lnTo>
                  <a:lnTo>
                    <a:pt x="778042" y="338524"/>
                  </a:lnTo>
                  <a:lnTo>
                    <a:pt x="765650" y="334596"/>
                  </a:lnTo>
                  <a:lnTo>
                    <a:pt x="752597" y="337481"/>
                  </a:lnTo>
                  <a:lnTo>
                    <a:pt x="742162" y="344269"/>
                  </a:lnTo>
                  <a:lnTo>
                    <a:pt x="718673" y="353166"/>
                  </a:lnTo>
                  <a:lnTo>
                    <a:pt x="702239" y="368062"/>
                  </a:lnTo>
                  <a:lnTo>
                    <a:pt x="698705" y="376032"/>
                  </a:lnTo>
                  <a:lnTo>
                    <a:pt x="697930" y="402176"/>
                  </a:lnTo>
                  <a:lnTo>
                    <a:pt x="687215" y="420860"/>
                  </a:lnTo>
                  <a:lnTo>
                    <a:pt x="590516" y="465842"/>
                  </a:lnTo>
                  <a:lnTo>
                    <a:pt x="555156" y="465715"/>
                  </a:lnTo>
                  <a:lnTo>
                    <a:pt x="535328" y="493804"/>
                  </a:lnTo>
                  <a:lnTo>
                    <a:pt x="523190" y="496944"/>
                  </a:lnTo>
                  <a:lnTo>
                    <a:pt x="513657" y="517725"/>
                  </a:lnTo>
                  <a:lnTo>
                    <a:pt x="504265" y="524525"/>
                  </a:lnTo>
                  <a:lnTo>
                    <a:pt x="474103" y="514725"/>
                  </a:lnTo>
                  <a:lnTo>
                    <a:pt x="446319" y="500477"/>
                  </a:lnTo>
                  <a:lnTo>
                    <a:pt x="439277" y="480458"/>
                  </a:lnTo>
                  <a:lnTo>
                    <a:pt x="428957" y="468702"/>
                  </a:lnTo>
                  <a:lnTo>
                    <a:pt x="425042" y="456284"/>
                  </a:lnTo>
                  <a:lnTo>
                    <a:pt x="426872" y="443345"/>
                  </a:lnTo>
                  <a:lnTo>
                    <a:pt x="411340" y="433672"/>
                  </a:lnTo>
                  <a:lnTo>
                    <a:pt x="376108" y="433939"/>
                  </a:lnTo>
                  <a:lnTo>
                    <a:pt x="328737" y="444514"/>
                  </a:lnTo>
                  <a:lnTo>
                    <a:pt x="325864" y="450272"/>
                  </a:lnTo>
                  <a:lnTo>
                    <a:pt x="301067" y="466884"/>
                  </a:lnTo>
                  <a:lnTo>
                    <a:pt x="283984" y="485174"/>
                  </a:lnTo>
                  <a:lnTo>
                    <a:pt x="275100" y="490538"/>
                  </a:lnTo>
                  <a:lnTo>
                    <a:pt x="273269" y="494706"/>
                  </a:lnTo>
                  <a:lnTo>
                    <a:pt x="274197" y="503998"/>
                  </a:lnTo>
                  <a:lnTo>
                    <a:pt x="252653" y="542039"/>
                  </a:lnTo>
                  <a:lnTo>
                    <a:pt x="230741" y="568045"/>
                  </a:lnTo>
                  <a:lnTo>
                    <a:pt x="234656" y="577310"/>
                  </a:lnTo>
                  <a:lnTo>
                    <a:pt x="216112" y="619534"/>
                  </a:lnTo>
                  <a:lnTo>
                    <a:pt x="198889" y="628939"/>
                  </a:lnTo>
                  <a:lnTo>
                    <a:pt x="200326" y="644763"/>
                  </a:lnTo>
                  <a:lnTo>
                    <a:pt x="184667" y="671823"/>
                  </a:lnTo>
                  <a:lnTo>
                    <a:pt x="170444" y="682004"/>
                  </a:lnTo>
                  <a:lnTo>
                    <a:pt x="145125" y="723185"/>
                  </a:lnTo>
                  <a:lnTo>
                    <a:pt x="130648" y="741488"/>
                  </a:lnTo>
                  <a:lnTo>
                    <a:pt x="108710" y="745670"/>
                  </a:lnTo>
                  <a:lnTo>
                    <a:pt x="98148" y="764608"/>
                  </a:lnTo>
                  <a:lnTo>
                    <a:pt x="93573" y="800832"/>
                  </a:lnTo>
                  <a:lnTo>
                    <a:pt x="96585" y="821601"/>
                  </a:lnTo>
                  <a:lnTo>
                    <a:pt x="50637" y="900022"/>
                  </a:lnTo>
                  <a:lnTo>
                    <a:pt x="12926" y="922125"/>
                  </a:lnTo>
                  <a:lnTo>
                    <a:pt x="0" y="914537"/>
                  </a:lnTo>
                  <a:lnTo>
                    <a:pt x="3012" y="911525"/>
                  </a:lnTo>
                  <a:lnTo>
                    <a:pt x="13969" y="900149"/>
                  </a:lnTo>
                  <a:lnTo>
                    <a:pt x="13702" y="887605"/>
                  </a:lnTo>
                  <a:lnTo>
                    <a:pt x="13320" y="872314"/>
                  </a:lnTo>
                  <a:lnTo>
                    <a:pt x="5618" y="855981"/>
                  </a:lnTo>
                  <a:lnTo>
                    <a:pt x="9266" y="836242"/>
                  </a:lnTo>
                  <a:lnTo>
                    <a:pt x="13841" y="799002"/>
                  </a:lnTo>
                  <a:lnTo>
                    <a:pt x="13575" y="784092"/>
                  </a:lnTo>
                  <a:lnTo>
                    <a:pt x="23882" y="771014"/>
                  </a:lnTo>
                  <a:lnTo>
                    <a:pt x="31852" y="752851"/>
                  </a:lnTo>
                  <a:lnTo>
                    <a:pt x="41766" y="747627"/>
                  </a:lnTo>
                  <a:lnTo>
                    <a:pt x="48680" y="726452"/>
                  </a:lnTo>
                  <a:lnTo>
                    <a:pt x="53396" y="708416"/>
                  </a:lnTo>
                  <a:lnTo>
                    <a:pt x="46202" y="689719"/>
                  </a:lnTo>
                  <a:lnTo>
                    <a:pt x="52989" y="649733"/>
                  </a:lnTo>
                  <a:lnTo>
                    <a:pt x="64085" y="642539"/>
                  </a:lnTo>
                  <a:lnTo>
                    <a:pt x="76223" y="625952"/>
                  </a:lnTo>
                  <a:lnTo>
                    <a:pt x="87446" y="608311"/>
                  </a:lnTo>
                  <a:lnTo>
                    <a:pt x="104541" y="589868"/>
                  </a:lnTo>
                  <a:lnTo>
                    <a:pt x="115892" y="563329"/>
                  </a:lnTo>
                  <a:lnTo>
                    <a:pt x="130114" y="522809"/>
                  </a:lnTo>
                  <a:lnTo>
                    <a:pt x="132593" y="498240"/>
                  </a:lnTo>
                  <a:lnTo>
                    <a:pt x="140943" y="479950"/>
                  </a:lnTo>
                  <a:lnTo>
                    <a:pt x="170965" y="441387"/>
                  </a:lnTo>
                  <a:lnTo>
                    <a:pt x="184667" y="427406"/>
                  </a:lnTo>
                  <a:lnTo>
                    <a:pt x="215603" y="383225"/>
                  </a:lnTo>
                  <a:lnTo>
                    <a:pt x="237910" y="364415"/>
                  </a:lnTo>
                  <a:lnTo>
                    <a:pt x="247430" y="363880"/>
                  </a:lnTo>
                  <a:lnTo>
                    <a:pt x="269228" y="371850"/>
                  </a:lnTo>
                  <a:lnTo>
                    <a:pt x="277070" y="356699"/>
                  </a:lnTo>
                  <a:lnTo>
                    <a:pt x="287238" y="350674"/>
                  </a:lnTo>
                  <a:lnTo>
                    <a:pt x="286323" y="326881"/>
                  </a:lnTo>
                  <a:lnTo>
                    <a:pt x="303418" y="302058"/>
                  </a:lnTo>
                  <a:lnTo>
                    <a:pt x="305897" y="275392"/>
                  </a:lnTo>
                  <a:lnTo>
                    <a:pt x="318556" y="267817"/>
                  </a:lnTo>
                  <a:lnTo>
                    <a:pt x="339172" y="255539"/>
                  </a:lnTo>
                  <a:lnTo>
                    <a:pt x="343608" y="247824"/>
                  </a:lnTo>
                  <a:lnTo>
                    <a:pt x="357970" y="230030"/>
                  </a:lnTo>
                  <a:lnTo>
                    <a:pt x="365927" y="215400"/>
                  </a:lnTo>
                  <a:lnTo>
                    <a:pt x="394639" y="193958"/>
                  </a:lnTo>
                  <a:lnTo>
                    <a:pt x="407044" y="175401"/>
                  </a:lnTo>
                  <a:lnTo>
                    <a:pt x="421915" y="162996"/>
                  </a:lnTo>
                  <a:lnTo>
                    <a:pt x="431842" y="162868"/>
                  </a:lnTo>
                  <a:lnTo>
                    <a:pt x="486903" y="153069"/>
                  </a:lnTo>
                  <a:lnTo>
                    <a:pt x="500083" y="153972"/>
                  </a:lnTo>
                  <a:lnTo>
                    <a:pt x="513657" y="165602"/>
                  </a:lnTo>
                  <a:lnTo>
                    <a:pt x="529850" y="171080"/>
                  </a:lnTo>
                  <a:lnTo>
                    <a:pt x="546933" y="166911"/>
                  </a:lnTo>
                  <a:lnTo>
                    <a:pt x="551115" y="159462"/>
                  </a:lnTo>
                  <a:lnTo>
                    <a:pt x="574857" y="142214"/>
                  </a:lnTo>
                  <a:lnTo>
                    <a:pt x="605260" y="137105"/>
                  </a:lnTo>
                  <a:lnTo>
                    <a:pt x="631761" y="127967"/>
                  </a:lnTo>
                  <a:lnTo>
                    <a:pt x="645589" y="113451"/>
                  </a:lnTo>
                  <a:lnTo>
                    <a:pt x="656037" y="116209"/>
                  </a:lnTo>
                  <a:lnTo>
                    <a:pt x="659685" y="113184"/>
                  </a:lnTo>
                  <a:lnTo>
                    <a:pt x="660473" y="94107"/>
                  </a:lnTo>
                  <a:lnTo>
                    <a:pt x="679399" y="77507"/>
                  </a:lnTo>
                  <a:lnTo>
                    <a:pt x="695439" y="78041"/>
                  </a:lnTo>
                  <a:lnTo>
                    <a:pt x="701718" y="70961"/>
                  </a:lnTo>
                  <a:lnTo>
                    <a:pt x="711492" y="45871"/>
                  </a:lnTo>
                  <a:lnTo>
                    <a:pt x="730684" y="39745"/>
                  </a:lnTo>
                  <a:lnTo>
                    <a:pt x="749076" y="10969"/>
                  </a:lnTo>
                  <a:lnTo>
                    <a:pt x="761735" y="3534"/>
                  </a:lnTo>
                  <a:close/>
                </a:path>
              </a:pathLst>
            </a:custGeom>
            <a:solidFill>
              <a:srgbClr val="BAE0DF"/>
            </a:solidFill>
            <a:ln w="12700" cap="flat">
              <a:noFill/>
              <a:prstDash val="solid"/>
              <a:miter/>
            </a:ln>
          </p:spPr>
          <p:txBody>
            <a:bodyPr rtlCol="0" anchor="ctr"/>
            <a:lstStyle/>
            <a:p>
              <a:endParaRPr lang="de-CH"/>
            </a:p>
          </p:txBody>
        </p:sp>
      </p:grpSp>
    </p:spTree>
    <p:extLst>
      <p:ext uri="{BB962C8B-B14F-4D97-AF65-F5344CB8AC3E}">
        <p14:creationId xmlns:p14="http://schemas.microsoft.com/office/powerpoint/2010/main" val="329379795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8475A101-0205-6888-1E20-8BA7CD462DC4}"/>
              </a:ext>
            </a:extLst>
          </p:cNvPr>
          <p:cNvSpPr>
            <a:spLocks noGrp="1"/>
          </p:cNvSpPr>
          <p:nvPr>
            <p:ph type="dt" sz="half" idx="10"/>
          </p:nvPr>
        </p:nvSpPr>
        <p:spPr/>
        <p:txBody>
          <a:bodyPr/>
          <a:lstStyle/>
          <a:p>
            <a:fld id="{AFD7099A-BCF6-4A80-8FE1-EADA85388043}" type="datetime4">
              <a:rPr lang="de-CH" smtClean="0"/>
              <a:t>8. Februar 2026</a:t>
            </a:fld>
            <a:endParaRPr lang="de-CH" dirty="0"/>
          </a:p>
        </p:txBody>
      </p:sp>
      <p:sp>
        <p:nvSpPr>
          <p:cNvPr id="4" name="Fußzeilenplatzhalter 3">
            <a:extLst>
              <a:ext uri="{FF2B5EF4-FFF2-40B4-BE49-F238E27FC236}">
                <a16:creationId xmlns:a16="http://schemas.microsoft.com/office/drawing/2014/main" id="{CDDDC4AE-2CAC-006E-D021-DA82EAE5A07C}"/>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5" name="Foliennummernplatzhalter 4">
            <a:extLst>
              <a:ext uri="{FF2B5EF4-FFF2-40B4-BE49-F238E27FC236}">
                <a16:creationId xmlns:a16="http://schemas.microsoft.com/office/drawing/2014/main" id="{024C5B6F-BD1E-8742-66F0-503F4042F27D}"/>
              </a:ext>
            </a:extLst>
          </p:cNvPr>
          <p:cNvSpPr>
            <a:spLocks noGrp="1"/>
          </p:cNvSpPr>
          <p:nvPr>
            <p:ph type="sldNum" sz="quarter" idx="12"/>
          </p:nvPr>
        </p:nvSpPr>
        <p:spPr/>
        <p:txBody>
          <a:bodyPr/>
          <a:lstStyle/>
          <a:p>
            <a:fld id="{442AD375-037F-43D0-B059-5172DA06796A}" type="slidenum">
              <a:rPr lang="de-CH" smtClean="0"/>
              <a:pPr/>
              <a:t>78</a:t>
            </a:fld>
            <a:endParaRPr lang="de-CH" dirty="0"/>
          </a:p>
        </p:txBody>
      </p:sp>
      <p:sp>
        <p:nvSpPr>
          <p:cNvPr id="2" name="Titel 1">
            <a:extLst>
              <a:ext uri="{FF2B5EF4-FFF2-40B4-BE49-F238E27FC236}">
                <a16:creationId xmlns:a16="http://schemas.microsoft.com/office/drawing/2014/main" id="{4AF76E47-DF7E-F10C-C342-12ABA1922158}"/>
              </a:ext>
            </a:extLst>
          </p:cNvPr>
          <p:cNvSpPr>
            <a:spLocks noGrp="1"/>
          </p:cNvSpPr>
          <p:nvPr>
            <p:ph type="title"/>
          </p:nvPr>
        </p:nvSpPr>
        <p:spPr/>
        <p:txBody>
          <a:bodyPr/>
          <a:lstStyle/>
          <a:p>
            <a:r>
              <a:rPr lang="de-CH" dirty="0"/>
              <a:t>Titel</a:t>
            </a:r>
          </a:p>
        </p:txBody>
      </p:sp>
      <p:grpSp>
        <p:nvGrpSpPr>
          <p:cNvPr id="6" name="Gruppieren 5">
            <a:extLst>
              <a:ext uri="{FF2B5EF4-FFF2-40B4-BE49-F238E27FC236}">
                <a16:creationId xmlns:a16="http://schemas.microsoft.com/office/drawing/2014/main" id="{375141E7-80C8-E6ED-541D-763018C16E0D}"/>
              </a:ext>
            </a:extLst>
          </p:cNvPr>
          <p:cNvGrpSpPr/>
          <p:nvPr/>
        </p:nvGrpSpPr>
        <p:grpSpPr>
          <a:xfrm>
            <a:off x="1454254" y="440667"/>
            <a:ext cx="9341746" cy="6261350"/>
            <a:chOff x="1454254" y="440667"/>
            <a:chExt cx="9341746" cy="6261350"/>
          </a:xfrm>
        </p:grpSpPr>
        <p:sp>
          <p:nvSpPr>
            <p:cNvPr id="7" name="Freihandform: Form 6">
              <a:extLst>
                <a:ext uri="{FF2B5EF4-FFF2-40B4-BE49-F238E27FC236}">
                  <a16:creationId xmlns:a16="http://schemas.microsoft.com/office/drawing/2014/main" id="{750D51EA-71B1-ECE5-23C3-8445B9BDC208}"/>
                </a:ext>
              </a:extLst>
            </p:cNvPr>
            <p:cNvSpPr/>
            <p:nvPr/>
          </p:nvSpPr>
          <p:spPr>
            <a:xfrm>
              <a:off x="6389779" y="823574"/>
              <a:ext cx="1269406" cy="1592588"/>
            </a:xfrm>
            <a:custGeom>
              <a:avLst/>
              <a:gdLst>
                <a:gd name="connsiteX0" fmla="*/ 603061 w 1269406"/>
                <a:gd name="connsiteY0" fmla="*/ 958387 h 1592588"/>
                <a:gd name="connsiteX1" fmla="*/ 596528 w 1269406"/>
                <a:gd name="connsiteY1" fmla="*/ 963078 h 1592588"/>
                <a:gd name="connsiteX2" fmla="*/ 594571 w 1269406"/>
                <a:gd name="connsiteY2" fmla="*/ 973538 h 1592588"/>
                <a:gd name="connsiteX3" fmla="*/ 595740 w 1269406"/>
                <a:gd name="connsiteY3" fmla="*/ 988587 h 1592588"/>
                <a:gd name="connsiteX4" fmla="*/ 603710 w 1269406"/>
                <a:gd name="connsiteY4" fmla="*/ 1002034 h 1592588"/>
                <a:gd name="connsiteX5" fmla="*/ 611793 w 1269406"/>
                <a:gd name="connsiteY5" fmla="*/ 1012355 h 1592588"/>
                <a:gd name="connsiteX6" fmla="*/ 618974 w 1269406"/>
                <a:gd name="connsiteY6" fmla="*/ 1015774 h 1592588"/>
                <a:gd name="connsiteX7" fmla="*/ 624325 w 1269406"/>
                <a:gd name="connsiteY7" fmla="*/ 1028840 h 1592588"/>
                <a:gd name="connsiteX8" fmla="*/ 631367 w 1269406"/>
                <a:gd name="connsiteY8" fmla="*/ 1035195 h 1592588"/>
                <a:gd name="connsiteX9" fmla="*/ 641408 w 1269406"/>
                <a:gd name="connsiteY9" fmla="*/ 1037026 h 1592588"/>
                <a:gd name="connsiteX10" fmla="*/ 657931 w 1269406"/>
                <a:gd name="connsiteY10" fmla="*/ 1061175 h 1592588"/>
                <a:gd name="connsiteX11" fmla="*/ 667324 w 1269406"/>
                <a:gd name="connsiteY11" fmla="*/ 1082350 h 1592588"/>
                <a:gd name="connsiteX12" fmla="*/ 672675 w 1269406"/>
                <a:gd name="connsiteY12" fmla="*/ 1091362 h 1592588"/>
                <a:gd name="connsiteX13" fmla="*/ 672154 w 1269406"/>
                <a:gd name="connsiteY13" fmla="*/ 1100907 h 1592588"/>
                <a:gd name="connsiteX14" fmla="*/ 675967 w 1269406"/>
                <a:gd name="connsiteY14" fmla="*/ 1109664 h 1592588"/>
                <a:gd name="connsiteX15" fmla="*/ 689262 w 1269406"/>
                <a:gd name="connsiteY15" fmla="*/ 1110313 h 1592588"/>
                <a:gd name="connsiteX16" fmla="*/ 688614 w 1269406"/>
                <a:gd name="connsiteY16" fmla="*/ 1102610 h 1592588"/>
                <a:gd name="connsiteX17" fmla="*/ 692795 w 1269406"/>
                <a:gd name="connsiteY17" fmla="*/ 1095797 h 1592588"/>
                <a:gd name="connsiteX18" fmla="*/ 704539 w 1269406"/>
                <a:gd name="connsiteY18" fmla="*/ 1095543 h 1592588"/>
                <a:gd name="connsiteX19" fmla="*/ 708200 w 1269406"/>
                <a:gd name="connsiteY19" fmla="*/ 1087167 h 1592588"/>
                <a:gd name="connsiteX20" fmla="*/ 708327 w 1269406"/>
                <a:gd name="connsiteY20" fmla="*/ 1074368 h 1592588"/>
                <a:gd name="connsiteX21" fmla="*/ 687444 w 1269406"/>
                <a:gd name="connsiteY21" fmla="*/ 1062992 h 1592588"/>
                <a:gd name="connsiteX22" fmla="*/ 674391 w 1269406"/>
                <a:gd name="connsiteY22" fmla="*/ 1051896 h 1592588"/>
                <a:gd name="connsiteX23" fmla="*/ 670349 w 1269406"/>
                <a:gd name="connsiteY23" fmla="*/ 1042885 h 1592588"/>
                <a:gd name="connsiteX24" fmla="*/ 671531 w 1269406"/>
                <a:gd name="connsiteY24" fmla="*/ 1024569 h 1592588"/>
                <a:gd name="connsiteX25" fmla="*/ 668519 w 1269406"/>
                <a:gd name="connsiteY25" fmla="*/ 1015672 h 1592588"/>
                <a:gd name="connsiteX26" fmla="*/ 651995 w 1269406"/>
                <a:gd name="connsiteY26" fmla="*/ 988485 h 1592588"/>
                <a:gd name="connsiteX27" fmla="*/ 639082 w 1269406"/>
                <a:gd name="connsiteY27" fmla="*/ 981940 h 1592588"/>
                <a:gd name="connsiteX28" fmla="*/ 618212 w 1269406"/>
                <a:gd name="connsiteY28" fmla="*/ 955248 h 1592588"/>
                <a:gd name="connsiteX29" fmla="*/ 115892 w 1269406"/>
                <a:gd name="connsiteY29" fmla="*/ 1201152 h 1592588"/>
                <a:gd name="connsiteX30" fmla="*/ 143549 w 1269406"/>
                <a:gd name="connsiteY30" fmla="*/ 1177880 h 1592588"/>
                <a:gd name="connsiteX31" fmla="*/ 158687 w 1269406"/>
                <a:gd name="connsiteY31" fmla="*/ 1135542 h 1592588"/>
                <a:gd name="connsiteX32" fmla="*/ 168855 w 1269406"/>
                <a:gd name="connsiteY32" fmla="*/ 1133585 h 1592588"/>
                <a:gd name="connsiteX33" fmla="*/ 189077 w 1269406"/>
                <a:gd name="connsiteY33" fmla="*/ 1101288 h 1592588"/>
                <a:gd name="connsiteX34" fmla="*/ 185556 w 1269406"/>
                <a:gd name="connsiteY34" fmla="*/ 1081676 h 1592588"/>
                <a:gd name="connsiteX35" fmla="*/ 151366 w 1269406"/>
                <a:gd name="connsiteY35" fmla="*/ 1102470 h 1592588"/>
                <a:gd name="connsiteX36" fmla="*/ 110388 w 1269406"/>
                <a:gd name="connsiteY36" fmla="*/ 1096458 h 1592588"/>
                <a:gd name="connsiteX37" fmla="*/ 117823 w 1269406"/>
                <a:gd name="connsiteY37" fmla="*/ 1070835 h 1592588"/>
                <a:gd name="connsiteX38" fmla="*/ 97716 w 1269406"/>
                <a:gd name="connsiteY38" fmla="*/ 1027061 h 1592588"/>
                <a:gd name="connsiteX39" fmla="*/ 93903 w 1269406"/>
                <a:gd name="connsiteY39" fmla="*/ 990455 h 1592588"/>
                <a:gd name="connsiteX40" fmla="*/ 100029 w 1269406"/>
                <a:gd name="connsiteY40" fmla="*/ 982728 h 1592588"/>
                <a:gd name="connsiteX41" fmla="*/ 84103 w 1269406"/>
                <a:gd name="connsiteY41" fmla="*/ 971504 h 1592588"/>
                <a:gd name="connsiteX42" fmla="*/ 82273 w 1269406"/>
                <a:gd name="connsiteY42" fmla="*/ 958693 h 1592588"/>
                <a:gd name="connsiteX43" fmla="*/ 75499 w 1269406"/>
                <a:gd name="connsiteY43" fmla="*/ 901840 h 1592588"/>
                <a:gd name="connsiteX44" fmla="*/ 6584 w 1269406"/>
                <a:gd name="connsiteY44" fmla="*/ 889295 h 1592588"/>
                <a:gd name="connsiteX45" fmla="*/ 6063 w 1269406"/>
                <a:gd name="connsiteY45" fmla="*/ 877525 h 1592588"/>
                <a:gd name="connsiteX46" fmla="*/ 46913 w 1269406"/>
                <a:gd name="connsiteY46" fmla="*/ 871907 h 1592588"/>
                <a:gd name="connsiteX47" fmla="*/ 55810 w 1269406"/>
                <a:gd name="connsiteY47" fmla="*/ 800667 h 1592588"/>
                <a:gd name="connsiteX48" fmla="*/ 43800 w 1269406"/>
                <a:gd name="connsiteY48" fmla="*/ 798849 h 1592588"/>
                <a:gd name="connsiteX49" fmla="*/ 48362 w 1269406"/>
                <a:gd name="connsiteY49" fmla="*/ 780940 h 1592588"/>
                <a:gd name="connsiteX50" fmla="*/ 38321 w 1269406"/>
                <a:gd name="connsiteY50" fmla="*/ 748135 h 1592588"/>
                <a:gd name="connsiteX51" fmla="*/ 56853 w 1269406"/>
                <a:gd name="connsiteY51" fmla="*/ 734154 h 1592588"/>
                <a:gd name="connsiteX52" fmla="*/ 10905 w 1269406"/>
                <a:gd name="connsiteY52" fmla="*/ 685143 h 1592588"/>
                <a:gd name="connsiteX53" fmla="*/ 29767 w 1269406"/>
                <a:gd name="connsiteY53" fmla="*/ 672039 h 1592588"/>
                <a:gd name="connsiteX54" fmla="*/ 25332 w 1269406"/>
                <a:gd name="connsiteY54" fmla="*/ 641331 h 1592588"/>
                <a:gd name="connsiteX55" fmla="*/ 4995 w 1269406"/>
                <a:gd name="connsiteY55" fmla="*/ 643289 h 1592588"/>
                <a:gd name="connsiteX56" fmla="*/ 0 w 1269406"/>
                <a:gd name="connsiteY56" fmla="*/ 556376 h 1592588"/>
                <a:gd name="connsiteX57" fmla="*/ 31979 w 1269406"/>
                <a:gd name="connsiteY57" fmla="*/ 549055 h 1592588"/>
                <a:gd name="connsiteX58" fmla="*/ 50650 w 1269406"/>
                <a:gd name="connsiteY58" fmla="*/ 499664 h 1592588"/>
                <a:gd name="connsiteX59" fmla="*/ 61733 w 1269406"/>
                <a:gd name="connsiteY59" fmla="*/ 503311 h 1592588"/>
                <a:gd name="connsiteX60" fmla="*/ 71266 w 1269406"/>
                <a:gd name="connsiteY60" fmla="*/ 505015 h 1592588"/>
                <a:gd name="connsiteX61" fmla="*/ 82870 w 1269406"/>
                <a:gd name="connsiteY61" fmla="*/ 486051 h 1592588"/>
                <a:gd name="connsiteX62" fmla="*/ 76350 w 1269406"/>
                <a:gd name="connsiteY62" fmla="*/ 467367 h 1592588"/>
                <a:gd name="connsiteX63" fmla="*/ 112231 w 1269406"/>
                <a:gd name="connsiteY63" fmla="*/ 448810 h 1592588"/>
                <a:gd name="connsiteX64" fmla="*/ 113807 w 1269406"/>
                <a:gd name="connsiteY64" fmla="*/ 401630 h 1592588"/>
                <a:gd name="connsiteX65" fmla="*/ 128030 w 1269406"/>
                <a:gd name="connsiteY65" fmla="*/ 382564 h 1592588"/>
                <a:gd name="connsiteX66" fmla="*/ 151391 w 1269406"/>
                <a:gd name="connsiteY66" fmla="*/ 384776 h 1592588"/>
                <a:gd name="connsiteX67" fmla="*/ 205283 w 1269406"/>
                <a:gd name="connsiteY67" fmla="*/ 368583 h 1592588"/>
                <a:gd name="connsiteX68" fmla="*/ 222772 w 1269406"/>
                <a:gd name="connsiteY68" fmla="*/ 362050 h 1592588"/>
                <a:gd name="connsiteX69" fmla="*/ 245650 w 1269406"/>
                <a:gd name="connsiteY69" fmla="*/ 353293 h 1592588"/>
                <a:gd name="connsiteX70" fmla="*/ 265986 w 1269406"/>
                <a:gd name="connsiteY70" fmla="*/ 341790 h 1592588"/>
                <a:gd name="connsiteX71" fmla="*/ 251103 w 1269406"/>
                <a:gd name="connsiteY71" fmla="*/ 322318 h 1592588"/>
                <a:gd name="connsiteX72" fmla="*/ 213125 w 1269406"/>
                <a:gd name="connsiteY72" fmla="*/ 333681 h 1592588"/>
                <a:gd name="connsiteX73" fmla="*/ 197211 w 1269406"/>
                <a:gd name="connsiteY73" fmla="*/ 320348 h 1592588"/>
                <a:gd name="connsiteX74" fmla="*/ 188975 w 1269406"/>
                <a:gd name="connsiteY74" fmla="*/ 278913 h 1592588"/>
                <a:gd name="connsiteX75" fmla="*/ 231148 w 1269406"/>
                <a:gd name="connsiteY75" fmla="*/ 253696 h 1592588"/>
                <a:gd name="connsiteX76" fmla="*/ 241710 w 1269406"/>
                <a:gd name="connsiteY76" fmla="*/ 239320 h 1592588"/>
                <a:gd name="connsiteX77" fmla="*/ 292335 w 1269406"/>
                <a:gd name="connsiteY77" fmla="*/ 232126 h 1592588"/>
                <a:gd name="connsiteX78" fmla="*/ 308388 w 1269406"/>
                <a:gd name="connsiteY78" fmla="*/ 188467 h 1592588"/>
                <a:gd name="connsiteX79" fmla="*/ 355632 w 1269406"/>
                <a:gd name="connsiteY79" fmla="*/ 187298 h 1592588"/>
                <a:gd name="connsiteX80" fmla="*/ 362813 w 1269406"/>
                <a:gd name="connsiteY80" fmla="*/ 204431 h 1592588"/>
                <a:gd name="connsiteX81" fmla="*/ 394588 w 1269406"/>
                <a:gd name="connsiteY81" fmla="*/ 203884 h 1592588"/>
                <a:gd name="connsiteX82" fmla="*/ 410527 w 1269406"/>
                <a:gd name="connsiteY82" fmla="*/ 228733 h 1592588"/>
                <a:gd name="connsiteX83" fmla="*/ 427622 w 1269406"/>
                <a:gd name="connsiteY83" fmla="*/ 236435 h 1592588"/>
                <a:gd name="connsiteX84" fmla="*/ 434791 w 1269406"/>
                <a:gd name="connsiteY84" fmla="*/ 254077 h 1592588"/>
                <a:gd name="connsiteX85" fmla="*/ 418267 w 1269406"/>
                <a:gd name="connsiteY85" fmla="*/ 262974 h 1592588"/>
                <a:gd name="connsiteX86" fmla="*/ 403384 w 1269406"/>
                <a:gd name="connsiteY86" fmla="*/ 284670 h 1592588"/>
                <a:gd name="connsiteX87" fmla="*/ 390597 w 1269406"/>
                <a:gd name="connsiteY87" fmla="*/ 290682 h 1592588"/>
                <a:gd name="connsiteX88" fmla="*/ 368278 w 1269406"/>
                <a:gd name="connsiteY88" fmla="*/ 307409 h 1592588"/>
                <a:gd name="connsiteX89" fmla="*/ 351844 w 1269406"/>
                <a:gd name="connsiteY89" fmla="*/ 320615 h 1592588"/>
                <a:gd name="connsiteX90" fmla="*/ 347408 w 1269406"/>
                <a:gd name="connsiteY90" fmla="*/ 356826 h 1592588"/>
                <a:gd name="connsiteX91" fmla="*/ 371291 w 1269406"/>
                <a:gd name="connsiteY91" fmla="*/ 360995 h 1592588"/>
                <a:gd name="connsiteX92" fmla="*/ 388500 w 1269406"/>
                <a:gd name="connsiteY92" fmla="*/ 423860 h 1592588"/>
                <a:gd name="connsiteX93" fmla="*/ 405735 w 1269406"/>
                <a:gd name="connsiteY93" fmla="*/ 409370 h 1592588"/>
                <a:gd name="connsiteX94" fmla="*/ 415789 w 1269406"/>
                <a:gd name="connsiteY94" fmla="*/ 356420 h 1592588"/>
                <a:gd name="connsiteX95" fmla="*/ 447221 w 1269406"/>
                <a:gd name="connsiteY95" fmla="*/ 307943 h 1592588"/>
                <a:gd name="connsiteX96" fmla="*/ 466287 w 1269406"/>
                <a:gd name="connsiteY96" fmla="*/ 297343 h 1592588"/>
                <a:gd name="connsiteX97" fmla="*/ 468765 w 1269406"/>
                <a:gd name="connsiteY97" fmla="*/ 265313 h 1592588"/>
                <a:gd name="connsiteX98" fmla="*/ 484170 w 1269406"/>
                <a:gd name="connsiteY98" fmla="*/ 249234 h 1592588"/>
                <a:gd name="connsiteX99" fmla="*/ 485606 w 1269406"/>
                <a:gd name="connsiteY99" fmla="*/ 231593 h 1592588"/>
                <a:gd name="connsiteX100" fmla="*/ 470214 w 1269406"/>
                <a:gd name="connsiteY100" fmla="*/ 197339 h 1592588"/>
                <a:gd name="connsiteX101" fmla="*/ 467456 w 1269406"/>
                <a:gd name="connsiteY101" fmla="*/ 153425 h 1592588"/>
                <a:gd name="connsiteX102" fmla="*/ 479073 w 1269406"/>
                <a:gd name="connsiteY102" fmla="*/ 141782 h 1592588"/>
                <a:gd name="connsiteX103" fmla="*/ 484437 w 1269406"/>
                <a:gd name="connsiteY103" fmla="*/ 125717 h 1592588"/>
                <a:gd name="connsiteX104" fmla="*/ 494999 w 1269406"/>
                <a:gd name="connsiteY104" fmla="*/ 125717 h 1592588"/>
                <a:gd name="connsiteX105" fmla="*/ 503337 w 1269406"/>
                <a:gd name="connsiteY105" fmla="*/ 137995 h 1592588"/>
                <a:gd name="connsiteX106" fmla="*/ 502688 w 1269406"/>
                <a:gd name="connsiteY106" fmla="*/ 150031 h 1592588"/>
                <a:gd name="connsiteX107" fmla="*/ 487945 w 1269406"/>
                <a:gd name="connsiteY107" fmla="*/ 162436 h 1592588"/>
                <a:gd name="connsiteX108" fmla="*/ 490957 w 1269406"/>
                <a:gd name="connsiteY108" fmla="*/ 170152 h 1592588"/>
                <a:gd name="connsiteX109" fmla="*/ 506870 w 1269406"/>
                <a:gd name="connsiteY109" fmla="*/ 168588 h 1592588"/>
                <a:gd name="connsiteX110" fmla="*/ 522123 w 1269406"/>
                <a:gd name="connsiteY110" fmla="*/ 157734 h 1592588"/>
                <a:gd name="connsiteX111" fmla="*/ 531909 w 1269406"/>
                <a:gd name="connsiteY111" fmla="*/ 137740 h 1592588"/>
                <a:gd name="connsiteX112" fmla="*/ 526953 w 1269406"/>
                <a:gd name="connsiteY112" fmla="*/ 118675 h 1592588"/>
                <a:gd name="connsiteX113" fmla="*/ 492495 w 1269406"/>
                <a:gd name="connsiteY113" fmla="*/ 81561 h 1592588"/>
                <a:gd name="connsiteX114" fmla="*/ 486509 w 1269406"/>
                <a:gd name="connsiteY114" fmla="*/ 67046 h 1592588"/>
                <a:gd name="connsiteX115" fmla="*/ 502155 w 1269406"/>
                <a:gd name="connsiteY115" fmla="*/ 46532 h 1592588"/>
                <a:gd name="connsiteX116" fmla="*/ 522262 w 1269406"/>
                <a:gd name="connsiteY116" fmla="*/ 47714 h 1592588"/>
                <a:gd name="connsiteX117" fmla="*/ 524220 w 1269406"/>
                <a:gd name="connsiteY117" fmla="*/ 7448 h 1592588"/>
                <a:gd name="connsiteX118" fmla="*/ 538709 w 1269406"/>
                <a:gd name="connsiteY118" fmla="*/ 5618 h 1592588"/>
                <a:gd name="connsiteX119" fmla="*/ 563100 w 1269406"/>
                <a:gd name="connsiteY119" fmla="*/ 0 h 1592588"/>
                <a:gd name="connsiteX120" fmla="*/ 592461 w 1269406"/>
                <a:gd name="connsiteY120" fmla="*/ 18176 h 1592588"/>
                <a:gd name="connsiteX121" fmla="*/ 613611 w 1269406"/>
                <a:gd name="connsiteY121" fmla="*/ 26399 h 1592588"/>
                <a:gd name="connsiteX122" fmla="*/ 611386 w 1269406"/>
                <a:gd name="connsiteY122" fmla="*/ 48235 h 1592588"/>
                <a:gd name="connsiteX123" fmla="*/ 630693 w 1269406"/>
                <a:gd name="connsiteY123" fmla="*/ 82985 h 1592588"/>
                <a:gd name="connsiteX124" fmla="*/ 653152 w 1269406"/>
                <a:gd name="connsiteY124" fmla="*/ 130572 h 1592588"/>
                <a:gd name="connsiteX125" fmla="*/ 711619 w 1269406"/>
                <a:gd name="connsiteY125" fmla="*/ 153844 h 1592588"/>
                <a:gd name="connsiteX126" fmla="*/ 741234 w 1269406"/>
                <a:gd name="connsiteY126" fmla="*/ 152573 h 1592588"/>
                <a:gd name="connsiteX127" fmla="*/ 772297 w 1269406"/>
                <a:gd name="connsiteY127" fmla="*/ 161725 h 1592588"/>
                <a:gd name="connsiteX128" fmla="*/ 807657 w 1269406"/>
                <a:gd name="connsiteY128" fmla="*/ 130877 h 1592588"/>
                <a:gd name="connsiteX129" fmla="*/ 874081 w 1269406"/>
                <a:gd name="connsiteY129" fmla="*/ 81739 h 1592588"/>
                <a:gd name="connsiteX130" fmla="*/ 883220 w 1269406"/>
                <a:gd name="connsiteY130" fmla="*/ 80964 h 1592588"/>
                <a:gd name="connsiteX131" fmla="*/ 887388 w 1269406"/>
                <a:gd name="connsiteY131" fmla="*/ 119260 h 1592588"/>
                <a:gd name="connsiteX132" fmla="*/ 909199 w 1269406"/>
                <a:gd name="connsiteY132" fmla="*/ 126187 h 1592588"/>
                <a:gd name="connsiteX133" fmla="*/ 931251 w 1269406"/>
                <a:gd name="connsiteY133" fmla="*/ 134550 h 1592588"/>
                <a:gd name="connsiteX134" fmla="*/ 929548 w 1269406"/>
                <a:gd name="connsiteY134" fmla="*/ 163784 h 1592588"/>
                <a:gd name="connsiteX135" fmla="*/ 888304 w 1269406"/>
                <a:gd name="connsiteY135" fmla="*/ 251230 h 1592588"/>
                <a:gd name="connsiteX136" fmla="*/ 876432 w 1269406"/>
                <a:gd name="connsiteY136" fmla="*/ 263508 h 1592588"/>
                <a:gd name="connsiteX137" fmla="*/ 855422 w 1269406"/>
                <a:gd name="connsiteY137" fmla="*/ 247175 h 1592588"/>
                <a:gd name="connsiteX138" fmla="*/ 777661 w 1269406"/>
                <a:gd name="connsiteY138" fmla="*/ 213201 h 1592588"/>
                <a:gd name="connsiteX139" fmla="*/ 758418 w 1269406"/>
                <a:gd name="connsiteY139" fmla="*/ 253378 h 1592588"/>
                <a:gd name="connsiteX140" fmla="*/ 776543 w 1269406"/>
                <a:gd name="connsiteY140" fmla="*/ 299897 h 1592588"/>
                <a:gd name="connsiteX141" fmla="*/ 804353 w 1269406"/>
                <a:gd name="connsiteY141" fmla="*/ 297953 h 1592588"/>
                <a:gd name="connsiteX142" fmla="*/ 877169 w 1269406"/>
                <a:gd name="connsiteY142" fmla="*/ 320030 h 1592588"/>
                <a:gd name="connsiteX143" fmla="*/ 902869 w 1269406"/>
                <a:gd name="connsiteY143" fmla="*/ 361974 h 1592588"/>
                <a:gd name="connsiteX144" fmla="*/ 959900 w 1269406"/>
                <a:gd name="connsiteY144" fmla="*/ 360017 h 1592588"/>
                <a:gd name="connsiteX145" fmla="*/ 984660 w 1269406"/>
                <a:gd name="connsiteY145" fmla="*/ 381980 h 1592588"/>
                <a:gd name="connsiteX146" fmla="*/ 942894 w 1269406"/>
                <a:gd name="connsiteY146" fmla="*/ 413361 h 1592588"/>
                <a:gd name="connsiteX147" fmla="*/ 966916 w 1269406"/>
                <a:gd name="connsiteY147" fmla="*/ 474523 h 1592588"/>
                <a:gd name="connsiteX148" fmla="*/ 1020807 w 1269406"/>
                <a:gd name="connsiteY148" fmla="*/ 480268 h 1592588"/>
                <a:gd name="connsiteX149" fmla="*/ 1033339 w 1269406"/>
                <a:gd name="connsiteY149" fmla="*/ 483013 h 1592588"/>
                <a:gd name="connsiteX150" fmla="*/ 1060743 w 1269406"/>
                <a:gd name="connsiteY150" fmla="*/ 486013 h 1592588"/>
                <a:gd name="connsiteX151" fmla="*/ 1083049 w 1269406"/>
                <a:gd name="connsiteY151" fmla="*/ 497782 h 1592588"/>
                <a:gd name="connsiteX152" fmla="*/ 1077317 w 1269406"/>
                <a:gd name="connsiteY152" fmla="*/ 561956 h 1592588"/>
                <a:gd name="connsiteX153" fmla="*/ 1083176 w 1269406"/>
                <a:gd name="connsiteY153" fmla="*/ 614488 h 1592588"/>
                <a:gd name="connsiteX154" fmla="*/ 1058786 w 1269406"/>
                <a:gd name="connsiteY154" fmla="*/ 624961 h 1592588"/>
                <a:gd name="connsiteX155" fmla="*/ 1055837 w 1269406"/>
                <a:gd name="connsiteY155" fmla="*/ 659075 h 1592588"/>
                <a:gd name="connsiteX156" fmla="*/ 1077774 w 1269406"/>
                <a:gd name="connsiteY156" fmla="*/ 679589 h 1592588"/>
                <a:gd name="connsiteX157" fmla="*/ 1098111 w 1269406"/>
                <a:gd name="connsiteY157" fmla="*/ 738806 h 1592588"/>
                <a:gd name="connsiteX158" fmla="*/ 1154239 w 1269406"/>
                <a:gd name="connsiteY158" fmla="*/ 758138 h 1592588"/>
                <a:gd name="connsiteX159" fmla="*/ 1153451 w 1269406"/>
                <a:gd name="connsiteY159" fmla="*/ 772005 h 1592588"/>
                <a:gd name="connsiteX160" fmla="*/ 1116261 w 1269406"/>
                <a:gd name="connsiteY160" fmla="*/ 773429 h 1592588"/>
                <a:gd name="connsiteX161" fmla="*/ 1106728 w 1269406"/>
                <a:gd name="connsiteY161" fmla="*/ 854774 h 1592588"/>
                <a:gd name="connsiteX162" fmla="*/ 1106856 w 1269406"/>
                <a:gd name="connsiteY162" fmla="*/ 864942 h 1592588"/>
                <a:gd name="connsiteX163" fmla="*/ 1177321 w 1269406"/>
                <a:gd name="connsiteY163" fmla="*/ 904280 h 1592588"/>
                <a:gd name="connsiteX164" fmla="*/ 1182405 w 1269406"/>
                <a:gd name="connsiteY164" fmla="*/ 938407 h 1592588"/>
                <a:gd name="connsiteX165" fmla="*/ 1243986 w 1269406"/>
                <a:gd name="connsiteY165" fmla="*/ 1025713 h 1592588"/>
                <a:gd name="connsiteX166" fmla="*/ 1269406 w 1269406"/>
                <a:gd name="connsiteY166" fmla="*/ 1105178 h 1592588"/>
                <a:gd name="connsiteX167" fmla="*/ 1250087 w 1269406"/>
                <a:gd name="connsiteY167" fmla="*/ 1142177 h 1592588"/>
                <a:gd name="connsiteX168" fmla="*/ 1213812 w 1269406"/>
                <a:gd name="connsiteY168" fmla="*/ 1150388 h 1592588"/>
                <a:gd name="connsiteX169" fmla="*/ 1172173 w 1269406"/>
                <a:gd name="connsiteY169" fmla="*/ 1204127 h 1592588"/>
                <a:gd name="connsiteX170" fmla="*/ 1197594 w 1269406"/>
                <a:gd name="connsiteY170" fmla="*/ 1221501 h 1592588"/>
                <a:gd name="connsiteX171" fmla="*/ 1172923 w 1269406"/>
                <a:gd name="connsiteY171" fmla="*/ 1282510 h 1592588"/>
                <a:gd name="connsiteX172" fmla="*/ 1071000 w 1269406"/>
                <a:gd name="connsiteY172" fmla="*/ 1307600 h 1592588"/>
                <a:gd name="connsiteX173" fmla="*/ 1041004 w 1269406"/>
                <a:gd name="connsiteY173" fmla="*/ 1330339 h 1592588"/>
                <a:gd name="connsiteX174" fmla="*/ 955846 w 1269406"/>
                <a:gd name="connsiteY174" fmla="*/ 1316485 h 1592588"/>
                <a:gd name="connsiteX175" fmla="*/ 916825 w 1269406"/>
                <a:gd name="connsiteY175" fmla="*/ 1324721 h 1592588"/>
                <a:gd name="connsiteX176" fmla="*/ 891506 w 1269406"/>
                <a:gd name="connsiteY176" fmla="*/ 1354399 h 1592588"/>
                <a:gd name="connsiteX177" fmla="*/ 885151 w 1269406"/>
                <a:gd name="connsiteY177" fmla="*/ 1355670 h 1592588"/>
                <a:gd name="connsiteX178" fmla="*/ 873801 w 1269406"/>
                <a:gd name="connsiteY178" fmla="*/ 1365203 h 1592588"/>
                <a:gd name="connsiteX179" fmla="*/ 847046 w 1269406"/>
                <a:gd name="connsiteY179" fmla="*/ 1365610 h 1592588"/>
                <a:gd name="connsiteX180" fmla="*/ 817164 w 1269406"/>
                <a:gd name="connsiteY180" fmla="*/ 1369525 h 1592588"/>
                <a:gd name="connsiteX181" fmla="*/ 768612 w 1269406"/>
                <a:gd name="connsiteY181" fmla="*/ 1370300 h 1592588"/>
                <a:gd name="connsiteX182" fmla="*/ 724126 w 1269406"/>
                <a:gd name="connsiteY182" fmla="*/ 1352505 h 1592588"/>
                <a:gd name="connsiteX183" fmla="*/ 713576 w 1269406"/>
                <a:gd name="connsiteY183" fmla="*/ 1335779 h 1592588"/>
                <a:gd name="connsiteX184" fmla="*/ 674175 w 1269406"/>
                <a:gd name="connsiteY184" fmla="*/ 1318137 h 1592588"/>
                <a:gd name="connsiteX185" fmla="*/ 663460 w 1269406"/>
                <a:gd name="connsiteY185" fmla="*/ 1305427 h 1592588"/>
                <a:gd name="connsiteX186" fmla="*/ 650559 w 1269406"/>
                <a:gd name="connsiteY186" fmla="*/ 1301105 h 1592588"/>
                <a:gd name="connsiteX187" fmla="*/ 627452 w 1269406"/>
                <a:gd name="connsiteY187" fmla="*/ 1290772 h 1592588"/>
                <a:gd name="connsiteX188" fmla="*/ 550327 w 1269406"/>
                <a:gd name="connsiteY188" fmla="*/ 1262810 h 1592588"/>
                <a:gd name="connsiteX189" fmla="*/ 521220 w 1269406"/>
                <a:gd name="connsiteY189" fmla="*/ 1242016 h 1592588"/>
                <a:gd name="connsiteX190" fmla="*/ 510124 w 1269406"/>
                <a:gd name="connsiteY190" fmla="*/ 1227768 h 1592588"/>
                <a:gd name="connsiteX191" fmla="*/ 487818 w 1269406"/>
                <a:gd name="connsiteY191" fmla="*/ 1194429 h 1592588"/>
                <a:gd name="connsiteX192" fmla="*/ 463274 w 1269406"/>
                <a:gd name="connsiteY192" fmla="*/ 1155726 h 1592588"/>
                <a:gd name="connsiteX193" fmla="*/ 450831 w 1269406"/>
                <a:gd name="connsiteY193" fmla="*/ 1141491 h 1592588"/>
                <a:gd name="connsiteX194" fmla="*/ 443650 w 1269406"/>
                <a:gd name="connsiteY194" fmla="*/ 1124510 h 1592588"/>
                <a:gd name="connsiteX195" fmla="*/ 442480 w 1269406"/>
                <a:gd name="connsiteY195" fmla="*/ 1111164 h 1592588"/>
                <a:gd name="connsiteX196" fmla="*/ 429770 w 1269406"/>
                <a:gd name="connsiteY196" fmla="*/ 1081765 h 1592588"/>
                <a:gd name="connsiteX197" fmla="*/ 422322 w 1269406"/>
                <a:gd name="connsiteY197" fmla="*/ 1065420 h 1592588"/>
                <a:gd name="connsiteX198" fmla="*/ 420492 w 1269406"/>
                <a:gd name="connsiteY198" fmla="*/ 1050664 h 1592588"/>
                <a:gd name="connsiteX199" fmla="*/ 413844 w 1269406"/>
                <a:gd name="connsiteY199" fmla="*/ 1041118 h 1592588"/>
                <a:gd name="connsiteX200" fmla="*/ 401045 w 1269406"/>
                <a:gd name="connsiteY200" fmla="*/ 1022167 h 1592588"/>
                <a:gd name="connsiteX201" fmla="*/ 388907 w 1269406"/>
                <a:gd name="connsiteY201" fmla="*/ 1019295 h 1592588"/>
                <a:gd name="connsiteX202" fmla="*/ 381471 w 1269406"/>
                <a:gd name="connsiteY202" fmla="*/ 995895 h 1592588"/>
                <a:gd name="connsiteX203" fmla="*/ 377824 w 1269406"/>
                <a:gd name="connsiteY203" fmla="*/ 987138 h 1592588"/>
                <a:gd name="connsiteX204" fmla="*/ 374811 w 1269406"/>
                <a:gd name="connsiteY204" fmla="*/ 980338 h 1592588"/>
                <a:gd name="connsiteX205" fmla="*/ 370121 w 1269406"/>
                <a:gd name="connsiteY205" fmla="*/ 982562 h 1592588"/>
                <a:gd name="connsiteX206" fmla="*/ 365812 w 1269406"/>
                <a:gd name="connsiteY206" fmla="*/ 984520 h 1592588"/>
                <a:gd name="connsiteX207" fmla="*/ 362432 w 1269406"/>
                <a:gd name="connsiteY207" fmla="*/ 986096 h 1592588"/>
                <a:gd name="connsiteX208" fmla="*/ 360995 w 1269406"/>
                <a:gd name="connsiteY208" fmla="*/ 994726 h 1592588"/>
                <a:gd name="connsiteX209" fmla="*/ 359559 w 1269406"/>
                <a:gd name="connsiteY209" fmla="*/ 1022815 h 1592588"/>
                <a:gd name="connsiteX210" fmla="*/ 359559 w 1269406"/>
                <a:gd name="connsiteY210" fmla="*/ 1032984 h 1592588"/>
                <a:gd name="connsiteX211" fmla="*/ 373896 w 1269406"/>
                <a:gd name="connsiteY211" fmla="*/ 1072068 h 1592588"/>
                <a:gd name="connsiteX212" fmla="*/ 383950 w 1269406"/>
                <a:gd name="connsiteY212" fmla="*/ 1083189 h 1592588"/>
                <a:gd name="connsiteX213" fmla="*/ 400918 w 1269406"/>
                <a:gd name="connsiteY213" fmla="*/ 1124078 h 1592588"/>
                <a:gd name="connsiteX214" fmla="*/ 412268 w 1269406"/>
                <a:gd name="connsiteY214" fmla="*/ 1165132 h 1592588"/>
                <a:gd name="connsiteX215" fmla="*/ 434587 w 1269406"/>
                <a:gd name="connsiteY215" fmla="*/ 1192446 h 1592588"/>
                <a:gd name="connsiteX216" fmla="*/ 452992 w 1269406"/>
                <a:gd name="connsiteY216" fmla="*/ 1228034 h 1592588"/>
                <a:gd name="connsiteX217" fmla="*/ 460300 w 1269406"/>
                <a:gd name="connsiteY217" fmla="*/ 1252184 h 1592588"/>
                <a:gd name="connsiteX218" fmla="*/ 468918 w 1269406"/>
                <a:gd name="connsiteY218" fmla="*/ 1262492 h 1592588"/>
                <a:gd name="connsiteX219" fmla="*/ 477522 w 1269406"/>
                <a:gd name="connsiteY219" fmla="*/ 1282765 h 1592588"/>
                <a:gd name="connsiteX220" fmla="*/ 549170 w 1269406"/>
                <a:gd name="connsiteY220" fmla="*/ 1317921 h 1592588"/>
                <a:gd name="connsiteX221" fmla="*/ 566265 w 1269406"/>
                <a:gd name="connsiteY221" fmla="*/ 1324581 h 1592588"/>
                <a:gd name="connsiteX222" fmla="*/ 574870 w 1269406"/>
                <a:gd name="connsiteY222" fmla="*/ 1318226 h 1592588"/>
                <a:gd name="connsiteX223" fmla="*/ 583488 w 1269406"/>
                <a:gd name="connsiteY223" fmla="*/ 1317959 h 1592588"/>
                <a:gd name="connsiteX224" fmla="*/ 599795 w 1269406"/>
                <a:gd name="connsiteY224" fmla="*/ 1326856 h 1592588"/>
                <a:gd name="connsiteX225" fmla="*/ 606976 w 1269406"/>
                <a:gd name="connsiteY225" fmla="*/ 1337190 h 1592588"/>
                <a:gd name="connsiteX226" fmla="*/ 617945 w 1269406"/>
                <a:gd name="connsiteY226" fmla="*/ 1355480 h 1592588"/>
                <a:gd name="connsiteX227" fmla="*/ 652262 w 1269406"/>
                <a:gd name="connsiteY227" fmla="*/ 1386594 h 1592588"/>
                <a:gd name="connsiteX228" fmla="*/ 679615 w 1269406"/>
                <a:gd name="connsiteY228" fmla="*/ 1407604 h 1592588"/>
                <a:gd name="connsiteX229" fmla="*/ 699849 w 1269406"/>
                <a:gd name="connsiteY229" fmla="*/ 1419908 h 1592588"/>
                <a:gd name="connsiteX230" fmla="*/ 727367 w 1269406"/>
                <a:gd name="connsiteY230" fmla="*/ 1462258 h 1592588"/>
                <a:gd name="connsiteX231" fmla="*/ 660816 w 1269406"/>
                <a:gd name="connsiteY231" fmla="*/ 1520801 h 1592588"/>
                <a:gd name="connsiteX232" fmla="*/ 662392 w 1269406"/>
                <a:gd name="connsiteY232" fmla="*/ 1549158 h 1592588"/>
                <a:gd name="connsiteX233" fmla="*/ 683656 w 1269406"/>
                <a:gd name="connsiteY233" fmla="*/ 1570765 h 1592588"/>
                <a:gd name="connsiteX234" fmla="*/ 684178 w 1269406"/>
                <a:gd name="connsiteY234" fmla="*/ 1580692 h 1592588"/>
                <a:gd name="connsiteX235" fmla="*/ 630541 w 1269406"/>
                <a:gd name="connsiteY235" fmla="*/ 1592588 h 1592588"/>
                <a:gd name="connsiteX236" fmla="*/ 619979 w 1269406"/>
                <a:gd name="connsiteY236" fmla="*/ 1561232 h 1592588"/>
                <a:gd name="connsiteX237" fmla="*/ 602489 w 1269406"/>
                <a:gd name="connsiteY237" fmla="*/ 1561627 h 1592588"/>
                <a:gd name="connsiteX238" fmla="*/ 585903 w 1269406"/>
                <a:gd name="connsiteY238" fmla="*/ 1569329 h 1592588"/>
                <a:gd name="connsiteX239" fmla="*/ 576662 w 1269406"/>
                <a:gd name="connsiteY239" fmla="*/ 1568935 h 1592588"/>
                <a:gd name="connsiteX240" fmla="*/ 574120 w 1269406"/>
                <a:gd name="connsiteY240" fmla="*/ 1559910 h 1592588"/>
                <a:gd name="connsiteX241" fmla="*/ 560431 w 1269406"/>
                <a:gd name="connsiteY241" fmla="*/ 1561182 h 1592588"/>
                <a:gd name="connsiteX242" fmla="*/ 545420 w 1269406"/>
                <a:gd name="connsiteY242" fmla="*/ 1553555 h 1592588"/>
                <a:gd name="connsiteX243" fmla="*/ 546856 w 1269406"/>
                <a:gd name="connsiteY243" fmla="*/ 1544404 h 1592588"/>
                <a:gd name="connsiteX244" fmla="*/ 554546 w 1269406"/>
                <a:gd name="connsiteY244" fmla="*/ 1534999 h 1592588"/>
                <a:gd name="connsiteX245" fmla="*/ 539802 w 1269406"/>
                <a:gd name="connsiteY245" fmla="*/ 1511269 h 1592588"/>
                <a:gd name="connsiteX246" fmla="*/ 538760 w 1269406"/>
                <a:gd name="connsiteY246" fmla="*/ 1503020 h 1592588"/>
                <a:gd name="connsiteX247" fmla="*/ 532240 w 1269406"/>
                <a:gd name="connsiteY247" fmla="*/ 1498965 h 1592588"/>
                <a:gd name="connsiteX248" fmla="*/ 534057 w 1269406"/>
                <a:gd name="connsiteY248" fmla="*/ 1491797 h 1592588"/>
                <a:gd name="connsiteX249" fmla="*/ 526431 w 1269406"/>
                <a:gd name="connsiteY249" fmla="*/ 1476099 h 1592588"/>
                <a:gd name="connsiteX250" fmla="*/ 510391 w 1269406"/>
                <a:gd name="connsiteY250" fmla="*/ 1459373 h 1592588"/>
                <a:gd name="connsiteX251" fmla="*/ 501773 w 1269406"/>
                <a:gd name="connsiteY251" fmla="*/ 1465118 h 1592588"/>
                <a:gd name="connsiteX252" fmla="*/ 491453 w 1269406"/>
                <a:gd name="connsiteY252" fmla="*/ 1461063 h 1592588"/>
                <a:gd name="connsiteX253" fmla="*/ 484933 w 1269406"/>
                <a:gd name="connsiteY253" fmla="*/ 1440409 h 1592588"/>
                <a:gd name="connsiteX254" fmla="*/ 463668 w 1269406"/>
                <a:gd name="connsiteY254" fmla="*/ 1445773 h 1592588"/>
                <a:gd name="connsiteX255" fmla="*/ 458444 w 1269406"/>
                <a:gd name="connsiteY255" fmla="*/ 1438592 h 1592588"/>
                <a:gd name="connsiteX256" fmla="*/ 461965 w 1269406"/>
                <a:gd name="connsiteY256" fmla="*/ 1426695 h 1592588"/>
                <a:gd name="connsiteX257" fmla="*/ 451924 w 1269406"/>
                <a:gd name="connsiteY257" fmla="*/ 1422132 h 1592588"/>
                <a:gd name="connsiteX258" fmla="*/ 442519 w 1269406"/>
                <a:gd name="connsiteY258" fmla="*/ 1424992 h 1592588"/>
                <a:gd name="connsiteX259" fmla="*/ 379476 w 1269406"/>
                <a:gd name="connsiteY259" fmla="*/ 1410350 h 1592588"/>
                <a:gd name="connsiteX260" fmla="*/ 288789 w 1269406"/>
                <a:gd name="connsiteY260" fmla="*/ 1441604 h 1592588"/>
                <a:gd name="connsiteX261" fmla="*/ 270270 w 1269406"/>
                <a:gd name="connsiteY261" fmla="*/ 1445646 h 1592588"/>
                <a:gd name="connsiteX262" fmla="*/ 251344 w 1269406"/>
                <a:gd name="connsiteY262" fmla="*/ 1452306 h 1592588"/>
                <a:gd name="connsiteX263" fmla="*/ 182824 w 1269406"/>
                <a:gd name="connsiteY263" fmla="*/ 1409091 h 1592588"/>
                <a:gd name="connsiteX264" fmla="*/ 132847 w 1269406"/>
                <a:gd name="connsiteY264" fmla="*/ 1410006 h 1592588"/>
                <a:gd name="connsiteX265" fmla="*/ 122679 w 1269406"/>
                <a:gd name="connsiteY265" fmla="*/ 1379502 h 1592588"/>
                <a:gd name="connsiteX266" fmla="*/ 123073 w 1269406"/>
                <a:gd name="connsiteY266" fmla="*/ 1371139 h 1592588"/>
                <a:gd name="connsiteX267" fmla="*/ 118904 w 1269406"/>
                <a:gd name="connsiteY267" fmla="*/ 1365241 h 1592588"/>
                <a:gd name="connsiteX268" fmla="*/ 122425 w 1269406"/>
                <a:gd name="connsiteY268" fmla="*/ 1357018 h 1592588"/>
                <a:gd name="connsiteX269" fmla="*/ 116413 w 1269406"/>
                <a:gd name="connsiteY269" fmla="*/ 1349175 h 1592588"/>
                <a:gd name="connsiteX270" fmla="*/ 116273 w 1269406"/>
                <a:gd name="connsiteY270" fmla="*/ 1342515 h 1592588"/>
                <a:gd name="connsiteX271" fmla="*/ 110020 w 1269406"/>
                <a:gd name="connsiteY271" fmla="*/ 1338067 h 1592588"/>
                <a:gd name="connsiteX272" fmla="*/ 108329 w 1269406"/>
                <a:gd name="connsiteY272" fmla="*/ 1335448 h 1592588"/>
                <a:gd name="connsiteX273" fmla="*/ 97106 w 1269406"/>
                <a:gd name="connsiteY273" fmla="*/ 1320946 h 1592588"/>
                <a:gd name="connsiteX274" fmla="*/ 93293 w 1269406"/>
                <a:gd name="connsiteY274" fmla="*/ 1313320 h 1592588"/>
                <a:gd name="connsiteX275" fmla="*/ 98771 w 1269406"/>
                <a:gd name="connsiteY275" fmla="*/ 1305618 h 1592588"/>
                <a:gd name="connsiteX276" fmla="*/ 98275 w 1269406"/>
                <a:gd name="connsiteY276" fmla="*/ 1297241 h 1592588"/>
                <a:gd name="connsiteX277" fmla="*/ 92124 w 1269406"/>
                <a:gd name="connsiteY277" fmla="*/ 1293200 h 1592588"/>
                <a:gd name="connsiteX278" fmla="*/ 89391 w 1269406"/>
                <a:gd name="connsiteY278" fmla="*/ 1286006 h 1592588"/>
                <a:gd name="connsiteX279" fmla="*/ 90039 w 1269406"/>
                <a:gd name="connsiteY279" fmla="*/ 1276460 h 1592588"/>
                <a:gd name="connsiteX280" fmla="*/ 92378 w 1269406"/>
                <a:gd name="connsiteY280" fmla="*/ 1266915 h 1592588"/>
                <a:gd name="connsiteX281" fmla="*/ 91742 w 1269406"/>
                <a:gd name="connsiteY281" fmla="*/ 1261170 h 1592588"/>
                <a:gd name="connsiteX282" fmla="*/ 84688 w 1269406"/>
                <a:gd name="connsiteY282" fmla="*/ 1254637 h 1592588"/>
                <a:gd name="connsiteX283" fmla="*/ 78422 w 1269406"/>
                <a:gd name="connsiteY283" fmla="*/ 1245880 h 1592588"/>
                <a:gd name="connsiteX284" fmla="*/ 69283 w 1269406"/>
                <a:gd name="connsiteY284" fmla="*/ 1222213 h 1592588"/>
                <a:gd name="connsiteX285" fmla="*/ 63157 w 1269406"/>
                <a:gd name="connsiteY285" fmla="*/ 1211638 h 1592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Lst>
              <a:rect l="l" t="t" r="r" b="b"/>
              <a:pathLst>
                <a:path w="1269406" h="1592588">
                  <a:moveTo>
                    <a:pt x="603061" y="958387"/>
                  </a:moveTo>
                  <a:lnTo>
                    <a:pt x="596528" y="963078"/>
                  </a:lnTo>
                  <a:lnTo>
                    <a:pt x="594571" y="973538"/>
                  </a:lnTo>
                  <a:lnTo>
                    <a:pt x="595740" y="988587"/>
                  </a:lnTo>
                  <a:lnTo>
                    <a:pt x="603710" y="1002034"/>
                  </a:lnTo>
                  <a:lnTo>
                    <a:pt x="611793" y="1012355"/>
                  </a:lnTo>
                  <a:lnTo>
                    <a:pt x="618974" y="1015774"/>
                  </a:lnTo>
                  <a:lnTo>
                    <a:pt x="624325" y="1028840"/>
                  </a:lnTo>
                  <a:lnTo>
                    <a:pt x="631367" y="1035195"/>
                  </a:lnTo>
                  <a:lnTo>
                    <a:pt x="641408" y="1037026"/>
                  </a:lnTo>
                  <a:lnTo>
                    <a:pt x="657931" y="1061175"/>
                  </a:lnTo>
                  <a:lnTo>
                    <a:pt x="667324" y="1082350"/>
                  </a:lnTo>
                  <a:lnTo>
                    <a:pt x="672675" y="1091362"/>
                  </a:lnTo>
                  <a:lnTo>
                    <a:pt x="672154" y="1100907"/>
                  </a:lnTo>
                  <a:lnTo>
                    <a:pt x="675967" y="1109664"/>
                  </a:lnTo>
                  <a:lnTo>
                    <a:pt x="689262" y="1110313"/>
                  </a:lnTo>
                  <a:lnTo>
                    <a:pt x="688614" y="1102610"/>
                  </a:lnTo>
                  <a:lnTo>
                    <a:pt x="692795" y="1095797"/>
                  </a:lnTo>
                  <a:lnTo>
                    <a:pt x="704539" y="1095543"/>
                  </a:lnTo>
                  <a:lnTo>
                    <a:pt x="708200" y="1087167"/>
                  </a:lnTo>
                  <a:lnTo>
                    <a:pt x="708327" y="1074368"/>
                  </a:lnTo>
                  <a:lnTo>
                    <a:pt x="687444" y="1062992"/>
                  </a:lnTo>
                  <a:lnTo>
                    <a:pt x="674391" y="1051896"/>
                  </a:lnTo>
                  <a:lnTo>
                    <a:pt x="670349" y="1042885"/>
                  </a:lnTo>
                  <a:lnTo>
                    <a:pt x="671531" y="1024569"/>
                  </a:lnTo>
                  <a:lnTo>
                    <a:pt x="668519" y="1015672"/>
                  </a:lnTo>
                  <a:lnTo>
                    <a:pt x="651995" y="988485"/>
                  </a:lnTo>
                  <a:lnTo>
                    <a:pt x="639082" y="981940"/>
                  </a:lnTo>
                  <a:lnTo>
                    <a:pt x="618212" y="955248"/>
                  </a:lnTo>
                  <a:close/>
                  <a:moveTo>
                    <a:pt x="115892" y="1201152"/>
                  </a:moveTo>
                  <a:lnTo>
                    <a:pt x="143549" y="1177880"/>
                  </a:lnTo>
                  <a:lnTo>
                    <a:pt x="158687" y="1135542"/>
                  </a:lnTo>
                  <a:lnTo>
                    <a:pt x="168855" y="1133585"/>
                  </a:lnTo>
                  <a:lnTo>
                    <a:pt x="189077" y="1101288"/>
                  </a:lnTo>
                  <a:lnTo>
                    <a:pt x="185556" y="1081676"/>
                  </a:lnTo>
                  <a:lnTo>
                    <a:pt x="151366" y="1102470"/>
                  </a:lnTo>
                  <a:lnTo>
                    <a:pt x="110388" y="1096458"/>
                  </a:lnTo>
                  <a:lnTo>
                    <a:pt x="117823" y="1070835"/>
                  </a:lnTo>
                  <a:lnTo>
                    <a:pt x="97716" y="1027061"/>
                  </a:lnTo>
                  <a:lnTo>
                    <a:pt x="93903" y="990455"/>
                  </a:lnTo>
                  <a:lnTo>
                    <a:pt x="100029" y="982728"/>
                  </a:lnTo>
                  <a:lnTo>
                    <a:pt x="84103" y="971504"/>
                  </a:lnTo>
                  <a:lnTo>
                    <a:pt x="82273" y="958693"/>
                  </a:lnTo>
                  <a:lnTo>
                    <a:pt x="75499" y="901840"/>
                  </a:lnTo>
                  <a:lnTo>
                    <a:pt x="6584" y="889295"/>
                  </a:lnTo>
                  <a:lnTo>
                    <a:pt x="6063" y="877525"/>
                  </a:lnTo>
                  <a:lnTo>
                    <a:pt x="46913" y="871907"/>
                  </a:lnTo>
                  <a:lnTo>
                    <a:pt x="55810" y="800667"/>
                  </a:lnTo>
                  <a:lnTo>
                    <a:pt x="43800" y="798849"/>
                  </a:lnTo>
                  <a:lnTo>
                    <a:pt x="48362" y="780940"/>
                  </a:lnTo>
                  <a:lnTo>
                    <a:pt x="38321" y="748135"/>
                  </a:lnTo>
                  <a:lnTo>
                    <a:pt x="56853" y="734154"/>
                  </a:lnTo>
                  <a:lnTo>
                    <a:pt x="10905" y="685143"/>
                  </a:lnTo>
                  <a:lnTo>
                    <a:pt x="29767" y="672039"/>
                  </a:lnTo>
                  <a:lnTo>
                    <a:pt x="25332" y="641331"/>
                  </a:lnTo>
                  <a:lnTo>
                    <a:pt x="4995" y="643289"/>
                  </a:lnTo>
                  <a:lnTo>
                    <a:pt x="0" y="556376"/>
                  </a:lnTo>
                  <a:lnTo>
                    <a:pt x="31979" y="549055"/>
                  </a:lnTo>
                  <a:lnTo>
                    <a:pt x="50650" y="499664"/>
                  </a:lnTo>
                  <a:lnTo>
                    <a:pt x="61733" y="503311"/>
                  </a:lnTo>
                  <a:lnTo>
                    <a:pt x="71266" y="505015"/>
                  </a:lnTo>
                  <a:lnTo>
                    <a:pt x="82870" y="486051"/>
                  </a:lnTo>
                  <a:lnTo>
                    <a:pt x="76350" y="467367"/>
                  </a:lnTo>
                  <a:lnTo>
                    <a:pt x="112231" y="448810"/>
                  </a:lnTo>
                  <a:lnTo>
                    <a:pt x="113807" y="401630"/>
                  </a:lnTo>
                  <a:lnTo>
                    <a:pt x="128030" y="382564"/>
                  </a:lnTo>
                  <a:lnTo>
                    <a:pt x="151391" y="384776"/>
                  </a:lnTo>
                  <a:lnTo>
                    <a:pt x="205283" y="368583"/>
                  </a:lnTo>
                  <a:lnTo>
                    <a:pt x="222772" y="362050"/>
                  </a:lnTo>
                  <a:lnTo>
                    <a:pt x="245650" y="353293"/>
                  </a:lnTo>
                  <a:lnTo>
                    <a:pt x="265986" y="341790"/>
                  </a:lnTo>
                  <a:lnTo>
                    <a:pt x="251103" y="322318"/>
                  </a:lnTo>
                  <a:lnTo>
                    <a:pt x="213125" y="333681"/>
                  </a:lnTo>
                  <a:lnTo>
                    <a:pt x="197211" y="320348"/>
                  </a:lnTo>
                  <a:lnTo>
                    <a:pt x="188975" y="278913"/>
                  </a:lnTo>
                  <a:lnTo>
                    <a:pt x="231148" y="253696"/>
                  </a:lnTo>
                  <a:lnTo>
                    <a:pt x="241710" y="239320"/>
                  </a:lnTo>
                  <a:lnTo>
                    <a:pt x="292335" y="232126"/>
                  </a:lnTo>
                  <a:lnTo>
                    <a:pt x="308388" y="188467"/>
                  </a:lnTo>
                  <a:lnTo>
                    <a:pt x="355632" y="187298"/>
                  </a:lnTo>
                  <a:lnTo>
                    <a:pt x="362813" y="204431"/>
                  </a:lnTo>
                  <a:lnTo>
                    <a:pt x="394588" y="203884"/>
                  </a:lnTo>
                  <a:lnTo>
                    <a:pt x="410527" y="228733"/>
                  </a:lnTo>
                  <a:lnTo>
                    <a:pt x="427622" y="236435"/>
                  </a:lnTo>
                  <a:lnTo>
                    <a:pt x="434791" y="254077"/>
                  </a:lnTo>
                  <a:lnTo>
                    <a:pt x="418267" y="262974"/>
                  </a:lnTo>
                  <a:lnTo>
                    <a:pt x="403384" y="284670"/>
                  </a:lnTo>
                  <a:lnTo>
                    <a:pt x="390597" y="290682"/>
                  </a:lnTo>
                  <a:lnTo>
                    <a:pt x="368278" y="307409"/>
                  </a:lnTo>
                  <a:lnTo>
                    <a:pt x="351844" y="320615"/>
                  </a:lnTo>
                  <a:lnTo>
                    <a:pt x="347408" y="356826"/>
                  </a:lnTo>
                  <a:lnTo>
                    <a:pt x="371291" y="360995"/>
                  </a:lnTo>
                  <a:lnTo>
                    <a:pt x="388500" y="423860"/>
                  </a:lnTo>
                  <a:lnTo>
                    <a:pt x="405735" y="409370"/>
                  </a:lnTo>
                  <a:lnTo>
                    <a:pt x="415789" y="356420"/>
                  </a:lnTo>
                  <a:lnTo>
                    <a:pt x="447221" y="307943"/>
                  </a:lnTo>
                  <a:lnTo>
                    <a:pt x="466287" y="297343"/>
                  </a:lnTo>
                  <a:lnTo>
                    <a:pt x="468765" y="265313"/>
                  </a:lnTo>
                  <a:lnTo>
                    <a:pt x="484170" y="249234"/>
                  </a:lnTo>
                  <a:lnTo>
                    <a:pt x="485606" y="231593"/>
                  </a:lnTo>
                  <a:lnTo>
                    <a:pt x="470214" y="197339"/>
                  </a:lnTo>
                  <a:lnTo>
                    <a:pt x="467456" y="153425"/>
                  </a:lnTo>
                  <a:lnTo>
                    <a:pt x="479073" y="141782"/>
                  </a:lnTo>
                  <a:lnTo>
                    <a:pt x="484437" y="125717"/>
                  </a:lnTo>
                  <a:lnTo>
                    <a:pt x="494999" y="125717"/>
                  </a:lnTo>
                  <a:lnTo>
                    <a:pt x="503337" y="137995"/>
                  </a:lnTo>
                  <a:lnTo>
                    <a:pt x="502688" y="150031"/>
                  </a:lnTo>
                  <a:lnTo>
                    <a:pt x="487945" y="162436"/>
                  </a:lnTo>
                  <a:lnTo>
                    <a:pt x="490957" y="170152"/>
                  </a:lnTo>
                  <a:lnTo>
                    <a:pt x="506870" y="168588"/>
                  </a:lnTo>
                  <a:lnTo>
                    <a:pt x="522123" y="157734"/>
                  </a:lnTo>
                  <a:lnTo>
                    <a:pt x="531909" y="137740"/>
                  </a:lnTo>
                  <a:lnTo>
                    <a:pt x="526953" y="118675"/>
                  </a:lnTo>
                  <a:lnTo>
                    <a:pt x="492495" y="81561"/>
                  </a:lnTo>
                  <a:lnTo>
                    <a:pt x="486509" y="67046"/>
                  </a:lnTo>
                  <a:lnTo>
                    <a:pt x="502155" y="46532"/>
                  </a:lnTo>
                  <a:lnTo>
                    <a:pt x="522262" y="47714"/>
                  </a:lnTo>
                  <a:lnTo>
                    <a:pt x="524220" y="7448"/>
                  </a:lnTo>
                  <a:lnTo>
                    <a:pt x="538709" y="5618"/>
                  </a:lnTo>
                  <a:lnTo>
                    <a:pt x="563100" y="0"/>
                  </a:lnTo>
                  <a:lnTo>
                    <a:pt x="592461" y="18176"/>
                  </a:lnTo>
                  <a:lnTo>
                    <a:pt x="613611" y="26399"/>
                  </a:lnTo>
                  <a:lnTo>
                    <a:pt x="611386" y="48235"/>
                  </a:lnTo>
                  <a:lnTo>
                    <a:pt x="630693" y="82985"/>
                  </a:lnTo>
                  <a:lnTo>
                    <a:pt x="653152" y="130572"/>
                  </a:lnTo>
                  <a:lnTo>
                    <a:pt x="711619" y="153844"/>
                  </a:lnTo>
                  <a:lnTo>
                    <a:pt x="741234" y="152573"/>
                  </a:lnTo>
                  <a:lnTo>
                    <a:pt x="772297" y="161725"/>
                  </a:lnTo>
                  <a:lnTo>
                    <a:pt x="807657" y="130877"/>
                  </a:lnTo>
                  <a:lnTo>
                    <a:pt x="874081" y="81739"/>
                  </a:lnTo>
                  <a:lnTo>
                    <a:pt x="883220" y="80964"/>
                  </a:lnTo>
                  <a:lnTo>
                    <a:pt x="887388" y="119260"/>
                  </a:lnTo>
                  <a:lnTo>
                    <a:pt x="909199" y="126187"/>
                  </a:lnTo>
                  <a:lnTo>
                    <a:pt x="931251" y="134550"/>
                  </a:lnTo>
                  <a:lnTo>
                    <a:pt x="929548" y="163784"/>
                  </a:lnTo>
                  <a:lnTo>
                    <a:pt x="888304" y="251230"/>
                  </a:lnTo>
                  <a:lnTo>
                    <a:pt x="876432" y="263508"/>
                  </a:lnTo>
                  <a:lnTo>
                    <a:pt x="855422" y="247175"/>
                  </a:lnTo>
                  <a:lnTo>
                    <a:pt x="777661" y="213201"/>
                  </a:lnTo>
                  <a:lnTo>
                    <a:pt x="758418" y="253378"/>
                  </a:lnTo>
                  <a:lnTo>
                    <a:pt x="776543" y="299897"/>
                  </a:lnTo>
                  <a:lnTo>
                    <a:pt x="804353" y="297953"/>
                  </a:lnTo>
                  <a:lnTo>
                    <a:pt x="877169" y="320030"/>
                  </a:lnTo>
                  <a:lnTo>
                    <a:pt x="902869" y="361974"/>
                  </a:lnTo>
                  <a:lnTo>
                    <a:pt x="959900" y="360017"/>
                  </a:lnTo>
                  <a:lnTo>
                    <a:pt x="984660" y="381980"/>
                  </a:lnTo>
                  <a:lnTo>
                    <a:pt x="942894" y="413361"/>
                  </a:lnTo>
                  <a:lnTo>
                    <a:pt x="966916" y="474523"/>
                  </a:lnTo>
                  <a:lnTo>
                    <a:pt x="1020807" y="480268"/>
                  </a:lnTo>
                  <a:lnTo>
                    <a:pt x="1033339" y="483013"/>
                  </a:lnTo>
                  <a:lnTo>
                    <a:pt x="1060743" y="486013"/>
                  </a:lnTo>
                  <a:lnTo>
                    <a:pt x="1083049" y="497782"/>
                  </a:lnTo>
                  <a:lnTo>
                    <a:pt x="1077317" y="561956"/>
                  </a:lnTo>
                  <a:lnTo>
                    <a:pt x="1083176" y="614488"/>
                  </a:lnTo>
                  <a:lnTo>
                    <a:pt x="1058786" y="624961"/>
                  </a:lnTo>
                  <a:lnTo>
                    <a:pt x="1055837" y="659075"/>
                  </a:lnTo>
                  <a:lnTo>
                    <a:pt x="1077774" y="679589"/>
                  </a:lnTo>
                  <a:lnTo>
                    <a:pt x="1098111" y="738806"/>
                  </a:lnTo>
                  <a:lnTo>
                    <a:pt x="1154239" y="758138"/>
                  </a:lnTo>
                  <a:lnTo>
                    <a:pt x="1153451" y="772005"/>
                  </a:lnTo>
                  <a:lnTo>
                    <a:pt x="1116261" y="773429"/>
                  </a:lnTo>
                  <a:lnTo>
                    <a:pt x="1106728" y="854774"/>
                  </a:lnTo>
                  <a:lnTo>
                    <a:pt x="1106856" y="864942"/>
                  </a:lnTo>
                  <a:lnTo>
                    <a:pt x="1177321" y="904280"/>
                  </a:lnTo>
                  <a:lnTo>
                    <a:pt x="1182405" y="938407"/>
                  </a:lnTo>
                  <a:lnTo>
                    <a:pt x="1243986" y="1025713"/>
                  </a:lnTo>
                  <a:lnTo>
                    <a:pt x="1269406" y="1105178"/>
                  </a:lnTo>
                  <a:lnTo>
                    <a:pt x="1250087" y="1142177"/>
                  </a:lnTo>
                  <a:lnTo>
                    <a:pt x="1213812" y="1150388"/>
                  </a:lnTo>
                  <a:lnTo>
                    <a:pt x="1172173" y="1204127"/>
                  </a:lnTo>
                  <a:lnTo>
                    <a:pt x="1197594" y="1221501"/>
                  </a:lnTo>
                  <a:lnTo>
                    <a:pt x="1172923" y="1282510"/>
                  </a:lnTo>
                  <a:lnTo>
                    <a:pt x="1071000" y="1307600"/>
                  </a:lnTo>
                  <a:lnTo>
                    <a:pt x="1041004" y="1330339"/>
                  </a:lnTo>
                  <a:lnTo>
                    <a:pt x="955846" y="1316485"/>
                  </a:lnTo>
                  <a:lnTo>
                    <a:pt x="916825" y="1324721"/>
                  </a:lnTo>
                  <a:lnTo>
                    <a:pt x="891506" y="1354399"/>
                  </a:lnTo>
                  <a:lnTo>
                    <a:pt x="885151" y="1355670"/>
                  </a:lnTo>
                  <a:lnTo>
                    <a:pt x="873801" y="1365203"/>
                  </a:lnTo>
                  <a:lnTo>
                    <a:pt x="847046" y="1365610"/>
                  </a:lnTo>
                  <a:lnTo>
                    <a:pt x="817164" y="1369525"/>
                  </a:lnTo>
                  <a:lnTo>
                    <a:pt x="768612" y="1370300"/>
                  </a:lnTo>
                  <a:lnTo>
                    <a:pt x="724126" y="1352505"/>
                  </a:lnTo>
                  <a:lnTo>
                    <a:pt x="713576" y="1335779"/>
                  </a:lnTo>
                  <a:lnTo>
                    <a:pt x="674175" y="1318137"/>
                  </a:lnTo>
                  <a:lnTo>
                    <a:pt x="663460" y="1305427"/>
                  </a:lnTo>
                  <a:lnTo>
                    <a:pt x="650559" y="1301105"/>
                  </a:lnTo>
                  <a:lnTo>
                    <a:pt x="627452" y="1290772"/>
                  </a:lnTo>
                  <a:lnTo>
                    <a:pt x="550327" y="1262810"/>
                  </a:lnTo>
                  <a:lnTo>
                    <a:pt x="521220" y="1242016"/>
                  </a:lnTo>
                  <a:lnTo>
                    <a:pt x="510124" y="1227768"/>
                  </a:lnTo>
                  <a:lnTo>
                    <a:pt x="487818" y="1194429"/>
                  </a:lnTo>
                  <a:lnTo>
                    <a:pt x="463274" y="1155726"/>
                  </a:lnTo>
                  <a:lnTo>
                    <a:pt x="450831" y="1141491"/>
                  </a:lnTo>
                  <a:lnTo>
                    <a:pt x="443650" y="1124510"/>
                  </a:lnTo>
                  <a:lnTo>
                    <a:pt x="442480" y="1111164"/>
                  </a:lnTo>
                  <a:lnTo>
                    <a:pt x="429770" y="1081765"/>
                  </a:lnTo>
                  <a:lnTo>
                    <a:pt x="422322" y="1065420"/>
                  </a:lnTo>
                  <a:lnTo>
                    <a:pt x="420492" y="1050664"/>
                  </a:lnTo>
                  <a:lnTo>
                    <a:pt x="413844" y="1041118"/>
                  </a:lnTo>
                  <a:lnTo>
                    <a:pt x="401045" y="1022167"/>
                  </a:lnTo>
                  <a:lnTo>
                    <a:pt x="388907" y="1019295"/>
                  </a:lnTo>
                  <a:lnTo>
                    <a:pt x="381471" y="995895"/>
                  </a:lnTo>
                  <a:lnTo>
                    <a:pt x="377824" y="987138"/>
                  </a:lnTo>
                  <a:lnTo>
                    <a:pt x="374811" y="980338"/>
                  </a:lnTo>
                  <a:lnTo>
                    <a:pt x="370121" y="982562"/>
                  </a:lnTo>
                  <a:lnTo>
                    <a:pt x="365812" y="984520"/>
                  </a:lnTo>
                  <a:lnTo>
                    <a:pt x="362432" y="986096"/>
                  </a:lnTo>
                  <a:lnTo>
                    <a:pt x="360995" y="994726"/>
                  </a:lnTo>
                  <a:lnTo>
                    <a:pt x="359559" y="1022815"/>
                  </a:lnTo>
                  <a:lnTo>
                    <a:pt x="359559" y="1032984"/>
                  </a:lnTo>
                  <a:lnTo>
                    <a:pt x="373896" y="1072068"/>
                  </a:lnTo>
                  <a:lnTo>
                    <a:pt x="383950" y="1083189"/>
                  </a:lnTo>
                  <a:lnTo>
                    <a:pt x="400918" y="1124078"/>
                  </a:lnTo>
                  <a:lnTo>
                    <a:pt x="412268" y="1165132"/>
                  </a:lnTo>
                  <a:lnTo>
                    <a:pt x="434587" y="1192446"/>
                  </a:lnTo>
                  <a:lnTo>
                    <a:pt x="452992" y="1228034"/>
                  </a:lnTo>
                  <a:lnTo>
                    <a:pt x="460300" y="1252184"/>
                  </a:lnTo>
                  <a:lnTo>
                    <a:pt x="468918" y="1262492"/>
                  </a:lnTo>
                  <a:lnTo>
                    <a:pt x="477522" y="1282765"/>
                  </a:lnTo>
                  <a:lnTo>
                    <a:pt x="549170" y="1317921"/>
                  </a:lnTo>
                  <a:lnTo>
                    <a:pt x="566265" y="1324581"/>
                  </a:lnTo>
                  <a:lnTo>
                    <a:pt x="574870" y="1318226"/>
                  </a:lnTo>
                  <a:lnTo>
                    <a:pt x="583488" y="1317959"/>
                  </a:lnTo>
                  <a:lnTo>
                    <a:pt x="599795" y="1326856"/>
                  </a:lnTo>
                  <a:lnTo>
                    <a:pt x="606976" y="1337190"/>
                  </a:lnTo>
                  <a:lnTo>
                    <a:pt x="617945" y="1355480"/>
                  </a:lnTo>
                  <a:lnTo>
                    <a:pt x="652262" y="1386594"/>
                  </a:lnTo>
                  <a:lnTo>
                    <a:pt x="679615" y="1407604"/>
                  </a:lnTo>
                  <a:lnTo>
                    <a:pt x="699849" y="1419908"/>
                  </a:lnTo>
                  <a:lnTo>
                    <a:pt x="727367" y="1462258"/>
                  </a:lnTo>
                  <a:lnTo>
                    <a:pt x="660816" y="1520801"/>
                  </a:lnTo>
                  <a:lnTo>
                    <a:pt x="662392" y="1549158"/>
                  </a:lnTo>
                  <a:lnTo>
                    <a:pt x="683656" y="1570765"/>
                  </a:lnTo>
                  <a:lnTo>
                    <a:pt x="684178" y="1580692"/>
                  </a:lnTo>
                  <a:lnTo>
                    <a:pt x="630541" y="1592588"/>
                  </a:lnTo>
                  <a:lnTo>
                    <a:pt x="619979" y="1561232"/>
                  </a:lnTo>
                  <a:lnTo>
                    <a:pt x="602489" y="1561627"/>
                  </a:lnTo>
                  <a:lnTo>
                    <a:pt x="585903" y="1569329"/>
                  </a:lnTo>
                  <a:lnTo>
                    <a:pt x="576662" y="1568935"/>
                  </a:lnTo>
                  <a:lnTo>
                    <a:pt x="574120" y="1559910"/>
                  </a:lnTo>
                  <a:lnTo>
                    <a:pt x="560431" y="1561182"/>
                  </a:lnTo>
                  <a:lnTo>
                    <a:pt x="545420" y="1553555"/>
                  </a:lnTo>
                  <a:lnTo>
                    <a:pt x="546856" y="1544404"/>
                  </a:lnTo>
                  <a:lnTo>
                    <a:pt x="554546" y="1534999"/>
                  </a:lnTo>
                  <a:lnTo>
                    <a:pt x="539802" y="1511269"/>
                  </a:lnTo>
                  <a:lnTo>
                    <a:pt x="538760" y="1503020"/>
                  </a:lnTo>
                  <a:lnTo>
                    <a:pt x="532240" y="1498965"/>
                  </a:lnTo>
                  <a:lnTo>
                    <a:pt x="534057" y="1491797"/>
                  </a:lnTo>
                  <a:lnTo>
                    <a:pt x="526431" y="1476099"/>
                  </a:lnTo>
                  <a:lnTo>
                    <a:pt x="510391" y="1459373"/>
                  </a:lnTo>
                  <a:lnTo>
                    <a:pt x="501773" y="1465118"/>
                  </a:lnTo>
                  <a:lnTo>
                    <a:pt x="491453" y="1461063"/>
                  </a:lnTo>
                  <a:lnTo>
                    <a:pt x="484933" y="1440409"/>
                  </a:lnTo>
                  <a:lnTo>
                    <a:pt x="463668" y="1445773"/>
                  </a:lnTo>
                  <a:lnTo>
                    <a:pt x="458444" y="1438592"/>
                  </a:lnTo>
                  <a:lnTo>
                    <a:pt x="461965" y="1426695"/>
                  </a:lnTo>
                  <a:lnTo>
                    <a:pt x="451924" y="1422132"/>
                  </a:lnTo>
                  <a:lnTo>
                    <a:pt x="442519" y="1424992"/>
                  </a:lnTo>
                  <a:lnTo>
                    <a:pt x="379476" y="1410350"/>
                  </a:lnTo>
                  <a:lnTo>
                    <a:pt x="288789" y="1441604"/>
                  </a:lnTo>
                  <a:lnTo>
                    <a:pt x="270270" y="1445646"/>
                  </a:lnTo>
                  <a:lnTo>
                    <a:pt x="251344" y="1452306"/>
                  </a:lnTo>
                  <a:lnTo>
                    <a:pt x="182824" y="1409091"/>
                  </a:lnTo>
                  <a:lnTo>
                    <a:pt x="132847" y="1410006"/>
                  </a:lnTo>
                  <a:lnTo>
                    <a:pt x="122679" y="1379502"/>
                  </a:lnTo>
                  <a:lnTo>
                    <a:pt x="123073" y="1371139"/>
                  </a:lnTo>
                  <a:lnTo>
                    <a:pt x="118904" y="1365241"/>
                  </a:lnTo>
                  <a:lnTo>
                    <a:pt x="122425" y="1357018"/>
                  </a:lnTo>
                  <a:lnTo>
                    <a:pt x="116413" y="1349175"/>
                  </a:lnTo>
                  <a:lnTo>
                    <a:pt x="116273" y="1342515"/>
                  </a:lnTo>
                  <a:lnTo>
                    <a:pt x="110020" y="1338067"/>
                  </a:lnTo>
                  <a:lnTo>
                    <a:pt x="108329" y="1335448"/>
                  </a:lnTo>
                  <a:lnTo>
                    <a:pt x="97106" y="1320946"/>
                  </a:lnTo>
                  <a:lnTo>
                    <a:pt x="93293" y="1313320"/>
                  </a:lnTo>
                  <a:lnTo>
                    <a:pt x="98771" y="1305618"/>
                  </a:lnTo>
                  <a:lnTo>
                    <a:pt x="98275" y="1297241"/>
                  </a:lnTo>
                  <a:lnTo>
                    <a:pt x="92124" y="1293200"/>
                  </a:lnTo>
                  <a:lnTo>
                    <a:pt x="89391" y="1286006"/>
                  </a:lnTo>
                  <a:lnTo>
                    <a:pt x="90039" y="1276460"/>
                  </a:lnTo>
                  <a:lnTo>
                    <a:pt x="92378" y="1266915"/>
                  </a:lnTo>
                  <a:lnTo>
                    <a:pt x="91742" y="1261170"/>
                  </a:lnTo>
                  <a:lnTo>
                    <a:pt x="84688" y="1254637"/>
                  </a:lnTo>
                  <a:lnTo>
                    <a:pt x="78422" y="1245880"/>
                  </a:lnTo>
                  <a:lnTo>
                    <a:pt x="69283" y="1222213"/>
                  </a:lnTo>
                  <a:lnTo>
                    <a:pt x="63157" y="1211638"/>
                  </a:lnTo>
                  <a:close/>
                </a:path>
              </a:pathLst>
            </a:custGeom>
            <a:solidFill>
              <a:srgbClr val="FFFFFF"/>
            </a:solidFill>
            <a:ln w="12700" cap="flat">
              <a:noFill/>
              <a:prstDash val="solid"/>
              <a:miter/>
            </a:ln>
          </p:spPr>
          <p:txBody>
            <a:bodyPr rtlCol="0" anchor="ctr"/>
            <a:lstStyle/>
            <a:p>
              <a:endParaRPr lang="de-CH"/>
            </a:p>
          </p:txBody>
        </p:sp>
        <p:sp>
          <p:nvSpPr>
            <p:cNvPr id="8" name="Freihandform: Form 7">
              <a:extLst>
                <a:ext uri="{FF2B5EF4-FFF2-40B4-BE49-F238E27FC236}">
                  <a16:creationId xmlns:a16="http://schemas.microsoft.com/office/drawing/2014/main" id="{8A535EA6-AFF0-6E59-7CF9-D7949F81C8D0}"/>
                </a:ext>
              </a:extLst>
            </p:cNvPr>
            <p:cNvSpPr/>
            <p:nvPr/>
          </p:nvSpPr>
          <p:spPr>
            <a:xfrm>
              <a:off x="6389779" y="823574"/>
              <a:ext cx="1269406" cy="1592588"/>
            </a:xfrm>
            <a:custGeom>
              <a:avLst/>
              <a:gdLst>
                <a:gd name="connsiteX0" fmla="*/ 603061 w 1269406"/>
                <a:gd name="connsiteY0" fmla="*/ 958387 h 1592588"/>
                <a:gd name="connsiteX1" fmla="*/ 596528 w 1269406"/>
                <a:gd name="connsiteY1" fmla="*/ 963078 h 1592588"/>
                <a:gd name="connsiteX2" fmla="*/ 594571 w 1269406"/>
                <a:gd name="connsiteY2" fmla="*/ 973538 h 1592588"/>
                <a:gd name="connsiteX3" fmla="*/ 595740 w 1269406"/>
                <a:gd name="connsiteY3" fmla="*/ 988587 h 1592588"/>
                <a:gd name="connsiteX4" fmla="*/ 603710 w 1269406"/>
                <a:gd name="connsiteY4" fmla="*/ 1002034 h 1592588"/>
                <a:gd name="connsiteX5" fmla="*/ 611793 w 1269406"/>
                <a:gd name="connsiteY5" fmla="*/ 1012355 h 1592588"/>
                <a:gd name="connsiteX6" fmla="*/ 618974 w 1269406"/>
                <a:gd name="connsiteY6" fmla="*/ 1015774 h 1592588"/>
                <a:gd name="connsiteX7" fmla="*/ 624325 w 1269406"/>
                <a:gd name="connsiteY7" fmla="*/ 1028840 h 1592588"/>
                <a:gd name="connsiteX8" fmla="*/ 631367 w 1269406"/>
                <a:gd name="connsiteY8" fmla="*/ 1035195 h 1592588"/>
                <a:gd name="connsiteX9" fmla="*/ 641408 w 1269406"/>
                <a:gd name="connsiteY9" fmla="*/ 1037026 h 1592588"/>
                <a:gd name="connsiteX10" fmla="*/ 657931 w 1269406"/>
                <a:gd name="connsiteY10" fmla="*/ 1061175 h 1592588"/>
                <a:gd name="connsiteX11" fmla="*/ 667324 w 1269406"/>
                <a:gd name="connsiteY11" fmla="*/ 1082350 h 1592588"/>
                <a:gd name="connsiteX12" fmla="*/ 672675 w 1269406"/>
                <a:gd name="connsiteY12" fmla="*/ 1091362 h 1592588"/>
                <a:gd name="connsiteX13" fmla="*/ 672154 w 1269406"/>
                <a:gd name="connsiteY13" fmla="*/ 1100907 h 1592588"/>
                <a:gd name="connsiteX14" fmla="*/ 675967 w 1269406"/>
                <a:gd name="connsiteY14" fmla="*/ 1109664 h 1592588"/>
                <a:gd name="connsiteX15" fmla="*/ 689262 w 1269406"/>
                <a:gd name="connsiteY15" fmla="*/ 1110313 h 1592588"/>
                <a:gd name="connsiteX16" fmla="*/ 688614 w 1269406"/>
                <a:gd name="connsiteY16" fmla="*/ 1102610 h 1592588"/>
                <a:gd name="connsiteX17" fmla="*/ 692795 w 1269406"/>
                <a:gd name="connsiteY17" fmla="*/ 1095797 h 1592588"/>
                <a:gd name="connsiteX18" fmla="*/ 704539 w 1269406"/>
                <a:gd name="connsiteY18" fmla="*/ 1095543 h 1592588"/>
                <a:gd name="connsiteX19" fmla="*/ 708200 w 1269406"/>
                <a:gd name="connsiteY19" fmla="*/ 1087167 h 1592588"/>
                <a:gd name="connsiteX20" fmla="*/ 708327 w 1269406"/>
                <a:gd name="connsiteY20" fmla="*/ 1074368 h 1592588"/>
                <a:gd name="connsiteX21" fmla="*/ 687444 w 1269406"/>
                <a:gd name="connsiteY21" fmla="*/ 1062992 h 1592588"/>
                <a:gd name="connsiteX22" fmla="*/ 674391 w 1269406"/>
                <a:gd name="connsiteY22" fmla="*/ 1051896 h 1592588"/>
                <a:gd name="connsiteX23" fmla="*/ 670349 w 1269406"/>
                <a:gd name="connsiteY23" fmla="*/ 1042885 h 1592588"/>
                <a:gd name="connsiteX24" fmla="*/ 671531 w 1269406"/>
                <a:gd name="connsiteY24" fmla="*/ 1024569 h 1592588"/>
                <a:gd name="connsiteX25" fmla="*/ 668519 w 1269406"/>
                <a:gd name="connsiteY25" fmla="*/ 1015672 h 1592588"/>
                <a:gd name="connsiteX26" fmla="*/ 651995 w 1269406"/>
                <a:gd name="connsiteY26" fmla="*/ 988485 h 1592588"/>
                <a:gd name="connsiteX27" fmla="*/ 639082 w 1269406"/>
                <a:gd name="connsiteY27" fmla="*/ 981940 h 1592588"/>
                <a:gd name="connsiteX28" fmla="*/ 618212 w 1269406"/>
                <a:gd name="connsiteY28" fmla="*/ 955248 h 1592588"/>
                <a:gd name="connsiteX29" fmla="*/ 115892 w 1269406"/>
                <a:gd name="connsiteY29" fmla="*/ 1201152 h 1592588"/>
                <a:gd name="connsiteX30" fmla="*/ 143549 w 1269406"/>
                <a:gd name="connsiteY30" fmla="*/ 1177880 h 1592588"/>
                <a:gd name="connsiteX31" fmla="*/ 158687 w 1269406"/>
                <a:gd name="connsiteY31" fmla="*/ 1135542 h 1592588"/>
                <a:gd name="connsiteX32" fmla="*/ 168855 w 1269406"/>
                <a:gd name="connsiteY32" fmla="*/ 1133585 h 1592588"/>
                <a:gd name="connsiteX33" fmla="*/ 189077 w 1269406"/>
                <a:gd name="connsiteY33" fmla="*/ 1101288 h 1592588"/>
                <a:gd name="connsiteX34" fmla="*/ 185556 w 1269406"/>
                <a:gd name="connsiteY34" fmla="*/ 1081676 h 1592588"/>
                <a:gd name="connsiteX35" fmla="*/ 151366 w 1269406"/>
                <a:gd name="connsiteY35" fmla="*/ 1102470 h 1592588"/>
                <a:gd name="connsiteX36" fmla="*/ 110388 w 1269406"/>
                <a:gd name="connsiteY36" fmla="*/ 1096458 h 1592588"/>
                <a:gd name="connsiteX37" fmla="*/ 117823 w 1269406"/>
                <a:gd name="connsiteY37" fmla="*/ 1070835 h 1592588"/>
                <a:gd name="connsiteX38" fmla="*/ 97716 w 1269406"/>
                <a:gd name="connsiteY38" fmla="*/ 1027061 h 1592588"/>
                <a:gd name="connsiteX39" fmla="*/ 93903 w 1269406"/>
                <a:gd name="connsiteY39" fmla="*/ 990455 h 1592588"/>
                <a:gd name="connsiteX40" fmla="*/ 100029 w 1269406"/>
                <a:gd name="connsiteY40" fmla="*/ 982728 h 1592588"/>
                <a:gd name="connsiteX41" fmla="*/ 84103 w 1269406"/>
                <a:gd name="connsiteY41" fmla="*/ 971504 h 1592588"/>
                <a:gd name="connsiteX42" fmla="*/ 82273 w 1269406"/>
                <a:gd name="connsiteY42" fmla="*/ 958693 h 1592588"/>
                <a:gd name="connsiteX43" fmla="*/ 75499 w 1269406"/>
                <a:gd name="connsiteY43" fmla="*/ 901840 h 1592588"/>
                <a:gd name="connsiteX44" fmla="*/ 6584 w 1269406"/>
                <a:gd name="connsiteY44" fmla="*/ 889295 h 1592588"/>
                <a:gd name="connsiteX45" fmla="*/ 6063 w 1269406"/>
                <a:gd name="connsiteY45" fmla="*/ 877525 h 1592588"/>
                <a:gd name="connsiteX46" fmla="*/ 46913 w 1269406"/>
                <a:gd name="connsiteY46" fmla="*/ 871907 h 1592588"/>
                <a:gd name="connsiteX47" fmla="*/ 55810 w 1269406"/>
                <a:gd name="connsiteY47" fmla="*/ 800667 h 1592588"/>
                <a:gd name="connsiteX48" fmla="*/ 43800 w 1269406"/>
                <a:gd name="connsiteY48" fmla="*/ 798849 h 1592588"/>
                <a:gd name="connsiteX49" fmla="*/ 48362 w 1269406"/>
                <a:gd name="connsiteY49" fmla="*/ 780940 h 1592588"/>
                <a:gd name="connsiteX50" fmla="*/ 38321 w 1269406"/>
                <a:gd name="connsiteY50" fmla="*/ 748135 h 1592588"/>
                <a:gd name="connsiteX51" fmla="*/ 56853 w 1269406"/>
                <a:gd name="connsiteY51" fmla="*/ 734154 h 1592588"/>
                <a:gd name="connsiteX52" fmla="*/ 10905 w 1269406"/>
                <a:gd name="connsiteY52" fmla="*/ 685143 h 1592588"/>
                <a:gd name="connsiteX53" fmla="*/ 29767 w 1269406"/>
                <a:gd name="connsiteY53" fmla="*/ 672039 h 1592588"/>
                <a:gd name="connsiteX54" fmla="*/ 25332 w 1269406"/>
                <a:gd name="connsiteY54" fmla="*/ 641331 h 1592588"/>
                <a:gd name="connsiteX55" fmla="*/ 4995 w 1269406"/>
                <a:gd name="connsiteY55" fmla="*/ 643289 h 1592588"/>
                <a:gd name="connsiteX56" fmla="*/ 0 w 1269406"/>
                <a:gd name="connsiteY56" fmla="*/ 556376 h 1592588"/>
                <a:gd name="connsiteX57" fmla="*/ 31979 w 1269406"/>
                <a:gd name="connsiteY57" fmla="*/ 549055 h 1592588"/>
                <a:gd name="connsiteX58" fmla="*/ 50650 w 1269406"/>
                <a:gd name="connsiteY58" fmla="*/ 499664 h 1592588"/>
                <a:gd name="connsiteX59" fmla="*/ 61733 w 1269406"/>
                <a:gd name="connsiteY59" fmla="*/ 503311 h 1592588"/>
                <a:gd name="connsiteX60" fmla="*/ 71266 w 1269406"/>
                <a:gd name="connsiteY60" fmla="*/ 505015 h 1592588"/>
                <a:gd name="connsiteX61" fmla="*/ 82870 w 1269406"/>
                <a:gd name="connsiteY61" fmla="*/ 486051 h 1592588"/>
                <a:gd name="connsiteX62" fmla="*/ 76350 w 1269406"/>
                <a:gd name="connsiteY62" fmla="*/ 467367 h 1592588"/>
                <a:gd name="connsiteX63" fmla="*/ 112231 w 1269406"/>
                <a:gd name="connsiteY63" fmla="*/ 448810 h 1592588"/>
                <a:gd name="connsiteX64" fmla="*/ 113807 w 1269406"/>
                <a:gd name="connsiteY64" fmla="*/ 401630 h 1592588"/>
                <a:gd name="connsiteX65" fmla="*/ 128030 w 1269406"/>
                <a:gd name="connsiteY65" fmla="*/ 382564 h 1592588"/>
                <a:gd name="connsiteX66" fmla="*/ 151391 w 1269406"/>
                <a:gd name="connsiteY66" fmla="*/ 384776 h 1592588"/>
                <a:gd name="connsiteX67" fmla="*/ 205283 w 1269406"/>
                <a:gd name="connsiteY67" fmla="*/ 368583 h 1592588"/>
                <a:gd name="connsiteX68" fmla="*/ 222772 w 1269406"/>
                <a:gd name="connsiteY68" fmla="*/ 362050 h 1592588"/>
                <a:gd name="connsiteX69" fmla="*/ 245650 w 1269406"/>
                <a:gd name="connsiteY69" fmla="*/ 353293 h 1592588"/>
                <a:gd name="connsiteX70" fmla="*/ 265986 w 1269406"/>
                <a:gd name="connsiteY70" fmla="*/ 341790 h 1592588"/>
                <a:gd name="connsiteX71" fmla="*/ 251103 w 1269406"/>
                <a:gd name="connsiteY71" fmla="*/ 322318 h 1592588"/>
                <a:gd name="connsiteX72" fmla="*/ 213125 w 1269406"/>
                <a:gd name="connsiteY72" fmla="*/ 333681 h 1592588"/>
                <a:gd name="connsiteX73" fmla="*/ 197211 w 1269406"/>
                <a:gd name="connsiteY73" fmla="*/ 320348 h 1592588"/>
                <a:gd name="connsiteX74" fmla="*/ 188975 w 1269406"/>
                <a:gd name="connsiteY74" fmla="*/ 278913 h 1592588"/>
                <a:gd name="connsiteX75" fmla="*/ 231148 w 1269406"/>
                <a:gd name="connsiteY75" fmla="*/ 253696 h 1592588"/>
                <a:gd name="connsiteX76" fmla="*/ 241710 w 1269406"/>
                <a:gd name="connsiteY76" fmla="*/ 239320 h 1592588"/>
                <a:gd name="connsiteX77" fmla="*/ 292335 w 1269406"/>
                <a:gd name="connsiteY77" fmla="*/ 232126 h 1592588"/>
                <a:gd name="connsiteX78" fmla="*/ 308388 w 1269406"/>
                <a:gd name="connsiteY78" fmla="*/ 188467 h 1592588"/>
                <a:gd name="connsiteX79" fmla="*/ 355632 w 1269406"/>
                <a:gd name="connsiteY79" fmla="*/ 187298 h 1592588"/>
                <a:gd name="connsiteX80" fmla="*/ 362813 w 1269406"/>
                <a:gd name="connsiteY80" fmla="*/ 204431 h 1592588"/>
                <a:gd name="connsiteX81" fmla="*/ 394588 w 1269406"/>
                <a:gd name="connsiteY81" fmla="*/ 203884 h 1592588"/>
                <a:gd name="connsiteX82" fmla="*/ 410527 w 1269406"/>
                <a:gd name="connsiteY82" fmla="*/ 228733 h 1592588"/>
                <a:gd name="connsiteX83" fmla="*/ 427622 w 1269406"/>
                <a:gd name="connsiteY83" fmla="*/ 236435 h 1592588"/>
                <a:gd name="connsiteX84" fmla="*/ 434791 w 1269406"/>
                <a:gd name="connsiteY84" fmla="*/ 254077 h 1592588"/>
                <a:gd name="connsiteX85" fmla="*/ 418267 w 1269406"/>
                <a:gd name="connsiteY85" fmla="*/ 262974 h 1592588"/>
                <a:gd name="connsiteX86" fmla="*/ 403384 w 1269406"/>
                <a:gd name="connsiteY86" fmla="*/ 284670 h 1592588"/>
                <a:gd name="connsiteX87" fmla="*/ 390597 w 1269406"/>
                <a:gd name="connsiteY87" fmla="*/ 290682 h 1592588"/>
                <a:gd name="connsiteX88" fmla="*/ 368278 w 1269406"/>
                <a:gd name="connsiteY88" fmla="*/ 307409 h 1592588"/>
                <a:gd name="connsiteX89" fmla="*/ 351844 w 1269406"/>
                <a:gd name="connsiteY89" fmla="*/ 320615 h 1592588"/>
                <a:gd name="connsiteX90" fmla="*/ 347408 w 1269406"/>
                <a:gd name="connsiteY90" fmla="*/ 356826 h 1592588"/>
                <a:gd name="connsiteX91" fmla="*/ 371291 w 1269406"/>
                <a:gd name="connsiteY91" fmla="*/ 360995 h 1592588"/>
                <a:gd name="connsiteX92" fmla="*/ 388500 w 1269406"/>
                <a:gd name="connsiteY92" fmla="*/ 423860 h 1592588"/>
                <a:gd name="connsiteX93" fmla="*/ 405735 w 1269406"/>
                <a:gd name="connsiteY93" fmla="*/ 409370 h 1592588"/>
                <a:gd name="connsiteX94" fmla="*/ 415789 w 1269406"/>
                <a:gd name="connsiteY94" fmla="*/ 356420 h 1592588"/>
                <a:gd name="connsiteX95" fmla="*/ 447221 w 1269406"/>
                <a:gd name="connsiteY95" fmla="*/ 307943 h 1592588"/>
                <a:gd name="connsiteX96" fmla="*/ 466287 w 1269406"/>
                <a:gd name="connsiteY96" fmla="*/ 297343 h 1592588"/>
                <a:gd name="connsiteX97" fmla="*/ 468765 w 1269406"/>
                <a:gd name="connsiteY97" fmla="*/ 265313 h 1592588"/>
                <a:gd name="connsiteX98" fmla="*/ 484170 w 1269406"/>
                <a:gd name="connsiteY98" fmla="*/ 249234 h 1592588"/>
                <a:gd name="connsiteX99" fmla="*/ 485606 w 1269406"/>
                <a:gd name="connsiteY99" fmla="*/ 231593 h 1592588"/>
                <a:gd name="connsiteX100" fmla="*/ 470214 w 1269406"/>
                <a:gd name="connsiteY100" fmla="*/ 197339 h 1592588"/>
                <a:gd name="connsiteX101" fmla="*/ 467456 w 1269406"/>
                <a:gd name="connsiteY101" fmla="*/ 153425 h 1592588"/>
                <a:gd name="connsiteX102" fmla="*/ 479073 w 1269406"/>
                <a:gd name="connsiteY102" fmla="*/ 141782 h 1592588"/>
                <a:gd name="connsiteX103" fmla="*/ 484437 w 1269406"/>
                <a:gd name="connsiteY103" fmla="*/ 125717 h 1592588"/>
                <a:gd name="connsiteX104" fmla="*/ 494999 w 1269406"/>
                <a:gd name="connsiteY104" fmla="*/ 125717 h 1592588"/>
                <a:gd name="connsiteX105" fmla="*/ 503337 w 1269406"/>
                <a:gd name="connsiteY105" fmla="*/ 137995 h 1592588"/>
                <a:gd name="connsiteX106" fmla="*/ 502688 w 1269406"/>
                <a:gd name="connsiteY106" fmla="*/ 150031 h 1592588"/>
                <a:gd name="connsiteX107" fmla="*/ 487945 w 1269406"/>
                <a:gd name="connsiteY107" fmla="*/ 162436 h 1592588"/>
                <a:gd name="connsiteX108" fmla="*/ 490957 w 1269406"/>
                <a:gd name="connsiteY108" fmla="*/ 170152 h 1592588"/>
                <a:gd name="connsiteX109" fmla="*/ 506870 w 1269406"/>
                <a:gd name="connsiteY109" fmla="*/ 168588 h 1592588"/>
                <a:gd name="connsiteX110" fmla="*/ 522123 w 1269406"/>
                <a:gd name="connsiteY110" fmla="*/ 157734 h 1592588"/>
                <a:gd name="connsiteX111" fmla="*/ 531909 w 1269406"/>
                <a:gd name="connsiteY111" fmla="*/ 137740 h 1592588"/>
                <a:gd name="connsiteX112" fmla="*/ 526953 w 1269406"/>
                <a:gd name="connsiteY112" fmla="*/ 118675 h 1592588"/>
                <a:gd name="connsiteX113" fmla="*/ 492495 w 1269406"/>
                <a:gd name="connsiteY113" fmla="*/ 81561 h 1592588"/>
                <a:gd name="connsiteX114" fmla="*/ 486509 w 1269406"/>
                <a:gd name="connsiteY114" fmla="*/ 67046 h 1592588"/>
                <a:gd name="connsiteX115" fmla="*/ 502155 w 1269406"/>
                <a:gd name="connsiteY115" fmla="*/ 46532 h 1592588"/>
                <a:gd name="connsiteX116" fmla="*/ 522262 w 1269406"/>
                <a:gd name="connsiteY116" fmla="*/ 47714 h 1592588"/>
                <a:gd name="connsiteX117" fmla="*/ 524220 w 1269406"/>
                <a:gd name="connsiteY117" fmla="*/ 7448 h 1592588"/>
                <a:gd name="connsiteX118" fmla="*/ 538709 w 1269406"/>
                <a:gd name="connsiteY118" fmla="*/ 5618 h 1592588"/>
                <a:gd name="connsiteX119" fmla="*/ 563100 w 1269406"/>
                <a:gd name="connsiteY119" fmla="*/ 0 h 1592588"/>
                <a:gd name="connsiteX120" fmla="*/ 592461 w 1269406"/>
                <a:gd name="connsiteY120" fmla="*/ 18176 h 1592588"/>
                <a:gd name="connsiteX121" fmla="*/ 613611 w 1269406"/>
                <a:gd name="connsiteY121" fmla="*/ 26399 h 1592588"/>
                <a:gd name="connsiteX122" fmla="*/ 611386 w 1269406"/>
                <a:gd name="connsiteY122" fmla="*/ 48235 h 1592588"/>
                <a:gd name="connsiteX123" fmla="*/ 630693 w 1269406"/>
                <a:gd name="connsiteY123" fmla="*/ 82985 h 1592588"/>
                <a:gd name="connsiteX124" fmla="*/ 653152 w 1269406"/>
                <a:gd name="connsiteY124" fmla="*/ 130572 h 1592588"/>
                <a:gd name="connsiteX125" fmla="*/ 711619 w 1269406"/>
                <a:gd name="connsiteY125" fmla="*/ 153844 h 1592588"/>
                <a:gd name="connsiteX126" fmla="*/ 741234 w 1269406"/>
                <a:gd name="connsiteY126" fmla="*/ 152573 h 1592588"/>
                <a:gd name="connsiteX127" fmla="*/ 772297 w 1269406"/>
                <a:gd name="connsiteY127" fmla="*/ 161725 h 1592588"/>
                <a:gd name="connsiteX128" fmla="*/ 807657 w 1269406"/>
                <a:gd name="connsiteY128" fmla="*/ 130877 h 1592588"/>
                <a:gd name="connsiteX129" fmla="*/ 874081 w 1269406"/>
                <a:gd name="connsiteY129" fmla="*/ 81739 h 1592588"/>
                <a:gd name="connsiteX130" fmla="*/ 883220 w 1269406"/>
                <a:gd name="connsiteY130" fmla="*/ 80964 h 1592588"/>
                <a:gd name="connsiteX131" fmla="*/ 887388 w 1269406"/>
                <a:gd name="connsiteY131" fmla="*/ 119260 h 1592588"/>
                <a:gd name="connsiteX132" fmla="*/ 909199 w 1269406"/>
                <a:gd name="connsiteY132" fmla="*/ 126187 h 1592588"/>
                <a:gd name="connsiteX133" fmla="*/ 931251 w 1269406"/>
                <a:gd name="connsiteY133" fmla="*/ 134550 h 1592588"/>
                <a:gd name="connsiteX134" fmla="*/ 929548 w 1269406"/>
                <a:gd name="connsiteY134" fmla="*/ 163784 h 1592588"/>
                <a:gd name="connsiteX135" fmla="*/ 888304 w 1269406"/>
                <a:gd name="connsiteY135" fmla="*/ 251230 h 1592588"/>
                <a:gd name="connsiteX136" fmla="*/ 876432 w 1269406"/>
                <a:gd name="connsiteY136" fmla="*/ 263508 h 1592588"/>
                <a:gd name="connsiteX137" fmla="*/ 855422 w 1269406"/>
                <a:gd name="connsiteY137" fmla="*/ 247175 h 1592588"/>
                <a:gd name="connsiteX138" fmla="*/ 777661 w 1269406"/>
                <a:gd name="connsiteY138" fmla="*/ 213201 h 1592588"/>
                <a:gd name="connsiteX139" fmla="*/ 758418 w 1269406"/>
                <a:gd name="connsiteY139" fmla="*/ 253378 h 1592588"/>
                <a:gd name="connsiteX140" fmla="*/ 776543 w 1269406"/>
                <a:gd name="connsiteY140" fmla="*/ 299897 h 1592588"/>
                <a:gd name="connsiteX141" fmla="*/ 804353 w 1269406"/>
                <a:gd name="connsiteY141" fmla="*/ 297953 h 1592588"/>
                <a:gd name="connsiteX142" fmla="*/ 877169 w 1269406"/>
                <a:gd name="connsiteY142" fmla="*/ 320030 h 1592588"/>
                <a:gd name="connsiteX143" fmla="*/ 902869 w 1269406"/>
                <a:gd name="connsiteY143" fmla="*/ 361974 h 1592588"/>
                <a:gd name="connsiteX144" fmla="*/ 959900 w 1269406"/>
                <a:gd name="connsiteY144" fmla="*/ 360017 h 1592588"/>
                <a:gd name="connsiteX145" fmla="*/ 984660 w 1269406"/>
                <a:gd name="connsiteY145" fmla="*/ 381980 h 1592588"/>
                <a:gd name="connsiteX146" fmla="*/ 942894 w 1269406"/>
                <a:gd name="connsiteY146" fmla="*/ 413361 h 1592588"/>
                <a:gd name="connsiteX147" fmla="*/ 966916 w 1269406"/>
                <a:gd name="connsiteY147" fmla="*/ 474523 h 1592588"/>
                <a:gd name="connsiteX148" fmla="*/ 1020807 w 1269406"/>
                <a:gd name="connsiteY148" fmla="*/ 480268 h 1592588"/>
                <a:gd name="connsiteX149" fmla="*/ 1033339 w 1269406"/>
                <a:gd name="connsiteY149" fmla="*/ 483013 h 1592588"/>
                <a:gd name="connsiteX150" fmla="*/ 1060743 w 1269406"/>
                <a:gd name="connsiteY150" fmla="*/ 486013 h 1592588"/>
                <a:gd name="connsiteX151" fmla="*/ 1083049 w 1269406"/>
                <a:gd name="connsiteY151" fmla="*/ 497782 h 1592588"/>
                <a:gd name="connsiteX152" fmla="*/ 1077317 w 1269406"/>
                <a:gd name="connsiteY152" fmla="*/ 561956 h 1592588"/>
                <a:gd name="connsiteX153" fmla="*/ 1083176 w 1269406"/>
                <a:gd name="connsiteY153" fmla="*/ 614488 h 1592588"/>
                <a:gd name="connsiteX154" fmla="*/ 1058786 w 1269406"/>
                <a:gd name="connsiteY154" fmla="*/ 624961 h 1592588"/>
                <a:gd name="connsiteX155" fmla="*/ 1055837 w 1269406"/>
                <a:gd name="connsiteY155" fmla="*/ 659075 h 1592588"/>
                <a:gd name="connsiteX156" fmla="*/ 1077774 w 1269406"/>
                <a:gd name="connsiteY156" fmla="*/ 679589 h 1592588"/>
                <a:gd name="connsiteX157" fmla="*/ 1098111 w 1269406"/>
                <a:gd name="connsiteY157" fmla="*/ 738806 h 1592588"/>
                <a:gd name="connsiteX158" fmla="*/ 1154239 w 1269406"/>
                <a:gd name="connsiteY158" fmla="*/ 758138 h 1592588"/>
                <a:gd name="connsiteX159" fmla="*/ 1153451 w 1269406"/>
                <a:gd name="connsiteY159" fmla="*/ 772005 h 1592588"/>
                <a:gd name="connsiteX160" fmla="*/ 1116261 w 1269406"/>
                <a:gd name="connsiteY160" fmla="*/ 773429 h 1592588"/>
                <a:gd name="connsiteX161" fmla="*/ 1106728 w 1269406"/>
                <a:gd name="connsiteY161" fmla="*/ 854774 h 1592588"/>
                <a:gd name="connsiteX162" fmla="*/ 1106856 w 1269406"/>
                <a:gd name="connsiteY162" fmla="*/ 864942 h 1592588"/>
                <a:gd name="connsiteX163" fmla="*/ 1177321 w 1269406"/>
                <a:gd name="connsiteY163" fmla="*/ 904280 h 1592588"/>
                <a:gd name="connsiteX164" fmla="*/ 1182405 w 1269406"/>
                <a:gd name="connsiteY164" fmla="*/ 938407 h 1592588"/>
                <a:gd name="connsiteX165" fmla="*/ 1243986 w 1269406"/>
                <a:gd name="connsiteY165" fmla="*/ 1025713 h 1592588"/>
                <a:gd name="connsiteX166" fmla="*/ 1269406 w 1269406"/>
                <a:gd name="connsiteY166" fmla="*/ 1105178 h 1592588"/>
                <a:gd name="connsiteX167" fmla="*/ 1250087 w 1269406"/>
                <a:gd name="connsiteY167" fmla="*/ 1142177 h 1592588"/>
                <a:gd name="connsiteX168" fmla="*/ 1213812 w 1269406"/>
                <a:gd name="connsiteY168" fmla="*/ 1150388 h 1592588"/>
                <a:gd name="connsiteX169" fmla="*/ 1172173 w 1269406"/>
                <a:gd name="connsiteY169" fmla="*/ 1204127 h 1592588"/>
                <a:gd name="connsiteX170" fmla="*/ 1197594 w 1269406"/>
                <a:gd name="connsiteY170" fmla="*/ 1221501 h 1592588"/>
                <a:gd name="connsiteX171" fmla="*/ 1172923 w 1269406"/>
                <a:gd name="connsiteY171" fmla="*/ 1282510 h 1592588"/>
                <a:gd name="connsiteX172" fmla="*/ 1071000 w 1269406"/>
                <a:gd name="connsiteY172" fmla="*/ 1307600 h 1592588"/>
                <a:gd name="connsiteX173" fmla="*/ 1041004 w 1269406"/>
                <a:gd name="connsiteY173" fmla="*/ 1330339 h 1592588"/>
                <a:gd name="connsiteX174" fmla="*/ 955846 w 1269406"/>
                <a:gd name="connsiteY174" fmla="*/ 1316485 h 1592588"/>
                <a:gd name="connsiteX175" fmla="*/ 916825 w 1269406"/>
                <a:gd name="connsiteY175" fmla="*/ 1324721 h 1592588"/>
                <a:gd name="connsiteX176" fmla="*/ 891506 w 1269406"/>
                <a:gd name="connsiteY176" fmla="*/ 1354399 h 1592588"/>
                <a:gd name="connsiteX177" fmla="*/ 885151 w 1269406"/>
                <a:gd name="connsiteY177" fmla="*/ 1355670 h 1592588"/>
                <a:gd name="connsiteX178" fmla="*/ 873801 w 1269406"/>
                <a:gd name="connsiteY178" fmla="*/ 1365203 h 1592588"/>
                <a:gd name="connsiteX179" fmla="*/ 847046 w 1269406"/>
                <a:gd name="connsiteY179" fmla="*/ 1365610 h 1592588"/>
                <a:gd name="connsiteX180" fmla="*/ 817164 w 1269406"/>
                <a:gd name="connsiteY180" fmla="*/ 1369525 h 1592588"/>
                <a:gd name="connsiteX181" fmla="*/ 768612 w 1269406"/>
                <a:gd name="connsiteY181" fmla="*/ 1370300 h 1592588"/>
                <a:gd name="connsiteX182" fmla="*/ 724126 w 1269406"/>
                <a:gd name="connsiteY182" fmla="*/ 1352505 h 1592588"/>
                <a:gd name="connsiteX183" fmla="*/ 713576 w 1269406"/>
                <a:gd name="connsiteY183" fmla="*/ 1335779 h 1592588"/>
                <a:gd name="connsiteX184" fmla="*/ 674175 w 1269406"/>
                <a:gd name="connsiteY184" fmla="*/ 1318137 h 1592588"/>
                <a:gd name="connsiteX185" fmla="*/ 663460 w 1269406"/>
                <a:gd name="connsiteY185" fmla="*/ 1305427 h 1592588"/>
                <a:gd name="connsiteX186" fmla="*/ 650559 w 1269406"/>
                <a:gd name="connsiteY186" fmla="*/ 1301105 h 1592588"/>
                <a:gd name="connsiteX187" fmla="*/ 627452 w 1269406"/>
                <a:gd name="connsiteY187" fmla="*/ 1290772 h 1592588"/>
                <a:gd name="connsiteX188" fmla="*/ 550327 w 1269406"/>
                <a:gd name="connsiteY188" fmla="*/ 1262810 h 1592588"/>
                <a:gd name="connsiteX189" fmla="*/ 521220 w 1269406"/>
                <a:gd name="connsiteY189" fmla="*/ 1242016 h 1592588"/>
                <a:gd name="connsiteX190" fmla="*/ 510124 w 1269406"/>
                <a:gd name="connsiteY190" fmla="*/ 1227768 h 1592588"/>
                <a:gd name="connsiteX191" fmla="*/ 487818 w 1269406"/>
                <a:gd name="connsiteY191" fmla="*/ 1194429 h 1592588"/>
                <a:gd name="connsiteX192" fmla="*/ 463274 w 1269406"/>
                <a:gd name="connsiteY192" fmla="*/ 1155726 h 1592588"/>
                <a:gd name="connsiteX193" fmla="*/ 450831 w 1269406"/>
                <a:gd name="connsiteY193" fmla="*/ 1141491 h 1592588"/>
                <a:gd name="connsiteX194" fmla="*/ 443650 w 1269406"/>
                <a:gd name="connsiteY194" fmla="*/ 1124510 h 1592588"/>
                <a:gd name="connsiteX195" fmla="*/ 442480 w 1269406"/>
                <a:gd name="connsiteY195" fmla="*/ 1111164 h 1592588"/>
                <a:gd name="connsiteX196" fmla="*/ 429770 w 1269406"/>
                <a:gd name="connsiteY196" fmla="*/ 1081765 h 1592588"/>
                <a:gd name="connsiteX197" fmla="*/ 422322 w 1269406"/>
                <a:gd name="connsiteY197" fmla="*/ 1065420 h 1592588"/>
                <a:gd name="connsiteX198" fmla="*/ 420492 w 1269406"/>
                <a:gd name="connsiteY198" fmla="*/ 1050664 h 1592588"/>
                <a:gd name="connsiteX199" fmla="*/ 413844 w 1269406"/>
                <a:gd name="connsiteY199" fmla="*/ 1041118 h 1592588"/>
                <a:gd name="connsiteX200" fmla="*/ 401045 w 1269406"/>
                <a:gd name="connsiteY200" fmla="*/ 1022167 h 1592588"/>
                <a:gd name="connsiteX201" fmla="*/ 388907 w 1269406"/>
                <a:gd name="connsiteY201" fmla="*/ 1019295 h 1592588"/>
                <a:gd name="connsiteX202" fmla="*/ 381471 w 1269406"/>
                <a:gd name="connsiteY202" fmla="*/ 995895 h 1592588"/>
                <a:gd name="connsiteX203" fmla="*/ 377824 w 1269406"/>
                <a:gd name="connsiteY203" fmla="*/ 987138 h 1592588"/>
                <a:gd name="connsiteX204" fmla="*/ 374811 w 1269406"/>
                <a:gd name="connsiteY204" fmla="*/ 980338 h 1592588"/>
                <a:gd name="connsiteX205" fmla="*/ 370121 w 1269406"/>
                <a:gd name="connsiteY205" fmla="*/ 982562 h 1592588"/>
                <a:gd name="connsiteX206" fmla="*/ 365812 w 1269406"/>
                <a:gd name="connsiteY206" fmla="*/ 984520 h 1592588"/>
                <a:gd name="connsiteX207" fmla="*/ 362432 w 1269406"/>
                <a:gd name="connsiteY207" fmla="*/ 986096 h 1592588"/>
                <a:gd name="connsiteX208" fmla="*/ 360995 w 1269406"/>
                <a:gd name="connsiteY208" fmla="*/ 994726 h 1592588"/>
                <a:gd name="connsiteX209" fmla="*/ 359559 w 1269406"/>
                <a:gd name="connsiteY209" fmla="*/ 1022815 h 1592588"/>
                <a:gd name="connsiteX210" fmla="*/ 359559 w 1269406"/>
                <a:gd name="connsiteY210" fmla="*/ 1032984 h 1592588"/>
                <a:gd name="connsiteX211" fmla="*/ 373896 w 1269406"/>
                <a:gd name="connsiteY211" fmla="*/ 1072068 h 1592588"/>
                <a:gd name="connsiteX212" fmla="*/ 383950 w 1269406"/>
                <a:gd name="connsiteY212" fmla="*/ 1083189 h 1592588"/>
                <a:gd name="connsiteX213" fmla="*/ 400918 w 1269406"/>
                <a:gd name="connsiteY213" fmla="*/ 1124078 h 1592588"/>
                <a:gd name="connsiteX214" fmla="*/ 412268 w 1269406"/>
                <a:gd name="connsiteY214" fmla="*/ 1165132 h 1592588"/>
                <a:gd name="connsiteX215" fmla="*/ 434587 w 1269406"/>
                <a:gd name="connsiteY215" fmla="*/ 1192446 h 1592588"/>
                <a:gd name="connsiteX216" fmla="*/ 452992 w 1269406"/>
                <a:gd name="connsiteY216" fmla="*/ 1228034 h 1592588"/>
                <a:gd name="connsiteX217" fmla="*/ 460300 w 1269406"/>
                <a:gd name="connsiteY217" fmla="*/ 1252184 h 1592588"/>
                <a:gd name="connsiteX218" fmla="*/ 468918 w 1269406"/>
                <a:gd name="connsiteY218" fmla="*/ 1262492 h 1592588"/>
                <a:gd name="connsiteX219" fmla="*/ 477522 w 1269406"/>
                <a:gd name="connsiteY219" fmla="*/ 1282765 h 1592588"/>
                <a:gd name="connsiteX220" fmla="*/ 549170 w 1269406"/>
                <a:gd name="connsiteY220" fmla="*/ 1317921 h 1592588"/>
                <a:gd name="connsiteX221" fmla="*/ 566265 w 1269406"/>
                <a:gd name="connsiteY221" fmla="*/ 1324581 h 1592588"/>
                <a:gd name="connsiteX222" fmla="*/ 574870 w 1269406"/>
                <a:gd name="connsiteY222" fmla="*/ 1318226 h 1592588"/>
                <a:gd name="connsiteX223" fmla="*/ 583488 w 1269406"/>
                <a:gd name="connsiteY223" fmla="*/ 1317959 h 1592588"/>
                <a:gd name="connsiteX224" fmla="*/ 599795 w 1269406"/>
                <a:gd name="connsiteY224" fmla="*/ 1326856 h 1592588"/>
                <a:gd name="connsiteX225" fmla="*/ 606976 w 1269406"/>
                <a:gd name="connsiteY225" fmla="*/ 1337190 h 1592588"/>
                <a:gd name="connsiteX226" fmla="*/ 617945 w 1269406"/>
                <a:gd name="connsiteY226" fmla="*/ 1355480 h 1592588"/>
                <a:gd name="connsiteX227" fmla="*/ 652262 w 1269406"/>
                <a:gd name="connsiteY227" fmla="*/ 1386594 h 1592588"/>
                <a:gd name="connsiteX228" fmla="*/ 679615 w 1269406"/>
                <a:gd name="connsiteY228" fmla="*/ 1407604 h 1592588"/>
                <a:gd name="connsiteX229" fmla="*/ 699849 w 1269406"/>
                <a:gd name="connsiteY229" fmla="*/ 1419908 h 1592588"/>
                <a:gd name="connsiteX230" fmla="*/ 727367 w 1269406"/>
                <a:gd name="connsiteY230" fmla="*/ 1462258 h 1592588"/>
                <a:gd name="connsiteX231" fmla="*/ 660816 w 1269406"/>
                <a:gd name="connsiteY231" fmla="*/ 1520801 h 1592588"/>
                <a:gd name="connsiteX232" fmla="*/ 662392 w 1269406"/>
                <a:gd name="connsiteY232" fmla="*/ 1549158 h 1592588"/>
                <a:gd name="connsiteX233" fmla="*/ 683656 w 1269406"/>
                <a:gd name="connsiteY233" fmla="*/ 1570765 h 1592588"/>
                <a:gd name="connsiteX234" fmla="*/ 684178 w 1269406"/>
                <a:gd name="connsiteY234" fmla="*/ 1580692 h 1592588"/>
                <a:gd name="connsiteX235" fmla="*/ 630541 w 1269406"/>
                <a:gd name="connsiteY235" fmla="*/ 1592588 h 1592588"/>
                <a:gd name="connsiteX236" fmla="*/ 619979 w 1269406"/>
                <a:gd name="connsiteY236" fmla="*/ 1561232 h 1592588"/>
                <a:gd name="connsiteX237" fmla="*/ 602489 w 1269406"/>
                <a:gd name="connsiteY237" fmla="*/ 1561627 h 1592588"/>
                <a:gd name="connsiteX238" fmla="*/ 585903 w 1269406"/>
                <a:gd name="connsiteY238" fmla="*/ 1569329 h 1592588"/>
                <a:gd name="connsiteX239" fmla="*/ 576662 w 1269406"/>
                <a:gd name="connsiteY239" fmla="*/ 1568935 h 1592588"/>
                <a:gd name="connsiteX240" fmla="*/ 574120 w 1269406"/>
                <a:gd name="connsiteY240" fmla="*/ 1559910 h 1592588"/>
                <a:gd name="connsiteX241" fmla="*/ 560431 w 1269406"/>
                <a:gd name="connsiteY241" fmla="*/ 1561182 h 1592588"/>
                <a:gd name="connsiteX242" fmla="*/ 545420 w 1269406"/>
                <a:gd name="connsiteY242" fmla="*/ 1553555 h 1592588"/>
                <a:gd name="connsiteX243" fmla="*/ 546856 w 1269406"/>
                <a:gd name="connsiteY243" fmla="*/ 1544404 h 1592588"/>
                <a:gd name="connsiteX244" fmla="*/ 554546 w 1269406"/>
                <a:gd name="connsiteY244" fmla="*/ 1534999 h 1592588"/>
                <a:gd name="connsiteX245" fmla="*/ 539802 w 1269406"/>
                <a:gd name="connsiteY245" fmla="*/ 1511269 h 1592588"/>
                <a:gd name="connsiteX246" fmla="*/ 538760 w 1269406"/>
                <a:gd name="connsiteY246" fmla="*/ 1503020 h 1592588"/>
                <a:gd name="connsiteX247" fmla="*/ 532240 w 1269406"/>
                <a:gd name="connsiteY247" fmla="*/ 1498965 h 1592588"/>
                <a:gd name="connsiteX248" fmla="*/ 534057 w 1269406"/>
                <a:gd name="connsiteY248" fmla="*/ 1491797 h 1592588"/>
                <a:gd name="connsiteX249" fmla="*/ 526431 w 1269406"/>
                <a:gd name="connsiteY249" fmla="*/ 1476099 h 1592588"/>
                <a:gd name="connsiteX250" fmla="*/ 510391 w 1269406"/>
                <a:gd name="connsiteY250" fmla="*/ 1459373 h 1592588"/>
                <a:gd name="connsiteX251" fmla="*/ 501773 w 1269406"/>
                <a:gd name="connsiteY251" fmla="*/ 1465118 h 1592588"/>
                <a:gd name="connsiteX252" fmla="*/ 491453 w 1269406"/>
                <a:gd name="connsiteY252" fmla="*/ 1461063 h 1592588"/>
                <a:gd name="connsiteX253" fmla="*/ 484933 w 1269406"/>
                <a:gd name="connsiteY253" fmla="*/ 1440409 h 1592588"/>
                <a:gd name="connsiteX254" fmla="*/ 463668 w 1269406"/>
                <a:gd name="connsiteY254" fmla="*/ 1445773 h 1592588"/>
                <a:gd name="connsiteX255" fmla="*/ 458444 w 1269406"/>
                <a:gd name="connsiteY255" fmla="*/ 1438592 h 1592588"/>
                <a:gd name="connsiteX256" fmla="*/ 461965 w 1269406"/>
                <a:gd name="connsiteY256" fmla="*/ 1426695 h 1592588"/>
                <a:gd name="connsiteX257" fmla="*/ 451924 w 1269406"/>
                <a:gd name="connsiteY257" fmla="*/ 1422132 h 1592588"/>
                <a:gd name="connsiteX258" fmla="*/ 442519 w 1269406"/>
                <a:gd name="connsiteY258" fmla="*/ 1424992 h 1592588"/>
                <a:gd name="connsiteX259" fmla="*/ 379476 w 1269406"/>
                <a:gd name="connsiteY259" fmla="*/ 1410350 h 1592588"/>
                <a:gd name="connsiteX260" fmla="*/ 288789 w 1269406"/>
                <a:gd name="connsiteY260" fmla="*/ 1441604 h 1592588"/>
                <a:gd name="connsiteX261" fmla="*/ 270270 w 1269406"/>
                <a:gd name="connsiteY261" fmla="*/ 1445646 h 1592588"/>
                <a:gd name="connsiteX262" fmla="*/ 251344 w 1269406"/>
                <a:gd name="connsiteY262" fmla="*/ 1452306 h 1592588"/>
                <a:gd name="connsiteX263" fmla="*/ 182824 w 1269406"/>
                <a:gd name="connsiteY263" fmla="*/ 1409091 h 1592588"/>
                <a:gd name="connsiteX264" fmla="*/ 132847 w 1269406"/>
                <a:gd name="connsiteY264" fmla="*/ 1410006 h 1592588"/>
                <a:gd name="connsiteX265" fmla="*/ 122679 w 1269406"/>
                <a:gd name="connsiteY265" fmla="*/ 1379502 h 1592588"/>
                <a:gd name="connsiteX266" fmla="*/ 123073 w 1269406"/>
                <a:gd name="connsiteY266" fmla="*/ 1371139 h 1592588"/>
                <a:gd name="connsiteX267" fmla="*/ 118904 w 1269406"/>
                <a:gd name="connsiteY267" fmla="*/ 1365241 h 1592588"/>
                <a:gd name="connsiteX268" fmla="*/ 122425 w 1269406"/>
                <a:gd name="connsiteY268" fmla="*/ 1357018 h 1592588"/>
                <a:gd name="connsiteX269" fmla="*/ 116413 w 1269406"/>
                <a:gd name="connsiteY269" fmla="*/ 1349175 h 1592588"/>
                <a:gd name="connsiteX270" fmla="*/ 116273 w 1269406"/>
                <a:gd name="connsiteY270" fmla="*/ 1342515 h 1592588"/>
                <a:gd name="connsiteX271" fmla="*/ 110020 w 1269406"/>
                <a:gd name="connsiteY271" fmla="*/ 1338067 h 1592588"/>
                <a:gd name="connsiteX272" fmla="*/ 108329 w 1269406"/>
                <a:gd name="connsiteY272" fmla="*/ 1335448 h 1592588"/>
                <a:gd name="connsiteX273" fmla="*/ 97106 w 1269406"/>
                <a:gd name="connsiteY273" fmla="*/ 1320946 h 1592588"/>
                <a:gd name="connsiteX274" fmla="*/ 93293 w 1269406"/>
                <a:gd name="connsiteY274" fmla="*/ 1313320 h 1592588"/>
                <a:gd name="connsiteX275" fmla="*/ 98771 w 1269406"/>
                <a:gd name="connsiteY275" fmla="*/ 1305618 h 1592588"/>
                <a:gd name="connsiteX276" fmla="*/ 98275 w 1269406"/>
                <a:gd name="connsiteY276" fmla="*/ 1297241 h 1592588"/>
                <a:gd name="connsiteX277" fmla="*/ 92124 w 1269406"/>
                <a:gd name="connsiteY277" fmla="*/ 1293200 h 1592588"/>
                <a:gd name="connsiteX278" fmla="*/ 89391 w 1269406"/>
                <a:gd name="connsiteY278" fmla="*/ 1286006 h 1592588"/>
                <a:gd name="connsiteX279" fmla="*/ 90039 w 1269406"/>
                <a:gd name="connsiteY279" fmla="*/ 1276460 h 1592588"/>
                <a:gd name="connsiteX280" fmla="*/ 92378 w 1269406"/>
                <a:gd name="connsiteY280" fmla="*/ 1266915 h 1592588"/>
                <a:gd name="connsiteX281" fmla="*/ 91742 w 1269406"/>
                <a:gd name="connsiteY281" fmla="*/ 1261170 h 1592588"/>
                <a:gd name="connsiteX282" fmla="*/ 84688 w 1269406"/>
                <a:gd name="connsiteY282" fmla="*/ 1254637 h 1592588"/>
                <a:gd name="connsiteX283" fmla="*/ 78422 w 1269406"/>
                <a:gd name="connsiteY283" fmla="*/ 1245880 h 1592588"/>
                <a:gd name="connsiteX284" fmla="*/ 69283 w 1269406"/>
                <a:gd name="connsiteY284" fmla="*/ 1222213 h 1592588"/>
                <a:gd name="connsiteX285" fmla="*/ 63157 w 1269406"/>
                <a:gd name="connsiteY285" fmla="*/ 1211638 h 1592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Lst>
              <a:rect l="l" t="t" r="r" b="b"/>
              <a:pathLst>
                <a:path w="1269406" h="1592588">
                  <a:moveTo>
                    <a:pt x="603061" y="958387"/>
                  </a:moveTo>
                  <a:lnTo>
                    <a:pt x="596528" y="963078"/>
                  </a:lnTo>
                  <a:lnTo>
                    <a:pt x="594571" y="973538"/>
                  </a:lnTo>
                  <a:lnTo>
                    <a:pt x="595740" y="988587"/>
                  </a:lnTo>
                  <a:lnTo>
                    <a:pt x="603710" y="1002034"/>
                  </a:lnTo>
                  <a:lnTo>
                    <a:pt x="611793" y="1012355"/>
                  </a:lnTo>
                  <a:lnTo>
                    <a:pt x="618974" y="1015774"/>
                  </a:lnTo>
                  <a:lnTo>
                    <a:pt x="624325" y="1028840"/>
                  </a:lnTo>
                  <a:lnTo>
                    <a:pt x="631367" y="1035195"/>
                  </a:lnTo>
                  <a:lnTo>
                    <a:pt x="641408" y="1037026"/>
                  </a:lnTo>
                  <a:lnTo>
                    <a:pt x="657931" y="1061175"/>
                  </a:lnTo>
                  <a:lnTo>
                    <a:pt x="667324" y="1082350"/>
                  </a:lnTo>
                  <a:lnTo>
                    <a:pt x="672675" y="1091362"/>
                  </a:lnTo>
                  <a:lnTo>
                    <a:pt x="672154" y="1100907"/>
                  </a:lnTo>
                  <a:lnTo>
                    <a:pt x="675967" y="1109664"/>
                  </a:lnTo>
                  <a:lnTo>
                    <a:pt x="689262" y="1110313"/>
                  </a:lnTo>
                  <a:lnTo>
                    <a:pt x="688614" y="1102610"/>
                  </a:lnTo>
                  <a:lnTo>
                    <a:pt x="692795" y="1095797"/>
                  </a:lnTo>
                  <a:lnTo>
                    <a:pt x="704539" y="1095543"/>
                  </a:lnTo>
                  <a:lnTo>
                    <a:pt x="708200" y="1087167"/>
                  </a:lnTo>
                  <a:lnTo>
                    <a:pt x="708327" y="1074368"/>
                  </a:lnTo>
                  <a:lnTo>
                    <a:pt x="687444" y="1062992"/>
                  </a:lnTo>
                  <a:lnTo>
                    <a:pt x="674391" y="1051896"/>
                  </a:lnTo>
                  <a:lnTo>
                    <a:pt x="670349" y="1042885"/>
                  </a:lnTo>
                  <a:lnTo>
                    <a:pt x="671531" y="1024569"/>
                  </a:lnTo>
                  <a:lnTo>
                    <a:pt x="668519" y="1015672"/>
                  </a:lnTo>
                  <a:lnTo>
                    <a:pt x="651995" y="988485"/>
                  </a:lnTo>
                  <a:lnTo>
                    <a:pt x="639082" y="981940"/>
                  </a:lnTo>
                  <a:lnTo>
                    <a:pt x="618212" y="955248"/>
                  </a:lnTo>
                  <a:close/>
                  <a:moveTo>
                    <a:pt x="115892" y="1201152"/>
                  </a:moveTo>
                  <a:lnTo>
                    <a:pt x="143549" y="1177880"/>
                  </a:lnTo>
                  <a:lnTo>
                    <a:pt x="158687" y="1135542"/>
                  </a:lnTo>
                  <a:lnTo>
                    <a:pt x="168855" y="1133585"/>
                  </a:lnTo>
                  <a:lnTo>
                    <a:pt x="189077" y="1101288"/>
                  </a:lnTo>
                  <a:lnTo>
                    <a:pt x="185556" y="1081676"/>
                  </a:lnTo>
                  <a:lnTo>
                    <a:pt x="151366" y="1102470"/>
                  </a:lnTo>
                  <a:lnTo>
                    <a:pt x="110388" y="1096458"/>
                  </a:lnTo>
                  <a:lnTo>
                    <a:pt x="117823" y="1070835"/>
                  </a:lnTo>
                  <a:lnTo>
                    <a:pt x="97716" y="1027061"/>
                  </a:lnTo>
                  <a:lnTo>
                    <a:pt x="93903" y="990455"/>
                  </a:lnTo>
                  <a:lnTo>
                    <a:pt x="100029" y="982728"/>
                  </a:lnTo>
                  <a:lnTo>
                    <a:pt x="84103" y="971504"/>
                  </a:lnTo>
                  <a:lnTo>
                    <a:pt x="82273" y="958693"/>
                  </a:lnTo>
                  <a:lnTo>
                    <a:pt x="75499" y="901840"/>
                  </a:lnTo>
                  <a:lnTo>
                    <a:pt x="6584" y="889295"/>
                  </a:lnTo>
                  <a:lnTo>
                    <a:pt x="6063" y="877525"/>
                  </a:lnTo>
                  <a:lnTo>
                    <a:pt x="46913" y="871907"/>
                  </a:lnTo>
                  <a:lnTo>
                    <a:pt x="55810" y="800667"/>
                  </a:lnTo>
                  <a:lnTo>
                    <a:pt x="43800" y="798849"/>
                  </a:lnTo>
                  <a:lnTo>
                    <a:pt x="48362" y="780940"/>
                  </a:lnTo>
                  <a:lnTo>
                    <a:pt x="38321" y="748135"/>
                  </a:lnTo>
                  <a:lnTo>
                    <a:pt x="56853" y="734154"/>
                  </a:lnTo>
                  <a:lnTo>
                    <a:pt x="10905" y="685143"/>
                  </a:lnTo>
                  <a:lnTo>
                    <a:pt x="29767" y="672039"/>
                  </a:lnTo>
                  <a:lnTo>
                    <a:pt x="25332" y="641331"/>
                  </a:lnTo>
                  <a:lnTo>
                    <a:pt x="4995" y="643289"/>
                  </a:lnTo>
                  <a:lnTo>
                    <a:pt x="0" y="556376"/>
                  </a:lnTo>
                  <a:lnTo>
                    <a:pt x="31979" y="549055"/>
                  </a:lnTo>
                  <a:lnTo>
                    <a:pt x="50650" y="499664"/>
                  </a:lnTo>
                  <a:lnTo>
                    <a:pt x="61733" y="503311"/>
                  </a:lnTo>
                  <a:lnTo>
                    <a:pt x="71266" y="505015"/>
                  </a:lnTo>
                  <a:lnTo>
                    <a:pt x="82870" y="486051"/>
                  </a:lnTo>
                  <a:lnTo>
                    <a:pt x="76350" y="467367"/>
                  </a:lnTo>
                  <a:lnTo>
                    <a:pt x="112231" y="448810"/>
                  </a:lnTo>
                  <a:lnTo>
                    <a:pt x="113807" y="401630"/>
                  </a:lnTo>
                  <a:lnTo>
                    <a:pt x="128030" y="382564"/>
                  </a:lnTo>
                  <a:lnTo>
                    <a:pt x="151391" y="384776"/>
                  </a:lnTo>
                  <a:lnTo>
                    <a:pt x="205283" y="368583"/>
                  </a:lnTo>
                  <a:lnTo>
                    <a:pt x="222772" y="362050"/>
                  </a:lnTo>
                  <a:lnTo>
                    <a:pt x="245650" y="353293"/>
                  </a:lnTo>
                  <a:lnTo>
                    <a:pt x="265986" y="341790"/>
                  </a:lnTo>
                  <a:lnTo>
                    <a:pt x="251103" y="322318"/>
                  </a:lnTo>
                  <a:lnTo>
                    <a:pt x="213125" y="333681"/>
                  </a:lnTo>
                  <a:lnTo>
                    <a:pt x="197211" y="320348"/>
                  </a:lnTo>
                  <a:lnTo>
                    <a:pt x="188975" y="278913"/>
                  </a:lnTo>
                  <a:lnTo>
                    <a:pt x="231148" y="253696"/>
                  </a:lnTo>
                  <a:lnTo>
                    <a:pt x="241710" y="239320"/>
                  </a:lnTo>
                  <a:lnTo>
                    <a:pt x="292335" y="232126"/>
                  </a:lnTo>
                  <a:lnTo>
                    <a:pt x="308388" y="188467"/>
                  </a:lnTo>
                  <a:lnTo>
                    <a:pt x="355632" y="187298"/>
                  </a:lnTo>
                  <a:lnTo>
                    <a:pt x="362813" y="204431"/>
                  </a:lnTo>
                  <a:lnTo>
                    <a:pt x="394588" y="203884"/>
                  </a:lnTo>
                  <a:lnTo>
                    <a:pt x="410527" y="228733"/>
                  </a:lnTo>
                  <a:lnTo>
                    <a:pt x="427622" y="236435"/>
                  </a:lnTo>
                  <a:lnTo>
                    <a:pt x="434791" y="254077"/>
                  </a:lnTo>
                  <a:lnTo>
                    <a:pt x="418267" y="262974"/>
                  </a:lnTo>
                  <a:lnTo>
                    <a:pt x="403384" y="284670"/>
                  </a:lnTo>
                  <a:lnTo>
                    <a:pt x="390597" y="290682"/>
                  </a:lnTo>
                  <a:lnTo>
                    <a:pt x="368278" y="307409"/>
                  </a:lnTo>
                  <a:lnTo>
                    <a:pt x="351844" y="320615"/>
                  </a:lnTo>
                  <a:lnTo>
                    <a:pt x="347408" y="356826"/>
                  </a:lnTo>
                  <a:lnTo>
                    <a:pt x="371291" y="360995"/>
                  </a:lnTo>
                  <a:lnTo>
                    <a:pt x="388500" y="423860"/>
                  </a:lnTo>
                  <a:lnTo>
                    <a:pt x="405735" y="409370"/>
                  </a:lnTo>
                  <a:lnTo>
                    <a:pt x="415789" y="356420"/>
                  </a:lnTo>
                  <a:lnTo>
                    <a:pt x="447221" y="307943"/>
                  </a:lnTo>
                  <a:lnTo>
                    <a:pt x="466287" y="297343"/>
                  </a:lnTo>
                  <a:lnTo>
                    <a:pt x="468765" y="265313"/>
                  </a:lnTo>
                  <a:lnTo>
                    <a:pt x="484170" y="249234"/>
                  </a:lnTo>
                  <a:lnTo>
                    <a:pt x="485606" y="231593"/>
                  </a:lnTo>
                  <a:lnTo>
                    <a:pt x="470214" y="197339"/>
                  </a:lnTo>
                  <a:lnTo>
                    <a:pt x="467456" y="153425"/>
                  </a:lnTo>
                  <a:lnTo>
                    <a:pt x="479073" y="141782"/>
                  </a:lnTo>
                  <a:lnTo>
                    <a:pt x="484437" y="125717"/>
                  </a:lnTo>
                  <a:lnTo>
                    <a:pt x="494999" y="125717"/>
                  </a:lnTo>
                  <a:lnTo>
                    <a:pt x="503337" y="137995"/>
                  </a:lnTo>
                  <a:lnTo>
                    <a:pt x="502688" y="150031"/>
                  </a:lnTo>
                  <a:lnTo>
                    <a:pt x="487945" y="162436"/>
                  </a:lnTo>
                  <a:lnTo>
                    <a:pt x="490957" y="170152"/>
                  </a:lnTo>
                  <a:lnTo>
                    <a:pt x="506870" y="168588"/>
                  </a:lnTo>
                  <a:lnTo>
                    <a:pt x="522123" y="157734"/>
                  </a:lnTo>
                  <a:lnTo>
                    <a:pt x="531909" y="137740"/>
                  </a:lnTo>
                  <a:lnTo>
                    <a:pt x="526953" y="118675"/>
                  </a:lnTo>
                  <a:lnTo>
                    <a:pt x="492495" y="81561"/>
                  </a:lnTo>
                  <a:lnTo>
                    <a:pt x="486509" y="67046"/>
                  </a:lnTo>
                  <a:lnTo>
                    <a:pt x="502155" y="46532"/>
                  </a:lnTo>
                  <a:lnTo>
                    <a:pt x="522262" y="47714"/>
                  </a:lnTo>
                  <a:lnTo>
                    <a:pt x="524220" y="7448"/>
                  </a:lnTo>
                  <a:lnTo>
                    <a:pt x="538709" y="5618"/>
                  </a:lnTo>
                  <a:lnTo>
                    <a:pt x="563100" y="0"/>
                  </a:lnTo>
                  <a:lnTo>
                    <a:pt x="592461" y="18176"/>
                  </a:lnTo>
                  <a:lnTo>
                    <a:pt x="613611" y="26399"/>
                  </a:lnTo>
                  <a:lnTo>
                    <a:pt x="611386" y="48235"/>
                  </a:lnTo>
                  <a:lnTo>
                    <a:pt x="630693" y="82985"/>
                  </a:lnTo>
                  <a:lnTo>
                    <a:pt x="653152" y="130572"/>
                  </a:lnTo>
                  <a:lnTo>
                    <a:pt x="711619" y="153844"/>
                  </a:lnTo>
                  <a:lnTo>
                    <a:pt x="741234" y="152573"/>
                  </a:lnTo>
                  <a:lnTo>
                    <a:pt x="772297" y="161725"/>
                  </a:lnTo>
                  <a:lnTo>
                    <a:pt x="807657" y="130877"/>
                  </a:lnTo>
                  <a:lnTo>
                    <a:pt x="874081" y="81739"/>
                  </a:lnTo>
                  <a:lnTo>
                    <a:pt x="883220" y="80964"/>
                  </a:lnTo>
                  <a:lnTo>
                    <a:pt x="887388" y="119260"/>
                  </a:lnTo>
                  <a:lnTo>
                    <a:pt x="909199" y="126187"/>
                  </a:lnTo>
                  <a:lnTo>
                    <a:pt x="931251" y="134550"/>
                  </a:lnTo>
                  <a:lnTo>
                    <a:pt x="929548" y="163784"/>
                  </a:lnTo>
                  <a:lnTo>
                    <a:pt x="888304" y="251230"/>
                  </a:lnTo>
                  <a:lnTo>
                    <a:pt x="876432" y="263508"/>
                  </a:lnTo>
                  <a:lnTo>
                    <a:pt x="855422" y="247175"/>
                  </a:lnTo>
                  <a:lnTo>
                    <a:pt x="777661" y="213201"/>
                  </a:lnTo>
                  <a:lnTo>
                    <a:pt x="758418" y="253378"/>
                  </a:lnTo>
                  <a:lnTo>
                    <a:pt x="776543" y="299897"/>
                  </a:lnTo>
                  <a:lnTo>
                    <a:pt x="804353" y="297953"/>
                  </a:lnTo>
                  <a:lnTo>
                    <a:pt x="877169" y="320030"/>
                  </a:lnTo>
                  <a:lnTo>
                    <a:pt x="902869" y="361974"/>
                  </a:lnTo>
                  <a:lnTo>
                    <a:pt x="959900" y="360017"/>
                  </a:lnTo>
                  <a:lnTo>
                    <a:pt x="984660" y="381980"/>
                  </a:lnTo>
                  <a:lnTo>
                    <a:pt x="942894" y="413361"/>
                  </a:lnTo>
                  <a:lnTo>
                    <a:pt x="966916" y="474523"/>
                  </a:lnTo>
                  <a:lnTo>
                    <a:pt x="1020807" y="480268"/>
                  </a:lnTo>
                  <a:lnTo>
                    <a:pt x="1033339" y="483013"/>
                  </a:lnTo>
                  <a:lnTo>
                    <a:pt x="1060743" y="486013"/>
                  </a:lnTo>
                  <a:lnTo>
                    <a:pt x="1083049" y="497782"/>
                  </a:lnTo>
                  <a:lnTo>
                    <a:pt x="1077317" y="561956"/>
                  </a:lnTo>
                  <a:lnTo>
                    <a:pt x="1083176" y="614488"/>
                  </a:lnTo>
                  <a:lnTo>
                    <a:pt x="1058786" y="624961"/>
                  </a:lnTo>
                  <a:lnTo>
                    <a:pt x="1055837" y="659075"/>
                  </a:lnTo>
                  <a:lnTo>
                    <a:pt x="1077774" y="679589"/>
                  </a:lnTo>
                  <a:lnTo>
                    <a:pt x="1098111" y="738806"/>
                  </a:lnTo>
                  <a:lnTo>
                    <a:pt x="1154239" y="758138"/>
                  </a:lnTo>
                  <a:lnTo>
                    <a:pt x="1153451" y="772005"/>
                  </a:lnTo>
                  <a:lnTo>
                    <a:pt x="1116261" y="773429"/>
                  </a:lnTo>
                  <a:lnTo>
                    <a:pt x="1106728" y="854774"/>
                  </a:lnTo>
                  <a:lnTo>
                    <a:pt x="1106856" y="864942"/>
                  </a:lnTo>
                  <a:lnTo>
                    <a:pt x="1177321" y="904280"/>
                  </a:lnTo>
                  <a:lnTo>
                    <a:pt x="1182405" y="938407"/>
                  </a:lnTo>
                  <a:lnTo>
                    <a:pt x="1243986" y="1025713"/>
                  </a:lnTo>
                  <a:lnTo>
                    <a:pt x="1269406" y="1105178"/>
                  </a:lnTo>
                  <a:lnTo>
                    <a:pt x="1250087" y="1142177"/>
                  </a:lnTo>
                  <a:lnTo>
                    <a:pt x="1213812" y="1150388"/>
                  </a:lnTo>
                  <a:lnTo>
                    <a:pt x="1172173" y="1204127"/>
                  </a:lnTo>
                  <a:lnTo>
                    <a:pt x="1197594" y="1221501"/>
                  </a:lnTo>
                  <a:lnTo>
                    <a:pt x="1172923" y="1282510"/>
                  </a:lnTo>
                  <a:lnTo>
                    <a:pt x="1071000" y="1307600"/>
                  </a:lnTo>
                  <a:lnTo>
                    <a:pt x="1041004" y="1330339"/>
                  </a:lnTo>
                  <a:lnTo>
                    <a:pt x="955846" y="1316485"/>
                  </a:lnTo>
                  <a:lnTo>
                    <a:pt x="916825" y="1324721"/>
                  </a:lnTo>
                  <a:lnTo>
                    <a:pt x="891506" y="1354399"/>
                  </a:lnTo>
                  <a:lnTo>
                    <a:pt x="885151" y="1355670"/>
                  </a:lnTo>
                  <a:lnTo>
                    <a:pt x="873801" y="1365203"/>
                  </a:lnTo>
                  <a:lnTo>
                    <a:pt x="847046" y="1365610"/>
                  </a:lnTo>
                  <a:lnTo>
                    <a:pt x="817164" y="1369525"/>
                  </a:lnTo>
                  <a:lnTo>
                    <a:pt x="768612" y="1370300"/>
                  </a:lnTo>
                  <a:lnTo>
                    <a:pt x="724126" y="1352505"/>
                  </a:lnTo>
                  <a:lnTo>
                    <a:pt x="713576" y="1335779"/>
                  </a:lnTo>
                  <a:lnTo>
                    <a:pt x="674175" y="1318137"/>
                  </a:lnTo>
                  <a:lnTo>
                    <a:pt x="663460" y="1305427"/>
                  </a:lnTo>
                  <a:lnTo>
                    <a:pt x="650559" y="1301105"/>
                  </a:lnTo>
                  <a:lnTo>
                    <a:pt x="627452" y="1290772"/>
                  </a:lnTo>
                  <a:lnTo>
                    <a:pt x="550327" y="1262810"/>
                  </a:lnTo>
                  <a:lnTo>
                    <a:pt x="521220" y="1242016"/>
                  </a:lnTo>
                  <a:lnTo>
                    <a:pt x="510124" y="1227768"/>
                  </a:lnTo>
                  <a:lnTo>
                    <a:pt x="487818" y="1194429"/>
                  </a:lnTo>
                  <a:lnTo>
                    <a:pt x="463274" y="1155726"/>
                  </a:lnTo>
                  <a:lnTo>
                    <a:pt x="450831" y="1141491"/>
                  </a:lnTo>
                  <a:lnTo>
                    <a:pt x="443650" y="1124510"/>
                  </a:lnTo>
                  <a:lnTo>
                    <a:pt x="442480" y="1111164"/>
                  </a:lnTo>
                  <a:lnTo>
                    <a:pt x="429770" y="1081765"/>
                  </a:lnTo>
                  <a:lnTo>
                    <a:pt x="422322" y="1065420"/>
                  </a:lnTo>
                  <a:lnTo>
                    <a:pt x="420492" y="1050664"/>
                  </a:lnTo>
                  <a:lnTo>
                    <a:pt x="413844" y="1041118"/>
                  </a:lnTo>
                  <a:lnTo>
                    <a:pt x="401045" y="1022167"/>
                  </a:lnTo>
                  <a:lnTo>
                    <a:pt x="388907" y="1019295"/>
                  </a:lnTo>
                  <a:lnTo>
                    <a:pt x="381471" y="995895"/>
                  </a:lnTo>
                  <a:lnTo>
                    <a:pt x="377824" y="987138"/>
                  </a:lnTo>
                  <a:lnTo>
                    <a:pt x="374811" y="980338"/>
                  </a:lnTo>
                  <a:lnTo>
                    <a:pt x="370121" y="982562"/>
                  </a:lnTo>
                  <a:lnTo>
                    <a:pt x="365812" y="984520"/>
                  </a:lnTo>
                  <a:lnTo>
                    <a:pt x="362432" y="986096"/>
                  </a:lnTo>
                  <a:lnTo>
                    <a:pt x="360995" y="994726"/>
                  </a:lnTo>
                  <a:lnTo>
                    <a:pt x="359559" y="1022815"/>
                  </a:lnTo>
                  <a:lnTo>
                    <a:pt x="359559" y="1032984"/>
                  </a:lnTo>
                  <a:lnTo>
                    <a:pt x="373896" y="1072068"/>
                  </a:lnTo>
                  <a:lnTo>
                    <a:pt x="383950" y="1083189"/>
                  </a:lnTo>
                  <a:lnTo>
                    <a:pt x="400918" y="1124078"/>
                  </a:lnTo>
                  <a:lnTo>
                    <a:pt x="412268" y="1165132"/>
                  </a:lnTo>
                  <a:lnTo>
                    <a:pt x="434587" y="1192446"/>
                  </a:lnTo>
                  <a:lnTo>
                    <a:pt x="452992" y="1228034"/>
                  </a:lnTo>
                  <a:lnTo>
                    <a:pt x="460300" y="1252184"/>
                  </a:lnTo>
                  <a:lnTo>
                    <a:pt x="468918" y="1262492"/>
                  </a:lnTo>
                  <a:lnTo>
                    <a:pt x="477522" y="1282765"/>
                  </a:lnTo>
                  <a:lnTo>
                    <a:pt x="549170" y="1317921"/>
                  </a:lnTo>
                  <a:lnTo>
                    <a:pt x="566265" y="1324581"/>
                  </a:lnTo>
                  <a:lnTo>
                    <a:pt x="574870" y="1318226"/>
                  </a:lnTo>
                  <a:lnTo>
                    <a:pt x="583488" y="1317959"/>
                  </a:lnTo>
                  <a:lnTo>
                    <a:pt x="599795" y="1326856"/>
                  </a:lnTo>
                  <a:lnTo>
                    <a:pt x="606976" y="1337190"/>
                  </a:lnTo>
                  <a:lnTo>
                    <a:pt x="617945" y="1355480"/>
                  </a:lnTo>
                  <a:lnTo>
                    <a:pt x="652262" y="1386594"/>
                  </a:lnTo>
                  <a:lnTo>
                    <a:pt x="679615" y="1407604"/>
                  </a:lnTo>
                  <a:lnTo>
                    <a:pt x="699849" y="1419908"/>
                  </a:lnTo>
                  <a:lnTo>
                    <a:pt x="727367" y="1462258"/>
                  </a:lnTo>
                  <a:lnTo>
                    <a:pt x="660816" y="1520801"/>
                  </a:lnTo>
                  <a:lnTo>
                    <a:pt x="662392" y="1549158"/>
                  </a:lnTo>
                  <a:lnTo>
                    <a:pt x="683656" y="1570765"/>
                  </a:lnTo>
                  <a:lnTo>
                    <a:pt x="684178" y="1580692"/>
                  </a:lnTo>
                  <a:lnTo>
                    <a:pt x="630541" y="1592588"/>
                  </a:lnTo>
                  <a:lnTo>
                    <a:pt x="619979" y="1561232"/>
                  </a:lnTo>
                  <a:lnTo>
                    <a:pt x="602489" y="1561627"/>
                  </a:lnTo>
                  <a:lnTo>
                    <a:pt x="585903" y="1569329"/>
                  </a:lnTo>
                  <a:lnTo>
                    <a:pt x="576662" y="1568935"/>
                  </a:lnTo>
                  <a:lnTo>
                    <a:pt x="574120" y="1559910"/>
                  </a:lnTo>
                  <a:lnTo>
                    <a:pt x="560431" y="1561182"/>
                  </a:lnTo>
                  <a:lnTo>
                    <a:pt x="545420" y="1553555"/>
                  </a:lnTo>
                  <a:lnTo>
                    <a:pt x="546856" y="1544404"/>
                  </a:lnTo>
                  <a:lnTo>
                    <a:pt x="554546" y="1534999"/>
                  </a:lnTo>
                  <a:lnTo>
                    <a:pt x="539802" y="1511269"/>
                  </a:lnTo>
                  <a:lnTo>
                    <a:pt x="538760" y="1503020"/>
                  </a:lnTo>
                  <a:lnTo>
                    <a:pt x="532240" y="1498965"/>
                  </a:lnTo>
                  <a:lnTo>
                    <a:pt x="534057" y="1491797"/>
                  </a:lnTo>
                  <a:lnTo>
                    <a:pt x="526431" y="1476099"/>
                  </a:lnTo>
                  <a:lnTo>
                    <a:pt x="510391" y="1459373"/>
                  </a:lnTo>
                  <a:lnTo>
                    <a:pt x="501773" y="1465118"/>
                  </a:lnTo>
                  <a:lnTo>
                    <a:pt x="491453" y="1461063"/>
                  </a:lnTo>
                  <a:lnTo>
                    <a:pt x="484933" y="1440409"/>
                  </a:lnTo>
                  <a:lnTo>
                    <a:pt x="463668" y="1445773"/>
                  </a:lnTo>
                  <a:lnTo>
                    <a:pt x="458444" y="1438592"/>
                  </a:lnTo>
                  <a:lnTo>
                    <a:pt x="461965" y="1426695"/>
                  </a:lnTo>
                  <a:lnTo>
                    <a:pt x="451924" y="1422132"/>
                  </a:lnTo>
                  <a:lnTo>
                    <a:pt x="442519" y="1424992"/>
                  </a:lnTo>
                  <a:lnTo>
                    <a:pt x="379476" y="1410350"/>
                  </a:lnTo>
                  <a:lnTo>
                    <a:pt x="288789" y="1441604"/>
                  </a:lnTo>
                  <a:lnTo>
                    <a:pt x="270270" y="1445646"/>
                  </a:lnTo>
                  <a:lnTo>
                    <a:pt x="251344" y="1452306"/>
                  </a:lnTo>
                  <a:lnTo>
                    <a:pt x="182824" y="1409091"/>
                  </a:lnTo>
                  <a:lnTo>
                    <a:pt x="132847" y="1410006"/>
                  </a:lnTo>
                  <a:lnTo>
                    <a:pt x="122679" y="1379502"/>
                  </a:lnTo>
                  <a:lnTo>
                    <a:pt x="123073" y="1371139"/>
                  </a:lnTo>
                  <a:lnTo>
                    <a:pt x="118904" y="1365241"/>
                  </a:lnTo>
                  <a:lnTo>
                    <a:pt x="122425" y="1357018"/>
                  </a:lnTo>
                  <a:lnTo>
                    <a:pt x="116413" y="1349175"/>
                  </a:lnTo>
                  <a:lnTo>
                    <a:pt x="116273" y="1342515"/>
                  </a:lnTo>
                  <a:lnTo>
                    <a:pt x="110020" y="1338067"/>
                  </a:lnTo>
                  <a:lnTo>
                    <a:pt x="108329" y="1335448"/>
                  </a:lnTo>
                  <a:lnTo>
                    <a:pt x="97106" y="1320946"/>
                  </a:lnTo>
                  <a:lnTo>
                    <a:pt x="93293" y="1313320"/>
                  </a:lnTo>
                  <a:lnTo>
                    <a:pt x="98771" y="1305618"/>
                  </a:lnTo>
                  <a:lnTo>
                    <a:pt x="98275" y="1297241"/>
                  </a:lnTo>
                  <a:lnTo>
                    <a:pt x="92124" y="1293200"/>
                  </a:lnTo>
                  <a:lnTo>
                    <a:pt x="89391" y="1286006"/>
                  </a:lnTo>
                  <a:lnTo>
                    <a:pt x="90039" y="1276460"/>
                  </a:lnTo>
                  <a:lnTo>
                    <a:pt x="92378" y="1266915"/>
                  </a:lnTo>
                  <a:lnTo>
                    <a:pt x="91742" y="1261170"/>
                  </a:lnTo>
                  <a:lnTo>
                    <a:pt x="84688" y="1254637"/>
                  </a:lnTo>
                  <a:lnTo>
                    <a:pt x="78422" y="1245880"/>
                  </a:lnTo>
                  <a:lnTo>
                    <a:pt x="69283" y="1222213"/>
                  </a:lnTo>
                  <a:lnTo>
                    <a:pt x="63157" y="1211638"/>
                  </a:lnTo>
                  <a:close/>
                </a:path>
              </a:pathLst>
            </a:custGeom>
            <a:noFill/>
            <a:ln w="3810" cap="flat">
              <a:solidFill>
                <a:srgbClr val="E6E4E2"/>
              </a:solidFill>
              <a:prstDash val="solid"/>
              <a:miter/>
            </a:ln>
          </p:spPr>
          <p:txBody>
            <a:bodyPr rtlCol="0" anchor="ctr"/>
            <a:lstStyle/>
            <a:p>
              <a:endParaRPr lang="de-CH"/>
            </a:p>
          </p:txBody>
        </p:sp>
        <p:sp>
          <p:nvSpPr>
            <p:cNvPr id="9" name="Freihandform: Form 8">
              <a:extLst>
                <a:ext uri="{FF2B5EF4-FFF2-40B4-BE49-F238E27FC236}">
                  <a16:creationId xmlns:a16="http://schemas.microsoft.com/office/drawing/2014/main" id="{F3DC5213-BDBD-96CD-5EDD-FB34C929D7BF}"/>
                </a:ext>
              </a:extLst>
            </p:cNvPr>
            <p:cNvSpPr/>
            <p:nvPr/>
          </p:nvSpPr>
          <p:spPr>
            <a:xfrm>
              <a:off x="3354061" y="1881915"/>
              <a:ext cx="3253380" cy="3035870"/>
            </a:xfrm>
            <a:custGeom>
              <a:avLst/>
              <a:gdLst>
                <a:gd name="connsiteX0" fmla="*/ 1706574 w 3253380"/>
                <a:gd name="connsiteY0" fmla="*/ 546768 h 3035870"/>
                <a:gd name="connsiteX1" fmla="*/ 1688564 w 3253380"/>
                <a:gd name="connsiteY1" fmla="*/ 534998 h 3035870"/>
                <a:gd name="connsiteX2" fmla="*/ 1663651 w 3253380"/>
                <a:gd name="connsiteY2" fmla="*/ 542967 h 3035870"/>
                <a:gd name="connsiteX3" fmla="*/ 1653483 w 3253380"/>
                <a:gd name="connsiteY3" fmla="*/ 570015 h 3035870"/>
                <a:gd name="connsiteX4" fmla="*/ 1685589 w 3253380"/>
                <a:gd name="connsiteY4" fmla="*/ 573561 h 3035870"/>
                <a:gd name="connsiteX5" fmla="*/ 513670 w 3253380"/>
                <a:gd name="connsiteY5" fmla="*/ 1285230 h 3035870"/>
                <a:gd name="connsiteX6" fmla="*/ 557254 w 3253380"/>
                <a:gd name="connsiteY6" fmla="*/ 1276219 h 3035870"/>
                <a:gd name="connsiteX7" fmla="*/ 561829 w 3253380"/>
                <a:gd name="connsiteY7" fmla="*/ 1301957 h 3035870"/>
                <a:gd name="connsiteX8" fmla="*/ 532062 w 3253380"/>
                <a:gd name="connsiteY8" fmla="*/ 1323005 h 3035870"/>
                <a:gd name="connsiteX9" fmla="*/ 521500 w 3253380"/>
                <a:gd name="connsiteY9" fmla="*/ 1319472 h 3035870"/>
                <a:gd name="connsiteX10" fmla="*/ 757846 w 3253380"/>
                <a:gd name="connsiteY10" fmla="*/ 1233118 h 3035870"/>
                <a:gd name="connsiteX11" fmla="*/ 759397 w 3253380"/>
                <a:gd name="connsiteY11" fmla="*/ 1214562 h 3035870"/>
                <a:gd name="connsiteX12" fmla="*/ 749483 w 3253380"/>
                <a:gd name="connsiteY12" fmla="*/ 1208677 h 3035870"/>
                <a:gd name="connsiteX13" fmla="*/ 723643 w 3253380"/>
                <a:gd name="connsiteY13" fmla="*/ 1230907 h 3035870"/>
                <a:gd name="connsiteX14" fmla="*/ 721685 w 3253380"/>
                <a:gd name="connsiteY14" fmla="*/ 1245015 h 3035870"/>
                <a:gd name="connsiteX15" fmla="*/ 725854 w 3253380"/>
                <a:gd name="connsiteY15" fmla="*/ 1254828 h 3035870"/>
                <a:gd name="connsiteX16" fmla="*/ 757719 w 3253380"/>
                <a:gd name="connsiteY16" fmla="*/ 1239918 h 3035870"/>
                <a:gd name="connsiteX17" fmla="*/ 449331 w 3253380"/>
                <a:gd name="connsiteY17" fmla="*/ 1338207 h 3035870"/>
                <a:gd name="connsiteX18" fmla="*/ 465855 w 3253380"/>
                <a:gd name="connsiteY18" fmla="*/ 1315468 h 3035870"/>
                <a:gd name="connsiteX19" fmla="*/ 485708 w 3253380"/>
                <a:gd name="connsiteY19" fmla="*/ 1326437 h 3035870"/>
                <a:gd name="connsiteX20" fmla="*/ 462740 w 3253380"/>
                <a:gd name="connsiteY20" fmla="*/ 1349315 h 3035870"/>
                <a:gd name="connsiteX21" fmla="*/ 2090117 w 3253380"/>
                <a:gd name="connsiteY21" fmla="*/ 1946377 h 3035870"/>
                <a:gd name="connsiteX22" fmla="*/ 2105509 w 3253380"/>
                <a:gd name="connsiteY22" fmla="*/ 1945322 h 3035870"/>
                <a:gd name="connsiteX23" fmla="*/ 2113605 w 3253380"/>
                <a:gd name="connsiteY23" fmla="*/ 1949135 h 3035870"/>
                <a:gd name="connsiteX24" fmla="*/ 2115957 w 3253380"/>
                <a:gd name="connsiteY24" fmla="*/ 1955287 h 3035870"/>
                <a:gd name="connsiteX25" fmla="*/ 2157456 w 3253380"/>
                <a:gd name="connsiteY25" fmla="*/ 1957257 h 3035870"/>
                <a:gd name="connsiteX26" fmla="*/ 2199742 w 3253380"/>
                <a:gd name="connsiteY26" fmla="*/ 1926753 h 3035870"/>
                <a:gd name="connsiteX27" fmla="*/ 2208741 w 3253380"/>
                <a:gd name="connsiteY27" fmla="*/ 1911589 h 3035870"/>
                <a:gd name="connsiteX28" fmla="*/ 2223612 w 3253380"/>
                <a:gd name="connsiteY28" fmla="*/ 1899298 h 3035870"/>
                <a:gd name="connsiteX29" fmla="*/ 2255070 w 3253380"/>
                <a:gd name="connsiteY29" fmla="*/ 1885965 h 3035870"/>
                <a:gd name="connsiteX30" fmla="*/ 2293569 w 3253380"/>
                <a:gd name="connsiteY30" fmla="*/ 1860863 h 3035870"/>
                <a:gd name="connsiteX31" fmla="*/ 2302187 w 3253380"/>
                <a:gd name="connsiteY31" fmla="*/ 1850936 h 3035870"/>
                <a:gd name="connsiteX32" fmla="*/ 2349037 w 3253380"/>
                <a:gd name="connsiteY32" fmla="*/ 1824664 h 3035870"/>
                <a:gd name="connsiteX33" fmla="*/ 2371343 w 3253380"/>
                <a:gd name="connsiteY33" fmla="*/ 1808725 h 3035870"/>
                <a:gd name="connsiteX34" fmla="*/ 2399661 w 3253380"/>
                <a:gd name="connsiteY34" fmla="*/ 1799701 h 3035870"/>
                <a:gd name="connsiteX35" fmla="*/ 2417672 w 3253380"/>
                <a:gd name="connsiteY35" fmla="*/ 1803095 h 3035870"/>
                <a:gd name="connsiteX36" fmla="*/ 2422362 w 3253380"/>
                <a:gd name="connsiteY36" fmla="*/ 1800756 h 3035870"/>
                <a:gd name="connsiteX37" fmla="*/ 2420023 w 3253380"/>
                <a:gd name="connsiteY37" fmla="*/ 1794210 h 3035870"/>
                <a:gd name="connsiteX38" fmla="*/ 2423404 w 3253380"/>
                <a:gd name="connsiteY38" fmla="*/ 1787855 h 3035870"/>
                <a:gd name="connsiteX39" fmla="*/ 2420862 w 3253380"/>
                <a:gd name="connsiteY39" fmla="*/ 1770468 h 3035870"/>
                <a:gd name="connsiteX40" fmla="*/ 2407147 w 3253380"/>
                <a:gd name="connsiteY40" fmla="*/ 1758584 h 3035870"/>
                <a:gd name="connsiteX41" fmla="*/ 2390052 w 3253380"/>
                <a:gd name="connsiteY41" fmla="*/ 1762765 h 3035870"/>
                <a:gd name="connsiteX42" fmla="*/ 2355087 w 3253380"/>
                <a:gd name="connsiteY42" fmla="*/ 1749178 h 3035870"/>
                <a:gd name="connsiteX43" fmla="*/ 2335246 w 3253380"/>
                <a:gd name="connsiteY43" fmla="*/ 1758317 h 3035870"/>
                <a:gd name="connsiteX44" fmla="*/ 2317109 w 3253380"/>
                <a:gd name="connsiteY44" fmla="*/ 1758317 h 3035870"/>
                <a:gd name="connsiteX45" fmla="*/ 2281622 w 3253380"/>
                <a:gd name="connsiteY45" fmla="*/ 1778653 h 3035870"/>
                <a:gd name="connsiteX46" fmla="*/ 2267780 w 3253380"/>
                <a:gd name="connsiteY46" fmla="*/ 1791363 h 3035870"/>
                <a:gd name="connsiteX47" fmla="*/ 2265429 w 3253380"/>
                <a:gd name="connsiteY47" fmla="*/ 1801951 h 3035870"/>
                <a:gd name="connsiteX48" fmla="*/ 2255388 w 3253380"/>
                <a:gd name="connsiteY48" fmla="*/ 1810848 h 3035870"/>
                <a:gd name="connsiteX49" fmla="*/ 2242970 w 3253380"/>
                <a:gd name="connsiteY49" fmla="*/ 1814382 h 3035870"/>
                <a:gd name="connsiteX50" fmla="*/ 2209923 w 3253380"/>
                <a:gd name="connsiteY50" fmla="*/ 1845102 h 3035870"/>
                <a:gd name="connsiteX51" fmla="*/ 2197531 w 3253380"/>
                <a:gd name="connsiteY51" fmla="*/ 1853465 h 3035870"/>
                <a:gd name="connsiteX52" fmla="*/ 2188634 w 3253380"/>
                <a:gd name="connsiteY52" fmla="*/ 1866175 h 3035870"/>
                <a:gd name="connsiteX53" fmla="*/ 2161091 w 3253380"/>
                <a:gd name="connsiteY53" fmla="*/ 1887999 h 3035870"/>
                <a:gd name="connsiteX54" fmla="*/ 2140221 w 3253380"/>
                <a:gd name="connsiteY54" fmla="*/ 1904344 h 3035870"/>
                <a:gd name="connsiteX55" fmla="*/ 2120647 w 3253380"/>
                <a:gd name="connsiteY55" fmla="*/ 1911805 h 3035870"/>
                <a:gd name="connsiteX56" fmla="*/ 2110987 w 3253380"/>
                <a:gd name="connsiteY56" fmla="*/ 1924210 h 3035870"/>
                <a:gd name="connsiteX57" fmla="*/ 2087359 w 3253380"/>
                <a:gd name="connsiteY57" fmla="*/ 1939374 h 3035870"/>
                <a:gd name="connsiteX58" fmla="*/ 2086456 w 3253380"/>
                <a:gd name="connsiteY58" fmla="*/ 1943949 h 3035870"/>
                <a:gd name="connsiteX59" fmla="*/ 1761253 w 3253380"/>
                <a:gd name="connsiteY59" fmla="*/ 2023477 h 3035870"/>
                <a:gd name="connsiteX60" fmla="*/ 1796371 w 3253380"/>
                <a:gd name="connsiteY60" fmla="*/ 2034204 h 3035870"/>
                <a:gd name="connsiteX61" fmla="*/ 1817114 w 3253380"/>
                <a:gd name="connsiteY61" fmla="*/ 2051325 h 3035870"/>
                <a:gd name="connsiteX62" fmla="*/ 1832506 w 3253380"/>
                <a:gd name="connsiteY62" fmla="*/ 2055507 h 3035870"/>
                <a:gd name="connsiteX63" fmla="*/ 1860952 w 3253380"/>
                <a:gd name="connsiteY63" fmla="*/ 2051986 h 3035870"/>
                <a:gd name="connsiteX64" fmla="*/ 1898549 w 3253380"/>
                <a:gd name="connsiteY64" fmla="*/ 2039822 h 3035870"/>
                <a:gd name="connsiteX65" fmla="*/ 1919559 w 3253380"/>
                <a:gd name="connsiteY65" fmla="*/ 2025968 h 3035870"/>
                <a:gd name="connsiteX66" fmla="*/ 1929218 w 3253380"/>
                <a:gd name="connsiteY66" fmla="*/ 2026756 h 3035870"/>
                <a:gd name="connsiteX67" fmla="*/ 1945271 w 3253380"/>
                <a:gd name="connsiteY67" fmla="*/ 2039466 h 3035870"/>
                <a:gd name="connsiteX68" fmla="*/ 1958579 w 3253380"/>
                <a:gd name="connsiteY68" fmla="*/ 2035425 h 3035870"/>
                <a:gd name="connsiteX69" fmla="*/ 1968493 w 3253380"/>
                <a:gd name="connsiteY69" fmla="*/ 2025091 h 3035870"/>
                <a:gd name="connsiteX70" fmla="*/ 1973717 w 3253380"/>
                <a:gd name="connsiteY70" fmla="*/ 2015165 h 3035870"/>
                <a:gd name="connsiteX71" fmla="*/ 1971175 w 3253380"/>
                <a:gd name="connsiteY71" fmla="*/ 2006013 h 3035870"/>
                <a:gd name="connsiteX72" fmla="*/ 1960485 w 3253380"/>
                <a:gd name="connsiteY72" fmla="*/ 2002200 h 3035870"/>
                <a:gd name="connsiteX73" fmla="*/ 1936336 w 3253380"/>
                <a:gd name="connsiteY73" fmla="*/ 1976182 h 3035870"/>
                <a:gd name="connsiteX74" fmla="*/ 1914017 w 3253380"/>
                <a:gd name="connsiteY74" fmla="*/ 1969522 h 3035870"/>
                <a:gd name="connsiteX75" fmla="*/ 1897494 w 3253380"/>
                <a:gd name="connsiteY75" fmla="*/ 1966764 h 3035870"/>
                <a:gd name="connsiteX76" fmla="*/ 1869303 w 3253380"/>
                <a:gd name="connsiteY76" fmla="*/ 1976437 h 3035870"/>
                <a:gd name="connsiteX77" fmla="*/ 1839675 w 3253380"/>
                <a:gd name="connsiteY77" fmla="*/ 1976182 h 3035870"/>
                <a:gd name="connsiteX78" fmla="*/ 1826228 w 3253380"/>
                <a:gd name="connsiteY78" fmla="*/ 1982067 h 3035870"/>
                <a:gd name="connsiteX79" fmla="*/ 1806921 w 3253380"/>
                <a:gd name="connsiteY79" fmla="*/ 1977759 h 3035870"/>
                <a:gd name="connsiteX80" fmla="*/ 1794389 w 3253380"/>
                <a:gd name="connsiteY80" fmla="*/ 1941534 h 3035870"/>
                <a:gd name="connsiteX81" fmla="*/ 1759931 w 3253380"/>
                <a:gd name="connsiteY81" fmla="*/ 1903111 h 3035870"/>
                <a:gd name="connsiteX82" fmla="*/ 1723911 w 3253380"/>
                <a:gd name="connsiteY82" fmla="*/ 1891227 h 3035870"/>
                <a:gd name="connsiteX83" fmla="*/ 1683073 w 3253380"/>
                <a:gd name="connsiteY83" fmla="*/ 1875403 h 3035870"/>
                <a:gd name="connsiteX84" fmla="*/ 1664541 w 3253380"/>
                <a:gd name="connsiteY84" fmla="*/ 1846170 h 3035870"/>
                <a:gd name="connsiteX85" fmla="*/ 1648488 w 3253380"/>
                <a:gd name="connsiteY85" fmla="*/ 1842230 h 3035870"/>
                <a:gd name="connsiteX86" fmla="*/ 1625394 w 3253380"/>
                <a:gd name="connsiteY86" fmla="*/ 1824194 h 3035870"/>
                <a:gd name="connsiteX87" fmla="*/ 1603456 w 3253380"/>
                <a:gd name="connsiteY87" fmla="*/ 1799371 h 3035870"/>
                <a:gd name="connsiteX88" fmla="*/ 1584289 w 3253380"/>
                <a:gd name="connsiteY88" fmla="*/ 1785911 h 3035870"/>
                <a:gd name="connsiteX89" fmla="*/ 1568757 w 3253380"/>
                <a:gd name="connsiteY89" fmla="*/ 1797413 h 3035870"/>
                <a:gd name="connsiteX90" fmla="*/ 1572570 w 3253380"/>
                <a:gd name="connsiteY90" fmla="*/ 1804328 h 3035870"/>
                <a:gd name="connsiteX91" fmla="*/ 1563953 w 3253380"/>
                <a:gd name="connsiteY91" fmla="*/ 1830333 h 3035870"/>
                <a:gd name="connsiteX92" fmla="*/ 1562910 w 3253380"/>
                <a:gd name="connsiteY92" fmla="*/ 1858066 h 3035870"/>
                <a:gd name="connsiteX93" fmla="*/ 1574782 w 3253380"/>
                <a:gd name="connsiteY93" fmla="*/ 1865502 h 3035870"/>
                <a:gd name="connsiteX94" fmla="*/ 1583679 w 3253380"/>
                <a:gd name="connsiteY94" fmla="*/ 1863812 h 3035870"/>
                <a:gd name="connsiteX95" fmla="*/ 1587861 w 3253380"/>
                <a:gd name="connsiteY95" fmla="*/ 1868248 h 3035870"/>
                <a:gd name="connsiteX96" fmla="*/ 1593593 w 3253380"/>
                <a:gd name="connsiteY96" fmla="*/ 1874132 h 3035870"/>
                <a:gd name="connsiteX97" fmla="*/ 1594381 w 3253380"/>
                <a:gd name="connsiteY97" fmla="*/ 1888774 h 3035870"/>
                <a:gd name="connsiteX98" fmla="*/ 1626156 w 3253380"/>
                <a:gd name="connsiteY98" fmla="*/ 1914512 h 3035870"/>
                <a:gd name="connsiteX99" fmla="*/ 1633859 w 3253380"/>
                <a:gd name="connsiteY99" fmla="*/ 1931125 h 3035870"/>
                <a:gd name="connsiteX100" fmla="*/ 1647954 w 3253380"/>
                <a:gd name="connsiteY100" fmla="*/ 1938560 h 3035870"/>
                <a:gd name="connsiteX101" fmla="*/ 1669485 w 3253380"/>
                <a:gd name="connsiteY101" fmla="*/ 1939615 h 3035870"/>
                <a:gd name="connsiteX102" fmla="*/ 1686009 w 3253380"/>
                <a:gd name="connsiteY102" fmla="*/ 1947317 h 3035870"/>
                <a:gd name="connsiteX103" fmla="*/ 1696063 w 3253380"/>
                <a:gd name="connsiteY103" fmla="*/ 1964311 h 3035870"/>
                <a:gd name="connsiteX104" fmla="*/ 1711201 w 3253380"/>
                <a:gd name="connsiteY104" fmla="*/ 1971238 h 3035870"/>
                <a:gd name="connsiteX105" fmla="*/ 1719157 w 3253380"/>
                <a:gd name="connsiteY105" fmla="*/ 1981699 h 3035870"/>
                <a:gd name="connsiteX106" fmla="*/ 1716157 w 3253380"/>
                <a:gd name="connsiteY106" fmla="*/ 2002480 h 3035870"/>
                <a:gd name="connsiteX107" fmla="*/ 688016 w 3253380"/>
                <a:gd name="connsiteY107" fmla="*/ 1024214 h 3035870"/>
                <a:gd name="connsiteX108" fmla="*/ 662443 w 3253380"/>
                <a:gd name="connsiteY108" fmla="*/ 1037407 h 3035870"/>
                <a:gd name="connsiteX109" fmla="*/ 644827 w 3253380"/>
                <a:gd name="connsiteY109" fmla="*/ 1046838 h 3035870"/>
                <a:gd name="connsiteX110" fmla="*/ 629435 w 3253380"/>
                <a:gd name="connsiteY110" fmla="*/ 1054667 h 3035870"/>
                <a:gd name="connsiteX111" fmla="*/ 606722 w 3253380"/>
                <a:gd name="connsiteY111" fmla="*/ 1066691 h 3035870"/>
                <a:gd name="connsiteX112" fmla="*/ 594011 w 3253380"/>
                <a:gd name="connsiteY112" fmla="*/ 1070085 h 3035870"/>
                <a:gd name="connsiteX113" fmla="*/ 579395 w 3253380"/>
                <a:gd name="connsiteY113" fmla="*/ 1073758 h 3035870"/>
                <a:gd name="connsiteX114" fmla="*/ 561778 w 3253380"/>
                <a:gd name="connsiteY114" fmla="*/ 1078067 h 3035870"/>
                <a:gd name="connsiteX115" fmla="*/ 471536 w 3253380"/>
                <a:gd name="connsiteY115" fmla="*/ 1099369 h 3035870"/>
                <a:gd name="connsiteX116" fmla="*/ 461469 w 3253380"/>
                <a:gd name="connsiteY116" fmla="*/ 1097539 h 3035870"/>
                <a:gd name="connsiteX117" fmla="*/ 447387 w 3253380"/>
                <a:gd name="connsiteY117" fmla="*/ 1102381 h 3035870"/>
                <a:gd name="connsiteX118" fmla="*/ 380582 w 3253380"/>
                <a:gd name="connsiteY118" fmla="*/ 1091654 h 3035870"/>
                <a:gd name="connsiteX119" fmla="*/ 359953 w 3253380"/>
                <a:gd name="connsiteY119" fmla="*/ 1089963 h 3035870"/>
                <a:gd name="connsiteX120" fmla="*/ 354602 w 3253380"/>
                <a:gd name="connsiteY120" fmla="*/ 1084600 h 3035870"/>
                <a:gd name="connsiteX121" fmla="*/ 364135 w 3253380"/>
                <a:gd name="connsiteY121" fmla="*/ 1081600 h 3035870"/>
                <a:gd name="connsiteX122" fmla="*/ 371570 w 3253380"/>
                <a:gd name="connsiteY122" fmla="*/ 1073758 h 3035870"/>
                <a:gd name="connsiteX123" fmla="*/ 382272 w 3253380"/>
                <a:gd name="connsiteY123" fmla="*/ 1065522 h 3035870"/>
                <a:gd name="connsiteX124" fmla="*/ 363652 w 3253380"/>
                <a:gd name="connsiteY124" fmla="*/ 1030886 h 3035870"/>
                <a:gd name="connsiteX125" fmla="*/ 342261 w 3253380"/>
                <a:gd name="connsiteY125" fmla="*/ 1008428 h 3035870"/>
                <a:gd name="connsiteX126" fmla="*/ 346709 w 3253380"/>
                <a:gd name="connsiteY126" fmla="*/ 989070 h 3035870"/>
                <a:gd name="connsiteX127" fmla="*/ 350344 w 3253380"/>
                <a:gd name="connsiteY127" fmla="*/ 967119 h 3035870"/>
                <a:gd name="connsiteX128" fmla="*/ 349302 w 3253380"/>
                <a:gd name="connsiteY128" fmla="*/ 956659 h 3035870"/>
                <a:gd name="connsiteX129" fmla="*/ 349429 w 3253380"/>
                <a:gd name="connsiteY129" fmla="*/ 938496 h 3035870"/>
                <a:gd name="connsiteX130" fmla="*/ 357258 w 3253380"/>
                <a:gd name="connsiteY130" fmla="*/ 924769 h 3035870"/>
                <a:gd name="connsiteX131" fmla="*/ 370045 w 3253380"/>
                <a:gd name="connsiteY131" fmla="*/ 911309 h 3035870"/>
                <a:gd name="connsiteX132" fmla="*/ 390928 w 3253380"/>
                <a:gd name="connsiteY132" fmla="*/ 898599 h 3035870"/>
                <a:gd name="connsiteX133" fmla="*/ 410247 w 3253380"/>
                <a:gd name="connsiteY133" fmla="*/ 895319 h 3035870"/>
                <a:gd name="connsiteX134" fmla="*/ 421992 w 3253380"/>
                <a:gd name="connsiteY134" fmla="*/ 890617 h 3035870"/>
                <a:gd name="connsiteX135" fmla="*/ 435426 w 3253380"/>
                <a:gd name="connsiteY135" fmla="*/ 875453 h 3035870"/>
                <a:gd name="connsiteX136" fmla="*/ 443790 w 3253380"/>
                <a:gd name="connsiteY136" fmla="*/ 889053 h 3035870"/>
                <a:gd name="connsiteX137" fmla="*/ 454619 w 3253380"/>
                <a:gd name="connsiteY137" fmla="*/ 889968 h 3035870"/>
                <a:gd name="connsiteX138" fmla="*/ 462842 w 3253380"/>
                <a:gd name="connsiteY138" fmla="*/ 889168 h 3035870"/>
                <a:gd name="connsiteX139" fmla="*/ 479925 w 3253380"/>
                <a:gd name="connsiteY139" fmla="*/ 888519 h 3035870"/>
                <a:gd name="connsiteX140" fmla="*/ 502511 w 3253380"/>
                <a:gd name="connsiteY140" fmla="*/ 874678 h 3035870"/>
                <a:gd name="connsiteX141" fmla="*/ 524830 w 3253380"/>
                <a:gd name="connsiteY141" fmla="*/ 857163 h 3035870"/>
                <a:gd name="connsiteX142" fmla="*/ 552881 w 3253380"/>
                <a:gd name="connsiteY142" fmla="*/ 836891 h 3035870"/>
                <a:gd name="connsiteX143" fmla="*/ 566329 w 3253380"/>
                <a:gd name="connsiteY143" fmla="*/ 811025 h 3035870"/>
                <a:gd name="connsiteX144" fmla="*/ 565426 w 3253380"/>
                <a:gd name="connsiteY144" fmla="*/ 805268 h 3035870"/>
                <a:gd name="connsiteX145" fmla="*/ 569722 w 3253380"/>
                <a:gd name="connsiteY145" fmla="*/ 799268 h 3035870"/>
                <a:gd name="connsiteX146" fmla="*/ 582903 w 3253380"/>
                <a:gd name="connsiteY146" fmla="*/ 805268 h 3035870"/>
                <a:gd name="connsiteX147" fmla="*/ 584326 w 3253380"/>
                <a:gd name="connsiteY147" fmla="*/ 812068 h 3035870"/>
                <a:gd name="connsiteX148" fmla="*/ 577971 w 3253380"/>
                <a:gd name="connsiteY148" fmla="*/ 822236 h 3035870"/>
                <a:gd name="connsiteX149" fmla="*/ 564918 w 3253380"/>
                <a:gd name="connsiteY149" fmla="*/ 835048 h 3035870"/>
                <a:gd name="connsiteX150" fmla="*/ 554229 w 3253380"/>
                <a:gd name="connsiteY150" fmla="*/ 849804 h 3035870"/>
                <a:gd name="connsiteX151" fmla="*/ 530740 w 3253380"/>
                <a:gd name="connsiteY151" fmla="*/ 865628 h 3035870"/>
                <a:gd name="connsiteX152" fmla="*/ 490067 w 3253380"/>
                <a:gd name="connsiteY152" fmla="*/ 892955 h 3035870"/>
                <a:gd name="connsiteX153" fmla="*/ 489292 w 3253380"/>
                <a:gd name="connsiteY153" fmla="*/ 897391 h 3035870"/>
                <a:gd name="connsiteX154" fmla="*/ 498037 w 3253380"/>
                <a:gd name="connsiteY154" fmla="*/ 911372 h 3035870"/>
                <a:gd name="connsiteX155" fmla="*/ 504951 w 3253380"/>
                <a:gd name="connsiteY155" fmla="*/ 915287 h 3035870"/>
                <a:gd name="connsiteX156" fmla="*/ 525961 w 3253380"/>
                <a:gd name="connsiteY156" fmla="*/ 914512 h 3035870"/>
                <a:gd name="connsiteX157" fmla="*/ 564842 w 3253380"/>
                <a:gd name="connsiteY157" fmla="*/ 898433 h 3035870"/>
                <a:gd name="connsiteX158" fmla="*/ 579331 w 3253380"/>
                <a:gd name="connsiteY158" fmla="*/ 888634 h 3035870"/>
                <a:gd name="connsiteX159" fmla="*/ 586258 w 3253380"/>
                <a:gd name="connsiteY159" fmla="*/ 885622 h 3035870"/>
                <a:gd name="connsiteX160" fmla="*/ 599566 w 3253380"/>
                <a:gd name="connsiteY160" fmla="*/ 886143 h 3035870"/>
                <a:gd name="connsiteX161" fmla="*/ 614704 w 3253380"/>
                <a:gd name="connsiteY161" fmla="*/ 878834 h 3035870"/>
                <a:gd name="connsiteX162" fmla="*/ 629956 w 3253380"/>
                <a:gd name="connsiteY162" fmla="*/ 862756 h 3035870"/>
                <a:gd name="connsiteX163" fmla="*/ 637582 w 3253380"/>
                <a:gd name="connsiteY163" fmla="*/ 854380 h 3035870"/>
                <a:gd name="connsiteX164" fmla="*/ 638853 w 3253380"/>
                <a:gd name="connsiteY164" fmla="*/ 847199 h 3035870"/>
                <a:gd name="connsiteX165" fmla="*/ 639514 w 3253380"/>
                <a:gd name="connsiteY165" fmla="*/ 837526 h 3035870"/>
                <a:gd name="connsiteX166" fmla="*/ 642781 w 3253380"/>
                <a:gd name="connsiteY166" fmla="*/ 833472 h 3035870"/>
                <a:gd name="connsiteX167" fmla="*/ 651246 w 3253380"/>
                <a:gd name="connsiteY167" fmla="*/ 839751 h 3035870"/>
                <a:gd name="connsiteX168" fmla="*/ 661312 w 3253380"/>
                <a:gd name="connsiteY168" fmla="*/ 834387 h 3035870"/>
                <a:gd name="connsiteX169" fmla="*/ 668608 w 3253380"/>
                <a:gd name="connsiteY169" fmla="*/ 819478 h 3035870"/>
                <a:gd name="connsiteX170" fmla="*/ 688448 w 3253380"/>
                <a:gd name="connsiteY170" fmla="*/ 782618 h 3035870"/>
                <a:gd name="connsiteX171" fmla="*/ 695363 w 3253380"/>
                <a:gd name="connsiteY171" fmla="*/ 775170 h 3035870"/>
                <a:gd name="connsiteX172" fmla="*/ 697968 w 3253380"/>
                <a:gd name="connsiteY172" fmla="*/ 768103 h 3035870"/>
                <a:gd name="connsiteX173" fmla="*/ 695363 w 3253380"/>
                <a:gd name="connsiteY173" fmla="*/ 760401 h 3035870"/>
                <a:gd name="connsiteX174" fmla="*/ 696532 w 3253380"/>
                <a:gd name="connsiteY174" fmla="*/ 749165 h 3035870"/>
                <a:gd name="connsiteX175" fmla="*/ 709077 w 3253380"/>
                <a:gd name="connsiteY175" fmla="*/ 733913 h 3035870"/>
                <a:gd name="connsiteX176" fmla="*/ 714555 w 3253380"/>
                <a:gd name="connsiteY176" fmla="*/ 718876 h 3035870"/>
                <a:gd name="connsiteX177" fmla="*/ 724075 w 3253380"/>
                <a:gd name="connsiteY177" fmla="*/ 709204 h 3035870"/>
                <a:gd name="connsiteX178" fmla="*/ 730989 w 3253380"/>
                <a:gd name="connsiteY178" fmla="*/ 683974 h 3035870"/>
                <a:gd name="connsiteX179" fmla="*/ 747055 w 3253380"/>
                <a:gd name="connsiteY179" fmla="*/ 659926 h 3035870"/>
                <a:gd name="connsiteX180" fmla="*/ 762307 w 3253380"/>
                <a:gd name="connsiteY180" fmla="*/ 640188 h 3035870"/>
                <a:gd name="connsiteX181" fmla="*/ 761036 w 3253380"/>
                <a:gd name="connsiteY181" fmla="*/ 634176 h 3035870"/>
                <a:gd name="connsiteX182" fmla="*/ 756079 w 3253380"/>
                <a:gd name="connsiteY182" fmla="*/ 630363 h 3035870"/>
                <a:gd name="connsiteX183" fmla="*/ 736506 w 3253380"/>
                <a:gd name="connsiteY183" fmla="*/ 639133 h 3035870"/>
                <a:gd name="connsiteX184" fmla="*/ 721495 w 3253380"/>
                <a:gd name="connsiteY184" fmla="*/ 651665 h 3035870"/>
                <a:gd name="connsiteX185" fmla="*/ 711835 w 3253380"/>
                <a:gd name="connsiteY185" fmla="*/ 660816 h 3035870"/>
                <a:gd name="connsiteX186" fmla="*/ 686415 w 3253380"/>
                <a:gd name="connsiteY186" fmla="*/ 686821 h 3035870"/>
                <a:gd name="connsiteX187" fmla="*/ 662011 w 3253380"/>
                <a:gd name="connsiteY187" fmla="*/ 703688 h 3035870"/>
                <a:gd name="connsiteX188" fmla="*/ 642170 w 3253380"/>
                <a:gd name="connsiteY188" fmla="*/ 728523 h 3035870"/>
                <a:gd name="connsiteX189" fmla="*/ 597024 w 3253380"/>
                <a:gd name="connsiteY189" fmla="*/ 757274 h 3035870"/>
                <a:gd name="connsiteX190" fmla="*/ 556567 w 3253380"/>
                <a:gd name="connsiteY190" fmla="*/ 782491 h 3035870"/>
                <a:gd name="connsiteX191" fmla="*/ 515971 w 3253380"/>
                <a:gd name="connsiteY191" fmla="*/ 806945 h 3035870"/>
                <a:gd name="connsiteX192" fmla="*/ 511408 w 3253380"/>
                <a:gd name="connsiteY192" fmla="*/ 822617 h 3035870"/>
                <a:gd name="connsiteX193" fmla="*/ 500706 w 3253380"/>
                <a:gd name="connsiteY193" fmla="*/ 835048 h 3035870"/>
                <a:gd name="connsiteX194" fmla="*/ 460770 w 3253380"/>
                <a:gd name="connsiteY194" fmla="*/ 855168 h 3035870"/>
                <a:gd name="connsiteX195" fmla="*/ 439239 w 3253380"/>
                <a:gd name="connsiteY195" fmla="*/ 801709 h 3035870"/>
                <a:gd name="connsiteX196" fmla="*/ 459728 w 3253380"/>
                <a:gd name="connsiteY196" fmla="*/ 784982 h 3035870"/>
                <a:gd name="connsiteX197" fmla="*/ 453729 w 3253380"/>
                <a:gd name="connsiteY197" fmla="*/ 764849 h 3035870"/>
                <a:gd name="connsiteX198" fmla="*/ 365634 w 3253380"/>
                <a:gd name="connsiteY198" fmla="*/ 702900 h 3035870"/>
                <a:gd name="connsiteX199" fmla="*/ 330796 w 3253380"/>
                <a:gd name="connsiteY199" fmla="*/ 692960 h 3035870"/>
                <a:gd name="connsiteX200" fmla="*/ 364719 w 3253380"/>
                <a:gd name="connsiteY200" fmla="*/ 655974 h 3035870"/>
                <a:gd name="connsiteX201" fmla="*/ 350738 w 3253380"/>
                <a:gd name="connsiteY201" fmla="*/ 640938 h 3035870"/>
                <a:gd name="connsiteX202" fmla="*/ 324390 w 3253380"/>
                <a:gd name="connsiteY202" fmla="*/ 658325 h 3035870"/>
                <a:gd name="connsiteX203" fmla="*/ 299719 w 3253380"/>
                <a:gd name="connsiteY203" fmla="*/ 656495 h 3035870"/>
                <a:gd name="connsiteX204" fmla="*/ 251827 w 3253380"/>
                <a:gd name="connsiteY204" fmla="*/ 679246 h 3035870"/>
                <a:gd name="connsiteX205" fmla="*/ 226127 w 3253380"/>
                <a:gd name="connsiteY205" fmla="*/ 684203 h 3035870"/>
                <a:gd name="connsiteX206" fmla="*/ 185531 w 3253380"/>
                <a:gd name="connsiteY206" fmla="*/ 690558 h 3035870"/>
                <a:gd name="connsiteX207" fmla="*/ 159831 w 3253380"/>
                <a:gd name="connsiteY207" fmla="*/ 699455 h 3035870"/>
                <a:gd name="connsiteX208" fmla="*/ 116756 w 3253380"/>
                <a:gd name="connsiteY208" fmla="*/ 712915 h 3035870"/>
                <a:gd name="connsiteX209" fmla="*/ 51260 w 3253380"/>
                <a:gd name="connsiteY209" fmla="*/ 751605 h 3035870"/>
                <a:gd name="connsiteX210" fmla="*/ 11859 w 3253380"/>
                <a:gd name="connsiteY210" fmla="*/ 772120 h 3035870"/>
                <a:gd name="connsiteX211" fmla="*/ 0 w 3253380"/>
                <a:gd name="connsiteY211" fmla="*/ 756435 h 3035870"/>
                <a:gd name="connsiteX212" fmla="*/ 5478 w 3253380"/>
                <a:gd name="connsiteY212" fmla="*/ 746114 h 3035870"/>
                <a:gd name="connsiteX213" fmla="*/ 52201 w 3253380"/>
                <a:gd name="connsiteY213" fmla="*/ 656584 h 3035870"/>
                <a:gd name="connsiteX214" fmla="*/ 36262 w 3253380"/>
                <a:gd name="connsiteY214" fmla="*/ 616203 h 3035870"/>
                <a:gd name="connsiteX215" fmla="*/ 2720 w 3253380"/>
                <a:gd name="connsiteY215" fmla="*/ 531757 h 3035870"/>
                <a:gd name="connsiteX216" fmla="*/ 24518 w 3253380"/>
                <a:gd name="connsiteY216" fmla="*/ 506794 h 3035870"/>
                <a:gd name="connsiteX217" fmla="*/ 47740 w 3253380"/>
                <a:gd name="connsiteY217" fmla="*/ 577247 h 3035870"/>
                <a:gd name="connsiteX218" fmla="*/ 113388 w 3253380"/>
                <a:gd name="connsiteY218" fmla="*/ 539116 h 3035870"/>
                <a:gd name="connsiteX219" fmla="*/ 163250 w 3253380"/>
                <a:gd name="connsiteY219" fmla="*/ 488796 h 3035870"/>
                <a:gd name="connsiteX220" fmla="*/ 173545 w 3253380"/>
                <a:gd name="connsiteY220" fmla="*/ 473900 h 3035870"/>
                <a:gd name="connsiteX221" fmla="*/ 187259 w 3253380"/>
                <a:gd name="connsiteY221" fmla="*/ 468155 h 3035870"/>
                <a:gd name="connsiteX222" fmla="*/ 195216 w 3253380"/>
                <a:gd name="connsiteY222" fmla="*/ 488008 h 3035870"/>
                <a:gd name="connsiteX223" fmla="*/ 253022 w 3253380"/>
                <a:gd name="connsiteY223" fmla="*/ 501990 h 3035870"/>
                <a:gd name="connsiteX224" fmla="*/ 274426 w 3253380"/>
                <a:gd name="connsiteY224" fmla="*/ 463160 h 3035870"/>
                <a:gd name="connsiteX225" fmla="*/ 317234 w 3253380"/>
                <a:gd name="connsiteY225" fmla="*/ 446827 h 3035870"/>
                <a:gd name="connsiteX226" fmla="*/ 336668 w 3253380"/>
                <a:gd name="connsiteY226" fmla="*/ 437930 h 3035870"/>
                <a:gd name="connsiteX227" fmla="*/ 352861 w 3253380"/>
                <a:gd name="connsiteY227" fmla="*/ 408392 h 3035870"/>
                <a:gd name="connsiteX228" fmla="*/ 355860 w 3253380"/>
                <a:gd name="connsiteY228" fmla="*/ 402367 h 3035870"/>
                <a:gd name="connsiteX229" fmla="*/ 373998 w 3253380"/>
                <a:gd name="connsiteY229" fmla="*/ 367732 h 3035870"/>
                <a:gd name="connsiteX230" fmla="*/ 380251 w 3253380"/>
                <a:gd name="connsiteY230" fmla="*/ 351666 h 3035870"/>
                <a:gd name="connsiteX231" fmla="*/ 404286 w 3253380"/>
                <a:gd name="connsiteY231" fmla="*/ 338600 h 3035870"/>
                <a:gd name="connsiteX232" fmla="*/ 400740 w 3253380"/>
                <a:gd name="connsiteY232" fmla="*/ 311019 h 3035870"/>
                <a:gd name="connsiteX233" fmla="*/ 402964 w 3253380"/>
                <a:gd name="connsiteY233" fmla="*/ 306964 h 3035870"/>
                <a:gd name="connsiteX234" fmla="*/ 446421 w 3253380"/>
                <a:gd name="connsiteY234" fmla="*/ 289170 h 3035870"/>
                <a:gd name="connsiteX235" fmla="*/ 464698 w 3253380"/>
                <a:gd name="connsiteY235" fmla="*/ 321695 h 3035870"/>
                <a:gd name="connsiteX236" fmla="*/ 590643 w 3253380"/>
                <a:gd name="connsiteY236" fmla="*/ 294127 h 3035870"/>
                <a:gd name="connsiteX237" fmla="*/ 587250 w 3253380"/>
                <a:gd name="connsiteY237" fmla="*/ 226305 h 3035870"/>
                <a:gd name="connsiteX238" fmla="*/ 627821 w 3253380"/>
                <a:gd name="connsiteY238" fmla="*/ 209782 h 3035870"/>
                <a:gd name="connsiteX239" fmla="*/ 630833 w 3253380"/>
                <a:gd name="connsiteY239" fmla="*/ 184565 h 3035870"/>
                <a:gd name="connsiteX240" fmla="*/ 617119 w 3253380"/>
                <a:gd name="connsiteY240" fmla="*/ 154887 h 3035870"/>
                <a:gd name="connsiteX241" fmla="*/ 639705 w 3253380"/>
                <a:gd name="connsiteY241" fmla="*/ 151747 h 3035870"/>
                <a:gd name="connsiteX242" fmla="*/ 703116 w 3253380"/>
                <a:gd name="connsiteY242" fmla="*/ 147845 h 3035870"/>
                <a:gd name="connsiteX243" fmla="*/ 712013 w 3253380"/>
                <a:gd name="connsiteY243" fmla="*/ 168080 h 3035870"/>
                <a:gd name="connsiteX244" fmla="*/ 716843 w 3253380"/>
                <a:gd name="connsiteY244" fmla="*/ 167571 h 3035870"/>
                <a:gd name="connsiteX245" fmla="*/ 756778 w 3253380"/>
                <a:gd name="connsiteY245" fmla="*/ 169923 h 3035870"/>
                <a:gd name="connsiteX246" fmla="*/ 802052 w 3253380"/>
                <a:gd name="connsiteY246" fmla="*/ 178159 h 3035870"/>
                <a:gd name="connsiteX247" fmla="*/ 829074 w 3253380"/>
                <a:gd name="connsiteY247" fmla="*/ 178934 h 3035870"/>
                <a:gd name="connsiteX248" fmla="*/ 853478 w 3253380"/>
                <a:gd name="connsiteY248" fmla="*/ 181146 h 3035870"/>
                <a:gd name="connsiteX249" fmla="*/ 908932 w 3253380"/>
                <a:gd name="connsiteY249" fmla="*/ 170711 h 3035870"/>
                <a:gd name="connsiteX250" fmla="*/ 969941 w 3253380"/>
                <a:gd name="connsiteY250" fmla="*/ 117646 h 3035870"/>
                <a:gd name="connsiteX251" fmla="*/ 991739 w 3253380"/>
                <a:gd name="connsiteY251" fmla="*/ 118294 h 3035870"/>
                <a:gd name="connsiteX252" fmla="*/ 993951 w 3253380"/>
                <a:gd name="connsiteY252" fmla="*/ 117646 h 3035870"/>
                <a:gd name="connsiteX253" fmla="*/ 1058773 w 3253380"/>
                <a:gd name="connsiteY253" fmla="*/ 84968 h 3035870"/>
                <a:gd name="connsiteX254" fmla="*/ 1066463 w 3253380"/>
                <a:gd name="connsiteY254" fmla="*/ 86798 h 3035870"/>
                <a:gd name="connsiteX255" fmla="*/ 1074089 w 3253380"/>
                <a:gd name="connsiteY255" fmla="*/ 89149 h 3035870"/>
                <a:gd name="connsiteX256" fmla="*/ 1078016 w 3253380"/>
                <a:gd name="connsiteY256" fmla="*/ 96191 h 3035870"/>
                <a:gd name="connsiteX257" fmla="*/ 1139877 w 3253380"/>
                <a:gd name="connsiteY257" fmla="*/ 115027 h 3035870"/>
                <a:gd name="connsiteX258" fmla="*/ 1178630 w 3253380"/>
                <a:gd name="connsiteY258" fmla="*/ 110058 h 3035870"/>
                <a:gd name="connsiteX259" fmla="*/ 1182291 w 3253380"/>
                <a:gd name="connsiteY259" fmla="*/ 109409 h 3035870"/>
                <a:gd name="connsiteX260" fmla="*/ 1246998 w 3253380"/>
                <a:gd name="connsiteY260" fmla="*/ 114494 h 3035870"/>
                <a:gd name="connsiteX261" fmla="*/ 1280541 w 3253380"/>
                <a:gd name="connsiteY261" fmla="*/ 128856 h 3035870"/>
                <a:gd name="connsiteX262" fmla="*/ 1410007 w 3253380"/>
                <a:gd name="connsiteY262" fmla="*/ 71215 h 3035870"/>
                <a:gd name="connsiteX263" fmla="*/ 1402825 w 3253380"/>
                <a:gd name="connsiteY263" fmla="*/ 50701 h 3035870"/>
                <a:gd name="connsiteX264" fmla="*/ 1360284 w 3253380"/>
                <a:gd name="connsiteY264" fmla="*/ 68356 h 3035870"/>
                <a:gd name="connsiteX265" fmla="*/ 1340977 w 3253380"/>
                <a:gd name="connsiteY265" fmla="*/ 60386 h 3035870"/>
                <a:gd name="connsiteX266" fmla="*/ 1404643 w 3253380"/>
                <a:gd name="connsiteY266" fmla="*/ 0 h 3035870"/>
                <a:gd name="connsiteX267" fmla="*/ 1443549 w 3253380"/>
                <a:gd name="connsiteY267" fmla="*/ 46265 h 3035870"/>
                <a:gd name="connsiteX268" fmla="*/ 1428017 w 3253380"/>
                <a:gd name="connsiteY268" fmla="*/ 65864 h 3035870"/>
                <a:gd name="connsiteX269" fmla="*/ 1426848 w 3253380"/>
                <a:gd name="connsiteY269" fmla="*/ 80379 h 3035870"/>
                <a:gd name="connsiteX270" fmla="*/ 1378422 w 3253380"/>
                <a:gd name="connsiteY270" fmla="*/ 141388 h 3035870"/>
                <a:gd name="connsiteX271" fmla="*/ 1328699 w 3253380"/>
                <a:gd name="connsiteY271" fmla="*/ 157327 h 3035870"/>
                <a:gd name="connsiteX272" fmla="*/ 1288370 w 3253380"/>
                <a:gd name="connsiteY272" fmla="*/ 170520 h 3035870"/>
                <a:gd name="connsiteX273" fmla="*/ 1264106 w 3253380"/>
                <a:gd name="connsiteY273" fmla="*/ 179926 h 3035870"/>
                <a:gd name="connsiteX274" fmla="*/ 1254840 w 3253380"/>
                <a:gd name="connsiteY274" fmla="*/ 199410 h 3035870"/>
                <a:gd name="connsiteX275" fmla="*/ 1230183 w 3253380"/>
                <a:gd name="connsiteY275" fmla="*/ 240452 h 3035870"/>
                <a:gd name="connsiteX276" fmla="*/ 1189192 w 3253380"/>
                <a:gd name="connsiteY276" fmla="*/ 245281 h 3035870"/>
                <a:gd name="connsiteX277" fmla="*/ 1156146 w 3253380"/>
                <a:gd name="connsiteY277" fmla="*/ 262288 h 3035870"/>
                <a:gd name="connsiteX278" fmla="*/ 1129658 w 3253380"/>
                <a:gd name="connsiteY278" fmla="*/ 277959 h 3035870"/>
                <a:gd name="connsiteX279" fmla="*/ 1138796 w 3253380"/>
                <a:gd name="connsiteY279" fmla="*/ 305541 h 3035870"/>
                <a:gd name="connsiteX280" fmla="*/ 1120265 w 3253380"/>
                <a:gd name="connsiteY280" fmla="*/ 312468 h 3035870"/>
                <a:gd name="connsiteX281" fmla="*/ 975534 w 3253380"/>
                <a:gd name="connsiteY281" fmla="*/ 381103 h 3035870"/>
                <a:gd name="connsiteX282" fmla="*/ 984278 w 3253380"/>
                <a:gd name="connsiteY282" fmla="*/ 411684 h 3035870"/>
                <a:gd name="connsiteX283" fmla="*/ 1003852 w 3253380"/>
                <a:gd name="connsiteY283" fmla="*/ 458610 h 3035870"/>
                <a:gd name="connsiteX284" fmla="*/ 1026425 w 3253380"/>
                <a:gd name="connsiteY284" fmla="*/ 449979 h 3035870"/>
                <a:gd name="connsiteX285" fmla="*/ 1057222 w 3253380"/>
                <a:gd name="connsiteY285" fmla="*/ 482276 h 3035870"/>
                <a:gd name="connsiteX286" fmla="*/ 1076682 w 3253380"/>
                <a:gd name="connsiteY286" fmla="*/ 526965 h 3035870"/>
                <a:gd name="connsiteX287" fmla="*/ 1060870 w 3253380"/>
                <a:gd name="connsiteY287" fmla="*/ 548394 h 3035870"/>
                <a:gd name="connsiteX288" fmla="*/ 1082287 w 3253380"/>
                <a:gd name="connsiteY288" fmla="*/ 551674 h 3035870"/>
                <a:gd name="connsiteX289" fmla="*/ 1098810 w 3253380"/>
                <a:gd name="connsiteY289" fmla="*/ 544226 h 3035870"/>
                <a:gd name="connsiteX290" fmla="*/ 1117087 w 3253380"/>
                <a:gd name="connsiteY290" fmla="*/ 546310 h 3035870"/>
                <a:gd name="connsiteX291" fmla="*/ 1128526 w 3253380"/>
                <a:gd name="connsiteY291" fmla="*/ 537032 h 3035870"/>
                <a:gd name="connsiteX292" fmla="*/ 1131272 w 3253380"/>
                <a:gd name="connsiteY292" fmla="*/ 524614 h 3035870"/>
                <a:gd name="connsiteX293" fmla="*/ 1138440 w 3253380"/>
                <a:gd name="connsiteY293" fmla="*/ 515844 h 3035870"/>
                <a:gd name="connsiteX294" fmla="*/ 1153693 w 3253380"/>
                <a:gd name="connsiteY294" fmla="*/ 512590 h 3035870"/>
                <a:gd name="connsiteX295" fmla="*/ 1159692 w 3253380"/>
                <a:gd name="connsiteY295" fmla="*/ 502777 h 3035870"/>
                <a:gd name="connsiteX296" fmla="*/ 1159044 w 3253380"/>
                <a:gd name="connsiteY296" fmla="*/ 489711 h 3035870"/>
                <a:gd name="connsiteX297" fmla="*/ 1162310 w 3253380"/>
                <a:gd name="connsiteY297" fmla="*/ 480052 h 3035870"/>
                <a:gd name="connsiteX298" fmla="*/ 1171576 w 3253380"/>
                <a:gd name="connsiteY298" fmla="*/ 478336 h 3035870"/>
                <a:gd name="connsiteX299" fmla="*/ 1175491 w 3253380"/>
                <a:gd name="connsiteY299" fmla="*/ 485670 h 3035870"/>
                <a:gd name="connsiteX300" fmla="*/ 1180829 w 3253380"/>
                <a:gd name="connsiteY300" fmla="*/ 494160 h 3035870"/>
                <a:gd name="connsiteX301" fmla="*/ 1188455 w 3253380"/>
                <a:gd name="connsiteY301" fmla="*/ 493626 h 3035870"/>
                <a:gd name="connsiteX302" fmla="*/ 1194975 w 3253380"/>
                <a:gd name="connsiteY302" fmla="*/ 486445 h 3035870"/>
                <a:gd name="connsiteX303" fmla="*/ 1197200 w 3253380"/>
                <a:gd name="connsiteY303" fmla="*/ 477688 h 3035870"/>
                <a:gd name="connsiteX304" fmla="*/ 1196030 w 3253380"/>
                <a:gd name="connsiteY304" fmla="*/ 468536 h 3035870"/>
                <a:gd name="connsiteX305" fmla="*/ 1200339 w 3253380"/>
                <a:gd name="connsiteY305" fmla="*/ 464088 h 3035870"/>
                <a:gd name="connsiteX306" fmla="*/ 1211435 w 3253380"/>
                <a:gd name="connsiteY306" fmla="*/ 466312 h 3035870"/>
                <a:gd name="connsiteX307" fmla="*/ 1249922 w 3253380"/>
                <a:gd name="connsiteY307" fmla="*/ 461075 h 3035870"/>
                <a:gd name="connsiteX308" fmla="*/ 1257624 w 3253380"/>
                <a:gd name="connsiteY308" fmla="*/ 512056 h 3035870"/>
                <a:gd name="connsiteX309" fmla="*/ 1290365 w 3253380"/>
                <a:gd name="connsiteY309" fmla="*/ 518208 h 3035870"/>
                <a:gd name="connsiteX310" fmla="*/ 1258412 w 3253380"/>
                <a:gd name="connsiteY310" fmla="*/ 566684 h 3035870"/>
                <a:gd name="connsiteX311" fmla="*/ 1241698 w 3253380"/>
                <a:gd name="connsiteY311" fmla="*/ 575582 h 3035870"/>
                <a:gd name="connsiteX312" fmla="*/ 1207253 w 3253380"/>
                <a:gd name="connsiteY312" fmla="*/ 563698 h 3035870"/>
                <a:gd name="connsiteX313" fmla="*/ 1177359 w 3253380"/>
                <a:gd name="connsiteY313" fmla="*/ 581212 h 3035870"/>
                <a:gd name="connsiteX314" fmla="*/ 1179901 w 3253380"/>
                <a:gd name="connsiteY314" fmla="*/ 594545 h 3035870"/>
                <a:gd name="connsiteX315" fmla="*/ 1150413 w 3253380"/>
                <a:gd name="connsiteY315" fmla="*/ 609035 h 3035870"/>
                <a:gd name="connsiteX316" fmla="*/ 1140487 w 3253380"/>
                <a:gd name="connsiteY316" fmla="*/ 624605 h 3035870"/>
                <a:gd name="connsiteX317" fmla="*/ 1169085 w 3253380"/>
                <a:gd name="connsiteY317" fmla="*/ 645653 h 3035870"/>
                <a:gd name="connsiteX318" fmla="*/ 1177982 w 3253380"/>
                <a:gd name="connsiteY318" fmla="*/ 660816 h 3035870"/>
                <a:gd name="connsiteX319" fmla="*/ 1152396 w 3253380"/>
                <a:gd name="connsiteY319" fmla="*/ 661858 h 3035870"/>
                <a:gd name="connsiteX320" fmla="*/ 1107631 w 3253380"/>
                <a:gd name="connsiteY320" fmla="*/ 676882 h 3035870"/>
                <a:gd name="connsiteX321" fmla="*/ 1069271 w 3253380"/>
                <a:gd name="connsiteY321" fmla="*/ 654283 h 3035870"/>
                <a:gd name="connsiteX322" fmla="*/ 1038208 w 3253380"/>
                <a:gd name="connsiteY322" fmla="*/ 664337 h 3035870"/>
                <a:gd name="connsiteX323" fmla="*/ 1059739 w 3253380"/>
                <a:gd name="connsiteY323" fmla="*/ 744310 h 3035870"/>
                <a:gd name="connsiteX324" fmla="*/ 1120938 w 3253380"/>
                <a:gd name="connsiteY324" fmla="*/ 744729 h 3035870"/>
                <a:gd name="connsiteX325" fmla="*/ 1127204 w 3253380"/>
                <a:gd name="connsiteY325" fmla="*/ 742505 h 3035870"/>
                <a:gd name="connsiteX326" fmla="*/ 1165056 w 3253380"/>
                <a:gd name="connsiteY326" fmla="*/ 730074 h 3035870"/>
                <a:gd name="connsiteX327" fmla="*/ 1167534 w 3253380"/>
                <a:gd name="connsiteY327" fmla="*/ 786940 h 3035870"/>
                <a:gd name="connsiteX328" fmla="*/ 1184057 w 3253380"/>
                <a:gd name="connsiteY328" fmla="*/ 807721 h 3035870"/>
                <a:gd name="connsiteX329" fmla="*/ 1206936 w 3253380"/>
                <a:gd name="connsiteY329" fmla="*/ 802878 h 3035870"/>
                <a:gd name="connsiteX330" fmla="*/ 1231212 w 3253380"/>
                <a:gd name="connsiteY330" fmla="*/ 795417 h 3035870"/>
                <a:gd name="connsiteX331" fmla="*/ 1239385 w 3253380"/>
                <a:gd name="connsiteY331" fmla="*/ 783038 h 3035870"/>
                <a:gd name="connsiteX332" fmla="*/ 1245257 w 3253380"/>
                <a:gd name="connsiteY332" fmla="*/ 763171 h 3035870"/>
                <a:gd name="connsiteX333" fmla="*/ 1233119 w 3253380"/>
                <a:gd name="connsiteY333" fmla="*/ 746559 h 3035870"/>
                <a:gd name="connsiteX334" fmla="*/ 1220205 w 3253380"/>
                <a:gd name="connsiteY334" fmla="*/ 707348 h 3035870"/>
                <a:gd name="connsiteX335" fmla="*/ 1248168 w 3253380"/>
                <a:gd name="connsiteY335" fmla="*/ 695451 h 3035870"/>
                <a:gd name="connsiteX336" fmla="*/ 1258094 w 3253380"/>
                <a:gd name="connsiteY336" fmla="*/ 691550 h 3035870"/>
                <a:gd name="connsiteX337" fmla="*/ 1283146 w 3253380"/>
                <a:gd name="connsiteY337" fmla="*/ 680949 h 3035870"/>
                <a:gd name="connsiteX338" fmla="*/ 1308567 w 3253380"/>
                <a:gd name="connsiteY338" fmla="*/ 663829 h 3035870"/>
                <a:gd name="connsiteX339" fmla="*/ 1329449 w 3253380"/>
                <a:gd name="connsiteY339" fmla="*/ 626448 h 3035870"/>
                <a:gd name="connsiteX340" fmla="*/ 1359344 w 3253380"/>
                <a:gd name="connsiteY340" fmla="*/ 580183 h 3035870"/>
                <a:gd name="connsiteX341" fmla="*/ 1343545 w 3253380"/>
                <a:gd name="connsiteY341" fmla="*/ 557037 h 3035870"/>
                <a:gd name="connsiteX342" fmla="*/ 1345896 w 3253380"/>
                <a:gd name="connsiteY342" fmla="*/ 550377 h 3035870"/>
                <a:gd name="connsiteX343" fmla="*/ 1378129 w 3253380"/>
                <a:gd name="connsiteY343" fmla="*/ 543196 h 3035870"/>
                <a:gd name="connsiteX344" fmla="*/ 1418802 w 3253380"/>
                <a:gd name="connsiteY344" fmla="*/ 528554 h 3035870"/>
                <a:gd name="connsiteX345" fmla="*/ 1451149 w 3253380"/>
                <a:gd name="connsiteY345" fmla="*/ 539396 h 3035870"/>
                <a:gd name="connsiteX346" fmla="*/ 1474130 w 3253380"/>
                <a:gd name="connsiteY346" fmla="*/ 589715 h 3035870"/>
                <a:gd name="connsiteX347" fmla="*/ 1482099 w 3253380"/>
                <a:gd name="connsiteY347" fmla="*/ 577564 h 3035870"/>
                <a:gd name="connsiteX348" fmla="*/ 1512095 w 3253380"/>
                <a:gd name="connsiteY348" fmla="*/ 574171 h 3035870"/>
                <a:gd name="connsiteX349" fmla="*/ 1541595 w 3253380"/>
                <a:gd name="connsiteY349" fmla="*/ 568807 h 3035870"/>
                <a:gd name="connsiteX350" fmla="*/ 1546946 w 3253380"/>
                <a:gd name="connsiteY350" fmla="*/ 572862 h 3035870"/>
                <a:gd name="connsiteX351" fmla="*/ 1593402 w 3253380"/>
                <a:gd name="connsiteY351" fmla="*/ 584898 h 3035870"/>
                <a:gd name="connsiteX352" fmla="*/ 1609201 w 3253380"/>
                <a:gd name="connsiteY352" fmla="*/ 577437 h 3035870"/>
                <a:gd name="connsiteX353" fmla="*/ 1609595 w 3253380"/>
                <a:gd name="connsiteY353" fmla="*/ 544886 h 3035870"/>
                <a:gd name="connsiteX354" fmla="*/ 1649658 w 3253380"/>
                <a:gd name="connsiteY354" fmla="*/ 527092 h 3035870"/>
                <a:gd name="connsiteX355" fmla="*/ 1651348 w 3253380"/>
                <a:gd name="connsiteY355" fmla="*/ 515856 h 3035870"/>
                <a:gd name="connsiteX356" fmla="*/ 1646264 w 3253380"/>
                <a:gd name="connsiteY356" fmla="*/ 478730 h 3035870"/>
                <a:gd name="connsiteX357" fmla="*/ 1653178 w 3253380"/>
                <a:gd name="connsiteY357" fmla="*/ 459906 h 3035870"/>
                <a:gd name="connsiteX358" fmla="*/ 1628521 w 3253380"/>
                <a:gd name="connsiteY358" fmla="*/ 429846 h 3035870"/>
                <a:gd name="connsiteX359" fmla="*/ 1598232 w 3253380"/>
                <a:gd name="connsiteY359" fmla="*/ 427749 h 3035870"/>
                <a:gd name="connsiteX360" fmla="*/ 1602147 w 3253380"/>
                <a:gd name="connsiteY360" fmla="*/ 403053 h 3035870"/>
                <a:gd name="connsiteX361" fmla="*/ 1600723 w 3253380"/>
                <a:gd name="connsiteY361" fmla="*/ 400308 h 3035870"/>
                <a:gd name="connsiteX362" fmla="*/ 1583488 w 3253380"/>
                <a:gd name="connsiteY362" fmla="*/ 367757 h 3035870"/>
                <a:gd name="connsiteX363" fmla="*/ 1584009 w 3253380"/>
                <a:gd name="connsiteY363" fmla="*/ 344497 h 3035870"/>
                <a:gd name="connsiteX364" fmla="*/ 1543693 w 3253380"/>
                <a:gd name="connsiteY364" fmla="*/ 346595 h 3035870"/>
                <a:gd name="connsiteX365" fmla="*/ 1536638 w 3253380"/>
                <a:gd name="connsiteY365" fmla="*/ 331965 h 3035870"/>
                <a:gd name="connsiteX366" fmla="*/ 1496055 w 3253380"/>
                <a:gd name="connsiteY366" fmla="*/ 299020 h 3035870"/>
                <a:gd name="connsiteX367" fmla="*/ 1495534 w 3253380"/>
                <a:gd name="connsiteY367" fmla="*/ 281900 h 3035870"/>
                <a:gd name="connsiteX368" fmla="*/ 1491212 w 3253380"/>
                <a:gd name="connsiteY368" fmla="*/ 243070 h 3035870"/>
                <a:gd name="connsiteX369" fmla="*/ 1469821 w 3253380"/>
                <a:gd name="connsiteY369" fmla="*/ 218234 h 3035870"/>
                <a:gd name="connsiteX370" fmla="*/ 1461076 w 3253380"/>
                <a:gd name="connsiteY370" fmla="*/ 205702 h 3035870"/>
                <a:gd name="connsiteX371" fmla="*/ 1515730 w 3253380"/>
                <a:gd name="connsiteY371" fmla="*/ 193932 h 3035870"/>
                <a:gd name="connsiteX372" fmla="*/ 1527602 w 3253380"/>
                <a:gd name="connsiteY372" fmla="*/ 191454 h 3035870"/>
                <a:gd name="connsiteX373" fmla="*/ 1601727 w 3253380"/>
                <a:gd name="connsiteY373" fmla="*/ 187272 h 3035870"/>
                <a:gd name="connsiteX374" fmla="*/ 1604981 w 3253380"/>
                <a:gd name="connsiteY374" fmla="*/ 185823 h 3035870"/>
                <a:gd name="connsiteX375" fmla="*/ 1624568 w 3253380"/>
                <a:gd name="connsiteY375" fmla="*/ 174193 h 3035870"/>
                <a:gd name="connsiteX376" fmla="*/ 1652886 w 3253380"/>
                <a:gd name="connsiteY376" fmla="*/ 161483 h 3035870"/>
                <a:gd name="connsiteX377" fmla="*/ 1673222 w 3253380"/>
                <a:gd name="connsiteY377" fmla="*/ 152586 h 3035870"/>
                <a:gd name="connsiteX378" fmla="*/ 1781806 w 3253380"/>
                <a:gd name="connsiteY378" fmla="*/ 253632 h 3035870"/>
                <a:gd name="connsiteX379" fmla="*/ 1819631 w 3253380"/>
                <a:gd name="connsiteY379" fmla="*/ 258983 h 3035870"/>
                <a:gd name="connsiteX380" fmla="*/ 1841556 w 3253380"/>
                <a:gd name="connsiteY380" fmla="*/ 223166 h 3035870"/>
                <a:gd name="connsiteX381" fmla="*/ 1877069 w 3253380"/>
                <a:gd name="connsiteY381" fmla="*/ 263305 h 3035870"/>
                <a:gd name="connsiteX382" fmla="*/ 1905908 w 3253380"/>
                <a:gd name="connsiteY382" fmla="*/ 231135 h 3035870"/>
                <a:gd name="connsiteX383" fmla="*/ 1914119 w 3253380"/>
                <a:gd name="connsiteY383" fmla="*/ 227322 h 3035870"/>
                <a:gd name="connsiteX384" fmla="*/ 1917932 w 3253380"/>
                <a:gd name="connsiteY384" fmla="*/ 232152 h 3035870"/>
                <a:gd name="connsiteX385" fmla="*/ 1918453 w 3253380"/>
                <a:gd name="connsiteY385" fmla="*/ 239206 h 3035870"/>
                <a:gd name="connsiteX386" fmla="*/ 1936603 w 3253380"/>
                <a:gd name="connsiteY386" fmla="*/ 248879 h 3035870"/>
                <a:gd name="connsiteX387" fmla="*/ 1957740 w 3253380"/>
                <a:gd name="connsiteY387" fmla="*/ 236079 h 3035870"/>
                <a:gd name="connsiteX388" fmla="*/ 1963485 w 3253380"/>
                <a:gd name="connsiteY388" fmla="*/ 271490 h 3035870"/>
                <a:gd name="connsiteX389" fmla="*/ 1985919 w 3253380"/>
                <a:gd name="connsiteY389" fmla="*/ 328076 h 3035870"/>
                <a:gd name="connsiteX390" fmla="*/ 1985398 w 3253380"/>
                <a:gd name="connsiteY390" fmla="*/ 362851 h 3035870"/>
                <a:gd name="connsiteX391" fmla="*/ 2001857 w 3253380"/>
                <a:gd name="connsiteY391" fmla="*/ 378535 h 3035870"/>
                <a:gd name="connsiteX392" fmla="*/ 2023897 w 3253380"/>
                <a:gd name="connsiteY392" fmla="*/ 436824 h 3035870"/>
                <a:gd name="connsiteX393" fmla="*/ 2028587 w 3253380"/>
                <a:gd name="connsiteY393" fmla="*/ 433303 h 3035870"/>
                <a:gd name="connsiteX394" fmla="*/ 2072717 w 3253380"/>
                <a:gd name="connsiteY394" fmla="*/ 501939 h 3035870"/>
                <a:gd name="connsiteX395" fmla="*/ 2064620 w 3253380"/>
                <a:gd name="connsiteY395" fmla="*/ 533168 h 3035870"/>
                <a:gd name="connsiteX396" fmla="*/ 2075449 w 3253380"/>
                <a:gd name="connsiteY396" fmla="*/ 587669 h 3035870"/>
                <a:gd name="connsiteX397" fmla="*/ 2083800 w 3253380"/>
                <a:gd name="connsiteY397" fmla="*/ 644128 h 3035870"/>
                <a:gd name="connsiteX398" fmla="*/ 2058621 w 3253380"/>
                <a:gd name="connsiteY398" fmla="*/ 656838 h 3035870"/>
                <a:gd name="connsiteX399" fmla="*/ 2045441 w 3253380"/>
                <a:gd name="connsiteY399" fmla="*/ 679462 h 3035870"/>
                <a:gd name="connsiteX400" fmla="*/ 2061964 w 3253380"/>
                <a:gd name="connsiteY400" fmla="*/ 758786 h 3035870"/>
                <a:gd name="connsiteX401" fmla="*/ 2056880 w 3253380"/>
                <a:gd name="connsiteY401" fmla="*/ 786635 h 3035870"/>
                <a:gd name="connsiteX402" fmla="*/ 2070594 w 3253380"/>
                <a:gd name="connsiteY402" fmla="*/ 792240 h 3035870"/>
                <a:gd name="connsiteX403" fmla="*/ 2048555 w 3253380"/>
                <a:gd name="connsiteY403" fmla="*/ 878377 h 3035870"/>
                <a:gd name="connsiteX404" fmla="*/ 2097870 w 3253380"/>
                <a:gd name="connsiteY404" fmla="*/ 937187 h 3035870"/>
                <a:gd name="connsiteX405" fmla="*/ 2117571 w 3253380"/>
                <a:gd name="connsiteY405" fmla="*/ 1008440 h 3035870"/>
                <a:gd name="connsiteX406" fmla="*/ 2153859 w 3253380"/>
                <a:gd name="connsiteY406" fmla="*/ 996416 h 3035870"/>
                <a:gd name="connsiteX407" fmla="*/ 2197963 w 3253380"/>
                <a:gd name="connsiteY407" fmla="*/ 1009864 h 3035870"/>
                <a:gd name="connsiteX408" fmla="*/ 2221972 w 3253380"/>
                <a:gd name="connsiteY408" fmla="*/ 1006051 h 3035870"/>
                <a:gd name="connsiteX409" fmla="*/ 2221464 w 3253380"/>
                <a:gd name="connsiteY409" fmla="*/ 1082248 h 3035870"/>
                <a:gd name="connsiteX410" fmla="*/ 2208004 w 3253380"/>
                <a:gd name="connsiteY410" fmla="*/ 1115295 h 3035870"/>
                <a:gd name="connsiteX411" fmla="*/ 2146283 w 3253380"/>
                <a:gd name="connsiteY411" fmla="*/ 1221692 h 3035870"/>
                <a:gd name="connsiteX412" fmla="*/ 2060019 w 3253380"/>
                <a:gd name="connsiteY412" fmla="*/ 1253328 h 3035870"/>
                <a:gd name="connsiteX413" fmla="*/ 2048681 w 3253380"/>
                <a:gd name="connsiteY413" fmla="*/ 1281557 h 3035870"/>
                <a:gd name="connsiteX414" fmla="*/ 2081309 w 3253380"/>
                <a:gd name="connsiteY414" fmla="*/ 1305859 h 3035870"/>
                <a:gd name="connsiteX415" fmla="*/ 2061061 w 3253380"/>
                <a:gd name="connsiteY415" fmla="*/ 1356306 h 3035870"/>
                <a:gd name="connsiteX416" fmla="*/ 2031701 w 3253380"/>
                <a:gd name="connsiteY416" fmla="*/ 1369652 h 3035870"/>
                <a:gd name="connsiteX417" fmla="*/ 2055202 w 3253380"/>
                <a:gd name="connsiteY417" fmla="*/ 1482772 h 3035870"/>
                <a:gd name="connsiteX418" fmla="*/ 2114177 w 3253380"/>
                <a:gd name="connsiteY418" fmla="*/ 1532838 h 3035870"/>
                <a:gd name="connsiteX419" fmla="*/ 2163518 w 3253380"/>
                <a:gd name="connsiteY419" fmla="*/ 1574680 h 3035870"/>
                <a:gd name="connsiteX420" fmla="*/ 2221591 w 3253380"/>
                <a:gd name="connsiteY420" fmla="*/ 1623817 h 3035870"/>
                <a:gd name="connsiteX421" fmla="*/ 2226942 w 3253380"/>
                <a:gd name="connsiteY421" fmla="*/ 1639756 h 3035870"/>
                <a:gd name="connsiteX422" fmla="*/ 2228112 w 3253380"/>
                <a:gd name="connsiteY422" fmla="*/ 1647382 h 3035870"/>
                <a:gd name="connsiteX423" fmla="*/ 2244813 w 3253380"/>
                <a:gd name="connsiteY423" fmla="*/ 1660448 h 3035870"/>
                <a:gd name="connsiteX424" fmla="*/ 2291154 w 3253380"/>
                <a:gd name="connsiteY424" fmla="*/ 1697041 h 3035870"/>
                <a:gd name="connsiteX425" fmla="*/ 2364607 w 3253380"/>
                <a:gd name="connsiteY425" fmla="*/ 1654436 h 3035870"/>
                <a:gd name="connsiteX426" fmla="*/ 2418383 w 3253380"/>
                <a:gd name="connsiteY426" fmla="*/ 1659800 h 3035870"/>
                <a:gd name="connsiteX427" fmla="*/ 2462094 w 3253380"/>
                <a:gd name="connsiteY427" fmla="*/ 1661490 h 3035870"/>
                <a:gd name="connsiteX428" fmla="*/ 2504508 w 3253380"/>
                <a:gd name="connsiteY428" fmla="*/ 1661490 h 3035870"/>
                <a:gd name="connsiteX429" fmla="*/ 2531911 w 3253380"/>
                <a:gd name="connsiteY429" fmla="*/ 1698617 h 3035870"/>
                <a:gd name="connsiteX430" fmla="*/ 2571986 w 3253380"/>
                <a:gd name="connsiteY430" fmla="*/ 1708544 h 3035870"/>
                <a:gd name="connsiteX431" fmla="*/ 2622484 w 3253380"/>
                <a:gd name="connsiteY431" fmla="*/ 1753118 h 3035870"/>
                <a:gd name="connsiteX432" fmla="*/ 2665699 w 3253380"/>
                <a:gd name="connsiteY432" fmla="*/ 1732197 h 3035870"/>
                <a:gd name="connsiteX433" fmla="*/ 2711227 w 3253380"/>
                <a:gd name="connsiteY433" fmla="*/ 1707679 h 3035870"/>
                <a:gd name="connsiteX434" fmla="*/ 2777256 w 3253380"/>
                <a:gd name="connsiteY434" fmla="*/ 1734587 h 3035870"/>
                <a:gd name="connsiteX435" fmla="*/ 2811968 w 3253380"/>
                <a:gd name="connsiteY435" fmla="*/ 1708709 h 3035870"/>
                <a:gd name="connsiteX436" fmla="*/ 2899007 w 3253380"/>
                <a:gd name="connsiteY436" fmla="*/ 1751059 h 3035870"/>
                <a:gd name="connsiteX437" fmla="*/ 2979399 w 3253380"/>
                <a:gd name="connsiteY437" fmla="*/ 1690050 h 3035870"/>
                <a:gd name="connsiteX438" fmla="*/ 3076747 w 3253380"/>
                <a:gd name="connsiteY438" fmla="*/ 1650966 h 3035870"/>
                <a:gd name="connsiteX439" fmla="*/ 3117076 w 3253380"/>
                <a:gd name="connsiteY439" fmla="*/ 1682323 h 3035870"/>
                <a:gd name="connsiteX440" fmla="*/ 3133777 w 3253380"/>
                <a:gd name="connsiteY440" fmla="*/ 1717237 h 3035870"/>
                <a:gd name="connsiteX441" fmla="*/ 3175924 w 3253380"/>
                <a:gd name="connsiteY441" fmla="*/ 1693444 h 3035870"/>
                <a:gd name="connsiteX442" fmla="*/ 3236095 w 3253380"/>
                <a:gd name="connsiteY442" fmla="*/ 1701934 h 3035870"/>
                <a:gd name="connsiteX443" fmla="*/ 3240009 w 3253380"/>
                <a:gd name="connsiteY443" fmla="*/ 1722207 h 3035870"/>
                <a:gd name="connsiteX444" fmla="*/ 3221605 w 3253380"/>
                <a:gd name="connsiteY444" fmla="*/ 1755533 h 3035870"/>
                <a:gd name="connsiteX445" fmla="*/ 3253380 w 3253380"/>
                <a:gd name="connsiteY445" fmla="*/ 1878924 h 3035870"/>
                <a:gd name="connsiteX446" fmla="*/ 3250381 w 3253380"/>
                <a:gd name="connsiteY446" fmla="*/ 1945309 h 3035870"/>
                <a:gd name="connsiteX447" fmla="*/ 3201574 w 3253380"/>
                <a:gd name="connsiteY447" fmla="*/ 1953406 h 3035870"/>
                <a:gd name="connsiteX448" fmla="*/ 3144162 w 3253380"/>
                <a:gd name="connsiteY448" fmla="*/ 1933285 h 3035870"/>
                <a:gd name="connsiteX449" fmla="*/ 3143755 w 3253380"/>
                <a:gd name="connsiteY449" fmla="*/ 1987939 h 3035870"/>
                <a:gd name="connsiteX450" fmla="*/ 3174818 w 3253380"/>
                <a:gd name="connsiteY450" fmla="*/ 2045580 h 3035870"/>
                <a:gd name="connsiteX451" fmla="*/ 3127587 w 3253380"/>
                <a:gd name="connsiteY451" fmla="*/ 2069234 h 3035870"/>
                <a:gd name="connsiteX452" fmla="*/ 3087906 w 3253380"/>
                <a:gd name="connsiteY452" fmla="*/ 2110262 h 3035870"/>
                <a:gd name="connsiteX453" fmla="*/ 3075641 w 3253380"/>
                <a:gd name="connsiteY453" fmla="*/ 2263713 h 3035870"/>
                <a:gd name="connsiteX454" fmla="*/ 3033481 w 3253380"/>
                <a:gd name="connsiteY454" fmla="*/ 2318748 h 3035870"/>
                <a:gd name="connsiteX455" fmla="*/ 2969816 w 3253380"/>
                <a:gd name="connsiteY455" fmla="*/ 2354425 h 3035870"/>
                <a:gd name="connsiteX456" fmla="*/ 2907536 w 3253380"/>
                <a:gd name="connsiteY456" fmla="*/ 2393763 h 3035870"/>
                <a:gd name="connsiteX457" fmla="*/ 2857025 w 3253380"/>
                <a:gd name="connsiteY457" fmla="*/ 2420811 h 3035870"/>
                <a:gd name="connsiteX458" fmla="*/ 2815654 w 3253380"/>
                <a:gd name="connsiteY458" fmla="*/ 2430356 h 3035870"/>
                <a:gd name="connsiteX459" fmla="*/ 2707210 w 3253380"/>
                <a:gd name="connsiteY459" fmla="*/ 2447362 h 3035870"/>
                <a:gd name="connsiteX460" fmla="*/ 2686200 w 3253380"/>
                <a:gd name="connsiteY460" fmla="*/ 2420175 h 3035870"/>
                <a:gd name="connsiteX461" fmla="*/ 2590543 w 3253380"/>
                <a:gd name="connsiteY461" fmla="*/ 2406308 h 3035870"/>
                <a:gd name="connsiteX462" fmla="*/ 2567970 w 3253380"/>
                <a:gd name="connsiteY462" fmla="*/ 2376109 h 3035870"/>
                <a:gd name="connsiteX463" fmla="*/ 2477282 w 3253380"/>
                <a:gd name="connsiteY463" fmla="*/ 2351807 h 3035870"/>
                <a:gd name="connsiteX464" fmla="*/ 2452853 w 3253380"/>
                <a:gd name="connsiteY464" fmla="*/ 2360310 h 3035870"/>
                <a:gd name="connsiteX465" fmla="*/ 2371292 w 3253380"/>
                <a:gd name="connsiteY465" fmla="*/ 2320833 h 3035870"/>
                <a:gd name="connsiteX466" fmla="*/ 2322104 w 3253380"/>
                <a:gd name="connsiteY466" fmla="*/ 2342529 h 3035870"/>
                <a:gd name="connsiteX467" fmla="*/ 2302276 w 3253380"/>
                <a:gd name="connsiteY467" fmla="*/ 2369716 h 3035870"/>
                <a:gd name="connsiteX468" fmla="*/ 2269229 w 3253380"/>
                <a:gd name="connsiteY468" fmla="*/ 2381473 h 3035870"/>
                <a:gd name="connsiteX469" fmla="*/ 2251346 w 3253380"/>
                <a:gd name="connsiteY469" fmla="*/ 2400297 h 3035870"/>
                <a:gd name="connsiteX470" fmla="*/ 2276665 w 3253380"/>
                <a:gd name="connsiteY470" fmla="*/ 2447324 h 3035870"/>
                <a:gd name="connsiteX471" fmla="*/ 2261921 w 3253380"/>
                <a:gd name="connsiteY471" fmla="*/ 2478820 h 3035870"/>
                <a:gd name="connsiteX472" fmla="*/ 2208678 w 3253380"/>
                <a:gd name="connsiteY472" fmla="*/ 2497377 h 3035870"/>
                <a:gd name="connsiteX473" fmla="*/ 2184262 w 3253380"/>
                <a:gd name="connsiteY473" fmla="*/ 2532965 h 3035870"/>
                <a:gd name="connsiteX474" fmla="*/ 2080127 w 3253380"/>
                <a:gd name="connsiteY474" fmla="*/ 2583692 h 3035870"/>
                <a:gd name="connsiteX475" fmla="*/ 2007056 w 3253380"/>
                <a:gd name="connsiteY475" fmla="*/ 2584734 h 3035870"/>
                <a:gd name="connsiteX476" fmla="*/ 1853453 w 3253380"/>
                <a:gd name="connsiteY476" fmla="*/ 2700283 h 3035870"/>
                <a:gd name="connsiteX477" fmla="*/ 1807264 w 3253380"/>
                <a:gd name="connsiteY477" fmla="*/ 2735973 h 3035870"/>
                <a:gd name="connsiteX478" fmla="*/ 1788860 w 3253380"/>
                <a:gd name="connsiteY478" fmla="*/ 2748683 h 3035870"/>
                <a:gd name="connsiteX479" fmla="*/ 1723211 w 3253380"/>
                <a:gd name="connsiteY479" fmla="*/ 2770507 h 3035870"/>
                <a:gd name="connsiteX480" fmla="*/ 1696596 w 3253380"/>
                <a:gd name="connsiteY480" fmla="*/ 2738236 h 3035870"/>
                <a:gd name="connsiteX481" fmla="*/ 1560356 w 3253380"/>
                <a:gd name="connsiteY481" fmla="*/ 2684370 h 3035870"/>
                <a:gd name="connsiteX482" fmla="*/ 1528491 w 3253380"/>
                <a:gd name="connsiteY482" fmla="*/ 2711430 h 3035870"/>
                <a:gd name="connsiteX483" fmla="*/ 1505930 w 3253380"/>
                <a:gd name="connsiteY483" fmla="*/ 2772222 h 3035870"/>
                <a:gd name="connsiteX484" fmla="*/ 1472884 w 3253380"/>
                <a:gd name="connsiteY484" fmla="*/ 2777180 h 3035870"/>
                <a:gd name="connsiteX485" fmla="*/ 1424738 w 3253380"/>
                <a:gd name="connsiteY485" fmla="*/ 2772222 h 3035870"/>
                <a:gd name="connsiteX486" fmla="*/ 1371101 w 3253380"/>
                <a:gd name="connsiteY486" fmla="*/ 2790017 h 3035870"/>
                <a:gd name="connsiteX487" fmla="*/ 1354793 w 3253380"/>
                <a:gd name="connsiteY487" fmla="*/ 2828592 h 3035870"/>
                <a:gd name="connsiteX488" fmla="*/ 1415078 w 3253380"/>
                <a:gd name="connsiteY488" fmla="*/ 2851839 h 3035870"/>
                <a:gd name="connsiteX489" fmla="*/ 1380099 w 3253380"/>
                <a:gd name="connsiteY489" fmla="*/ 2886347 h 3035870"/>
                <a:gd name="connsiteX490" fmla="*/ 1316409 w 3253380"/>
                <a:gd name="connsiteY490" fmla="*/ 2890669 h 3035870"/>
                <a:gd name="connsiteX491" fmla="*/ 1299580 w 3253380"/>
                <a:gd name="connsiteY491" fmla="*/ 2908819 h 3035870"/>
                <a:gd name="connsiteX492" fmla="*/ 1273995 w 3253380"/>
                <a:gd name="connsiteY492" fmla="*/ 2906340 h 3035870"/>
                <a:gd name="connsiteX493" fmla="*/ 1258476 w 3253380"/>
                <a:gd name="connsiteY493" fmla="*/ 2862948 h 3035870"/>
                <a:gd name="connsiteX494" fmla="*/ 1214625 w 3253380"/>
                <a:gd name="connsiteY494" fmla="*/ 2888572 h 3035870"/>
                <a:gd name="connsiteX495" fmla="*/ 1174563 w 3253380"/>
                <a:gd name="connsiteY495" fmla="*/ 2860470 h 3035870"/>
                <a:gd name="connsiteX496" fmla="*/ 1094692 w 3253380"/>
                <a:gd name="connsiteY496" fmla="*/ 2896541 h 3035870"/>
                <a:gd name="connsiteX497" fmla="*/ 1058544 w 3253380"/>
                <a:gd name="connsiteY497" fmla="*/ 2922686 h 3035870"/>
                <a:gd name="connsiteX498" fmla="*/ 1011694 w 3253380"/>
                <a:gd name="connsiteY498" fmla="*/ 2959545 h 3035870"/>
                <a:gd name="connsiteX499" fmla="*/ 927400 w 3253380"/>
                <a:gd name="connsiteY499" fmla="*/ 2988550 h 3035870"/>
                <a:gd name="connsiteX500" fmla="*/ 908335 w 3253380"/>
                <a:gd name="connsiteY500" fmla="*/ 2976653 h 3035870"/>
                <a:gd name="connsiteX501" fmla="*/ 916304 w 3253380"/>
                <a:gd name="connsiteY501" fmla="*/ 2892486 h 3035870"/>
                <a:gd name="connsiteX502" fmla="*/ 811127 w 3253380"/>
                <a:gd name="connsiteY502" fmla="*/ 2943200 h 3035870"/>
                <a:gd name="connsiteX503" fmla="*/ 811903 w 3253380"/>
                <a:gd name="connsiteY503" fmla="*/ 3001896 h 3035870"/>
                <a:gd name="connsiteX504" fmla="*/ 792329 w 3253380"/>
                <a:gd name="connsiteY504" fmla="*/ 3025816 h 3035870"/>
                <a:gd name="connsiteX505" fmla="*/ 723046 w 3253380"/>
                <a:gd name="connsiteY505" fmla="*/ 3035870 h 3035870"/>
                <a:gd name="connsiteX506" fmla="*/ 710246 w 3253380"/>
                <a:gd name="connsiteY506" fmla="*/ 2970527 h 3035870"/>
                <a:gd name="connsiteX507" fmla="*/ 704234 w 3253380"/>
                <a:gd name="connsiteY507" fmla="*/ 2939806 h 3035870"/>
                <a:gd name="connsiteX508" fmla="*/ 699532 w 3253380"/>
                <a:gd name="connsiteY508" fmla="*/ 2915657 h 3035870"/>
                <a:gd name="connsiteX509" fmla="*/ 669917 w 3253380"/>
                <a:gd name="connsiteY509" fmla="*/ 2881162 h 3035870"/>
                <a:gd name="connsiteX510" fmla="*/ 706192 w 3253380"/>
                <a:gd name="connsiteY510" fmla="*/ 2777243 h 3035870"/>
                <a:gd name="connsiteX511" fmla="*/ 673565 w 3253380"/>
                <a:gd name="connsiteY511" fmla="*/ 2700524 h 3035870"/>
                <a:gd name="connsiteX512" fmla="*/ 729820 w 3253380"/>
                <a:gd name="connsiteY512" fmla="*/ 2693191 h 3035870"/>
                <a:gd name="connsiteX513" fmla="*/ 750309 w 3253380"/>
                <a:gd name="connsiteY513" fmla="*/ 2657780 h 3035870"/>
                <a:gd name="connsiteX514" fmla="*/ 736595 w 3253380"/>
                <a:gd name="connsiteY514" fmla="*/ 2577922 h 3035870"/>
                <a:gd name="connsiteX515" fmla="*/ 733468 w 3253380"/>
                <a:gd name="connsiteY515" fmla="*/ 2559365 h 3035870"/>
                <a:gd name="connsiteX516" fmla="*/ 766629 w 3253380"/>
                <a:gd name="connsiteY516" fmla="*/ 2494543 h 3035870"/>
                <a:gd name="connsiteX517" fmla="*/ 785275 w 3253380"/>
                <a:gd name="connsiteY517" fmla="*/ 2458065 h 3035870"/>
                <a:gd name="connsiteX518" fmla="*/ 779009 w 3253380"/>
                <a:gd name="connsiteY518" fmla="*/ 2434678 h 3035870"/>
                <a:gd name="connsiteX519" fmla="*/ 760096 w 3253380"/>
                <a:gd name="connsiteY519" fmla="*/ 2364085 h 3035870"/>
                <a:gd name="connsiteX520" fmla="*/ 809666 w 3253380"/>
                <a:gd name="connsiteY520" fmla="*/ 2335729 h 3035870"/>
                <a:gd name="connsiteX521" fmla="*/ 851673 w 3253380"/>
                <a:gd name="connsiteY521" fmla="*/ 2269864 h 3035870"/>
                <a:gd name="connsiteX522" fmla="*/ 888532 w 3253380"/>
                <a:gd name="connsiteY522" fmla="*/ 2283973 h 3035870"/>
                <a:gd name="connsiteX523" fmla="*/ 932649 w 3253380"/>
                <a:gd name="connsiteY523" fmla="*/ 2246986 h 3035870"/>
                <a:gd name="connsiteX524" fmla="*/ 917499 w 3253380"/>
                <a:gd name="connsiteY524" fmla="*/ 2113402 h 3035870"/>
                <a:gd name="connsiteX525" fmla="*/ 951295 w 3253380"/>
                <a:gd name="connsiteY525" fmla="*/ 2098366 h 3035870"/>
                <a:gd name="connsiteX526" fmla="*/ 952350 w 3253380"/>
                <a:gd name="connsiteY526" fmla="*/ 2057985 h 3035870"/>
                <a:gd name="connsiteX527" fmla="*/ 983656 w 3253380"/>
                <a:gd name="connsiteY527" fmla="*/ 2057858 h 3035870"/>
                <a:gd name="connsiteX528" fmla="*/ 998793 w 3253380"/>
                <a:gd name="connsiteY528" fmla="*/ 2083075 h 3035870"/>
                <a:gd name="connsiteX529" fmla="*/ 1049050 w 3253380"/>
                <a:gd name="connsiteY529" fmla="*/ 2055507 h 3035870"/>
                <a:gd name="connsiteX530" fmla="*/ 1047232 w 3253380"/>
                <a:gd name="connsiteY530" fmla="*/ 1999162 h 3035870"/>
                <a:gd name="connsiteX531" fmla="*/ 1055049 w 3253380"/>
                <a:gd name="connsiteY531" fmla="*/ 1953939 h 3035870"/>
                <a:gd name="connsiteX532" fmla="*/ 992413 w 3253380"/>
                <a:gd name="connsiteY532" fmla="*/ 1930540 h 3035870"/>
                <a:gd name="connsiteX533" fmla="*/ 984787 w 3253380"/>
                <a:gd name="connsiteY533" fmla="*/ 1927680 h 3035870"/>
                <a:gd name="connsiteX534" fmla="*/ 992222 w 3253380"/>
                <a:gd name="connsiteY534" fmla="*/ 1888279 h 3035870"/>
                <a:gd name="connsiteX535" fmla="*/ 890706 w 3253380"/>
                <a:gd name="connsiteY535" fmla="*/ 1857431 h 3035870"/>
                <a:gd name="connsiteX536" fmla="*/ 899450 w 3253380"/>
                <a:gd name="connsiteY536" fmla="*/ 1778094 h 3035870"/>
                <a:gd name="connsiteX537" fmla="*/ 882215 w 3253380"/>
                <a:gd name="connsiteY537" fmla="*/ 1729083 h 3035870"/>
                <a:gd name="connsiteX538" fmla="*/ 871780 w 3253380"/>
                <a:gd name="connsiteY538" fmla="*/ 1709866 h 3035870"/>
                <a:gd name="connsiteX539" fmla="*/ 898141 w 3253380"/>
                <a:gd name="connsiteY539" fmla="*/ 1659546 h 3035870"/>
                <a:gd name="connsiteX540" fmla="*/ 895930 w 3253380"/>
                <a:gd name="connsiteY540" fmla="*/ 1645044 h 3035870"/>
                <a:gd name="connsiteX541" fmla="*/ 931671 w 3253380"/>
                <a:gd name="connsiteY541" fmla="*/ 1581391 h 3035870"/>
                <a:gd name="connsiteX542" fmla="*/ 931938 w 3253380"/>
                <a:gd name="connsiteY542" fmla="*/ 1551331 h 3035870"/>
                <a:gd name="connsiteX543" fmla="*/ 952020 w 3253380"/>
                <a:gd name="connsiteY543" fmla="*/ 1521793 h 3035870"/>
                <a:gd name="connsiteX544" fmla="*/ 895790 w 3253380"/>
                <a:gd name="connsiteY544" fmla="*/ 1470952 h 3035870"/>
                <a:gd name="connsiteX545" fmla="*/ 924883 w 3253380"/>
                <a:gd name="connsiteY545" fmla="*/ 1439723 h 3035870"/>
                <a:gd name="connsiteX546" fmla="*/ 969255 w 3253380"/>
                <a:gd name="connsiteY546" fmla="*/ 1478667 h 3035870"/>
                <a:gd name="connsiteX547" fmla="*/ 1012470 w 3253380"/>
                <a:gd name="connsiteY547" fmla="*/ 1438147 h 3035870"/>
                <a:gd name="connsiteX548" fmla="*/ 1003191 w 3253380"/>
                <a:gd name="connsiteY548" fmla="*/ 1377367 h 3035870"/>
                <a:gd name="connsiteX549" fmla="*/ 1000649 w 3253380"/>
                <a:gd name="connsiteY549" fmla="*/ 1360653 h 3035870"/>
                <a:gd name="connsiteX550" fmla="*/ 977021 w 3253380"/>
                <a:gd name="connsiteY550" fmla="*/ 1364466 h 3035870"/>
                <a:gd name="connsiteX551" fmla="*/ 962925 w 3253380"/>
                <a:gd name="connsiteY551" fmla="*/ 1343812 h 3035870"/>
                <a:gd name="connsiteX552" fmla="*/ 853172 w 3253380"/>
                <a:gd name="connsiteY552" fmla="*/ 1359064 h 3035870"/>
                <a:gd name="connsiteX553" fmla="*/ 803717 w 3253380"/>
                <a:gd name="connsiteY553" fmla="*/ 1332932 h 3035870"/>
                <a:gd name="connsiteX554" fmla="*/ 768611 w 3253380"/>
                <a:gd name="connsiteY554" fmla="*/ 1333580 h 3035870"/>
                <a:gd name="connsiteX555" fmla="*/ 749686 w 3253380"/>
                <a:gd name="connsiteY555" fmla="*/ 1316193 h 3035870"/>
                <a:gd name="connsiteX556" fmla="*/ 736124 w 3253380"/>
                <a:gd name="connsiteY556" fmla="*/ 1320120 h 3035870"/>
                <a:gd name="connsiteX557" fmla="*/ 723414 w 3253380"/>
                <a:gd name="connsiteY557" fmla="*/ 1335537 h 3035870"/>
                <a:gd name="connsiteX558" fmla="*/ 678255 w 3253380"/>
                <a:gd name="connsiteY558" fmla="*/ 1330568 h 3035870"/>
                <a:gd name="connsiteX559" fmla="*/ 662469 w 3253380"/>
                <a:gd name="connsiteY559" fmla="*/ 1326386 h 3035870"/>
                <a:gd name="connsiteX560" fmla="*/ 694244 w 3253380"/>
                <a:gd name="connsiteY560" fmla="*/ 1289921 h 3035870"/>
                <a:gd name="connsiteX561" fmla="*/ 698172 w 3253380"/>
                <a:gd name="connsiteY561" fmla="*/ 1262988 h 3035870"/>
                <a:gd name="connsiteX562" fmla="*/ 710437 w 3253380"/>
                <a:gd name="connsiteY562" fmla="*/ 1246922 h 3035870"/>
                <a:gd name="connsiteX563" fmla="*/ 695833 w 3253380"/>
                <a:gd name="connsiteY563" fmla="*/ 1213062 h 3035870"/>
                <a:gd name="connsiteX564" fmla="*/ 703917 w 3253380"/>
                <a:gd name="connsiteY564" fmla="*/ 1181439 h 3035870"/>
                <a:gd name="connsiteX565" fmla="*/ 692477 w 3253380"/>
                <a:gd name="connsiteY565" fmla="*/ 1144579 h 3035870"/>
                <a:gd name="connsiteX566" fmla="*/ 675369 w 3253380"/>
                <a:gd name="connsiteY566" fmla="*/ 1145100 h 3035870"/>
                <a:gd name="connsiteX567" fmla="*/ 676170 w 3253380"/>
                <a:gd name="connsiteY567" fmla="*/ 1137131 h 3035870"/>
                <a:gd name="connsiteX568" fmla="*/ 734230 w 3253380"/>
                <a:gd name="connsiteY568" fmla="*/ 1105356 h 3035870"/>
                <a:gd name="connsiteX569" fmla="*/ 750665 w 3253380"/>
                <a:gd name="connsiteY569" fmla="*/ 1087561 h 3035870"/>
                <a:gd name="connsiteX570" fmla="*/ 747805 w 3253380"/>
                <a:gd name="connsiteY570" fmla="*/ 1057375 h 3035870"/>
                <a:gd name="connsiteX571" fmla="*/ 734751 w 3253380"/>
                <a:gd name="connsiteY571" fmla="*/ 1047715 h 3035870"/>
                <a:gd name="connsiteX572" fmla="*/ 719754 w 3253380"/>
                <a:gd name="connsiteY572" fmla="*/ 1016206 h 3035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Lst>
              <a:rect l="l" t="t" r="r" b="b"/>
              <a:pathLst>
                <a:path w="3253380" h="3035870">
                  <a:moveTo>
                    <a:pt x="1706574" y="546768"/>
                  </a:moveTo>
                  <a:lnTo>
                    <a:pt x="1688564" y="534998"/>
                  </a:lnTo>
                  <a:lnTo>
                    <a:pt x="1663651" y="542967"/>
                  </a:lnTo>
                  <a:lnTo>
                    <a:pt x="1653483" y="570015"/>
                  </a:lnTo>
                  <a:lnTo>
                    <a:pt x="1685589" y="573561"/>
                  </a:lnTo>
                  <a:close/>
                  <a:moveTo>
                    <a:pt x="513670" y="1285230"/>
                  </a:moveTo>
                  <a:lnTo>
                    <a:pt x="557254" y="1276219"/>
                  </a:lnTo>
                  <a:lnTo>
                    <a:pt x="561829" y="1301957"/>
                  </a:lnTo>
                  <a:lnTo>
                    <a:pt x="532062" y="1323005"/>
                  </a:lnTo>
                  <a:lnTo>
                    <a:pt x="521500" y="1319472"/>
                  </a:lnTo>
                  <a:close/>
                  <a:moveTo>
                    <a:pt x="757846" y="1233118"/>
                  </a:moveTo>
                  <a:lnTo>
                    <a:pt x="759397" y="1214562"/>
                  </a:lnTo>
                  <a:lnTo>
                    <a:pt x="749483" y="1208677"/>
                  </a:lnTo>
                  <a:lnTo>
                    <a:pt x="723643" y="1230907"/>
                  </a:lnTo>
                  <a:lnTo>
                    <a:pt x="721685" y="1245015"/>
                  </a:lnTo>
                  <a:lnTo>
                    <a:pt x="725854" y="1254828"/>
                  </a:lnTo>
                  <a:lnTo>
                    <a:pt x="757719" y="1239918"/>
                  </a:lnTo>
                  <a:close/>
                  <a:moveTo>
                    <a:pt x="449331" y="1338207"/>
                  </a:moveTo>
                  <a:lnTo>
                    <a:pt x="465855" y="1315468"/>
                  </a:lnTo>
                  <a:lnTo>
                    <a:pt x="485708" y="1326437"/>
                  </a:lnTo>
                  <a:lnTo>
                    <a:pt x="462740" y="1349315"/>
                  </a:lnTo>
                  <a:close/>
                  <a:moveTo>
                    <a:pt x="2090117" y="1946377"/>
                  </a:moveTo>
                  <a:lnTo>
                    <a:pt x="2105509" y="1945322"/>
                  </a:lnTo>
                  <a:lnTo>
                    <a:pt x="2113605" y="1949135"/>
                  </a:lnTo>
                  <a:lnTo>
                    <a:pt x="2115957" y="1955287"/>
                  </a:lnTo>
                  <a:lnTo>
                    <a:pt x="2157456" y="1957257"/>
                  </a:lnTo>
                  <a:lnTo>
                    <a:pt x="2199742" y="1926753"/>
                  </a:lnTo>
                  <a:lnTo>
                    <a:pt x="2208741" y="1911589"/>
                  </a:lnTo>
                  <a:lnTo>
                    <a:pt x="2223612" y="1899298"/>
                  </a:lnTo>
                  <a:lnTo>
                    <a:pt x="2255070" y="1885965"/>
                  </a:lnTo>
                  <a:lnTo>
                    <a:pt x="2293569" y="1860863"/>
                  </a:lnTo>
                  <a:lnTo>
                    <a:pt x="2302187" y="1850936"/>
                  </a:lnTo>
                  <a:lnTo>
                    <a:pt x="2349037" y="1824664"/>
                  </a:lnTo>
                  <a:lnTo>
                    <a:pt x="2371343" y="1808725"/>
                  </a:lnTo>
                  <a:lnTo>
                    <a:pt x="2399661" y="1799701"/>
                  </a:lnTo>
                  <a:lnTo>
                    <a:pt x="2417672" y="1803095"/>
                  </a:lnTo>
                  <a:lnTo>
                    <a:pt x="2422362" y="1800756"/>
                  </a:lnTo>
                  <a:lnTo>
                    <a:pt x="2420023" y="1794210"/>
                  </a:lnTo>
                  <a:lnTo>
                    <a:pt x="2423404" y="1787855"/>
                  </a:lnTo>
                  <a:lnTo>
                    <a:pt x="2420862" y="1770468"/>
                  </a:lnTo>
                  <a:lnTo>
                    <a:pt x="2407147" y="1758584"/>
                  </a:lnTo>
                  <a:lnTo>
                    <a:pt x="2390052" y="1762765"/>
                  </a:lnTo>
                  <a:lnTo>
                    <a:pt x="2355087" y="1749178"/>
                  </a:lnTo>
                  <a:lnTo>
                    <a:pt x="2335246" y="1758317"/>
                  </a:lnTo>
                  <a:lnTo>
                    <a:pt x="2317109" y="1758317"/>
                  </a:lnTo>
                  <a:lnTo>
                    <a:pt x="2281622" y="1778653"/>
                  </a:lnTo>
                  <a:lnTo>
                    <a:pt x="2267780" y="1791363"/>
                  </a:lnTo>
                  <a:lnTo>
                    <a:pt x="2265429" y="1801951"/>
                  </a:lnTo>
                  <a:lnTo>
                    <a:pt x="2255388" y="1810848"/>
                  </a:lnTo>
                  <a:lnTo>
                    <a:pt x="2242970" y="1814382"/>
                  </a:lnTo>
                  <a:lnTo>
                    <a:pt x="2209923" y="1845102"/>
                  </a:lnTo>
                  <a:lnTo>
                    <a:pt x="2197531" y="1853465"/>
                  </a:lnTo>
                  <a:lnTo>
                    <a:pt x="2188634" y="1866175"/>
                  </a:lnTo>
                  <a:lnTo>
                    <a:pt x="2161091" y="1887999"/>
                  </a:lnTo>
                  <a:lnTo>
                    <a:pt x="2140221" y="1904344"/>
                  </a:lnTo>
                  <a:lnTo>
                    <a:pt x="2120647" y="1911805"/>
                  </a:lnTo>
                  <a:lnTo>
                    <a:pt x="2110987" y="1924210"/>
                  </a:lnTo>
                  <a:lnTo>
                    <a:pt x="2087359" y="1939374"/>
                  </a:lnTo>
                  <a:lnTo>
                    <a:pt x="2086456" y="1943949"/>
                  </a:lnTo>
                  <a:close/>
                  <a:moveTo>
                    <a:pt x="1761253" y="2023477"/>
                  </a:moveTo>
                  <a:lnTo>
                    <a:pt x="1796371" y="2034204"/>
                  </a:lnTo>
                  <a:lnTo>
                    <a:pt x="1817114" y="2051325"/>
                  </a:lnTo>
                  <a:lnTo>
                    <a:pt x="1832506" y="2055507"/>
                  </a:lnTo>
                  <a:lnTo>
                    <a:pt x="1860952" y="2051986"/>
                  </a:lnTo>
                  <a:lnTo>
                    <a:pt x="1898549" y="2039822"/>
                  </a:lnTo>
                  <a:lnTo>
                    <a:pt x="1919559" y="2025968"/>
                  </a:lnTo>
                  <a:lnTo>
                    <a:pt x="1929218" y="2026756"/>
                  </a:lnTo>
                  <a:lnTo>
                    <a:pt x="1945271" y="2039466"/>
                  </a:lnTo>
                  <a:lnTo>
                    <a:pt x="1958579" y="2035425"/>
                  </a:lnTo>
                  <a:lnTo>
                    <a:pt x="1968493" y="2025091"/>
                  </a:lnTo>
                  <a:lnTo>
                    <a:pt x="1973717" y="2015165"/>
                  </a:lnTo>
                  <a:lnTo>
                    <a:pt x="1971175" y="2006013"/>
                  </a:lnTo>
                  <a:lnTo>
                    <a:pt x="1960485" y="2002200"/>
                  </a:lnTo>
                  <a:lnTo>
                    <a:pt x="1936336" y="1976182"/>
                  </a:lnTo>
                  <a:lnTo>
                    <a:pt x="1914017" y="1969522"/>
                  </a:lnTo>
                  <a:lnTo>
                    <a:pt x="1897494" y="1966764"/>
                  </a:lnTo>
                  <a:lnTo>
                    <a:pt x="1869303" y="1976437"/>
                  </a:lnTo>
                  <a:lnTo>
                    <a:pt x="1839675" y="1976182"/>
                  </a:lnTo>
                  <a:lnTo>
                    <a:pt x="1826228" y="1982067"/>
                  </a:lnTo>
                  <a:lnTo>
                    <a:pt x="1806921" y="1977759"/>
                  </a:lnTo>
                  <a:lnTo>
                    <a:pt x="1794389" y="1941534"/>
                  </a:lnTo>
                  <a:lnTo>
                    <a:pt x="1759931" y="1903111"/>
                  </a:lnTo>
                  <a:lnTo>
                    <a:pt x="1723911" y="1891227"/>
                  </a:lnTo>
                  <a:lnTo>
                    <a:pt x="1683073" y="1875403"/>
                  </a:lnTo>
                  <a:lnTo>
                    <a:pt x="1664541" y="1846170"/>
                  </a:lnTo>
                  <a:lnTo>
                    <a:pt x="1648488" y="1842230"/>
                  </a:lnTo>
                  <a:lnTo>
                    <a:pt x="1625394" y="1824194"/>
                  </a:lnTo>
                  <a:lnTo>
                    <a:pt x="1603456" y="1799371"/>
                  </a:lnTo>
                  <a:lnTo>
                    <a:pt x="1584289" y="1785911"/>
                  </a:lnTo>
                  <a:lnTo>
                    <a:pt x="1568757" y="1797413"/>
                  </a:lnTo>
                  <a:lnTo>
                    <a:pt x="1572570" y="1804328"/>
                  </a:lnTo>
                  <a:lnTo>
                    <a:pt x="1563953" y="1830333"/>
                  </a:lnTo>
                  <a:lnTo>
                    <a:pt x="1562910" y="1858066"/>
                  </a:lnTo>
                  <a:lnTo>
                    <a:pt x="1574782" y="1865502"/>
                  </a:lnTo>
                  <a:lnTo>
                    <a:pt x="1583679" y="1863812"/>
                  </a:lnTo>
                  <a:lnTo>
                    <a:pt x="1587861" y="1868248"/>
                  </a:lnTo>
                  <a:lnTo>
                    <a:pt x="1593593" y="1874132"/>
                  </a:lnTo>
                  <a:lnTo>
                    <a:pt x="1594381" y="1888774"/>
                  </a:lnTo>
                  <a:lnTo>
                    <a:pt x="1626156" y="1914512"/>
                  </a:lnTo>
                  <a:lnTo>
                    <a:pt x="1633859" y="1931125"/>
                  </a:lnTo>
                  <a:lnTo>
                    <a:pt x="1647954" y="1938560"/>
                  </a:lnTo>
                  <a:lnTo>
                    <a:pt x="1669485" y="1939615"/>
                  </a:lnTo>
                  <a:lnTo>
                    <a:pt x="1686009" y="1947317"/>
                  </a:lnTo>
                  <a:lnTo>
                    <a:pt x="1696063" y="1964311"/>
                  </a:lnTo>
                  <a:lnTo>
                    <a:pt x="1711201" y="1971238"/>
                  </a:lnTo>
                  <a:lnTo>
                    <a:pt x="1719157" y="1981699"/>
                  </a:lnTo>
                  <a:lnTo>
                    <a:pt x="1716157" y="2002480"/>
                  </a:lnTo>
                  <a:close/>
                  <a:moveTo>
                    <a:pt x="688016" y="1024214"/>
                  </a:moveTo>
                  <a:lnTo>
                    <a:pt x="662443" y="1037407"/>
                  </a:lnTo>
                  <a:lnTo>
                    <a:pt x="644827" y="1046838"/>
                  </a:lnTo>
                  <a:lnTo>
                    <a:pt x="629435" y="1054667"/>
                  </a:lnTo>
                  <a:lnTo>
                    <a:pt x="606722" y="1066691"/>
                  </a:lnTo>
                  <a:lnTo>
                    <a:pt x="594011" y="1070085"/>
                  </a:lnTo>
                  <a:lnTo>
                    <a:pt x="579395" y="1073758"/>
                  </a:lnTo>
                  <a:lnTo>
                    <a:pt x="561778" y="1078067"/>
                  </a:lnTo>
                  <a:lnTo>
                    <a:pt x="471536" y="1099369"/>
                  </a:lnTo>
                  <a:lnTo>
                    <a:pt x="461469" y="1097539"/>
                  </a:lnTo>
                  <a:lnTo>
                    <a:pt x="447387" y="1102381"/>
                  </a:lnTo>
                  <a:lnTo>
                    <a:pt x="380582" y="1091654"/>
                  </a:lnTo>
                  <a:lnTo>
                    <a:pt x="359953" y="1089963"/>
                  </a:lnTo>
                  <a:lnTo>
                    <a:pt x="354602" y="1084600"/>
                  </a:lnTo>
                  <a:lnTo>
                    <a:pt x="364135" y="1081600"/>
                  </a:lnTo>
                  <a:lnTo>
                    <a:pt x="371570" y="1073758"/>
                  </a:lnTo>
                  <a:lnTo>
                    <a:pt x="382272" y="1065522"/>
                  </a:lnTo>
                  <a:lnTo>
                    <a:pt x="363652" y="1030886"/>
                  </a:lnTo>
                  <a:lnTo>
                    <a:pt x="342261" y="1008428"/>
                  </a:lnTo>
                  <a:lnTo>
                    <a:pt x="346709" y="989070"/>
                  </a:lnTo>
                  <a:lnTo>
                    <a:pt x="350344" y="967119"/>
                  </a:lnTo>
                  <a:lnTo>
                    <a:pt x="349302" y="956659"/>
                  </a:lnTo>
                  <a:lnTo>
                    <a:pt x="349429" y="938496"/>
                  </a:lnTo>
                  <a:lnTo>
                    <a:pt x="357258" y="924769"/>
                  </a:lnTo>
                  <a:lnTo>
                    <a:pt x="370045" y="911309"/>
                  </a:lnTo>
                  <a:lnTo>
                    <a:pt x="390928" y="898599"/>
                  </a:lnTo>
                  <a:lnTo>
                    <a:pt x="410247" y="895319"/>
                  </a:lnTo>
                  <a:lnTo>
                    <a:pt x="421992" y="890617"/>
                  </a:lnTo>
                  <a:lnTo>
                    <a:pt x="435426" y="875453"/>
                  </a:lnTo>
                  <a:lnTo>
                    <a:pt x="443790" y="889053"/>
                  </a:lnTo>
                  <a:lnTo>
                    <a:pt x="454619" y="889968"/>
                  </a:lnTo>
                  <a:lnTo>
                    <a:pt x="462842" y="889168"/>
                  </a:lnTo>
                  <a:lnTo>
                    <a:pt x="479925" y="888519"/>
                  </a:lnTo>
                  <a:lnTo>
                    <a:pt x="502511" y="874678"/>
                  </a:lnTo>
                  <a:lnTo>
                    <a:pt x="524830" y="857163"/>
                  </a:lnTo>
                  <a:lnTo>
                    <a:pt x="552881" y="836891"/>
                  </a:lnTo>
                  <a:lnTo>
                    <a:pt x="566329" y="811025"/>
                  </a:lnTo>
                  <a:lnTo>
                    <a:pt x="565426" y="805268"/>
                  </a:lnTo>
                  <a:lnTo>
                    <a:pt x="569722" y="799268"/>
                  </a:lnTo>
                  <a:lnTo>
                    <a:pt x="582903" y="805268"/>
                  </a:lnTo>
                  <a:lnTo>
                    <a:pt x="584326" y="812068"/>
                  </a:lnTo>
                  <a:lnTo>
                    <a:pt x="577971" y="822236"/>
                  </a:lnTo>
                  <a:lnTo>
                    <a:pt x="564918" y="835048"/>
                  </a:lnTo>
                  <a:lnTo>
                    <a:pt x="554229" y="849804"/>
                  </a:lnTo>
                  <a:lnTo>
                    <a:pt x="530740" y="865628"/>
                  </a:lnTo>
                  <a:lnTo>
                    <a:pt x="490067" y="892955"/>
                  </a:lnTo>
                  <a:lnTo>
                    <a:pt x="489292" y="897391"/>
                  </a:lnTo>
                  <a:lnTo>
                    <a:pt x="498037" y="911372"/>
                  </a:lnTo>
                  <a:lnTo>
                    <a:pt x="504951" y="915287"/>
                  </a:lnTo>
                  <a:lnTo>
                    <a:pt x="525961" y="914512"/>
                  </a:lnTo>
                  <a:lnTo>
                    <a:pt x="564842" y="898433"/>
                  </a:lnTo>
                  <a:lnTo>
                    <a:pt x="579331" y="888634"/>
                  </a:lnTo>
                  <a:lnTo>
                    <a:pt x="586258" y="885622"/>
                  </a:lnTo>
                  <a:lnTo>
                    <a:pt x="599566" y="886143"/>
                  </a:lnTo>
                  <a:lnTo>
                    <a:pt x="614704" y="878834"/>
                  </a:lnTo>
                  <a:lnTo>
                    <a:pt x="629956" y="862756"/>
                  </a:lnTo>
                  <a:lnTo>
                    <a:pt x="637582" y="854380"/>
                  </a:lnTo>
                  <a:lnTo>
                    <a:pt x="638853" y="847199"/>
                  </a:lnTo>
                  <a:lnTo>
                    <a:pt x="639514" y="837526"/>
                  </a:lnTo>
                  <a:lnTo>
                    <a:pt x="642781" y="833472"/>
                  </a:lnTo>
                  <a:lnTo>
                    <a:pt x="651246" y="839751"/>
                  </a:lnTo>
                  <a:lnTo>
                    <a:pt x="661312" y="834387"/>
                  </a:lnTo>
                  <a:lnTo>
                    <a:pt x="668608" y="819478"/>
                  </a:lnTo>
                  <a:lnTo>
                    <a:pt x="688448" y="782618"/>
                  </a:lnTo>
                  <a:lnTo>
                    <a:pt x="695363" y="775170"/>
                  </a:lnTo>
                  <a:lnTo>
                    <a:pt x="697968" y="768103"/>
                  </a:lnTo>
                  <a:lnTo>
                    <a:pt x="695363" y="760401"/>
                  </a:lnTo>
                  <a:lnTo>
                    <a:pt x="696532" y="749165"/>
                  </a:lnTo>
                  <a:lnTo>
                    <a:pt x="709077" y="733913"/>
                  </a:lnTo>
                  <a:lnTo>
                    <a:pt x="714555" y="718876"/>
                  </a:lnTo>
                  <a:lnTo>
                    <a:pt x="724075" y="709204"/>
                  </a:lnTo>
                  <a:lnTo>
                    <a:pt x="730989" y="683974"/>
                  </a:lnTo>
                  <a:lnTo>
                    <a:pt x="747055" y="659926"/>
                  </a:lnTo>
                  <a:lnTo>
                    <a:pt x="762307" y="640188"/>
                  </a:lnTo>
                  <a:lnTo>
                    <a:pt x="761036" y="634176"/>
                  </a:lnTo>
                  <a:lnTo>
                    <a:pt x="756079" y="630363"/>
                  </a:lnTo>
                  <a:lnTo>
                    <a:pt x="736506" y="639133"/>
                  </a:lnTo>
                  <a:lnTo>
                    <a:pt x="721495" y="651665"/>
                  </a:lnTo>
                  <a:lnTo>
                    <a:pt x="711835" y="660816"/>
                  </a:lnTo>
                  <a:lnTo>
                    <a:pt x="686415" y="686821"/>
                  </a:lnTo>
                  <a:lnTo>
                    <a:pt x="662011" y="703688"/>
                  </a:lnTo>
                  <a:lnTo>
                    <a:pt x="642170" y="728523"/>
                  </a:lnTo>
                  <a:lnTo>
                    <a:pt x="597024" y="757274"/>
                  </a:lnTo>
                  <a:lnTo>
                    <a:pt x="556567" y="782491"/>
                  </a:lnTo>
                  <a:lnTo>
                    <a:pt x="515971" y="806945"/>
                  </a:lnTo>
                  <a:lnTo>
                    <a:pt x="511408" y="822617"/>
                  </a:lnTo>
                  <a:lnTo>
                    <a:pt x="500706" y="835048"/>
                  </a:lnTo>
                  <a:lnTo>
                    <a:pt x="460770" y="855168"/>
                  </a:lnTo>
                  <a:lnTo>
                    <a:pt x="439239" y="801709"/>
                  </a:lnTo>
                  <a:lnTo>
                    <a:pt x="459728" y="784982"/>
                  </a:lnTo>
                  <a:lnTo>
                    <a:pt x="453729" y="764849"/>
                  </a:lnTo>
                  <a:lnTo>
                    <a:pt x="365634" y="702900"/>
                  </a:lnTo>
                  <a:lnTo>
                    <a:pt x="330796" y="692960"/>
                  </a:lnTo>
                  <a:lnTo>
                    <a:pt x="364719" y="655974"/>
                  </a:lnTo>
                  <a:lnTo>
                    <a:pt x="350738" y="640938"/>
                  </a:lnTo>
                  <a:lnTo>
                    <a:pt x="324390" y="658325"/>
                  </a:lnTo>
                  <a:lnTo>
                    <a:pt x="299719" y="656495"/>
                  </a:lnTo>
                  <a:lnTo>
                    <a:pt x="251827" y="679246"/>
                  </a:lnTo>
                  <a:lnTo>
                    <a:pt x="226127" y="684203"/>
                  </a:lnTo>
                  <a:lnTo>
                    <a:pt x="185531" y="690558"/>
                  </a:lnTo>
                  <a:lnTo>
                    <a:pt x="159831" y="699455"/>
                  </a:lnTo>
                  <a:lnTo>
                    <a:pt x="116756" y="712915"/>
                  </a:lnTo>
                  <a:lnTo>
                    <a:pt x="51260" y="751605"/>
                  </a:lnTo>
                  <a:lnTo>
                    <a:pt x="11859" y="772120"/>
                  </a:lnTo>
                  <a:lnTo>
                    <a:pt x="0" y="756435"/>
                  </a:lnTo>
                  <a:lnTo>
                    <a:pt x="5478" y="746114"/>
                  </a:lnTo>
                  <a:lnTo>
                    <a:pt x="52201" y="656584"/>
                  </a:lnTo>
                  <a:lnTo>
                    <a:pt x="36262" y="616203"/>
                  </a:lnTo>
                  <a:lnTo>
                    <a:pt x="2720" y="531757"/>
                  </a:lnTo>
                  <a:lnTo>
                    <a:pt x="24518" y="506794"/>
                  </a:lnTo>
                  <a:lnTo>
                    <a:pt x="47740" y="577247"/>
                  </a:lnTo>
                  <a:lnTo>
                    <a:pt x="113388" y="539116"/>
                  </a:lnTo>
                  <a:lnTo>
                    <a:pt x="163250" y="488796"/>
                  </a:lnTo>
                  <a:lnTo>
                    <a:pt x="173545" y="473900"/>
                  </a:lnTo>
                  <a:lnTo>
                    <a:pt x="187259" y="468155"/>
                  </a:lnTo>
                  <a:lnTo>
                    <a:pt x="195216" y="488008"/>
                  </a:lnTo>
                  <a:lnTo>
                    <a:pt x="253022" y="501990"/>
                  </a:lnTo>
                  <a:lnTo>
                    <a:pt x="274426" y="463160"/>
                  </a:lnTo>
                  <a:lnTo>
                    <a:pt x="317234" y="446827"/>
                  </a:lnTo>
                  <a:lnTo>
                    <a:pt x="336668" y="437930"/>
                  </a:lnTo>
                  <a:lnTo>
                    <a:pt x="352861" y="408392"/>
                  </a:lnTo>
                  <a:lnTo>
                    <a:pt x="355860" y="402367"/>
                  </a:lnTo>
                  <a:lnTo>
                    <a:pt x="373998" y="367732"/>
                  </a:lnTo>
                  <a:lnTo>
                    <a:pt x="380251" y="351666"/>
                  </a:lnTo>
                  <a:lnTo>
                    <a:pt x="404286" y="338600"/>
                  </a:lnTo>
                  <a:lnTo>
                    <a:pt x="400740" y="311019"/>
                  </a:lnTo>
                  <a:lnTo>
                    <a:pt x="402964" y="306964"/>
                  </a:lnTo>
                  <a:lnTo>
                    <a:pt x="446421" y="289170"/>
                  </a:lnTo>
                  <a:lnTo>
                    <a:pt x="464698" y="321695"/>
                  </a:lnTo>
                  <a:lnTo>
                    <a:pt x="590643" y="294127"/>
                  </a:lnTo>
                  <a:lnTo>
                    <a:pt x="587250" y="226305"/>
                  </a:lnTo>
                  <a:lnTo>
                    <a:pt x="627821" y="209782"/>
                  </a:lnTo>
                  <a:lnTo>
                    <a:pt x="630833" y="184565"/>
                  </a:lnTo>
                  <a:lnTo>
                    <a:pt x="617119" y="154887"/>
                  </a:lnTo>
                  <a:lnTo>
                    <a:pt x="639705" y="151747"/>
                  </a:lnTo>
                  <a:lnTo>
                    <a:pt x="703116" y="147845"/>
                  </a:lnTo>
                  <a:lnTo>
                    <a:pt x="712013" y="168080"/>
                  </a:lnTo>
                  <a:lnTo>
                    <a:pt x="716843" y="167571"/>
                  </a:lnTo>
                  <a:lnTo>
                    <a:pt x="756778" y="169923"/>
                  </a:lnTo>
                  <a:lnTo>
                    <a:pt x="802052" y="178159"/>
                  </a:lnTo>
                  <a:lnTo>
                    <a:pt x="829074" y="178934"/>
                  </a:lnTo>
                  <a:lnTo>
                    <a:pt x="853478" y="181146"/>
                  </a:lnTo>
                  <a:lnTo>
                    <a:pt x="908932" y="170711"/>
                  </a:lnTo>
                  <a:lnTo>
                    <a:pt x="969941" y="117646"/>
                  </a:lnTo>
                  <a:lnTo>
                    <a:pt x="991739" y="118294"/>
                  </a:lnTo>
                  <a:lnTo>
                    <a:pt x="993951" y="117646"/>
                  </a:lnTo>
                  <a:lnTo>
                    <a:pt x="1058773" y="84968"/>
                  </a:lnTo>
                  <a:lnTo>
                    <a:pt x="1066463" y="86798"/>
                  </a:lnTo>
                  <a:lnTo>
                    <a:pt x="1074089" y="89149"/>
                  </a:lnTo>
                  <a:lnTo>
                    <a:pt x="1078016" y="96191"/>
                  </a:lnTo>
                  <a:lnTo>
                    <a:pt x="1139877" y="115027"/>
                  </a:lnTo>
                  <a:lnTo>
                    <a:pt x="1178630" y="110058"/>
                  </a:lnTo>
                  <a:lnTo>
                    <a:pt x="1182291" y="109409"/>
                  </a:lnTo>
                  <a:lnTo>
                    <a:pt x="1246998" y="114494"/>
                  </a:lnTo>
                  <a:lnTo>
                    <a:pt x="1280541" y="128856"/>
                  </a:lnTo>
                  <a:lnTo>
                    <a:pt x="1410007" y="71215"/>
                  </a:lnTo>
                  <a:lnTo>
                    <a:pt x="1402825" y="50701"/>
                  </a:lnTo>
                  <a:lnTo>
                    <a:pt x="1360284" y="68356"/>
                  </a:lnTo>
                  <a:lnTo>
                    <a:pt x="1340977" y="60386"/>
                  </a:lnTo>
                  <a:lnTo>
                    <a:pt x="1404643" y="0"/>
                  </a:lnTo>
                  <a:lnTo>
                    <a:pt x="1443549" y="46265"/>
                  </a:lnTo>
                  <a:lnTo>
                    <a:pt x="1428017" y="65864"/>
                  </a:lnTo>
                  <a:lnTo>
                    <a:pt x="1426848" y="80379"/>
                  </a:lnTo>
                  <a:lnTo>
                    <a:pt x="1378422" y="141388"/>
                  </a:lnTo>
                  <a:lnTo>
                    <a:pt x="1328699" y="157327"/>
                  </a:lnTo>
                  <a:lnTo>
                    <a:pt x="1288370" y="170520"/>
                  </a:lnTo>
                  <a:lnTo>
                    <a:pt x="1264106" y="179926"/>
                  </a:lnTo>
                  <a:lnTo>
                    <a:pt x="1254840" y="199410"/>
                  </a:lnTo>
                  <a:lnTo>
                    <a:pt x="1230183" y="240452"/>
                  </a:lnTo>
                  <a:lnTo>
                    <a:pt x="1189192" y="245281"/>
                  </a:lnTo>
                  <a:lnTo>
                    <a:pt x="1156146" y="262288"/>
                  </a:lnTo>
                  <a:lnTo>
                    <a:pt x="1129658" y="277959"/>
                  </a:lnTo>
                  <a:lnTo>
                    <a:pt x="1138796" y="305541"/>
                  </a:lnTo>
                  <a:lnTo>
                    <a:pt x="1120265" y="312468"/>
                  </a:lnTo>
                  <a:lnTo>
                    <a:pt x="975534" y="381103"/>
                  </a:lnTo>
                  <a:lnTo>
                    <a:pt x="984278" y="411684"/>
                  </a:lnTo>
                  <a:lnTo>
                    <a:pt x="1003852" y="458610"/>
                  </a:lnTo>
                  <a:lnTo>
                    <a:pt x="1026425" y="449979"/>
                  </a:lnTo>
                  <a:lnTo>
                    <a:pt x="1057222" y="482276"/>
                  </a:lnTo>
                  <a:lnTo>
                    <a:pt x="1076682" y="526965"/>
                  </a:lnTo>
                  <a:lnTo>
                    <a:pt x="1060870" y="548394"/>
                  </a:lnTo>
                  <a:lnTo>
                    <a:pt x="1082287" y="551674"/>
                  </a:lnTo>
                  <a:lnTo>
                    <a:pt x="1098810" y="544226"/>
                  </a:lnTo>
                  <a:lnTo>
                    <a:pt x="1117087" y="546310"/>
                  </a:lnTo>
                  <a:lnTo>
                    <a:pt x="1128526" y="537032"/>
                  </a:lnTo>
                  <a:lnTo>
                    <a:pt x="1131272" y="524614"/>
                  </a:lnTo>
                  <a:lnTo>
                    <a:pt x="1138440" y="515844"/>
                  </a:lnTo>
                  <a:lnTo>
                    <a:pt x="1153693" y="512590"/>
                  </a:lnTo>
                  <a:lnTo>
                    <a:pt x="1159692" y="502777"/>
                  </a:lnTo>
                  <a:lnTo>
                    <a:pt x="1159044" y="489711"/>
                  </a:lnTo>
                  <a:lnTo>
                    <a:pt x="1162310" y="480052"/>
                  </a:lnTo>
                  <a:lnTo>
                    <a:pt x="1171576" y="478336"/>
                  </a:lnTo>
                  <a:lnTo>
                    <a:pt x="1175491" y="485670"/>
                  </a:lnTo>
                  <a:lnTo>
                    <a:pt x="1180829" y="494160"/>
                  </a:lnTo>
                  <a:lnTo>
                    <a:pt x="1188455" y="493626"/>
                  </a:lnTo>
                  <a:lnTo>
                    <a:pt x="1194975" y="486445"/>
                  </a:lnTo>
                  <a:lnTo>
                    <a:pt x="1197200" y="477688"/>
                  </a:lnTo>
                  <a:lnTo>
                    <a:pt x="1196030" y="468536"/>
                  </a:lnTo>
                  <a:lnTo>
                    <a:pt x="1200339" y="464088"/>
                  </a:lnTo>
                  <a:lnTo>
                    <a:pt x="1211435" y="466312"/>
                  </a:lnTo>
                  <a:lnTo>
                    <a:pt x="1249922" y="461075"/>
                  </a:lnTo>
                  <a:lnTo>
                    <a:pt x="1257624" y="512056"/>
                  </a:lnTo>
                  <a:lnTo>
                    <a:pt x="1290365" y="518208"/>
                  </a:lnTo>
                  <a:lnTo>
                    <a:pt x="1258412" y="566684"/>
                  </a:lnTo>
                  <a:lnTo>
                    <a:pt x="1241698" y="575582"/>
                  </a:lnTo>
                  <a:lnTo>
                    <a:pt x="1207253" y="563698"/>
                  </a:lnTo>
                  <a:lnTo>
                    <a:pt x="1177359" y="581212"/>
                  </a:lnTo>
                  <a:lnTo>
                    <a:pt x="1179901" y="594545"/>
                  </a:lnTo>
                  <a:lnTo>
                    <a:pt x="1150413" y="609035"/>
                  </a:lnTo>
                  <a:lnTo>
                    <a:pt x="1140487" y="624605"/>
                  </a:lnTo>
                  <a:lnTo>
                    <a:pt x="1169085" y="645653"/>
                  </a:lnTo>
                  <a:lnTo>
                    <a:pt x="1177982" y="660816"/>
                  </a:lnTo>
                  <a:lnTo>
                    <a:pt x="1152396" y="661858"/>
                  </a:lnTo>
                  <a:lnTo>
                    <a:pt x="1107631" y="676882"/>
                  </a:lnTo>
                  <a:lnTo>
                    <a:pt x="1069271" y="654283"/>
                  </a:lnTo>
                  <a:lnTo>
                    <a:pt x="1038208" y="664337"/>
                  </a:lnTo>
                  <a:lnTo>
                    <a:pt x="1059739" y="744310"/>
                  </a:lnTo>
                  <a:lnTo>
                    <a:pt x="1120938" y="744729"/>
                  </a:lnTo>
                  <a:lnTo>
                    <a:pt x="1127204" y="742505"/>
                  </a:lnTo>
                  <a:lnTo>
                    <a:pt x="1165056" y="730074"/>
                  </a:lnTo>
                  <a:lnTo>
                    <a:pt x="1167534" y="786940"/>
                  </a:lnTo>
                  <a:lnTo>
                    <a:pt x="1184057" y="807721"/>
                  </a:lnTo>
                  <a:lnTo>
                    <a:pt x="1206936" y="802878"/>
                  </a:lnTo>
                  <a:lnTo>
                    <a:pt x="1231212" y="795417"/>
                  </a:lnTo>
                  <a:lnTo>
                    <a:pt x="1239385" y="783038"/>
                  </a:lnTo>
                  <a:lnTo>
                    <a:pt x="1245257" y="763171"/>
                  </a:lnTo>
                  <a:lnTo>
                    <a:pt x="1233119" y="746559"/>
                  </a:lnTo>
                  <a:lnTo>
                    <a:pt x="1220205" y="707348"/>
                  </a:lnTo>
                  <a:lnTo>
                    <a:pt x="1248168" y="695451"/>
                  </a:lnTo>
                  <a:lnTo>
                    <a:pt x="1258094" y="691550"/>
                  </a:lnTo>
                  <a:lnTo>
                    <a:pt x="1283146" y="680949"/>
                  </a:lnTo>
                  <a:lnTo>
                    <a:pt x="1308567" y="663829"/>
                  </a:lnTo>
                  <a:lnTo>
                    <a:pt x="1329449" y="626448"/>
                  </a:lnTo>
                  <a:lnTo>
                    <a:pt x="1359344" y="580183"/>
                  </a:lnTo>
                  <a:lnTo>
                    <a:pt x="1343545" y="557037"/>
                  </a:lnTo>
                  <a:lnTo>
                    <a:pt x="1345896" y="550377"/>
                  </a:lnTo>
                  <a:lnTo>
                    <a:pt x="1378129" y="543196"/>
                  </a:lnTo>
                  <a:lnTo>
                    <a:pt x="1418802" y="528554"/>
                  </a:lnTo>
                  <a:lnTo>
                    <a:pt x="1451149" y="539396"/>
                  </a:lnTo>
                  <a:lnTo>
                    <a:pt x="1474130" y="589715"/>
                  </a:lnTo>
                  <a:lnTo>
                    <a:pt x="1482099" y="577564"/>
                  </a:lnTo>
                  <a:lnTo>
                    <a:pt x="1512095" y="574171"/>
                  </a:lnTo>
                  <a:lnTo>
                    <a:pt x="1541595" y="568807"/>
                  </a:lnTo>
                  <a:lnTo>
                    <a:pt x="1546946" y="572862"/>
                  </a:lnTo>
                  <a:lnTo>
                    <a:pt x="1593402" y="584898"/>
                  </a:lnTo>
                  <a:lnTo>
                    <a:pt x="1609201" y="577437"/>
                  </a:lnTo>
                  <a:lnTo>
                    <a:pt x="1609595" y="544886"/>
                  </a:lnTo>
                  <a:lnTo>
                    <a:pt x="1649658" y="527092"/>
                  </a:lnTo>
                  <a:lnTo>
                    <a:pt x="1651348" y="515856"/>
                  </a:lnTo>
                  <a:lnTo>
                    <a:pt x="1646264" y="478730"/>
                  </a:lnTo>
                  <a:lnTo>
                    <a:pt x="1653178" y="459906"/>
                  </a:lnTo>
                  <a:lnTo>
                    <a:pt x="1628521" y="429846"/>
                  </a:lnTo>
                  <a:lnTo>
                    <a:pt x="1598232" y="427749"/>
                  </a:lnTo>
                  <a:lnTo>
                    <a:pt x="1602147" y="403053"/>
                  </a:lnTo>
                  <a:lnTo>
                    <a:pt x="1600723" y="400308"/>
                  </a:lnTo>
                  <a:lnTo>
                    <a:pt x="1583488" y="367757"/>
                  </a:lnTo>
                  <a:lnTo>
                    <a:pt x="1584009" y="344497"/>
                  </a:lnTo>
                  <a:lnTo>
                    <a:pt x="1543693" y="346595"/>
                  </a:lnTo>
                  <a:lnTo>
                    <a:pt x="1536638" y="331965"/>
                  </a:lnTo>
                  <a:lnTo>
                    <a:pt x="1496055" y="299020"/>
                  </a:lnTo>
                  <a:lnTo>
                    <a:pt x="1495534" y="281900"/>
                  </a:lnTo>
                  <a:lnTo>
                    <a:pt x="1491212" y="243070"/>
                  </a:lnTo>
                  <a:lnTo>
                    <a:pt x="1469821" y="218234"/>
                  </a:lnTo>
                  <a:lnTo>
                    <a:pt x="1461076" y="205702"/>
                  </a:lnTo>
                  <a:lnTo>
                    <a:pt x="1515730" y="193932"/>
                  </a:lnTo>
                  <a:lnTo>
                    <a:pt x="1527602" y="191454"/>
                  </a:lnTo>
                  <a:lnTo>
                    <a:pt x="1601727" y="187272"/>
                  </a:lnTo>
                  <a:lnTo>
                    <a:pt x="1604981" y="185823"/>
                  </a:lnTo>
                  <a:lnTo>
                    <a:pt x="1624568" y="174193"/>
                  </a:lnTo>
                  <a:lnTo>
                    <a:pt x="1652886" y="161483"/>
                  </a:lnTo>
                  <a:lnTo>
                    <a:pt x="1673222" y="152586"/>
                  </a:lnTo>
                  <a:lnTo>
                    <a:pt x="1781806" y="253632"/>
                  </a:lnTo>
                  <a:lnTo>
                    <a:pt x="1819631" y="258983"/>
                  </a:lnTo>
                  <a:lnTo>
                    <a:pt x="1841556" y="223166"/>
                  </a:lnTo>
                  <a:lnTo>
                    <a:pt x="1877069" y="263305"/>
                  </a:lnTo>
                  <a:lnTo>
                    <a:pt x="1905908" y="231135"/>
                  </a:lnTo>
                  <a:lnTo>
                    <a:pt x="1914119" y="227322"/>
                  </a:lnTo>
                  <a:lnTo>
                    <a:pt x="1917932" y="232152"/>
                  </a:lnTo>
                  <a:lnTo>
                    <a:pt x="1918453" y="239206"/>
                  </a:lnTo>
                  <a:lnTo>
                    <a:pt x="1936603" y="248879"/>
                  </a:lnTo>
                  <a:lnTo>
                    <a:pt x="1957740" y="236079"/>
                  </a:lnTo>
                  <a:lnTo>
                    <a:pt x="1963485" y="271490"/>
                  </a:lnTo>
                  <a:lnTo>
                    <a:pt x="1985919" y="328076"/>
                  </a:lnTo>
                  <a:lnTo>
                    <a:pt x="1985398" y="362851"/>
                  </a:lnTo>
                  <a:lnTo>
                    <a:pt x="2001857" y="378535"/>
                  </a:lnTo>
                  <a:lnTo>
                    <a:pt x="2023897" y="436824"/>
                  </a:lnTo>
                  <a:lnTo>
                    <a:pt x="2028587" y="433303"/>
                  </a:lnTo>
                  <a:lnTo>
                    <a:pt x="2072717" y="501939"/>
                  </a:lnTo>
                  <a:lnTo>
                    <a:pt x="2064620" y="533168"/>
                  </a:lnTo>
                  <a:lnTo>
                    <a:pt x="2075449" y="587669"/>
                  </a:lnTo>
                  <a:lnTo>
                    <a:pt x="2083800" y="644128"/>
                  </a:lnTo>
                  <a:lnTo>
                    <a:pt x="2058621" y="656838"/>
                  </a:lnTo>
                  <a:lnTo>
                    <a:pt x="2045441" y="679462"/>
                  </a:lnTo>
                  <a:lnTo>
                    <a:pt x="2061964" y="758786"/>
                  </a:lnTo>
                  <a:lnTo>
                    <a:pt x="2056880" y="786635"/>
                  </a:lnTo>
                  <a:lnTo>
                    <a:pt x="2070594" y="792240"/>
                  </a:lnTo>
                  <a:lnTo>
                    <a:pt x="2048555" y="878377"/>
                  </a:lnTo>
                  <a:lnTo>
                    <a:pt x="2097870" y="937187"/>
                  </a:lnTo>
                  <a:lnTo>
                    <a:pt x="2117571" y="1008440"/>
                  </a:lnTo>
                  <a:lnTo>
                    <a:pt x="2153859" y="996416"/>
                  </a:lnTo>
                  <a:lnTo>
                    <a:pt x="2197963" y="1009864"/>
                  </a:lnTo>
                  <a:lnTo>
                    <a:pt x="2221972" y="1006051"/>
                  </a:lnTo>
                  <a:lnTo>
                    <a:pt x="2221464" y="1082248"/>
                  </a:lnTo>
                  <a:lnTo>
                    <a:pt x="2208004" y="1115295"/>
                  </a:lnTo>
                  <a:lnTo>
                    <a:pt x="2146283" y="1221692"/>
                  </a:lnTo>
                  <a:lnTo>
                    <a:pt x="2060019" y="1253328"/>
                  </a:lnTo>
                  <a:lnTo>
                    <a:pt x="2048681" y="1281557"/>
                  </a:lnTo>
                  <a:lnTo>
                    <a:pt x="2081309" y="1305859"/>
                  </a:lnTo>
                  <a:lnTo>
                    <a:pt x="2061061" y="1356306"/>
                  </a:lnTo>
                  <a:lnTo>
                    <a:pt x="2031701" y="1369652"/>
                  </a:lnTo>
                  <a:lnTo>
                    <a:pt x="2055202" y="1482772"/>
                  </a:lnTo>
                  <a:lnTo>
                    <a:pt x="2114177" y="1532838"/>
                  </a:lnTo>
                  <a:lnTo>
                    <a:pt x="2163518" y="1574680"/>
                  </a:lnTo>
                  <a:lnTo>
                    <a:pt x="2221591" y="1623817"/>
                  </a:lnTo>
                  <a:lnTo>
                    <a:pt x="2226942" y="1639756"/>
                  </a:lnTo>
                  <a:lnTo>
                    <a:pt x="2228112" y="1647382"/>
                  </a:lnTo>
                  <a:lnTo>
                    <a:pt x="2244813" y="1660448"/>
                  </a:lnTo>
                  <a:lnTo>
                    <a:pt x="2291154" y="1697041"/>
                  </a:lnTo>
                  <a:lnTo>
                    <a:pt x="2364607" y="1654436"/>
                  </a:lnTo>
                  <a:lnTo>
                    <a:pt x="2418383" y="1659800"/>
                  </a:lnTo>
                  <a:lnTo>
                    <a:pt x="2462094" y="1661490"/>
                  </a:lnTo>
                  <a:lnTo>
                    <a:pt x="2504508" y="1661490"/>
                  </a:lnTo>
                  <a:lnTo>
                    <a:pt x="2531911" y="1698617"/>
                  </a:lnTo>
                  <a:lnTo>
                    <a:pt x="2571986" y="1708544"/>
                  </a:lnTo>
                  <a:lnTo>
                    <a:pt x="2622484" y="1753118"/>
                  </a:lnTo>
                  <a:lnTo>
                    <a:pt x="2665699" y="1732197"/>
                  </a:lnTo>
                  <a:lnTo>
                    <a:pt x="2711227" y="1707679"/>
                  </a:lnTo>
                  <a:lnTo>
                    <a:pt x="2777256" y="1734587"/>
                  </a:lnTo>
                  <a:lnTo>
                    <a:pt x="2811968" y="1708709"/>
                  </a:lnTo>
                  <a:lnTo>
                    <a:pt x="2899007" y="1751059"/>
                  </a:lnTo>
                  <a:lnTo>
                    <a:pt x="2979399" y="1690050"/>
                  </a:lnTo>
                  <a:lnTo>
                    <a:pt x="3076747" y="1650966"/>
                  </a:lnTo>
                  <a:lnTo>
                    <a:pt x="3117076" y="1682323"/>
                  </a:lnTo>
                  <a:lnTo>
                    <a:pt x="3133777" y="1717237"/>
                  </a:lnTo>
                  <a:lnTo>
                    <a:pt x="3175924" y="1693444"/>
                  </a:lnTo>
                  <a:lnTo>
                    <a:pt x="3236095" y="1701934"/>
                  </a:lnTo>
                  <a:lnTo>
                    <a:pt x="3240009" y="1722207"/>
                  </a:lnTo>
                  <a:lnTo>
                    <a:pt x="3221605" y="1755533"/>
                  </a:lnTo>
                  <a:lnTo>
                    <a:pt x="3253380" y="1878924"/>
                  </a:lnTo>
                  <a:lnTo>
                    <a:pt x="3250381" y="1945309"/>
                  </a:lnTo>
                  <a:lnTo>
                    <a:pt x="3201574" y="1953406"/>
                  </a:lnTo>
                  <a:lnTo>
                    <a:pt x="3144162" y="1933285"/>
                  </a:lnTo>
                  <a:lnTo>
                    <a:pt x="3143755" y="1987939"/>
                  </a:lnTo>
                  <a:lnTo>
                    <a:pt x="3174818" y="2045580"/>
                  </a:lnTo>
                  <a:lnTo>
                    <a:pt x="3127587" y="2069234"/>
                  </a:lnTo>
                  <a:lnTo>
                    <a:pt x="3087906" y="2110262"/>
                  </a:lnTo>
                  <a:lnTo>
                    <a:pt x="3075641" y="2263713"/>
                  </a:lnTo>
                  <a:lnTo>
                    <a:pt x="3033481" y="2318748"/>
                  </a:lnTo>
                  <a:lnTo>
                    <a:pt x="2969816" y="2354425"/>
                  </a:lnTo>
                  <a:lnTo>
                    <a:pt x="2907536" y="2393763"/>
                  </a:lnTo>
                  <a:lnTo>
                    <a:pt x="2857025" y="2420811"/>
                  </a:lnTo>
                  <a:lnTo>
                    <a:pt x="2815654" y="2430356"/>
                  </a:lnTo>
                  <a:lnTo>
                    <a:pt x="2707210" y="2447362"/>
                  </a:lnTo>
                  <a:lnTo>
                    <a:pt x="2686200" y="2420175"/>
                  </a:lnTo>
                  <a:lnTo>
                    <a:pt x="2590543" y="2406308"/>
                  </a:lnTo>
                  <a:lnTo>
                    <a:pt x="2567970" y="2376109"/>
                  </a:lnTo>
                  <a:lnTo>
                    <a:pt x="2477282" y="2351807"/>
                  </a:lnTo>
                  <a:lnTo>
                    <a:pt x="2452853" y="2360310"/>
                  </a:lnTo>
                  <a:lnTo>
                    <a:pt x="2371292" y="2320833"/>
                  </a:lnTo>
                  <a:lnTo>
                    <a:pt x="2322104" y="2342529"/>
                  </a:lnTo>
                  <a:lnTo>
                    <a:pt x="2302276" y="2369716"/>
                  </a:lnTo>
                  <a:lnTo>
                    <a:pt x="2269229" y="2381473"/>
                  </a:lnTo>
                  <a:lnTo>
                    <a:pt x="2251346" y="2400297"/>
                  </a:lnTo>
                  <a:lnTo>
                    <a:pt x="2276665" y="2447324"/>
                  </a:lnTo>
                  <a:lnTo>
                    <a:pt x="2261921" y="2478820"/>
                  </a:lnTo>
                  <a:lnTo>
                    <a:pt x="2208678" y="2497377"/>
                  </a:lnTo>
                  <a:lnTo>
                    <a:pt x="2184262" y="2532965"/>
                  </a:lnTo>
                  <a:lnTo>
                    <a:pt x="2080127" y="2583692"/>
                  </a:lnTo>
                  <a:lnTo>
                    <a:pt x="2007056" y="2584734"/>
                  </a:lnTo>
                  <a:lnTo>
                    <a:pt x="1853453" y="2700283"/>
                  </a:lnTo>
                  <a:lnTo>
                    <a:pt x="1807264" y="2735973"/>
                  </a:lnTo>
                  <a:lnTo>
                    <a:pt x="1788860" y="2748683"/>
                  </a:lnTo>
                  <a:lnTo>
                    <a:pt x="1723211" y="2770507"/>
                  </a:lnTo>
                  <a:lnTo>
                    <a:pt x="1696596" y="2738236"/>
                  </a:lnTo>
                  <a:lnTo>
                    <a:pt x="1560356" y="2684370"/>
                  </a:lnTo>
                  <a:lnTo>
                    <a:pt x="1528491" y="2711430"/>
                  </a:lnTo>
                  <a:lnTo>
                    <a:pt x="1505930" y="2772222"/>
                  </a:lnTo>
                  <a:lnTo>
                    <a:pt x="1472884" y="2777180"/>
                  </a:lnTo>
                  <a:lnTo>
                    <a:pt x="1424738" y="2772222"/>
                  </a:lnTo>
                  <a:lnTo>
                    <a:pt x="1371101" y="2790017"/>
                  </a:lnTo>
                  <a:lnTo>
                    <a:pt x="1354793" y="2828592"/>
                  </a:lnTo>
                  <a:lnTo>
                    <a:pt x="1415078" y="2851839"/>
                  </a:lnTo>
                  <a:lnTo>
                    <a:pt x="1380099" y="2886347"/>
                  </a:lnTo>
                  <a:lnTo>
                    <a:pt x="1316409" y="2890669"/>
                  </a:lnTo>
                  <a:lnTo>
                    <a:pt x="1299580" y="2908819"/>
                  </a:lnTo>
                  <a:lnTo>
                    <a:pt x="1273995" y="2906340"/>
                  </a:lnTo>
                  <a:lnTo>
                    <a:pt x="1258476" y="2862948"/>
                  </a:lnTo>
                  <a:lnTo>
                    <a:pt x="1214625" y="2888572"/>
                  </a:lnTo>
                  <a:lnTo>
                    <a:pt x="1174563" y="2860470"/>
                  </a:lnTo>
                  <a:lnTo>
                    <a:pt x="1094692" y="2896541"/>
                  </a:lnTo>
                  <a:lnTo>
                    <a:pt x="1058544" y="2922686"/>
                  </a:lnTo>
                  <a:lnTo>
                    <a:pt x="1011694" y="2959545"/>
                  </a:lnTo>
                  <a:lnTo>
                    <a:pt x="927400" y="2988550"/>
                  </a:lnTo>
                  <a:lnTo>
                    <a:pt x="908335" y="2976653"/>
                  </a:lnTo>
                  <a:lnTo>
                    <a:pt x="916304" y="2892486"/>
                  </a:lnTo>
                  <a:lnTo>
                    <a:pt x="811127" y="2943200"/>
                  </a:lnTo>
                  <a:lnTo>
                    <a:pt x="811903" y="3001896"/>
                  </a:lnTo>
                  <a:lnTo>
                    <a:pt x="792329" y="3025816"/>
                  </a:lnTo>
                  <a:lnTo>
                    <a:pt x="723046" y="3035870"/>
                  </a:lnTo>
                  <a:lnTo>
                    <a:pt x="710246" y="2970527"/>
                  </a:lnTo>
                  <a:lnTo>
                    <a:pt x="704234" y="2939806"/>
                  </a:lnTo>
                  <a:lnTo>
                    <a:pt x="699532" y="2915657"/>
                  </a:lnTo>
                  <a:lnTo>
                    <a:pt x="669917" y="2881162"/>
                  </a:lnTo>
                  <a:lnTo>
                    <a:pt x="706192" y="2777243"/>
                  </a:lnTo>
                  <a:lnTo>
                    <a:pt x="673565" y="2700524"/>
                  </a:lnTo>
                  <a:lnTo>
                    <a:pt x="729820" y="2693191"/>
                  </a:lnTo>
                  <a:lnTo>
                    <a:pt x="750309" y="2657780"/>
                  </a:lnTo>
                  <a:lnTo>
                    <a:pt x="736595" y="2577922"/>
                  </a:lnTo>
                  <a:lnTo>
                    <a:pt x="733468" y="2559365"/>
                  </a:lnTo>
                  <a:lnTo>
                    <a:pt x="766629" y="2494543"/>
                  </a:lnTo>
                  <a:lnTo>
                    <a:pt x="785275" y="2458065"/>
                  </a:lnTo>
                  <a:lnTo>
                    <a:pt x="779009" y="2434678"/>
                  </a:lnTo>
                  <a:lnTo>
                    <a:pt x="760096" y="2364085"/>
                  </a:lnTo>
                  <a:lnTo>
                    <a:pt x="809666" y="2335729"/>
                  </a:lnTo>
                  <a:lnTo>
                    <a:pt x="851673" y="2269864"/>
                  </a:lnTo>
                  <a:lnTo>
                    <a:pt x="888532" y="2283973"/>
                  </a:lnTo>
                  <a:lnTo>
                    <a:pt x="932649" y="2246986"/>
                  </a:lnTo>
                  <a:lnTo>
                    <a:pt x="917499" y="2113402"/>
                  </a:lnTo>
                  <a:lnTo>
                    <a:pt x="951295" y="2098366"/>
                  </a:lnTo>
                  <a:lnTo>
                    <a:pt x="952350" y="2057985"/>
                  </a:lnTo>
                  <a:lnTo>
                    <a:pt x="983656" y="2057858"/>
                  </a:lnTo>
                  <a:lnTo>
                    <a:pt x="998793" y="2083075"/>
                  </a:lnTo>
                  <a:lnTo>
                    <a:pt x="1049050" y="2055507"/>
                  </a:lnTo>
                  <a:lnTo>
                    <a:pt x="1047232" y="1999162"/>
                  </a:lnTo>
                  <a:lnTo>
                    <a:pt x="1055049" y="1953939"/>
                  </a:lnTo>
                  <a:lnTo>
                    <a:pt x="992413" y="1930540"/>
                  </a:lnTo>
                  <a:lnTo>
                    <a:pt x="984787" y="1927680"/>
                  </a:lnTo>
                  <a:lnTo>
                    <a:pt x="992222" y="1888279"/>
                  </a:lnTo>
                  <a:lnTo>
                    <a:pt x="890706" y="1857431"/>
                  </a:lnTo>
                  <a:lnTo>
                    <a:pt x="899450" y="1778094"/>
                  </a:lnTo>
                  <a:lnTo>
                    <a:pt x="882215" y="1729083"/>
                  </a:lnTo>
                  <a:lnTo>
                    <a:pt x="871780" y="1709866"/>
                  </a:lnTo>
                  <a:lnTo>
                    <a:pt x="898141" y="1659546"/>
                  </a:lnTo>
                  <a:lnTo>
                    <a:pt x="895930" y="1645044"/>
                  </a:lnTo>
                  <a:lnTo>
                    <a:pt x="931671" y="1581391"/>
                  </a:lnTo>
                  <a:lnTo>
                    <a:pt x="931938" y="1551331"/>
                  </a:lnTo>
                  <a:lnTo>
                    <a:pt x="952020" y="1521793"/>
                  </a:lnTo>
                  <a:lnTo>
                    <a:pt x="895790" y="1470952"/>
                  </a:lnTo>
                  <a:lnTo>
                    <a:pt x="924883" y="1439723"/>
                  </a:lnTo>
                  <a:lnTo>
                    <a:pt x="969255" y="1478667"/>
                  </a:lnTo>
                  <a:lnTo>
                    <a:pt x="1012470" y="1438147"/>
                  </a:lnTo>
                  <a:lnTo>
                    <a:pt x="1003191" y="1377367"/>
                  </a:lnTo>
                  <a:lnTo>
                    <a:pt x="1000649" y="1360653"/>
                  </a:lnTo>
                  <a:lnTo>
                    <a:pt x="977021" y="1364466"/>
                  </a:lnTo>
                  <a:lnTo>
                    <a:pt x="962925" y="1343812"/>
                  </a:lnTo>
                  <a:lnTo>
                    <a:pt x="853172" y="1359064"/>
                  </a:lnTo>
                  <a:lnTo>
                    <a:pt x="803717" y="1332932"/>
                  </a:lnTo>
                  <a:lnTo>
                    <a:pt x="768611" y="1333580"/>
                  </a:lnTo>
                  <a:lnTo>
                    <a:pt x="749686" y="1316193"/>
                  </a:lnTo>
                  <a:lnTo>
                    <a:pt x="736124" y="1320120"/>
                  </a:lnTo>
                  <a:lnTo>
                    <a:pt x="723414" y="1335537"/>
                  </a:lnTo>
                  <a:lnTo>
                    <a:pt x="678255" y="1330568"/>
                  </a:lnTo>
                  <a:lnTo>
                    <a:pt x="662469" y="1326386"/>
                  </a:lnTo>
                  <a:lnTo>
                    <a:pt x="694244" y="1289921"/>
                  </a:lnTo>
                  <a:lnTo>
                    <a:pt x="698172" y="1262988"/>
                  </a:lnTo>
                  <a:lnTo>
                    <a:pt x="710437" y="1246922"/>
                  </a:lnTo>
                  <a:lnTo>
                    <a:pt x="695833" y="1213062"/>
                  </a:lnTo>
                  <a:lnTo>
                    <a:pt x="703917" y="1181439"/>
                  </a:lnTo>
                  <a:lnTo>
                    <a:pt x="692477" y="1144579"/>
                  </a:lnTo>
                  <a:lnTo>
                    <a:pt x="675369" y="1145100"/>
                  </a:lnTo>
                  <a:lnTo>
                    <a:pt x="676170" y="1137131"/>
                  </a:lnTo>
                  <a:lnTo>
                    <a:pt x="734230" y="1105356"/>
                  </a:lnTo>
                  <a:lnTo>
                    <a:pt x="750665" y="1087561"/>
                  </a:lnTo>
                  <a:lnTo>
                    <a:pt x="747805" y="1057375"/>
                  </a:lnTo>
                  <a:lnTo>
                    <a:pt x="734751" y="1047715"/>
                  </a:lnTo>
                  <a:lnTo>
                    <a:pt x="719754" y="1016206"/>
                  </a:lnTo>
                  <a:close/>
                </a:path>
              </a:pathLst>
            </a:custGeom>
            <a:solidFill>
              <a:srgbClr val="FFFFFF"/>
            </a:solidFill>
            <a:ln w="12700" cap="flat">
              <a:noFill/>
              <a:prstDash val="solid"/>
              <a:miter/>
            </a:ln>
          </p:spPr>
          <p:txBody>
            <a:bodyPr rtlCol="0" anchor="ctr"/>
            <a:lstStyle/>
            <a:p>
              <a:endParaRPr lang="de-CH"/>
            </a:p>
          </p:txBody>
        </p:sp>
        <p:sp>
          <p:nvSpPr>
            <p:cNvPr id="10" name="Freihandform: Form 9">
              <a:extLst>
                <a:ext uri="{FF2B5EF4-FFF2-40B4-BE49-F238E27FC236}">
                  <a16:creationId xmlns:a16="http://schemas.microsoft.com/office/drawing/2014/main" id="{9BDD424B-2E5A-4B24-59EB-50019716D7C1}"/>
                </a:ext>
              </a:extLst>
            </p:cNvPr>
            <p:cNvSpPr/>
            <p:nvPr/>
          </p:nvSpPr>
          <p:spPr>
            <a:xfrm>
              <a:off x="3354061" y="1881915"/>
              <a:ext cx="3253380" cy="3035870"/>
            </a:xfrm>
            <a:custGeom>
              <a:avLst/>
              <a:gdLst>
                <a:gd name="connsiteX0" fmla="*/ 1706574 w 3253380"/>
                <a:gd name="connsiteY0" fmla="*/ 546768 h 3035870"/>
                <a:gd name="connsiteX1" fmla="*/ 1688564 w 3253380"/>
                <a:gd name="connsiteY1" fmla="*/ 534998 h 3035870"/>
                <a:gd name="connsiteX2" fmla="*/ 1663651 w 3253380"/>
                <a:gd name="connsiteY2" fmla="*/ 542967 h 3035870"/>
                <a:gd name="connsiteX3" fmla="*/ 1653483 w 3253380"/>
                <a:gd name="connsiteY3" fmla="*/ 570015 h 3035870"/>
                <a:gd name="connsiteX4" fmla="*/ 1685589 w 3253380"/>
                <a:gd name="connsiteY4" fmla="*/ 573561 h 3035870"/>
                <a:gd name="connsiteX5" fmla="*/ 513670 w 3253380"/>
                <a:gd name="connsiteY5" fmla="*/ 1285230 h 3035870"/>
                <a:gd name="connsiteX6" fmla="*/ 557254 w 3253380"/>
                <a:gd name="connsiteY6" fmla="*/ 1276219 h 3035870"/>
                <a:gd name="connsiteX7" fmla="*/ 561829 w 3253380"/>
                <a:gd name="connsiteY7" fmla="*/ 1301957 h 3035870"/>
                <a:gd name="connsiteX8" fmla="*/ 532062 w 3253380"/>
                <a:gd name="connsiteY8" fmla="*/ 1323005 h 3035870"/>
                <a:gd name="connsiteX9" fmla="*/ 521500 w 3253380"/>
                <a:gd name="connsiteY9" fmla="*/ 1319472 h 3035870"/>
                <a:gd name="connsiteX10" fmla="*/ 757846 w 3253380"/>
                <a:gd name="connsiteY10" fmla="*/ 1233118 h 3035870"/>
                <a:gd name="connsiteX11" fmla="*/ 759397 w 3253380"/>
                <a:gd name="connsiteY11" fmla="*/ 1214562 h 3035870"/>
                <a:gd name="connsiteX12" fmla="*/ 749483 w 3253380"/>
                <a:gd name="connsiteY12" fmla="*/ 1208677 h 3035870"/>
                <a:gd name="connsiteX13" fmla="*/ 723643 w 3253380"/>
                <a:gd name="connsiteY13" fmla="*/ 1230907 h 3035870"/>
                <a:gd name="connsiteX14" fmla="*/ 721685 w 3253380"/>
                <a:gd name="connsiteY14" fmla="*/ 1245015 h 3035870"/>
                <a:gd name="connsiteX15" fmla="*/ 725854 w 3253380"/>
                <a:gd name="connsiteY15" fmla="*/ 1254828 h 3035870"/>
                <a:gd name="connsiteX16" fmla="*/ 757719 w 3253380"/>
                <a:gd name="connsiteY16" fmla="*/ 1239918 h 3035870"/>
                <a:gd name="connsiteX17" fmla="*/ 449331 w 3253380"/>
                <a:gd name="connsiteY17" fmla="*/ 1338207 h 3035870"/>
                <a:gd name="connsiteX18" fmla="*/ 465855 w 3253380"/>
                <a:gd name="connsiteY18" fmla="*/ 1315468 h 3035870"/>
                <a:gd name="connsiteX19" fmla="*/ 485708 w 3253380"/>
                <a:gd name="connsiteY19" fmla="*/ 1326437 h 3035870"/>
                <a:gd name="connsiteX20" fmla="*/ 462740 w 3253380"/>
                <a:gd name="connsiteY20" fmla="*/ 1349315 h 3035870"/>
                <a:gd name="connsiteX21" fmla="*/ 2090117 w 3253380"/>
                <a:gd name="connsiteY21" fmla="*/ 1946377 h 3035870"/>
                <a:gd name="connsiteX22" fmla="*/ 2105509 w 3253380"/>
                <a:gd name="connsiteY22" fmla="*/ 1945322 h 3035870"/>
                <a:gd name="connsiteX23" fmla="*/ 2113605 w 3253380"/>
                <a:gd name="connsiteY23" fmla="*/ 1949135 h 3035870"/>
                <a:gd name="connsiteX24" fmla="*/ 2115957 w 3253380"/>
                <a:gd name="connsiteY24" fmla="*/ 1955287 h 3035870"/>
                <a:gd name="connsiteX25" fmla="*/ 2157456 w 3253380"/>
                <a:gd name="connsiteY25" fmla="*/ 1957257 h 3035870"/>
                <a:gd name="connsiteX26" fmla="*/ 2199742 w 3253380"/>
                <a:gd name="connsiteY26" fmla="*/ 1926753 h 3035870"/>
                <a:gd name="connsiteX27" fmla="*/ 2208741 w 3253380"/>
                <a:gd name="connsiteY27" fmla="*/ 1911589 h 3035870"/>
                <a:gd name="connsiteX28" fmla="*/ 2223612 w 3253380"/>
                <a:gd name="connsiteY28" fmla="*/ 1899298 h 3035870"/>
                <a:gd name="connsiteX29" fmla="*/ 2255070 w 3253380"/>
                <a:gd name="connsiteY29" fmla="*/ 1885965 h 3035870"/>
                <a:gd name="connsiteX30" fmla="*/ 2293569 w 3253380"/>
                <a:gd name="connsiteY30" fmla="*/ 1860863 h 3035870"/>
                <a:gd name="connsiteX31" fmla="*/ 2302187 w 3253380"/>
                <a:gd name="connsiteY31" fmla="*/ 1850936 h 3035870"/>
                <a:gd name="connsiteX32" fmla="*/ 2349037 w 3253380"/>
                <a:gd name="connsiteY32" fmla="*/ 1824664 h 3035870"/>
                <a:gd name="connsiteX33" fmla="*/ 2371343 w 3253380"/>
                <a:gd name="connsiteY33" fmla="*/ 1808725 h 3035870"/>
                <a:gd name="connsiteX34" fmla="*/ 2399661 w 3253380"/>
                <a:gd name="connsiteY34" fmla="*/ 1799701 h 3035870"/>
                <a:gd name="connsiteX35" fmla="*/ 2417672 w 3253380"/>
                <a:gd name="connsiteY35" fmla="*/ 1803095 h 3035870"/>
                <a:gd name="connsiteX36" fmla="*/ 2422362 w 3253380"/>
                <a:gd name="connsiteY36" fmla="*/ 1800756 h 3035870"/>
                <a:gd name="connsiteX37" fmla="*/ 2420023 w 3253380"/>
                <a:gd name="connsiteY37" fmla="*/ 1794210 h 3035870"/>
                <a:gd name="connsiteX38" fmla="*/ 2423404 w 3253380"/>
                <a:gd name="connsiteY38" fmla="*/ 1787855 h 3035870"/>
                <a:gd name="connsiteX39" fmla="*/ 2420862 w 3253380"/>
                <a:gd name="connsiteY39" fmla="*/ 1770468 h 3035870"/>
                <a:gd name="connsiteX40" fmla="*/ 2407147 w 3253380"/>
                <a:gd name="connsiteY40" fmla="*/ 1758584 h 3035870"/>
                <a:gd name="connsiteX41" fmla="*/ 2390052 w 3253380"/>
                <a:gd name="connsiteY41" fmla="*/ 1762765 h 3035870"/>
                <a:gd name="connsiteX42" fmla="*/ 2355087 w 3253380"/>
                <a:gd name="connsiteY42" fmla="*/ 1749178 h 3035870"/>
                <a:gd name="connsiteX43" fmla="*/ 2335246 w 3253380"/>
                <a:gd name="connsiteY43" fmla="*/ 1758317 h 3035870"/>
                <a:gd name="connsiteX44" fmla="*/ 2317109 w 3253380"/>
                <a:gd name="connsiteY44" fmla="*/ 1758317 h 3035870"/>
                <a:gd name="connsiteX45" fmla="*/ 2281622 w 3253380"/>
                <a:gd name="connsiteY45" fmla="*/ 1778653 h 3035870"/>
                <a:gd name="connsiteX46" fmla="*/ 2267780 w 3253380"/>
                <a:gd name="connsiteY46" fmla="*/ 1791363 h 3035870"/>
                <a:gd name="connsiteX47" fmla="*/ 2265429 w 3253380"/>
                <a:gd name="connsiteY47" fmla="*/ 1801951 h 3035870"/>
                <a:gd name="connsiteX48" fmla="*/ 2255388 w 3253380"/>
                <a:gd name="connsiteY48" fmla="*/ 1810848 h 3035870"/>
                <a:gd name="connsiteX49" fmla="*/ 2242970 w 3253380"/>
                <a:gd name="connsiteY49" fmla="*/ 1814382 h 3035870"/>
                <a:gd name="connsiteX50" fmla="*/ 2209923 w 3253380"/>
                <a:gd name="connsiteY50" fmla="*/ 1845102 h 3035870"/>
                <a:gd name="connsiteX51" fmla="*/ 2197531 w 3253380"/>
                <a:gd name="connsiteY51" fmla="*/ 1853465 h 3035870"/>
                <a:gd name="connsiteX52" fmla="*/ 2188634 w 3253380"/>
                <a:gd name="connsiteY52" fmla="*/ 1866175 h 3035870"/>
                <a:gd name="connsiteX53" fmla="*/ 2161091 w 3253380"/>
                <a:gd name="connsiteY53" fmla="*/ 1887999 h 3035870"/>
                <a:gd name="connsiteX54" fmla="*/ 2140221 w 3253380"/>
                <a:gd name="connsiteY54" fmla="*/ 1904344 h 3035870"/>
                <a:gd name="connsiteX55" fmla="*/ 2120647 w 3253380"/>
                <a:gd name="connsiteY55" fmla="*/ 1911805 h 3035870"/>
                <a:gd name="connsiteX56" fmla="*/ 2110987 w 3253380"/>
                <a:gd name="connsiteY56" fmla="*/ 1924210 h 3035870"/>
                <a:gd name="connsiteX57" fmla="*/ 2087359 w 3253380"/>
                <a:gd name="connsiteY57" fmla="*/ 1939374 h 3035870"/>
                <a:gd name="connsiteX58" fmla="*/ 2086456 w 3253380"/>
                <a:gd name="connsiteY58" fmla="*/ 1943949 h 3035870"/>
                <a:gd name="connsiteX59" fmla="*/ 1761253 w 3253380"/>
                <a:gd name="connsiteY59" fmla="*/ 2023477 h 3035870"/>
                <a:gd name="connsiteX60" fmla="*/ 1796371 w 3253380"/>
                <a:gd name="connsiteY60" fmla="*/ 2034204 h 3035870"/>
                <a:gd name="connsiteX61" fmla="*/ 1817114 w 3253380"/>
                <a:gd name="connsiteY61" fmla="*/ 2051325 h 3035870"/>
                <a:gd name="connsiteX62" fmla="*/ 1832506 w 3253380"/>
                <a:gd name="connsiteY62" fmla="*/ 2055507 h 3035870"/>
                <a:gd name="connsiteX63" fmla="*/ 1860952 w 3253380"/>
                <a:gd name="connsiteY63" fmla="*/ 2051986 h 3035870"/>
                <a:gd name="connsiteX64" fmla="*/ 1898549 w 3253380"/>
                <a:gd name="connsiteY64" fmla="*/ 2039822 h 3035870"/>
                <a:gd name="connsiteX65" fmla="*/ 1919559 w 3253380"/>
                <a:gd name="connsiteY65" fmla="*/ 2025968 h 3035870"/>
                <a:gd name="connsiteX66" fmla="*/ 1929218 w 3253380"/>
                <a:gd name="connsiteY66" fmla="*/ 2026756 h 3035870"/>
                <a:gd name="connsiteX67" fmla="*/ 1945271 w 3253380"/>
                <a:gd name="connsiteY67" fmla="*/ 2039466 h 3035870"/>
                <a:gd name="connsiteX68" fmla="*/ 1958579 w 3253380"/>
                <a:gd name="connsiteY68" fmla="*/ 2035425 h 3035870"/>
                <a:gd name="connsiteX69" fmla="*/ 1968493 w 3253380"/>
                <a:gd name="connsiteY69" fmla="*/ 2025091 h 3035870"/>
                <a:gd name="connsiteX70" fmla="*/ 1973717 w 3253380"/>
                <a:gd name="connsiteY70" fmla="*/ 2015165 h 3035870"/>
                <a:gd name="connsiteX71" fmla="*/ 1971175 w 3253380"/>
                <a:gd name="connsiteY71" fmla="*/ 2006013 h 3035870"/>
                <a:gd name="connsiteX72" fmla="*/ 1960485 w 3253380"/>
                <a:gd name="connsiteY72" fmla="*/ 2002200 h 3035870"/>
                <a:gd name="connsiteX73" fmla="*/ 1936336 w 3253380"/>
                <a:gd name="connsiteY73" fmla="*/ 1976182 h 3035870"/>
                <a:gd name="connsiteX74" fmla="*/ 1914017 w 3253380"/>
                <a:gd name="connsiteY74" fmla="*/ 1969522 h 3035870"/>
                <a:gd name="connsiteX75" fmla="*/ 1897494 w 3253380"/>
                <a:gd name="connsiteY75" fmla="*/ 1966764 h 3035870"/>
                <a:gd name="connsiteX76" fmla="*/ 1869303 w 3253380"/>
                <a:gd name="connsiteY76" fmla="*/ 1976437 h 3035870"/>
                <a:gd name="connsiteX77" fmla="*/ 1839675 w 3253380"/>
                <a:gd name="connsiteY77" fmla="*/ 1976182 h 3035870"/>
                <a:gd name="connsiteX78" fmla="*/ 1826228 w 3253380"/>
                <a:gd name="connsiteY78" fmla="*/ 1982067 h 3035870"/>
                <a:gd name="connsiteX79" fmla="*/ 1806921 w 3253380"/>
                <a:gd name="connsiteY79" fmla="*/ 1977759 h 3035870"/>
                <a:gd name="connsiteX80" fmla="*/ 1794389 w 3253380"/>
                <a:gd name="connsiteY80" fmla="*/ 1941534 h 3035870"/>
                <a:gd name="connsiteX81" fmla="*/ 1759931 w 3253380"/>
                <a:gd name="connsiteY81" fmla="*/ 1903111 h 3035870"/>
                <a:gd name="connsiteX82" fmla="*/ 1723911 w 3253380"/>
                <a:gd name="connsiteY82" fmla="*/ 1891227 h 3035870"/>
                <a:gd name="connsiteX83" fmla="*/ 1683073 w 3253380"/>
                <a:gd name="connsiteY83" fmla="*/ 1875403 h 3035870"/>
                <a:gd name="connsiteX84" fmla="*/ 1664541 w 3253380"/>
                <a:gd name="connsiteY84" fmla="*/ 1846170 h 3035870"/>
                <a:gd name="connsiteX85" fmla="*/ 1648488 w 3253380"/>
                <a:gd name="connsiteY85" fmla="*/ 1842230 h 3035870"/>
                <a:gd name="connsiteX86" fmla="*/ 1625394 w 3253380"/>
                <a:gd name="connsiteY86" fmla="*/ 1824194 h 3035870"/>
                <a:gd name="connsiteX87" fmla="*/ 1603456 w 3253380"/>
                <a:gd name="connsiteY87" fmla="*/ 1799371 h 3035870"/>
                <a:gd name="connsiteX88" fmla="*/ 1584289 w 3253380"/>
                <a:gd name="connsiteY88" fmla="*/ 1785911 h 3035870"/>
                <a:gd name="connsiteX89" fmla="*/ 1568757 w 3253380"/>
                <a:gd name="connsiteY89" fmla="*/ 1797413 h 3035870"/>
                <a:gd name="connsiteX90" fmla="*/ 1572570 w 3253380"/>
                <a:gd name="connsiteY90" fmla="*/ 1804328 h 3035870"/>
                <a:gd name="connsiteX91" fmla="*/ 1563953 w 3253380"/>
                <a:gd name="connsiteY91" fmla="*/ 1830333 h 3035870"/>
                <a:gd name="connsiteX92" fmla="*/ 1562910 w 3253380"/>
                <a:gd name="connsiteY92" fmla="*/ 1858066 h 3035870"/>
                <a:gd name="connsiteX93" fmla="*/ 1574782 w 3253380"/>
                <a:gd name="connsiteY93" fmla="*/ 1865502 h 3035870"/>
                <a:gd name="connsiteX94" fmla="*/ 1583679 w 3253380"/>
                <a:gd name="connsiteY94" fmla="*/ 1863812 h 3035870"/>
                <a:gd name="connsiteX95" fmla="*/ 1587861 w 3253380"/>
                <a:gd name="connsiteY95" fmla="*/ 1868248 h 3035870"/>
                <a:gd name="connsiteX96" fmla="*/ 1593593 w 3253380"/>
                <a:gd name="connsiteY96" fmla="*/ 1874132 h 3035870"/>
                <a:gd name="connsiteX97" fmla="*/ 1594381 w 3253380"/>
                <a:gd name="connsiteY97" fmla="*/ 1888774 h 3035870"/>
                <a:gd name="connsiteX98" fmla="*/ 1626156 w 3253380"/>
                <a:gd name="connsiteY98" fmla="*/ 1914512 h 3035870"/>
                <a:gd name="connsiteX99" fmla="*/ 1633859 w 3253380"/>
                <a:gd name="connsiteY99" fmla="*/ 1931125 h 3035870"/>
                <a:gd name="connsiteX100" fmla="*/ 1647954 w 3253380"/>
                <a:gd name="connsiteY100" fmla="*/ 1938560 h 3035870"/>
                <a:gd name="connsiteX101" fmla="*/ 1669485 w 3253380"/>
                <a:gd name="connsiteY101" fmla="*/ 1939615 h 3035870"/>
                <a:gd name="connsiteX102" fmla="*/ 1686009 w 3253380"/>
                <a:gd name="connsiteY102" fmla="*/ 1947317 h 3035870"/>
                <a:gd name="connsiteX103" fmla="*/ 1696063 w 3253380"/>
                <a:gd name="connsiteY103" fmla="*/ 1964311 h 3035870"/>
                <a:gd name="connsiteX104" fmla="*/ 1711201 w 3253380"/>
                <a:gd name="connsiteY104" fmla="*/ 1971238 h 3035870"/>
                <a:gd name="connsiteX105" fmla="*/ 1719157 w 3253380"/>
                <a:gd name="connsiteY105" fmla="*/ 1981699 h 3035870"/>
                <a:gd name="connsiteX106" fmla="*/ 1716157 w 3253380"/>
                <a:gd name="connsiteY106" fmla="*/ 2002480 h 3035870"/>
                <a:gd name="connsiteX107" fmla="*/ 688016 w 3253380"/>
                <a:gd name="connsiteY107" fmla="*/ 1024214 h 3035870"/>
                <a:gd name="connsiteX108" fmla="*/ 662443 w 3253380"/>
                <a:gd name="connsiteY108" fmla="*/ 1037407 h 3035870"/>
                <a:gd name="connsiteX109" fmla="*/ 644827 w 3253380"/>
                <a:gd name="connsiteY109" fmla="*/ 1046838 h 3035870"/>
                <a:gd name="connsiteX110" fmla="*/ 629435 w 3253380"/>
                <a:gd name="connsiteY110" fmla="*/ 1054667 h 3035870"/>
                <a:gd name="connsiteX111" fmla="*/ 606722 w 3253380"/>
                <a:gd name="connsiteY111" fmla="*/ 1066691 h 3035870"/>
                <a:gd name="connsiteX112" fmla="*/ 594011 w 3253380"/>
                <a:gd name="connsiteY112" fmla="*/ 1070085 h 3035870"/>
                <a:gd name="connsiteX113" fmla="*/ 579395 w 3253380"/>
                <a:gd name="connsiteY113" fmla="*/ 1073758 h 3035870"/>
                <a:gd name="connsiteX114" fmla="*/ 561778 w 3253380"/>
                <a:gd name="connsiteY114" fmla="*/ 1078067 h 3035870"/>
                <a:gd name="connsiteX115" fmla="*/ 471536 w 3253380"/>
                <a:gd name="connsiteY115" fmla="*/ 1099369 h 3035870"/>
                <a:gd name="connsiteX116" fmla="*/ 461469 w 3253380"/>
                <a:gd name="connsiteY116" fmla="*/ 1097539 h 3035870"/>
                <a:gd name="connsiteX117" fmla="*/ 447387 w 3253380"/>
                <a:gd name="connsiteY117" fmla="*/ 1102381 h 3035870"/>
                <a:gd name="connsiteX118" fmla="*/ 380582 w 3253380"/>
                <a:gd name="connsiteY118" fmla="*/ 1091654 h 3035870"/>
                <a:gd name="connsiteX119" fmla="*/ 359953 w 3253380"/>
                <a:gd name="connsiteY119" fmla="*/ 1089963 h 3035870"/>
                <a:gd name="connsiteX120" fmla="*/ 354602 w 3253380"/>
                <a:gd name="connsiteY120" fmla="*/ 1084600 h 3035870"/>
                <a:gd name="connsiteX121" fmla="*/ 364135 w 3253380"/>
                <a:gd name="connsiteY121" fmla="*/ 1081600 h 3035870"/>
                <a:gd name="connsiteX122" fmla="*/ 371570 w 3253380"/>
                <a:gd name="connsiteY122" fmla="*/ 1073758 h 3035870"/>
                <a:gd name="connsiteX123" fmla="*/ 382272 w 3253380"/>
                <a:gd name="connsiteY123" fmla="*/ 1065522 h 3035870"/>
                <a:gd name="connsiteX124" fmla="*/ 363652 w 3253380"/>
                <a:gd name="connsiteY124" fmla="*/ 1030886 h 3035870"/>
                <a:gd name="connsiteX125" fmla="*/ 342261 w 3253380"/>
                <a:gd name="connsiteY125" fmla="*/ 1008428 h 3035870"/>
                <a:gd name="connsiteX126" fmla="*/ 346709 w 3253380"/>
                <a:gd name="connsiteY126" fmla="*/ 989070 h 3035870"/>
                <a:gd name="connsiteX127" fmla="*/ 350344 w 3253380"/>
                <a:gd name="connsiteY127" fmla="*/ 967119 h 3035870"/>
                <a:gd name="connsiteX128" fmla="*/ 349302 w 3253380"/>
                <a:gd name="connsiteY128" fmla="*/ 956659 h 3035870"/>
                <a:gd name="connsiteX129" fmla="*/ 349429 w 3253380"/>
                <a:gd name="connsiteY129" fmla="*/ 938496 h 3035870"/>
                <a:gd name="connsiteX130" fmla="*/ 357258 w 3253380"/>
                <a:gd name="connsiteY130" fmla="*/ 924769 h 3035870"/>
                <a:gd name="connsiteX131" fmla="*/ 370045 w 3253380"/>
                <a:gd name="connsiteY131" fmla="*/ 911309 h 3035870"/>
                <a:gd name="connsiteX132" fmla="*/ 390928 w 3253380"/>
                <a:gd name="connsiteY132" fmla="*/ 898599 h 3035870"/>
                <a:gd name="connsiteX133" fmla="*/ 410247 w 3253380"/>
                <a:gd name="connsiteY133" fmla="*/ 895319 h 3035870"/>
                <a:gd name="connsiteX134" fmla="*/ 421992 w 3253380"/>
                <a:gd name="connsiteY134" fmla="*/ 890617 h 3035870"/>
                <a:gd name="connsiteX135" fmla="*/ 435426 w 3253380"/>
                <a:gd name="connsiteY135" fmla="*/ 875453 h 3035870"/>
                <a:gd name="connsiteX136" fmla="*/ 443790 w 3253380"/>
                <a:gd name="connsiteY136" fmla="*/ 889053 h 3035870"/>
                <a:gd name="connsiteX137" fmla="*/ 454619 w 3253380"/>
                <a:gd name="connsiteY137" fmla="*/ 889968 h 3035870"/>
                <a:gd name="connsiteX138" fmla="*/ 462842 w 3253380"/>
                <a:gd name="connsiteY138" fmla="*/ 889168 h 3035870"/>
                <a:gd name="connsiteX139" fmla="*/ 479925 w 3253380"/>
                <a:gd name="connsiteY139" fmla="*/ 888519 h 3035870"/>
                <a:gd name="connsiteX140" fmla="*/ 502511 w 3253380"/>
                <a:gd name="connsiteY140" fmla="*/ 874678 h 3035870"/>
                <a:gd name="connsiteX141" fmla="*/ 524830 w 3253380"/>
                <a:gd name="connsiteY141" fmla="*/ 857163 h 3035870"/>
                <a:gd name="connsiteX142" fmla="*/ 552881 w 3253380"/>
                <a:gd name="connsiteY142" fmla="*/ 836891 h 3035870"/>
                <a:gd name="connsiteX143" fmla="*/ 566329 w 3253380"/>
                <a:gd name="connsiteY143" fmla="*/ 811025 h 3035870"/>
                <a:gd name="connsiteX144" fmla="*/ 565426 w 3253380"/>
                <a:gd name="connsiteY144" fmla="*/ 805268 h 3035870"/>
                <a:gd name="connsiteX145" fmla="*/ 569722 w 3253380"/>
                <a:gd name="connsiteY145" fmla="*/ 799268 h 3035870"/>
                <a:gd name="connsiteX146" fmla="*/ 582903 w 3253380"/>
                <a:gd name="connsiteY146" fmla="*/ 805268 h 3035870"/>
                <a:gd name="connsiteX147" fmla="*/ 584326 w 3253380"/>
                <a:gd name="connsiteY147" fmla="*/ 812068 h 3035870"/>
                <a:gd name="connsiteX148" fmla="*/ 577971 w 3253380"/>
                <a:gd name="connsiteY148" fmla="*/ 822236 h 3035870"/>
                <a:gd name="connsiteX149" fmla="*/ 564918 w 3253380"/>
                <a:gd name="connsiteY149" fmla="*/ 835048 h 3035870"/>
                <a:gd name="connsiteX150" fmla="*/ 554229 w 3253380"/>
                <a:gd name="connsiteY150" fmla="*/ 849804 h 3035870"/>
                <a:gd name="connsiteX151" fmla="*/ 530740 w 3253380"/>
                <a:gd name="connsiteY151" fmla="*/ 865628 h 3035870"/>
                <a:gd name="connsiteX152" fmla="*/ 490067 w 3253380"/>
                <a:gd name="connsiteY152" fmla="*/ 892955 h 3035870"/>
                <a:gd name="connsiteX153" fmla="*/ 489292 w 3253380"/>
                <a:gd name="connsiteY153" fmla="*/ 897391 h 3035870"/>
                <a:gd name="connsiteX154" fmla="*/ 498037 w 3253380"/>
                <a:gd name="connsiteY154" fmla="*/ 911372 h 3035870"/>
                <a:gd name="connsiteX155" fmla="*/ 504951 w 3253380"/>
                <a:gd name="connsiteY155" fmla="*/ 915287 h 3035870"/>
                <a:gd name="connsiteX156" fmla="*/ 525961 w 3253380"/>
                <a:gd name="connsiteY156" fmla="*/ 914512 h 3035870"/>
                <a:gd name="connsiteX157" fmla="*/ 564842 w 3253380"/>
                <a:gd name="connsiteY157" fmla="*/ 898433 h 3035870"/>
                <a:gd name="connsiteX158" fmla="*/ 579331 w 3253380"/>
                <a:gd name="connsiteY158" fmla="*/ 888634 h 3035870"/>
                <a:gd name="connsiteX159" fmla="*/ 586258 w 3253380"/>
                <a:gd name="connsiteY159" fmla="*/ 885622 h 3035870"/>
                <a:gd name="connsiteX160" fmla="*/ 599566 w 3253380"/>
                <a:gd name="connsiteY160" fmla="*/ 886143 h 3035870"/>
                <a:gd name="connsiteX161" fmla="*/ 614704 w 3253380"/>
                <a:gd name="connsiteY161" fmla="*/ 878834 h 3035870"/>
                <a:gd name="connsiteX162" fmla="*/ 629956 w 3253380"/>
                <a:gd name="connsiteY162" fmla="*/ 862756 h 3035870"/>
                <a:gd name="connsiteX163" fmla="*/ 637582 w 3253380"/>
                <a:gd name="connsiteY163" fmla="*/ 854380 h 3035870"/>
                <a:gd name="connsiteX164" fmla="*/ 638853 w 3253380"/>
                <a:gd name="connsiteY164" fmla="*/ 847199 h 3035870"/>
                <a:gd name="connsiteX165" fmla="*/ 639514 w 3253380"/>
                <a:gd name="connsiteY165" fmla="*/ 837526 h 3035870"/>
                <a:gd name="connsiteX166" fmla="*/ 642781 w 3253380"/>
                <a:gd name="connsiteY166" fmla="*/ 833472 h 3035870"/>
                <a:gd name="connsiteX167" fmla="*/ 651246 w 3253380"/>
                <a:gd name="connsiteY167" fmla="*/ 839751 h 3035870"/>
                <a:gd name="connsiteX168" fmla="*/ 661312 w 3253380"/>
                <a:gd name="connsiteY168" fmla="*/ 834387 h 3035870"/>
                <a:gd name="connsiteX169" fmla="*/ 668608 w 3253380"/>
                <a:gd name="connsiteY169" fmla="*/ 819478 h 3035870"/>
                <a:gd name="connsiteX170" fmla="*/ 688448 w 3253380"/>
                <a:gd name="connsiteY170" fmla="*/ 782618 h 3035870"/>
                <a:gd name="connsiteX171" fmla="*/ 695363 w 3253380"/>
                <a:gd name="connsiteY171" fmla="*/ 775170 h 3035870"/>
                <a:gd name="connsiteX172" fmla="*/ 697968 w 3253380"/>
                <a:gd name="connsiteY172" fmla="*/ 768103 h 3035870"/>
                <a:gd name="connsiteX173" fmla="*/ 695363 w 3253380"/>
                <a:gd name="connsiteY173" fmla="*/ 760401 h 3035870"/>
                <a:gd name="connsiteX174" fmla="*/ 696532 w 3253380"/>
                <a:gd name="connsiteY174" fmla="*/ 749165 h 3035870"/>
                <a:gd name="connsiteX175" fmla="*/ 709077 w 3253380"/>
                <a:gd name="connsiteY175" fmla="*/ 733913 h 3035870"/>
                <a:gd name="connsiteX176" fmla="*/ 714555 w 3253380"/>
                <a:gd name="connsiteY176" fmla="*/ 718876 h 3035870"/>
                <a:gd name="connsiteX177" fmla="*/ 724075 w 3253380"/>
                <a:gd name="connsiteY177" fmla="*/ 709204 h 3035870"/>
                <a:gd name="connsiteX178" fmla="*/ 730989 w 3253380"/>
                <a:gd name="connsiteY178" fmla="*/ 683974 h 3035870"/>
                <a:gd name="connsiteX179" fmla="*/ 747055 w 3253380"/>
                <a:gd name="connsiteY179" fmla="*/ 659926 h 3035870"/>
                <a:gd name="connsiteX180" fmla="*/ 762307 w 3253380"/>
                <a:gd name="connsiteY180" fmla="*/ 640188 h 3035870"/>
                <a:gd name="connsiteX181" fmla="*/ 761036 w 3253380"/>
                <a:gd name="connsiteY181" fmla="*/ 634176 h 3035870"/>
                <a:gd name="connsiteX182" fmla="*/ 756079 w 3253380"/>
                <a:gd name="connsiteY182" fmla="*/ 630363 h 3035870"/>
                <a:gd name="connsiteX183" fmla="*/ 736506 w 3253380"/>
                <a:gd name="connsiteY183" fmla="*/ 639133 h 3035870"/>
                <a:gd name="connsiteX184" fmla="*/ 721495 w 3253380"/>
                <a:gd name="connsiteY184" fmla="*/ 651665 h 3035870"/>
                <a:gd name="connsiteX185" fmla="*/ 711835 w 3253380"/>
                <a:gd name="connsiteY185" fmla="*/ 660816 h 3035870"/>
                <a:gd name="connsiteX186" fmla="*/ 686415 w 3253380"/>
                <a:gd name="connsiteY186" fmla="*/ 686821 h 3035870"/>
                <a:gd name="connsiteX187" fmla="*/ 662011 w 3253380"/>
                <a:gd name="connsiteY187" fmla="*/ 703688 h 3035870"/>
                <a:gd name="connsiteX188" fmla="*/ 642170 w 3253380"/>
                <a:gd name="connsiteY188" fmla="*/ 728523 h 3035870"/>
                <a:gd name="connsiteX189" fmla="*/ 597024 w 3253380"/>
                <a:gd name="connsiteY189" fmla="*/ 757274 h 3035870"/>
                <a:gd name="connsiteX190" fmla="*/ 556567 w 3253380"/>
                <a:gd name="connsiteY190" fmla="*/ 782491 h 3035870"/>
                <a:gd name="connsiteX191" fmla="*/ 515971 w 3253380"/>
                <a:gd name="connsiteY191" fmla="*/ 806945 h 3035870"/>
                <a:gd name="connsiteX192" fmla="*/ 511408 w 3253380"/>
                <a:gd name="connsiteY192" fmla="*/ 822617 h 3035870"/>
                <a:gd name="connsiteX193" fmla="*/ 500706 w 3253380"/>
                <a:gd name="connsiteY193" fmla="*/ 835048 h 3035870"/>
                <a:gd name="connsiteX194" fmla="*/ 460770 w 3253380"/>
                <a:gd name="connsiteY194" fmla="*/ 855168 h 3035870"/>
                <a:gd name="connsiteX195" fmla="*/ 439239 w 3253380"/>
                <a:gd name="connsiteY195" fmla="*/ 801709 h 3035870"/>
                <a:gd name="connsiteX196" fmla="*/ 459728 w 3253380"/>
                <a:gd name="connsiteY196" fmla="*/ 784982 h 3035870"/>
                <a:gd name="connsiteX197" fmla="*/ 453729 w 3253380"/>
                <a:gd name="connsiteY197" fmla="*/ 764849 h 3035870"/>
                <a:gd name="connsiteX198" fmla="*/ 365634 w 3253380"/>
                <a:gd name="connsiteY198" fmla="*/ 702900 h 3035870"/>
                <a:gd name="connsiteX199" fmla="*/ 330796 w 3253380"/>
                <a:gd name="connsiteY199" fmla="*/ 692960 h 3035870"/>
                <a:gd name="connsiteX200" fmla="*/ 364719 w 3253380"/>
                <a:gd name="connsiteY200" fmla="*/ 655974 h 3035870"/>
                <a:gd name="connsiteX201" fmla="*/ 350738 w 3253380"/>
                <a:gd name="connsiteY201" fmla="*/ 640938 h 3035870"/>
                <a:gd name="connsiteX202" fmla="*/ 324390 w 3253380"/>
                <a:gd name="connsiteY202" fmla="*/ 658325 h 3035870"/>
                <a:gd name="connsiteX203" fmla="*/ 299719 w 3253380"/>
                <a:gd name="connsiteY203" fmla="*/ 656495 h 3035870"/>
                <a:gd name="connsiteX204" fmla="*/ 251827 w 3253380"/>
                <a:gd name="connsiteY204" fmla="*/ 679246 h 3035870"/>
                <a:gd name="connsiteX205" fmla="*/ 226127 w 3253380"/>
                <a:gd name="connsiteY205" fmla="*/ 684203 h 3035870"/>
                <a:gd name="connsiteX206" fmla="*/ 185531 w 3253380"/>
                <a:gd name="connsiteY206" fmla="*/ 690558 h 3035870"/>
                <a:gd name="connsiteX207" fmla="*/ 159831 w 3253380"/>
                <a:gd name="connsiteY207" fmla="*/ 699455 h 3035870"/>
                <a:gd name="connsiteX208" fmla="*/ 116756 w 3253380"/>
                <a:gd name="connsiteY208" fmla="*/ 712915 h 3035870"/>
                <a:gd name="connsiteX209" fmla="*/ 51260 w 3253380"/>
                <a:gd name="connsiteY209" fmla="*/ 751605 h 3035870"/>
                <a:gd name="connsiteX210" fmla="*/ 11859 w 3253380"/>
                <a:gd name="connsiteY210" fmla="*/ 772120 h 3035870"/>
                <a:gd name="connsiteX211" fmla="*/ 0 w 3253380"/>
                <a:gd name="connsiteY211" fmla="*/ 756435 h 3035870"/>
                <a:gd name="connsiteX212" fmla="*/ 5478 w 3253380"/>
                <a:gd name="connsiteY212" fmla="*/ 746114 h 3035870"/>
                <a:gd name="connsiteX213" fmla="*/ 52201 w 3253380"/>
                <a:gd name="connsiteY213" fmla="*/ 656584 h 3035870"/>
                <a:gd name="connsiteX214" fmla="*/ 36262 w 3253380"/>
                <a:gd name="connsiteY214" fmla="*/ 616203 h 3035870"/>
                <a:gd name="connsiteX215" fmla="*/ 2720 w 3253380"/>
                <a:gd name="connsiteY215" fmla="*/ 531757 h 3035870"/>
                <a:gd name="connsiteX216" fmla="*/ 24518 w 3253380"/>
                <a:gd name="connsiteY216" fmla="*/ 506794 h 3035870"/>
                <a:gd name="connsiteX217" fmla="*/ 47740 w 3253380"/>
                <a:gd name="connsiteY217" fmla="*/ 577247 h 3035870"/>
                <a:gd name="connsiteX218" fmla="*/ 113388 w 3253380"/>
                <a:gd name="connsiteY218" fmla="*/ 539116 h 3035870"/>
                <a:gd name="connsiteX219" fmla="*/ 163250 w 3253380"/>
                <a:gd name="connsiteY219" fmla="*/ 488796 h 3035870"/>
                <a:gd name="connsiteX220" fmla="*/ 173545 w 3253380"/>
                <a:gd name="connsiteY220" fmla="*/ 473900 h 3035870"/>
                <a:gd name="connsiteX221" fmla="*/ 187259 w 3253380"/>
                <a:gd name="connsiteY221" fmla="*/ 468155 h 3035870"/>
                <a:gd name="connsiteX222" fmla="*/ 195216 w 3253380"/>
                <a:gd name="connsiteY222" fmla="*/ 488008 h 3035870"/>
                <a:gd name="connsiteX223" fmla="*/ 253022 w 3253380"/>
                <a:gd name="connsiteY223" fmla="*/ 501990 h 3035870"/>
                <a:gd name="connsiteX224" fmla="*/ 274426 w 3253380"/>
                <a:gd name="connsiteY224" fmla="*/ 463160 h 3035870"/>
                <a:gd name="connsiteX225" fmla="*/ 317234 w 3253380"/>
                <a:gd name="connsiteY225" fmla="*/ 446827 h 3035870"/>
                <a:gd name="connsiteX226" fmla="*/ 336668 w 3253380"/>
                <a:gd name="connsiteY226" fmla="*/ 437930 h 3035870"/>
                <a:gd name="connsiteX227" fmla="*/ 352861 w 3253380"/>
                <a:gd name="connsiteY227" fmla="*/ 408392 h 3035870"/>
                <a:gd name="connsiteX228" fmla="*/ 355860 w 3253380"/>
                <a:gd name="connsiteY228" fmla="*/ 402367 h 3035870"/>
                <a:gd name="connsiteX229" fmla="*/ 373998 w 3253380"/>
                <a:gd name="connsiteY229" fmla="*/ 367732 h 3035870"/>
                <a:gd name="connsiteX230" fmla="*/ 380251 w 3253380"/>
                <a:gd name="connsiteY230" fmla="*/ 351666 h 3035870"/>
                <a:gd name="connsiteX231" fmla="*/ 404286 w 3253380"/>
                <a:gd name="connsiteY231" fmla="*/ 338600 h 3035870"/>
                <a:gd name="connsiteX232" fmla="*/ 400740 w 3253380"/>
                <a:gd name="connsiteY232" fmla="*/ 311019 h 3035870"/>
                <a:gd name="connsiteX233" fmla="*/ 402964 w 3253380"/>
                <a:gd name="connsiteY233" fmla="*/ 306964 h 3035870"/>
                <a:gd name="connsiteX234" fmla="*/ 446421 w 3253380"/>
                <a:gd name="connsiteY234" fmla="*/ 289170 h 3035870"/>
                <a:gd name="connsiteX235" fmla="*/ 464698 w 3253380"/>
                <a:gd name="connsiteY235" fmla="*/ 321695 h 3035870"/>
                <a:gd name="connsiteX236" fmla="*/ 590643 w 3253380"/>
                <a:gd name="connsiteY236" fmla="*/ 294127 h 3035870"/>
                <a:gd name="connsiteX237" fmla="*/ 587250 w 3253380"/>
                <a:gd name="connsiteY237" fmla="*/ 226305 h 3035870"/>
                <a:gd name="connsiteX238" fmla="*/ 627821 w 3253380"/>
                <a:gd name="connsiteY238" fmla="*/ 209782 h 3035870"/>
                <a:gd name="connsiteX239" fmla="*/ 630833 w 3253380"/>
                <a:gd name="connsiteY239" fmla="*/ 184565 h 3035870"/>
                <a:gd name="connsiteX240" fmla="*/ 617119 w 3253380"/>
                <a:gd name="connsiteY240" fmla="*/ 154887 h 3035870"/>
                <a:gd name="connsiteX241" fmla="*/ 639705 w 3253380"/>
                <a:gd name="connsiteY241" fmla="*/ 151747 h 3035870"/>
                <a:gd name="connsiteX242" fmla="*/ 703116 w 3253380"/>
                <a:gd name="connsiteY242" fmla="*/ 147845 h 3035870"/>
                <a:gd name="connsiteX243" fmla="*/ 712013 w 3253380"/>
                <a:gd name="connsiteY243" fmla="*/ 168080 h 3035870"/>
                <a:gd name="connsiteX244" fmla="*/ 716843 w 3253380"/>
                <a:gd name="connsiteY244" fmla="*/ 167571 h 3035870"/>
                <a:gd name="connsiteX245" fmla="*/ 756778 w 3253380"/>
                <a:gd name="connsiteY245" fmla="*/ 169923 h 3035870"/>
                <a:gd name="connsiteX246" fmla="*/ 802052 w 3253380"/>
                <a:gd name="connsiteY246" fmla="*/ 178159 h 3035870"/>
                <a:gd name="connsiteX247" fmla="*/ 829074 w 3253380"/>
                <a:gd name="connsiteY247" fmla="*/ 178934 h 3035870"/>
                <a:gd name="connsiteX248" fmla="*/ 853478 w 3253380"/>
                <a:gd name="connsiteY248" fmla="*/ 181146 h 3035870"/>
                <a:gd name="connsiteX249" fmla="*/ 908932 w 3253380"/>
                <a:gd name="connsiteY249" fmla="*/ 170711 h 3035870"/>
                <a:gd name="connsiteX250" fmla="*/ 969941 w 3253380"/>
                <a:gd name="connsiteY250" fmla="*/ 117646 h 3035870"/>
                <a:gd name="connsiteX251" fmla="*/ 991739 w 3253380"/>
                <a:gd name="connsiteY251" fmla="*/ 118294 h 3035870"/>
                <a:gd name="connsiteX252" fmla="*/ 993951 w 3253380"/>
                <a:gd name="connsiteY252" fmla="*/ 117646 h 3035870"/>
                <a:gd name="connsiteX253" fmla="*/ 1058773 w 3253380"/>
                <a:gd name="connsiteY253" fmla="*/ 84968 h 3035870"/>
                <a:gd name="connsiteX254" fmla="*/ 1066463 w 3253380"/>
                <a:gd name="connsiteY254" fmla="*/ 86798 h 3035870"/>
                <a:gd name="connsiteX255" fmla="*/ 1074089 w 3253380"/>
                <a:gd name="connsiteY255" fmla="*/ 89149 h 3035870"/>
                <a:gd name="connsiteX256" fmla="*/ 1078016 w 3253380"/>
                <a:gd name="connsiteY256" fmla="*/ 96191 h 3035870"/>
                <a:gd name="connsiteX257" fmla="*/ 1139877 w 3253380"/>
                <a:gd name="connsiteY257" fmla="*/ 115027 h 3035870"/>
                <a:gd name="connsiteX258" fmla="*/ 1178630 w 3253380"/>
                <a:gd name="connsiteY258" fmla="*/ 110058 h 3035870"/>
                <a:gd name="connsiteX259" fmla="*/ 1182291 w 3253380"/>
                <a:gd name="connsiteY259" fmla="*/ 109409 h 3035870"/>
                <a:gd name="connsiteX260" fmla="*/ 1246998 w 3253380"/>
                <a:gd name="connsiteY260" fmla="*/ 114494 h 3035870"/>
                <a:gd name="connsiteX261" fmla="*/ 1280541 w 3253380"/>
                <a:gd name="connsiteY261" fmla="*/ 128856 h 3035870"/>
                <a:gd name="connsiteX262" fmla="*/ 1410007 w 3253380"/>
                <a:gd name="connsiteY262" fmla="*/ 71215 h 3035870"/>
                <a:gd name="connsiteX263" fmla="*/ 1402825 w 3253380"/>
                <a:gd name="connsiteY263" fmla="*/ 50701 h 3035870"/>
                <a:gd name="connsiteX264" fmla="*/ 1360284 w 3253380"/>
                <a:gd name="connsiteY264" fmla="*/ 68356 h 3035870"/>
                <a:gd name="connsiteX265" fmla="*/ 1340977 w 3253380"/>
                <a:gd name="connsiteY265" fmla="*/ 60386 h 3035870"/>
                <a:gd name="connsiteX266" fmla="*/ 1404643 w 3253380"/>
                <a:gd name="connsiteY266" fmla="*/ 0 h 3035870"/>
                <a:gd name="connsiteX267" fmla="*/ 1443549 w 3253380"/>
                <a:gd name="connsiteY267" fmla="*/ 46265 h 3035870"/>
                <a:gd name="connsiteX268" fmla="*/ 1428017 w 3253380"/>
                <a:gd name="connsiteY268" fmla="*/ 65864 h 3035870"/>
                <a:gd name="connsiteX269" fmla="*/ 1426848 w 3253380"/>
                <a:gd name="connsiteY269" fmla="*/ 80379 h 3035870"/>
                <a:gd name="connsiteX270" fmla="*/ 1378422 w 3253380"/>
                <a:gd name="connsiteY270" fmla="*/ 141388 h 3035870"/>
                <a:gd name="connsiteX271" fmla="*/ 1328699 w 3253380"/>
                <a:gd name="connsiteY271" fmla="*/ 157327 h 3035870"/>
                <a:gd name="connsiteX272" fmla="*/ 1288370 w 3253380"/>
                <a:gd name="connsiteY272" fmla="*/ 170520 h 3035870"/>
                <a:gd name="connsiteX273" fmla="*/ 1264106 w 3253380"/>
                <a:gd name="connsiteY273" fmla="*/ 179926 h 3035870"/>
                <a:gd name="connsiteX274" fmla="*/ 1254840 w 3253380"/>
                <a:gd name="connsiteY274" fmla="*/ 199410 h 3035870"/>
                <a:gd name="connsiteX275" fmla="*/ 1230183 w 3253380"/>
                <a:gd name="connsiteY275" fmla="*/ 240452 h 3035870"/>
                <a:gd name="connsiteX276" fmla="*/ 1189192 w 3253380"/>
                <a:gd name="connsiteY276" fmla="*/ 245281 h 3035870"/>
                <a:gd name="connsiteX277" fmla="*/ 1156146 w 3253380"/>
                <a:gd name="connsiteY277" fmla="*/ 262288 h 3035870"/>
                <a:gd name="connsiteX278" fmla="*/ 1129658 w 3253380"/>
                <a:gd name="connsiteY278" fmla="*/ 277959 h 3035870"/>
                <a:gd name="connsiteX279" fmla="*/ 1138796 w 3253380"/>
                <a:gd name="connsiteY279" fmla="*/ 305541 h 3035870"/>
                <a:gd name="connsiteX280" fmla="*/ 1120265 w 3253380"/>
                <a:gd name="connsiteY280" fmla="*/ 312468 h 3035870"/>
                <a:gd name="connsiteX281" fmla="*/ 975534 w 3253380"/>
                <a:gd name="connsiteY281" fmla="*/ 381103 h 3035870"/>
                <a:gd name="connsiteX282" fmla="*/ 984278 w 3253380"/>
                <a:gd name="connsiteY282" fmla="*/ 411684 h 3035870"/>
                <a:gd name="connsiteX283" fmla="*/ 1003852 w 3253380"/>
                <a:gd name="connsiteY283" fmla="*/ 458610 h 3035870"/>
                <a:gd name="connsiteX284" fmla="*/ 1026425 w 3253380"/>
                <a:gd name="connsiteY284" fmla="*/ 449979 h 3035870"/>
                <a:gd name="connsiteX285" fmla="*/ 1057222 w 3253380"/>
                <a:gd name="connsiteY285" fmla="*/ 482276 h 3035870"/>
                <a:gd name="connsiteX286" fmla="*/ 1076682 w 3253380"/>
                <a:gd name="connsiteY286" fmla="*/ 526965 h 3035870"/>
                <a:gd name="connsiteX287" fmla="*/ 1060870 w 3253380"/>
                <a:gd name="connsiteY287" fmla="*/ 548394 h 3035870"/>
                <a:gd name="connsiteX288" fmla="*/ 1082287 w 3253380"/>
                <a:gd name="connsiteY288" fmla="*/ 551674 h 3035870"/>
                <a:gd name="connsiteX289" fmla="*/ 1098810 w 3253380"/>
                <a:gd name="connsiteY289" fmla="*/ 544226 h 3035870"/>
                <a:gd name="connsiteX290" fmla="*/ 1117087 w 3253380"/>
                <a:gd name="connsiteY290" fmla="*/ 546310 h 3035870"/>
                <a:gd name="connsiteX291" fmla="*/ 1128526 w 3253380"/>
                <a:gd name="connsiteY291" fmla="*/ 537032 h 3035870"/>
                <a:gd name="connsiteX292" fmla="*/ 1131272 w 3253380"/>
                <a:gd name="connsiteY292" fmla="*/ 524614 h 3035870"/>
                <a:gd name="connsiteX293" fmla="*/ 1138440 w 3253380"/>
                <a:gd name="connsiteY293" fmla="*/ 515844 h 3035870"/>
                <a:gd name="connsiteX294" fmla="*/ 1153693 w 3253380"/>
                <a:gd name="connsiteY294" fmla="*/ 512590 h 3035870"/>
                <a:gd name="connsiteX295" fmla="*/ 1159692 w 3253380"/>
                <a:gd name="connsiteY295" fmla="*/ 502777 h 3035870"/>
                <a:gd name="connsiteX296" fmla="*/ 1159044 w 3253380"/>
                <a:gd name="connsiteY296" fmla="*/ 489711 h 3035870"/>
                <a:gd name="connsiteX297" fmla="*/ 1162310 w 3253380"/>
                <a:gd name="connsiteY297" fmla="*/ 480052 h 3035870"/>
                <a:gd name="connsiteX298" fmla="*/ 1171576 w 3253380"/>
                <a:gd name="connsiteY298" fmla="*/ 478336 h 3035870"/>
                <a:gd name="connsiteX299" fmla="*/ 1175491 w 3253380"/>
                <a:gd name="connsiteY299" fmla="*/ 485670 h 3035870"/>
                <a:gd name="connsiteX300" fmla="*/ 1180829 w 3253380"/>
                <a:gd name="connsiteY300" fmla="*/ 494160 h 3035870"/>
                <a:gd name="connsiteX301" fmla="*/ 1188455 w 3253380"/>
                <a:gd name="connsiteY301" fmla="*/ 493626 h 3035870"/>
                <a:gd name="connsiteX302" fmla="*/ 1194975 w 3253380"/>
                <a:gd name="connsiteY302" fmla="*/ 486445 h 3035870"/>
                <a:gd name="connsiteX303" fmla="*/ 1197200 w 3253380"/>
                <a:gd name="connsiteY303" fmla="*/ 477688 h 3035870"/>
                <a:gd name="connsiteX304" fmla="*/ 1196030 w 3253380"/>
                <a:gd name="connsiteY304" fmla="*/ 468536 h 3035870"/>
                <a:gd name="connsiteX305" fmla="*/ 1200339 w 3253380"/>
                <a:gd name="connsiteY305" fmla="*/ 464088 h 3035870"/>
                <a:gd name="connsiteX306" fmla="*/ 1211435 w 3253380"/>
                <a:gd name="connsiteY306" fmla="*/ 466312 h 3035870"/>
                <a:gd name="connsiteX307" fmla="*/ 1249922 w 3253380"/>
                <a:gd name="connsiteY307" fmla="*/ 461075 h 3035870"/>
                <a:gd name="connsiteX308" fmla="*/ 1257624 w 3253380"/>
                <a:gd name="connsiteY308" fmla="*/ 512056 h 3035870"/>
                <a:gd name="connsiteX309" fmla="*/ 1290365 w 3253380"/>
                <a:gd name="connsiteY309" fmla="*/ 518208 h 3035870"/>
                <a:gd name="connsiteX310" fmla="*/ 1258412 w 3253380"/>
                <a:gd name="connsiteY310" fmla="*/ 566684 h 3035870"/>
                <a:gd name="connsiteX311" fmla="*/ 1241698 w 3253380"/>
                <a:gd name="connsiteY311" fmla="*/ 575582 h 3035870"/>
                <a:gd name="connsiteX312" fmla="*/ 1207253 w 3253380"/>
                <a:gd name="connsiteY312" fmla="*/ 563698 h 3035870"/>
                <a:gd name="connsiteX313" fmla="*/ 1177359 w 3253380"/>
                <a:gd name="connsiteY313" fmla="*/ 581212 h 3035870"/>
                <a:gd name="connsiteX314" fmla="*/ 1179901 w 3253380"/>
                <a:gd name="connsiteY314" fmla="*/ 594545 h 3035870"/>
                <a:gd name="connsiteX315" fmla="*/ 1150413 w 3253380"/>
                <a:gd name="connsiteY315" fmla="*/ 609035 h 3035870"/>
                <a:gd name="connsiteX316" fmla="*/ 1140487 w 3253380"/>
                <a:gd name="connsiteY316" fmla="*/ 624605 h 3035870"/>
                <a:gd name="connsiteX317" fmla="*/ 1169085 w 3253380"/>
                <a:gd name="connsiteY317" fmla="*/ 645653 h 3035870"/>
                <a:gd name="connsiteX318" fmla="*/ 1177982 w 3253380"/>
                <a:gd name="connsiteY318" fmla="*/ 660816 h 3035870"/>
                <a:gd name="connsiteX319" fmla="*/ 1152396 w 3253380"/>
                <a:gd name="connsiteY319" fmla="*/ 661858 h 3035870"/>
                <a:gd name="connsiteX320" fmla="*/ 1107631 w 3253380"/>
                <a:gd name="connsiteY320" fmla="*/ 676882 h 3035870"/>
                <a:gd name="connsiteX321" fmla="*/ 1069271 w 3253380"/>
                <a:gd name="connsiteY321" fmla="*/ 654283 h 3035870"/>
                <a:gd name="connsiteX322" fmla="*/ 1038208 w 3253380"/>
                <a:gd name="connsiteY322" fmla="*/ 664337 h 3035870"/>
                <a:gd name="connsiteX323" fmla="*/ 1059739 w 3253380"/>
                <a:gd name="connsiteY323" fmla="*/ 744310 h 3035870"/>
                <a:gd name="connsiteX324" fmla="*/ 1120938 w 3253380"/>
                <a:gd name="connsiteY324" fmla="*/ 744729 h 3035870"/>
                <a:gd name="connsiteX325" fmla="*/ 1127204 w 3253380"/>
                <a:gd name="connsiteY325" fmla="*/ 742505 h 3035870"/>
                <a:gd name="connsiteX326" fmla="*/ 1165056 w 3253380"/>
                <a:gd name="connsiteY326" fmla="*/ 730074 h 3035870"/>
                <a:gd name="connsiteX327" fmla="*/ 1167534 w 3253380"/>
                <a:gd name="connsiteY327" fmla="*/ 786940 h 3035870"/>
                <a:gd name="connsiteX328" fmla="*/ 1184057 w 3253380"/>
                <a:gd name="connsiteY328" fmla="*/ 807721 h 3035870"/>
                <a:gd name="connsiteX329" fmla="*/ 1206936 w 3253380"/>
                <a:gd name="connsiteY329" fmla="*/ 802878 h 3035870"/>
                <a:gd name="connsiteX330" fmla="*/ 1231212 w 3253380"/>
                <a:gd name="connsiteY330" fmla="*/ 795417 h 3035870"/>
                <a:gd name="connsiteX331" fmla="*/ 1239385 w 3253380"/>
                <a:gd name="connsiteY331" fmla="*/ 783038 h 3035870"/>
                <a:gd name="connsiteX332" fmla="*/ 1245257 w 3253380"/>
                <a:gd name="connsiteY332" fmla="*/ 763171 h 3035870"/>
                <a:gd name="connsiteX333" fmla="*/ 1233119 w 3253380"/>
                <a:gd name="connsiteY333" fmla="*/ 746559 h 3035870"/>
                <a:gd name="connsiteX334" fmla="*/ 1220205 w 3253380"/>
                <a:gd name="connsiteY334" fmla="*/ 707348 h 3035870"/>
                <a:gd name="connsiteX335" fmla="*/ 1248168 w 3253380"/>
                <a:gd name="connsiteY335" fmla="*/ 695451 h 3035870"/>
                <a:gd name="connsiteX336" fmla="*/ 1258094 w 3253380"/>
                <a:gd name="connsiteY336" fmla="*/ 691550 h 3035870"/>
                <a:gd name="connsiteX337" fmla="*/ 1283146 w 3253380"/>
                <a:gd name="connsiteY337" fmla="*/ 680949 h 3035870"/>
                <a:gd name="connsiteX338" fmla="*/ 1308567 w 3253380"/>
                <a:gd name="connsiteY338" fmla="*/ 663829 h 3035870"/>
                <a:gd name="connsiteX339" fmla="*/ 1329449 w 3253380"/>
                <a:gd name="connsiteY339" fmla="*/ 626448 h 3035870"/>
                <a:gd name="connsiteX340" fmla="*/ 1359344 w 3253380"/>
                <a:gd name="connsiteY340" fmla="*/ 580183 h 3035870"/>
                <a:gd name="connsiteX341" fmla="*/ 1343545 w 3253380"/>
                <a:gd name="connsiteY341" fmla="*/ 557037 h 3035870"/>
                <a:gd name="connsiteX342" fmla="*/ 1345896 w 3253380"/>
                <a:gd name="connsiteY342" fmla="*/ 550377 h 3035870"/>
                <a:gd name="connsiteX343" fmla="*/ 1378129 w 3253380"/>
                <a:gd name="connsiteY343" fmla="*/ 543196 h 3035870"/>
                <a:gd name="connsiteX344" fmla="*/ 1418802 w 3253380"/>
                <a:gd name="connsiteY344" fmla="*/ 528554 h 3035870"/>
                <a:gd name="connsiteX345" fmla="*/ 1451149 w 3253380"/>
                <a:gd name="connsiteY345" fmla="*/ 539396 h 3035870"/>
                <a:gd name="connsiteX346" fmla="*/ 1474130 w 3253380"/>
                <a:gd name="connsiteY346" fmla="*/ 589715 h 3035870"/>
                <a:gd name="connsiteX347" fmla="*/ 1482099 w 3253380"/>
                <a:gd name="connsiteY347" fmla="*/ 577564 h 3035870"/>
                <a:gd name="connsiteX348" fmla="*/ 1512095 w 3253380"/>
                <a:gd name="connsiteY348" fmla="*/ 574171 h 3035870"/>
                <a:gd name="connsiteX349" fmla="*/ 1541595 w 3253380"/>
                <a:gd name="connsiteY349" fmla="*/ 568807 h 3035870"/>
                <a:gd name="connsiteX350" fmla="*/ 1546946 w 3253380"/>
                <a:gd name="connsiteY350" fmla="*/ 572862 h 3035870"/>
                <a:gd name="connsiteX351" fmla="*/ 1593402 w 3253380"/>
                <a:gd name="connsiteY351" fmla="*/ 584898 h 3035870"/>
                <a:gd name="connsiteX352" fmla="*/ 1609201 w 3253380"/>
                <a:gd name="connsiteY352" fmla="*/ 577437 h 3035870"/>
                <a:gd name="connsiteX353" fmla="*/ 1609595 w 3253380"/>
                <a:gd name="connsiteY353" fmla="*/ 544886 h 3035870"/>
                <a:gd name="connsiteX354" fmla="*/ 1649658 w 3253380"/>
                <a:gd name="connsiteY354" fmla="*/ 527092 h 3035870"/>
                <a:gd name="connsiteX355" fmla="*/ 1651348 w 3253380"/>
                <a:gd name="connsiteY355" fmla="*/ 515856 h 3035870"/>
                <a:gd name="connsiteX356" fmla="*/ 1646264 w 3253380"/>
                <a:gd name="connsiteY356" fmla="*/ 478730 h 3035870"/>
                <a:gd name="connsiteX357" fmla="*/ 1653178 w 3253380"/>
                <a:gd name="connsiteY357" fmla="*/ 459906 h 3035870"/>
                <a:gd name="connsiteX358" fmla="*/ 1628521 w 3253380"/>
                <a:gd name="connsiteY358" fmla="*/ 429846 h 3035870"/>
                <a:gd name="connsiteX359" fmla="*/ 1598232 w 3253380"/>
                <a:gd name="connsiteY359" fmla="*/ 427749 h 3035870"/>
                <a:gd name="connsiteX360" fmla="*/ 1602147 w 3253380"/>
                <a:gd name="connsiteY360" fmla="*/ 403053 h 3035870"/>
                <a:gd name="connsiteX361" fmla="*/ 1600723 w 3253380"/>
                <a:gd name="connsiteY361" fmla="*/ 400308 h 3035870"/>
                <a:gd name="connsiteX362" fmla="*/ 1583488 w 3253380"/>
                <a:gd name="connsiteY362" fmla="*/ 367757 h 3035870"/>
                <a:gd name="connsiteX363" fmla="*/ 1584009 w 3253380"/>
                <a:gd name="connsiteY363" fmla="*/ 344497 h 3035870"/>
                <a:gd name="connsiteX364" fmla="*/ 1543693 w 3253380"/>
                <a:gd name="connsiteY364" fmla="*/ 346595 h 3035870"/>
                <a:gd name="connsiteX365" fmla="*/ 1536638 w 3253380"/>
                <a:gd name="connsiteY365" fmla="*/ 331965 h 3035870"/>
                <a:gd name="connsiteX366" fmla="*/ 1496055 w 3253380"/>
                <a:gd name="connsiteY366" fmla="*/ 299020 h 3035870"/>
                <a:gd name="connsiteX367" fmla="*/ 1495534 w 3253380"/>
                <a:gd name="connsiteY367" fmla="*/ 281900 h 3035870"/>
                <a:gd name="connsiteX368" fmla="*/ 1491212 w 3253380"/>
                <a:gd name="connsiteY368" fmla="*/ 243070 h 3035870"/>
                <a:gd name="connsiteX369" fmla="*/ 1469821 w 3253380"/>
                <a:gd name="connsiteY369" fmla="*/ 218234 h 3035870"/>
                <a:gd name="connsiteX370" fmla="*/ 1461076 w 3253380"/>
                <a:gd name="connsiteY370" fmla="*/ 205702 h 3035870"/>
                <a:gd name="connsiteX371" fmla="*/ 1515730 w 3253380"/>
                <a:gd name="connsiteY371" fmla="*/ 193932 h 3035870"/>
                <a:gd name="connsiteX372" fmla="*/ 1527602 w 3253380"/>
                <a:gd name="connsiteY372" fmla="*/ 191454 h 3035870"/>
                <a:gd name="connsiteX373" fmla="*/ 1601727 w 3253380"/>
                <a:gd name="connsiteY373" fmla="*/ 187272 h 3035870"/>
                <a:gd name="connsiteX374" fmla="*/ 1604981 w 3253380"/>
                <a:gd name="connsiteY374" fmla="*/ 185823 h 3035870"/>
                <a:gd name="connsiteX375" fmla="*/ 1624568 w 3253380"/>
                <a:gd name="connsiteY375" fmla="*/ 174193 h 3035870"/>
                <a:gd name="connsiteX376" fmla="*/ 1652886 w 3253380"/>
                <a:gd name="connsiteY376" fmla="*/ 161483 h 3035870"/>
                <a:gd name="connsiteX377" fmla="*/ 1673222 w 3253380"/>
                <a:gd name="connsiteY377" fmla="*/ 152586 h 3035870"/>
                <a:gd name="connsiteX378" fmla="*/ 1781806 w 3253380"/>
                <a:gd name="connsiteY378" fmla="*/ 253632 h 3035870"/>
                <a:gd name="connsiteX379" fmla="*/ 1819631 w 3253380"/>
                <a:gd name="connsiteY379" fmla="*/ 258983 h 3035870"/>
                <a:gd name="connsiteX380" fmla="*/ 1841556 w 3253380"/>
                <a:gd name="connsiteY380" fmla="*/ 223166 h 3035870"/>
                <a:gd name="connsiteX381" fmla="*/ 1877069 w 3253380"/>
                <a:gd name="connsiteY381" fmla="*/ 263305 h 3035870"/>
                <a:gd name="connsiteX382" fmla="*/ 1905908 w 3253380"/>
                <a:gd name="connsiteY382" fmla="*/ 231135 h 3035870"/>
                <a:gd name="connsiteX383" fmla="*/ 1914119 w 3253380"/>
                <a:gd name="connsiteY383" fmla="*/ 227322 h 3035870"/>
                <a:gd name="connsiteX384" fmla="*/ 1917932 w 3253380"/>
                <a:gd name="connsiteY384" fmla="*/ 232152 h 3035870"/>
                <a:gd name="connsiteX385" fmla="*/ 1918453 w 3253380"/>
                <a:gd name="connsiteY385" fmla="*/ 239206 h 3035870"/>
                <a:gd name="connsiteX386" fmla="*/ 1936603 w 3253380"/>
                <a:gd name="connsiteY386" fmla="*/ 248879 h 3035870"/>
                <a:gd name="connsiteX387" fmla="*/ 1957740 w 3253380"/>
                <a:gd name="connsiteY387" fmla="*/ 236079 h 3035870"/>
                <a:gd name="connsiteX388" fmla="*/ 1963485 w 3253380"/>
                <a:gd name="connsiteY388" fmla="*/ 271490 h 3035870"/>
                <a:gd name="connsiteX389" fmla="*/ 1985919 w 3253380"/>
                <a:gd name="connsiteY389" fmla="*/ 328076 h 3035870"/>
                <a:gd name="connsiteX390" fmla="*/ 1985398 w 3253380"/>
                <a:gd name="connsiteY390" fmla="*/ 362851 h 3035870"/>
                <a:gd name="connsiteX391" fmla="*/ 2001857 w 3253380"/>
                <a:gd name="connsiteY391" fmla="*/ 378535 h 3035870"/>
                <a:gd name="connsiteX392" fmla="*/ 2023897 w 3253380"/>
                <a:gd name="connsiteY392" fmla="*/ 436824 h 3035870"/>
                <a:gd name="connsiteX393" fmla="*/ 2028587 w 3253380"/>
                <a:gd name="connsiteY393" fmla="*/ 433303 h 3035870"/>
                <a:gd name="connsiteX394" fmla="*/ 2072717 w 3253380"/>
                <a:gd name="connsiteY394" fmla="*/ 501939 h 3035870"/>
                <a:gd name="connsiteX395" fmla="*/ 2064620 w 3253380"/>
                <a:gd name="connsiteY395" fmla="*/ 533168 h 3035870"/>
                <a:gd name="connsiteX396" fmla="*/ 2075449 w 3253380"/>
                <a:gd name="connsiteY396" fmla="*/ 587669 h 3035870"/>
                <a:gd name="connsiteX397" fmla="*/ 2083800 w 3253380"/>
                <a:gd name="connsiteY397" fmla="*/ 644128 h 3035870"/>
                <a:gd name="connsiteX398" fmla="*/ 2058621 w 3253380"/>
                <a:gd name="connsiteY398" fmla="*/ 656838 h 3035870"/>
                <a:gd name="connsiteX399" fmla="*/ 2045441 w 3253380"/>
                <a:gd name="connsiteY399" fmla="*/ 679462 h 3035870"/>
                <a:gd name="connsiteX400" fmla="*/ 2061964 w 3253380"/>
                <a:gd name="connsiteY400" fmla="*/ 758786 h 3035870"/>
                <a:gd name="connsiteX401" fmla="*/ 2056880 w 3253380"/>
                <a:gd name="connsiteY401" fmla="*/ 786635 h 3035870"/>
                <a:gd name="connsiteX402" fmla="*/ 2070594 w 3253380"/>
                <a:gd name="connsiteY402" fmla="*/ 792240 h 3035870"/>
                <a:gd name="connsiteX403" fmla="*/ 2048555 w 3253380"/>
                <a:gd name="connsiteY403" fmla="*/ 878377 h 3035870"/>
                <a:gd name="connsiteX404" fmla="*/ 2097870 w 3253380"/>
                <a:gd name="connsiteY404" fmla="*/ 937187 h 3035870"/>
                <a:gd name="connsiteX405" fmla="*/ 2117571 w 3253380"/>
                <a:gd name="connsiteY405" fmla="*/ 1008440 h 3035870"/>
                <a:gd name="connsiteX406" fmla="*/ 2153859 w 3253380"/>
                <a:gd name="connsiteY406" fmla="*/ 996416 h 3035870"/>
                <a:gd name="connsiteX407" fmla="*/ 2197963 w 3253380"/>
                <a:gd name="connsiteY407" fmla="*/ 1009864 h 3035870"/>
                <a:gd name="connsiteX408" fmla="*/ 2221972 w 3253380"/>
                <a:gd name="connsiteY408" fmla="*/ 1006051 h 3035870"/>
                <a:gd name="connsiteX409" fmla="*/ 2221464 w 3253380"/>
                <a:gd name="connsiteY409" fmla="*/ 1082248 h 3035870"/>
                <a:gd name="connsiteX410" fmla="*/ 2208004 w 3253380"/>
                <a:gd name="connsiteY410" fmla="*/ 1115295 h 3035870"/>
                <a:gd name="connsiteX411" fmla="*/ 2146283 w 3253380"/>
                <a:gd name="connsiteY411" fmla="*/ 1221692 h 3035870"/>
                <a:gd name="connsiteX412" fmla="*/ 2060019 w 3253380"/>
                <a:gd name="connsiteY412" fmla="*/ 1253328 h 3035870"/>
                <a:gd name="connsiteX413" fmla="*/ 2048681 w 3253380"/>
                <a:gd name="connsiteY413" fmla="*/ 1281557 h 3035870"/>
                <a:gd name="connsiteX414" fmla="*/ 2081309 w 3253380"/>
                <a:gd name="connsiteY414" fmla="*/ 1305859 h 3035870"/>
                <a:gd name="connsiteX415" fmla="*/ 2061061 w 3253380"/>
                <a:gd name="connsiteY415" fmla="*/ 1356306 h 3035870"/>
                <a:gd name="connsiteX416" fmla="*/ 2031701 w 3253380"/>
                <a:gd name="connsiteY416" fmla="*/ 1369652 h 3035870"/>
                <a:gd name="connsiteX417" fmla="*/ 2055202 w 3253380"/>
                <a:gd name="connsiteY417" fmla="*/ 1482772 h 3035870"/>
                <a:gd name="connsiteX418" fmla="*/ 2114177 w 3253380"/>
                <a:gd name="connsiteY418" fmla="*/ 1532838 h 3035870"/>
                <a:gd name="connsiteX419" fmla="*/ 2163518 w 3253380"/>
                <a:gd name="connsiteY419" fmla="*/ 1574680 h 3035870"/>
                <a:gd name="connsiteX420" fmla="*/ 2221591 w 3253380"/>
                <a:gd name="connsiteY420" fmla="*/ 1623817 h 3035870"/>
                <a:gd name="connsiteX421" fmla="*/ 2226942 w 3253380"/>
                <a:gd name="connsiteY421" fmla="*/ 1639756 h 3035870"/>
                <a:gd name="connsiteX422" fmla="*/ 2228112 w 3253380"/>
                <a:gd name="connsiteY422" fmla="*/ 1647382 h 3035870"/>
                <a:gd name="connsiteX423" fmla="*/ 2244813 w 3253380"/>
                <a:gd name="connsiteY423" fmla="*/ 1660448 h 3035870"/>
                <a:gd name="connsiteX424" fmla="*/ 2291154 w 3253380"/>
                <a:gd name="connsiteY424" fmla="*/ 1697041 h 3035870"/>
                <a:gd name="connsiteX425" fmla="*/ 2364607 w 3253380"/>
                <a:gd name="connsiteY425" fmla="*/ 1654436 h 3035870"/>
                <a:gd name="connsiteX426" fmla="*/ 2418383 w 3253380"/>
                <a:gd name="connsiteY426" fmla="*/ 1659800 h 3035870"/>
                <a:gd name="connsiteX427" fmla="*/ 2462094 w 3253380"/>
                <a:gd name="connsiteY427" fmla="*/ 1661490 h 3035870"/>
                <a:gd name="connsiteX428" fmla="*/ 2504508 w 3253380"/>
                <a:gd name="connsiteY428" fmla="*/ 1661490 h 3035870"/>
                <a:gd name="connsiteX429" fmla="*/ 2531911 w 3253380"/>
                <a:gd name="connsiteY429" fmla="*/ 1698617 h 3035870"/>
                <a:gd name="connsiteX430" fmla="*/ 2571986 w 3253380"/>
                <a:gd name="connsiteY430" fmla="*/ 1708544 h 3035870"/>
                <a:gd name="connsiteX431" fmla="*/ 2622484 w 3253380"/>
                <a:gd name="connsiteY431" fmla="*/ 1753118 h 3035870"/>
                <a:gd name="connsiteX432" fmla="*/ 2665699 w 3253380"/>
                <a:gd name="connsiteY432" fmla="*/ 1732197 h 3035870"/>
                <a:gd name="connsiteX433" fmla="*/ 2711227 w 3253380"/>
                <a:gd name="connsiteY433" fmla="*/ 1707679 h 3035870"/>
                <a:gd name="connsiteX434" fmla="*/ 2777256 w 3253380"/>
                <a:gd name="connsiteY434" fmla="*/ 1734587 h 3035870"/>
                <a:gd name="connsiteX435" fmla="*/ 2811968 w 3253380"/>
                <a:gd name="connsiteY435" fmla="*/ 1708709 h 3035870"/>
                <a:gd name="connsiteX436" fmla="*/ 2899007 w 3253380"/>
                <a:gd name="connsiteY436" fmla="*/ 1751059 h 3035870"/>
                <a:gd name="connsiteX437" fmla="*/ 2979399 w 3253380"/>
                <a:gd name="connsiteY437" fmla="*/ 1690050 h 3035870"/>
                <a:gd name="connsiteX438" fmla="*/ 3076747 w 3253380"/>
                <a:gd name="connsiteY438" fmla="*/ 1650966 h 3035870"/>
                <a:gd name="connsiteX439" fmla="*/ 3117076 w 3253380"/>
                <a:gd name="connsiteY439" fmla="*/ 1682323 h 3035870"/>
                <a:gd name="connsiteX440" fmla="*/ 3133777 w 3253380"/>
                <a:gd name="connsiteY440" fmla="*/ 1717237 h 3035870"/>
                <a:gd name="connsiteX441" fmla="*/ 3175924 w 3253380"/>
                <a:gd name="connsiteY441" fmla="*/ 1693444 h 3035870"/>
                <a:gd name="connsiteX442" fmla="*/ 3236095 w 3253380"/>
                <a:gd name="connsiteY442" fmla="*/ 1701934 h 3035870"/>
                <a:gd name="connsiteX443" fmla="*/ 3240009 w 3253380"/>
                <a:gd name="connsiteY443" fmla="*/ 1722207 h 3035870"/>
                <a:gd name="connsiteX444" fmla="*/ 3221605 w 3253380"/>
                <a:gd name="connsiteY444" fmla="*/ 1755533 h 3035870"/>
                <a:gd name="connsiteX445" fmla="*/ 3253380 w 3253380"/>
                <a:gd name="connsiteY445" fmla="*/ 1878924 h 3035870"/>
                <a:gd name="connsiteX446" fmla="*/ 3250381 w 3253380"/>
                <a:gd name="connsiteY446" fmla="*/ 1945309 h 3035870"/>
                <a:gd name="connsiteX447" fmla="*/ 3201574 w 3253380"/>
                <a:gd name="connsiteY447" fmla="*/ 1953406 h 3035870"/>
                <a:gd name="connsiteX448" fmla="*/ 3144162 w 3253380"/>
                <a:gd name="connsiteY448" fmla="*/ 1933285 h 3035870"/>
                <a:gd name="connsiteX449" fmla="*/ 3143755 w 3253380"/>
                <a:gd name="connsiteY449" fmla="*/ 1987939 h 3035870"/>
                <a:gd name="connsiteX450" fmla="*/ 3174818 w 3253380"/>
                <a:gd name="connsiteY450" fmla="*/ 2045580 h 3035870"/>
                <a:gd name="connsiteX451" fmla="*/ 3127587 w 3253380"/>
                <a:gd name="connsiteY451" fmla="*/ 2069234 h 3035870"/>
                <a:gd name="connsiteX452" fmla="*/ 3087906 w 3253380"/>
                <a:gd name="connsiteY452" fmla="*/ 2110262 h 3035870"/>
                <a:gd name="connsiteX453" fmla="*/ 3075641 w 3253380"/>
                <a:gd name="connsiteY453" fmla="*/ 2263713 h 3035870"/>
                <a:gd name="connsiteX454" fmla="*/ 3033481 w 3253380"/>
                <a:gd name="connsiteY454" fmla="*/ 2318748 h 3035870"/>
                <a:gd name="connsiteX455" fmla="*/ 2969816 w 3253380"/>
                <a:gd name="connsiteY455" fmla="*/ 2354425 h 3035870"/>
                <a:gd name="connsiteX456" fmla="*/ 2907536 w 3253380"/>
                <a:gd name="connsiteY456" fmla="*/ 2393763 h 3035870"/>
                <a:gd name="connsiteX457" fmla="*/ 2857025 w 3253380"/>
                <a:gd name="connsiteY457" fmla="*/ 2420811 h 3035870"/>
                <a:gd name="connsiteX458" fmla="*/ 2815654 w 3253380"/>
                <a:gd name="connsiteY458" fmla="*/ 2430356 h 3035870"/>
                <a:gd name="connsiteX459" fmla="*/ 2707210 w 3253380"/>
                <a:gd name="connsiteY459" fmla="*/ 2447362 h 3035870"/>
                <a:gd name="connsiteX460" fmla="*/ 2686200 w 3253380"/>
                <a:gd name="connsiteY460" fmla="*/ 2420175 h 3035870"/>
                <a:gd name="connsiteX461" fmla="*/ 2590543 w 3253380"/>
                <a:gd name="connsiteY461" fmla="*/ 2406308 h 3035870"/>
                <a:gd name="connsiteX462" fmla="*/ 2567970 w 3253380"/>
                <a:gd name="connsiteY462" fmla="*/ 2376109 h 3035870"/>
                <a:gd name="connsiteX463" fmla="*/ 2477282 w 3253380"/>
                <a:gd name="connsiteY463" fmla="*/ 2351807 h 3035870"/>
                <a:gd name="connsiteX464" fmla="*/ 2452853 w 3253380"/>
                <a:gd name="connsiteY464" fmla="*/ 2360310 h 3035870"/>
                <a:gd name="connsiteX465" fmla="*/ 2371292 w 3253380"/>
                <a:gd name="connsiteY465" fmla="*/ 2320833 h 3035870"/>
                <a:gd name="connsiteX466" fmla="*/ 2322104 w 3253380"/>
                <a:gd name="connsiteY466" fmla="*/ 2342529 h 3035870"/>
                <a:gd name="connsiteX467" fmla="*/ 2302276 w 3253380"/>
                <a:gd name="connsiteY467" fmla="*/ 2369716 h 3035870"/>
                <a:gd name="connsiteX468" fmla="*/ 2269229 w 3253380"/>
                <a:gd name="connsiteY468" fmla="*/ 2381473 h 3035870"/>
                <a:gd name="connsiteX469" fmla="*/ 2251346 w 3253380"/>
                <a:gd name="connsiteY469" fmla="*/ 2400297 h 3035870"/>
                <a:gd name="connsiteX470" fmla="*/ 2276665 w 3253380"/>
                <a:gd name="connsiteY470" fmla="*/ 2447324 h 3035870"/>
                <a:gd name="connsiteX471" fmla="*/ 2261921 w 3253380"/>
                <a:gd name="connsiteY471" fmla="*/ 2478820 h 3035870"/>
                <a:gd name="connsiteX472" fmla="*/ 2208678 w 3253380"/>
                <a:gd name="connsiteY472" fmla="*/ 2497377 h 3035870"/>
                <a:gd name="connsiteX473" fmla="*/ 2184262 w 3253380"/>
                <a:gd name="connsiteY473" fmla="*/ 2532965 h 3035870"/>
                <a:gd name="connsiteX474" fmla="*/ 2080127 w 3253380"/>
                <a:gd name="connsiteY474" fmla="*/ 2583692 h 3035870"/>
                <a:gd name="connsiteX475" fmla="*/ 2007056 w 3253380"/>
                <a:gd name="connsiteY475" fmla="*/ 2584734 h 3035870"/>
                <a:gd name="connsiteX476" fmla="*/ 1853453 w 3253380"/>
                <a:gd name="connsiteY476" fmla="*/ 2700283 h 3035870"/>
                <a:gd name="connsiteX477" fmla="*/ 1807264 w 3253380"/>
                <a:gd name="connsiteY477" fmla="*/ 2735973 h 3035870"/>
                <a:gd name="connsiteX478" fmla="*/ 1788860 w 3253380"/>
                <a:gd name="connsiteY478" fmla="*/ 2748683 h 3035870"/>
                <a:gd name="connsiteX479" fmla="*/ 1723211 w 3253380"/>
                <a:gd name="connsiteY479" fmla="*/ 2770507 h 3035870"/>
                <a:gd name="connsiteX480" fmla="*/ 1696596 w 3253380"/>
                <a:gd name="connsiteY480" fmla="*/ 2738236 h 3035870"/>
                <a:gd name="connsiteX481" fmla="*/ 1560356 w 3253380"/>
                <a:gd name="connsiteY481" fmla="*/ 2684370 h 3035870"/>
                <a:gd name="connsiteX482" fmla="*/ 1528491 w 3253380"/>
                <a:gd name="connsiteY482" fmla="*/ 2711430 h 3035870"/>
                <a:gd name="connsiteX483" fmla="*/ 1505930 w 3253380"/>
                <a:gd name="connsiteY483" fmla="*/ 2772222 h 3035870"/>
                <a:gd name="connsiteX484" fmla="*/ 1472884 w 3253380"/>
                <a:gd name="connsiteY484" fmla="*/ 2777180 h 3035870"/>
                <a:gd name="connsiteX485" fmla="*/ 1424738 w 3253380"/>
                <a:gd name="connsiteY485" fmla="*/ 2772222 h 3035870"/>
                <a:gd name="connsiteX486" fmla="*/ 1371101 w 3253380"/>
                <a:gd name="connsiteY486" fmla="*/ 2790017 h 3035870"/>
                <a:gd name="connsiteX487" fmla="*/ 1354793 w 3253380"/>
                <a:gd name="connsiteY487" fmla="*/ 2828592 h 3035870"/>
                <a:gd name="connsiteX488" fmla="*/ 1415078 w 3253380"/>
                <a:gd name="connsiteY488" fmla="*/ 2851839 h 3035870"/>
                <a:gd name="connsiteX489" fmla="*/ 1380099 w 3253380"/>
                <a:gd name="connsiteY489" fmla="*/ 2886347 h 3035870"/>
                <a:gd name="connsiteX490" fmla="*/ 1316409 w 3253380"/>
                <a:gd name="connsiteY490" fmla="*/ 2890669 h 3035870"/>
                <a:gd name="connsiteX491" fmla="*/ 1299580 w 3253380"/>
                <a:gd name="connsiteY491" fmla="*/ 2908819 h 3035870"/>
                <a:gd name="connsiteX492" fmla="*/ 1273995 w 3253380"/>
                <a:gd name="connsiteY492" fmla="*/ 2906340 h 3035870"/>
                <a:gd name="connsiteX493" fmla="*/ 1258476 w 3253380"/>
                <a:gd name="connsiteY493" fmla="*/ 2862948 h 3035870"/>
                <a:gd name="connsiteX494" fmla="*/ 1214625 w 3253380"/>
                <a:gd name="connsiteY494" fmla="*/ 2888572 h 3035870"/>
                <a:gd name="connsiteX495" fmla="*/ 1174563 w 3253380"/>
                <a:gd name="connsiteY495" fmla="*/ 2860470 h 3035870"/>
                <a:gd name="connsiteX496" fmla="*/ 1094692 w 3253380"/>
                <a:gd name="connsiteY496" fmla="*/ 2896541 h 3035870"/>
                <a:gd name="connsiteX497" fmla="*/ 1058544 w 3253380"/>
                <a:gd name="connsiteY497" fmla="*/ 2922686 h 3035870"/>
                <a:gd name="connsiteX498" fmla="*/ 1011694 w 3253380"/>
                <a:gd name="connsiteY498" fmla="*/ 2959545 h 3035870"/>
                <a:gd name="connsiteX499" fmla="*/ 927400 w 3253380"/>
                <a:gd name="connsiteY499" fmla="*/ 2988550 h 3035870"/>
                <a:gd name="connsiteX500" fmla="*/ 908335 w 3253380"/>
                <a:gd name="connsiteY500" fmla="*/ 2976653 h 3035870"/>
                <a:gd name="connsiteX501" fmla="*/ 916304 w 3253380"/>
                <a:gd name="connsiteY501" fmla="*/ 2892486 h 3035870"/>
                <a:gd name="connsiteX502" fmla="*/ 811127 w 3253380"/>
                <a:gd name="connsiteY502" fmla="*/ 2943200 h 3035870"/>
                <a:gd name="connsiteX503" fmla="*/ 811903 w 3253380"/>
                <a:gd name="connsiteY503" fmla="*/ 3001896 h 3035870"/>
                <a:gd name="connsiteX504" fmla="*/ 792329 w 3253380"/>
                <a:gd name="connsiteY504" fmla="*/ 3025816 h 3035870"/>
                <a:gd name="connsiteX505" fmla="*/ 723046 w 3253380"/>
                <a:gd name="connsiteY505" fmla="*/ 3035870 h 3035870"/>
                <a:gd name="connsiteX506" fmla="*/ 710246 w 3253380"/>
                <a:gd name="connsiteY506" fmla="*/ 2970527 h 3035870"/>
                <a:gd name="connsiteX507" fmla="*/ 704234 w 3253380"/>
                <a:gd name="connsiteY507" fmla="*/ 2939806 h 3035870"/>
                <a:gd name="connsiteX508" fmla="*/ 699532 w 3253380"/>
                <a:gd name="connsiteY508" fmla="*/ 2915657 h 3035870"/>
                <a:gd name="connsiteX509" fmla="*/ 669917 w 3253380"/>
                <a:gd name="connsiteY509" fmla="*/ 2881162 h 3035870"/>
                <a:gd name="connsiteX510" fmla="*/ 706192 w 3253380"/>
                <a:gd name="connsiteY510" fmla="*/ 2777243 h 3035870"/>
                <a:gd name="connsiteX511" fmla="*/ 673565 w 3253380"/>
                <a:gd name="connsiteY511" fmla="*/ 2700524 h 3035870"/>
                <a:gd name="connsiteX512" fmla="*/ 729820 w 3253380"/>
                <a:gd name="connsiteY512" fmla="*/ 2693191 h 3035870"/>
                <a:gd name="connsiteX513" fmla="*/ 750309 w 3253380"/>
                <a:gd name="connsiteY513" fmla="*/ 2657780 h 3035870"/>
                <a:gd name="connsiteX514" fmla="*/ 736595 w 3253380"/>
                <a:gd name="connsiteY514" fmla="*/ 2577922 h 3035870"/>
                <a:gd name="connsiteX515" fmla="*/ 733468 w 3253380"/>
                <a:gd name="connsiteY515" fmla="*/ 2559365 h 3035870"/>
                <a:gd name="connsiteX516" fmla="*/ 766629 w 3253380"/>
                <a:gd name="connsiteY516" fmla="*/ 2494543 h 3035870"/>
                <a:gd name="connsiteX517" fmla="*/ 785275 w 3253380"/>
                <a:gd name="connsiteY517" fmla="*/ 2458065 h 3035870"/>
                <a:gd name="connsiteX518" fmla="*/ 779009 w 3253380"/>
                <a:gd name="connsiteY518" fmla="*/ 2434678 h 3035870"/>
                <a:gd name="connsiteX519" fmla="*/ 760096 w 3253380"/>
                <a:gd name="connsiteY519" fmla="*/ 2364085 h 3035870"/>
                <a:gd name="connsiteX520" fmla="*/ 809666 w 3253380"/>
                <a:gd name="connsiteY520" fmla="*/ 2335729 h 3035870"/>
                <a:gd name="connsiteX521" fmla="*/ 851673 w 3253380"/>
                <a:gd name="connsiteY521" fmla="*/ 2269864 h 3035870"/>
                <a:gd name="connsiteX522" fmla="*/ 888532 w 3253380"/>
                <a:gd name="connsiteY522" fmla="*/ 2283973 h 3035870"/>
                <a:gd name="connsiteX523" fmla="*/ 932649 w 3253380"/>
                <a:gd name="connsiteY523" fmla="*/ 2246986 h 3035870"/>
                <a:gd name="connsiteX524" fmla="*/ 917499 w 3253380"/>
                <a:gd name="connsiteY524" fmla="*/ 2113402 h 3035870"/>
                <a:gd name="connsiteX525" fmla="*/ 951295 w 3253380"/>
                <a:gd name="connsiteY525" fmla="*/ 2098366 h 3035870"/>
                <a:gd name="connsiteX526" fmla="*/ 952350 w 3253380"/>
                <a:gd name="connsiteY526" fmla="*/ 2057985 h 3035870"/>
                <a:gd name="connsiteX527" fmla="*/ 983656 w 3253380"/>
                <a:gd name="connsiteY527" fmla="*/ 2057858 h 3035870"/>
                <a:gd name="connsiteX528" fmla="*/ 998793 w 3253380"/>
                <a:gd name="connsiteY528" fmla="*/ 2083075 h 3035870"/>
                <a:gd name="connsiteX529" fmla="*/ 1049050 w 3253380"/>
                <a:gd name="connsiteY529" fmla="*/ 2055507 h 3035870"/>
                <a:gd name="connsiteX530" fmla="*/ 1047232 w 3253380"/>
                <a:gd name="connsiteY530" fmla="*/ 1999162 h 3035870"/>
                <a:gd name="connsiteX531" fmla="*/ 1055049 w 3253380"/>
                <a:gd name="connsiteY531" fmla="*/ 1953939 h 3035870"/>
                <a:gd name="connsiteX532" fmla="*/ 992413 w 3253380"/>
                <a:gd name="connsiteY532" fmla="*/ 1930540 h 3035870"/>
                <a:gd name="connsiteX533" fmla="*/ 984787 w 3253380"/>
                <a:gd name="connsiteY533" fmla="*/ 1927680 h 3035870"/>
                <a:gd name="connsiteX534" fmla="*/ 992222 w 3253380"/>
                <a:gd name="connsiteY534" fmla="*/ 1888279 h 3035870"/>
                <a:gd name="connsiteX535" fmla="*/ 890706 w 3253380"/>
                <a:gd name="connsiteY535" fmla="*/ 1857431 h 3035870"/>
                <a:gd name="connsiteX536" fmla="*/ 899450 w 3253380"/>
                <a:gd name="connsiteY536" fmla="*/ 1778094 h 3035870"/>
                <a:gd name="connsiteX537" fmla="*/ 882215 w 3253380"/>
                <a:gd name="connsiteY537" fmla="*/ 1729083 h 3035870"/>
                <a:gd name="connsiteX538" fmla="*/ 871780 w 3253380"/>
                <a:gd name="connsiteY538" fmla="*/ 1709866 h 3035870"/>
                <a:gd name="connsiteX539" fmla="*/ 898141 w 3253380"/>
                <a:gd name="connsiteY539" fmla="*/ 1659546 h 3035870"/>
                <a:gd name="connsiteX540" fmla="*/ 895930 w 3253380"/>
                <a:gd name="connsiteY540" fmla="*/ 1645044 h 3035870"/>
                <a:gd name="connsiteX541" fmla="*/ 931671 w 3253380"/>
                <a:gd name="connsiteY541" fmla="*/ 1581391 h 3035870"/>
                <a:gd name="connsiteX542" fmla="*/ 931938 w 3253380"/>
                <a:gd name="connsiteY542" fmla="*/ 1551331 h 3035870"/>
                <a:gd name="connsiteX543" fmla="*/ 952020 w 3253380"/>
                <a:gd name="connsiteY543" fmla="*/ 1521793 h 3035870"/>
                <a:gd name="connsiteX544" fmla="*/ 895790 w 3253380"/>
                <a:gd name="connsiteY544" fmla="*/ 1470952 h 3035870"/>
                <a:gd name="connsiteX545" fmla="*/ 924883 w 3253380"/>
                <a:gd name="connsiteY545" fmla="*/ 1439723 h 3035870"/>
                <a:gd name="connsiteX546" fmla="*/ 969255 w 3253380"/>
                <a:gd name="connsiteY546" fmla="*/ 1478667 h 3035870"/>
                <a:gd name="connsiteX547" fmla="*/ 1012470 w 3253380"/>
                <a:gd name="connsiteY547" fmla="*/ 1438147 h 3035870"/>
                <a:gd name="connsiteX548" fmla="*/ 1003191 w 3253380"/>
                <a:gd name="connsiteY548" fmla="*/ 1377367 h 3035870"/>
                <a:gd name="connsiteX549" fmla="*/ 1000649 w 3253380"/>
                <a:gd name="connsiteY549" fmla="*/ 1360653 h 3035870"/>
                <a:gd name="connsiteX550" fmla="*/ 977021 w 3253380"/>
                <a:gd name="connsiteY550" fmla="*/ 1364466 h 3035870"/>
                <a:gd name="connsiteX551" fmla="*/ 962925 w 3253380"/>
                <a:gd name="connsiteY551" fmla="*/ 1343812 h 3035870"/>
                <a:gd name="connsiteX552" fmla="*/ 853172 w 3253380"/>
                <a:gd name="connsiteY552" fmla="*/ 1359064 h 3035870"/>
                <a:gd name="connsiteX553" fmla="*/ 803717 w 3253380"/>
                <a:gd name="connsiteY553" fmla="*/ 1332932 h 3035870"/>
                <a:gd name="connsiteX554" fmla="*/ 768611 w 3253380"/>
                <a:gd name="connsiteY554" fmla="*/ 1333580 h 3035870"/>
                <a:gd name="connsiteX555" fmla="*/ 749686 w 3253380"/>
                <a:gd name="connsiteY555" fmla="*/ 1316193 h 3035870"/>
                <a:gd name="connsiteX556" fmla="*/ 736124 w 3253380"/>
                <a:gd name="connsiteY556" fmla="*/ 1320120 h 3035870"/>
                <a:gd name="connsiteX557" fmla="*/ 723414 w 3253380"/>
                <a:gd name="connsiteY557" fmla="*/ 1335537 h 3035870"/>
                <a:gd name="connsiteX558" fmla="*/ 678255 w 3253380"/>
                <a:gd name="connsiteY558" fmla="*/ 1330568 h 3035870"/>
                <a:gd name="connsiteX559" fmla="*/ 662469 w 3253380"/>
                <a:gd name="connsiteY559" fmla="*/ 1326386 h 3035870"/>
                <a:gd name="connsiteX560" fmla="*/ 694244 w 3253380"/>
                <a:gd name="connsiteY560" fmla="*/ 1289921 h 3035870"/>
                <a:gd name="connsiteX561" fmla="*/ 698172 w 3253380"/>
                <a:gd name="connsiteY561" fmla="*/ 1262988 h 3035870"/>
                <a:gd name="connsiteX562" fmla="*/ 710437 w 3253380"/>
                <a:gd name="connsiteY562" fmla="*/ 1246922 h 3035870"/>
                <a:gd name="connsiteX563" fmla="*/ 695833 w 3253380"/>
                <a:gd name="connsiteY563" fmla="*/ 1213062 h 3035870"/>
                <a:gd name="connsiteX564" fmla="*/ 703917 w 3253380"/>
                <a:gd name="connsiteY564" fmla="*/ 1181439 h 3035870"/>
                <a:gd name="connsiteX565" fmla="*/ 692477 w 3253380"/>
                <a:gd name="connsiteY565" fmla="*/ 1144579 h 3035870"/>
                <a:gd name="connsiteX566" fmla="*/ 675369 w 3253380"/>
                <a:gd name="connsiteY566" fmla="*/ 1145100 h 3035870"/>
                <a:gd name="connsiteX567" fmla="*/ 676170 w 3253380"/>
                <a:gd name="connsiteY567" fmla="*/ 1137131 h 3035870"/>
                <a:gd name="connsiteX568" fmla="*/ 734230 w 3253380"/>
                <a:gd name="connsiteY568" fmla="*/ 1105356 h 3035870"/>
                <a:gd name="connsiteX569" fmla="*/ 750665 w 3253380"/>
                <a:gd name="connsiteY569" fmla="*/ 1087561 h 3035870"/>
                <a:gd name="connsiteX570" fmla="*/ 747805 w 3253380"/>
                <a:gd name="connsiteY570" fmla="*/ 1057375 h 3035870"/>
                <a:gd name="connsiteX571" fmla="*/ 734751 w 3253380"/>
                <a:gd name="connsiteY571" fmla="*/ 1047715 h 3035870"/>
                <a:gd name="connsiteX572" fmla="*/ 719754 w 3253380"/>
                <a:gd name="connsiteY572" fmla="*/ 1016206 h 3035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Lst>
              <a:rect l="l" t="t" r="r" b="b"/>
              <a:pathLst>
                <a:path w="3253380" h="3035870">
                  <a:moveTo>
                    <a:pt x="1706574" y="546768"/>
                  </a:moveTo>
                  <a:lnTo>
                    <a:pt x="1688564" y="534998"/>
                  </a:lnTo>
                  <a:lnTo>
                    <a:pt x="1663651" y="542967"/>
                  </a:lnTo>
                  <a:lnTo>
                    <a:pt x="1653483" y="570015"/>
                  </a:lnTo>
                  <a:lnTo>
                    <a:pt x="1685589" y="573561"/>
                  </a:lnTo>
                  <a:close/>
                  <a:moveTo>
                    <a:pt x="513670" y="1285230"/>
                  </a:moveTo>
                  <a:lnTo>
                    <a:pt x="557254" y="1276219"/>
                  </a:lnTo>
                  <a:lnTo>
                    <a:pt x="561829" y="1301957"/>
                  </a:lnTo>
                  <a:lnTo>
                    <a:pt x="532062" y="1323005"/>
                  </a:lnTo>
                  <a:lnTo>
                    <a:pt x="521500" y="1319472"/>
                  </a:lnTo>
                  <a:close/>
                  <a:moveTo>
                    <a:pt x="757846" y="1233118"/>
                  </a:moveTo>
                  <a:lnTo>
                    <a:pt x="759397" y="1214562"/>
                  </a:lnTo>
                  <a:lnTo>
                    <a:pt x="749483" y="1208677"/>
                  </a:lnTo>
                  <a:lnTo>
                    <a:pt x="723643" y="1230907"/>
                  </a:lnTo>
                  <a:lnTo>
                    <a:pt x="721685" y="1245015"/>
                  </a:lnTo>
                  <a:lnTo>
                    <a:pt x="725854" y="1254828"/>
                  </a:lnTo>
                  <a:lnTo>
                    <a:pt x="757719" y="1239918"/>
                  </a:lnTo>
                  <a:close/>
                  <a:moveTo>
                    <a:pt x="449331" y="1338207"/>
                  </a:moveTo>
                  <a:lnTo>
                    <a:pt x="465855" y="1315468"/>
                  </a:lnTo>
                  <a:lnTo>
                    <a:pt x="485708" y="1326437"/>
                  </a:lnTo>
                  <a:lnTo>
                    <a:pt x="462740" y="1349315"/>
                  </a:lnTo>
                  <a:close/>
                  <a:moveTo>
                    <a:pt x="2090117" y="1946377"/>
                  </a:moveTo>
                  <a:lnTo>
                    <a:pt x="2105509" y="1945322"/>
                  </a:lnTo>
                  <a:lnTo>
                    <a:pt x="2113605" y="1949135"/>
                  </a:lnTo>
                  <a:lnTo>
                    <a:pt x="2115957" y="1955287"/>
                  </a:lnTo>
                  <a:lnTo>
                    <a:pt x="2157456" y="1957257"/>
                  </a:lnTo>
                  <a:lnTo>
                    <a:pt x="2199742" y="1926753"/>
                  </a:lnTo>
                  <a:lnTo>
                    <a:pt x="2208741" y="1911589"/>
                  </a:lnTo>
                  <a:lnTo>
                    <a:pt x="2223612" y="1899298"/>
                  </a:lnTo>
                  <a:lnTo>
                    <a:pt x="2255070" y="1885965"/>
                  </a:lnTo>
                  <a:lnTo>
                    <a:pt x="2293569" y="1860863"/>
                  </a:lnTo>
                  <a:lnTo>
                    <a:pt x="2302187" y="1850936"/>
                  </a:lnTo>
                  <a:lnTo>
                    <a:pt x="2349037" y="1824664"/>
                  </a:lnTo>
                  <a:lnTo>
                    <a:pt x="2371343" y="1808725"/>
                  </a:lnTo>
                  <a:lnTo>
                    <a:pt x="2399661" y="1799701"/>
                  </a:lnTo>
                  <a:lnTo>
                    <a:pt x="2417672" y="1803095"/>
                  </a:lnTo>
                  <a:lnTo>
                    <a:pt x="2422362" y="1800756"/>
                  </a:lnTo>
                  <a:lnTo>
                    <a:pt x="2420023" y="1794210"/>
                  </a:lnTo>
                  <a:lnTo>
                    <a:pt x="2423404" y="1787855"/>
                  </a:lnTo>
                  <a:lnTo>
                    <a:pt x="2420862" y="1770468"/>
                  </a:lnTo>
                  <a:lnTo>
                    <a:pt x="2407147" y="1758584"/>
                  </a:lnTo>
                  <a:lnTo>
                    <a:pt x="2390052" y="1762765"/>
                  </a:lnTo>
                  <a:lnTo>
                    <a:pt x="2355087" y="1749178"/>
                  </a:lnTo>
                  <a:lnTo>
                    <a:pt x="2335246" y="1758317"/>
                  </a:lnTo>
                  <a:lnTo>
                    <a:pt x="2317109" y="1758317"/>
                  </a:lnTo>
                  <a:lnTo>
                    <a:pt x="2281622" y="1778653"/>
                  </a:lnTo>
                  <a:lnTo>
                    <a:pt x="2267780" y="1791363"/>
                  </a:lnTo>
                  <a:lnTo>
                    <a:pt x="2265429" y="1801951"/>
                  </a:lnTo>
                  <a:lnTo>
                    <a:pt x="2255388" y="1810848"/>
                  </a:lnTo>
                  <a:lnTo>
                    <a:pt x="2242970" y="1814382"/>
                  </a:lnTo>
                  <a:lnTo>
                    <a:pt x="2209923" y="1845102"/>
                  </a:lnTo>
                  <a:lnTo>
                    <a:pt x="2197531" y="1853465"/>
                  </a:lnTo>
                  <a:lnTo>
                    <a:pt x="2188634" y="1866175"/>
                  </a:lnTo>
                  <a:lnTo>
                    <a:pt x="2161091" y="1887999"/>
                  </a:lnTo>
                  <a:lnTo>
                    <a:pt x="2140221" y="1904344"/>
                  </a:lnTo>
                  <a:lnTo>
                    <a:pt x="2120647" y="1911805"/>
                  </a:lnTo>
                  <a:lnTo>
                    <a:pt x="2110987" y="1924210"/>
                  </a:lnTo>
                  <a:lnTo>
                    <a:pt x="2087359" y="1939374"/>
                  </a:lnTo>
                  <a:lnTo>
                    <a:pt x="2086456" y="1943949"/>
                  </a:lnTo>
                  <a:close/>
                  <a:moveTo>
                    <a:pt x="1761253" y="2023477"/>
                  </a:moveTo>
                  <a:lnTo>
                    <a:pt x="1796371" y="2034204"/>
                  </a:lnTo>
                  <a:lnTo>
                    <a:pt x="1817114" y="2051325"/>
                  </a:lnTo>
                  <a:lnTo>
                    <a:pt x="1832506" y="2055507"/>
                  </a:lnTo>
                  <a:lnTo>
                    <a:pt x="1860952" y="2051986"/>
                  </a:lnTo>
                  <a:lnTo>
                    <a:pt x="1898549" y="2039822"/>
                  </a:lnTo>
                  <a:lnTo>
                    <a:pt x="1919559" y="2025968"/>
                  </a:lnTo>
                  <a:lnTo>
                    <a:pt x="1929218" y="2026756"/>
                  </a:lnTo>
                  <a:lnTo>
                    <a:pt x="1945271" y="2039466"/>
                  </a:lnTo>
                  <a:lnTo>
                    <a:pt x="1958579" y="2035425"/>
                  </a:lnTo>
                  <a:lnTo>
                    <a:pt x="1968493" y="2025091"/>
                  </a:lnTo>
                  <a:lnTo>
                    <a:pt x="1973717" y="2015165"/>
                  </a:lnTo>
                  <a:lnTo>
                    <a:pt x="1971175" y="2006013"/>
                  </a:lnTo>
                  <a:lnTo>
                    <a:pt x="1960485" y="2002200"/>
                  </a:lnTo>
                  <a:lnTo>
                    <a:pt x="1936336" y="1976182"/>
                  </a:lnTo>
                  <a:lnTo>
                    <a:pt x="1914017" y="1969522"/>
                  </a:lnTo>
                  <a:lnTo>
                    <a:pt x="1897494" y="1966764"/>
                  </a:lnTo>
                  <a:lnTo>
                    <a:pt x="1869303" y="1976437"/>
                  </a:lnTo>
                  <a:lnTo>
                    <a:pt x="1839675" y="1976182"/>
                  </a:lnTo>
                  <a:lnTo>
                    <a:pt x="1826228" y="1982067"/>
                  </a:lnTo>
                  <a:lnTo>
                    <a:pt x="1806921" y="1977759"/>
                  </a:lnTo>
                  <a:lnTo>
                    <a:pt x="1794389" y="1941534"/>
                  </a:lnTo>
                  <a:lnTo>
                    <a:pt x="1759931" y="1903111"/>
                  </a:lnTo>
                  <a:lnTo>
                    <a:pt x="1723911" y="1891227"/>
                  </a:lnTo>
                  <a:lnTo>
                    <a:pt x="1683073" y="1875403"/>
                  </a:lnTo>
                  <a:lnTo>
                    <a:pt x="1664541" y="1846170"/>
                  </a:lnTo>
                  <a:lnTo>
                    <a:pt x="1648488" y="1842230"/>
                  </a:lnTo>
                  <a:lnTo>
                    <a:pt x="1625394" y="1824194"/>
                  </a:lnTo>
                  <a:lnTo>
                    <a:pt x="1603456" y="1799371"/>
                  </a:lnTo>
                  <a:lnTo>
                    <a:pt x="1584289" y="1785911"/>
                  </a:lnTo>
                  <a:lnTo>
                    <a:pt x="1568757" y="1797413"/>
                  </a:lnTo>
                  <a:lnTo>
                    <a:pt x="1572570" y="1804328"/>
                  </a:lnTo>
                  <a:lnTo>
                    <a:pt x="1563953" y="1830333"/>
                  </a:lnTo>
                  <a:lnTo>
                    <a:pt x="1562910" y="1858066"/>
                  </a:lnTo>
                  <a:lnTo>
                    <a:pt x="1574782" y="1865502"/>
                  </a:lnTo>
                  <a:lnTo>
                    <a:pt x="1583679" y="1863812"/>
                  </a:lnTo>
                  <a:lnTo>
                    <a:pt x="1587861" y="1868248"/>
                  </a:lnTo>
                  <a:lnTo>
                    <a:pt x="1593593" y="1874132"/>
                  </a:lnTo>
                  <a:lnTo>
                    <a:pt x="1594381" y="1888774"/>
                  </a:lnTo>
                  <a:lnTo>
                    <a:pt x="1626156" y="1914512"/>
                  </a:lnTo>
                  <a:lnTo>
                    <a:pt x="1633859" y="1931125"/>
                  </a:lnTo>
                  <a:lnTo>
                    <a:pt x="1647954" y="1938560"/>
                  </a:lnTo>
                  <a:lnTo>
                    <a:pt x="1669485" y="1939615"/>
                  </a:lnTo>
                  <a:lnTo>
                    <a:pt x="1686009" y="1947317"/>
                  </a:lnTo>
                  <a:lnTo>
                    <a:pt x="1696063" y="1964311"/>
                  </a:lnTo>
                  <a:lnTo>
                    <a:pt x="1711201" y="1971238"/>
                  </a:lnTo>
                  <a:lnTo>
                    <a:pt x="1719157" y="1981699"/>
                  </a:lnTo>
                  <a:lnTo>
                    <a:pt x="1716157" y="2002480"/>
                  </a:lnTo>
                  <a:close/>
                  <a:moveTo>
                    <a:pt x="688016" y="1024214"/>
                  </a:moveTo>
                  <a:lnTo>
                    <a:pt x="662443" y="1037407"/>
                  </a:lnTo>
                  <a:lnTo>
                    <a:pt x="644827" y="1046838"/>
                  </a:lnTo>
                  <a:lnTo>
                    <a:pt x="629435" y="1054667"/>
                  </a:lnTo>
                  <a:lnTo>
                    <a:pt x="606722" y="1066691"/>
                  </a:lnTo>
                  <a:lnTo>
                    <a:pt x="594011" y="1070085"/>
                  </a:lnTo>
                  <a:lnTo>
                    <a:pt x="579395" y="1073758"/>
                  </a:lnTo>
                  <a:lnTo>
                    <a:pt x="561778" y="1078067"/>
                  </a:lnTo>
                  <a:lnTo>
                    <a:pt x="471536" y="1099369"/>
                  </a:lnTo>
                  <a:lnTo>
                    <a:pt x="461469" y="1097539"/>
                  </a:lnTo>
                  <a:lnTo>
                    <a:pt x="447387" y="1102381"/>
                  </a:lnTo>
                  <a:lnTo>
                    <a:pt x="380582" y="1091654"/>
                  </a:lnTo>
                  <a:lnTo>
                    <a:pt x="359953" y="1089963"/>
                  </a:lnTo>
                  <a:lnTo>
                    <a:pt x="354602" y="1084600"/>
                  </a:lnTo>
                  <a:lnTo>
                    <a:pt x="364135" y="1081600"/>
                  </a:lnTo>
                  <a:lnTo>
                    <a:pt x="371570" y="1073758"/>
                  </a:lnTo>
                  <a:lnTo>
                    <a:pt x="382272" y="1065522"/>
                  </a:lnTo>
                  <a:lnTo>
                    <a:pt x="363652" y="1030886"/>
                  </a:lnTo>
                  <a:lnTo>
                    <a:pt x="342261" y="1008428"/>
                  </a:lnTo>
                  <a:lnTo>
                    <a:pt x="346709" y="989070"/>
                  </a:lnTo>
                  <a:lnTo>
                    <a:pt x="350344" y="967119"/>
                  </a:lnTo>
                  <a:lnTo>
                    <a:pt x="349302" y="956659"/>
                  </a:lnTo>
                  <a:lnTo>
                    <a:pt x="349429" y="938496"/>
                  </a:lnTo>
                  <a:lnTo>
                    <a:pt x="357258" y="924769"/>
                  </a:lnTo>
                  <a:lnTo>
                    <a:pt x="370045" y="911309"/>
                  </a:lnTo>
                  <a:lnTo>
                    <a:pt x="390928" y="898599"/>
                  </a:lnTo>
                  <a:lnTo>
                    <a:pt x="410247" y="895319"/>
                  </a:lnTo>
                  <a:lnTo>
                    <a:pt x="421992" y="890617"/>
                  </a:lnTo>
                  <a:lnTo>
                    <a:pt x="435426" y="875453"/>
                  </a:lnTo>
                  <a:lnTo>
                    <a:pt x="443790" y="889053"/>
                  </a:lnTo>
                  <a:lnTo>
                    <a:pt x="454619" y="889968"/>
                  </a:lnTo>
                  <a:lnTo>
                    <a:pt x="462842" y="889168"/>
                  </a:lnTo>
                  <a:lnTo>
                    <a:pt x="479925" y="888519"/>
                  </a:lnTo>
                  <a:lnTo>
                    <a:pt x="502511" y="874678"/>
                  </a:lnTo>
                  <a:lnTo>
                    <a:pt x="524830" y="857163"/>
                  </a:lnTo>
                  <a:lnTo>
                    <a:pt x="552881" y="836891"/>
                  </a:lnTo>
                  <a:lnTo>
                    <a:pt x="566329" y="811025"/>
                  </a:lnTo>
                  <a:lnTo>
                    <a:pt x="565426" y="805268"/>
                  </a:lnTo>
                  <a:lnTo>
                    <a:pt x="569722" y="799268"/>
                  </a:lnTo>
                  <a:lnTo>
                    <a:pt x="582903" y="805268"/>
                  </a:lnTo>
                  <a:lnTo>
                    <a:pt x="584326" y="812068"/>
                  </a:lnTo>
                  <a:lnTo>
                    <a:pt x="577971" y="822236"/>
                  </a:lnTo>
                  <a:lnTo>
                    <a:pt x="564918" y="835048"/>
                  </a:lnTo>
                  <a:lnTo>
                    <a:pt x="554229" y="849804"/>
                  </a:lnTo>
                  <a:lnTo>
                    <a:pt x="530740" y="865628"/>
                  </a:lnTo>
                  <a:lnTo>
                    <a:pt x="490067" y="892955"/>
                  </a:lnTo>
                  <a:lnTo>
                    <a:pt x="489292" y="897391"/>
                  </a:lnTo>
                  <a:lnTo>
                    <a:pt x="498037" y="911372"/>
                  </a:lnTo>
                  <a:lnTo>
                    <a:pt x="504951" y="915287"/>
                  </a:lnTo>
                  <a:lnTo>
                    <a:pt x="525961" y="914512"/>
                  </a:lnTo>
                  <a:lnTo>
                    <a:pt x="564842" y="898433"/>
                  </a:lnTo>
                  <a:lnTo>
                    <a:pt x="579331" y="888634"/>
                  </a:lnTo>
                  <a:lnTo>
                    <a:pt x="586258" y="885622"/>
                  </a:lnTo>
                  <a:lnTo>
                    <a:pt x="599566" y="886143"/>
                  </a:lnTo>
                  <a:lnTo>
                    <a:pt x="614704" y="878834"/>
                  </a:lnTo>
                  <a:lnTo>
                    <a:pt x="629956" y="862756"/>
                  </a:lnTo>
                  <a:lnTo>
                    <a:pt x="637582" y="854380"/>
                  </a:lnTo>
                  <a:lnTo>
                    <a:pt x="638853" y="847199"/>
                  </a:lnTo>
                  <a:lnTo>
                    <a:pt x="639514" y="837526"/>
                  </a:lnTo>
                  <a:lnTo>
                    <a:pt x="642781" y="833472"/>
                  </a:lnTo>
                  <a:lnTo>
                    <a:pt x="651246" y="839751"/>
                  </a:lnTo>
                  <a:lnTo>
                    <a:pt x="661312" y="834387"/>
                  </a:lnTo>
                  <a:lnTo>
                    <a:pt x="668608" y="819478"/>
                  </a:lnTo>
                  <a:lnTo>
                    <a:pt x="688448" y="782618"/>
                  </a:lnTo>
                  <a:lnTo>
                    <a:pt x="695363" y="775170"/>
                  </a:lnTo>
                  <a:lnTo>
                    <a:pt x="697968" y="768103"/>
                  </a:lnTo>
                  <a:lnTo>
                    <a:pt x="695363" y="760401"/>
                  </a:lnTo>
                  <a:lnTo>
                    <a:pt x="696532" y="749165"/>
                  </a:lnTo>
                  <a:lnTo>
                    <a:pt x="709077" y="733913"/>
                  </a:lnTo>
                  <a:lnTo>
                    <a:pt x="714555" y="718876"/>
                  </a:lnTo>
                  <a:lnTo>
                    <a:pt x="724075" y="709204"/>
                  </a:lnTo>
                  <a:lnTo>
                    <a:pt x="730989" y="683974"/>
                  </a:lnTo>
                  <a:lnTo>
                    <a:pt x="747055" y="659926"/>
                  </a:lnTo>
                  <a:lnTo>
                    <a:pt x="762307" y="640188"/>
                  </a:lnTo>
                  <a:lnTo>
                    <a:pt x="761036" y="634176"/>
                  </a:lnTo>
                  <a:lnTo>
                    <a:pt x="756079" y="630363"/>
                  </a:lnTo>
                  <a:lnTo>
                    <a:pt x="736506" y="639133"/>
                  </a:lnTo>
                  <a:lnTo>
                    <a:pt x="721495" y="651665"/>
                  </a:lnTo>
                  <a:lnTo>
                    <a:pt x="711835" y="660816"/>
                  </a:lnTo>
                  <a:lnTo>
                    <a:pt x="686415" y="686821"/>
                  </a:lnTo>
                  <a:lnTo>
                    <a:pt x="662011" y="703688"/>
                  </a:lnTo>
                  <a:lnTo>
                    <a:pt x="642170" y="728523"/>
                  </a:lnTo>
                  <a:lnTo>
                    <a:pt x="597024" y="757274"/>
                  </a:lnTo>
                  <a:lnTo>
                    <a:pt x="556567" y="782491"/>
                  </a:lnTo>
                  <a:lnTo>
                    <a:pt x="515971" y="806945"/>
                  </a:lnTo>
                  <a:lnTo>
                    <a:pt x="511408" y="822617"/>
                  </a:lnTo>
                  <a:lnTo>
                    <a:pt x="500706" y="835048"/>
                  </a:lnTo>
                  <a:lnTo>
                    <a:pt x="460770" y="855168"/>
                  </a:lnTo>
                  <a:lnTo>
                    <a:pt x="439239" y="801709"/>
                  </a:lnTo>
                  <a:lnTo>
                    <a:pt x="459728" y="784982"/>
                  </a:lnTo>
                  <a:lnTo>
                    <a:pt x="453729" y="764849"/>
                  </a:lnTo>
                  <a:lnTo>
                    <a:pt x="365634" y="702900"/>
                  </a:lnTo>
                  <a:lnTo>
                    <a:pt x="330796" y="692960"/>
                  </a:lnTo>
                  <a:lnTo>
                    <a:pt x="364719" y="655974"/>
                  </a:lnTo>
                  <a:lnTo>
                    <a:pt x="350738" y="640938"/>
                  </a:lnTo>
                  <a:lnTo>
                    <a:pt x="324390" y="658325"/>
                  </a:lnTo>
                  <a:lnTo>
                    <a:pt x="299719" y="656495"/>
                  </a:lnTo>
                  <a:lnTo>
                    <a:pt x="251827" y="679246"/>
                  </a:lnTo>
                  <a:lnTo>
                    <a:pt x="226127" y="684203"/>
                  </a:lnTo>
                  <a:lnTo>
                    <a:pt x="185531" y="690558"/>
                  </a:lnTo>
                  <a:lnTo>
                    <a:pt x="159831" y="699455"/>
                  </a:lnTo>
                  <a:lnTo>
                    <a:pt x="116756" y="712915"/>
                  </a:lnTo>
                  <a:lnTo>
                    <a:pt x="51260" y="751605"/>
                  </a:lnTo>
                  <a:lnTo>
                    <a:pt x="11859" y="772120"/>
                  </a:lnTo>
                  <a:lnTo>
                    <a:pt x="0" y="756435"/>
                  </a:lnTo>
                  <a:lnTo>
                    <a:pt x="5478" y="746114"/>
                  </a:lnTo>
                  <a:lnTo>
                    <a:pt x="52201" y="656584"/>
                  </a:lnTo>
                  <a:lnTo>
                    <a:pt x="36262" y="616203"/>
                  </a:lnTo>
                  <a:lnTo>
                    <a:pt x="2720" y="531757"/>
                  </a:lnTo>
                  <a:lnTo>
                    <a:pt x="24518" y="506794"/>
                  </a:lnTo>
                  <a:lnTo>
                    <a:pt x="47740" y="577247"/>
                  </a:lnTo>
                  <a:lnTo>
                    <a:pt x="113388" y="539116"/>
                  </a:lnTo>
                  <a:lnTo>
                    <a:pt x="163250" y="488796"/>
                  </a:lnTo>
                  <a:lnTo>
                    <a:pt x="173545" y="473900"/>
                  </a:lnTo>
                  <a:lnTo>
                    <a:pt x="187259" y="468155"/>
                  </a:lnTo>
                  <a:lnTo>
                    <a:pt x="195216" y="488008"/>
                  </a:lnTo>
                  <a:lnTo>
                    <a:pt x="253022" y="501990"/>
                  </a:lnTo>
                  <a:lnTo>
                    <a:pt x="274426" y="463160"/>
                  </a:lnTo>
                  <a:lnTo>
                    <a:pt x="317234" y="446827"/>
                  </a:lnTo>
                  <a:lnTo>
                    <a:pt x="336668" y="437930"/>
                  </a:lnTo>
                  <a:lnTo>
                    <a:pt x="352861" y="408392"/>
                  </a:lnTo>
                  <a:lnTo>
                    <a:pt x="355860" y="402367"/>
                  </a:lnTo>
                  <a:lnTo>
                    <a:pt x="373998" y="367732"/>
                  </a:lnTo>
                  <a:lnTo>
                    <a:pt x="380251" y="351666"/>
                  </a:lnTo>
                  <a:lnTo>
                    <a:pt x="404286" y="338600"/>
                  </a:lnTo>
                  <a:lnTo>
                    <a:pt x="400740" y="311019"/>
                  </a:lnTo>
                  <a:lnTo>
                    <a:pt x="402964" y="306964"/>
                  </a:lnTo>
                  <a:lnTo>
                    <a:pt x="446421" y="289170"/>
                  </a:lnTo>
                  <a:lnTo>
                    <a:pt x="464698" y="321695"/>
                  </a:lnTo>
                  <a:lnTo>
                    <a:pt x="590643" y="294127"/>
                  </a:lnTo>
                  <a:lnTo>
                    <a:pt x="587250" y="226305"/>
                  </a:lnTo>
                  <a:lnTo>
                    <a:pt x="627821" y="209782"/>
                  </a:lnTo>
                  <a:lnTo>
                    <a:pt x="630833" y="184565"/>
                  </a:lnTo>
                  <a:lnTo>
                    <a:pt x="617119" y="154887"/>
                  </a:lnTo>
                  <a:lnTo>
                    <a:pt x="639705" y="151747"/>
                  </a:lnTo>
                  <a:lnTo>
                    <a:pt x="703116" y="147845"/>
                  </a:lnTo>
                  <a:lnTo>
                    <a:pt x="712013" y="168080"/>
                  </a:lnTo>
                  <a:lnTo>
                    <a:pt x="716843" y="167571"/>
                  </a:lnTo>
                  <a:lnTo>
                    <a:pt x="756778" y="169923"/>
                  </a:lnTo>
                  <a:lnTo>
                    <a:pt x="802052" y="178159"/>
                  </a:lnTo>
                  <a:lnTo>
                    <a:pt x="829074" y="178934"/>
                  </a:lnTo>
                  <a:lnTo>
                    <a:pt x="853478" y="181146"/>
                  </a:lnTo>
                  <a:lnTo>
                    <a:pt x="908932" y="170711"/>
                  </a:lnTo>
                  <a:lnTo>
                    <a:pt x="969941" y="117646"/>
                  </a:lnTo>
                  <a:lnTo>
                    <a:pt x="991739" y="118294"/>
                  </a:lnTo>
                  <a:lnTo>
                    <a:pt x="993951" y="117646"/>
                  </a:lnTo>
                  <a:lnTo>
                    <a:pt x="1058773" y="84968"/>
                  </a:lnTo>
                  <a:lnTo>
                    <a:pt x="1066463" y="86798"/>
                  </a:lnTo>
                  <a:lnTo>
                    <a:pt x="1074089" y="89149"/>
                  </a:lnTo>
                  <a:lnTo>
                    <a:pt x="1078016" y="96191"/>
                  </a:lnTo>
                  <a:lnTo>
                    <a:pt x="1139877" y="115027"/>
                  </a:lnTo>
                  <a:lnTo>
                    <a:pt x="1178630" y="110058"/>
                  </a:lnTo>
                  <a:lnTo>
                    <a:pt x="1182291" y="109409"/>
                  </a:lnTo>
                  <a:lnTo>
                    <a:pt x="1246998" y="114494"/>
                  </a:lnTo>
                  <a:lnTo>
                    <a:pt x="1280541" y="128856"/>
                  </a:lnTo>
                  <a:lnTo>
                    <a:pt x="1410007" y="71215"/>
                  </a:lnTo>
                  <a:lnTo>
                    <a:pt x="1402825" y="50701"/>
                  </a:lnTo>
                  <a:lnTo>
                    <a:pt x="1360284" y="68356"/>
                  </a:lnTo>
                  <a:lnTo>
                    <a:pt x="1340977" y="60386"/>
                  </a:lnTo>
                  <a:lnTo>
                    <a:pt x="1404643" y="0"/>
                  </a:lnTo>
                  <a:lnTo>
                    <a:pt x="1443549" y="46265"/>
                  </a:lnTo>
                  <a:lnTo>
                    <a:pt x="1428017" y="65864"/>
                  </a:lnTo>
                  <a:lnTo>
                    <a:pt x="1426848" y="80379"/>
                  </a:lnTo>
                  <a:lnTo>
                    <a:pt x="1378422" y="141388"/>
                  </a:lnTo>
                  <a:lnTo>
                    <a:pt x="1328699" y="157327"/>
                  </a:lnTo>
                  <a:lnTo>
                    <a:pt x="1288370" y="170520"/>
                  </a:lnTo>
                  <a:lnTo>
                    <a:pt x="1264106" y="179926"/>
                  </a:lnTo>
                  <a:lnTo>
                    <a:pt x="1254840" y="199410"/>
                  </a:lnTo>
                  <a:lnTo>
                    <a:pt x="1230183" y="240452"/>
                  </a:lnTo>
                  <a:lnTo>
                    <a:pt x="1189192" y="245281"/>
                  </a:lnTo>
                  <a:lnTo>
                    <a:pt x="1156146" y="262288"/>
                  </a:lnTo>
                  <a:lnTo>
                    <a:pt x="1129658" y="277959"/>
                  </a:lnTo>
                  <a:lnTo>
                    <a:pt x="1138796" y="305541"/>
                  </a:lnTo>
                  <a:lnTo>
                    <a:pt x="1120265" y="312468"/>
                  </a:lnTo>
                  <a:lnTo>
                    <a:pt x="975534" y="381103"/>
                  </a:lnTo>
                  <a:lnTo>
                    <a:pt x="984278" y="411684"/>
                  </a:lnTo>
                  <a:lnTo>
                    <a:pt x="1003852" y="458610"/>
                  </a:lnTo>
                  <a:lnTo>
                    <a:pt x="1026425" y="449979"/>
                  </a:lnTo>
                  <a:lnTo>
                    <a:pt x="1057222" y="482276"/>
                  </a:lnTo>
                  <a:lnTo>
                    <a:pt x="1076682" y="526965"/>
                  </a:lnTo>
                  <a:lnTo>
                    <a:pt x="1060870" y="548394"/>
                  </a:lnTo>
                  <a:lnTo>
                    <a:pt x="1082287" y="551674"/>
                  </a:lnTo>
                  <a:lnTo>
                    <a:pt x="1098810" y="544226"/>
                  </a:lnTo>
                  <a:lnTo>
                    <a:pt x="1117087" y="546310"/>
                  </a:lnTo>
                  <a:lnTo>
                    <a:pt x="1128526" y="537032"/>
                  </a:lnTo>
                  <a:lnTo>
                    <a:pt x="1131272" y="524614"/>
                  </a:lnTo>
                  <a:lnTo>
                    <a:pt x="1138440" y="515844"/>
                  </a:lnTo>
                  <a:lnTo>
                    <a:pt x="1153693" y="512590"/>
                  </a:lnTo>
                  <a:lnTo>
                    <a:pt x="1159692" y="502777"/>
                  </a:lnTo>
                  <a:lnTo>
                    <a:pt x="1159044" y="489711"/>
                  </a:lnTo>
                  <a:lnTo>
                    <a:pt x="1162310" y="480052"/>
                  </a:lnTo>
                  <a:lnTo>
                    <a:pt x="1171576" y="478336"/>
                  </a:lnTo>
                  <a:lnTo>
                    <a:pt x="1175491" y="485670"/>
                  </a:lnTo>
                  <a:lnTo>
                    <a:pt x="1180829" y="494160"/>
                  </a:lnTo>
                  <a:lnTo>
                    <a:pt x="1188455" y="493626"/>
                  </a:lnTo>
                  <a:lnTo>
                    <a:pt x="1194975" y="486445"/>
                  </a:lnTo>
                  <a:lnTo>
                    <a:pt x="1197200" y="477688"/>
                  </a:lnTo>
                  <a:lnTo>
                    <a:pt x="1196030" y="468536"/>
                  </a:lnTo>
                  <a:lnTo>
                    <a:pt x="1200339" y="464088"/>
                  </a:lnTo>
                  <a:lnTo>
                    <a:pt x="1211435" y="466312"/>
                  </a:lnTo>
                  <a:lnTo>
                    <a:pt x="1249922" y="461075"/>
                  </a:lnTo>
                  <a:lnTo>
                    <a:pt x="1257624" y="512056"/>
                  </a:lnTo>
                  <a:lnTo>
                    <a:pt x="1290365" y="518208"/>
                  </a:lnTo>
                  <a:lnTo>
                    <a:pt x="1258412" y="566684"/>
                  </a:lnTo>
                  <a:lnTo>
                    <a:pt x="1241698" y="575582"/>
                  </a:lnTo>
                  <a:lnTo>
                    <a:pt x="1207253" y="563698"/>
                  </a:lnTo>
                  <a:lnTo>
                    <a:pt x="1177359" y="581212"/>
                  </a:lnTo>
                  <a:lnTo>
                    <a:pt x="1179901" y="594545"/>
                  </a:lnTo>
                  <a:lnTo>
                    <a:pt x="1150413" y="609035"/>
                  </a:lnTo>
                  <a:lnTo>
                    <a:pt x="1140487" y="624605"/>
                  </a:lnTo>
                  <a:lnTo>
                    <a:pt x="1169085" y="645653"/>
                  </a:lnTo>
                  <a:lnTo>
                    <a:pt x="1177982" y="660816"/>
                  </a:lnTo>
                  <a:lnTo>
                    <a:pt x="1152396" y="661858"/>
                  </a:lnTo>
                  <a:lnTo>
                    <a:pt x="1107631" y="676882"/>
                  </a:lnTo>
                  <a:lnTo>
                    <a:pt x="1069271" y="654283"/>
                  </a:lnTo>
                  <a:lnTo>
                    <a:pt x="1038208" y="664337"/>
                  </a:lnTo>
                  <a:lnTo>
                    <a:pt x="1059739" y="744310"/>
                  </a:lnTo>
                  <a:lnTo>
                    <a:pt x="1120938" y="744729"/>
                  </a:lnTo>
                  <a:lnTo>
                    <a:pt x="1127204" y="742505"/>
                  </a:lnTo>
                  <a:lnTo>
                    <a:pt x="1165056" y="730074"/>
                  </a:lnTo>
                  <a:lnTo>
                    <a:pt x="1167534" y="786940"/>
                  </a:lnTo>
                  <a:lnTo>
                    <a:pt x="1184057" y="807721"/>
                  </a:lnTo>
                  <a:lnTo>
                    <a:pt x="1206936" y="802878"/>
                  </a:lnTo>
                  <a:lnTo>
                    <a:pt x="1231212" y="795417"/>
                  </a:lnTo>
                  <a:lnTo>
                    <a:pt x="1239385" y="783038"/>
                  </a:lnTo>
                  <a:lnTo>
                    <a:pt x="1245257" y="763171"/>
                  </a:lnTo>
                  <a:lnTo>
                    <a:pt x="1233119" y="746559"/>
                  </a:lnTo>
                  <a:lnTo>
                    <a:pt x="1220205" y="707348"/>
                  </a:lnTo>
                  <a:lnTo>
                    <a:pt x="1248168" y="695451"/>
                  </a:lnTo>
                  <a:lnTo>
                    <a:pt x="1258094" y="691550"/>
                  </a:lnTo>
                  <a:lnTo>
                    <a:pt x="1283146" y="680949"/>
                  </a:lnTo>
                  <a:lnTo>
                    <a:pt x="1308567" y="663829"/>
                  </a:lnTo>
                  <a:lnTo>
                    <a:pt x="1329449" y="626448"/>
                  </a:lnTo>
                  <a:lnTo>
                    <a:pt x="1359344" y="580183"/>
                  </a:lnTo>
                  <a:lnTo>
                    <a:pt x="1343545" y="557037"/>
                  </a:lnTo>
                  <a:lnTo>
                    <a:pt x="1345896" y="550377"/>
                  </a:lnTo>
                  <a:lnTo>
                    <a:pt x="1378129" y="543196"/>
                  </a:lnTo>
                  <a:lnTo>
                    <a:pt x="1418802" y="528554"/>
                  </a:lnTo>
                  <a:lnTo>
                    <a:pt x="1451149" y="539396"/>
                  </a:lnTo>
                  <a:lnTo>
                    <a:pt x="1474130" y="589715"/>
                  </a:lnTo>
                  <a:lnTo>
                    <a:pt x="1482099" y="577564"/>
                  </a:lnTo>
                  <a:lnTo>
                    <a:pt x="1512095" y="574171"/>
                  </a:lnTo>
                  <a:lnTo>
                    <a:pt x="1541595" y="568807"/>
                  </a:lnTo>
                  <a:lnTo>
                    <a:pt x="1546946" y="572862"/>
                  </a:lnTo>
                  <a:lnTo>
                    <a:pt x="1593402" y="584898"/>
                  </a:lnTo>
                  <a:lnTo>
                    <a:pt x="1609201" y="577437"/>
                  </a:lnTo>
                  <a:lnTo>
                    <a:pt x="1609595" y="544886"/>
                  </a:lnTo>
                  <a:lnTo>
                    <a:pt x="1649658" y="527092"/>
                  </a:lnTo>
                  <a:lnTo>
                    <a:pt x="1651348" y="515856"/>
                  </a:lnTo>
                  <a:lnTo>
                    <a:pt x="1646264" y="478730"/>
                  </a:lnTo>
                  <a:lnTo>
                    <a:pt x="1653178" y="459906"/>
                  </a:lnTo>
                  <a:lnTo>
                    <a:pt x="1628521" y="429846"/>
                  </a:lnTo>
                  <a:lnTo>
                    <a:pt x="1598232" y="427749"/>
                  </a:lnTo>
                  <a:lnTo>
                    <a:pt x="1602147" y="403053"/>
                  </a:lnTo>
                  <a:lnTo>
                    <a:pt x="1600723" y="400308"/>
                  </a:lnTo>
                  <a:lnTo>
                    <a:pt x="1583488" y="367757"/>
                  </a:lnTo>
                  <a:lnTo>
                    <a:pt x="1584009" y="344497"/>
                  </a:lnTo>
                  <a:lnTo>
                    <a:pt x="1543693" y="346595"/>
                  </a:lnTo>
                  <a:lnTo>
                    <a:pt x="1536638" y="331965"/>
                  </a:lnTo>
                  <a:lnTo>
                    <a:pt x="1496055" y="299020"/>
                  </a:lnTo>
                  <a:lnTo>
                    <a:pt x="1495534" y="281900"/>
                  </a:lnTo>
                  <a:lnTo>
                    <a:pt x="1491212" y="243070"/>
                  </a:lnTo>
                  <a:lnTo>
                    <a:pt x="1469821" y="218234"/>
                  </a:lnTo>
                  <a:lnTo>
                    <a:pt x="1461076" y="205702"/>
                  </a:lnTo>
                  <a:lnTo>
                    <a:pt x="1515730" y="193932"/>
                  </a:lnTo>
                  <a:lnTo>
                    <a:pt x="1527602" y="191454"/>
                  </a:lnTo>
                  <a:lnTo>
                    <a:pt x="1601727" y="187272"/>
                  </a:lnTo>
                  <a:lnTo>
                    <a:pt x="1604981" y="185823"/>
                  </a:lnTo>
                  <a:lnTo>
                    <a:pt x="1624568" y="174193"/>
                  </a:lnTo>
                  <a:lnTo>
                    <a:pt x="1652886" y="161483"/>
                  </a:lnTo>
                  <a:lnTo>
                    <a:pt x="1673222" y="152586"/>
                  </a:lnTo>
                  <a:lnTo>
                    <a:pt x="1781806" y="253632"/>
                  </a:lnTo>
                  <a:lnTo>
                    <a:pt x="1819631" y="258983"/>
                  </a:lnTo>
                  <a:lnTo>
                    <a:pt x="1841556" y="223166"/>
                  </a:lnTo>
                  <a:lnTo>
                    <a:pt x="1877069" y="263305"/>
                  </a:lnTo>
                  <a:lnTo>
                    <a:pt x="1905908" y="231135"/>
                  </a:lnTo>
                  <a:lnTo>
                    <a:pt x="1914119" y="227322"/>
                  </a:lnTo>
                  <a:lnTo>
                    <a:pt x="1917932" y="232152"/>
                  </a:lnTo>
                  <a:lnTo>
                    <a:pt x="1918453" y="239206"/>
                  </a:lnTo>
                  <a:lnTo>
                    <a:pt x="1936603" y="248879"/>
                  </a:lnTo>
                  <a:lnTo>
                    <a:pt x="1957740" y="236079"/>
                  </a:lnTo>
                  <a:lnTo>
                    <a:pt x="1963485" y="271490"/>
                  </a:lnTo>
                  <a:lnTo>
                    <a:pt x="1985919" y="328076"/>
                  </a:lnTo>
                  <a:lnTo>
                    <a:pt x="1985398" y="362851"/>
                  </a:lnTo>
                  <a:lnTo>
                    <a:pt x="2001857" y="378535"/>
                  </a:lnTo>
                  <a:lnTo>
                    <a:pt x="2023897" y="436824"/>
                  </a:lnTo>
                  <a:lnTo>
                    <a:pt x="2028587" y="433303"/>
                  </a:lnTo>
                  <a:lnTo>
                    <a:pt x="2072717" y="501939"/>
                  </a:lnTo>
                  <a:lnTo>
                    <a:pt x="2064620" y="533168"/>
                  </a:lnTo>
                  <a:lnTo>
                    <a:pt x="2075449" y="587669"/>
                  </a:lnTo>
                  <a:lnTo>
                    <a:pt x="2083800" y="644128"/>
                  </a:lnTo>
                  <a:lnTo>
                    <a:pt x="2058621" y="656838"/>
                  </a:lnTo>
                  <a:lnTo>
                    <a:pt x="2045441" y="679462"/>
                  </a:lnTo>
                  <a:lnTo>
                    <a:pt x="2061964" y="758786"/>
                  </a:lnTo>
                  <a:lnTo>
                    <a:pt x="2056880" y="786635"/>
                  </a:lnTo>
                  <a:lnTo>
                    <a:pt x="2070594" y="792240"/>
                  </a:lnTo>
                  <a:lnTo>
                    <a:pt x="2048555" y="878377"/>
                  </a:lnTo>
                  <a:lnTo>
                    <a:pt x="2097870" y="937187"/>
                  </a:lnTo>
                  <a:lnTo>
                    <a:pt x="2117571" y="1008440"/>
                  </a:lnTo>
                  <a:lnTo>
                    <a:pt x="2153859" y="996416"/>
                  </a:lnTo>
                  <a:lnTo>
                    <a:pt x="2197963" y="1009864"/>
                  </a:lnTo>
                  <a:lnTo>
                    <a:pt x="2221972" y="1006051"/>
                  </a:lnTo>
                  <a:lnTo>
                    <a:pt x="2221464" y="1082248"/>
                  </a:lnTo>
                  <a:lnTo>
                    <a:pt x="2208004" y="1115295"/>
                  </a:lnTo>
                  <a:lnTo>
                    <a:pt x="2146283" y="1221692"/>
                  </a:lnTo>
                  <a:lnTo>
                    <a:pt x="2060019" y="1253328"/>
                  </a:lnTo>
                  <a:lnTo>
                    <a:pt x="2048681" y="1281557"/>
                  </a:lnTo>
                  <a:lnTo>
                    <a:pt x="2081309" y="1305859"/>
                  </a:lnTo>
                  <a:lnTo>
                    <a:pt x="2061061" y="1356306"/>
                  </a:lnTo>
                  <a:lnTo>
                    <a:pt x="2031701" y="1369652"/>
                  </a:lnTo>
                  <a:lnTo>
                    <a:pt x="2055202" y="1482772"/>
                  </a:lnTo>
                  <a:lnTo>
                    <a:pt x="2114177" y="1532838"/>
                  </a:lnTo>
                  <a:lnTo>
                    <a:pt x="2163518" y="1574680"/>
                  </a:lnTo>
                  <a:lnTo>
                    <a:pt x="2221591" y="1623817"/>
                  </a:lnTo>
                  <a:lnTo>
                    <a:pt x="2226942" y="1639756"/>
                  </a:lnTo>
                  <a:lnTo>
                    <a:pt x="2228112" y="1647382"/>
                  </a:lnTo>
                  <a:lnTo>
                    <a:pt x="2244813" y="1660448"/>
                  </a:lnTo>
                  <a:lnTo>
                    <a:pt x="2291154" y="1697041"/>
                  </a:lnTo>
                  <a:lnTo>
                    <a:pt x="2364607" y="1654436"/>
                  </a:lnTo>
                  <a:lnTo>
                    <a:pt x="2418383" y="1659800"/>
                  </a:lnTo>
                  <a:lnTo>
                    <a:pt x="2462094" y="1661490"/>
                  </a:lnTo>
                  <a:lnTo>
                    <a:pt x="2504508" y="1661490"/>
                  </a:lnTo>
                  <a:lnTo>
                    <a:pt x="2531911" y="1698617"/>
                  </a:lnTo>
                  <a:lnTo>
                    <a:pt x="2571986" y="1708544"/>
                  </a:lnTo>
                  <a:lnTo>
                    <a:pt x="2622484" y="1753118"/>
                  </a:lnTo>
                  <a:lnTo>
                    <a:pt x="2665699" y="1732197"/>
                  </a:lnTo>
                  <a:lnTo>
                    <a:pt x="2711227" y="1707679"/>
                  </a:lnTo>
                  <a:lnTo>
                    <a:pt x="2777256" y="1734587"/>
                  </a:lnTo>
                  <a:lnTo>
                    <a:pt x="2811968" y="1708709"/>
                  </a:lnTo>
                  <a:lnTo>
                    <a:pt x="2899007" y="1751059"/>
                  </a:lnTo>
                  <a:lnTo>
                    <a:pt x="2979399" y="1690050"/>
                  </a:lnTo>
                  <a:lnTo>
                    <a:pt x="3076747" y="1650966"/>
                  </a:lnTo>
                  <a:lnTo>
                    <a:pt x="3117076" y="1682323"/>
                  </a:lnTo>
                  <a:lnTo>
                    <a:pt x="3133777" y="1717237"/>
                  </a:lnTo>
                  <a:lnTo>
                    <a:pt x="3175924" y="1693444"/>
                  </a:lnTo>
                  <a:lnTo>
                    <a:pt x="3236095" y="1701934"/>
                  </a:lnTo>
                  <a:lnTo>
                    <a:pt x="3240009" y="1722207"/>
                  </a:lnTo>
                  <a:lnTo>
                    <a:pt x="3221605" y="1755533"/>
                  </a:lnTo>
                  <a:lnTo>
                    <a:pt x="3253380" y="1878924"/>
                  </a:lnTo>
                  <a:lnTo>
                    <a:pt x="3250381" y="1945309"/>
                  </a:lnTo>
                  <a:lnTo>
                    <a:pt x="3201574" y="1953406"/>
                  </a:lnTo>
                  <a:lnTo>
                    <a:pt x="3144162" y="1933285"/>
                  </a:lnTo>
                  <a:lnTo>
                    <a:pt x="3143755" y="1987939"/>
                  </a:lnTo>
                  <a:lnTo>
                    <a:pt x="3174818" y="2045580"/>
                  </a:lnTo>
                  <a:lnTo>
                    <a:pt x="3127587" y="2069234"/>
                  </a:lnTo>
                  <a:lnTo>
                    <a:pt x="3087906" y="2110262"/>
                  </a:lnTo>
                  <a:lnTo>
                    <a:pt x="3075641" y="2263713"/>
                  </a:lnTo>
                  <a:lnTo>
                    <a:pt x="3033481" y="2318748"/>
                  </a:lnTo>
                  <a:lnTo>
                    <a:pt x="2969816" y="2354425"/>
                  </a:lnTo>
                  <a:lnTo>
                    <a:pt x="2907536" y="2393763"/>
                  </a:lnTo>
                  <a:lnTo>
                    <a:pt x="2857025" y="2420811"/>
                  </a:lnTo>
                  <a:lnTo>
                    <a:pt x="2815654" y="2430356"/>
                  </a:lnTo>
                  <a:lnTo>
                    <a:pt x="2707210" y="2447362"/>
                  </a:lnTo>
                  <a:lnTo>
                    <a:pt x="2686200" y="2420175"/>
                  </a:lnTo>
                  <a:lnTo>
                    <a:pt x="2590543" y="2406308"/>
                  </a:lnTo>
                  <a:lnTo>
                    <a:pt x="2567970" y="2376109"/>
                  </a:lnTo>
                  <a:lnTo>
                    <a:pt x="2477282" y="2351807"/>
                  </a:lnTo>
                  <a:lnTo>
                    <a:pt x="2452853" y="2360310"/>
                  </a:lnTo>
                  <a:lnTo>
                    <a:pt x="2371292" y="2320833"/>
                  </a:lnTo>
                  <a:lnTo>
                    <a:pt x="2322104" y="2342529"/>
                  </a:lnTo>
                  <a:lnTo>
                    <a:pt x="2302276" y="2369716"/>
                  </a:lnTo>
                  <a:lnTo>
                    <a:pt x="2269229" y="2381473"/>
                  </a:lnTo>
                  <a:lnTo>
                    <a:pt x="2251346" y="2400297"/>
                  </a:lnTo>
                  <a:lnTo>
                    <a:pt x="2276665" y="2447324"/>
                  </a:lnTo>
                  <a:lnTo>
                    <a:pt x="2261921" y="2478820"/>
                  </a:lnTo>
                  <a:lnTo>
                    <a:pt x="2208678" y="2497377"/>
                  </a:lnTo>
                  <a:lnTo>
                    <a:pt x="2184262" y="2532965"/>
                  </a:lnTo>
                  <a:lnTo>
                    <a:pt x="2080127" y="2583692"/>
                  </a:lnTo>
                  <a:lnTo>
                    <a:pt x="2007056" y="2584734"/>
                  </a:lnTo>
                  <a:lnTo>
                    <a:pt x="1853453" y="2700283"/>
                  </a:lnTo>
                  <a:lnTo>
                    <a:pt x="1807264" y="2735973"/>
                  </a:lnTo>
                  <a:lnTo>
                    <a:pt x="1788860" y="2748683"/>
                  </a:lnTo>
                  <a:lnTo>
                    <a:pt x="1723211" y="2770507"/>
                  </a:lnTo>
                  <a:lnTo>
                    <a:pt x="1696596" y="2738236"/>
                  </a:lnTo>
                  <a:lnTo>
                    <a:pt x="1560356" y="2684370"/>
                  </a:lnTo>
                  <a:lnTo>
                    <a:pt x="1528491" y="2711430"/>
                  </a:lnTo>
                  <a:lnTo>
                    <a:pt x="1505930" y="2772222"/>
                  </a:lnTo>
                  <a:lnTo>
                    <a:pt x="1472884" y="2777180"/>
                  </a:lnTo>
                  <a:lnTo>
                    <a:pt x="1424738" y="2772222"/>
                  </a:lnTo>
                  <a:lnTo>
                    <a:pt x="1371101" y="2790017"/>
                  </a:lnTo>
                  <a:lnTo>
                    <a:pt x="1354793" y="2828592"/>
                  </a:lnTo>
                  <a:lnTo>
                    <a:pt x="1415078" y="2851839"/>
                  </a:lnTo>
                  <a:lnTo>
                    <a:pt x="1380099" y="2886347"/>
                  </a:lnTo>
                  <a:lnTo>
                    <a:pt x="1316409" y="2890669"/>
                  </a:lnTo>
                  <a:lnTo>
                    <a:pt x="1299580" y="2908819"/>
                  </a:lnTo>
                  <a:lnTo>
                    <a:pt x="1273995" y="2906340"/>
                  </a:lnTo>
                  <a:lnTo>
                    <a:pt x="1258476" y="2862948"/>
                  </a:lnTo>
                  <a:lnTo>
                    <a:pt x="1214625" y="2888572"/>
                  </a:lnTo>
                  <a:lnTo>
                    <a:pt x="1174563" y="2860470"/>
                  </a:lnTo>
                  <a:lnTo>
                    <a:pt x="1094692" y="2896541"/>
                  </a:lnTo>
                  <a:lnTo>
                    <a:pt x="1058544" y="2922686"/>
                  </a:lnTo>
                  <a:lnTo>
                    <a:pt x="1011694" y="2959545"/>
                  </a:lnTo>
                  <a:lnTo>
                    <a:pt x="927400" y="2988550"/>
                  </a:lnTo>
                  <a:lnTo>
                    <a:pt x="908335" y="2976653"/>
                  </a:lnTo>
                  <a:lnTo>
                    <a:pt x="916304" y="2892486"/>
                  </a:lnTo>
                  <a:lnTo>
                    <a:pt x="811127" y="2943200"/>
                  </a:lnTo>
                  <a:lnTo>
                    <a:pt x="811903" y="3001896"/>
                  </a:lnTo>
                  <a:lnTo>
                    <a:pt x="792329" y="3025816"/>
                  </a:lnTo>
                  <a:lnTo>
                    <a:pt x="723046" y="3035870"/>
                  </a:lnTo>
                  <a:lnTo>
                    <a:pt x="710246" y="2970527"/>
                  </a:lnTo>
                  <a:lnTo>
                    <a:pt x="704234" y="2939806"/>
                  </a:lnTo>
                  <a:lnTo>
                    <a:pt x="699532" y="2915657"/>
                  </a:lnTo>
                  <a:lnTo>
                    <a:pt x="669917" y="2881162"/>
                  </a:lnTo>
                  <a:lnTo>
                    <a:pt x="706192" y="2777243"/>
                  </a:lnTo>
                  <a:lnTo>
                    <a:pt x="673565" y="2700524"/>
                  </a:lnTo>
                  <a:lnTo>
                    <a:pt x="729820" y="2693191"/>
                  </a:lnTo>
                  <a:lnTo>
                    <a:pt x="750309" y="2657780"/>
                  </a:lnTo>
                  <a:lnTo>
                    <a:pt x="736595" y="2577922"/>
                  </a:lnTo>
                  <a:lnTo>
                    <a:pt x="733468" y="2559365"/>
                  </a:lnTo>
                  <a:lnTo>
                    <a:pt x="766629" y="2494543"/>
                  </a:lnTo>
                  <a:lnTo>
                    <a:pt x="785275" y="2458065"/>
                  </a:lnTo>
                  <a:lnTo>
                    <a:pt x="779009" y="2434678"/>
                  </a:lnTo>
                  <a:lnTo>
                    <a:pt x="760096" y="2364085"/>
                  </a:lnTo>
                  <a:lnTo>
                    <a:pt x="809666" y="2335729"/>
                  </a:lnTo>
                  <a:lnTo>
                    <a:pt x="851673" y="2269864"/>
                  </a:lnTo>
                  <a:lnTo>
                    <a:pt x="888532" y="2283973"/>
                  </a:lnTo>
                  <a:lnTo>
                    <a:pt x="932649" y="2246986"/>
                  </a:lnTo>
                  <a:lnTo>
                    <a:pt x="917499" y="2113402"/>
                  </a:lnTo>
                  <a:lnTo>
                    <a:pt x="951295" y="2098366"/>
                  </a:lnTo>
                  <a:lnTo>
                    <a:pt x="952350" y="2057985"/>
                  </a:lnTo>
                  <a:lnTo>
                    <a:pt x="983656" y="2057858"/>
                  </a:lnTo>
                  <a:lnTo>
                    <a:pt x="998793" y="2083075"/>
                  </a:lnTo>
                  <a:lnTo>
                    <a:pt x="1049050" y="2055507"/>
                  </a:lnTo>
                  <a:lnTo>
                    <a:pt x="1047232" y="1999162"/>
                  </a:lnTo>
                  <a:lnTo>
                    <a:pt x="1055049" y="1953939"/>
                  </a:lnTo>
                  <a:lnTo>
                    <a:pt x="992413" y="1930540"/>
                  </a:lnTo>
                  <a:lnTo>
                    <a:pt x="984787" y="1927680"/>
                  </a:lnTo>
                  <a:lnTo>
                    <a:pt x="992222" y="1888279"/>
                  </a:lnTo>
                  <a:lnTo>
                    <a:pt x="890706" y="1857431"/>
                  </a:lnTo>
                  <a:lnTo>
                    <a:pt x="899450" y="1778094"/>
                  </a:lnTo>
                  <a:lnTo>
                    <a:pt x="882215" y="1729083"/>
                  </a:lnTo>
                  <a:lnTo>
                    <a:pt x="871780" y="1709866"/>
                  </a:lnTo>
                  <a:lnTo>
                    <a:pt x="898141" y="1659546"/>
                  </a:lnTo>
                  <a:lnTo>
                    <a:pt x="895930" y="1645044"/>
                  </a:lnTo>
                  <a:lnTo>
                    <a:pt x="931671" y="1581391"/>
                  </a:lnTo>
                  <a:lnTo>
                    <a:pt x="931938" y="1551331"/>
                  </a:lnTo>
                  <a:lnTo>
                    <a:pt x="952020" y="1521793"/>
                  </a:lnTo>
                  <a:lnTo>
                    <a:pt x="895790" y="1470952"/>
                  </a:lnTo>
                  <a:lnTo>
                    <a:pt x="924883" y="1439723"/>
                  </a:lnTo>
                  <a:lnTo>
                    <a:pt x="969255" y="1478667"/>
                  </a:lnTo>
                  <a:lnTo>
                    <a:pt x="1012470" y="1438147"/>
                  </a:lnTo>
                  <a:lnTo>
                    <a:pt x="1003191" y="1377367"/>
                  </a:lnTo>
                  <a:lnTo>
                    <a:pt x="1000649" y="1360653"/>
                  </a:lnTo>
                  <a:lnTo>
                    <a:pt x="977021" y="1364466"/>
                  </a:lnTo>
                  <a:lnTo>
                    <a:pt x="962925" y="1343812"/>
                  </a:lnTo>
                  <a:lnTo>
                    <a:pt x="853172" y="1359064"/>
                  </a:lnTo>
                  <a:lnTo>
                    <a:pt x="803717" y="1332932"/>
                  </a:lnTo>
                  <a:lnTo>
                    <a:pt x="768611" y="1333580"/>
                  </a:lnTo>
                  <a:lnTo>
                    <a:pt x="749686" y="1316193"/>
                  </a:lnTo>
                  <a:lnTo>
                    <a:pt x="736124" y="1320120"/>
                  </a:lnTo>
                  <a:lnTo>
                    <a:pt x="723414" y="1335537"/>
                  </a:lnTo>
                  <a:lnTo>
                    <a:pt x="678255" y="1330568"/>
                  </a:lnTo>
                  <a:lnTo>
                    <a:pt x="662469" y="1326386"/>
                  </a:lnTo>
                  <a:lnTo>
                    <a:pt x="694244" y="1289921"/>
                  </a:lnTo>
                  <a:lnTo>
                    <a:pt x="698172" y="1262988"/>
                  </a:lnTo>
                  <a:lnTo>
                    <a:pt x="710437" y="1246922"/>
                  </a:lnTo>
                  <a:lnTo>
                    <a:pt x="695833" y="1213062"/>
                  </a:lnTo>
                  <a:lnTo>
                    <a:pt x="703917" y="1181439"/>
                  </a:lnTo>
                  <a:lnTo>
                    <a:pt x="692477" y="1144579"/>
                  </a:lnTo>
                  <a:lnTo>
                    <a:pt x="675369" y="1145100"/>
                  </a:lnTo>
                  <a:lnTo>
                    <a:pt x="676170" y="1137131"/>
                  </a:lnTo>
                  <a:lnTo>
                    <a:pt x="734230" y="1105356"/>
                  </a:lnTo>
                  <a:lnTo>
                    <a:pt x="750665" y="1087561"/>
                  </a:lnTo>
                  <a:lnTo>
                    <a:pt x="747805" y="1057375"/>
                  </a:lnTo>
                  <a:lnTo>
                    <a:pt x="734751" y="1047715"/>
                  </a:lnTo>
                  <a:lnTo>
                    <a:pt x="719754" y="1016206"/>
                  </a:lnTo>
                  <a:close/>
                </a:path>
              </a:pathLst>
            </a:custGeom>
            <a:noFill/>
            <a:ln w="3810" cap="flat">
              <a:solidFill>
                <a:srgbClr val="E6E4E2"/>
              </a:solidFill>
              <a:prstDash val="solid"/>
              <a:miter/>
            </a:ln>
          </p:spPr>
          <p:txBody>
            <a:bodyPr rtlCol="0" anchor="ctr"/>
            <a:lstStyle/>
            <a:p>
              <a:endParaRPr lang="de-CH"/>
            </a:p>
          </p:txBody>
        </p:sp>
        <p:sp>
          <p:nvSpPr>
            <p:cNvPr id="86" name="Freihandform: Form 85">
              <a:extLst>
                <a:ext uri="{FF2B5EF4-FFF2-40B4-BE49-F238E27FC236}">
                  <a16:creationId xmlns:a16="http://schemas.microsoft.com/office/drawing/2014/main" id="{BF3EC893-4AE6-766C-56D9-1734A406301E}"/>
                </a:ext>
              </a:extLst>
            </p:cNvPr>
            <p:cNvSpPr/>
            <p:nvPr/>
          </p:nvSpPr>
          <p:spPr>
            <a:xfrm>
              <a:off x="5339598" y="2047160"/>
              <a:ext cx="1377328" cy="1531935"/>
            </a:xfrm>
            <a:custGeom>
              <a:avLst/>
              <a:gdLst>
                <a:gd name="connsiteX0" fmla="*/ 682970 w 1377328"/>
                <a:gd name="connsiteY0" fmla="*/ 421509 h 1531935"/>
                <a:gd name="connsiteX1" fmla="*/ 643162 w 1377328"/>
                <a:gd name="connsiteY1" fmla="*/ 393546 h 1531935"/>
                <a:gd name="connsiteX2" fmla="*/ 621898 w 1377328"/>
                <a:gd name="connsiteY2" fmla="*/ 369397 h 1531935"/>
                <a:gd name="connsiteX3" fmla="*/ 598790 w 1377328"/>
                <a:gd name="connsiteY3" fmla="*/ 347166 h 1531935"/>
                <a:gd name="connsiteX4" fmla="*/ 582343 w 1377328"/>
                <a:gd name="connsiteY4" fmla="*/ 339070 h 1531935"/>
                <a:gd name="connsiteX5" fmla="*/ 575569 w 1377328"/>
                <a:gd name="connsiteY5" fmla="*/ 343760 h 1531935"/>
                <a:gd name="connsiteX6" fmla="*/ 582737 w 1377328"/>
                <a:gd name="connsiteY6" fmla="*/ 352784 h 1531935"/>
                <a:gd name="connsiteX7" fmla="*/ 576484 w 1377328"/>
                <a:gd name="connsiteY7" fmla="*/ 363766 h 1531935"/>
                <a:gd name="connsiteX8" fmla="*/ 576865 w 1377328"/>
                <a:gd name="connsiteY8" fmla="*/ 373693 h 1531935"/>
                <a:gd name="connsiteX9" fmla="*/ 580386 w 1377328"/>
                <a:gd name="connsiteY9" fmla="*/ 382984 h 1531935"/>
                <a:gd name="connsiteX10" fmla="*/ 577907 w 1377328"/>
                <a:gd name="connsiteY10" fmla="*/ 396444 h 1531935"/>
                <a:gd name="connsiteX11" fmla="*/ 581428 w 1377328"/>
                <a:gd name="connsiteY11" fmla="*/ 409243 h 1531935"/>
                <a:gd name="connsiteX12" fmla="*/ 592791 w 1377328"/>
                <a:gd name="connsiteY12" fmla="*/ 421407 h 1531935"/>
                <a:gd name="connsiteX13" fmla="*/ 627643 w 1377328"/>
                <a:gd name="connsiteY13" fmla="*/ 459703 h 1531935"/>
                <a:gd name="connsiteX14" fmla="*/ 674670 w 1377328"/>
                <a:gd name="connsiteY14" fmla="*/ 491974 h 1531935"/>
                <a:gd name="connsiteX15" fmla="*/ 692554 w 1377328"/>
                <a:gd name="connsiteY15" fmla="*/ 504544 h 1531935"/>
                <a:gd name="connsiteX16" fmla="*/ 702722 w 1377328"/>
                <a:gd name="connsiteY16" fmla="*/ 503362 h 1531935"/>
                <a:gd name="connsiteX17" fmla="*/ 713424 w 1377328"/>
                <a:gd name="connsiteY17" fmla="*/ 486623 h 1531935"/>
                <a:gd name="connsiteX18" fmla="*/ 719296 w 1377328"/>
                <a:gd name="connsiteY18" fmla="*/ 476302 h 1531935"/>
                <a:gd name="connsiteX19" fmla="*/ 717732 w 1377328"/>
                <a:gd name="connsiteY19" fmla="*/ 460885 h 1531935"/>
                <a:gd name="connsiteX20" fmla="*/ 703243 w 1377328"/>
                <a:gd name="connsiteY20" fmla="*/ 437612 h 1531935"/>
                <a:gd name="connsiteX21" fmla="*/ 1115575 w 1377328"/>
                <a:gd name="connsiteY21" fmla="*/ 842763 h 1531935"/>
                <a:gd name="connsiteX22" fmla="*/ 1135415 w 1377328"/>
                <a:gd name="connsiteY22" fmla="*/ 839369 h 1531935"/>
                <a:gd name="connsiteX23" fmla="*/ 1193997 w 1377328"/>
                <a:gd name="connsiteY23" fmla="*/ 844453 h 1531935"/>
                <a:gd name="connsiteX24" fmla="*/ 1204444 w 1377328"/>
                <a:gd name="connsiteY24" fmla="*/ 844707 h 1531935"/>
                <a:gd name="connsiteX25" fmla="*/ 1201178 w 1377328"/>
                <a:gd name="connsiteY25" fmla="*/ 863404 h 1531935"/>
                <a:gd name="connsiteX26" fmla="*/ 1117786 w 1377328"/>
                <a:gd name="connsiteY26" fmla="*/ 866289 h 1531935"/>
                <a:gd name="connsiteX27" fmla="*/ 1206275 w 1377328"/>
                <a:gd name="connsiteY27" fmla="*/ 656914 h 1531935"/>
                <a:gd name="connsiteX28" fmla="*/ 1271097 w 1377328"/>
                <a:gd name="connsiteY28" fmla="*/ 701209 h 1531935"/>
                <a:gd name="connsiteX29" fmla="*/ 1276969 w 1377328"/>
                <a:gd name="connsiteY29" fmla="*/ 706293 h 1531935"/>
                <a:gd name="connsiteX30" fmla="*/ 1298373 w 1377328"/>
                <a:gd name="connsiteY30" fmla="*/ 722117 h 1531935"/>
                <a:gd name="connsiteX31" fmla="*/ 1377329 w 1377328"/>
                <a:gd name="connsiteY31" fmla="*/ 785109 h 1531935"/>
                <a:gd name="connsiteX32" fmla="*/ 1368978 w 1377328"/>
                <a:gd name="connsiteY32" fmla="*/ 836484 h 1531935"/>
                <a:gd name="connsiteX33" fmla="*/ 1311693 w 1377328"/>
                <a:gd name="connsiteY33" fmla="*/ 869022 h 1531935"/>
                <a:gd name="connsiteX34" fmla="*/ 1302033 w 1377328"/>
                <a:gd name="connsiteY34" fmla="*/ 867586 h 1531935"/>
                <a:gd name="connsiteX35" fmla="*/ 1297725 w 1377328"/>
                <a:gd name="connsiteY35" fmla="*/ 861307 h 1531935"/>
                <a:gd name="connsiteX36" fmla="*/ 1302287 w 1377328"/>
                <a:gd name="connsiteY36" fmla="*/ 852956 h 1531935"/>
                <a:gd name="connsiteX37" fmla="*/ 1319141 w 1377328"/>
                <a:gd name="connsiteY37" fmla="*/ 842496 h 1531935"/>
                <a:gd name="connsiteX38" fmla="*/ 1311693 w 1377328"/>
                <a:gd name="connsiteY38" fmla="*/ 809691 h 1531935"/>
                <a:gd name="connsiteX39" fmla="*/ 1297203 w 1377328"/>
                <a:gd name="connsiteY39" fmla="*/ 799891 h 1531935"/>
                <a:gd name="connsiteX40" fmla="*/ 1283375 w 1377328"/>
                <a:gd name="connsiteY40" fmla="*/ 780928 h 1531935"/>
                <a:gd name="connsiteX41" fmla="*/ 1263534 w 1377328"/>
                <a:gd name="connsiteY41" fmla="*/ 781576 h 1531935"/>
                <a:gd name="connsiteX42" fmla="*/ 1252972 w 1377328"/>
                <a:gd name="connsiteY42" fmla="*/ 775056 h 1531935"/>
                <a:gd name="connsiteX43" fmla="*/ 1235737 w 1377328"/>
                <a:gd name="connsiteY43" fmla="*/ 763159 h 1531935"/>
                <a:gd name="connsiteX44" fmla="*/ 1219557 w 1377328"/>
                <a:gd name="connsiteY44" fmla="*/ 757655 h 1531935"/>
                <a:gd name="connsiteX45" fmla="*/ 1187972 w 1377328"/>
                <a:gd name="connsiteY45" fmla="*/ 767341 h 1531935"/>
                <a:gd name="connsiteX46" fmla="*/ 1165793 w 1377328"/>
                <a:gd name="connsiteY46" fmla="*/ 765243 h 1531935"/>
                <a:gd name="connsiteX47" fmla="*/ 1149269 w 1377328"/>
                <a:gd name="connsiteY47" fmla="*/ 774916 h 1531935"/>
                <a:gd name="connsiteX48" fmla="*/ 1136216 w 1377328"/>
                <a:gd name="connsiteY48" fmla="*/ 765904 h 1531935"/>
                <a:gd name="connsiteX49" fmla="*/ 1152917 w 1377328"/>
                <a:gd name="connsiteY49" fmla="*/ 740153 h 1531935"/>
                <a:gd name="connsiteX50" fmla="*/ 1182545 w 1377328"/>
                <a:gd name="connsiteY50" fmla="*/ 719118 h 1531935"/>
                <a:gd name="connsiteX51" fmla="*/ 1192077 w 1377328"/>
                <a:gd name="connsiteY51" fmla="*/ 704082 h 1531935"/>
                <a:gd name="connsiteX52" fmla="*/ 1199386 w 1377328"/>
                <a:gd name="connsiteY52" fmla="*/ 694282 h 1531935"/>
                <a:gd name="connsiteX53" fmla="*/ 1199894 w 1377328"/>
                <a:gd name="connsiteY53" fmla="*/ 673374 h 1531935"/>
                <a:gd name="connsiteX54" fmla="*/ 1206249 w 1377328"/>
                <a:gd name="connsiteY54" fmla="*/ 666841 h 1531935"/>
                <a:gd name="connsiteX55" fmla="*/ 835518 w 1377328"/>
                <a:gd name="connsiteY55" fmla="*/ 211472 h 1531935"/>
                <a:gd name="connsiteX56" fmla="*/ 829913 w 1377328"/>
                <a:gd name="connsiteY56" fmla="*/ 207164 h 1531935"/>
                <a:gd name="connsiteX57" fmla="*/ 825337 w 1377328"/>
                <a:gd name="connsiteY57" fmla="*/ 209706 h 1531935"/>
                <a:gd name="connsiteX58" fmla="*/ 825337 w 1377328"/>
                <a:gd name="connsiteY58" fmla="*/ 218730 h 1531935"/>
                <a:gd name="connsiteX59" fmla="*/ 828324 w 1377328"/>
                <a:gd name="connsiteY59" fmla="*/ 226165 h 1531935"/>
                <a:gd name="connsiteX60" fmla="*/ 823125 w 1377328"/>
                <a:gd name="connsiteY60" fmla="*/ 228529 h 1531935"/>
                <a:gd name="connsiteX61" fmla="*/ 822465 w 1377328"/>
                <a:gd name="connsiteY61" fmla="*/ 234020 h 1531935"/>
                <a:gd name="connsiteX62" fmla="*/ 839433 w 1377328"/>
                <a:gd name="connsiteY62" fmla="*/ 260165 h 1531935"/>
                <a:gd name="connsiteX63" fmla="*/ 844911 w 1377328"/>
                <a:gd name="connsiteY63" fmla="*/ 274146 h 1531935"/>
                <a:gd name="connsiteX64" fmla="*/ 850783 w 1377328"/>
                <a:gd name="connsiteY64" fmla="*/ 277680 h 1531935"/>
                <a:gd name="connsiteX65" fmla="*/ 851177 w 1377328"/>
                <a:gd name="connsiteY65" fmla="*/ 286043 h 1531935"/>
                <a:gd name="connsiteX66" fmla="*/ 865006 w 1377328"/>
                <a:gd name="connsiteY66" fmla="*/ 310752 h 1531935"/>
                <a:gd name="connsiteX67" fmla="*/ 872060 w 1377328"/>
                <a:gd name="connsiteY67" fmla="*/ 314285 h 1531935"/>
                <a:gd name="connsiteX68" fmla="*/ 875186 w 1377328"/>
                <a:gd name="connsiteY68" fmla="*/ 321606 h 1531935"/>
                <a:gd name="connsiteX69" fmla="*/ 881059 w 1377328"/>
                <a:gd name="connsiteY69" fmla="*/ 325648 h 1531935"/>
                <a:gd name="connsiteX70" fmla="*/ 884452 w 1377328"/>
                <a:gd name="connsiteY70" fmla="*/ 325000 h 1531935"/>
                <a:gd name="connsiteX71" fmla="*/ 883931 w 1377328"/>
                <a:gd name="connsiteY71" fmla="*/ 319115 h 1531935"/>
                <a:gd name="connsiteX72" fmla="*/ 888634 w 1377328"/>
                <a:gd name="connsiteY72" fmla="*/ 315988 h 1531935"/>
                <a:gd name="connsiteX73" fmla="*/ 890985 w 1377328"/>
                <a:gd name="connsiteY73" fmla="*/ 305655 h 1531935"/>
                <a:gd name="connsiteX74" fmla="*/ 888100 w 1377328"/>
                <a:gd name="connsiteY74" fmla="*/ 292945 h 1531935"/>
                <a:gd name="connsiteX75" fmla="*/ 881986 w 1377328"/>
                <a:gd name="connsiteY75" fmla="*/ 280133 h 1531935"/>
                <a:gd name="connsiteX76" fmla="*/ 875453 w 1377328"/>
                <a:gd name="connsiteY76" fmla="*/ 269024 h 1531935"/>
                <a:gd name="connsiteX77" fmla="*/ 864624 w 1377328"/>
                <a:gd name="connsiteY77" fmla="*/ 221831 h 1531935"/>
                <a:gd name="connsiteX78" fmla="*/ 857303 w 1377328"/>
                <a:gd name="connsiteY78" fmla="*/ 212032 h 1531935"/>
                <a:gd name="connsiteX79" fmla="*/ 846093 w 1377328"/>
                <a:gd name="connsiteY79" fmla="*/ 212565 h 1531935"/>
                <a:gd name="connsiteX80" fmla="*/ 663650 w 1377328"/>
                <a:gd name="connsiteY80" fmla="*/ 966802 h 1531935"/>
                <a:gd name="connsiteX81" fmla="*/ 639374 w 1377328"/>
                <a:gd name="connsiteY81" fmla="*/ 984062 h 1531935"/>
                <a:gd name="connsiteX82" fmla="*/ 669879 w 1377328"/>
                <a:gd name="connsiteY82" fmla="*/ 1038563 h 1531935"/>
                <a:gd name="connsiteX83" fmla="*/ 654207 w 1377328"/>
                <a:gd name="connsiteY83" fmla="*/ 1056472 h 1531935"/>
                <a:gd name="connsiteX84" fmla="*/ 608946 w 1377328"/>
                <a:gd name="connsiteY84" fmla="*/ 1090053 h 1531935"/>
                <a:gd name="connsiteX85" fmla="*/ 561677 w 1377328"/>
                <a:gd name="connsiteY85" fmla="*/ 1178541 h 1531935"/>
                <a:gd name="connsiteX86" fmla="*/ 544073 w 1377328"/>
                <a:gd name="connsiteY86" fmla="*/ 1171233 h 1531935"/>
                <a:gd name="connsiteX87" fmla="*/ 555830 w 1377328"/>
                <a:gd name="connsiteY87" fmla="*/ 1132530 h 1531935"/>
                <a:gd name="connsiteX88" fmla="*/ 527639 w 1377328"/>
                <a:gd name="connsiteY88" fmla="*/ 1121548 h 1531935"/>
                <a:gd name="connsiteX89" fmla="*/ 509616 w 1377328"/>
                <a:gd name="connsiteY89" fmla="*/ 1139203 h 1531935"/>
                <a:gd name="connsiteX90" fmla="*/ 477128 w 1377328"/>
                <a:gd name="connsiteY90" fmla="*/ 1170432 h 1531935"/>
                <a:gd name="connsiteX91" fmla="*/ 478819 w 1377328"/>
                <a:gd name="connsiteY91" fmla="*/ 1224425 h 1531935"/>
                <a:gd name="connsiteX92" fmla="*/ 470875 w 1377328"/>
                <a:gd name="connsiteY92" fmla="*/ 1269762 h 1531935"/>
                <a:gd name="connsiteX93" fmla="*/ 469413 w 1377328"/>
                <a:gd name="connsiteY93" fmla="*/ 1278405 h 1531935"/>
                <a:gd name="connsiteX94" fmla="*/ 427660 w 1377328"/>
                <a:gd name="connsiteY94" fmla="*/ 1339414 h 1531935"/>
                <a:gd name="connsiteX95" fmla="*/ 422182 w 1377328"/>
                <a:gd name="connsiteY95" fmla="*/ 1347256 h 1531935"/>
                <a:gd name="connsiteX96" fmla="*/ 450628 w 1377328"/>
                <a:gd name="connsiteY96" fmla="*/ 1399673 h 1531935"/>
                <a:gd name="connsiteX97" fmla="*/ 468117 w 1377328"/>
                <a:gd name="connsiteY97" fmla="*/ 1431944 h 1531935"/>
                <a:gd name="connsiteX98" fmla="*/ 464202 w 1377328"/>
                <a:gd name="connsiteY98" fmla="*/ 1439151 h 1531935"/>
                <a:gd name="connsiteX99" fmla="*/ 432897 w 1377328"/>
                <a:gd name="connsiteY99" fmla="*/ 1494695 h 1531935"/>
                <a:gd name="connsiteX100" fmla="*/ 379107 w 1377328"/>
                <a:gd name="connsiteY100" fmla="*/ 1489331 h 1531935"/>
                <a:gd name="connsiteX101" fmla="*/ 305655 w 1377328"/>
                <a:gd name="connsiteY101" fmla="*/ 1531935 h 1531935"/>
                <a:gd name="connsiteX102" fmla="*/ 259314 w 1377328"/>
                <a:gd name="connsiteY102" fmla="*/ 1495343 h 1531935"/>
                <a:gd name="connsiteX103" fmla="*/ 242701 w 1377328"/>
                <a:gd name="connsiteY103" fmla="*/ 1482302 h 1531935"/>
                <a:gd name="connsiteX104" fmla="*/ 241519 w 1377328"/>
                <a:gd name="connsiteY104" fmla="*/ 1474676 h 1531935"/>
                <a:gd name="connsiteX105" fmla="*/ 236168 w 1377328"/>
                <a:gd name="connsiteY105" fmla="*/ 1458725 h 1531935"/>
                <a:gd name="connsiteX106" fmla="*/ 178095 w 1377328"/>
                <a:gd name="connsiteY106" fmla="*/ 1409587 h 1531935"/>
                <a:gd name="connsiteX107" fmla="*/ 128767 w 1377328"/>
                <a:gd name="connsiteY107" fmla="*/ 1367745 h 1531935"/>
                <a:gd name="connsiteX108" fmla="*/ 69779 w 1377328"/>
                <a:gd name="connsiteY108" fmla="*/ 1317680 h 1531935"/>
                <a:gd name="connsiteX109" fmla="*/ 46278 w 1377328"/>
                <a:gd name="connsiteY109" fmla="*/ 1204559 h 1531935"/>
                <a:gd name="connsiteX110" fmla="*/ 75651 w 1377328"/>
                <a:gd name="connsiteY110" fmla="*/ 1191213 h 1531935"/>
                <a:gd name="connsiteX111" fmla="*/ 95886 w 1377328"/>
                <a:gd name="connsiteY111" fmla="*/ 1140766 h 1531935"/>
                <a:gd name="connsiteX112" fmla="*/ 63259 w 1377328"/>
                <a:gd name="connsiteY112" fmla="*/ 1116464 h 1531935"/>
                <a:gd name="connsiteX113" fmla="*/ 74596 w 1377328"/>
                <a:gd name="connsiteY113" fmla="*/ 1088235 h 1531935"/>
                <a:gd name="connsiteX114" fmla="*/ 160873 w 1377328"/>
                <a:gd name="connsiteY114" fmla="*/ 1056599 h 1531935"/>
                <a:gd name="connsiteX115" fmla="*/ 222594 w 1377328"/>
                <a:gd name="connsiteY115" fmla="*/ 950215 h 1531935"/>
                <a:gd name="connsiteX116" fmla="*/ 236041 w 1377328"/>
                <a:gd name="connsiteY116" fmla="*/ 917168 h 1531935"/>
                <a:gd name="connsiteX117" fmla="*/ 236562 w 1377328"/>
                <a:gd name="connsiteY117" fmla="*/ 840971 h 1531935"/>
                <a:gd name="connsiteX118" fmla="*/ 212540 w 1377328"/>
                <a:gd name="connsiteY118" fmla="*/ 844784 h 1531935"/>
                <a:gd name="connsiteX119" fmla="*/ 168436 w 1377328"/>
                <a:gd name="connsiteY119" fmla="*/ 831336 h 1531935"/>
                <a:gd name="connsiteX120" fmla="*/ 132148 w 1377328"/>
                <a:gd name="connsiteY120" fmla="*/ 843360 h 1531935"/>
                <a:gd name="connsiteX121" fmla="*/ 112447 w 1377328"/>
                <a:gd name="connsiteY121" fmla="*/ 772107 h 1531935"/>
                <a:gd name="connsiteX122" fmla="*/ 63132 w 1377328"/>
                <a:gd name="connsiteY122" fmla="*/ 713297 h 1531935"/>
                <a:gd name="connsiteX123" fmla="*/ 85184 w 1377328"/>
                <a:gd name="connsiteY123" fmla="*/ 627160 h 1531935"/>
                <a:gd name="connsiteX124" fmla="*/ 71470 w 1377328"/>
                <a:gd name="connsiteY124" fmla="*/ 621554 h 1531935"/>
                <a:gd name="connsiteX125" fmla="*/ 76554 w 1377328"/>
                <a:gd name="connsiteY125" fmla="*/ 593706 h 1531935"/>
                <a:gd name="connsiteX126" fmla="*/ 60030 w 1377328"/>
                <a:gd name="connsiteY126" fmla="*/ 514382 h 1531935"/>
                <a:gd name="connsiteX127" fmla="*/ 73211 w 1377328"/>
                <a:gd name="connsiteY127" fmla="*/ 491758 h 1531935"/>
                <a:gd name="connsiteX128" fmla="*/ 98390 w 1377328"/>
                <a:gd name="connsiteY128" fmla="*/ 479048 h 1531935"/>
                <a:gd name="connsiteX129" fmla="*/ 90052 w 1377328"/>
                <a:gd name="connsiteY129" fmla="*/ 422602 h 1531935"/>
                <a:gd name="connsiteX130" fmla="*/ 79223 w 1377328"/>
                <a:gd name="connsiteY130" fmla="*/ 368100 h 1531935"/>
                <a:gd name="connsiteX131" fmla="*/ 87306 w 1377328"/>
                <a:gd name="connsiteY131" fmla="*/ 336859 h 1531935"/>
                <a:gd name="connsiteX132" fmla="*/ 43189 w 1377328"/>
                <a:gd name="connsiteY132" fmla="*/ 268223 h 1531935"/>
                <a:gd name="connsiteX133" fmla="*/ 38499 w 1377328"/>
                <a:gd name="connsiteY133" fmla="*/ 271744 h 1531935"/>
                <a:gd name="connsiteX134" fmla="*/ 16447 w 1377328"/>
                <a:gd name="connsiteY134" fmla="*/ 213455 h 1531935"/>
                <a:gd name="connsiteX135" fmla="*/ 0 w 1377328"/>
                <a:gd name="connsiteY135" fmla="*/ 197771 h 1531935"/>
                <a:gd name="connsiteX136" fmla="*/ 521 w 1377328"/>
                <a:gd name="connsiteY136" fmla="*/ 162996 h 1531935"/>
                <a:gd name="connsiteX137" fmla="*/ 113794 w 1377328"/>
                <a:gd name="connsiteY137" fmla="*/ 138707 h 1531935"/>
                <a:gd name="connsiteX138" fmla="*/ 169783 w 1377328"/>
                <a:gd name="connsiteY138" fmla="*/ 152942 h 1531935"/>
                <a:gd name="connsiteX139" fmla="*/ 192483 w 1377328"/>
                <a:gd name="connsiteY139" fmla="*/ 158306 h 1531935"/>
                <a:gd name="connsiteX140" fmla="*/ 248726 w 1377328"/>
                <a:gd name="connsiteY140" fmla="*/ 102482 h 1531935"/>
                <a:gd name="connsiteX141" fmla="*/ 226293 w 1377328"/>
                <a:gd name="connsiteY141" fmla="*/ 42223 h 1531935"/>
                <a:gd name="connsiteX142" fmla="*/ 321810 w 1377328"/>
                <a:gd name="connsiteY142" fmla="*/ 26679 h 1531935"/>
                <a:gd name="connsiteX143" fmla="*/ 336681 w 1377328"/>
                <a:gd name="connsiteY143" fmla="*/ 52175 h 1531935"/>
                <a:gd name="connsiteX144" fmla="*/ 355085 w 1377328"/>
                <a:gd name="connsiteY144" fmla="*/ 78968 h 1531935"/>
                <a:gd name="connsiteX145" fmla="*/ 359394 w 1377328"/>
                <a:gd name="connsiteY145" fmla="*/ 132351 h 1531935"/>
                <a:gd name="connsiteX146" fmla="*/ 455305 w 1377328"/>
                <a:gd name="connsiteY146" fmla="*/ 124395 h 1531935"/>
                <a:gd name="connsiteX147" fmla="*/ 441743 w 1377328"/>
                <a:gd name="connsiteY147" fmla="*/ 108050 h 1531935"/>
                <a:gd name="connsiteX148" fmla="*/ 441997 w 1377328"/>
                <a:gd name="connsiteY148" fmla="*/ 97983 h 1531935"/>
                <a:gd name="connsiteX149" fmla="*/ 474370 w 1377328"/>
                <a:gd name="connsiteY149" fmla="*/ 99013 h 1531935"/>
                <a:gd name="connsiteX150" fmla="*/ 505828 w 1377328"/>
                <a:gd name="connsiteY150" fmla="*/ 75372 h 1531935"/>
                <a:gd name="connsiteX151" fmla="*/ 530092 w 1377328"/>
                <a:gd name="connsiteY151" fmla="*/ 86086 h 1531935"/>
                <a:gd name="connsiteX152" fmla="*/ 542497 w 1377328"/>
                <a:gd name="connsiteY152" fmla="*/ 116934 h 1531935"/>
                <a:gd name="connsiteX153" fmla="*/ 548369 w 1377328"/>
                <a:gd name="connsiteY153" fmla="*/ 129746 h 1531935"/>
                <a:gd name="connsiteX154" fmla="*/ 579420 w 1377328"/>
                <a:gd name="connsiteY154" fmla="*/ 138884 h 1531935"/>
                <a:gd name="connsiteX155" fmla="*/ 590656 w 1377328"/>
                <a:gd name="connsiteY155" fmla="*/ 132606 h 1531935"/>
                <a:gd name="connsiteX156" fmla="*/ 616610 w 1377328"/>
                <a:gd name="connsiteY156" fmla="*/ 120988 h 1531935"/>
                <a:gd name="connsiteX157" fmla="*/ 681343 w 1377328"/>
                <a:gd name="connsiteY157" fmla="*/ 102152 h 1531935"/>
                <a:gd name="connsiteX158" fmla="*/ 691003 w 1377328"/>
                <a:gd name="connsiteY158" fmla="*/ 110274 h 1531935"/>
                <a:gd name="connsiteX159" fmla="*/ 692172 w 1377328"/>
                <a:gd name="connsiteY159" fmla="*/ 125526 h 1531935"/>
                <a:gd name="connsiteX160" fmla="*/ 643632 w 1377328"/>
                <a:gd name="connsiteY160" fmla="*/ 144210 h 1531935"/>
                <a:gd name="connsiteX161" fmla="*/ 665684 w 1377328"/>
                <a:gd name="connsiteY161" fmla="*/ 166834 h 1531935"/>
                <a:gd name="connsiteX162" fmla="*/ 679513 w 1377328"/>
                <a:gd name="connsiteY162" fmla="*/ 185391 h 1531935"/>
                <a:gd name="connsiteX163" fmla="*/ 685004 w 1377328"/>
                <a:gd name="connsiteY163" fmla="*/ 196093 h 1531935"/>
                <a:gd name="connsiteX164" fmla="*/ 741361 w 1377328"/>
                <a:gd name="connsiteY164" fmla="*/ 183383 h 1531935"/>
                <a:gd name="connsiteX165" fmla="*/ 748682 w 1377328"/>
                <a:gd name="connsiteY165" fmla="*/ 119336 h 1531935"/>
                <a:gd name="connsiteX166" fmla="*/ 772691 w 1377328"/>
                <a:gd name="connsiteY166" fmla="*/ 104707 h 1531935"/>
                <a:gd name="connsiteX167" fmla="*/ 782224 w 1377328"/>
                <a:gd name="connsiteY167" fmla="*/ 123518 h 1531935"/>
                <a:gd name="connsiteX168" fmla="*/ 788579 w 1377328"/>
                <a:gd name="connsiteY168" fmla="*/ 122857 h 1531935"/>
                <a:gd name="connsiteX169" fmla="*/ 794185 w 1377328"/>
                <a:gd name="connsiteY169" fmla="*/ 117519 h 1531935"/>
                <a:gd name="connsiteX170" fmla="*/ 793803 w 1377328"/>
                <a:gd name="connsiteY170" fmla="*/ 111888 h 1531935"/>
                <a:gd name="connsiteX171" fmla="*/ 787918 w 1377328"/>
                <a:gd name="connsiteY171" fmla="*/ 104707 h 1531935"/>
                <a:gd name="connsiteX172" fmla="*/ 793002 w 1377328"/>
                <a:gd name="connsiteY172" fmla="*/ 90179 h 1531935"/>
                <a:gd name="connsiteX173" fmla="*/ 800044 w 1377328"/>
                <a:gd name="connsiteY173" fmla="*/ 75816 h 1531935"/>
                <a:gd name="connsiteX174" fmla="*/ 798989 w 1377328"/>
                <a:gd name="connsiteY174" fmla="*/ 64962 h 1531935"/>
                <a:gd name="connsiteX175" fmla="*/ 789202 w 1377328"/>
                <a:gd name="connsiteY175" fmla="*/ 43011 h 1531935"/>
                <a:gd name="connsiteX176" fmla="*/ 817533 w 1377328"/>
                <a:gd name="connsiteY176" fmla="*/ 44054 h 1531935"/>
                <a:gd name="connsiteX177" fmla="*/ 850160 w 1377328"/>
                <a:gd name="connsiteY177" fmla="*/ 0 h 1531935"/>
                <a:gd name="connsiteX178" fmla="*/ 930031 w 1377328"/>
                <a:gd name="connsiteY178" fmla="*/ 44054 h 1531935"/>
                <a:gd name="connsiteX179" fmla="*/ 933285 w 1377328"/>
                <a:gd name="connsiteY179" fmla="*/ 93445 h 1531935"/>
                <a:gd name="connsiteX180" fmla="*/ 948169 w 1377328"/>
                <a:gd name="connsiteY180" fmla="*/ 106524 h 1531935"/>
                <a:gd name="connsiteX181" fmla="*/ 957167 w 1377328"/>
                <a:gd name="connsiteY181" fmla="*/ 123912 h 1531935"/>
                <a:gd name="connsiteX182" fmla="*/ 965658 w 1377328"/>
                <a:gd name="connsiteY182" fmla="*/ 139990 h 1531935"/>
                <a:gd name="connsiteX183" fmla="*/ 967209 w 1377328"/>
                <a:gd name="connsiteY183" fmla="*/ 166796 h 1531935"/>
                <a:gd name="connsiteX184" fmla="*/ 973741 w 1377328"/>
                <a:gd name="connsiteY184" fmla="*/ 188480 h 1531935"/>
                <a:gd name="connsiteX185" fmla="*/ 988485 w 1377328"/>
                <a:gd name="connsiteY185" fmla="*/ 217497 h 1531935"/>
                <a:gd name="connsiteX186" fmla="*/ 992146 w 1377328"/>
                <a:gd name="connsiteY186" fmla="*/ 225987 h 1531935"/>
                <a:gd name="connsiteX187" fmla="*/ 997878 w 1377328"/>
                <a:gd name="connsiteY187" fmla="*/ 250963 h 1531935"/>
                <a:gd name="connsiteX188" fmla="*/ 1017198 w 1377328"/>
                <a:gd name="connsiteY188" fmla="*/ 304537 h 1531935"/>
                <a:gd name="connsiteX189" fmla="*/ 1034687 w 1377328"/>
                <a:gd name="connsiteY189" fmla="*/ 364274 h 1531935"/>
                <a:gd name="connsiteX190" fmla="*/ 1056472 w 1377328"/>
                <a:gd name="connsiteY190" fmla="*/ 386479 h 1531935"/>
                <a:gd name="connsiteX191" fmla="*/ 1056727 w 1377328"/>
                <a:gd name="connsiteY191" fmla="*/ 396825 h 1531935"/>
                <a:gd name="connsiteX192" fmla="*/ 1064963 w 1377328"/>
                <a:gd name="connsiteY192" fmla="*/ 418522 h 1531935"/>
                <a:gd name="connsiteX193" fmla="*/ 1090675 w 1377328"/>
                <a:gd name="connsiteY193" fmla="*/ 426885 h 1531935"/>
                <a:gd name="connsiteX194" fmla="*/ 1152803 w 1377328"/>
                <a:gd name="connsiteY194" fmla="*/ 442823 h 1531935"/>
                <a:gd name="connsiteX195" fmla="*/ 1166784 w 1377328"/>
                <a:gd name="connsiteY195" fmla="*/ 433418 h 1531935"/>
                <a:gd name="connsiteX196" fmla="*/ 1176952 w 1377328"/>
                <a:gd name="connsiteY196" fmla="*/ 460872 h 1531935"/>
                <a:gd name="connsiteX197" fmla="*/ 1173686 w 1377328"/>
                <a:gd name="connsiteY197" fmla="*/ 481208 h 1531935"/>
                <a:gd name="connsiteX198" fmla="*/ 1183727 w 1377328"/>
                <a:gd name="connsiteY198" fmla="*/ 486445 h 1531935"/>
                <a:gd name="connsiteX199" fmla="*/ 1242448 w 1377328"/>
                <a:gd name="connsiteY199" fmla="*/ 461025 h 1531935"/>
                <a:gd name="connsiteX200" fmla="*/ 1254332 w 1377328"/>
                <a:gd name="connsiteY200" fmla="*/ 499155 h 1531935"/>
                <a:gd name="connsiteX201" fmla="*/ 1279511 w 1377328"/>
                <a:gd name="connsiteY201" fmla="*/ 496613 h 1531935"/>
                <a:gd name="connsiteX202" fmla="*/ 1292958 w 1377328"/>
                <a:gd name="connsiteY202" fmla="*/ 507328 h 1531935"/>
                <a:gd name="connsiteX203" fmla="*/ 1312138 w 1377328"/>
                <a:gd name="connsiteY203" fmla="*/ 505370 h 1531935"/>
                <a:gd name="connsiteX204" fmla="*/ 1321544 w 1377328"/>
                <a:gd name="connsiteY204" fmla="*/ 509412 h 1531935"/>
                <a:gd name="connsiteX205" fmla="*/ 1322586 w 1377328"/>
                <a:gd name="connsiteY205" fmla="*/ 517127 h 1531935"/>
                <a:gd name="connsiteX206" fmla="*/ 1318938 w 1377328"/>
                <a:gd name="connsiteY206" fmla="*/ 523406 h 1531935"/>
                <a:gd name="connsiteX207" fmla="*/ 1308999 w 1377328"/>
                <a:gd name="connsiteY207" fmla="*/ 531388 h 1531935"/>
                <a:gd name="connsiteX208" fmla="*/ 1298437 w 1377328"/>
                <a:gd name="connsiteY208" fmla="*/ 534261 h 1531935"/>
                <a:gd name="connsiteX209" fmla="*/ 1287620 w 1377328"/>
                <a:gd name="connsiteY209" fmla="*/ 520394 h 1531935"/>
                <a:gd name="connsiteX210" fmla="*/ 1247430 w 1377328"/>
                <a:gd name="connsiteY210" fmla="*/ 522237 h 1531935"/>
                <a:gd name="connsiteX211" fmla="*/ 1185570 w 1377328"/>
                <a:gd name="connsiteY211" fmla="*/ 548369 h 1531935"/>
                <a:gd name="connsiteX212" fmla="*/ 1158421 w 1377328"/>
                <a:gd name="connsiteY212" fmla="*/ 615949 h 1531935"/>
                <a:gd name="connsiteX213" fmla="*/ 1122527 w 1377328"/>
                <a:gd name="connsiteY213" fmla="*/ 642336 h 1531935"/>
                <a:gd name="connsiteX214" fmla="*/ 1123176 w 1377328"/>
                <a:gd name="connsiteY214" fmla="*/ 649962 h 1531935"/>
                <a:gd name="connsiteX215" fmla="*/ 1146549 w 1377328"/>
                <a:gd name="connsiteY215" fmla="*/ 675852 h 1531935"/>
                <a:gd name="connsiteX216" fmla="*/ 1138453 w 1377328"/>
                <a:gd name="connsiteY216" fmla="*/ 689312 h 1531935"/>
                <a:gd name="connsiteX217" fmla="*/ 1124472 w 1377328"/>
                <a:gd name="connsiteY217" fmla="*/ 700027 h 1531935"/>
                <a:gd name="connsiteX218" fmla="*/ 1082299 w 1377328"/>
                <a:gd name="connsiteY218" fmla="*/ 744894 h 1531935"/>
                <a:gd name="connsiteX219" fmla="*/ 1069754 w 1377328"/>
                <a:gd name="connsiteY219" fmla="*/ 754427 h 1531935"/>
                <a:gd name="connsiteX220" fmla="*/ 1053714 w 1377328"/>
                <a:gd name="connsiteY220" fmla="*/ 754173 h 1531935"/>
                <a:gd name="connsiteX221" fmla="*/ 1050969 w 1377328"/>
                <a:gd name="connsiteY221" fmla="*/ 739264 h 1531935"/>
                <a:gd name="connsiteX222" fmla="*/ 1030226 w 1377328"/>
                <a:gd name="connsiteY222" fmla="*/ 717440 h 1531935"/>
                <a:gd name="connsiteX223" fmla="*/ 1006216 w 1377328"/>
                <a:gd name="connsiteY223" fmla="*/ 692477 h 1531935"/>
                <a:gd name="connsiteX224" fmla="*/ 991205 w 1377328"/>
                <a:gd name="connsiteY224" fmla="*/ 693011 h 1531935"/>
                <a:gd name="connsiteX225" fmla="*/ 965912 w 1377328"/>
                <a:gd name="connsiteY225" fmla="*/ 694053 h 1531935"/>
                <a:gd name="connsiteX226" fmla="*/ 961476 w 1377328"/>
                <a:gd name="connsiteY226" fmla="*/ 699137 h 1531935"/>
                <a:gd name="connsiteX227" fmla="*/ 971530 w 1377328"/>
                <a:gd name="connsiteY227" fmla="*/ 706853 h 1531935"/>
                <a:gd name="connsiteX228" fmla="*/ 980669 w 1377328"/>
                <a:gd name="connsiteY228" fmla="*/ 714034 h 1531935"/>
                <a:gd name="connsiteX229" fmla="*/ 1002581 w 1377328"/>
                <a:gd name="connsiteY229" fmla="*/ 734561 h 1531935"/>
                <a:gd name="connsiteX230" fmla="*/ 1011847 w 1377328"/>
                <a:gd name="connsiteY230" fmla="*/ 748008 h 1531935"/>
                <a:gd name="connsiteX231" fmla="*/ 1021506 w 1377328"/>
                <a:gd name="connsiteY231" fmla="*/ 759130 h 1531935"/>
                <a:gd name="connsiteX232" fmla="*/ 1023337 w 1377328"/>
                <a:gd name="connsiteY232" fmla="*/ 766845 h 1531935"/>
                <a:gd name="connsiteX233" fmla="*/ 1016283 w 1377328"/>
                <a:gd name="connsiteY233" fmla="*/ 783965 h 1531935"/>
                <a:gd name="connsiteX234" fmla="*/ 1025688 w 1377328"/>
                <a:gd name="connsiteY234" fmla="*/ 817419 h 1531935"/>
                <a:gd name="connsiteX235" fmla="*/ 1029209 w 1377328"/>
                <a:gd name="connsiteY235" fmla="*/ 837679 h 1531935"/>
                <a:gd name="connsiteX236" fmla="*/ 1004678 w 1377328"/>
                <a:gd name="connsiteY236" fmla="*/ 852715 h 1531935"/>
                <a:gd name="connsiteX237" fmla="*/ 987316 w 1377328"/>
                <a:gd name="connsiteY237" fmla="*/ 843042 h 1531935"/>
                <a:gd name="connsiteX238" fmla="*/ 979893 w 1377328"/>
                <a:gd name="connsiteY238" fmla="*/ 821155 h 1531935"/>
                <a:gd name="connsiteX239" fmla="*/ 964476 w 1377328"/>
                <a:gd name="connsiteY239" fmla="*/ 825197 h 1531935"/>
                <a:gd name="connsiteX240" fmla="*/ 956252 w 1377328"/>
                <a:gd name="connsiteY240" fmla="*/ 832264 h 1531935"/>
                <a:gd name="connsiteX241" fmla="*/ 971657 w 1377328"/>
                <a:gd name="connsiteY241" fmla="*/ 859045 h 1531935"/>
                <a:gd name="connsiteX242" fmla="*/ 862031 w 1377328"/>
                <a:gd name="connsiteY242" fmla="*/ 867026 h 1531935"/>
                <a:gd name="connsiteX243" fmla="*/ 829811 w 1377328"/>
                <a:gd name="connsiteY243" fmla="*/ 897874 h 1531935"/>
                <a:gd name="connsiteX244" fmla="*/ 816618 w 1377328"/>
                <a:gd name="connsiteY244" fmla="*/ 880741 h 1531935"/>
                <a:gd name="connsiteX245" fmla="*/ 797044 w 1377328"/>
                <a:gd name="connsiteY245" fmla="*/ 878796 h 1531935"/>
                <a:gd name="connsiteX246" fmla="*/ 777204 w 1377328"/>
                <a:gd name="connsiteY246" fmla="*/ 913038 h 1531935"/>
                <a:gd name="connsiteX247" fmla="*/ 799256 w 1377328"/>
                <a:gd name="connsiteY247" fmla="*/ 936691 h 1531935"/>
                <a:gd name="connsiteX248" fmla="*/ 746152 w 1377328"/>
                <a:gd name="connsiteY248" fmla="*/ 955756 h 1531935"/>
                <a:gd name="connsiteX249" fmla="*/ 714581 w 1377328"/>
                <a:gd name="connsiteY249" fmla="*/ 941648 h 1531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377328" h="1531935">
                  <a:moveTo>
                    <a:pt x="682970" y="421509"/>
                  </a:moveTo>
                  <a:lnTo>
                    <a:pt x="643162" y="393546"/>
                  </a:lnTo>
                  <a:lnTo>
                    <a:pt x="621898" y="369397"/>
                  </a:lnTo>
                  <a:lnTo>
                    <a:pt x="598790" y="347166"/>
                  </a:lnTo>
                  <a:lnTo>
                    <a:pt x="582343" y="339070"/>
                  </a:lnTo>
                  <a:lnTo>
                    <a:pt x="575569" y="343760"/>
                  </a:lnTo>
                  <a:lnTo>
                    <a:pt x="582737" y="352784"/>
                  </a:lnTo>
                  <a:lnTo>
                    <a:pt x="576484" y="363766"/>
                  </a:lnTo>
                  <a:lnTo>
                    <a:pt x="576865" y="373693"/>
                  </a:lnTo>
                  <a:lnTo>
                    <a:pt x="580386" y="382984"/>
                  </a:lnTo>
                  <a:lnTo>
                    <a:pt x="577907" y="396444"/>
                  </a:lnTo>
                  <a:lnTo>
                    <a:pt x="581428" y="409243"/>
                  </a:lnTo>
                  <a:lnTo>
                    <a:pt x="592791" y="421407"/>
                  </a:lnTo>
                  <a:lnTo>
                    <a:pt x="627643" y="459703"/>
                  </a:lnTo>
                  <a:lnTo>
                    <a:pt x="674670" y="491974"/>
                  </a:lnTo>
                  <a:lnTo>
                    <a:pt x="692554" y="504544"/>
                  </a:lnTo>
                  <a:lnTo>
                    <a:pt x="702722" y="503362"/>
                  </a:lnTo>
                  <a:lnTo>
                    <a:pt x="713424" y="486623"/>
                  </a:lnTo>
                  <a:lnTo>
                    <a:pt x="719296" y="476302"/>
                  </a:lnTo>
                  <a:lnTo>
                    <a:pt x="717732" y="460885"/>
                  </a:lnTo>
                  <a:lnTo>
                    <a:pt x="703243" y="437612"/>
                  </a:lnTo>
                  <a:close/>
                  <a:moveTo>
                    <a:pt x="1115575" y="842763"/>
                  </a:moveTo>
                  <a:lnTo>
                    <a:pt x="1135415" y="839369"/>
                  </a:lnTo>
                  <a:lnTo>
                    <a:pt x="1193997" y="844453"/>
                  </a:lnTo>
                  <a:lnTo>
                    <a:pt x="1204444" y="844707"/>
                  </a:lnTo>
                  <a:lnTo>
                    <a:pt x="1201178" y="863404"/>
                  </a:lnTo>
                  <a:lnTo>
                    <a:pt x="1117786" y="866289"/>
                  </a:lnTo>
                  <a:close/>
                  <a:moveTo>
                    <a:pt x="1206275" y="656914"/>
                  </a:moveTo>
                  <a:lnTo>
                    <a:pt x="1271097" y="701209"/>
                  </a:lnTo>
                  <a:lnTo>
                    <a:pt x="1276969" y="706293"/>
                  </a:lnTo>
                  <a:lnTo>
                    <a:pt x="1298373" y="722117"/>
                  </a:lnTo>
                  <a:lnTo>
                    <a:pt x="1377329" y="785109"/>
                  </a:lnTo>
                  <a:lnTo>
                    <a:pt x="1368978" y="836484"/>
                  </a:lnTo>
                  <a:lnTo>
                    <a:pt x="1311693" y="869022"/>
                  </a:lnTo>
                  <a:lnTo>
                    <a:pt x="1302033" y="867586"/>
                  </a:lnTo>
                  <a:lnTo>
                    <a:pt x="1297725" y="861307"/>
                  </a:lnTo>
                  <a:lnTo>
                    <a:pt x="1302287" y="852956"/>
                  </a:lnTo>
                  <a:lnTo>
                    <a:pt x="1319141" y="842496"/>
                  </a:lnTo>
                  <a:lnTo>
                    <a:pt x="1311693" y="809691"/>
                  </a:lnTo>
                  <a:lnTo>
                    <a:pt x="1297203" y="799891"/>
                  </a:lnTo>
                  <a:lnTo>
                    <a:pt x="1283375" y="780928"/>
                  </a:lnTo>
                  <a:lnTo>
                    <a:pt x="1263534" y="781576"/>
                  </a:lnTo>
                  <a:lnTo>
                    <a:pt x="1252972" y="775056"/>
                  </a:lnTo>
                  <a:lnTo>
                    <a:pt x="1235737" y="763159"/>
                  </a:lnTo>
                  <a:lnTo>
                    <a:pt x="1219557" y="757655"/>
                  </a:lnTo>
                  <a:lnTo>
                    <a:pt x="1187972" y="767341"/>
                  </a:lnTo>
                  <a:lnTo>
                    <a:pt x="1165793" y="765243"/>
                  </a:lnTo>
                  <a:lnTo>
                    <a:pt x="1149269" y="774916"/>
                  </a:lnTo>
                  <a:lnTo>
                    <a:pt x="1136216" y="765904"/>
                  </a:lnTo>
                  <a:lnTo>
                    <a:pt x="1152917" y="740153"/>
                  </a:lnTo>
                  <a:lnTo>
                    <a:pt x="1182545" y="719118"/>
                  </a:lnTo>
                  <a:lnTo>
                    <a:pt x="1192077" y="704082"/>
                  </a:lnTo>
                  <a:lnTo>
                    <a:pt x="1199386" y="694282"/>
                  </a:lnTo>
                  <a:lnTo>
                    <a:pt x="1199894" y="673374"/>
                  </a:lnTo>
                  <a:lnTo>
                    <a:pt x="1206249" y="666841"/>
                  </a:lnTo>
                  <a:close/>
                  <a:moveTo>
                    <a:pt x="835518" y="211472"/>
                  </a:moveTo>
                  <a:lnTo>
                    <a:pt x="829913" y="207164"/>
                  </a:lnTo>
                  <a:lnTo>
                    <a:pt x="825337" y="209706"/>
                  </a:lnTo>
                  <a:lnTo>
                    <a:pt x="825337" y="218730"/>
                  </a:lnTo>
                  <a:lnTo>
                    <a:pt x="828324" y="226165"/>
                  </a:lnTo>
                  <a:lnTo>
                    <a:pt x="823125" y="228529"/>
                  </a:lnTo>
                  <a:lnTo>
                    <a:pt x="822465" y="234020"/>
                  </a:lnTo>
                  <a:lnTo>
                    <a:pt x="839433" y="260165"/>
                  </a:lnTo>
                  <a:lnTo>
                    <a:pt x="844911" y="274146"/>
                  </a:lnTo>
                  <a:lnTo>
                    <a:pt x="850783" y="277680"/>
                  </a:lnTo>
                  <a:lnTo>
                    <a:pt x="851177" y="286043"/>
                  </a:lnTo>
                  <a:lnTo>
                    <a:pt x="865006" y="310752"/>
                  </a:lnTo>
                  <a:lnTo>
                    <a:pt x="872060" y="314285"/>
                  </a:lnTo>
                  <a:lnTo>
                    <a:pt x="875186" y="321606"/>
                  </a:lnTo>
                  <a:lnTo>
                    <a:pt x="881059" y="325648"/>
                  </a:lnTo>
                  <a:lnTo>
                    <a:pt x="884452" y="325000"/>
                  </a:lnTo>
                  <a:lnTo>
                    <a:pt x="883931" y="319115"/>
                  </a:lnTo>
                  <a:lnTo>
                    <a:pt x="888634" y="315988"/>
                  </a:lnTo>
                  <a:lnTo>
                    <a:pt x="890985" y="305655"/>
                  </a:lnTo>
                  <a:lnTo>
                    <a:pt x="888100" y="292945"/>
                  </a:lnTo>
                  <a:lnTo>
                    <a:pt x="881986" y="280133"/>
                  </a:lnTo>
                  <a:lnTo>
                    <a:pt x="875453" y="269024"/>
                  </a:lnTo>
                  <a:lnTo>
                    <a:pt x="864624" y="221831"/>
                  </a:lnTo>
                  <a:lnTo>
                    <a:pt x="857303" y="212032"/>
                  </a:lnTo>
                  <a:lnTo>
                    <a:pt x="846093" y="212565"/>
                  </a:lnTo>
                  <a:close/>
                  <a:moveTo>
                    <a:pt x="663650" y="966802"/>
                  </a:moveTo>
                  <a:lnTo>
                    <a:pt x="639374" y="984062"/>
                  </a:lnTo>
                  <a:lnTo>
                    <a:pt x="669879" y="1038563"/>
                  </a:lnTo>
                  <a:lnTo>
                    <a:pt x="654207" y="1056472"/>
                  </a:lnTo>
                  <a:lnTo>
                    <a:pt x="608946" y="1090053"/>
                  </a:lnTo>
                  <a:lnTo>
                    <a:pt x="561677" y="1178541"/>
                  </a:lnTo>
                  <a:lnTo>
                    <a:pt x="544073" y="1171233"/>
                  </a:lnTo>
                  <a:lnTo>
                    <a:pt x="555830" y="1132530"/>
                  </a:lnTo>
                  <a:lnTo>
                    <a:pt x="527639" y="1121548"/>
                  </a:lnTo>
                  <a:lnTo>
                    <a:pt x="509616" y="1139203"/>
                  </a:lnTo>
                  <a:lnTo>
                    <a:pt x="477128" y="1170432"/>
                  </a:lnTo>
                  <a:lnTo>
                    <a:pt x="478819" y="1224425"/>
                  </a:lnTo>
                  <a:lnTo>
                    <a:pt x="470875" y="1269762"/>
                  </a:lnTo>
                  <a:lnTo>
                    <a:pt x="469413" y="1278405"/>
                  </a:lnTo>
                  <a:lnTo>
                    <a:pt x="427660" y="1339414"/>
                  </a:lnTo>
                  <a:lnTo>
                    <a:pt x="422182" y="1347256"/>
                  </a:lnTo>
                  <a:lnTo>
                    <a:pt x="450628" y="1399673"/>
                  </a:lnTo>
                  <a:lnTo>
                    <a:pt x="468117" y="1431944"/>
                  </a:lnTo>
                  <a:lnTo>
                    <a:pt x="464202" y="1439151"/>
                  </a:lnTo>
                  <a:lnTo>
                    <a:pt x="432897" y="1494695"/>
                  </a:lnTo>
                  <a:lnTo>
                    <a:pt x="379107" y="1489331"/>
                  </a:lnTo>
                  <a:lnTo>
                    <a:pt x="305655" y="1531935"/>
                  </a:lnTo>
                  <a:lnTo>
                    <a:pt x="259314" y="1495343"/>
                  </a:lnTo>
                  <a:lnTo>
                    <a:pt x="242701" y="1482302"/>
                  </a:lnTo>
                  <a:lnTo>
                    <a:pt x="241519" y="1474676"/>
                  </a:lnTo>
                  <a:lnTo>
                    <a:pt x="236168" y="1458725"/>
                  </a:lnTo>
                  <a:lnTo>
                    <a:pt x="178095" y="1409587"/>
                  </a:lnTo>
                  <a:lnTo>
                    <a:pt x="128767" y="1367745"/>
                  </a:lnTo>
                  <a:lnTo>
                    <a:pt x="69779" y="1317680"/>
                  </a:lnTo>
                  <a:lnTo>
                    <a:pt x="46278" y="1204559"/>
                  </a:lnTo>
                  <a:lnTo>
                    <a:pt x="75651" y="1191213"/>
                  </a:lnTo>
                  <a:lnTo>
                    <a:pt x="95886" y="1140766"/>
                  </a:lnTo>
                  <a:lnTo>
                    <a:pt x="63259" y="1116464"/>
                  </a:lnTo>
                  <a:lnTo>
                    <a:pt x="74596" y="1088235"/>
                  </a:lnTo>
                  <a:lnTo>
                    <a:pt x="160873" y="1056599"/>
                  </a:lnTo>
                  <a:lnTo>
                    <a:pt x="222594" y="950215"/>
                  </a:lnTo>
                  <a:lnTo>
                    <a:pt x="236041" y="917168"/>
                  </a:lnTo>
                  <a:lnTo>
                    <a:pt x="236562" y="840971"/>
                  </a:lnTo>
                  <a:lnTo>
                    <a:pt x="212540" y="844784"/>
                  </a:lnTo>
                  <a:lnTo>
                    <a:pt x="168436" y="831336"/>
                  </a:lnTo>
                  <a:lnTo>
                    <a:pt x="132148" y="843360"/>
                  </a:lnTo>
                  <a:lnTo>
                    <a:pt x="112447" y="772107"/>
                  </a:lnTo>
                  <a:lnTo>
                    <a:pt x="63132" y="713297"/>
                  </a:lnTo>
                  <a:lnTo>
                    <a:pt x="85184" y="627160"/>
                  </a:lnTo>
                  <a:lnTo>
                    <a:pt x="71470" y="621554"/>
                  </a:lnTo>
                  <a:lnTo>
                    <a:pt x="76554" y="593706"/>
                  </a:lnTo>
                  <a:lnTo>
                    <a:pt x="60030" y="514382"/>
                  </a:lnTo>
                  <a:lnTo>
                    <a:pt x="73211" y="491758"/>
                  </a:lnTo>
                  <a:lnTo>
                    <a:pt x="98390" y="479048"/>
                  </a:lnTo>
                  <a:lnTo>
                    <a:pt x="90052" y="422602"/>
                  </a:lnTo>
                  <a:lnTo>
                    <a:pt x="79223" y="368100"/>
                  </a:lnTo>
                  <a:lnTo>
                    <a:pt x="87306" y="336859"/>
                  </a:lnTo>
                  <a:lnTo>
                    <a:pt x="43189" y="268223"/>
                  </a:lnTo>
                  <a:lnTo>
                    <a:pt x="38499" y="271744"/>
                  </a:lnTo>
                  <a:lnTo>
                    <a:pt x="16447" y="213455"/>
                  </a:lnTo>
                  <a:lnTo>
                    <a:pt x="0" y="197771"/>
                  </a:lnTo>
                  <a:lnTo>
                    <a:pt x="521" y="162996"/>
                  </a:lnTo>
                  <a:lnTo>
                    <a:pt x="113794" y="138707"/>
                  </a:lnTo>
                  <a:lnTo>
                    <a:pt x="169783" y="152942"/>
                  </a:lnTo>
                  <a:lnTo>
                    <a:pt x="192483" y="158306"/>
                  </a:lnTo>
                  <a:lnTo>
                    <a:pt x="248726" y="102482"/>
                  </a:lnTo>
                  <a:lnTo>
                    <a:pt x="226293" y="42223"/>
                  </a:lnTo>
                  <a:lnTo>
                    <a:pt x="321810" y="26679"/>
                  </a:lnTo>
                  <a:lnTo>
                    <a:pt x="336681" y="52175"/>
                  </a:lnTo>
                  <a:lnTo>
                    <a:pt x="355085" y="78968"/>
                  </a:lnTo>
                  <a:lnTo>
                    <a:pt x="359394" y="132351"/>
                  </a:lnTo>
                  <a:lnTo>
                    <a:pt x="455305" y="124395"/>
                  </a:lnTo>
                  <a:lnTo>
                    <a:pt x="441743" y="108050"/>
                  </a:lnTo>
                  <a:lnTo>
                    <a:pt x="441997" y="97983"/>
                  </a:lnTo>
                  <a:lnTo>
                    <a:pt x="474370" y="99013"/>
                  </a:lnTo>
                  <a:lnTo>
                    <a:pt x="505828" y="75372"/>
                  </a:lnTo>
                  <a:lnTo>
                    <a:pt x="530092" y="86086"/>
                  </a:lnTo>
                  <a:lnTo>
                    <a:pt x="542497" y="116934"/>
                  </a:lnTo>
                  <a:lnTo>
                    <a:pt x="548369" y="129746"/>
                  </a:lnTo>
                  <a:lnTo>
                    <a:pt x="579420" y="138884"/>
                  </a:lnTo>
                  <a:lnTo>
                    <a:pt x="590656" y="132606"/>
                  </a:lnTo>
                  <a:lnTo>
                    <a:pt x="616610" y="120988"/>
                  </a:lnTo>
                  <a:lnTo>
                    <a:pt x="681343" y="102152"/>
                  </a:lnTo>
                  <a:lnTo>
                    <a:pt x="691003" y="110274"/>
                  </a:lnTo>
                  <a:lnTo>
                    <a:pt x="692172" y="125526"/>
                  </a:lnTo>
                  <a:lnTo>
                    <a:pt x="643632" y="144210"/>
                  </a:lnTo>
                  <a:lnTo>
                    <a:pt x="665684" y="166834"/>
                  </a:lnTo>
                  <a:lnTo>
                    <a:pt x="679513" y="185391"/>
                  </a:lnTo>
                  <a:lnTo>
                    <a:pt x="685004" y="196093"/>
                  </a:lnTo>
                  <a:lnTo>
                    <a:pt x="741361" y="183383"/>
                  </a:lnTo>
                  <a:lnTo>
                    <a:pt x="748682" y="119336"/>
                  </a:lnTo>
                  <a:lnTo>
                    <a:pt x="772691" y="104707"/>
                  </a:lnTo>
                  <a:lnTo>
                    <a:pt x="782224" y="123518"/>
                  </a:lnTo>
                  <a:lnTo>
                    <a:pt x="788579" y="122857"/>
                  </a:lnTo>
                  <a:lnTo>
                    <a:pt x="794185" y="117519"/>
                  </a:lnTo>
                  <a:lnTo>
                    <a:pt x="793803" y="111888"/>
                  </a:lnTo>
                  <a:lnTo>
                    <a:pt x="787918" y="104707"/>
                  </a:lnTo>
                  <a:lnTo>
                    <a:pt x="793002" y="90179"/>
                  </a:lnTo>
                  <a:lnTo>
                    <a:pt x="800044" y="75816"/>
                  </a:lnTo>
                  <a:lnTo>
                    <a:pt x="798989" y="64962"/>
                  </a:lnTo>
                  <a:lnTo>
                    <a:pt x="789202" y="43011"/>
                  </a:lnTo>
                  <a:lnTo>
                    <a:pt x="817533" y="44054"/>
                  </a:lnTo>
                  <a:lnTo>
                    <a:pt x="850160" y="0"/>
                  </a:lnTo>
                  <a:lnTo>
                    <a:pt x="930031" y="44054"/>
                  </a:lnTo>
                  <a:lnTo>
                    <a:pt x="933285" y="93445"/>
                  </a:lnTo>
                  <a:lnTo>
                    <a:pt x="948169" y="106524"/>
                  </a:lnTo>
                  <a:lnTo>
                    <a:pt x="957167" y="123912"/>
                  </a:lnTo>
                  <a:lnTo>
                    <a:pt x="965658" y="139990"/>
                  </a:lnTo>
                  <a:lnTo>
                    <a:pt x="967209" y="166796"/>
                  </a:lnTo>
                  <a:lnTo>
                    <a:pt x="973741" y="188480"/>
                  </a:lnTo>
                  <a:lnTo>
                    <a:pt x="988485" y="217497"/>
                  </a:lnTo>
                  <a:lnTo>
                    <a:pt x="992146" y="225987"/>
                  </a:lnTo>
                  <a:lnTo>
                    <a:pt x="997878" y="250963"/>
                  </a:lnTo>
                  <a:lnTo>
                    <a:pt x="1017198" y="304537"/>
                  </a:lnTo>
                  <a:lnTo>
                    <a:pt x="1034687" y="364274"/>
                  </a:lnTo>
                  <a:lnTo>
                    <a:pt x="1056472" y="386479"/>
                  </a:lnTo>
                  <a:lnTo>
                    <a:pt x="1056727" y="396825"/>
                  </a:lnTo>
                  <a:lnTo>
                    <a:pt x="1064963" y="418522"/>
                  </a:lnTo>
                  <a:lnTo>
                    <a:pt x="1090675" y="426885"/>
                  </a:lnTo>
                  <a:lnTo>
                    <a:pt x="1152803" y="442823"/>
                  </a:lnTo>
                  <a:lnTo>
                    <a:pt x="1166784" y="433418"/>
                  </a:lnTo>
                  <a:lnTo>
                    <a:pt x="1176952" y="460872"/>
                  </a:lnTo>
                  <a:lnTo>
                    <a:pt x="1173686" y="481208"/>
                  </a:lnTo>
                  <a:lnTo>
                    <a:pt x="1183727" y="486445"/>
                  </a:lnTo>
                  <a:lnTo>
                    <a:pt x="1242448" y="461025"/>
                  </a:lnTo>
                  <a:lnTo>
                    <a:pt x="1254332" y="499155"/>
                  </a:lnTo>
                  <a:lnTo>
                    <a:pt x="1279511" y="496613"/>
                  </a:lnTo>
                  <a:lnTo>
                    <a:pt x="1292958" y="507328"/>
                  </a:lnTo>
                  <a:lnTo>
                    <a:pt x="1312138" y="505370"/>
                  </a:lnTo>
                  <a:lnTo>
                    <a:pt x="1321544" y="509412"/>
                  </a:lnTo>
                  <a:lnTo>
                    <a:pt x="1322586" y="517127"/>
                  </a:lnTo>
                  <a:lnTo>
                    <a:pt x="1318938" y="523406"/>
                  </a:lnTo>
                  <a:lnTo>
                    <a:pt x="1308999" y="531388"/>
                  </a:lnTo>
                  <a:lnTo>
                    <a:pt x="1298437" y="534261"/>
                  </a:lnTo>
                  <a:lnTo>
                    <a:pt x="1287620" y="520394"/>
                  </a:lnTo>
                  <a:lnTo>
                    <a:pt x="1247430" y="522237"/>
                  </a:lnTo>
                  <a:lnTo>
                    <a:pt x="1185570" y="548369"/>
                  </a:lnTo>
                  <a:lnTo>
                    <a:pt x="1158421" y="615949"/>
                  </a:lnTo>
                  <a:lnTo>
                    <a:pt x="1122527" y="642336"/>
                  </a:lnTo>
                  <a:lnTo>
                    <a:pt x="1123176" y="649962"/>
                  </a:lnTo>
                  <a:lnTo>
                    <a:pt x="1146549" y="675852"/>
                  </a:lnTo>
                  <a:lnTo>
                    <a:pt x="1138453" y="689312"/>
                  </a:lnTo>
                  <a:lnTo>
                    <a:pt x="1124472" y="700027"/>
                  </a:lnTo>
                  <a:lnTo>
                    <a:pt x="1082299" y="744894"/>
                  </a:lnTo>
                  <a:lnTo>
                    <a:pt x="1069754" y="754427"/>
                  </a:lnTo>
                  <a:lnTo>
                    <a:pt x="1053714" y="754173"/>
                  </a:lnTo>
                  <a:lnTo>
                    <a:pt x="1050969" y="739264"/>
                  </a:lnTo>
                  <a:lnTo>
                    <a:pt x="1030226" y="717440"/>
                  </a:lnTo>
                  <a:lnTo>
                    <a:pt x="1006216" y="692477"/>
                  </a:lnTo>
                  <a:lnTo>
                    <a:pt x="991205" y="693011"/>
                  </a:lnTo>
                  <a:lnTo>
                    <a:pt x="965912" y="694053"/>
                  </a:lnTo>
                  <a:lnTo>
                    <a:pt x="961476" y="699137"/>
                  </a:lnTo>
                  <a:lnTo>
                    <a:pt x="971530" y="706853"/>
                  </a:lnTo>
                  <a:lnTo>
                    <a:pt x="980669" y="714034"/>
                  </a:lnTo>
                  <a:lnTo>
                    <a:pt x="1002581" y="734561"/>
                  </a:lnTo>
                  <a:lnTo>
                    <a:pt x="1011847" y="748008"/>
                  </a:lnTo>
                  <a:lnTo>
                    <a:pt x="1021506" y="759130"/>
                  </a:lnTo>
                  <a:lnTo>
                    <a:pt x="1023337" y="766845"/>
                  </a:lnTo>
                  <a:lnTo>
                    <a:pt x="1016283" y="783965"/>
                  </a:lnTo>
                  <a:lnTo>
                    <a:pt x="1025688" y="817419"/>
                  </a:lnTo>
                  <a:lnTo>
                    <a:pt x="1029209" y="837679"/>
                  </a:lnTo>
                  <a:lnTo>
                    <a:pt x="1004678" y="852715"/>
                  </a:lnTo>
                  <a:lnTo>
                    <a:pt x="987316" y="843042"/>
                  </a:lnTo>
                  <a:lnTo>
                    <a:pt x="979893" y="821155"/>
                  </a:lnTo>
                  <a:lnTo>
                    <a:pt x="964476" y="825197"/>
                  </a:lnTo>
                  <a:lnTo>
                    <a:pt x="956252" y="832264"/>
                  </a:lnTo>
                  <a:lnTo>
                    <a:pt x="971657" y="859045"/>
                  </a:lnTo>
                  <a:lnTo>
                    <a:pt x="862031" y="867026"/>
                  </a:lnTo>
                  <a:lnTo>
                    <a:pt x="829811" y="897874"/>
                  </a:lnTo>
                  <a:lnTo>
                    <a:pt x="816618" y="880741"/>
                  </a:lnTo>
                  <a:lnTo>
                    <a:pt x="797044" y="878796"/>
                  </a:lnTo>
                  <a:lnTo>
                    <a:pt x="777204" y="913038"/>
                  </a:lnTo>
                  <a:lnTo>
                    <a:pt x="799256" y="936691"/>
                  </a:lnTo>
                  <a:lnTo>
                    <a:pt x="746152" y="955756"/>
                  </a:lnTo>
                  <a:lnTo>
                    <a:pt x="714581" y="941648"/>
                  </a:lnTo>
                  <a:close/>
                </a:path>
              </a:pathLst>
            </a:custGeom>
            <a:solidFill>
              <a:srgbClr val="FFFFFF"/>
            </a:solidFill>
            <a:ln w="12700" cap="flat">
              <a:noFill/>
              <a:prstDash val="solid"/>
              <a:miter/>
            </a:ln>
          </p:spPr>
          <p:txBody>
            <a:bodyPr rtlCol="0" anchor="ctr"/>
            <a:lstStyle/>
            <a:p>
              <a:endParaRPr lang="de-CH"/>
            </a:p>
          </p:txBody>
        </p:sp>
        <p:sp>
          <p:nvSpPr>
            <p:cNvPr id="87" name="Freihandform: Form 86">
              <a:extLst>
                <a:ext uri="{FF2B5EF4-FFF2-40B4-BE49-F238E27FC236}">
                  <a16:creationId xmlns:a16="http://schemas.microsoft.com/office/drawing/2014/main" id="{AA406FA9-93B3-8D2B-9038-D8661AB22FFF}"/>
                </a:ext>
              </a:extLst>
            </p:cNvPr>
            <p:cNvSpPr/>
            <p:nvPr/>
          </p:nvSpPr>
          <p:spPr>
            <a:xfrm>
              <a:off x="5339598" y="2047160"/>
              <a:ext cx="1377328" cy="1531935"/>
            </a:xfrm>
            <a:custGeom>
              <a:avLst/>
              <a:gdLst>
                <a:gd name="connsiteX0" fmla="*/ 682970 w 1377328"/>
                <a:gd name="connsiteY0" fmla="*/ 421509 h 1531935"/>
                <a:gd name="connsiteX1" fmla="*/ 643162 w 1377328"/>
                <a:gd name="connsiteY1" fmla="*/ 393546 h 1531935"/>
                <a:gd name="connsiteX2" fmla="*/ 621898 w 1377328"/>
                <a:gd name="connsiteY2" fmla="*/ 369397 h 1531935"/>
                <a:gd name="connsiteX3" fmla="*/ 598790 w 1377328"/>
                <a:gd name="connsiteY3" fmla="*/ 347166 h 1531935"/>
                <a:gd name="connsiteX4" fmla="*/ 582343 w 1377328"/>
                <a:gd name="connsiteY4" fmla="*/ 339070 h 1531935"/>
                <a:gd name="connsiteX5" fmla="*/ 575569 w 1377328"/>
                <a:gd name="connsiteY5" fmla="*/ 343760 h 1531935"/>
                <a:gd name="connsiteX6" fmla="*/ 582737 w 1377328"/>
                <a:gd name="connsiteY6" fmla="*/ 352784 h 1531935"/>
                <a:gd name="connsiteX7" fmla="*/ 576484 w 1377328"/>
                <a:gd name="connsiteY7" fmla="*/ 363766 h 1531935"/>
                <a:gd name="connsiteX8" fmla="*/ 576865 w 1377328"/>
                <a:gd name="connsiteY8" fmla="*/ 373693 h 1531935"/>
                <a:gd name="connsiteX9" fmla="*/ 580386 w 1377328"/>
                <a:gd name="connsiteY9" fmla="*/ 382984 h 1531935"/>
                <a:gd name="connsiteX10" fmla="*/ 577907 w 1377328"/>
                <a:gd name="connsiteY10" fmla="*/ 396444 h 1531935"/>
                <a:gd name="connsiteX11" fmla="*/ 581428 w 1377328"/>
                <a:gd name="connsiteY11" fmla="*/ 409243 h 1531935"/>
                <a:gd name="connsiteX12" fmla="*/ 592791 w 1377328"/>
                <a:gd name="connsiteY12" fmla="*/ 421407 h 1531935"/>
                <a:gd name="connsiteX13" fmla="*/ 627643 w 1377328"/>
                <a:gd name="connsiteY13" fmla="*/ 459703 h 1531935"/>
                <a:gd name="connsiteX14" fmla="*/ 674670 w 1377328"/>
                <a:gd name="connsiteY14" fmla="*/ 491974 h 1531935"/>
                <a:gd name="connsiteX15" fmla="*/ 692554 w 1377328"/>
                <a:gd name="connsiteY15" fmla="*/ 504544 h 1531935"/>
                <a:gd name="connsiteX16" fmla="*/ 702722 w 1377328"/>
                <a:gd name="connsiteY16" fmla="*/ 503362 h 1531935"/>
                <a:gd name="connsiteX17" fmla="*/ 713424 w 1377328"/>
                <a:gd name="connsiteY17" fmla="*/ 486623 h 1531935"/>
                <a:gd name="connsiteX18" fmla="*/ 719296 w 1377328"/>
                <a:gd name="connsiteY18" fmla="*/ 476302 h 1531935"/>
                <a:gd name="connsiteX19" fmla="*/ 717732 w 1377328"/>
                <a:gd name="connsiteY19" fmla="*/ 460885 h 1531935"/>
                <a:gd name="connsiteX20" fmla="*/ 703243 w 1377328"/>
                <a:gd name="connsiteY20" fmla="*/ 437612 h 1531935"/>
                <a:gd name="connsiteX21" fmla="*/ 1115575 w 1377328"/>
                <a:gd name="connsiteY21" fmla="*/ 842763 h 1531935"/>
                <a:gd name="connsiteX22" fmla="*/ 1135415 w 1377328"/>
                <a:gd name="connsiteY22" fmla="*/ 839369 h 1531935"/>
                <a:gd name="connsiteX23" fmla="*/ 1193997 w 1377328"/>
                <a:gd name="connsiteY23" fmla="*/ 844453 h 1531935"/>
                <a:gd name="connsiteX24" fmla="*/ 1204444 w 1377328"/>
                <a:gd name="connsiteY24" fmla="*/ 844707 h 1531935"/>
                <a:gd name="connsiteX25" fmla="*/ 1201178 w 1377328"/>
                <a:gd name="connsiteY25" fmla="*/ 863404 h 1531935"/>
                <a:gd name="connsiteX26" fmla="*/ 1117786 w 1377328"/>
                <a:gd name="connsiteY26" fmla="*/ 866289 h 1531935"/>
                <a:gd name="connsiteX27" fmla="*/ 1206275 w 1377328"/>
                <a:gd name="connsiteY27" fmla="*/ 656914 h 1531935"/>
                <a:gd name="connsiteX28" fmla="*/ 1271097 w 1377328"/>
                <a:gd name="connsiteY28" fmla="*/ 701209 h 1531935"/>
                <a:gd name="connsiteX29" fmla="*/ 1276969 w 1377328"/>
                <a:gd name="connsiteY29" fmla="*/ 706293 h 1531935"/>
                <a:gd name="connsiteX30" fmla="*/ 1298373 w 1377328"/>
                <a:gd name="connsiteY30" fmla="*/ 722117 h 1531935"/>
                <a:gd name="connsiteX31" fmla="*/ 1377329 w 1377328"/>
                <a:gd name="connsiteY31" fmla="*/ 785109 h 1531935"/>
                <a:gd name="connsiteX32" fmla="*/ 1368978 w 1377328"/>
                <a:gd name="connsiteY32" fmla="*/ 836484 h 1531935"/>
                <a:gd name="connsiteX33" fmla="*/ 1311693 w 1377328"/>
                <a:gd name="connsiteY33" fmla="*/ 869022 h 1531935"/>
                <a:gd name="connsiteX34" fmla="*/ 1302033 w 1377328"/>
                <a:gd name="connsiteY34" fmla="*/ 867586 h 1531935"/>
                <a:gd name="connsiteX35" fmla="*/ 1297725 w 1377328"/>
                <a:gd name="connsiteY35" fmla="*/ 861307 h 1531935"/>
                <a:gd name="connsiteX36" fmla="*/ 1302287 w 1377328"/>
                <a:gd name="connsiteY36" fmla="*/ 852956 h 1531935"/>
                <a:gd name="connsiteX37" fmla="*/ 1319141 w 1377328"/>
                <a:gd name="connsiteY37" fmla="*/ 842496 h 1531935"/>
                <a:gd name="connsiteX38" fmla="*/ 1311693 w 1377328"/>
                <a:gd name="connsiteY38" fmla="*/ 809691 h 1531935"/>
                <a:gd name="connsiteX39" fmla="*/ 1297203 w 1377328"/>
                <a:gd name="connsiteY39" fmla="*/ 799891 h 1531935"/>
                <a:gd name="connsiteX40" fmla="*/ 1283375 w 1377328"/>
                <a:gd name="connsiteY40" fmla="*/ 780928 h 1531935"/>
                <a:gd name="connsiteX41" fmla="*/ 1263534 w 1377328"/>
                <a:gd name="connsiteY41" fmla="*/ 781576 h 1531935"/>
                <a:gd name="connsiteX42" fmla="*/ 1252972 w 1377328"/>
                <a:gd name="connsiteY42" fmla="*/ 775056 h 1531935"/>
                <a:gd name="connsiteX43" fmla="*/ 1235737 w 1377328"/>
                <a:gd name="connsiteY43" fmla="*/ 763159 h 1531935"/>
                <a:gd name="connsiteX44" fmla="*/ 1219557 w 1377328"/>
                <a:gd name="connsiteY44" fmla="*/ 757655 h 1531935"/>
                <a:gd name="connsiteX45" fmla="*/ 1187972 w 1377328"/>
                <a:gd name="connsiteY45" fmla="*/ 767341 h 1531935"/>
                <a:gd name="connsiteX46" fmla="*/ 1165793 w 1377328"/>
                <a:gd name="connsiteY46" fmla="*/ 765243 h 1531935"/>
                <a:gd name="connsiteX47" fmla="*/ 1149269 w 1377328"/>
                <a:gd name="connsiteY47" fmla="*/ 774916 h 1531935"/>
                <a:gd name="connsiteX48" fmla="*/ 1136216 w 1377328"/>
                <a:gd name="connsiteY48" fmla="*/ 765904 h 1531935"/>
                <a:gd name="connsiteX49" fmla="*/ 1152917 w 1377328"/>
                <a:gd name="connsiteY49" fmla="*/ 740153 h 1531935"/>
                <a:gd name="connsiteX50" fmla="*/ 1182545 w 1377328"/>
                <a:gd name="connsiteY50" fmla="*/ 719118 h 1531935"/>
                <a:gd name="connsiteX51" fmla="*/ 1192077 w 1377328"/>
                <a:gd name="connsiteY51" fmla="*/ 704082 h 1531935"/>
                <a:gd name="connsiteX52" fmla="*/ 1199386 w 1377328"/>
                <a:gd name="connsiteY52" fmla="*/ 694282 h 1531935"/>
                <a:gd name="connsiteX53" fmla="*/ 1199894 w 1377328"/>
                <a:gd name="connsiteY53" fmla="*/ 673374 h 1531935"/>
                <a:gd name="connsiteX54" fmla="*/ 1206249 w 1377328"/>
                <a:gd name="connsiteY54" fmla="*/ 666841 h 1531935"/>
                <a:gd name="connsiteX55" fmla="*/ 835518 w 1377328"/>
                <a:gd name="connsiteY55" fmla="*/ 211472 h 1531935"/>
                <a:gd name="connsiteX56" fmla="*/ 829913 w 1377328"/>
                <a:gd name="connsiteY56" fmla="*/ 207164 h 1531935"/>
                <a:gd name="connsiteX57" fmla="*/ 825337 w 1377328"/>
                <a:gd name="connsiteY57" fmla="*/ 209706 h 1531935"/>
                <a:gd name="connsiteX58" fmla="*/ 825337 w 1377328"/>
                <a:gd name="connsiteY58" fmla="*/ 218730 h 1531935"/>
                <a:gd name="connsiteX59" fmla="*/ 828324 w 1377328"/>
                <a:gd name="connsiteY59" fmla="*/ 226165 h 1531935"/>
                <a:gd name="connsiteX60" fmla="*/ 823125 w 1377328"/>
                <a:gd name="connsiteY60" fmla="*/ 228529 h 1531935"/>
                <a:gd name="connsiteX61" fmla="*/ 822465 w 1377328"/>
                <a:gd name="connsiteY61" fmla="*/ 234020 h 1531935"/>
                <a:gd name="connsiteX62" fmla="*/ 839433 w 1377328"/>
                <a:gd name="connsiteY62" fmla="*/ 260165 h 1531935"/>
                <a:gd name="connsiteX63" fmla="*/ 844911 w 1377328"/>
                <a:gd name="connsiteY63" fmla="*/ 274146 h 1531935"/>
                <a:gd name="connsiteX64" fmla="*/ 850783 w 1377328"/>
                <a:gd name="connsiteY64" fmla="*/ 277680 h 1531935"/>
                <a:gd name="connsiteX65" fmla="*/ 851177 w 1377328"/>
                <a:gd name="connsiteY65" fmla="*/ 286043 h 1531935"/>
                <a:gd name="connsiteX66" fmla="*/ 865006 w 1377328"/>
                <a:gd name="connsiteY66" fmla="*/ 310752 h 1531935"/>
                <a:gd name="connsiteX67" fmla="*/ 872060 w 1377328"/>
                <a:gd name="connsiteY67" fmla="*/ 314285 h 1531935"/>
                <a:gd name="connsiteX68" fmla="*/ 875186 w 1377328"/>
                <a:gd name="connsiteY68" fmla="*/ 321606 h 1531935"/>
                <a:gd name="connsiteX69" fmla="*/ 881059 w 1377328"/>
                <a:gd name="connsiteY69" fmla="*/ 325648 h 1531935"/>
                <a:gd name="connsiteX70" fmla="*/ 884452 w 1377328"/>
                <a:gd name="connsiteY70" fmla="*/ 325000 h 1531935"/>
                <a:gd name="connsiteX71" fmla="*/ 883931 w 1377328"/>
                <a:gd name="connsiteY71" fmla="*/ 319115 h 1531935"/>
                <a:gd name="connsiteX72" fmla="*/ 888634 w 1377328"/>
                <a:gd name="connsiteY72" fmla="*/ 315988 h 1531935"/>
                <a:gd name="connsiteX73" fmla="*/ 890985 w 1377328"/>
                <a:gd name="connsiteY73" fmla="*/ 305655 h 1531935"/>
                <a:gd name="connsiteX74" fmla="*/ 888100 w 1377328"/>
                <a:gd name="connsiteY74" fmla="*/ 292945 h 1531935"/>
                <a:gd name="connsiteX75" fmla="*/ 881986 w 1377328"/>
                <a:gd name="connsiteY75" fmla="*/ 280133 h 1531935"/>
                <a:gd name="connsiteX76" fmla="*/ 875453 w 1377328"/>
                <a:gd name="connsiteY76" fmla="*/ 269024 h 1531935"/>
                <a:gd name="connsiteX77" fmla="*/ 864624 w 1377328"/>
                <a:gd name="connsiteY77" fmla="*/ 221831 h 1531935"/>
                <a:gd name="connsiteX78" fmla="*/ 857303 w 1377328"/>
                <a:gd name="connsiteY78" fmla="*/ 212032 h 1531935"/>
                <a:gd name="connsiteX79" fmla="*/ 846093 w 1377328"/>
                <a:gd name="connsiteY79" fmla="*/ 212565 h 1531935"/>
                <a:gd name="connsiteX80" fmla="*/ 663650 w 1377328"/>
                <a:gd name="connsiteY80" fmla="*/ 966802 h 1531935"/>
                <a:gd name="connsiteX81" fmla="*/ 639374 w 1377328"/>
                <a:gd name="connsiteY81" fmla="*/ 984062 h 1531935"/>
                <a:gd name="connsiteX82" fmla="*/ 669879 w 1377328"/>
                <a:gd name="connsiteY82" fmla="*/ 1038563 h 1531935"/>
                <a:gd name="connsiteX83" fmla="*/ 654207 w 1377328"/>
                <a:gd name="connsiteY83" fmla="*/ 1056472 h 1531935"/>
                <a:gd name="connsiteX84" fmla="*/ 608946 w 1377328"/>
                <a:gd name="connsiteY84" fmla="*/ 1090053 h 1531935"/>
                <a:gd name="connsiteX85" fmla="*/ 561677 w 1377328"/>
                <a:gd name="connsiteY85" fmla="*/ 1178541 h 1531935"/>
                <a:gd name="connsiteX86" fmla="*/ 544073 w 1377328"/>
                <a:gd name="connsiteY86" fmla="*/ 1171233 h 1531935"/>
                <a:gd name="connsiteX87" fmla="*/ 555830 w 1377328"/>
                <a:gd name="connsiteY87" fmla="*/ 1132530 h 1531935"/>
                <a:gd name="connsiteX88" fmla="*/ 527639 w 1377328"/>
                <a:gd name="connsiteY88" fmla="*/ 1121548 h 1531935"/>
                <a:gd name="connsiteX89" fmla="*/ 509616 w 1377328"/>
                <a:gd name="connsiteY89" fmla="*/ 1139203 h 1531935"/>
                <a:gd name="connsiteX90" fmla="*/ 477128 w 1377328"/>
                <a:gd name="connsiteY90" fmla="*/ 1170432 h 1531935"/>
                <a:gd name="connsiteX91" fmla="*/ 478819 w 1377328"/>
                <a:gd name="connsiteY91" fmla="*/ 1224425 h 1531935"/>
                <a:gd name="connsiteX92" fmla="*/ 470875 w 1377328"/>
                <a:gd name="connsiteY92" fmla="*/ 1269762 h 1531935"/>
                <a:gd name="connsiteX93" fmla="*/ 469413 w 1377328"/>
                <a:gd name="connsiteY93" fmla="*/ 1278405 h 1531935"/>
                <a:gd name="connsiteX94" fmla="*/ 427660 w 1377328"/>
                <a:gd name="connsiteY94" fmla="*/ 1339414 h 1531935"/>
                <a:gd name="connsiteX95" fmla="*/ 422182 w 1377328"/>
                <a:gd name="connsiteY95" fmla="*/ 1347256 h 1531935"/>
                <a:gd name="connsiteX96" fmla="*/ 450628 w 1377328"/>
                <a:gd name="connsiteY96" fmla="*/ 1399673 h 1531935"/>
                <a:gd name="connsiteX97" fmla="*/ 468117 w 1377328"/>
                <a:gd name="connsiteY97" fmla="*/ 1431944 h 1531935"/>
                <a:gd name="connsiteX98" fmla="*/ 464202 w 1377328"/>
                <a:gd name="connsiteY98" fmla="*/ 1439151 h 1531935"/>
                <a:gd name="connsiteX99" fmla="*/ 432897 w 1377328"/>
                <a:gd name="connsiteY99" fmla="*/ 1494695 h 1531935"/>
                <a:gd name="connsiteX100" fmla="*/ 379107 w 1377328"/>
                <a:gd name="connsiteY100" fmla="*/ 1489331 h 1531935"/>
                <a:gd name="connsiteX101" fmla="*/ 305655 w 1377328"/>
                <a:gd name="connsiteY101" fmla="*/ 1531935 h 1531935"/>
                <a:gd name="connsiteX102" fmla="*/ 259314 w 1377328"/>
                <a:gd name="connsiteY102" fmla="*/ 1495343 h 1531935"/>
                <a:gd name="connsiteX103" fmla="*/ 242701 w 1377328"/>
                <a:gd name="connsiteY103" fmla="*/ 1482302 h 1531935"/>
                <a:gd name="connsiteX104" fmla="*/ 241519 w 1377328"/>
                <a:gd name="connsiteY104" fmla="*/ 1474676 h 1531935"/>
                <a:gd name="connsiteX105" fmla="*/ 236168 w 1377328"/>
                <a:gd name="connsiteY105" fmla="*/ 1458725 h 1531935"/>
                <a:gd name="connsiteX106" fmla="*/ 178095 w 1377328"/>
                <a:gd name="connsiteY106" fmla="*/ 1409587 h 1531935"/>
                <a:gd name="connsiteX107" fmla="*/ 128767 w 1377328"/>
                <a:gd name="connsiteY107" fmla="*/ 1367745 h 1531935"/>
                <a:gd name="connsiteX108" fmla="*/ 69779 w 1377328"/>
                <a:gd name="connsiteY108" fmla="*/ 1317680 h 1531935"/>
                <a:gd name="connsiteX109" fmla="*/ 46278 w 1377328"/>
                <a:gd name="connsiteY109" fmla="*/ 1204559 h 1531935"/>
                <a:gd name="connsiteX110" fmla="*/ 75651 w 1377328"/>
                <a:gd name="connsiteY110" fmla="*/ 1191213 h 1531935"/>
                <a:gd name="connsiteX111" fmla="*/ 95886 w 1377328"/>
                <a:gd name="connsiteY111" fmla="*/ 1140766 h 1531935"/>
                <a:gd name="connsiteX112" fmla="*/ 63259 w 1377328"/>
                <a:gd name="connsiteY112" fmla="*/ 1116464 h 1531935"/>
                <a:gd name="connsiteX113" fmla="*/ 74596 w 1377328"/>
                <a:gd name="connsiteY113" fmla="*/ 1088235 h 1531935"/>
                <a:gd name="connsiteX114" fmla="*/ 160873 w 1377328"/>
                <a:gd name="connsiteY114" fmla="*/ 1056599 h 1531935"/>
                <a:gd name="connsiteX115" fmla="*/ 222594 w 1377328"/>
                <a:gd name="connsiteY115" fmla="*/ 950215 h 1531935"/>
                <a:gd name="connsiteX116" fmla="*/ 236041 w 1377328"/>
                <a:gd name="connsiteY116" fmla="*/ 917168 h 1531935"/>
                <a:gd name="connsiteX117" fmla="*/ 236562 w 1377328"/>
                <a:gd name="connsiteY117" fmla="*/ 840971 h 1531935"/>
                <a:gd name="connsiteX118" fmla="*/ 212540 w 1377328"/>
                <a:gd name="connsiteY118" fmla="*/ 844784 h 1531935"/>
                <a:gd name="connsiteX119" fmla="*/ 168436 w 1377328"/>
                <a:gd name="connsiteY119" fmla="*/ 831336 h 1531935"/>
                <a:gd name="connsiteX120" fmla="*/ 132148 w 1377328"/>
                <a:gd name="connsiteY120" fmla="*/ 843360 h 1531935"/>
                <a:gd name="connsiteX121" fmla="*/ 112447 w 1377328"/>
                <a:gd name="connsiteY121" fmla="*/ 772107 h 1531935"/>
                <a:gd name="connsiteX122" fmla="*/ 63132 w 1377328"/>
                <a:gd name="connsiteY122" fmla="*/ 713297 h 1531935"/>
                <a:gd name="connsiteX123" fmla="*/ 85184 w 1377328"/>
                <a:gd name="connsiteY123" fmla="*/ 627160 h 1531935"/>
                <a:gd name="connsiteX124" fmla="*/ 71470 w 1377328"/>
                <a:gd name="connsiteY124" fmla="*/ 621554 h 1531935"/>
                <a:gd name="connsiteX125" fmla="*/ 76554 w 1377328"/>
                <a:gd name="connsiteY125" fmla="*/ 593706 h 1531935"/>
                <a:gd name="connsiteX126" fmla="*/ 60030 w 1377328"/>
                <a:gd name="connsiteY126" fmla="*/ 514382 h 1531935"/>
                <a:gd name="connsiteX127" fmla="*/ 73211 w 1377328"/>
                <a:gd name="connsiteY127" fmla="*/ 491758 h 1531935"/>
                <a:gd name="connsiteX128" fmla="*/ 98390 w 1377328"/>
                <a:gd name="connsiteY128" fmla="*/ 479048 h 1531935"/>
                <a:gd name="connsiteX129" fmla="*/ 90052 w 1377328"/>
                <a:gd name="connsiteY129" fmla="*/ 422602 h 1531935"/>
                <a:gd name="connsiteX130" fmla="*/ 79223 w 1377328"/>
                <a:gd name="connsiteY130" fmla="*/ 368100 h 1531935"/>
                <a:gd name="connsiteX131" fmla="*/ 87306 w 1377328"/>
                <a:gd name="connsiteY131" fmla="*/ 336859 h 1531935"/>
                <a:gd name="connsiteX132" fmla="*/ 43189 w 1377328"/>
                <a:gd name="connsiteY132" fmla="*/ 268223 h 1531935"/>
                <a:gd name="connsiteX133" fmla="*/ 38499 w 1377328"/>
                <a:gd name="connsiteY133" fmla="*/ 271744 h 1531935"/>
                <a:gd name="connsiteX134" fmla="*/ 16447 w 1377328"/>
                <a:gd name="connsiteY134" fmla="*/ 213455 h 1531935"/>
                <a:gd name="connsiteX135" fmla="*/ 0 w 1377328"/>
                <a:gd name="connsiteY135" fmla="*/ 197771 h 1531935"/>
                <a:gd name="connsiteX136" fmla="*/ 521 w 1377328"/>
                <a:gd name="connsiteY136" fmla="*/ 162996 h 1531935"/>
                <a:gd name="connsiteX137" fmla="*/ 113794 w 1377328"/>
                <a:gd name="connsiteY137" fmla="*/ 138707 h 1531935"/>
                <a:gd name="connsiteX138" fmla="*/ 169783 w 1377328"/>
                <a:gd name="connsiteY138" fmla="*/ 152942 h 1531935"/>
                <a:gd name="connsiteX139" fmla="*/ 192483 w 1377328"/>
                <a:gd name="connsiteY139" fmla="*/ 158306 h 1531935"/>
                <a:gd name="connsiteX140" fmla="*/ 248726 w 1377328"/>
                <a:gd name="connsiteY140" fmla="*/ 102482 h 1531935"/>
                <a:gd name="connsiteX141" fmla="*/ 226293 w 1377328"/>
                <a:gd name="connsiteY141" fmla="*/ 42223 h 1531935"/>
                <a:gd name="connsiteX142" fmla="*/ 321810 w 1377328"/>
                <a:gd name="connsiteY142" fmla="*/ 26679 h 1531935"/>
                <a:gd name="connsiteX143" fmla="*/ 336681 w 1377328"/>
                <a:gd name="connsiteY143" fmla="*/ 52175 h 1531935"/>
                <a:gd name="connsiteX144" fmla="*/ 355085 w 1377328"/>
                <a:gd name="connsiteY144" fmla="*/ 78968 h 1531935"/>
                <a:gd name="connsiteX145" fmla="*/ 359394 w 1377328"/>
                <a:gd name="connsiteY145" fmla="*/ 132351 h 1531935"/>
                <a:gd name="connsiteX146" fmla="*/ 455305 w 1377328"/>
                <a:gd name="connsiteY146" fmla="*/ 124395 h 1531935"/>
                <a:gd name="connsiteX147" fmla="*/ 441743 w 1377328"/>
                <a:gd name="connsiteY147" fmla="*/ 108050 h 1531935"/>
                <a:gd name="connsiteX148" fmla="*/ 441997 w 1377328"/>
                <a:gd name="connsiteY148" fmla="*/ 97983 h 1531935"/>
                <a:gd name="connsiteX149" fmla="*/ 474370 w 1377328"/>
                <a:gd name="connsiteY149" fmla="*/ 99013 h 1531935"/>
                <a:gd name="connsiteX150" fmla="*/ 505828 w 1377328"/>
                <a:gd name="connsiteY150" fmla="*/ 75372 h 1531935"/>
                <a:gd name="connsiteX151" fmla="*/ 530092 w 1377328"/>
                <a:gd name="connsiteY151" fmla="*/ 86086 h 1531935"/>
                <a:gd name="connsiteX152" fmla="*/ 542497 w 1377328"/>
                <a:gd name="connsiteY152" fmla="*/ 116934 h 1531935"/>
                <a:gd name="connsiteX153" fmla="*/ 548369 w 1377328"/>
                <a:gd name="connsiteY153" fmla="*/ 129746 h 1531935"/>
                <a:gd name="connsiteX154" fmla="*/ 579420 w 1377328"/>
                <a:gd name="connsiteY154" fmla="*/ 138884 h 1531935"/>
                <a:gd name="connsiteX155" fmla="*/ 590656 w 1377328"/>
                <a:gd name="connsiteY155" fmla="*/ 132606 h 1531935"/>
                <a:gd name="connsiteX156" fmla="*/ 616610 w 1377328"/>
                <a:gd name="connsiteY156" fmla="*/ 120988 h 1531935"/>
                <a:gd name="connsiteX157" fmla="*/ 681343 w 1377328"/>
                <a:gd name="connsiteY157" fmla="*/ 102152 h 1531935"/>
                <a:gd name="connsiteX158" fmla="*/ 691003 w 1377328"/>
                <a:gd name="connsiteY158" fmla="*/ 110274 h 1531935"/>
                <a:gd name="connsiteX159" fmla="*/ 692172 w 1377328"/>
                <a:gd name="connsiteY159" fmla="*/ 125526 h 1531935"/>
                <a:gd name="connsiteX160" fmla="*/ 643632 w 1377328"/>
                <a:gd name="connsiteY160" fmla="*/ 144210 h 1531935"/>
                <a:gd name="connsiteX161" fmla="*/ 665684 w 1377328"/>
                <a:gd name="connsiteY161" fmla="*/ 166834 h 1531935"/>
                <a:gd name="connsiteX162" fmla="*/ 679513 w 1377328"/>
                <a:gd name="connsiteY162" fmla="*/ 185391 h 1531935"/>
                <a:gd name="connsiteX163" fmla="*/ 685004 w 1377328"/>
                <a:gd name="connsiteY163" fmla="*/ 196093 h 1531935"/>
                <a:gd name="connsiteX164" fmla="*/ 741361 w 1377328"/>
                <a:gd name="connsiteY164" fmla="*/ 183383 h 1531935"/>
                <a:gd name="connsiteX165" fmla="*/ 748682 w 1377328"/>
                <a:gd name="connsiteY165" fmla="*/ 119336 h 1531935"/>
                <a:gd name="connsiteX166" fmla="*/ 772691 w 1377328"/>
                <a:gd name="connsiteY166" fmla="*/ 104707 h 1531935"/>
                <a:gd name="connsiteX167" fmla="*/ 782224 w 1377328"/>
                <a:gd name="connsiteY167" fmla="*/ 123518 h 1531935"/>
                <a:gd name="connsiteX168" fmla="*/ 788579 w 1377328"/>
                <a:gd name="connsiteY168" fmla="*/ 122857 h 1531935"/>
                <a:gd name="connsiteX169" fmla="*/ 794185 w 1377328"/>
                <a:gd name="connsiteY169" fmla="*/ 117519 h 1531935"/>
                <a:gd name="connsiteX170" fmla="*/ 793803 w 1377328"/>
                <a:gd name="connsiteY170" fmla="*/ 111888 h 1531935"/>
                <a:gd name="connsiteX171" fmla="*/ 787918 w 1377328"/>
                <a:gd name="connsiteY171" fmla="*/ 104707 h 1531935"/>
                <a:gd name="connsiteX172" fmla="*/ 793002 w 1377328"/>
                <a:gd name="connsiteY172" fmla="*/ 90179 h 1531935"/>
                <a:gd name="connsiteX173" fmla="*/ 800044 w 1377328"/>
                <a:gd name="connsiteY173" fmla="*/ 75816 h 1531935"/>
                <a:gd name="connsiteX174" fmla="*/ 798989 w 1377328"/>
                <a:gd name="connsiteY174" fmla="*/ 64962 h 1531935"/>
                <a:gd name="connsiteX175" fmla="*/ 789202 w 1377328"/>
                <a:gd name="connsiteY175" fmla="*/ 43011 h 1531935"/>
                <a:gd name="connsiteX176" fmla="*/ 817533 w 1377328"/>
                <a:gd name="connsiteY176" fmla="*/ 44054 h 1531935"/>
                <a:gd name="connsiteX177" fmla="*/ 850160 w 1377328"/>
                <a:gd name="connsiteY177" fmla="*/ 0 h 1531935"/>
                <a:gd name="connsiteX178" fmla="*/ 930031 w 1377328"/>
                <a:gd name="connsiteY178" fmla="*/ 44054 h 1531935"/>
                <a:gd name="connsiteX179" fmla="*/ 933285 w 1377328"/>
                <a:gd name="connsiteY179" fmla="*/ 93445 h 1531935"/>
                <a:gd name="connsiteX180" fmla="*/ 948169 w 1377328"/>
                <a:gd name="connsiteY180" fmla="*/ 106524 h 1531935"/>
                <a:gd name="connsiteX181" fmla="*/ 957167 w 1377328"/>
                <a:gd name="connsiteY181" fmla="*/ 123912 h 1531935"/>
                <a:gd name="connsiteX182" fmla="*/ 965658 w 1377328"/>
                <a:gd name="connsiteY182" fmla="*/ 139990 h 1531935"/>
                <a:gd name="connsiteX183" fmla="*/ 967209 w 1377328"/>
                <a:gd name="connsiteY183" fmla="*/ 166796 h 1531935"/>
                <a:gd name="connsiteX184" fmla="*/ 973741 w 1377328"/>
                <a:gd name="connsiteY184" fmla="*/ 188480 h 1531935"/>
                <a:gd name="connsiteX185" fmla="*/ 988485 w 1377328"/>
                <a:gd name="connsiteY185" fmla="*/ 217497 h 1531935"/>
                <a:gd name="connsiteX186" fmla="*/ 992146 w 1377328"/>
                <a:gd name="connsiteY186" fmla="*/ 225987 h 1531935"/>
                <a:gd name="connsiteX187" fmla="*/ 997878 w 1377328"/>
                <a:gd name="connsiteY187" fmla="*/ 250963 h 1531935"/>
                <a:gd name="connsiteX188" fmla="*/ 1017198 w 1377328"/>
                <a:gd name="connsiteY188" fmla="*/ 304537 h 1531935"/>
                <a:gd name="connsiteX189" fmla="*/ 1034687 w 1377328"/>
                <a:gd name="connsiteY189" fmla="*/ 364274 h 1531935"/>
                <a:gd name="connsiteX190" fmla="*/ 1056472 w 1377328"/>
                <a:gd name="connsiteY190" fmla="*/ 386479 h 1531935"/>
                <a:gd name="connsiteX191" fmla="*/ 1056727 w 1377328"/>
                <a:gd name="connsiteY191" fmla="*/ 396825 h 1531935"/>
                <a:gd name="connsiteX192" fmla="*/ 1064963 w 1377328"/>
                <a:gd name="connsiteY192" fmla="*/ 418522 h 1531935"/>
                <a:gd name="connsiteX193" fmla="*/ 1090675 w 1377328"/>
                <a:gd name="connsiteY193" fmla="*/ 426885 h 1531935"/>
                <a:gd name="connsiteX194" fmla="*/ 1152803 w 1377328"/>
                <a:gd name="connsiteY194" fmla="*/ 442823 h 1531935"/>
                <a:gd name="connsiteX195" fmla="*/ 1166784 w 1377328"/>
                <a:gd name="connsiteY195" fmla="*/ 433418 h 1531935"/>
                <a:gd name="connsiteX196" fmla="*/ 1176952 w 1377328"/>
                <a:gd name="connsiteY196" fmla="*/ 460872 h 1531935"/>
                <a:gd name="connsiteX197" fmla="*/ 1173686 w 1377328"/>
                <a:gd name="connsiteY197" fmla="*/ 481208 h 1531935"/>
                <a:gd name="connsiteX198" fmla="*/ 1183727 w 1377328"/>
                <a:gd name="connsiteY198" fmla="*/ 486445 h 1531935"/>
                <a:gd name="connsiteX199" fmla="*/ 1242448 w 1377328"/>
                <a:gd name="connsiteY199" fmla="*/ 461025 h 1531935"/>
                <a:gd name="connsiteX200" fmla="*/ 1254332 w 1377328"/>
                <a:gd name="connsiteY200" fmla="*/ 499155 h 1531935"/>
                <a:gd name="connsiteX201" fmla="*/ 1279511 w 1377328"/>
                <a:gd name="connsiteY201" fmla="*/ 496613 h 1531935"/>
                <a:gd name="connsiteX202" fmla="*/ 1292958 w 1377328"/>
                <a:gd name="connsiteY202" fmla="*/ 507328 h 1531935"/>
                <a:gd name="connsiteX203" fmla="*/ 1312138 w 1377328"/>
                <a:gd name="connsiteY203" fmla="*/ 505370 h 1531935"/>
                <a:gd name="connsiteX204" fmla="*/ 1321544 w 1377328"/>
                <a:gd name="connsiteY204" fmla="*/ 509412 h 1531935"/>
                <a:gd name="connsiteX205" fmla="*/ 1322586 w 1377328"/>
                <a:gd name="connsiteY205" fmla="*/ 517127 h 1531935"/>
                <a:gd name="connsiteX206" fmla="*/ 1318938 w 1377328"/>
                <a:gd name="connsiteY206" fmla="*/ 523406 h 1531935"/>
                <a:gd name="connsiteX207" fmla="*/ 1308999 w 1377328"/>
                <a:gd name="connsiteY207" fmla="*/ 531388 h 1531935"/>
                <a:gd name="connsiteX208" fmla="*/ 1298437 w 1377328"/>
                <a:gd name="connsiteY208" fmla="*/ 534261 h 1531935"/>
                <a:gd name="connsiteX209" fmla="*/ 1287620 w 1377328"/>
                <a:gd name="connsiteY209" fmla="*/ 520394 h 1531935"/>
                <a:gd name="connsiteX210" fmla="*/ 1247430 w 1377328"/>
                <a:gd name="connsiteY210" fmla="*/ 522237 h 1531935"/>
                <a:gd name="connsiteX211" fmla="*/ 1185570 w 1377328"/>
                <a:gd name="connsiteY211" fmla="*/ 548369 h 1531935"/>
                <a:gd name="connsiteX212" fmla="*/ 1158421 w 1377328"/>
                <a:gd name="connsiteY212" fmla="*/ 615949 h 1531935"/>
                <a:gd name="connsiteX213" fmla="*/ 1122527 w 1377328"/>
                <a:gd name="connsiteY213" fmla="*/ 642336 h 1531935"/>
                <a:gd name="connsiteX214" fmla="*/ 1123176 w 1377328"/>
                <a:gd name="connsiteY214" fmla="*/ 649962 h 1531935"/>
                <a:gd name="connsiteX215" fmla="*/ 1146549 w 1377328"/>
                <a:gd name="connsiteY215" fmla="*/ 675852 h 1531935"/>
                <a:gd name="connsiteX216" fmla="*/ 1138453 w 1377328"/>
                <a:gd name="connsiteY216" fmla="*/ 689312 h 1531935"/>
                <a:gd name="connsiteX217" fmla="*/ 1124472 w 1377328"/>
                <a:gd name="connsiteY217" fmla="*/ 700027 h 1531935"/>
                <a:gd name="connsiteX218" fmla="*/ 1082299 w 1377328"/>
                <a:gd name="connsiteY218" fmla="*/ 744894 h 1531935"/>
                <a:gd name="connsiteX219" fmla="*/ 1069754 w 1377328"/>
                <a:gd name="connsiteY219" fmla="*/ 754427 h 1531935"/>
                <a:gd name="connsiteX220" fmla="*/ 1053714 w 1377328"/>
                <a:gd name="connsiteY220" fmla="*/ 754173 h 1531935"/>
                <a:gd name="connsiteX221" fmla="*/ 1050969 w 1377328"/>
                <a:gd name="connsiteY221" fmla="*/ 739264 h 1531935"/>
                <a:gd name="connsiteX222" fmla="*/ 1030226 w 1377328"/>
                <a:gd name="connsiteY222" fmla="*/ 717440 h 1531935"/>
                <a:gd name="connsiteX223" fmla="*/ 1006216 w 1377328"/>
                <a:gd name="connsiteY223" fmla="*/ 692477 h 1531935"/>
                <a:gd name="connsiteX224" fmla="*/ 991205 w 1377328"/>
                <a:gd name="connsiteY224" fmla="*/ 693011 h 1531935"/>
                <a:gd name="connsiteX225" fmla="*/ 965912 w 1377328"/>
                <a:gd name="connsiteY225" fmla="*/ 694053 h 1531935"/>
                <a:gd name="connsiteX226" fmla="*/ 961476 w 1377328"/>
                <a:gd name="connsiteY226" fmla="*/ 699137 h 1531935"/>
                <a:gd name="connsiteX227" fmla="*/ 971530 w 1377328"/>
                <a:gd name="connsiteY227" fmla="*/ 706853 h 1531935"/>
                <a:gd name="connsiteX228" fmla="*/ 980669 w 1377328"/>
                <a:gd name="connsiteY228" fmla="*/ 714034 h 1531935"/>
                <a:gd name="connsiteX229" fmla="*/ 1002581 w 1377328"/>
                <a:gd name="connsiteY229" fmla="*/ 734561 h 1531935"/>
                <a:gd name="connsiteX230" fmla="*/ 1011847 w 1377328"/>
                <a:gd name="connsiteY230" fmla="*/ 748008 h 1531935"/>
                <a:gd name="connsiteX231" fmla="*/ 1021506 w 1377328"/>
                <a:gd name="connsiteY231" fmla="*/ 759130 h 1531935"/>
                <a:gd name="connsiteX232" fmla="*/ 1023337 w 1377328"/>
                <a:gd name="connsiteY232" fmla="*/ 766845 h 1531935"/>
                <a:gd name="connsiteX233" fmla="*/ 1016283 w 1377328"/>
                <a:gd name="connsiteY233" fmla="*/ 783965 h 1531935"/>
                <a:gd name="connsiteX234" fmla="*/ 1025688 w 1377328"/>
                <a:gd name="connsiteY234" fmla="*/ 817419 h 1531935"/>
                <a:gd name="connsiteX235" fmla="*/ 1029209 w 1377328"/>
                <a:gd name="connsiteY235" fmla="*/ 837679 h 1531935"/>
                <a:gd name="connsiteX236" fmla="*/ 1004678 w 1377328"/>
                <a:gd name="connsiteY236" fmla="*/ 852715 h 1531935"/>
                <a:gd name="connsiteX237" fmla="*/ 987316 w 1377328"/>
                <a:gd name="connsiteY237" fmla="*/ 843042 h 1531935"/>
                <a:gd name="connsiteX238" fmla="*/ 979893 w 1377328"/>
                <a:gd name="connsiteY238" fmla="*/ 821155 h 1531935"/>
                <a:gd name="connsiteX239" fmla="*/ 964476 w 1377328"/>
                <a:gd name="connsiteY239" fmla="*/ 825197 h 1531935"/>
                <a:gd name="connsiteX240" fmla="*/ 956252 w 1377328"/>
                <a:gd name="connsiteY240" fmla="*/ 832264 h 1531935"/>
                <a:gd name="connsiteX241" fmla="*/ 971657 w 1377328"/>
                <a:gd name="connsiteY241" fmla="*/ 859045 h 1531935"/>
                <a:gd name="connsiteX242" fmla="*/ 862031 w 1377328"/>
                <a:gd name="connsiteY242" fmla="*/ 867026 h 1531935"/>
                <a:gd name="connsiteX243" fmla="*/ 829811 w 1377328"/>
                <a:gd name="connsiteY243" fmla="*/ 897874 h 1531935"/>
                <a:gd name="connsiteX244" fmla="*/ 816618 w 1377328"/>
                <a:gd name="connsiteY244" fmla="*/ 880741 h 1531935"/>
                <a:gd name="connsiteX245" fmla="*/ 797044 w 1377328"/>
                <a:gd name="connsiteY245" fmla="*/ 878796 h 1531935"/>
                <a:gd name="connsiteX246" fmla="*/ 777204 w 1377328"/>
                <a:gd name="connsiteY246" fmla="*/ 913038 h 1531935"/>
                <a:gd name="connsiteX247" fmla="*/ 799256 w 1377328"/>
                <a:gd name="connsiteY247" fmla="*/ 936691 h 1531935"/>
                <a:gd name="connsiteX248" fmla="*/ 746152 w 1377328"/>
                <a:gd name="connsiteY248" fmla="*/ 955756 h 1531935"/>
                <a:gd name="connsiteX249" fmla="*/ 714581 w 1377328"/>
                <a:gd name="connsiteY249" fmla="*/ 941648 h 1531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377328" h="1531935">
                  <a:moveTo>
                    <a:pt x="682970" y="421509"/>
                  </a:moveTo>
                  <a:lnTo>
                    <a:pt x="643162" y="393546"/>
                  </a:lnTo>
                  <a:lnTo>
                    <a:pt x="621898" y="369397"/>
                  </a:lnTo>
                  <a:lnTo>
                    <a:pt x="598790" y="347166"/>
                  </a:lnTo>
                  <a:lnTo>
                    <a:pt x="582343" y="339070"/>
                  </a:lnTo>
                  <a:lnTo>
                    <a:pt x="575569" y="343760"/>
                  </a:lnTo>
                  <a:lnTo>
                    <a:pt x="582737" y="352784"/>
                  </a:lnTo>
                  <a:lnTo>
                    <a:pt x="576484" y="363766"/>
                  </a:lnTo>
                  <a:lnTo>
                    <a:pt x="576865" y="373693"/>
                  </a:lnTo>
                  <a:lnTo>
                    <a:pt x="580386" y="382984"/>
                  </a:lnTo>
                  <a:lnTo>
                    <a:pt x="577907" y="396444"/>
                  </a:lnTo>
                  <a:lnTo>
                    <a:pt x="581428" y="409243"/>
                  </a:lnTo>
                  <a:lnTo>
                    <a:pt x="592791" y="421407"/>
                  </a:lnTo>
                  <a:lnTo>
                    <a:pt x="627643" y="459703"/>
                  </a:lnTo>
                  <a:lnTo>
                    <a:pt x="674670" y="491974"/>
                  </a:lnTo>
                  <a:lnTo>
                    <a:pt x="692554" y="504544"/>
                  </a:lnTo>
                  <a:lnTo>
                    <a:pt x="702722" y="503362"/>
                  </a:lnTo>
                  <a:lnTo>
                    <a:pt x="713424" y="486623"/>
                  </a:lnTo>
                  <a:lnTo>
                    <a:pt x="719296" y="476302"/>
                  </a:lnTo>
                  <a:lnTo>
                    <a:pt x="717732" y="460885"/>
                  </a:lnTo>
                  <a:lnTo>
                    <a:pt x="703243" y="437612"/>
                  </a:lnTo>
                  <a:close/>
                  <a:moveTo>
                    <a:pt x="1115575" y="842763"/>
                  </a:moveTo>
                  <a:lnTo>
                    <a:pt x="1135415" y="839369"/>
                  </a:lnTo>
                  <a:lnTo>
                    <a:pt x="1193997" y="844453"/>
                  </a:lnTo>
                  <a:lnTo>
                    <a:pt x="1204444" y="844707"/>
                  </a:lnTo>
                  <a:lnTo>
                    <a:pt x="1201178" y="863404"/>
                  </a:lnTo>
                  <a:lnTo>
                    <a:pt x="1117786" y="866289"/>
                  </a:lnTo>
                  <a:close/>
                  <a:moveTo>
                    <a:pt x="1206275" y="656914"/>
                  </a:moveTo>
                  <a:lnTo>
                    <a:pt x="1271097" y="701209"/>
                  </a:lnTo>
                  <a:lnTo>
                    <a:pt x="1276969" y="706293"/>
                  </a:lnTo>
                  <a:lnTo>
                    <a:pt x="1298373" y="722117"/>
                  </a:lnTo>
                  <a:lnTo>
                    <a:pt x="1377329" y="785109"/>
                  </a:lnTo>
                  <a:lnTo>
                    <a:pt x="1368978" y="836484"/>
                  </a:lnTo>
                  <a:lnTo>
                    <a:pt x="1311693" y="869022"/>
                  </a:lnTo>
                  <a:lnTo>
                    <a:pt x="1302033" y="867586"/>
                  </a:lnTo>
                  <a:lnTo>
                    <a:pt x="1297725" y="861307"/>
                  </a:lnTo>
                  <a:lnTo>
                    <a:pt x="1302287" y="852956"/>
                  </a:lnTo>
                  <a:lnTo>
                    <a:pt x="1319141" y="842496"/>
                  </a:lnTo>
                  <a:lnTo>
                    <a:pt x="1311693" y="809691"/>
                  </a:lnTo>
                  <a:lnTo>
                    <a:pt x="1297203" y="799891"/>
                  </a:lnTo>
                  <a:lnTo>
                    <a:pt x="1283375" y="780928"/>
                  </a:lnTo>
                  <a:lnTo>
                    <a:pt x="1263534" y="781576"/>
                  </a:lnTo>
                  <a:lnTo>
                    <a:pt x="1252972" y="775056"/>
                  </a:lnTo>
                  <a:lnTo>
                    <a:pt x="1235737" y="763159"/>
                  </a:lnTo>
                  <a:lnTo>
                    <a:pt x="1219557" y="757655"/>
                  </a:lnTo>
                  <a:lnTo>
                    <a:pt x="1187972" y="767341"/>
                  </a:lnTo>
                  <a:lnTo>
                    <a:pt x="1165793" y="765243"/>
                  </a:lnTo>
                  <a:lnTo>
                    <a:pt x="1149269" y="774916"/>
                  </a:lnTo>
                  <a:lnTo>
                    <a:pt x="1136216" y="765904"/>
                  </a:lnTo>
                  <a:lnTo>
                    <a:pt x="1152917" y="740153"/>
                  </a:lnTo>
                  <a:lnTo>
                    <a:pt x="1182545" y="719118"/>
                  </a:lnTo>
                  <a:lnTo>
                    <a:pt x="1192077" y="704082"/>
                  </a:lnTo>
                  <a:lnTo>
                    <a:pt x="1199386" y="694282"/>
                  </a:lnTo>
                  <a:lnTo>
                    <a:pt x="1199894" y="673374"/>
                  </a:lnTo>
                  <a:lnTo>
                    <a:pt x="1206249" y="666841"/>
                  </a:lnTo>
                  <a:close/>
                  <a:moveTo>
                    <a:pt x="835518" y="211472"/>
                  </a:moveTo>
                  <a:lnTo>
                    <a:pt x="829913" y="207164"/>
                  </a:lnTo>
                  <a:lnTo>
                    <a:pt x="825337" y="209706"/>
                  </a:lnTo>
                  <a:lnTo>
                    <a:pt x="825337" y="218730"/>
                  </a:lnTo>
                  <a:lnTo>
                    <a:pt x="828324" y="226165"/>
                  </a:lnTo>
                  <a:lnTo>
                    <a:pt x="823125" y="228529"/>
                  </a:lnTo>
                  <a:lnTo>
                    <a:pt x="822465" y="234020"/>
                  </a:lnTo>
                  <a:lnTo>
                    <a:pt x="839433" y="260165"/>
                  </a:lnTo>
                  <a:lnTo>
                    <a:pt x="844911" y="274146"/>
                  </a:lnTo>
                  <a:lnTo>
                    <a:pt x="850783" y="277680"/>
                  </a:lnTo>
                  <a:lnTo>
                    <a:pt x="851177" y="286043"/>
                  </a:lnTo>
                  <a:lnTo>
                    <a:pt x="865006" y="310752"/>
                  </a:lnTo>
                  <a:lnTo>
                    <a:pt x="872060" y="314285"/>
                  </a:lnTo>
                  <a:lnTo>
                    <a:pt x="875186" y="321606"/>
                  </a:lnTo>
                  <a:lnTo>
                    <a:pt x="881059" y="325648"/>
                  </a:lnTo>
                  <a:lnTo>
                    <a:pt x="884452" y="325000"/>
                  </a:lnTo>
                  <a:lnTo>
                    <a:pt x="883931" y="319115"/>
                  </a:lnTo>
                  <a:lnTo>
                    <a:pt x="888634" y="315988"/>
                  </a:lnTo>
                  <a:lnTo>
                    <a:pt x="890985" y="305655"/>
                  </a:lnTo>
                  <a:lnTo>
                    <a:pt x="888100" y="292945"/>
                  </a:lnTo>
                  <a:lnTo>
                    <a:pt x="881986" y="280133"/>
                  </a:lnTo>
                  <a:lnTo>
                    <a:pt x="875453" y="269024"/>
                  </a:lnTo>
                  <a:lnTo>
                    <a:pt x="864624" y="221831"/>
                  </a:lnTo>
                  <a:lnTo>
                    <a:pt x="857303" y="212032"/>
                  </a:lnTo>
                  <a:lnTo>
                    <a:pt x="846093" y="212565"/>
                  </a:lnTo>
                  <a:close/>
                  <a:moveTo>
                    <a:pt x="663650" y="966802"/>
                  </a:moveTo>
                  <a:lnTo>
                    <a:pt x="639374" y="984062"/>
                  </a:lnTo>
                  <a:lnTo>
                    <a:pt x="669879" y="1038563"/>
                  </a:lnTo>
                  <a:lnTo>
                    <a:pt x="654207" y="1056472"/>
                  </a:lnTo>
                  <a:lnTo>
                    <a:pt x="608946" y="1090053"/>
                  </a:lnTo>
                  <a:lnTo>
                    <a:pt x="561677" y="1178541"/>
                  </a:lnTo>
                  <a:lnTo>
                    <a:pt x="544073" y="1171233"/>
                  </a:lnTo>
                  <a:lnTo>
                    <a:pt x="555830" y="1132530"/>
                  </a:lnTo>
                  <a:lnTo>
                    <a:pt x="527639" y="1121548"/>
                  </a:lnTo>
                  <a:lnTo>
                    <a:pt x="509616" y="1139203"/>
                  </a:lnTo>
                  <a:lnTo>
                    <a:pt x="477128" y="1170432"/>
                  </a:lnTo>
                  <a:lnTo>
                    <a:pt x="478819" y="1224425"/>
                  </a:lnTo>
                  <a:lnTo>
                    <a:pt x="470875" y="1269762"/>
                  </a:lnTo>
                  <a:lnTo>
                    <a:pt x="469413" y="1278405"/>
                  </a:lnTo>
                  <a:lnTo>
                    <a:pt x="427660" y="1339414"/>
                  </a:lnTo>
                  <a:lnTo>
                    <a:pt x="422182" y="1347256"/>
                  </a:lnTo>
                  <a:lnTo>
                    <a:pt x="450628" y="1399673"/>
                  </a:lnTo>
                  <a:lnTo>
                    <a:pt x="468117" y="1431944"/>
                  </a:lnTo>
                  <a:lnTo>
                    <a:pt x="464202" y="1439151"/>
                  </a:lnTo>
                  <a:lnTo>
                    <a:pt x="432897" y="1494695"/>
                  </a:lnTo>
                  <a:lnTo>
                    <a:pt x="379107" y="1489331"/>
                  </a:lnTo>
                  <a:lnTo>
                    <a:pt x="305655" y="1531935"/>
                  </a:lnTo>
                  <a:lnTo>
                    <a:pt x="259314" y="1495343"/>
                  </a:lnTo>
                  <a:lnTo>
                    <a:pt x="242701" y="1482302"/>
                  </a:lnTo>
                  <a:lnTo>
                    <a:pt x="241519" y="1474676"/>
                  </a:lnTo>
                  <a:lnTo>
                    <a:pt x="236168" y="1458725"/>
                  </a:lnTo>
                  <a:lnTo>
                    <a:pt x="178095" y="1409587"/>
                  </a:lnTo>
                  <a:lnTo>
                    <a:pt x="128767" y="1367745"/>
                  </a:lnTo>
                  <a:lnTo>
                    <a:pt x="69779" y="1317680"/>
                  </a:lnTo>
                  <a:lnTo>
                    <a:pt x="46278" y="1204559"/>
                  </a:lnTo>
                  <a:lnTo>
                    <a:pt x="75651" y="1191213"/>
                  </a:lnTo>
                  <a:lnTo>
                    <a:pt x="95886" y="1140766"/>
                  </a:lnTo>
                  <a:lnTo>
                    <a:pt x="63259" y="1116464"/>
                  </a:lnTo>
                  <a:lnTo>
                    <a:pt x="74596" y="1088235"/>
                  </a:lnTo>
                  <a:lnTo>
                    <a:pt x="160873" y="1056599"/>
                  </a:lnTo>
                  <a:lnTo>
                    <a:pt x="222594" y="950215"/>
                  </a:lnTo>
                  <a:lnTo>
                    <a:pt x="236041" y="917168"/>
                  </a:lnTo>
                  <a:lnTo>
                    <a:pt x="236562" y="840971"/>
                  </a:lnTo>
                  <a:lnTo>
                    <a:pt x="212540" y="844784"/>
                  </a:lnTo>
                  <a:lnTo>
                    <a:pt x="168436" y="831336"/>
                  </a:lnTo>
                  <a:lnTo>
                    <a:pt x="132148" y="843360"/>
                  </a:lnTo>
                  <a:lnTo>
                    <a:pt x="112447" y="772107"/>
                  </a:lnTo>
                  <a:lnTo>
                    <a:pt x="63132" y="713297"/>
                  </a:lnTo>
                  <a:lnTo>
                    <a:pt x="85184" y="627160"/>
                  </a:lnTo>
                  <a:lnTo>
                    <a:pt x="71470" y="621554"/>
                  </a:lnTo>
                  <a:lnTo>
                    <a:pt x="76554" y="593706"/>
                  </a:lnTo>
                  <a:lnTo>
                    <a:pt x="60030" y="514382"/>
                  </a:lnTo>
                  <a:lnTo>
                    <a:pt x="73211" y="491758"/>
                  </a:lnTo>
                  <a:lnTo>
                    <a:pt x="98390" y="479048"/>
                  </a:lnTo>
                  <a:lnTo>
                    <a:pt x="90052" y="422602"/>
                  </a:lnTo>
                  <a:lnTo>
                    <a:pt x="79223" y="368100"/>
                  </a:lnTo>
                  <a:lnTo>
                    <a:pt x="87306" y="336859"/>
                  </a:lnTo>
                  <a:lnTo>
                    <a:pt x="43189" y="268223"/>
                  </a:lnTo>
                  <a:lnTo>
                    <a:pt x="38499" y="271744"/>
                  </a:lnTo>
                  <a:lnTo>
                    <a:pt x="16447" y="213455"/>
                  </a:lnTo>
                  <a:lnTo>
                    <a:pt x="0" y="197771"/>
                  </a:lnTo>
                  <a:lnTo>
                    <a:pt x="521" y="162996"/>
                  </a:lnTo>
                  <a:lnTo>
                    <a:pt x="113794" y="138707"/>
                  </a:lnTo>
                  <a:lnTo>
                    <a:pt x="169783" y="152942"/>
                  </a:lnTo>
                  <a:lnTo>
                    <a:pt x="192483" y="158306"/>
                  </a:lnTo>
                  <a:lnTo>
                    <a:pt x="248726" y="102482"/>
                  </a:lnTo>
                  <a:lnTo>
                    <a:pt x="226293" y="42223"/>
                  </a:lnTo>
                  <a:lnTo>
                    <a:pt x="321810" y="26679"/>
                  </a:lnTo>
                  <a:lnTo>
                    <a:pt x="336681" y="52175"/>
                  </a:lnTo>
                  <a:lnTo>
                    <a:pt x="355085" y="78968"/>
                  </a:lnTo>
                  <a:lnTo>
                    <a:pt x="359394" y="132351"/>
                  </a:lnTo>
                  <a:lnTo>
                    <a:pt x="455305" y="124395"/>
                  </a:lnTo>
                  <a:lnTo>
                    <a:pt x="441743" y="108050"/>
                  </a:lnTo>
                  <a:lnTo>
                    <a:pt x="441997" y="97983"/>
                  </a:lnTo>
                  <a:lnTo>
                    <a:pt x="474370" y="99013"/>
                  </a:lnTo>
                  <a:lnTo>
                    <a:pt x="505828" y="75372"/>
                  </a:lnTo>
                  <a:lnTo>
                    <a:pt x="530092" y="86086"/>
                  </a:lnTo>
                  <a:lnTo>
                    <a:pt x="542497" y="116934"/>
                  </a:lnTo>
                  <a:lnTo>
                    <a:pt x="548369" y="129746"/>
                  </a:lnTo>
                  <a:lnTo>
                    <a:pt x="579420" y="138884"/>
                  </a:lnTo>
                  <a:lnTo>
                    <a:pt x="590656" y="132606"/>
                  </a:lnTo>
                  <a:lnTo>
                    <a:pt x="616610" y="120988"/>
                  </a:lnTo>
                  <a:lnTo>
                    <a:pt x="681343" y="102152"/>
                  </a:lnTo>
                  <a:lnTo>
                    <a:pt x="691003" y="110274"/>
                  </a:lnTo>
                  <a:lnTo>
                    <a:pt x="692172" y="125526"/>
                  </a:lnTo>
                  <a:lnTo>
                    <a:pt x="643632" y="144210"/>
                  </a:lnTo>
                  <a:lnTo>
                    <a:pt x="665684" y="166834"/>
                  </a:lnTo>
                  <a:lnTo>
                    <a:pt x="679513" y="185391"/>
                  </a:lnTo>
                  <a:lnTo>
                    <a:pt x="685004" y="196093"/>
                  </a:lnTo>
                  <a:lnTo>
                    <a:pt x="741361" y="183383"/>
                  </a:lnTo>
                  <a:lnTo>
                    <a:pt x="748682" y="119336"/>
                  </a:lnTo>
                  <a:lnTo>
                    <a:pt x="772691" y="104707"/>
                  </a:lnTo>
                  <a:lnTo>
                    <a:pt x="782224" y="123518"/>
                  </a:lnTo>
                  <a:lnTo>
                    <a:pt x="788579" y="122857"/>
                  </a:lnTo>
                  <a:lnTo>
                    <a:pt x="794185" y="117519"/>
                  </a:lnTo>
                  <a:lnTo>
                    <a:pt x="793803" y="111888"/>
                  </a:lnTo>
                  <a:lnTo>
                    <a:pt x="787918" y="104707"/>
                  </a:lnTo>
                  <a:lnTo>
                    <a:pt x="793002" y="90179"/>
                  </a:lnTo>
                  <a:lnTo>
                    <a:pt x="800044" y="75816"/>
                  </a:lnTo>
                  <a:lnTo>
                    <a:pt x="798989" y="64962"/>
                  </a:lnTo>
                  <a:lnTo>
                    <a:pt x="789202" y="43011"/>
                  </a:lnTo>
                  <a:lnTo>
                    <a:pt x="817533" y="44054"/>
                  </a:lnTo>
                  <a:lnTo>
                    <a:pt x="850160" y="0"/>
                  </a:lnTo>
                  <a:lnTo>
                    <a:pt x="930031" y="44054"/>
                  </a:lnTo>
                  <a:lnTo>
                    <a:pt x="933285" y="93445"/>
                  </a:lnTo>
                  <a:lnTo>
                    <a:pt x="948169" y="106524"/>
                  </a:lnTo>
                  <a:lnTo>
                    <a:pt x="957167" y="123912"/>
                  </a:lnTo>
                  <a:lnTo>
                    <a:pt x="965658" y="139990"/>
                  </a:lnTo>
                  <a:lnTo>
                    <a:pt x="967209" y="166796"/>
                  </a:lnTo>
                  <a:lnTo>
                    <a:pt x="973741" y="188480"/>
                  </a:lnTo>
                  <a:lnTo>
                    <a:pt x="988485" y="217497"/>
                  </a:lnTo>
                  <a:lnTo>
                    <a:pt x="992146" y="225987"/>
                  </a:lnTo>
                  <a:lnTo>
                    <a:pt x="997878" y="250963"/>
                  </a:lnTo>
                  <a:lnTo>
                    <a:pt x="1017198" y="304537"/>
                  </a:lnTo>
                  <a:lnTo>
                    <a:pt x="1034687" y="364274"/>
                  </a:lnTo>
                  <a:lnTo>
                    <a:pt x="1056472" y="386479"/>
                  </a:lnTo>
                  <a:lnTo>
                    <a:pt x="1056727" y="396825"/>
                  </a:lnTo>
                  <a:lnTo>
                    <a:pt x="1064963" y="418522"/>
                  </a:lnTo>
                  <a:lnTo>
                    <a:pt x="1090675" y="426885"/>
                  </a:lnTo>
                  <a:lnTo>
                    <a:pt x="1152803" y="442823"/>
                  </a:lnTo>
                  <a:lnTo>
                    <a:pt x="1166784" y="433418"/>
                  </a:lnTo>
                  <a:lnTo>
                    <a:pt x="1176952" y="460872"/>
                  </a:lnTo>
                  <a:lnTo>
                    <a:pt x="1173686" y="481208"/>
                  </a:lnTo>
                  <a:lnTo>
                    <a:pt x="1183727" y="486445"/>
                  </a:lnTo>
                  <a:lnTo>
                    <a:pt x="1242448" y="461025"/>
                  </a:lnTo>
                  <a:lnTo>
                    <a:pt x="1254332" y="499155"/>
                  </a:lnTo>
                  <a:lnTo>
                    <a:pt x="1279511" y="496613"/>
                  </a:lnTo>
                  <a:lnTo>
                    <a:pt x="1292958" y="507328"/>
                  </a:lnTo>
                  <a:lnTo>
                    <a:pt x="1312138" y="505370"/>
                  </a:lnTo>
                  <a:lnTo>
                    <a:pt x="1321544" y="509412"/>
                  </a:lnTo>
                  <a:lnTo>
                    <a:pt x="1322586" y="517127"/>
                  </a:lnTo>
                  <a:lnTo>
                    <a:pt x="1318938" y="523406"/>
                  </a:lnTo>
                  <a:lnTo>
                    <a:pt x="1308999" y="531388"/>
                  </a:lnTo>
                  <a:lnTo>
                    <a:pt x="1298437" y="534261"/>
                  </a:lnTo>
                  <a:lnTo>
                    <a:pt x="1287620" y="520394"/>
                  </a:lnTo>
                  <a:lnTo>
                    <a:pt x="1247430" y="522237"/>
                  </a:lnTo>
                  <a:lnTo>
                    <a:pt x="1185570" y="548369"/>
                  </a:lnTo>
                  <a:lnTo>
                    <a:pt x="1158421" y="615949"/>
                  </a:lnTo>
                  <a:lnTo>
                    <a:pt x="1122527" y="642336"/>
                  </a:lnTo>
                  <a:lnTo>
                    <a:pt x="1123176" y="649962"/>
                  </a:lnTo>
                  <a:lnTo>
                    <a:pt x="1146549" y="675852"/>
                  </a:lnTo>
                  <a:lnTo>
                    <a:pt x="1138453" y="689312"/>
                  </a:lnTo>
                  <a:lnTo>
                    <a:pt x="1124472" y="700027"/>
                  </a:lnTo>
                  <a:lnTo>
                    <a:pt x="1082299" y="744894"/>
                  </a:lnTo>
                  <a:lnTo>
                    <a:pt x="1069754" y="754427"/>
                  </a:lnTo>
                  <a:lnTo>
                    <a:pt x="1053714" y="754173"/>
                  </a:lnTo>
                  <a:lnTo>
                    <a:pt x="1050969" y="739264"/>
                  </a:lnTo>
                  <a:lnTo>
                    <a:pt x="1030226" y="717440"/>
                  </a:lnTo>
                  <a:lnTo>
                    <a:pt x="1006216" y="692477"/>
                  </a:lnTo>
                  <a:lnTo>
                    <a:pt x="991205" y="693011"/>
                  </a:lnTo>
                  <a:lnTo>
                    <a:pt x="965912" y="694053"/>
                  </a:lnTo>
                  <a:lnTo>
                    <a:pt x="961476" y="699137"/>
                  </a:lnTo>
                  <a:lnTo>
                    <a:pt x="971530" y="706853"/>
                  </a:lnTo>
                  <a:lnTo>
                    <a:pt x="980669" y="714034"/>
                  </a:lnTo>
                  <a:lnTo>
                    <a:pt x="1002581" y="734561"/>
                  </a:lnTo>
                  <a:lnTo>
                    <a:pt x="1011847" y="748008"/>
                  </a:lnTo>
                  <a:lnTo>
                    <a:pt x="1021506" y="759130"/>
                  </a:lnTo>
                  <a:lnTo>
                    <a:pt x="1023337" y="766845"/>
                  </a:lnTo>
                  <a:lnTo>
                    <a:pt x="1016283" y="783965"/>
                  </a:lnTo>
                  <a:lnTo>
                    <a:pt x="1025688" y="817419"/>
                  </a:lnTo>
                  <a:lnTo>
                    <a:pt x="1029209" y="837679"/>
                  </a:lnTo>
                  <a:lnTo>
                    <a:pt x="1004678" y="852715"/>
                  </a:lnTo>
                  <a:lnTo>
                    <a:pt x="987316" y="843042"/>
                  </a:lnTo>
                  <a:lnTo>
                    <a:pt x="979893" y="821155"/>
                  </a:lnTo>
                  <a:lnTo>
                    <a:pt x="964476" y="825197"/>
                  </a:lnTo>
                  <a:lnTo>
                    <a:pt x="956252" y="832264"/>
                  </a:lnTo>
                  <a:lnTo>
                    <a:pt x="971657" y="859045"/>
                  </a:lnTo>
                  <a:lnTo>
                    <a:pt x="862031" y="867026"/>
                  </a:lnTo>
                  <a:lnTo>
                    <a:pt x="829811" y="897874"/>
                  </a:lnTo>
                  <a:lnTo>
                    <a:pt x="816618" y="880741"/>
                  </a:lnTo>
                  <a:lnTo>
                    <a:pt x="797044" y="878796"/>
                  </a:lnTo>
                  <a:lnTo>
                    <a:pt x="777204" y="913038"/>
                  </a:lnTo>
                  <a:lnTo>
                    <a:pt x="799256" y="936691"/>
                  </a:lnTo>
                  <a:lnTo>
                    <a:pt x="746152" y="955756"/>
                  </a:lnTo>
                  <a:lnTo>
                    <a:pt x="714581" y="941648"/>
                  </a:lnTo>
                  <a:close/>
                </a:path>
              </a:pathLst>
            </a:custGeom>
            <a:noFill/>
            <a:ln w="3810" cap="flat">
              <a:solidFill>
                <a:srgbClr val="E6E4E2"/>
              </a:solidFill>
              <a:prstDash val="solid"/>
              <a:miter/>
            </a:ln>
          </p:spPr>
          <p:txBody>
            <a:bodyPr rtlCol="0" anchor="ctr"/>
            <a:lstStyle/>
            <a:p>
              <a:endParaRPr lang="de-CH"/>
            </a:p>
          </p:txBody>
        </p:sp>
        <p:sp>
          <p:nvSpPr>
            <p:cNvPr id="88" name="Freihandform: Form 87">
              <a:extLst>
                <a:ext uri="{FF2B5EF4-FFF2-40B4-BE49-F238E27FC236}">
                  <a16:creationId xmlns:a16="http://schemas.microsoft.com/office/drawing/2014/main" id="{0408AE3B-0167-B89A-CBE3-C370A635E8AE}"/>
                </a:ext>
              </a:extLst>
            </p:cNvPr>
            <p:cNvSpPr/>
            <p:nvPr/>
          </p:nvSpPr>
          <p:spPr>
            <a:xfrm>
              <a:off x="6497701" y="2930443"/>
              <a:ext cx="1128437" cy="1375777"/>
            </a:xfrm>
            <a:custGeom>
              <a:avLst/>
              <a:gdLst>
                <a:gd name="connsiteX0" fmla="*/ 561422 w 1128437"/>
                <a:gd name="connsiteY0" fmla="*/ 925125 h 1375777"/>
                <a:gd name="connsiteX1" fmla="*/ 572252 w 1128437"/>
                <a:gd name="connsiteY1" fmla="*/ 962493 h 1375777"/>
                <a:gd name="connsiteX2" fmla="*/ 523965 w 1128437"/>
                <a:gd name="connsiteY2" fmla="*/ 1005771 h 1375777"/>
                <a:gd name="connsiteX3" fmla="*/ 518220 w 1128437"/>
                <a:gd name="connsiteY3" fmla="*/ 1048897 h 1375777"/>
                <a:gd name="connsiteX4" fmla="*/ 574730 w 1128437"/>
                <a:gd name="connsiteY4" fmla="*/ 1106398 h 1375777"/>
                <a:gd name="connsiteX5" fmla="*/ 575518 w 1128437"/>
                <a:gd name="connsiteY5" fmla="*/ 1212922 h 1375777"/>
                <a:gd name="connsiteX6" fmla="*/ 547200 w 1128437"/>
                <a:gd name="connsiteY6" fmla="*/ 1223776 h 1375777"/>
                <a:gd name="connsiteX7" fmla="*/ 499041 w 1128437"/>
                <a:gd name="connsiteY7" fmla="*/ 1262339 h 1375777"/>
                <a:gd name="connsiteX8" fmla="*/ 447361 w 1128437"/>
                <a:gd name="connsiteY8" fmla="*/ 1223128 h 1375777"/>
                <a:gd name="connsiteX9" fmla="*/ 397499 w 1128437"/>
                <a:gd name="connsiteY9" fmla="*/ 1239067 h 1375777"/>
                <a:gd name="connsiteX10" fmla="*/ 360576 w 1128437"/>
                <a:gd name="connsiteY10" fmla="*/ 1206008 h 1375777"/>
                <a:gd name="connsiteX11" fmla="*/ 283577 w 1128437"/>
                <a:gd name="connsiteY11" fmla="*/ 1192535 h 1375777"/>
                <a:gd name="connsiteX12" fmla="*/ 252908 w 1128437"/>
                <a:gd name="connsiteY12" fmla="*/ 1226522 h 1375777"/>
                <a:gd name="connsiteX13" fmla="*/ 243388 w 1128437"/>
                <a:gd name="connsiteY13" fmla="*/ 1299847 h 1375777"/>
                <a:gd name="connsiteX14" fmla="*/ 251217 w 1128437"/>
                <a:gd name="connsiteY14" fmla="*/ 1340888 h 1375777"/>
                <a:gd name="connsiteX15" fmla="*/ 180358 w 1128437"/>
                <a:gd name="connsiteY15" fmla="*/ 1357094 h 1375777"/>
                <a:gd name="connsiteX16" fmla="*/ 165614 w 1128437"/>
                <a:gd name="connsiteY16" fmla="*/ 1375778 h 1375777"/>
                <a:gd name="connsiteX17" fmla="*/ 57425 w 1128437"/>
                <a:gd name="connsiteY17" fmla="*/ 1318010 h 1375777"/>
                <a:gd name="connsiteX18" fmla="*/ 16714 w 1128437"/>
                <a:gd name="connsiteY18" fmla="*/ 1203377 h 1375777"/>
                <a:gd name="connsiteX19" fmla="*/ 48286 w 1128437"/>
                <a:gd name="connsiteY19" fmla="*/ 1080266 h 1375777"/>
                <a:gd name="connsiteX20" fmla="*/ 52341 w 1128437"/>
                <a:gd name="connsiteY20" fmla="*/ 1013601 h 1375777"/>
                <a:gd name="connsiteX21" fmla="*/ 31064 w 1128437"/>
                <a:gd name="connsiteY21" fmla="*/ 997014 h 1375777"/>
                <a:gd name="connsiteX22" fmla="*/ 0 w 1128437"/>
                <a:gd name="connsiteY22" fmla="*/ 939373 h 1375777"/>
                <a:gd name="connsiteX23" fmla="*/ 394 w 1128437"/>
                <a:gd name="connsiteY23" fmla="*/ 884732 h 1375777"/>
                <a:gd name="connsiteX24" fmla="*/ 57819 w 1128437"/>
                <a:gd name="connsiteY24" fmla="*/ 904852 h 1375777"/>
                <a:gd name="connsiteX25" fmla="*/ 106626 w 1128437"/>
                <a:gd name="connsiteY25" fmla="*/ 896768 h 1375777"/>
                <a:gd name="connsiteX26" fmla="*/ 109626 w 1128437"/>
                <a:gd name="connsiteY26" fmla="*/ 830370 h 1375777"/>
                <a:gd name="connsiteX27" fmla="*/ 77914 w 1128437"/>
                <a:gd name="connsiteY27" fmla="*/ 706980 h 1375777"/>
                <a:gd name="connsiteX28" fmla="*/ 96305 w 1128437"/>
                <a:gd name="connsiteY28" fmla="*/ 673654 h 1375777"/>
                <a:gd name="connsiteX29" fmla="*/ 184273 w 1128437"/>
                <a:gd name="connsiteY29" fmla="*/ 645284 h 1375777"/>
                <a:gd name="connsiteX30" fmla="*/ 168347 w 1128437"/>
                <a:gd name="connsiteY30" fmla="*/ 592753 h 1375777"/>
                <a:gd name="connsiteX31" fmla="*/ 162348 w 1128437"/>
                <a:gd name="connsiteY31" fmla="*/ 568044 h 1375777"/>
                <a:gd name="connsiteX32" fmla="*/ 171219 w 1128437"/>
                <a:gd name="connsiteY32" fmla="*/ 467913 h 1375777"/>
                <a:gd name="connsiteX33" fmla="*/ 213112 w 1128437"/>
                <a:gd name="connsiteY33" fmla="*/ 427406 h 1375777"/>
                <a:gd name="connsiteX34" fmla="*/ 194059 w 1128437"/>
                <a:gd name="connsiteY34" fmla="*/ 402964 h 1375777"/>
                <a:gd name="connsiteX35" fmla="*/ 138846 w 1128437"/>
                <a:gd name="connsiteY35" fmla="*/ 400473 h 1375777"/>
                <a:gd name="connsiteX36" fmla="*/ 130636 w 1128437"/>
                <a:gd name="connsiteY36" fmla="*/ 336045 h 1375777"/>
                <a:gd name="connsiteX37" fmla="*/ 154658 w 1128437"/>
                <a:gd name="connsiteY37" fmla="*/ 317615 h 1375777"/>
                <a:gd name="connsiteX38" fmla="*/ 143943 w 1128437"/>
                <a:gd name="connsiteY38" fmla="*/ 285331 h 1375777"/>
                <a:gd name="connsiteX39" fmla="*/ 112117 w 1128437"/>
                <a:gd name="connsiteY39" fmla="*/ 271210 h 1375777"/>
                <a:gd name="connsiteX40" fmla="*/ 123708 w 1128437"/>
                <a:gd name="connsiteY40" fmla="*/ 248345 h 1375777"/>
                <a:gd name="connsiteX41" fmla="*/ 151518 w 1128437"/>
                <a:gd name="connsiteY41" fmla="*/ 221679 h 1375777"/>
                <a:gd name="connsiteX42" fmla="*/ 177612 w 1128437"/>
                <a:gd name="connsiteY42" fmla="*/ 210036 h 1375777"/>
                <a:gd name="connsiteX43" fmla="*/ 209846 w 1128437"/>
                <a:gd name="connsiteY43" fmla="*/ 213048 h 1375777"/>
                <a:gd name="connsiteX44" fmla="*/ 285408 w 1128437"/>
                <a:gd name="connsiteY44" fmla="*/ 180625 h 1375777"/>
                <a:gd name="connsiteX45" fmla="*/ 284111 w 1128437"/>
                <a:gd name="connsiteY45" fmla="*/ 146396 h 1375777"/>
                <a:gd name="connsiteX46" fmla="*/ 311502 w 1128437"/>
                <a:gd name="connsiteY46" fmla="*/ 134245 h 1375777"/>
                <a:gd name="connsiteX47" fmla="*/ 309163 w 1128437"/>
                <a:gd name="connsiteY47" fmla="*/ 108609 h 1375777"/>
                <a:gd name="connsiteX48" fmla="*/ 306024 w 1128437"/>
                <a:gd name="connsiteY48" fmla="*/ 75016 h 1375777"/>
                <a:gd name="connsiteX49" fmla="*/ 344802 w 1128437"/>
                <a:gd name="connsiteY49" fmla="*/ 25878 h 1375777"/>
                <a:gd name="connsiteX50" fmla="*/ 344523 w 1128437"/>
                <a:gd name="connsiteY50" fmla="*/ 12939 h 1375777"/>
                <a:gd name="connsiteX51" fmla="*/ 366448 w 1128437"/>
                <a:gd name="connsiteY51" fmla="*/ 1182 h 1375777"/>
                <a:gd name="connsiteX52" fmla="*/ 378840 w 1128437"/>
                <a:gd name="connsiteY52" fmla="*/ 0 h 1375777"/>
                <a:gd name="connsiteX53" fmla="*/ 388640 w 1128437"/>
                <a:gd name="connsiteY53" fmla="*/ 5224 h 1375777"/>
                <a:gd name="connsiteX54" fmla="*/ 390470 w 1128437"/>
                <a:gd name="connsiteY54" fmla="*/ 14769 h 1375777"/>
                <a:gd name="connsiteX55" fmla="*/ 380810 w 1128437"/>
                <a:gd name="connsiteY55" fmla="*/ 38042 h 1375777"/>
                <a:gd name="connsiteX56" fmla="*/ 386937 w 1128437"/>
                <a:gd name="connsiteY56" fmla="*/ 62865 h 1375777"/>
                <a:gd name="connsiteX57" fmla="*/ 385373 w 1128437"/>
                <a:gd name="connsiteY57" fmla="*/ 77520 h 1375777"/>
                <a:gd name="connsiteX58" fmla="*/ 375460 w 1128437"/>
                <a:gd name="connsiteY58" fmla="*/ 97894 h 1375777"/>
                <a:gd name="connsiteX59" fmla="*/ 367630 w 1128437"/>
                <a:gd name="connsiteY59" fmla="*/ 132529 h 1375777"/>
                <a:gd name="connsiteX60" fmla="*/ 358224 w 1128437"/>
                <a:gd name="connsiteY60" fmla="*/ 169389 h 1375777"/>
                <a:gd name="connsiteX61" fmla="*/ 377150 w 1128437"/>
                <a:gd name="connsiteY61" fmla="*/ 192521 h 1375777"/>
                <a:gd name="connsiteX62" fmla="*/ 392809 w 1128437"/>
                <a:gd name="connsiteY62" fmla="*/ 204037 h 1375777"/>
                <a:gd name="connsiteX63" fmla="*/ 391373 w 1128437"/>
                <a:gd name="connsiteY63" fmla="*/ 210303 h 1375777"/>
                <a:gd name="connsiteX64" fmla="*/ 385246 w 1128437"/>
                <a:gd name="connsiteY64" fmla="*/ 233321 h 1375777"/>
                <a:gd name="connsiteX65" fmla="*/ 388640 w 1128437"/>
                <a:gd name="connsiteY65" fmla="*/ 275379 h 1375777"/>
                <a:gd name="connsiteX66" fmla="*/ 401439 w 1128437"/>
                <a:gd name="connsiteY66" fmla="*/ 293568 h 1375777"/>
                <a:gd name="connsiteX67" fmla="*/ 411340 w 1128437"/>
                <a:gd name="connsiteY67" fmla="*/ 294216 h 1375777"/>
                <a:gd name="connsiteX68" fmla="*/ 411849 w 1128437"/>
                <a:gd name="connsiteY68" fmla="*/ 282586 h 1375777"/>
                <a:gd name="connsiteX69" fmla="*/ 426618 w 1128437"/>
                <a:gd name="connsiteY69" fmla="*/ 265847 h 1375777"/>
                <a:gd name="connsiteX70" fmla="*/ 449840 w 1128437"/>
                <a:gd name="connsiteY70" fmla="*/ 253175 h 1375777"/>
                <a:gd name="connsiteX71" fmla="*/ 449052 w 1128437"/>
                <a:gd name="connsiteY71" fmla="*/ 237757 h 1375777"/>
                <a:gd name="connsiteX72" fmla="*/ 443180 w 1128437"/>
                <a:gd name="connsiteY72" fmla="*/ 229508 h 1375777"/>
                <a:gd name="connsiteX73" fmla="*/ 446700 w 1128437"/>
                <a:gd name="connsiteY73" fmla="*/ 215794 h 1375777"/>
                <a:gd name="connsiteX74" fmla="*/ 443180 w 1128437"/>
                <a:gd name="connsiteY74" fmla="*/ 204545 h 1375777"/>
                <a:gd name="connsiteX75" fmla="*/ 424902 w 1128437"/>
                <a:gd name="connsiteY75" fmla="*/ 186382 h 1375777"/>
                <a:gd name="connsiteX76" fmla="*/ 419564 w 1128437"/>
                <a:gd name="connsiteY76" fmla="*/ 170965 h 1375777"/>
                <a:gd name="connsiteX77" fmla="*/ 439265 w 1128437"/>
                <a:gd name="connsiteY77" fmla="*/ 121420 h 1375777"/>
                <a:gd name="connsiteX78" fmla="*/ 438489 w 1128437"/>
                <a:gd name="connsiteY78" fmla="*/ 105609 h 1375777"/>
                <a:gd name="connsiteX79" fmla="*/ 473061 w 1128437"/>
                <a:gd name="connsiteY79" fmla="*/ 112663 h 1375777"/>
                <a:gd name="connsiteX80" fmla="*/ 569112 w 1128437"/>
                <a:gd name="connsiteY80" fmla="*/ 132148 h 1375777"/>
                <a:gd name="connsiteX81" fmla="*/ 577857 w 1128437"/>
                <a:gd name="connsiteY81" fmla="*/ 144299 h 1375777"/>
                <a:gd name="connsiteX82" fmla="*/ 621974 w 1128437"/>
                <a:gd name="connsiteY82" fmla="*/ 212006 h 1375777"/>
                <a:gd name="connsiteX83" fmla="*/ 662685 w 1128437"/>
                <a:gd name="connsiteY83" fmla="*/ 175935 h 1375777"/>
                <a:gd name="connsiteX84" fmla="*/ 747258 w 1128437"/>
                <a:gd name="connsiteY84" fmla="*/ 132923 h 1375777"/>
                <a:gd name="connsiteX85" fmla="*/ 790715 w 1128437"/>
                <a:gd name="connsiteY85" fmla="*/ 164038 h 1375777"/>
                <a:gd name="connsiteX86" fmla="*/ 828413 w 1128437"/>
                <a:gd name="connsiteY86" fmla="*/ 131754 h 1375777"/>
                <a:gd name="connsiteX87" fmla="*/ 861574 w 1128437"/>
                <a:gd name="connsiteY87" fmla="*/ 148226 h 1375777"/>
                <a:gd name="connsiteX88" fmla="*/ 863785 w 1128437"/>
                <a:gd name="connsiteY88" fmla="*/ 187704 h 1375777"/>
                <a:gd name="connsiteX89" fmla="*/ 907496 w 1128437"/>
                <a:gd name="connsiteY89" fmla="*/ 215794 h 1375777"/>
                <a:gd name="connsiteX90" fmla="*/ 905945 w 1128437"/>
                <a:gd name="connsiteY90" fmla="*/ 279574 h 1375777"/>
                <a:gd name="connsiteX91" fmla="*/ 911283 w 1128437"/>
                <a:gd name="connsiteY91" fmla="*/ 294610 h 1375777"/>
                <a:gd name="connsiteX92" fmla="*/ 984113 w 1128437"/>
                <a:gd name="connsiteY92" fmla="*/ 242714 h 1375777"/>
                <a:gd name="connsiteX93" fmla="*/ 1083799 w 1128437"/>
                <a:gd name="connsiteY93" fmla="*/ 191225 h 1375777"/>
                <a:gd name="connsiteX94" fmla="*/ 1108991 w 1128437"/>
                <a:gd name="connsiteY94" fmla="*/ 228733 h 1375777"/>
                <a:gd name="connsiteX95" fmla="*/ 1121777 w 1128437"/>
                <a:gd name="connsiteY95" fmla="*/ 247569 h 1375777"/>
                <a:gd name="connsiteX96" fmla="*/ 1122171 w 1128437"/>
                <a:gd name="connsiteY96" fmla="*/ 253175 h 1375777"/>
                <a:gd name="connsiteX97" fmla="*/ 1128438 w 1128437"/>
                <a:gd name="connsiteY97" fmla="*/ 323106 h 1375777"/>
                <a:gd name="connsiteX98" fmla="*/ 957104 w 1128437"/>
                <a:gd name="connsiteY98" fmla="*/ 425703 h 1375777"/>
                <a:gd name="connsiteX99" fmla="*/ 978622 w 1128437"/>
                <a:gd name="connsiteY99" fmla="*/ 463350 h 1375777"/>
                <a:gd name="connsiteX100" fmla="*/ 971708 w 1128437"/>
                <a:gd name="connsiteY100" fmla="*/ 507925 h 1375777"/>
                <a:gd name="connsiteX101" fmla="*/ 909212 w 1128437"/>
                <a:gd name="connsiteY101" fmla="*/ 565159 h 1375777"/>
                <a:gd name="connsiteX102" fmla="*/ 873051 w 1128437"/>
                <a:gd name="connsiteY102" fmla="*/ 571959 h 1375777"/>
                <a:gd name="connsiteX103" fmla="*/ 869924 w 1128437"/>
                <a:gd name="connsiteY103" fmla="*/ 594177 h 1375777"/>
                <a:gd name="connsiteX104" fmla="*/ 884414 w 1128437"/>
                <a:gd name="connsiteY104" fmla="*/ 648551 h 1375777"/>
                <a:gd name="connsiteX105" fmla="*/ 854914 w 1128437"/>
                <a:gd name="connsiteY105" fmla="*/ 659914 h 1375777"/>
                <a:gd name="connsiteX106" fmla="*/ 843818 w 1128437"/>
                <a:gd name="connsiteY106" fmla="*/ 740052 h 1375777"/>
                <a:gd name="connsiteX107" fmla="*/ 780928 w 1128437"/>
                <a:gd name="connsiteY107" fmla="*/ 767887 h 1375777"/>
                <a:gd name="connsiteX108" fmla="*/ 751300 w 1128437"/>
                <a:gd name="connsiteY108" fmla="*/ 715203 h 1375777"/>
                <a:gd name="connsiteX109" fmla="*/ 710055 w 1128437"/>
                <a:gd name="connsiteY109" fmla="*/ 746712 h 1375777"/>
                <a:gd name="connsiteX110" fmla="*/ 701578 w 1128437"/>
                <a:gd name="connsiteY110" fmla="*/ 807492 h 1375777"/>
                <a:gd name="connsiteX111" fmla="*/ 632663 w 1128437"/>
                <a:gd name="connsiteY111" fmla="*/ 857811 h 1375777"/>
                <a:gd name="connsiteX112" fmla="*/ 598867 w 1128437"/>
                <a:gd name="connsiteY112" fmla="*/ 849969 h 1375777"/>
                <a:gd name="connsiteX113" fmla="*/ 558410 w 1128437"/>
                <a:gd name="connsiteY113" fmla="*/ 879635 h 1375777"/>
                <a:gd name="connsiteX114" fmla="*/ 561422 w 1128437"/>
                <a:gd name="connsiteY114" fmla="*/ 925125 h 1375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1128437" h="1375777">
                  <a:moveTo>
                    <a:pt x="561422" y="925125"/>
                  </a:moveTo>
                  <a:lnTo>
                    <a:pt x="572252" y="962493"/>
                  </a:lnTo>
                  <a:lnTo>
                    <a:pt x="523965" y="1005771"/>
                  </a:lnTo>
                  <a:lnTo>
                    <a:pt x="518220" y="1048897"/>
                  </a:lnTo>
                  <a:lnTo>
                    <a:pt x="574730" y="1106398"/>
                  </a:lnTo>
                  <a:lnTo>
                    <a:pt x="575518" y="1212922"/>
                  </a:lnTo>
                  <a:lnTo>
                    <a:pt x="547200" y="1223776"/>
                  </a:lnTo>
                  <a:lnTo>
                    <a:pt x="499041" y="1262339"/>
                  </a:lnTo>
                  <a:lnTo>
                    <a:pt x="447361" y="1223128"/>
                  </a:lnTo>
                  <a:lnTo>
                    <a:pt x="397499" y="1239067"/>
                  </a:lnTo>
                  <a:lnTo>
                    <a:pt x="360576" y="1206008"/>
                  </a:lnTo>
                  <a:lnTo>
                    <a:pt x="283577" y="1192535"/>
                  </a:lnTo>
                  <a:lnTo>
                    <a:pt x="252908" y="1226522"/>
                  </a:lnTo>
                  <a:lnTo>
                    <a:pt x="243388" y="1299847"/>
                  </a:lnTo>
                  <a:lnTo>
                    <a:pt x="251217" y="1340888"/>
                  </a:lnTo>
                  <a:lnTo>
                    <a:pt x="180358" y="1357094"/>
                  </a:lnTo>
                  <a:lnTo>
                    <a:pt x="165614" y="1375778"/>
                  </a:lnTo>
                  <a:lnTo>
                    <a:pt x="57425" y="1318010"/>
                  </a:lnTo>
                  <a:lnTo>
                    <a:pt x="16714" y="1203377"/>
                  </a:lnTo>
                  <a:lnTo>
                    <a:pt x="48286" y="1080266"/>
                  </a:lnTo>
                  <a:lnTo>
                    <a:pt x="52341" y="1013601"/>
                  </a:lnTo>
                  <a:lnTo>
                    <a:pt x="31064" y="997014"/>
                  </a:lnTo>
                  <a:lnTo>
                    <a:pt x="0" y="939373"/>
                  </a:lnTo>
                  <a:lnTo>
                    <a:pt x="394" y="884732"/>
                  </a:lnTo>
                  <a:lnTo>
                    <a:pt x="57819" y="904852"/>
                  </a:lnTo>
                  <a:lnTo>
                    <a:pt x="106626" y="896768"/>
                  </a:lnTo>
                  <a:lnTo>
                    <a:pt x="109626" y="830370"/>
                  </a:lnTo>
                  <a:lnTo>
                    <a:pt x="77914" y="706980"/>
                  </a:lnTo>
                  <a:lnTo>
                    <a:pt x="96305" y="673654"/>
                  </a:lnTo>
                  <a:lnTo>
                    <a:pt x="184273" y="645284"/>
                  </a:lnTo>
                  <a:lnTo>
                    <a:pt x="168347" y="592753"/>
                  </a:lnTo>
                  <a:lnTo>
                    <a:pt x="162348" y="568044"/>
                  </a:lnTo>
                  <a:lnTo>
                    <a:pt x="171219" y="467913"/>
                  </a:lnTo>
                  <a:lnTo>
                    <a:pt x="213112" y="427406"/>
                  </a:lnTo>
                  <a:lnTo>
                    <a:pt x="194059" y="402964"/>
                  </a:lnTo>
                  <a:lnTo>
                    <a:pt x="138846" y="400473"/>
                  </a:lnTo>
                  <a:lnTo>
                    <a:pt x="130636" y="336045"/>
                  </a:lnTo>
                  <a:lnTo>
                    <a:pt x="154658" y="317615"/>
                  </a:lnTo>
                  <a:lnTo>
                    <a:pt x="143943" y="285331"/>
                  </a:lnTo>
                  <a:lnTo>
                    <a:pt x="112117" y="271210"/>
                  </a:lnTo>
                  <a:lnTo>
                    <a:pt x="123708" y="248345"/>
                  </a:lnTo>
                  <a:lnTo>
                    <a:pt x="151518" y="221679"/>
                  </a:lnTo>
                  <a:lnTo>
                    <a:pt x="177612" y="210036"/>
                  </a:lnTo>
                  <a:lnTo>
                    <a:pt x="209846" y="213048"/>
                  </a:lnTo>
                  <a:lnTo>
                    <a:pt x="285408" y="180625"/>
                  </a:lnTo>
                  <a:lnTo>
                    <a:pt x="284111" y="146396"/>
                  </a:lnTo>
                  <a:lnTo>
                    <a:pt x="311502" y="134245"/>
                  </a:lnTo>
                  <a:lnTo>
                    <a:pt x="309163" y="108609"/>
                  </a:lnTo>
                  <a:lnTo>
                    <a:pt x="306024" y="75016"/>
                  </a:lnTo>
                  <a:lnTo>
                    <a:pt x="344802" y="25878"/>
                  </a:lnTo>
                  <a:lnTo>
                    <a:pt x="344523" y="12939"/>
                  </a:lnTo>
                  <a:lnTo>
                    <a:pt x="366448" y="1182"/>
                  </a:lnTo>
                  <a:lnTo>
                    <a:pt x="378840" y="0"/>
                  </a:lnTo>
                  <a:lnTo>
                    <a:pt x="388640" y="5224"/>
                  </a:lnTo>
                  <a:lnTo>
                    <a:pt x="390470" y="14769"/>
                  </a:lnTo>
                  <a:lnTo>
                    <a:pt x="380810" y="38042"/>
                  </a:lnTo>
                  <a:lnTo>
                    <a:pt x="386937" y="62865"/>
                  </a:lnTo>
                  <a:lnTo>
                    <a:pt x="385373" y="77520"/>
                  </a:lnTo>
                  <a:lnTo>
                    <a:pt x="375460" y="97894"/>
                  </a:lnTo>
                  <a:lnTo>
                    <a:pt x="367630" y="132529"/>
                  </a:lnTo>
                  <a:lnTo>
                    <a:pt x="358224" y="169389"/>
                  </a:lnTo>
                  <a:lnTo>
                    <a:pt x="377150" y="192521"/>
                  </a:lnTo>
                  <a:lnTo>
                    <a:pt x="392809" y="204037"/>
                  </a:lnTo>
                  <a:lnTo>
                    <a:pt x="391373" y="210303"/>
                  </a:lnTo>
                  <a:lnTo>
                    <a:pt x="385246" y="233321"/>
                  </a:lnTo>
                  <a:lnTo>
                    <a:pt x="388640" y="275379"/>
                  </a:lnTo>
                  <a:lnTo>
                    <a:pt x="401439" y="293568"/>
                  </a:lnTo>
                  <a:lnTo>
                    <a:pt x="411340" y="294216"/>
                  </a:lnTo>
                  <a:lnTo>
                    <a:pt x="411849" y="282586"/>
                  </a:lnTo>
                  <a:lnTo>
                    <a:pt x="426618" y="265847"/>
                  </a:lnTo>
                  <a:lnTo>
                    <a:pt x="449840" y="253175"/>
                  </a:lnTo>
                  <a:lnTo>
                    <a:pt x="449052" y="237757"/>
                  </a:lnTo>
                  <a:lnTo>
                    <a:pt x="443180" y="229508"/>
                  </a:lnTo>
                  <a:lnTo>
                    <a:pt x="446700" y="215794"/>
                  </a:lnTo>
                  <a:lnTo>
                    <a:pt x="443180" y="204545"/>
                  </a:lnTo>
                  <a:lnTo>
                    <a:pt x="424902" y="186382"/>
                  </a:lnTo>
                  <a:lnTo>
                    <a:pt x="419564" y="170965"/>
                  </a:lnTo>
                  <a:lnTo>
                    <a:pt x="439265" y="121420"/>
                  </a:lnTo>
                  <a:lnTo>
                    <a:pt x="438489" y="105609"/>
                  </a:lnTo>
                  <a:lnTo>
                    <a:pt x="473061" y="112663"/>
                  </a:lnTo>
                  <a:lnTo>
                    <a:pt x="569112" y="132148"/>
                  </a:lnTo>
                  <a:lnTo>
                    <a:pt x="577857" y="144299"/>
                  </a:lnTo>
                  <a:lnTo>
                    <a:pt x="621974" y="212006"/>
                  </a:lnTo>
                  <a:lnTo>
                    <a:pt x="662685" y="175935"/>
                  </a:lnTo>
                  <a:lnTo>
                    <a:pt x="747258" y="132923"/>
                  </a:lnTo>
                  <a:lnTo>
                    <a:pt x="790715" y="164038"/>
                  </a:lnTo>
                  <a:lnTo>
                    <a:pt x="828413" y="131754"/>
                  </a:lnTo>
                  <a:lnTo>
                    <a:pt x="861574" y="148226"/>
                  </a:lnTo>
                  <a:lnTo>
                    <a:pt x="863785" y="187704"/>
                  </a:lnTo>
                  <a:lnTo>
                    <a:pt x="907496" y="215794"/>
                  </a:lnTo>
                  <a:lnTo>
                    <a:pt x="905945" y="279574"/>
                  </a:lnTo>
                  <a:lnTo>
                    <a:pt x="911283" y="294610"/>
                  </a:lnTo>
                  <a:lnTo>
                    <a:pt x="984113" y="242714"/>
                  </a:lnTo>
                  <a:lnTo>
                    <a:pt x="1083799" y="191225"/>
                  </a:lnTo>
                  <a:lnTo>
                    <a:pt x="1108991" y="228733"/>
                  </a:lnTo>
                  <a:lnTo>
                    <a:pt x="1121777" y="247569"/>
                  </a:lnTo>
                  <a:lnTo>
                    <a:pt x="1122171" y="253175"/>
                  </a:lnTo>
                  <a:lnTo>
                    <a:pt x="1128438" y="323106"/>
                  </a:lnTo>
                  <a:lnTo>
                    <a:pt x="957104" y="425703"/>
                  </a:lnTo>
                  <a:lnTo>
                    <a:pt x="978622" y="463350"/>
                  </a:lnTo>
                  <a:lnTo>
                    <a:pt x="971708" y="507925"/>
                  </a:lnTo>
                  <a:lnTo>
                    <a:pt x="909212" y="565159"/>
                  </a:lnTo>
                  <a:lnTo>
                    <a:pt x="873051" y="571959"/>
                  </a:lnTo>
                  <a:lnTo>
                    <a:pt x="869924" y="594177"/>
                  </a:lnTo>
                  <a:lnTo>
                    <a:pt x="884414" y="648551"/>
                  </a:lnTo>
                  <a:lnTo>
                    <a:pt x="854914" y="659914"/>
                  </a:lnTo>
                  <a:lnTo>
                    <a:pt x="843818" y="740052"/>
                  </a:lnTo>
                  <a:lnTo>
                    <a:pt x="780928" y="767887"/>
                  </a:lnTo>
                  <a:lnTo>
                    <a:pt x="751300" y="715203"/>
                  </a:lnTo>
                  <a:lnTo>
                    <a:pt x="710055" y="746712"/>
                  </a:lnTo>
                  <a:lnTo>
                    <a:pt x="701578" y="807492"/>
                  </a:lnTo>
                  <a:lnTo>
                    <a:pt x="632663" y="857811"/>
                  </a:lnTo>
                  <a:lnTo>
                    <a:pt x="598867" y="849969"/>
                  </a:lnTo>
                  <a:lnTo>
                    <a:pt x="558410" y="879635"/>
                  </a:lnTo>
                  <a:lnTo>
                    <a:pt x="561422" y="925125"/>
                  </a:lnTo>
                  <a:close/>
                </a:path>
              </a:pathLst>
            </a:custGeom>
            <a:solidFill>
              <a:srgbClr val="FFFFFF"/>
            </a:solidFill>
            <a:ln w="12700" cap="flat">
              <a:noFill/>
              <a:prstDash val="solid"/>
              <a:miter/>
            </a:ln>
          </p:spPr>
          <p:txBody>
            <a:bodyPr rtlCol="0" anchor="ctr"/>
            <a:lstStyle/>
            <a:p>
              <a:endParaRPr lang="de-CH"/>
            </a:p>
          </p:txBody>
        </p:sp>
        <p:sp>
          <p:nvSpPr>
            <p:cNvPr id="89" name="Freihandform: Form 88">
              <a:extLst>
                <a:ext uri="{FF2B5EF4-FFF2-40B4-BE49-F238E27FC236}">
                  <a16:creationId xmlns:a16="http://schemas.microsoft.com/office/drawing/2014/main" id="{AF44FB72-44A5-D88D-9B6D-6A9D7846F9D4}"/>
                </a:ext>
              </a:extLst>
            </p:cNvPr>
            <p:cNvSpPr/>
            <p:nvPr/>
          </p:nvSpPr>
          <p:spPr>
            <a:xfrm>
              <a:off x="6497701" y="2930443"/>
              <a:ext cx="1128437" cy="1375777"/>
            </a:xfrm>
            <a:custGeom>
              <a:avLst/>
              <a:gdLst>
                <a:gd name="connsiteX0" fmla="*/ 561422 w 1128437"/>
                <a:gd name="connsiteY0" fmla="*/ 925125 h 1375777"/>
                <a:gd name="connsiteX1" fmla="*/ 572252 w 1128437"/>
                <a:gd name="connsiteY1" fmla="*/ 962493 h 1375777"/>
                <a:gd name="connsiteX2" fmla="*/ 523965 w 1128437"/>
                <a:gd name="connsiteY2" fmla="*/ 1005771 h 1375777"/>
                <a:gd name="connsiteX3" fmla="*/ 518220 w 1128437"/>
                <a:gd name="connsiteY3" fmla="*/ 1048897 h 1375777"/>
                <a:gd name="connsiteX4" fmla="*/ 574730 w 1128437"/>
                <a:gd name="connsiteY4" fmla="*/ 1106398 h 1375777"/>
                <a:gd name="connsiteX5" fmla="*/ 575518 w 1128437"/>
                <a:gd name="connsiteY5" fmla="*/ 1212922 h 1375777"/>
                <a:gd name="connsiteX6" fmla="*/ 547200 w 1128437"/>
                <a:gd name="connsiteY6" fmla="*/ 1223776 h 1375777"/>
                <a:gd name="connsiteX7" fmla="*/ 499041 w 1128437"/>
                <a:gd name="connsiteY7" fmla="*/ 1262339 h 1375777"/>
                <a:gd name="connsiteX8" fmla="*/ 447361 w 1128437"/>
                <a:gd name="connsiteY8" fmla="*/ 1223128 h 1375777"/>
                <a:gd name="connsiteX9" fmla="*/ 397499 w 1128437"/>
                <a:gd name="connsiteY9" fmla="*/ 1239067 h 1375777"/>
                <a:gd name="connsiteX10" fmla="*/ 360576 w 1128437"/>
                <a:gd name="connsiteY10" fmla="*/ 1206008 h 1375777"/>
                <a:gd name="connsiteX11" fmla="*/ 283577 w 1128437"/>
                <a:gd name="connsiteY11" fmla="*/ 1192535 h 1375777"/>
                <a:gd name="connsiteX12" fmla="*/ 252908 w 1128437"/>
                <a:gd name="connsiteY12" fmla="*/ 1226522 h 1375777"/>
                <a:gd name="connsiteX13" fmla="*/ 243388 w 1128437"/>
                <a:gd name="connsiteY13" fmla="*/ 1299847 h 1375777"/>
                <a:gd name="connsiteX14" fmla="*/ 251217 w 1128437"/>
                <a:gd name="connsiteY14" fmla="*/ 1340888 h 1375777"/>
                <a:gd name="connsiteX15" fmla="*/ 180358 w 1128437"/>
                <a:gd name="connsiteY15" fmla="*/ 1357094 h 1375777"/>
                <a:gd name="connsiteX16" fmla="*/ 165614 w 1128437"/>
                <a:gd name="connsiteY16" fmla="*/ 1375778 h 1375777"/>
                <a:gd name="connsiteX17" fmla="*/ 57425 w 1128437"/>
                <a:gd name="connsiteY17" fmla="*/ 1318010 h 1375777"/>
                <a:gd name="connsiteX18" fmla="*/ 16714 w 1128437"/>
                <a:gd name="connsiteY18" fmla="*/ 1203377 h 1375777"/>
                <a:gd name="connsiteX19" fmla="*/ 48286 w 1128437"/>
                <a:gd name="connsiteY19" fmla="*/ 1080266 h 1375777"/>
                <a:gd name="connsiteX20" fmla="*/ 52341 w 1128437"/>
                <a:gd name="connsiteY20" fmla="*/ 1013601 h 1375777"/>
                <a:gd name="connsiteX21" fmla="*/ 31064 w 1128437"/>
                <a:gd name="connsiteY21" fmla="*/ 997014 h 1375777"/>
                <a:gd name="connsiteX22" fmla="*/ 0 w 1128437"/>
                <a:gd name="connsiteY22" fmla="*/ 939373 h 1375777"/>
                <a:gd name="connsiteX23" fmla="*/ 394 w 1128437"/>
                <a:gd name="connsiteY23" fmla="*/ 884732 h 1375777"/>
                <a:gd name="connsiteX24" fmla="*/ 57819 w 1128437"/>
                <a:gd name="connsiteY24" fmla="*/ 904852 h 1375777"/>
                <a:gd name="connsiteX25" fmla="*/ 106626 w 1128437"/>
                <a:gd name="connsiteY25" fmla="*/ 896768 h 1375777"/>
                <a:gd name="connsiteX26" fmla="*/ 109626 w 1128437"/>
                <a:gd name="connsiteY26" fmla="*/ 830370 h 1375777"/>
                <a:gd name="connsiteX27" fmla="*/ 77914 w 1128437"/>
                <a:gd name="connsiteY27" fmla="*/ 706980 h 1375777"/>
                <a:gd name="connsiteX28" fmla="*/ 96305 w 1128437"/>
                <a:gd name="connsiteY28" fmla="*/ 673654 h 1375777"/>
                <a:gd name="connsiteX29" fmla="*/ 184273 w 1128437"/>
                <a:gd name="connsiteY29" fmla="*/ 645284 h 1375777"/>
                <a:gd name="connsiteX30" fmla="*/ 168347 w 1128437"/>
                <a:gd name="connsiteY30" fmla="*/ 592753 h 1375777"/>
                <a:gd name="connsiteX31" fmla="*/ 162348 w 1128437"/>
                <a:gd name="connsiteY31" fmla="*/ 568044 h 1375777"/>
                <a:gd name="connsiteX32" fmla="*/ 171219 w 1128437"/>
                <a:gd name="connsiteY32" fmla="*/ 467913 h 1375777"/>
                <a:gd name="connsiteX33" fmla="*/ 213112 w 1128437"/>
                <a:gd name="connsiteY33" fmla="*/ 427406 h 1375777"/>
                <a:gd name="connsiteX34" fmla="*/ 194059 w 1128437"/>
                <a:gd name="connsiteY34" fmla="*/ 402964 h 1375777"/>
                <a:gd name="connsiteX35" fmla="*/ 138846 w 1128437"/>
                <a:gd name="connsiteY35" fmla="*/ 400473 h 1375777"/>
                <a:gd name="connsiteX36" fmla="*/ 130636 w 1128437"/>
                <a:gd name="connsiteY36" fmla="*/ 336045 h 1375777"/>
                <a:gd name="connsiteX37" fmla="*/ 154658 w 1128437"/>
                <a:gd name="connsiteY37" fmla="*/ 317615 h 1375777"/>
                <a:gd name="connsiteX38" fmla="*/ 143943 w 1128437"/>
                <a:gd name="connsiteY38" fmla="*/ 285331 h 1375777"/>
                <a:gd name="connsiteX39" fmla="*/ 112117 w 1128437"/>
                <a:gd name="connsiteY39" fmla="*/ 271210 h 1375777"/>
                <a:gd name="connsiteX40" fmla="*/ 123708 w 1128437"/>
                <a:gd name="connsiteY40" fmla="*/ 248345 h 1375777"/>
                <a:gd name="connsiteX41" fmla="*/ 151518 w 1128437"/>
                <a:gd name="connsiteY41" fmla="*/ 221679 h 1375777"/>
                <a:gd name="connsiteX42" fmla="*/ 177612 w 1128437"/>
                <a:gd name="connsiteY42" fmla="*/ 210036 h 1375777"/>
                <a:gd name="connsiteX43" fmla="*/ 209846 w 1128437"/>
                <a:gd name="connsiteY43" fmla="*/ 213048 h 1375777"/>
                <a:gd name="connsiteX44" fmla="*/ 285408 w 1128437"/>
                <a:gd name="connsiteY44" fmla="*/ 180625 h 1375777"/>
                <a:gd name="connsiteX45" fmla="*/ 284111 w 1128437"/>
                <a:gd name="connsiteY45" fmla="*/ 146396 h 1375777"/>
                <a:gd name="connsiteX46" fmla="*/ 311502 w 1128437"/>
                <a:gd name="connsiteY46" fmla="*/ 134245 h 1375777"/>
                <a:gd name="connsiteX47" fmla="*/ 309163 w 1128437"/>
                <a:gd name="connsiteY47" fmla="*/ 108609 h 1375777"/>
                <a:gd name="connsiteX48" fmla="*/ 306024 w 1128437"/>
                <a:gd name="connsiteY48" fmla="*/ 75016 h 1375777"/>
                <a:gd name="connsiteX49" fmla="*/ 344802 w 1128437"/>
                <a:gd name="connsiteY49" fmla="*/ 25878 h 1375777"/>
                <a:gd name="connsiteX50" fmla="*/ 344523 w 1128437"/>
                <a:gd name="connsiteY50" fmla="*/ 12939 h 1375777"/>
                <a:gd name="connsiteX51" fmla="*/ 366448 w 1128437"/>
                <a:gd name="connsiteY51" fmla="*/ 1182 h 1375777"/>
                <a:gd name="connsiteX52" fmla="*/ 378840 w 1128437"/>
                <a:gd name="connsiteY52" fmla="*/ 0 h 1375777"/>
                <a:gd name="connsiteX53" fmla="*/ 388640 w 1128437"/>
                <a:gd name="connsiteY53" fmla="*/ 5224 h 1375777"/>
                <a:gd name="connsiteX54" fmla="*/ 390470 w 1128437"/>
                <a:gd name="connsiteY54" fmla="*/ 14769 h 1375777"/>
                <a:gd name="connsiteX55" fmla="*/ 380810 w 1128437"/>
                <a:gd name="connsiteY55" fmla="*/ 38042 h 1375777"/>
                <a:gd name="connsiteX56" fmla="*/ 386937 w 1128437"/>
                <a:gd name="connsiteY56" fmla="*/ 62865 h 1375777"/>
                <a:gd name="connsiteX57" fmla="*/ 385373 w 1128437"/>
                <a:gd name="connsiteY57" fmla="*/ 77520 h 1375777"/>
                <a:gd name="connsiteX58" fmla="*/ 375460 w 1128437"/>
                <a:gd name="connsiteY58" fmla="*/ 97894 h 1375777"/>
                <a:gd name="connsiteX59" fmla="*/ 367630 w 1128437"/>
                <a:gd name="connsiteY59" fmla="*/ 132529 h 1375777"/>
                <a:gd name="connsiteX60" fmla="*/ 358224 w 1128437"/>
                <a:gd name="connsiteY60" fmla="*/ 169389 h 1375777"/>
                <a:gd name="connsiteX61" fmla="*/ 377150 w 1128437"/>
                <a:gd name="connsiteY61" fmla="*/ 192521 h 1375777"/>
                <a:gd name="connsiteX62" fmla="*/ 392809 w 1128437"/>
                <a:gd name="connsiteY62" fmla="*/ 204037 h 1375777"/>
                <a:gd name="connsiteX63" fmla="*/ 391373 w 1128437"/>
                <a:gd name="connsiteY63" fmla="*/ 210303 h 1375777"/>
                <a:gd name="connsiteX64" fmla="*/ 385246 w 1128437"/>
                <a:gd name="connsiteY64" fmla="*/ 233321 h 1375777"/>
                <a:gd name="connsiteX65" fmla="*/ 388640 w 1128437"/>
                <a:gd name="connsiteY65" fmla="*/ 275379 h 1375777"/>
                <a:gd name="connsiteX66" fmla="*/ 401439 w 1128437"/>
                <a:gd name="connsiteY66" fmla="*/ 293568 h 1375777"/>
                <a:gd name="connsiteX67" fmla="*/ 411340 w 1128437"/>
                <a:gd name="connsiteY67" fmla="*/ 294216 h 1375777"/>
                <a:gd name="connsiteX68" fmla="*/ 411849 w 1128437"/>
                <a:gd name="connsiteY68" fmla="*/ 282586 h 1375777"/>
                <a:gd name="connsiteX69" fmla="*/ 426618 w 1128437"/>
                <a:gd name="connsiteY69" fmla="*/ 265847 h 1375777"/>
                <a:gd name="connsiteX70" fmla="*/ 449840 w 1128437"/>
                <a:gd name="connsiteY70" fmla="*/ 253175 h 1375777"/>
                <a:gd name="connsiteX71" fmla="*/ 449052 w 1128437"/>
                <a:gd name="connsiteY71" fmla="*/ 237757 h 1375777"/>
                <a:gd name="connsiteX72" fmla="*/ 443180 w 1128437"/>
                <a:gd name="connsiteY72" fmla="*/ 229508 h 1375777"/>
                <a:gd name="connsiteX73" fmla="*/ 446700 w 1128437"/>
                <a:gd name="connsiteY73" fmla="*/ 215794 h 1375777"/>
                <a:gd name="connsiteX74" fmla="*/ 443180 w 1128437"/>
                <a:gd name="connsiteY74" fmla="*/ 204545 h 1375777"/>
                <a:gd name="connsiteX75" fmla="*/ 424902 w 1128437"/>
                <a:gd name="connsiteY75" fmla="*/ 186382 h 1375777"/>
                <a:gd name="connsiteX76" fmla="*/ 419564 w 1128437"/>
                <a:gd name="connsiteY76" fmla="*/ 170965 h 1375777"/>
                <a:gd name="connsiteX77" fmla="*/ 439265 w 1128437"/>
                <a:gd name="connsiteY77" fmla="*/ 121420 h 1375777"/>
                <a:gd name="connsiteX78" fmla="*/ 438489 w 1128437"/>
                <a:gd name="connsiteY78" fmla="*/ 105609 h 1375777"/>
                <a:gd name="connsiteX79" fmla="*/ 473061 w 1128437"/>
                <a:gd name="connsiteY79" fmla="*/ 112663 h 1375777"/>
                <a:gd name="connsiteX80" fmla="*/ 569112 w 1128437"/>
                <a:gd name="connsiteY80" fmla="*/ 132148 h 1375777"/>
                <a:gd name="connsiteX81" fmla="*/ 577857 w 1128437"/>
                <a:gd name="connsiteY81" fmla="*/ 144299 h 1375777"/>
                <a:gd name="connsiteX82" fmla="*/ 621974 w 1128437"/>
                <a:gd name="connsiteY82" fmla="*/ 212006 h 1375777"/>
                <a:gd name="connsiteX83" fmla="*/ 662685 w 1128437"/>
                <a:gd name="connsiteY83" fmla="*/ 175935 h 1375777"/>
                <a:gd name="connsiteX84" fmla="*/ 747258 w 1128437"/>
                <a:gd name="connsiteY84" fmla="*/ 132923 h 1375777"/>
                <a:gd name="connsiteX85" fmla="*/ 790715 w 1128437"/>
                <a:gd name="connsiteY85" fmla="*/ 164038 h 1375777"/>
                <a:gd name="connsiteX86" fmla="*/ 828413 w 1128437"/>
                <a:gd name="connsiteY86" fmla="*/ 131754 h 1375777"/>
                <a:gd name="connsiteX87" fmla="*/ 861574 w 1128437"/>
                <a:gd name="connsiteY87" fmla="*/ 148226 h 1375777"/>
                <a:gd name="connsiteX88" fmla="*/ 863785 w 1128437"/>
                <a:gd name="connsiteY88" fmla="*/ 187704 h 1375777"/>
                <a:gd name="connsiteX89" fmla="*/ 907496 w 1128437"/>
                <a:gd name="connsiteY89" fmla="*/ 215794 h 1375777"/>
                <a:gd name="connsiteX90" fmla="*/ 905945 w 1128437"/>
                <a:gd name="connsiteY90" fmla="*/ 279574 h 1375777"/>
                <a:gd name="connsiteX91" fmla="*/ 911283 w 1128437"/>
                <a:gd name="connsiteY91" fmla="*/ 294610 h 1375777"/>
                <a:gd name="connsiteX92" fmla="*/ 984113 w 1128437"/>
                <a:gd name="connsiteY92" fmla="*/ 242714 h 1375777"/>
                <a:gd name="connsiteX93" fmla="*/ 1083799 w 1128437"/>
                <a:gd name="connsiteY93" fmla="*/ 191225 h 1375777"/>
                <a:gd name="connsiteX94" fmla="*/ 1108991 w 1128437"/>
                <a:gd name="connsiteY94" fmla="*/ 228733 h 1375777"/>
                <a:gd name="connsiteX95" fmla="*/ 1121777 w 1128437"/>
                <a:gd name="connsiteY95" fmla="*/ 247569 h 1375777"/>
                <a:gd name="connsiteX96" fmla="*/ 1122171 w 1128437"/>
                <a:gd name="connsiteY96" fmla="*/ 253175 h 1375777"/>
                <a:gd name="connsiteX97" fmla="*/ 1128438 w 1128437"/>
                <a:gd name="connsiteY97" fmla="*/ 323106 h 1375777"/>
                <a:gd name="connsiteX98" fmla="*/ 957104 w 1128437"/>
                <a:gd name="connsiteY98" fmla="*/ 425703 h 1375777"/>
                <a:gd name="connsiteX99" fmla="*/ 978622 w 1128437"/>
                <a:gd name="connsiteY99" fmla="*/ 463350 h 1375777"/>
                <a:gd name="connsiteX100" fmla="*/ 971708 w 1128437"/>
                <a:gd name="connsiteY100" fmla="*/ 507925 h 1375777"/>
                <a:gd name="connsiteX101" fmla="*/ 909212 w 1128437"/>
                <a:gd name="connsiteY101" fmla="*/ 565159 h 1375777"/>
                <a:gd name="connsiteX102" fmla="*/ 873051 w 1128437"/>
                <a:gd name="connsiteY102" fmla="*/ 571959 h 1375777"/>
                <a:gd name="connsiteX103" fmla="*/ 869924 w 1128437"/>
                <a:gd name="connsiteY103" fmla="*/ 594177 h 1375777"/>
                <a:gd name="connsiteX104" fmla="*/ 884414 w 1128437"/>
                <a:gd name="connsiteY104" fmla="*/ 648551 h 1375777"/>
                <a:gd name="connsiteX105" fmla="*/ 854914 w 1128437"/>
                <a:gd name="connsiteY105" fmla="*/ 659914 h 1375777"/>
                <a:gd name="connsiteX106" fmla="*/ 843818 w 1128437"/>
                <a:gd name="connsiteY106" fmla="*/ 740052 h 1375777"/>
                <a:gd name="connsiteX107" fmla="*/ 780928 w 1128437"/>
                <a:gd name="connsiteY107" fmla="*/ 767887 h 1375777"/>
                <a:gd name="connsiteX108" fmla="*/ 751300 w 1128437"/>
                <a:gd name="connsiteY108" fmla="*/ 715203 h 1375777"/>
                <a:gd name="connsiteX109" fmla="*/ 710055 w 1128437"/>
                <a:gd name="connsiteY109" fmla="*/ 746712 h 1375777"/>
                <a:gd name="connsiteX110" fmla="*/ 701578 w 1128437"/>
                <a:gd name="connsiteY110" fmla="*/ 807492 h 1375777"/>
                <a:gd name="connsiteX111" fmla="*/ 632663 w 1128437"/>
                <a:gd name="connsiteY111" fmla="*/ 857811 h 1375777"/>
                <a:gd name="connsiteX112" fmla="*/ 598867 w 1128437"/>
                <a:gd name="connsiteY112" fmla="*/ 849969 h 1375777"/>
                <a:gd name="connsiteX113" fmla="*/ 558410 w 1128437"/>
                <a:gd name="connsiteY113" fmla="*/ 879635 h 1375777"/>
                <a:gd name="connsiteX114" fmla="*/ 561422 w 1128437"/>
                <a:gd name="connsiteY114" fmla="*/ 925125 h 1375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1128437" h="1375777">
                  <a:moveTo>
                    <a:pt x="561422" y="925125"/>
                  </a:moveTo>
                  <a:lnTo>
                    <a:pt x="572252" y="962493"/>
                  </a:lnTo>
                  <a:lnTo>
                    <a:pt x="523965" y="1005771"/>
                  </a:lnTo>
                  <a:lnTo>
                    <a:pt x="518220" y="1048897"/>
                  </a:lnTo>
                  <a:lnTo>
                    <a:pt x="574730" y="1106398"/>
                  </a:lnTo>
                  <a:lnTo>
                    <a:pt x="575518" y="1212922"/>
                  </a:lnTo>
                  <a:lnTo>
                    <a:pt x="547200" y="1223776"/>
                  </a:lnTo>
                  <a:lnTo>
                    <a:pt x="499041" y="1262339"/>
                  </a:lnTo>
                  <a:lnTo>
                    <a:pt x="447361" y="1223128"/>
                  </a:lnTo>
                  <a:lnTo>
                    <a:pt x="397499" y="1239067"/>
                  </a:lnTo>
                  <a:lnTo>
                    <a:pt x="360576" y="1206008"/>
                  </a:lnTo>
                  <a:lnTo>
                    <a:pt x="283577" y="1192535"/>
                  </a:lnTo>
                  <a:lnTo>
                    <a:pt x="252908" y="1226522"/>
                  </a:lnTo>
                  <a:lnTo>
                    <a:pt x="243388" y="1299847"/>
                  </a:lnTo>
                  <a:lnTo>
                    <a:pt x="251217" y="1340888"/>
                  </a:lnTo>
                  <a:lnTo>
                    <a:pt x="180358" y="1357094"/>
                  </a:lnTo>
                  <a:lnTo>
                    <a:pt x="165614" y="1375778"/>
                  </a:lnTo>
                  <a:lnTo>
                    <a:pt x="57425" y="1318010"/>
                  </a:lnTo>
                  <a:lnTo>
                    <a:pt x="16714" y="1203377"/>
                  </a:lnTo>
                  <a:lnTo>
                    <a:pt x="48286" y="1080266"/>
                  </a:lnTo>
                  <a:lnTo>
                    <a:pt x="52341" y="1013601"/>
                  </a:lnTo>
                  <a:lnTo>
                    <a:pt x="31064" y="997014"/>
                  </a:lnTo>
                  <a:lnTo>
                    <a:pt x="0" y="939373"/>
                  </a:lnTo>
                  <a:lnTo>
                    <a:pt x="394" y="884732"/>
                  </a:lnTo>
                  <a:lnTo>
                    <a:pt x="57819" y="904852"/>
                  </a:lnTo>
                  <a:lnTo>
                    <a:pt x="106626" y="896768"/>
                  </a:lnTo>
                  <a:lnTo>
                    <a:pt x="109626" y="830370"/>
                  </a:lnTo>
                  <a:lnTo>
                    <a:pt x="77914" y="706980"/>
                  </a:lnTo>
                  <a:lnTo>
                    <a:pt x="96305" y="673654"/>
                  </a:lnTo>
                  <a:lnTo>
                    <a:pt x="184273" y="645284"/>
                  </a:lnTo>
                  <a:lnTo>
                    <a:pt x="168347" y="592753"/>
                  </a:lnTo>
                  <a:lnTo>
                    <a:pt x="162348" y="568044"/>
                  </a:lnTo>
                  <a:lnTo>
                    <a:pt x="171219" y="467913"/>
                  </a:lnTo>
                  <a:lnTo>
                    <a:pt x="213112" y="427406"/>
                  </a:lnTo>
                  <a:lnTo>
                    <a:pt x="194059" y="402964"/>
                  </a:lnTo>
                  <a:lnTo>
                    <a:pt x="138846" y="400473"/>
                  </a:lnTo>
                  <a:lnTo>
                    <a:pt x="130636" y="336045"/>
                  </a:lnTo>
                  <a:lnTo>
                    <a:pt x="154658" y="317615"/>
                  </a:lnTo>
                  <a:lnTo>
                    <a:pt x="143943" y="285331"/>
                  </a:lnTo>
                  <a:lnTo>
                    <a:pt x="112117" y="271210"/>
                  </a:lnTo>
                  <a:lnTo>
                    <a:pt x="123708" y="248345"/>
                  </a:lnTo>
                  <a:lnTo>
                    <a:pt x="151518" y="221679"/>
                  </a:lnTo>
                  <a:lnTo>
                    <a:pt x="177612" y="210036"/>
                  </a:lnTo>
                  <a:lnTo>
                    <a:pt x="209846" y="213048"/>
                  </a:lnTo>
                  <a:lnTo>
                    <a:pt x="285408" y="180625"/>
                  </a:lnTo>
                  <a:lnTo>
                    <a:pt x="284111" y="146396"/>
                  </a:lnTo>
                  <a:lnTo>
                    <a:pt x="311502" y="134245"/>
                  </a:lnTo>
                  <a:lnTo>
                    <a:pt x="309163" y="108609"/>
                  </a:lnTo>
                  <a:lnTo>
                    <a:pt x="306024" y="75016"/>
                  </a:lnTo>
                  <a:lnTo>
                    <a:pt x="344802" y="25878"/>
                  </a:lnTo>
                  <a:lnTo>
                    <a:pt x="344523" y="12939"/>
                  </a:lnTo>
                  <a:lnTo>
                    <a:pt x="366448" y="1182"/>
                  </a:lnTo>
                  <a:lnTo>
                    <a:pt x="378840" y="0"/>
                  </a:lnTo>
                  <a:lnTo>
                    <a:pt x="388640" y="5224"/>
                  </a:lnTo>
                  <a:lnTo>
                    <a:pt x="390470" y="14769"/>
                  </a:lnTo>
                  <a:lnTo>
                    <a:pt x="380810" y="38042"/>
                  </a:lnTo>
                  <a:lnTo>
                    <a:pt x="386937" y="62865"/>
                  </a:lnTo>
                  <a:lnTo>
                    <a:pt x="385373" y="77520"/>
                  </a:lnTo>
                  <a:lnTo>
                    <a:pt x="375460" y="97894"/>
                  </a:lnTo>
                  <a:lnTo>
                    <a:pt x="367630" y="132529"/>
                  </a:lnTo>
                  <a:lnTo>
                    <a:pt x="358224" y="169389"/>
                  </a:lnTo>
                  <a:lnTo>
                    <a:pt x="377150" y="192521"/>
                  </a:lnTo>
                  <a:lnTo>
                    <a:pt x="392809" y="204037"/>
                  </a:lnTo>
                  <a:lnTo>
                    <a:pt x="391373" y="210303"/>
                  </a:lnTo>
                  <a:lnTo>
                    <a:pt x="385246" y="233321"/>
                  </a:lnTo>
                  <a:lnTo>
                    <a:pt x="388640" y="275379"/>
                  </a:lnTo>
                  <a:lnTo>
                    <a:pt x="401439" y="293568"/>
                  </a:lnTo>
                  <a:lnTo>
                    <a:pt x="411340" y="294216"/>
                  </a:lnTo>
                  <a:lnTo>
                    <a:pt x="411849" y="282586"/>
                  </a:lnTo>
                  <a:lnTo>
                    <a:pt x="426618" y="265847"/>
                  </a:lnTo>
                  <a:lnTo>
                    <a:pt x="449840" y="253175"/>
                  </a:lnTo>
                  <a:lnTo>
                    <a:pt x="449052" y="237757"/>
                  </a:lnTo>
                  <a:lnTo>
                    <a:pt x="443180" y="229508"/>
                  </a:lnTo>
                  <a:lnTo>
                    <a:pt x="446700" y="215794"/>
                  </a:lnTo>
                  <a:lnTo>
                    <a:pt x="443180" y="204545"/>
                  </a:lnTo>
                  <a:lnTo>
                    <a:pt x="424902" y="186382"/>
                  </a:lnTo>
                  <a:lnTo>
                    <a:pt x="419564" y="170965"/>
                  </a:lnTo>
                  <a:lnTo>
                    <a:pt x="439265" y="121420"/>
                  </a:lnTo>
                  <a:lnTo>
                    <a:pt x="438489" y="105609"/>
                  </a:lnTo>
                  <a:lnTo>
                    <a:pt x="473061" y="112663"/>
                  </a:lnTo>
                  <a:lnTo>
                    <a:pt x="569112" y="132148"/>
                  </a:lnTo>
                  <a:lnTo>
                    <a:pt x="577857" y="144299"/>
                  </a:lnTo>
                  <a:lnTo>
                    <a:pt x="621974" y="212006"/>
                  </a:lnTo>
                  <a:lnTo>
                    <a:pt x="662685" y="175935"/>
                  </a:lnTo>
                  <a:lnTo>
                    <a:pt x="747258" y="132923"/>
                  </a:lnTo>
                  <a:lnTo>
                    <a:pt x="790715" y="164038"/>
                  </a:lnTo>
                  <a:lnTo>
                    <a:pt x="828413" y="131754"/>
                  </a:lnTo>
                  <a:lnTo>
                    <a:pt x="861574" y="148226"/>
                  </a:lnTo>
                  <a:lnTo>
                    <a:pt x="863785" y="187704"/>
                  </a:lnTo>
                  <a:lnTo>
                    <a:pt x="907496" y="215794"/>
                  </a:lnTo>
                  <a:lnTo>
                    <a:pt x="905945" y="279574"/>
                  </a:lnTo>
                  <a:lnTo>
                    <a:pt x="911283" y="294610"/>
                  </a:lnTo>
                  <a:lnTo>
                    <a:pt x="984113" y="242714"/>
                  </a:lnTo>
                  <a:lnTo>
                    <a:pt x="1083799" y="191225"/>
                  </a:lnTo>
                  <a:lnTo>
                    <a:pt x="1108991" y="228733"/>
                  </a:lnTo>
                  <a:lnTo>
                    <a:pt x="1121777" y="247569"/>
                  </a:lnTo>
                  <a:lnTo>
                    <a:pt x="1122171" y="253175"/>
                  </a:lnTo>
                  <a:lnTo>
                    <a:pt x="1128438" y="323106"/>
                  </a:lnTo>
                  <a:lnTo>
                    <a:pt x="957104" y="425703"/>
                  </a:lnTo>
                  <a:lnTo>
                    <a:pt x="978622" y="463350"/>
                  </a:lnTo>
                  <a:lnTo>
                    <a:pt x="971708" y="507925"/>
                  </a:lnTo>
                  <a:lnTo>
                    <a:pt x="909212" y="565159"/>
                  </a:lnTo>
                  <a:lnTo>
                    <a:pt x="873051" y="571959"/>
                  </a:lnTo>
                  <a:lnTo>
                    <a:pt x="869924" y="594177"/>
                  </a:lnTo>
                  <a:lnTo>
                    <a:pt x="884414" y="648551"/>
                  </a:lnTo>
                  <a:lnTo>
                    <a:pt x="854914" y="659914"/>
                  </a:lnTo>
                  <a:lnTo>
                    <a:pt x="843818" y="740052"/>
                  </a:lnTo>
                  <a:lnTo>
                    <a:pt x="780928" y="767887"/>
                  </a:lnTo>
                  <a:lnTo>
                    <a:pt x="751300" y="715203"/>
                  </a:lnTo>
                  <a:lnTo>
                    <a:pt x="710055" y="746712"/>
                  </a:lnTo>
                  <a:lnTo>
                    <a:pt x="701578" y="807492"/>
                  </a:lnTo>
                  <a:lnTo>
                    <a:pt x="632663" y="857811"/>
                  </a:lnTo>
                  <a:lnTo>
                    <a:pt x="598867" y="849969"/>
                  </a:lnTo>
                  <a:lnTo>
                    <a:pt x="558410" y="879635"/>
                  </a:lnTo>
                  <a:lnTo>
                    <a:pt x="561422" y="925125"/>
                  </a:lnTo>
                  <a:close/>
                </a:path>
              </a:pathLst>
            </a:custGeom>
            <a:noFill/>
            <a:ln w="3810" cap="flat">
              <a:solidFill>
                <a:srgbClr val="E6E4E2"/>
              </a:solidFill>
              <a:prstDash val="solid"/>
              <a:miter/>
            </a:ln>
          </p:spPr>
          <p:txBody>
            <a:bodyPr rtlCol="0" anchor="ctr"/>
            <a:lstStyle/>
            <a:p>
              <a:endParaRPr lang="de-CH"/>
            </a:p>
          </p:txBody>
        </p:sp>
        <p:sp>
          <p:nvSpPr>
            <p:cNvPr id="90" name="Freihandform: Form 89">
              <a:extLst>
                <a:ext uri="{FF2B5EF4-FFF2-40B4-BE49-F238E27FC236}">
                  <a16:creationId xmlns:a16="http://schemas.microsoft.com/office/drawing/2014/main" id="{9A5E9EDE-CAE1-C096-3F56-17F0DD1C0542}"/>
                </a:ext>
              </a:extLst>
            </p:cNvPr>
            <p:cNvSpPr/>
            <p:nvPr/>
          </p:nvSpPr>
          <p:spPr>
            <a:xfrm>
              <a:off x="6462138" y="2231890"/>
              <a:ext cx="1245803" cy="993048"/>
            </a:xfrm>
            <a:custGeom>
              <a:avLst/>
              <a:gdLst>
                <a:gd name="connsiteX0" fmla="*/ 853833 w 1245803"/>
                <a:gd name="connsiteY0" fmla="*/ 403028 h 993048"/>
                <a:gd name="connsiteX1" fmla="*/ 867929 w 1245803"/>
                <a:gd name="connsiteY1" fmla="*/ 395059 h 993048"/>
                <a:gd name="connsiteX2" fmla="*/ 873280 w 1245803"/>
                <a:gd name="connsiteY2" fmla="*/ 380696 h 993048"/>
                <a:gd name="connsiteX3" fmla="*/ 862972 w 1245803"/>
                <a:gd name="connsiteY3" fmla="*/ 370744 h 993048"/>
                <a:gd name="connsiteX4" fmla="*/ 849919 w 1245803"/>
                <a:gd name="connsiteY4" fmla="*/ 366041 h 993048"/>
                <a:gd name="connsiteX5" fmla="*/ 832824 w 1245803"/>
                <a:gd name="connsiteY5" fmla="*/ 353331 h 993048"/>
                <a:gd name="connsiteX6" fmla="*/ 832430 w 1245803"/>
                <a:gd name="connsiteY6" fmla="*/ 339617 h 993048"/>
                <a:gd name="connsiteX7" fmla="*/ 824486 w 1245803"/>
                <a:gd name="connsiteY7" fmla="*/ 315569 h 993048"/>
                <a:gd name="connsiteX8" fmla="*/ 825909 w 1245803"/>
                <a:gd name="connsiteY8" fmla="*/ 288255 h 993048"/>
                <a:gd name="connsiteX9" fmla="*/ 810619 w 1245803"/>
                <a:gd name="connsiteY9" fmla="*/ 251942 h 993048"/>
                <a:gd name="connsiteX10" fmla="*/ 814152 w 1245803"/>
                <a:gd name="connsiteY10" fmla="*/ 243833 h 993048"/>
                <a:gd name="connsiteX11" fmla="*/ 806730 w 1245803"/>
                <a:gd name="connsiteY11" fmla="*/ 229979 h 993048"/>
                <a:gd name="connsiteX12" fmla="*/ 810619 w 1245803"/>
                <a:gd name="connsiteY12" fmla="*/ 222073 h 993048"/>
                <a:gd name="connsiteX13" fmla="*/ 813491 w 1245803"/>
                <a:gd name="connsiteY13" fmla="*/ 213697 h 993048"/>
                <a:gd name="connsiteX14" fmla="*/ 813491 w 1245803"/>
                <a:gd name="connsiteY14" fmla="*/ 206782 h 993048"/>
                <a:gd name="connsiteX15" fmla="*/ 806730 w 1245803"/>
                <a:gd name="connsiteY15" fmla="*/ 210176 h 993048"/>
                <a:gd name="connsiteX16" fmla="*/ 799929 w 1245803"/>
                <a:gd name="connsiteY16" fmla="*/ 206363 h 993048"/>
                <a:gd name="connsiteX17" fmla="*/ 798481 w 1245803"/>
                <a:gd name="connsiteY17" fmla="*/ 198000 h 993048"/>
                <a:gd name="connsiteX18" fmla="*/ 790016 w 1245803"/>
                <a:gd name="connsiteY18" fmla="*/ 196169 h 993048"/>
                <a:gd name="connsiteX19" fmla="*/ 786736 w 1245803"/>
                <a:gd name="connsiteY19" fmla="*/ 207672 h 993048"/>
                <a:gd name="connsiteX20" fmla="*/ 778652 w 1245803"/>
                <a:gd name="connsiteY20" fmla="*/ 211193 h 993048"/>
                <a:gd name="connsiteX21" fmla="*/ 770289 w 1245803"/>
                <a:gd name="connsiteY21" fmla="*/ 213544 h 993048"/>
                <a:gd name="connsiteX22" fmla="*/ 762473 w 1245803"/>
                <a:gd name="connsiteY22" fmla="*/ 210023 h 993048"/>
                <a:gd name="connsiteX23" fmla="*/ 756728 w 1245803"/>
                <a:gd name="connsiteY23" fmla="*/ 216162 h 993048"/>
                <a:gd name="connsiteX24" fmla="*/ 754249 w 1245803"/>
                <a:gd name="connsiteY24" fmla="*/ 230144 h 993048"/>
                <a:gd name="connsiteX25" fmla="*/ 747195 w 1245803"/>
                <a:gd name="connsiteY25" fmla="*/ 237452 h 993048"/>
                <a:gd name="connsiteX26" fmla="*/ 749737 w 1245803"/>
                <a:gd name="connsiteY26" fmla="*/ 242295 h 993048"/>
                <a:gd name="connsiteX27" fmla="*/ 757185 w 1245803"/>
                <a:gd name="connsiteY27" fmla="*/ 240070 h 993048"/>
                <a:gd name="connsiteX28" fmla="*/ 763451 w 1245803"/>
                <a:gd name="connsiteY28" fmla="*/ 255882 h 993048"/>
                <a:gd name="connsiteX29" fmla="*/ 782898 w 1245803"/>
                <a:gd name="connsiteY29" fmla="*/ 285420 h 993048"/>
                <a:gd name="connsiteX30" fmla="*/ 784067 w 1245803"/>
                <a:gd name="connsiteY30" fmla="*/ 304486 h 993048"/>
                <a:gd name="connsiteX31" fmla="*/ 790588 w 1245803"/>
                <a:gd name="connsiteY31" fmla="*/ 311273 h 993048"/>
                <a:gd name="connsiteX32" fmla="*/ 801950 w 1245803"/>
                <a:gd name="connsiteY32" fmla="*/ 320818 h 993048"/>
                <a:gd name="connsiteX33" fmla="*/ 793727 w 1245803"/>
                <a:gd name="connsiteY33" fmla="*/ 333884 h 993048"/>
                <a:gd name="connsiteX34" fmla="*/ 797248 w 1245803"/>
                <a:gd name="connsiteY34" fmla="*/ 346290 h 993048"/>
                <a:gd name="connsiteX35" fmla="*/ 806386 w 1245803"/>
                <a:gd name="connsiteY35" fmla="*/ 348641 h 993048"/>
                <a:gd name="connsiteX36" fmla="*/ 810962 w 1245803"/>
                <a:gd name="connsiteY36" fmla="*/ 356267 h 993048"/>
                <a:gd name="connsiteX37" fmla="*/ 820215 w 1245803"/>
                <a:gd name="connsiteY37" fmla="*/ 358885 h 993048"/>
                <a:gd name="connsiteX38" fmla="*/ 833129 w 1245803"/>
                <a:gd name="connsiteY38" fmla="*/ 380188 h 993048"/>
                <a:gd name="connsiteX39" fmla="*/ 847224 w 1245803"/>
                <a:gd name="connsiteY39" fmla="*/ 388805 h 993048"/>
                <a:gd name="connsiteX40" fmla="*/ 853122 w 1245803"/>
                <a:gd name="connsiteY40" fmla="*/ 394169 h 993048"/>
                <a:gd name="connsiteX41" fmla="*/ 602502 w 1245803"/>
                <a:gd name="connsiteY41" fmla="*/ 252463 h 993048"/>
                <a:gd name="connsiteX42" fmla="*/ 604446 w 1245803"/>
                <a:gd name="connsiteY42" fmla="*/ 224361 h 993048"/>
                <a:gd name="connsiteX43" fmla="*/ 630413 w 1245803"/>
                <a:gd name="connsiteY43" fmla="*/ 208422 h 993048"/>
                <a:gd name="connsiteX44" fmla="*/ 611882 w 1245803"/>
                <a:gd name="connsiteY44" fmla="*/ 172338 h 993048"/>
                <a:gd name="connsiteX45" fmla="*/ 611374 w 1245803"/>
                <a:gd name="connsiteY45" fmla="*/ 162398 h 993048"/>
                <a:gd name="connsiteX46" fmla="*/ 590084 w 1245803"/>
                <a:gd name="connsiteY46" fmla="*/ 140791 h 993048"/>
                <a:gd name="connsiteX47" fmla="*/ 588521 w 1245803"/>
                <a:gd name="connsiteY47" fmla="*/ 112435 h 993048"/>
                <a:gd name="connsiteX48" fmla="*/ 655071 w 1245803"/>
                <a:gd name="connsiteY48" fmla="*/ 53879 h 993048"/>
                <a:gd name="connsiteX49" fmla="*/ 669294 w 1245803"/>
                <a:gd name="connsiteY49" fmla="*/ 57793 h 993048"/>
                <a:gd name="connsiteX50" fmla="*/ 693062 w 1245803"/>
                <a:gd name="connsiteY50" fmla="*/ 44460 h 993048"/>
                <a:gd name="connsiteX51" fmla="*/ 740687 w 1245803"/>
                <a:gd name="connsiteY51" fmla="*/ 35563 h 993048"/>
                <a:gd name="connsiteX52" fmla="*/ 750995 w 1245803"/>
                <a:gd name="connsiteY52" fmla="*/ 41435 h 993048"/>
                <a:gd name="connsiteX53" fmla="*/ 773442 w 1245803"/>
                <a:gd name="connsiteY53" fmla="*/ 44969 h 993048"/>
                <a:gd name="connsiteX54" fmla="*/ 782339 w 1245803"/>
                <a:gd name="connsiteY54" fmla="*/ 37343 h 993048"/>
                <a:gd name="connsiteX55" fmla="*/ 810021 w 1245803"/>
                <a:gd name="connsiteY55" fmla="*/ 41003 h 993048"/>
                <a:gd name="connsiteX56" fmla="*/ 814330 w 1245803"/>
                <a:gd name="connsiteY56" fmla="*/ 19828 h 993048"/>
                <a:gd name="connsiteX57" fmla="*/ 829582 w 1245803"/>
                <a:gd name="connsiteY57" fmla="*/ 13028 h 993048"/>
                <a:gd name="connsiteX58" fmla="*/ 839090 w 1245803"/>
                <a:gd name="connsiteY58" fmla="*/ 1398 h 993048"/>
                <a:gd name="connsiteX59" fmla="*/ 845750 w 1245803"/>
                <a:gd name="connsiteY59" fmla="*/ 4538 h 993048"/>
                <a:gd name="connsiteX60" fmla="*/ 841695 w 1245803"/>
                <a:gd name="connsiteY60" fmla="*/ 18125 h 993048"/>
                <a:gd name="connsiteX61" fmla="*/ 825376 w 1245803"/>
                <a:gd name="connsiteY61" fmla="*/ 31979 h 993048"/>
                <a:gd name="connsiteX62" fmla="*/ 819020 w 1245803"/>
                <a:gd name="connsiteY62" fmla="*/ 47015 h 993048"/>
                <a:gd name="connsiteX63" fmla="*/ 838861 w 1245803"/>
                <a:gd name="connsiteY63" fmla="*/ 51858 h 993048"/>
                <a:gd name="connsiteX64" fmla="*/ 860392 w 1245803"/>
                <a:gd name="connsiteY64" fmla="*/ 57997 h 993048"/>
                <a:gd name="connsiteX65" fmla="*/ 864701 w 1245803"/>
                <a:gd name="connsiteY65" fmla="*/ 71457 h 993048"/>
                <a:gd name="connsiteX66" fmla="*/ 894328 w 1245803"/>
                <a:gd name="connsiteY66" fmla="*/ 72105 h 993048"/>
                <a:gd name="connsiteX67" fmla="*/ 911690 w 1245803"/>
                <a:gd name="connsiteY67" fmla="*/ 82184 h 993048"/>
                <a:gd name="connsiteX68" fmla="*/ 925773 w 1245803"/>
                <a:gd name="connsiteY68" fmla="*/ 79045 h 993048"/>
                <a:gd name="connsiteX69" fmla="*/ 933857 w 1245803"/>
                <a:gd name="connsiteY69" fmla="*/ 69487 h 993048"/>
                <a:gd name="connsiteX70" fmla="*/ 936729 w 1245803"/>
                <a:gd name="connsiteY70" fmla="*/ 48045 h 993048"/>
                <a:gd name="connsiteX71" fmla="*/ 953443 w 1245803"/>
                <a:gd name="connsiteY71" fmla="*/ 42706 h 993048"/>
                <a:gd name="connsiteX72" fmla="*/ 977326 w 1245803"/>
                <a:gd name="connsiteY72" fmla="*/ 36021 h 993048"/>
                <a:gd name="connsiteX73" fmla="*/ 989591 w 1245803"/>
                <a:gd name="connsiteY73" fmla="*/ 37864 h 993048"/>
                <a:gd name="connsiteX74" fmla="*/ 1005517 w 1245803"/>
                <a:gd name="connsiteY74" fmla="*/ 29361 h 993048"/>
                <a:gd name="connsiteX75" fmla="*/ 1014414 w 1245803"/>
                <a:gd name="connsiteY75" fmla="*/ 31712 h 993048"/>
                <a:gd name="connsiteX76" fmla="*/ 1025853 w 1245803"/>
                <a:gd name="connsiteY76" fmla="*/ 40876 h 993048"/>
                <a:gd name="connsiteX77" fmla="*/ 1050664 w 1245803"/>
                <a:gd name="connsiteY77" fmla="*/ 32500 h 993048"/>
                <a:gd name="connsiteX78" fmla="*/ 1072195 w 1245803"/>
                <a:gd name="connsiteY78" fmla="*/ 28446 h 993048"/>
                <a:gd name="connsiteX79" fmla="*/ 1094107 w 1245803"/>
                <a:gd name="connsiteY79" fmla="*/ 18392 h 993048"/>
                <a:gd name="connsiteX80" fmla="*/ 1114215 w 1245803"/>
                <a:gd name="connsiteY80" fmla="*/ 7156 h 993048"/>
                <a:gd name="connsiteX81" fmla="*/ 1114723 w 1245803"/>
                <a:gd name="connsiteY81" fmla="*/ 216 h 993048"/>
                <a:gd name="connsiteX82" fmla="*/ 1146054 w 1245803"/>
                <a:gd name="connsiteY82" fmla="*/ 4805 h 993048"/>
                <a:gd name="connsiteX83" fmla="*/ 1164458 w 1245803"/>
                <a:gd name="connsiteY83" fmla="*/ 1271 h 993048"/>
                <a:gd name="connsiteX84" fmla="*/ 1172084 w 1245803"/>
                <a:gd name="connsiteY84" fmla="*/ 0 h 993048"/>
                <a:gd name="connsiteX85" fmla="*/ 1178605 w 1245803"/>
                <a:gd name="connsiteY85" fmla="*/ 4182 h 993048"/>
                <a:gd name="connsiteX86" fmla="*/ 1181464 w 1245803"/>
                <a:gd name="connsiteY86" fmla="*/ 14769 h 993048"/>
                <a:gd name="connsiteX87" fmla="*/ 1148710 w 1245803"/>
                <a:gd name="connsiteY87" fmla="*/ 55569 h 993048"/>
                <a:gd name="connsiteX88" fmla="*/ 1158103 w 1245803"/>
                <a:gd name="connsiteY88" fmla="*/ 101707 h 993048"/>
                <a:gd name="connsiteX89" fmla="*/ 1175592 w 1245803"/>
                <a:gd name="connsiteY89" fmla="*/ 115968 h 993048"/>
                <a:gd name="connsiteX90" fmla="*/ 1196869 w 1245803"/>
                <a:gd name="connsiteY90" fmla="*/ 102355 h 993048"/>
                <a:gd name="connsiteX91" fmla="*/ 1245804 w 1245803"/>
                <a:gd name="connsiteY91" fmla="*/ 131589 h 993048"/>
                <a:gd name="connsiteX92" fmla="*/ 1177308 w 1245803"/>
                <a:gd name="connsiteY92" fmla="*/ 234059 h 993048"/>
                <a:gd name="connsiteX93" fmla="*/ 1171945 w 1245803"/>
                <a:gd name="connsiteY93" fmla="*/ 242168 h 993048"/>
                <a:gd name="connsiteX94" fmla="*/ 1176266 w 1245803"/>
                <a:gd name="connsiteY94" fmla="*/ 248523 h 993048"/>
                <a:gd name="connsiteX95" fmla="*/ 1182520 w 1245803"/>
                <a:gd name="connsiteY95" fmla="*/ 297266 h 993048"/>
                <a:gd name="connsiteX96" fmla="*/ 1182786 w 1245803"/>
                <a:gd name="connsiteY96" fmla="*/ 306291 h 993048"/>
                <a:gd name="connsiteX97" fmla="*/ 1180549 w 1245803"/>
                <a:gd name="connsiteY97" fmla="*/ 339871 h 993048"/>
                <a:gd name="connsiteX98" fmla="*/ 1147020 w 1245803"/>
                <a:gd name="connsiteY98" fmla="*/ 377404 h 993048"/>
                <a:gd name="connsiteX99" fmla="*/ 1162158 w 1245803"/>
                <a:gd name="connsiteY99" fmla="*/ 422487 h 993048"/>
                <a:gd name="connsiteX100" fmla="*/ 1137869 w 1245803"/>
                <a:gd name="connsiteY100" fmla="*/ 503121 h 993048"/>
                <a:gd name="connsiteX101" fmla="*/ 1090650 w 1245803"/>
                <a:gd name="connsiteY101" fmla="*/ 533625 h 993048"/>
                <a:gd name="connsiteX102" fmla="*/ 1042491 w 1245803"/>
                <a:gd name="connsiteY102" fmla="*/ 551254 h 993048"/>
                <a:gd name="connsiteX103" fmla="*/ 1031141 w 1245803"/>
                <a:gd name="connsiteY103" fmla="*/ 589957 h 993048"/>
                <a:gd name="connsiteX104" fmla="*/ 1063095 w 1245803"/>
                <a:gd name="connsiteY104" fmla="*/ 600938 h 993048"/>
                <a:gd name="connsiteX105" fmla="*/ 1096903 w 1245803"/>
                <a:gd name="connsiteY105" fmla="*/ 653216 h 993048"/>
                <a:gd name="connsiteX106" fmla="*/ 1145838 w 1245803"/>
                <a:gd name="connsiteY106" fmla="*/ 741310 h 993048"/>
                <a:gd name="connsiteX107" fmla="*/ 1190984 w 1245803"/>
                <a:gd name="connsiteY107" fmla="*/ 768878 h 993048"/>
                <a:gd name="connsiteX108" fmla="*/ 1158764 w 1245803"/>
                <a:gd name="connsiteY108" fmla="*/ 832010 h 993048"/>
                <a:gd name="connsiteX109" fmla="*/ 1175846 w 1245803"/>
                <a:gd name="connsiteY109" fmla="*/ 863519 h 993048"/>
                <a:gd name="connsiteX110" fmla="*/ 1119350 w 1245803"/>
                <a:gd name="connsiteY110" fmla="*/ 889651 h 993048"/>
                <a:gd name="connsiteX111" fmla="*/ 1019651 w 1245803"/>
                <a:gd name="connsiteY111" fmla="*/ 941153 h 993048"/>
                <a:gd name="connsiteX112" fmla="*/ 946821 w 1245803"/>
                <a:gd name="connsiteY112" fmla="*/ 993048 h 993048"/>
                <a:gd name="connsiteX113" fmla="*/ 941483 w 1245803"/>
                <a:gd name="connsiteY113" fmla="*/ 978012 h 993048"/>
                <a:gd name="connsiteX114" fmla="*/ 943047 w 1245803"/>
                <a:gd name="connsiteY114" fmla="*/ 914220 h 993048"/>
                <a:gd name="connsiteX115" fmla="*/ 899323 w 1245803"/>
                <a:gd name="connsiteY115" fmla="*/ 886130 h 993048"/>
                <a:gd name="connsiteX116" fmla="*/ 897112 w 1245803"/>
                <a:gd name="connsiteY116" fmla="*/ 846652 h 993048"/>
                <a:gd name="connsiteX117" fmla="*/ 863951 w 1245803"/>
                <a:gd name="connsiteY117" fmla="*/ 830129 h 993048"/>
                <a:gd name="connsiteX118" fmla="*/ 826253 w 1245803"/>
                <a:gd name="connsiteY118" fmla="*/ 862400 h 993048"/>
                <a:gd name="connsiteX119" fmla="*/ 782796 w 1245803"/>
                <a:gd name="connsiteY119" fmla="*/ 831298 h 993048"/>
                <a:gd name="connsiteX120" fmla="*/ 698223 w 1245803"/>
                <a:gd name="connsiteY120" fmla="*/ 874297 h 993048"/>
                <a:gd name="connsiteX121" fmla="*/ 657550 w 1245803"/>
                <a:gd name="connsiteY121" fmla="*/ 910368 h 993048"/>
                <a:gd name="connsiteX122" fmla="*/ 613445 w 1245803"/>
                <a:gd name="connsiteY122" fmla="*/ 842674 h 993048"/>
                <a:gd name="connsiteX123" fmla="*/ 604688 w 1245803"/>
                <a:gd name="connsiteY123" fmla="*/ 830523 h 993048"/>
                <a:gd name="connsiteX124" fmla="*/ 508637 w 1245803"/>
                <a:gd name="connsiteY124" fmla="*/ 811038 h 993048"/>
                <a:gd name="connsiteX125" fmla="*/ 474065 w 1245803"/>
                <a:gd name="connsiteY125" fmla="*/ 803984 h 993048"/>
                <a:gd name="connsiteX126" fmla="*/ 462067 w 1245803"/>
                <a:gd name="connsiteY126" fmla="*/ 777852 h 993048"/>
                <a:gd name="connsiteX127" fmla="*/ 451111 w 1245803"/>
                <a:gd name="connsiteY127" fmla="*/ 732998 h 993048"/>
                <a:gd name="connsiteX128" fmla="*/ 454619 w 1245803"/>
                <a:gd name="connsiteY128" fmla="*/ 713144 h 993048"/>
                <a:gd name="connsiteX129" fmla="*/ 455788 w 1245803"/>
                <a:gd name="connsiteY129" fmla="*/ 701908 h 993048"/>
                <a:gd name="connsiteX130" fmla="*/ 450958 w 1245803"/>
                <a:gd name="connsiteY130" fmla="*/ 696545 h 993048"/>
                <a:gd name="connsiteX131" fmla="*/ 448480 w 1245803"/>
                <a:gd name="connsiteY131" fmla="*/ 683085 h 993048"/>
                <a:gd name="connsiteX132" fmla="*/ 434498 w 1245803"/>
                <a:gd name="connsiteY132" fmla="*/ 683606 h 993048"/>
                <a:gd name="connsiteX133" fmla="*/ 417416 w 1245803"/>
                <a:gd name="connsiteY133" fmla="*/ 677327 h 993048"/>
                <a:gd name="connsiteX134" fmla="*/ 411404 w 1245803"/>
                <a:gd name="connsiteY134" fmla="*/ 671709 h 993048"/>
                <a:gd name="connsiteX135" fmla="*/ 410235 w 1245803"/>
                <a:gd name="connsiteY135" fmla="*/ 664007 h 993048"/>
                <a:gd name="connsiteX136" fmla="*/ 400842 w 1245803"/>
                <a:gd name="connsiteY136" fmla="*/ 659939 h 993048"/>
                <a:gd name="connsiteX137" fmla="*/ 377747 w 1245803"/>
                <a:gd name="connsiteY137" fmla="*/ 665303 h 993048"/>
                <a:gd name="connsiteX138" fmla="*/ 346150 w 1245803"/>
                <a:gd name="connsiteY138" fmla="*/ 689618 h 993048"/>
                <a:gd name="connsiteX139" fmla="*/ 331673 w 1245803"/>
                <a:gd name="connsiteY139" fmla="*/ 697244 h 993048"/>
                <a:gd name="connsiteX140" fmla="*/ 304664 w 1245803"/>
                <a:gd name="connsiteY140" fmla="*/ 699315 h 993048"/>
                <a:gd name="connsiteX141" fmla="*/ 265631 w 1245803"/>
                <a:gd name="connsiteY141" fmla="*/ 683898 h 993048"/>
                <a:gd name="connsiteX142" fmla="*/ 232584 w 1245803"/>
                <a:gd name="connsiteY142" fmla="*/ 688880 h 993048"/>
                <a:gd name="connsiteX143" fmla="*/ 214701 w 1245803"/>
                <a:gd name="connsiteY143" fmla="*/ 692274 h 993048"/>
                <a:gd name="connsiteX144" fmla="*/ 189141 w 1245803"/>
                <a:gd name="connsiteY144" fmla="*/ 684165 h 993048"/>
                <a:gd name="connsiteX145" fmla="*/ 246413 w 1245803"/>
                <a:gd name="connsiteY145" fmla="*/ 651614 h 993048"/>
                <a:gd name="connsiteX146" fmla="*/ 254763 w 1245803"/>
                <a:gd name="connsiteY146" fmla="*/ 600252 h 993048"/>
                <a:gd name="connsiteX147" fmla="*/ 175820 w 1245803"/>
                <a:gd name="connsiteY147" fmla="*/ 537260 h 993048"/>
                <a:gd name="connsiteX148" fmla="*/ 154416 w 1245803"/>
                <a:gd name="connsiteY148" fmla="*/ 521436 h 993048"/>
                <a:gd name="connsiteX149" fmla="*/ 148544 w 1245803"/>
                <a:gd name="connsiteY149" fmla="*/ 516352 h 993048"/>
                <a:gd name="connsiteX150" fmla="*/ 83722 w 1245803"/>
                <a:gd name="connsiteY150" fmla="*/ 472057 h 993048"/>
                <a:gd name="connsiteX151" fmla="*/ 92721 w 1245803"/>
                <a:gd name="connsiteY151" fmla="*/ 444870 h 993048"/>
                <a:gd name="connsiteX152" fmla="*/ 101860 w 1245803"/>
                <a:gd name="connsiteY152" fmla="*/ 429046 h 993048"/>
                <a:gd name="connsiteX153" fmla="*/ 99648 w 1245803"/>
                <a:gd name="connsiteY153" fmla="*/ 423174 h 993048"/>
                <a:gd name="connsiteX154" fmla="*/ 92594 w 1245803"/>
                <a:gd name="connsiteY154" fmla="*/ 422119 h 993048"/>
                <a:gd name="connsiteX155" fmla="*/ 63767 w 1245803"/>
                <a:gd name="connsiteY155" fmla="*/ 466160 h 993048"/>
                <a:gd name="connsiteX156" fmla="*/ 56586 w 1245803"/>
                <a:gd name="connsiteY156" fmla="*/ 475451 h 993048"/>
                <a:gd name="connsiteX157" fmla="*/ 50231 w 1245803"/>
                <a:gd name="connsiteY157" fmla="*/ 477929 h 993048"/>
                <a:gd name="connsiteX158" fmla="*/ 42134 w 1245803"/>
                <a:gd name="connsiteY158" fmla="*/ 475451 h 993048"/>
                <a:gd name="connsiteX159" fmla="*/ 24010 w 1245803"/>
                <a:gd name="connsiteY159" fmla="*/ 490995 h 993048"/>
                <a:gd name="connsiteX160" fmla="*/ 648 w 1245803"/>
                <a:gd name="connsiteY160" fmla="*/ 465117 h 993048"/>
                <a:gd name="connsiteX161" fmla="*/ 0 w 1245803"/>
                <a:gd name="connsiteY161" fmla="*/ 457491 h 993048"/>
                <a:gd name="connsiteX162" fmla="*/ 35881 w 1245803"/>
                <a:gd name="connsiteY162" fmla="*/ 431092 h 993048"/>
                <a:gd name="connsiteX163" fmla="*/ 63030 w 1245803"/>
                <a:gd name="connsiteY163" fmla="*/ 363525 h 993048"/>
                <a:gd name="connsiteX164" fmla="*/ 124903 w 1245803"/>
                <a:gd name="connsiteY164" fmla="*/ 337380 h 993048"/>
                <a:gd name="connsiteX165" fmla="*/ 165080 w 1245803"/>
                <a:gd name="connsiteY165" fmla="*/ 335549 h 993048"/>
                <a:gd name="connsiteX166" fmla="*/ 175909 w 1245803"/>
                <a:gd name="connsiteY166" fmla="*/ 349404 h 993048"/>
                <a:gd name="connsiteX167" fmla="*/ 171995 w 1245803"/>
                <a:gd name="connsiteY167" fmla="*/ 360004 h 993048"/>
                <a:gd name="connsiteX168" fmla="*/ 166389 w 1245803"/>
                <a:gd name="connsiteY168" fmla="*/ 368367 h 993048"/>
                <a:gd name="connsiteX169" fmla="*/ 153590 w 1245803"/>
                <a:gd name="connsiteY169" fmla="*/ 376209 h 993048"/>
                <a:gd name="connsiteX170" fmla="*/ 152688 w 1245803"/>
                <a:gd name="connsiteY170" fmla="*/ 381827 h 993048"/>
                <a:gd name="connsiteX171" fmla="*/ 165843 w 1245803"/>
                <a:gd name="connsiteY171" fmla="*/ 398948 h 993048"/>
                <a:gd name="connsiteX172" fmla="*/ 183637 w 1245803"/>
                <a:gd name="connsiteY172" fmla="*/ 410311 h 993048"/>
                <a:gd name="connsiteX173" fmla="*/ 201139 w 1245803"/>
                <a:gd name="connsiteY173" fmla="*/ 426834 h 993048"/>
                <a:gd name="connsiteX174" fmla="*/ 208422 w 1245803"/>
                <a:gd name="connsiteY174" fmla="*/ 429376 h 993048"/>
                <a:gd name="connsiteX175" fmla="*/ 214294 w 1245803"/>
                <a:gd name="connsiteY175" fmla="*/ 437739 h 993048"/>
                <a:gd name="connsiteX176" fmla="*/ 233220 w 1245803"/>
                <a:gd name="connsiteY176" fmla="*/ 452522 h 993048"/>
                <a:gd name="connsiteX177" fmla="*/ 245485 w 1245803"/>
                <a:gd name="connsiteY177" fmla="*/ 459309 h 993048"/>
                <a:gd name="connsiteX178" fmla="*/ 256924 w 1245803"/>
                <a:gd name="connsiteY178" fmla="*/ 478908 h 993048"/>
                <a:gd name="connsiteX179" fmla="*/ 264627 w 1245803"/>
                <a:gd name="connsiteY179" fmla="*/ 477205 h 993048"/>
                <a:gd name="connsiteX180" fmla="*/ 277553 w 1245803"/>
                <a:gd name="connsiteY180" fmla="*/ 459690 h 993048"/>
                <a:gd name="connsiteX181" fmla="*/ 281480 w 1245803"/>
                <a:gd name="connsiteY181" fmla="*/ 453424 h 993048"/>
                <a:gd name="connsiteX182" fmla="*/ 278341 w 1245803"/>
                <a:gd name="connsiteY182" fmla="*/ 438909 h 993048"/>
                <a:gd name="connsiteX183" fmla="*/ 269444 w 1245803"/>
                <a:gd name="connsiteY183" fmla="*/ 418649 h 993048"/>
                <a:gd name="connsiteX184" fmla="*/ 269571 w 1245803"/>
                <a:gd name="connsiteY184" fmla="*/ 396304 h 993048"/>
                <a:gd name="connsiteX185" fmla="*/ 359089 w 1245803"/>
                <a:gd name="connsiteY185" fmla="*/ 377493 h 993048"/>
                <a:gd name="connsiteX186" fmla="*/ 372549 w 1245803"/>
                <a:gd name="connsiteY186" fmla="*/ 413437 h 993048"/>
                <a:gd name="connsiteX187" fmla="*/ 402545 w 1245803"/>
                <a:gd name="connsiteY187" fmla="*/ 407082 h 993048"/>
                <a:gd name="connsiteX188" fmla="*/ 443002 w 1245803"/>
                <a:gd name="connsiteY188" fmla="*/ 387216 h 993048"/>
                <a:gd name="connsiteX189" fmla="*/ 503553 w 1245803"/>
                <a:gd name="connsiteY189" fmla="*/ 383162 h 993048"/>
                <a:gd name="connsiteX190" fmla="*/ 527563 w 1245803"/>
                <a:gd name="connsiteY190" fmla="*/ 352657 h 993048"/>
                <a:gd name="connsiteX191" fmla="*/ 572595 w 1245803"/>
                <a:gd name="connsiteY191" fmla="*/ 314756 h 99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1245803" h="993048">
                  <a:moveTo>
                    <a:pt x="853833" y="403028"/>
                  </a:moveTo>
                  <a:lnTo>
                    <a:pt x="867929" y="395059"/>
                  </a:lnTo>
                  <a:lnTo>
                    <a:pt x="873280" y="380696"/>
                  </a:lnTo>
                  <a:lnTo>
                    <a:pt x="862972" y="370744"/>
                  </a:lnTo>
                  <a:lnTo>
                    <a:pt x="849919" y="366041"/>
                  </a:lnTo>
                  <a:lnTo>
                    <a:pt x="832824" y="353331"/>
                  </a:lnTo>
                  <a:lnTo>
                    <a:pt x="832430" y="339617"/>
                  </a:lnTo>
                  <a:lnTo>
                    <a:pt x="824486" y="315569"/>
                  </a:lnTo>
                  <a:lnTo>
                    <a:pt x="825909" y="288255"/>
                  </a:lnTo>
                  <a:lnTo>
                    <a:pt x="810619" y="251942"/>
                  </a:lnTo>
                  <a:lnTo>
                    <a:pt x="814152" y="243833"/>
                  </a:lnTo>
                  <a:lnTo>
                    <a:pt x="806730" y="229979"/>
                  </a:lnTo>
                  <a:lnTo>
                    <a:pt x="810619" y="222073"/>
                  </a:lnTo>
                  <a:lnTo>
                    <a:pt x="813491" y="213697"/>
                  </a:lnTo>
                  <a:lnTo>
                    <a:pt x="813491" y="206782"/>
                  </a:lnTo>
                  <a:lnTo>
                    <a:pt x="806730" y="210176"/>
                  </a:lnTo>
                  <a:lnTo>
                    <a:pt x="799929" y="206363"/>
                  </a:lnTo>
                  <a:lnTo>
                    <a:pt x="798481" y="198000"/>
                  </a:lnTo>
                  <a:lnTo>
                    <a:pt x="790016" y="196169"/>
                  </a:lnTo>
                  <a:lnTo>
                    <a:pt x="786736" y="207672"/>
                  </a:lnTo>
                  <a:lnTo>
                    <a:pt x="778652" y="211193"/>
                  </a:lnTo>
                  <a:lnTo>
                    <a:pt x="770289" y="213544"/>
                  </a:lnTo>
                  <a:lnTo>
                    <a:pt x="762473" y="210023"/>
                  </a:lnTo>
                  <a:lnTo>
                    <a:pt x="756728" y="216162"/>
                  </a:lnTo>
                  <a:lnTo>
                    <a:pt x="754249" y="230144"/>
                  </a:lnTo>
                  <a:lnTo>
                    <a:pt x="747195" y="237452"/>
                  </a:lnTo>
                  <a:lnTo>
                    <a:pt x="749737" y="242295"/>
                  </a:lnTo>
                  <a:lnTo>
                    <a:pt x="757185" y="240070"/>
                  </a:lnTo>
                  <a:lnTo>
                    <a:pt x="763451" y="255882"/>
                  </a:lnTo>
                  <a:lnTo>
                    <a:pt x="782898" y="285420"/>
                  </a:lnTo>
                  <a:lnTo>
                    <a:pt x="784067" y="304486"/>
                  </a:lnTo>
                  <a:lnTo>
                    <a:pt x="790588" y="311273"/>
                  </a:lnTo>
                  <a:lnTo>
                    <a:pt x="801950" y="320818"/>
                  </a:lnTo>
                  <a:lnTo>
                    <a:pt x="793727" y="333884"/>
                  </a:lnTo>
                  <a:lnTo>
                    <a:pt x="797248" y="346290"/>
                  </a:lnTo>
                  <a:lnTo>
                    <a:pt x="806386" y="348641"/>
                  </a:lnTo>
                  <a:lnTo>
                    <a:pt x="810962" y="356267"/>
                  </a:lnTo>
                  <a:lnTo>
                    <a:pt x="820215" y="358885"/>
                  </a:lnTo>
                  <a:lnTo>
                    <a:pt x="833129" y="380188"/>
                  </a:lnTo>
                  <a:lnTo>
                    <a:pt x="847224" y="388805"/>
                  </a:lnTo>
                  <a:lnTo>
                    <a:pt x="853122" y="394169"/>
                  </a:lnTo>
                  <a:close/>
                  <a:moveTo>
                    <a:pt x="602502" y="252463"/>
                  </a:moveTo>
                  <a:lnTo>
                    <a:pt x="604446" y="224361"/>
                  </a:lnTo>
                  <a:lnTo>
                    <a:pt x="630413" y="208422"/>
                  </a:lnTo>
                  <a:lnTo>
                    <a:pt x="611882" y="172338"/>
                  </a:lnTo>
                  <a:lnTo>
                    <a:pt x="611374" y="162398"/>
                  </a:lnTo>
                  <a:lnTo>
                    <a:pt x="590084" y="140791"/>
                  </a:lnTo>
                  <a:lnTo>
                    <a:pt x="588521" y="112435"/>
                  </a:lnTo>
                  <a:lnTo>
                    <a:pt x="655071" y="53879"/>
                  </a:lnTo>
                  <a:lnTo>
                    <a:pt x="669294" y="57793"/>
                  </a:lnTo>
                  <a:lnTo>
                    <a:pt x="693062" y="44460"/>
                  </a:lnTo>
                  <a:lnTo>
                    <a:pt x="740687" y="35563"/>
                  </a:lnTo>
                  <a:lnTo>
                    <a:pt x="750995" y="41435"/>
                  </a:lnTo>
                  <a:lnTo>
                    <a:pt x="773442" y="44969"/>
                  </a:lnTo>
                  <a:lnTo>
                    <a:pt x="782339" y="37343"/>
                  </a:lnTo>
                  <a:lnTo>
                    <a:pt x="810021" y="41003"/>
                  </a:lnTo>
                  <a:lnTo>
                    <a:pt x="814330" y="19828"/>
                  </a:lnTo>
                  <a:lnTo>
                    <a:pt x="829582" y="13028"/>
                  </a:lnTo>
                  <a:lnTo>
                    <a:pt x="839090" y="1398"/>
                  </a:lnTo>
                  <a:lnTo>
                    <a:pt x="845750" y="4538"/>
                  </a:lnTo>
                  <a:lnTo>
                    <a:pt x="841695" y="18125"/>
                  </a:lnTo>
                  <a:lnTo>
                    <a:pt x="825376" y="31979"/>
                  </a:lnTo>
                  <a:lnTo>
                    <a:pt x="819020" y="47015"/>
                  </a:lnTo>
                  <a:lnTo>
                    <a:pt x="838861" y="51858"/>
                  </a:lnTo>
                  <a:lnTo>
                    <a:pt x="860392" y="57997"/>
                  </a:lnTo>
                  <a:lnTo>
                    <a:pt x="864701" y="71457"/>
                  </a:lnTo>
                  <a:lnTo>
                    <a:pt x="894328" y="72105"/>
                  </a:lnTo>
                  <a:lnTo>
                    <a:pt x="911690" y="82184"/>
                  </a:lnTo>
                  <a:lnTo>
                    <a:pt x="925773" y="79045"/>
                  </a:lnTo>
                  <a:lnTo>
                    <a:pt x="933857" y="69487"/>
                  </a:lnTo>
                  <a:lnTo>
                    <a:pt x="936729" y="48045"/>
                  </a:lnTo>
                  <a:lnTo>
                    <a:pt x="953443" y="42706"/>
                  </a:lnTo>
                  <a:lnTo>
                    <a:pt x="977326" y="36021"/>
                  </a:lnTo>
                  <a:lnTo>
                    <a:pt x="989591" y="37864"/>
                  </a:lnTo>
                  <a:lnTo>
                    <a:pt x="1005517" y="29361"/>
                  </a:lnTo>
                  <a:lnTo>
                    <a:pt x="1014414" y="31712"/>
                  </a:lnTo>
                  <a:lnTo>
                    <a:pt x="1025853" y="40876"/>
                  </a:lnTo>
                  <a:lnTo>
                    <a:pt x="1050664" y="32500"/>
                  </a:lnTo>
                  <a:lnTo>
                    <a:pt x="1072195" y="28446"/>
                  </a:lnTo>
                  <a:lnTo>
                    <a:pt x="1094107" y="18392"/>
                  </a:lnTo>
                  <a:lnTo>
                    <a:pt x="1114215" y="7156"/>
                  </a:lnTo>
                  <a:lnTo>
                    <a:pt x="1114723" y="216"/>
                  </a:lnTo>
                  <a:lnTo>
                    <a:pt x="1146054" y="4805"/>
                  </a:lnTo>
                  <a:lnTo>
                    <a:pt x="1164458" y="1271"/>
                  </a:lnTo>
                  <a:lnTo>
                    <a:pt x="1172084" y="0"/>
                  </a:lnTo>
                  <a:lnTo>
                    <a:pt x="1178605" y="4182"/>
                  </a:lnTo>
                  <a:lnTo>
                    <a:pt x="1181464" y="14769"/>
                  </a:lnTo>
                  <a:lnTo>
                    <a:pt x="1148710" y="55569"/>
                  </a:lnTo>
                  <a:lnTo>
                    <a:pt x="1158103" y="101707"/>
                  </a:lnTo>
                  <a:lnTo>
                    <a:pt x="1175592" y="115968"/>
                  </a:lnTo>
                  <a:lnTo>
                    <a:pt x="1196869" y="102355"/>
                  </a:lnTo>
                  <a:lnTo>
                    <a:pt x="1245804" y="131589"/>
                  </a:lnTo>
                  <a:lnTo>
                    <a:pt x="1177308" y="234059"/>
                  </a:lnTo>
                  <a:lnTo>
                    <a:pt x="1171945" y="242168"/>
                  </a:lnTo>
                  <a:lnTo>
                    <a:pt x="1176266" y="248523"/>
                  </a:lnTo>
                  <a:lnTo>
                    <a:pt x="1182520" y="297266"/>
                  </a:lnTo>
                  <a:lnTo>
                    <a:pt x="1182786" y="306291"/>
                  </a:lnTo>
                  <a:lnTo>
                    <a:pt x="1180549" y="339871"/>
                  </a:lnTo>
                  <a:lnTo>
                    <a:pt x="1147020" y="377404"/>
                  </a:lnTo>
                  <a:lnTo>
                    <a:pt x="1162158" y="422487"/>
                  </a:lnTo>
                  <a:lnTo>
                    <a:pt x="1137869" y="503121"/>
                  </a:lnTo>
                  <a:lnTo>
                    <a:pt x="1090650" y="533625"/>
                  </a:lnTo>
                  <a:lnTo>
                    <a:pt x="1042491" y="551254"/>
                  </a:lnTo>
                  <a:lnTo>
                    <a:pt x="1031141" y="589957"/>
                  </a:lnTo>
                  <a:lnTo>
                    <a:pt x="1063095" y="600938"/>
                  </a:lnTo>
                  <a:lnTo>
                    <a:pt x="1096903" y="653216"/>
                  </a:lnTo>
                  <a:lnTo>
                    <a:pt x="1145838" y="741310"/>
                  </a:lnTo>
                  <a:lnTo>
                    <a:pt x="1190984" y="768878"/>
                  </a:lnTo>
                  <a:lnTo>
                    <a:pt x="1158764" y="832010"/>
                  </a:lnTo>
                  <a:lnTo>
                    <a:pt x="1175846" y="863519"/>
                  </a:lnTo>
                  <a:lnTo>
                    <a:pt x="1119350" y="889651"/>
                  </a:lnTo>
                  <a:lnTo>
                    <a:pt x="1019651" y="941153"/>
                  </a:lnTo>
                  <a:lnTo>
                    <a:pt x="946821" y="993048"/>
                  </a:lnTo>
                  <a:lnTo>
                    <a:pt x="941483" y="978012"/>
                  </a:lnTo>
                  <a:lnTo>
                    <a:pt x="943047" y="914220"/>
                  </a:lnTo>
                  <a:lnTo>
                    <a:pt x="899323" y="886130"/>
                  </a:lnTo>
                  <a:lnTo>
                    <a:pt x="897112" y="846652"/>
                  </a:lnTo>
                  <a:lnTo>
                    <a:pt x="863951" y="830129"/>
                  </a:lnTo>
                  <a:lnTo>
                    <a:pt x="826253" y="862400"/>
                  </a:lnTo>
                  <a:lnTo>
                    <a:pt x="782796" y="831298"/>
                  </a:lnTo>
                  <a:lnTo>
                    <a:pt x="698223" y="874297"/>
                  </a:lnTo>
                  <a:lnTo>
                    <a:pt x="657550" y="910368"/>
                  </a:lnTo>
                  <a:lnTo>
                    <a:pt x="613445" y="842674"/>
                  </a:lnTo>
                  <a:lnTo>
                    <a:pt x="604688" y="830523"/>
                  </a:lnTo>
                  <a:lnTo>
                    <a:pt x="508637" y="811038"/>
                  </a:lnTo>
                  <a:lnTo>
                    <a:pt x="474065" y="803984"/>
                  </a:lnTo>
                  <a:lnTo>
                    <a:pt x="462067" y="777852"/>
                  </a:lnTo>
                  <a:lnTo>
                    <a:pt x="451111" y="732998"/>
                  </a:lnTo>
                  <a:lnTo>
                    <a:pt x="454619" y="713144"/>
                  </a:lnTo>
                  <a:lnTo>
                    <a:pt x="455788" y="701908"/>
                  </a:lnTo>
                  <a:lnTo>
                    <a:pt x="450958" y="696545"/>
                  </a:lnTo>
                  <a:lnTo>
                    <a:pt x="448480" y="683085"/>
                  </a:lnTo>
                  <a:lnTo>
                    <a:pt x="434498" y="683606"/>
                  </a:lnTo>
                  <a:lnTo>
                    <a:pt x="417416" y="677327"/>
                  </a:lnTo>
                  <a:lnTo>
                    <a:pt x="411404" y="671709"/>
                  </a:lnTo>
                  <a:lnTo>
                    <a:pt x="410235" y="664007"/>
                  </a:lnTo>
                  <a:lnTo>
                    <a:pt x="400842" y="659939"/>
                  </a:lnTo>
                  <a:lnTo>
                    <a:pt x="377747" y="665303"/>
                  </a:lnTo>
                  <a:lnTo>
                    <a:pt x="346150" y="689618"/>
                  </a:lnTo>
                  <a:lnTo>
                    <a:pt x="331673" y="697244"/>
                  </a:lnTo>
                  <a:lnTo>
                    <a:pt x="304664" y="699315"/>
                  </a:lnTo>
                  <a:lnTo>
                    <a:pt x="265631" y="683898"/>
                  </a:lnTo>
                  <a:lnTo>
                    <a:pt x="232584" y="688880"/>
                  </a:lnTo>
                  <a:lnTo>
                    <a:pt x="214701" y="692274"/>
                  </a:lnTo>
                  <a:lnTo>
                    <a:pt x="189141" y="684165"/>
                  </a:lnTo>
                  <a:lnTo>
                    <a:pt x="246413" y="651614"/>
                  </a:lnTo>
                  <a:lnTo>
                    <a:pt x="254763" y="600252"/>
                  </a:lnTo>
                  <a:lnTo>
                    <a:pt x="175820" y="537260"/>
                  </a:lnTo>
                  <a:lnTo>
                    <a:pt x="154416" y="521436"/>
                  </a:lnTo>
                  <a:lnTo>
                    <a:pt x="148544" y="516352"/>
                  </a:lnTo>
                  <a:lnTo>
                    <a:pt x="83722" y="472057"/>
                  </a:lnTo>
                  <a:lnTo>
                    <a:pt x="92721" y="444870"/>
                  </a:lnTo>
                  <a:lnTo>
                    <a:pt x="101860" y="429046"/>
                  </a:lnTo>
                  <a:lnTo>
                    <a:pt x="99648" y="423174"/>
                  </a:lnTo>
                  <a:lnTo>
                    <a:pt x="92594" y="422119"/>
                  </a:lnTo>
                  <a:lnTo>
                    <a:pt x="63767" y="466160"/>
                  </a:lnTo>
                  <a:lnTo>
                    <a:pt x="56586" y="475451"/>
                  </a:lnTo>
                  <a:lnTo>
                    <a:pt x="50231" y="477929"/>
                  </a:lnTo>
                  <a:lnTo>
                    <a:pt x="42134" y="475451"/>
                  </a:lnTo>
                  <a:lnTo>
                    <a:pt x="24010" y="490995"/>
                  </a:lnTo>
                  <a:lnTo>
                    <a:pt x="648" y="465117"/>
                  </a:lnTo>
                  <a:lnTo>
                    <a:pt x="0" y="457491"/>
                  </a:lnTo>
                  <a:lnTo>
                    <a:pt x="35881" y="431092"/>
                  </a:lnTo>
                  <a:lnTo>
                    <a:pt x="63030" y="363525"/>
                  </a:lnTo>
                  <a:lnTo>
                    <a:pt x="124903" y="337380"/>
                  </a:lnTo>
                  <a:lnTo>
                    <a:pt x="165080" y="335549"/>
                  </a:lnTo>
                  <a:lnTo>
                    <a:pt x="175909" y="349404"/>
                  </a:lnTo>
                  <a:lnTo>
                    <a:pt x="171995" y="360004"/>
                  </a:lnTo>
                  <a:lnTo>
                    <a:pt x="166389" y="368367"/>
                  </a:lnTo>
                  <a:lnTo>
                    <a:pt x="153590" y="376209"/>
                  </a:lnTo>
                  <a:lnTo>
                    <a:pt x="152688" y="381827"/>
                  </a:lnTo>
                  <a:lnTo>
                    <a:pt x="165843" y="398948"/>
                  </a:lnTo>
                  <a:lnTo>
                    <a:pt x="183637" y="410311"/>
                  </a:lnTo>
                  <a:lnTo>
                    <a:pt x="201139" y="426834"/>
                  </a:lnTo>
                  <a:lnTo>
                    <a:pt x="208422" y="429376"/>
                  </a:lnTo>
                  <a:lnTo>
                    <a:pt x="214294" y="437739"/>
                  </a:lnTo>
                  <a:lnTo>
                    <a:pt x="233220" y="452522"/>
                  </a:lnTo>
                  <a:lnTo>
                    <a:pt x="245485" y="459309"/>
                  </a:lnTo>
                  <a:lnTo>
                    <a:pt x="256924" y="478908"/>
                  </a:lnTo>
                  <a:lnTo>
                    <a:pt x="264627" y="477205"/>
                  </a:lnTo>
                  <a:lnTo>
                    <a:pt x="277553" y="459690"/>
                  </a:lnTo>
                  <a:lnTo>
                    <a:pt x="281480" y="453424"/>
                  </a:lnTo>
                  <a:lnTo>
                    <a:pt x="278341" y="438909"/>
                  </a:lnTo>
                  <a:lnTo>
                    <a:pt x="269444" y="418649"/>
                  </a:lnTo>
                  <a:lnTo>
                    <a:pt x="269571" y="396304"/>
                  </a:lnTo>
                  <a:lnTo>
                    <a:pt x="359089" y="377493"/>
                  </a:lnTo>
                  <a:lnTo>
                    <a:pt x="372549" y="413437"/>
                  </a:lnTo>
                  <a:lnTo>
                    <a:pt x="402545" y="407082"/>
                  </a:lnTo>
                  <a:lnTo>
                    <a:pt x="443002" y="387216"/>
                  </a:lnTo>
                  <a:lnTo>
                    <a:pt x="503553" y="383162"/>
                  </a:lnTo>
                  <a:lnTo>
                    <a:pt x="527563" y="352657"/>
                  </a:lnTo>
                  <a:lnTo>
                    <a:pt x="572595" y="314756"/>
                  </a:lnTo>
                  <a:close/>
                </a:path>
              </a:pathLst>
            </a:custGeom>
            <a:solidFill>
              <a:srgbClr val="FFFFFF"/>
            </a:solidFill>
            <a:ln w="12700" cap="flat">
              <a:noFill/>
              <a:prstDash val="solid"/>
              <a:miter/>
            </a:ln>
          </p:spPr>
          <p:txBody>
            <a:bodyPr rtlCol="0" anchor="ctr"/>
            <a:lstStyle/>
            <a:p>
              <a:endParaRPr lang="de-CH"/>
            </a:p>
          </p:txBody>
        </p:sp>
        <p:sp>
          <p:nvSpPr>
            <p:cNvPr id="91" name="Freihandform: Form 90">
              <a:extLst>
                <a:ext uri="{FF2B5EF4-FFF2-40B4-BE49-F238E27FC236}">
                  <a16:creationId xmlns:a16="http://schemas.microsoft.com/office/drawing/2014/main" id="{74965DE4-FFCF-A4D3-54CE-4F1E120B0C8B}"/>
                </a:ext>
              </a:extLst>
            </p:cNvPr>
            <p:cNvSpPr/>
            <p:nvPr/>
          </p:nvSpPr>
          <p:spPr>
            <a:xfrm>
              <a:off x="6462138" y="2231890"/>
              <a:ext cx="1245803" cy="993048"/>
            </a:xfrm>
            <a:custGeom>
              <a:avLst/>
              <a:gdLst>
                <a:gd name="connsiteX0" fmla="*/ 853833 w 1245803"/>
                <a:gd name="connsiteY0" fmla="*/ 403028 h 993048"/>
                <a:gd name="connsiteX1" fmla="*/ 867929 w 1245803"/>
                <a:gd name="connsiteY1" fmla="*/ 395059 h 993048"/>
                <a:gd name="connsiteX2" fmla="*/ 873280 w 1245803"/>
                <a:gd name="connsiteY2" fmla="*/ 380696 h 993048"/>
                <a:gd name="connsiteX3" fmla="*/ 862972 w 1245803"/>
                <a:gd name="connsiteY3" fmla="*/ 370744 h 993048"/>
                <a:gd name="connsiteX4" fmla="*/ 849919 w 1245803"/>
                <a:gd name="connsiteY4" fmla="*/ 366041 h 993048"/>
                <a:gd name="connsiteX5" fmla="*/ 832824 w 1245803"/>
                <a:gd name="connsiteY5" fmla="*/ 353331 h 993048"/>
                <a:gd name="connsiteX6" fmla="*/ 832430 w 1245803"/>
                <a:gd name="connsiteY6" fmla="*/ 339617 h 993048"/>
                <a:gd name="connsiteX7" fmla="*/ 824486 w 1245803"/>
                <a:gd name="connsiteY7" fmla="*/ 315569 h 993048"/>
                <a:gd name="connsiteX8" fmla="*/ 825909 w 1245803"/>
                <a:gd name="connsiteY8" fmla="*/ 288255 h 993048"/>
                <a:gd name="connsiteX9" fmla="*/ 810619 w 1245803"/>
                <a:gd name="connsiteY9" fmla="*/ 251942 h 993048"/>
                <a:gd name="connsiteX10" fmla="*/ 814152 w 1245803"/>
                <a:gd name="connsiteY10" fmla="*/ 243833 h 993048"/>
                <a:gd name="connsiteX11" fmla="*/ 806730 w 1245803"/>
                <a:gd name="connsiteY11" fmla="*/ 229979 h 993048"/>
                <a:gd name="connsiteX12" fmla="*/ 810619 w 1245803"/>
                <a:gd name="connsiteY12" fmla="*/ 222073 h 993048"/>
                <a:gd name="connsiteX13" fmla="*/ 813491 w 1245803"/>
                <a:gd name="connsiteY13" fmla="*/ 213697 h 993048"/>
                <a:gd name="connsiteX14" fmla="*/ 813491 w 1245803"/>
                <a:gd name="connsiteY14" fmla="*/ 206782 h 993048"/>
                <a:gd name="connsiteX15" fmla="*/ 806730 w 1245803"/>
                <a:gd name="connsiteY15" fmla="*/ 210176 h 993048"/>
                <a:gd name="connsiteX16" fmla="*/ 799929 w 1245803"/>
                <a:gd name="connsiteY16" fmla="*/ 206363 h 993048"/>
                <a:gd name="connsiteX17" fmla="*/ 798481 w 1245803"/>
                <a:gd name="connsiteY17" fmla="*/ 198000 h 993048"/>
                <a:gd name="connsiteX18" fmla="*/ 790016 w 1245803"/>
                <a:gd name="connsiteY18" fmla="*/ 196169 h 993048"/>
                <a:gd name="connsiteX19" fmla="*/ 786736 w 1245803"/>
                <a:gd name="connsiteY19" fmla="*/ 207672 h 993048"/>
                <a:gd name="connsiteX20" fmla="*/ 778652 w 1245803"/>
                <a:gd name="connsiteY20" fmla="*/ 211193 h 993048"/>
                <a:gd name="connsiteX21" fmla="*/ 770289 w 1245803"/>
                <a:gd name="connsiteY21" fmla="*/ 213544 h 993048"/>
                <a:gd name="connsiteX22" fmla="*/ 762473 w 1245803"/>
                <a:gd name="connsiteY22" fmla="*/ 210023 h 993048"/>
                <a:gd name="connsiteX23" fmla="*/ 756728 w 1245803"/>
                <a:gd name="connsiteY23" fmla="*/ 216162 h 993048"/>
                <a:gd name="connsiteX24" fmla="*/ 754249 w 1245803"/>
                <a:gd name="connsiteY24" fmla="*/ 230144 h 993048"/>
                <a:gd name="connsiteX25" fmla="*/ 747195 w 1245803"/>
                <a:gd name="connsiteY25" fmla="*/ 237452 h 993048"/>
                <a:gd name="connsiteX26" fmla="*/ 749737 w 1245803"/>
                <a:gd name="connsiteY26" fmla="*/ 242295 h 993048"/>
                <a:gd name="connsiteX27" fmla="*/ 757185 w 1245803"/>
                <a:gd name="connsiteY27" fmla="*/ 240070 h 993048"/>
                <a:gd name="connsiteX28" fmla="*/ 763451 w 1245803"/>
                <a:gd name="connsiteY28" fmla="*/ 255882 h 993048"/>
                <a:gd name="connsiteX29" fmla="*/ 782898 w 1245803"/>
                <a:gd name="connsiteY29" fmla="*/ 285420 h 993048"/>
                <a:gd name="connsiteX30" fmla="*/ 784067 w 1245803"/>
                <a:gd name="connsiteY30" fmla="*/ 304486 h 993048"/>
                <a:gd name="connsiteX31" fmla="*/ 790588 w 1245803"/>
                <a:gd name="connsiteY31" fmla="*/ 311273 h 993048"/>
                <a:gd name="connsiteX32" fmla="*/ 801950 w 1245803"/>
                <a:gd name="connsiteY32" fmla="*/ 320818 h 993048"/>
                <a:gd name="connsiteX33" fmla="*/ 793727 w 1245803"/>
                <a:gd name="connsiteY33" fmla="*/ 333884 h 993048"/>
                <a:gd name="connsiteX34" fmla="*/ 797248 w 1245803"/>
                <a:gd name="connsiteY34" fmla="*/ 346290 h 993048"/>
                <a:gd name="connsiteX35" fmla="*/ 806386 w 1245803"/>
                <a:gd name="connsiteY35" fmla="*/ 348641 h 993048"/>
                <a:gd name="connsiteX36" fmla="*/ 810962 w 1245803"/>
                <a:gd name="connsiteY36" fmla="*/ 356267 h 993048"/>
                <a:gd name="connsiteX37" fmla="*/ 820215 w 1245803"/>
                <a:gd name="connsiteY37" fmla="*/ 358885 h 993048"/>
                <a:gd name="connsiteX38" fmla="*/ 833129 w 1245803"/>
                <a:gd name="connsiteY38" fmla="*/ 380188 h 993048"/>
                <a:gd name="connsiteX39" fmla="*/ 847224 w 1245803"/>
                <a:gd name="connsiteY39" fmla="*/ 388805 h 993048"/>
                <a:gd name="connsiteX40" fmla="*/ 853122 w 1245803"/>
                <a:gd name="connsiteY40" fmla="*/ 394169 h 993048"/>
                <a:gd name="connsiteX41" fmla="*/ 602502 w 1245803"/>
                <a:gd name="connsiteY41" fmla="*/ 252463 h 993048"/>
                <a:gd name="connsiteX42" fmla="*/ 604446 w 1245803"/>
                <a:gd name="connsiteY42" fmla="*/ 224361 h 993048"/>
                <a:gd name="connsiteX43" fmla="*/ 630413 w 1245803"/>
                <a:gd name="connsiteY43" fmla="*/ 208422 h 993048"/>
                <a:gd name="connsiteX44" fmla="*/ 611882 w 1245803"/>
                <a:gd name="connsiteY44" fmla="*/ 172338 h 993048"/>
                <a:gd name="connsiteX45" fmla="*/ 611374 w 1245803"/>
                <a:gd name="connsiteY45" fmla="*/ 162398 h 993048"/>
                <a:gd name="connsiteX46" fmla="*/ 590084 w 1245803"/>
                <a:gd name="connsiteY46" fmla="*/ 140791 h 993048"/>
                <a:gd name="connsiteX47" fmla="*/ 588521 w 1245803"/>
                <a:gd name="connsiteY47" fmla="*/ 112435 h 993048"/>
                <a:gd name="connsiteX48" fmla="*/ 655071 w 1245803"/>
                <a:gd name="connsiteY48" fmla="*/ 53879 h 993048"/>
                <a:gd name="connsiteX49" fmla="*/ 669294 w 1245803"/>
                <a:gd name="connsiteY49" fmla="*/ 57793 h 993048"/>
                <a:gd name="connsiteX50" fmla="*/ 693062 w 1245803"/>
                <a:gd name="connsiteY50" fmla="*/ 44460 h 993048"/>
                <a:gd name="connsiteX51" fmla="*/ 740687 w 1245803"/>
                <a:gd name="connsiteY51" fmla="*/ 35563 h 993048"/>
                <a:gd name="connsiteX52" fmla="*/ 750995 w 1245803"/>
                <a:gd name="connsiteY52" fmla="*/ 41435 h 993048"/>
                <a:gd name="connsiteX53" fmla="*/ 773442 w 1245803"/>
                <a:gd name="connsiteY53" fmla="*/ 44969 h 993048"/>
                <a:gd name="connsiteX54" fmla="*/ 782339 w 1245803"/>
                <a:gd name="connsiteY54" fmla="*/ 37343 h 993048"/>
                <a:gd name="connsiteX55" fmla="*/ 810021 w 1245803"/>
                <a:gd name="connsiteY55" fmla="*/ 41003 h 993048"/>
                <a:gd name="connsiteX56" fmla="*/ 814330 w 1245803"/>
                <a:gd name="connsiteY56" fmla="*/ 19828 h 993048"/>
                <a:gd name="connsiteX57" fmla="*/ 829582 w 1245803"/>
                <a:gd name="connsiteY57" fmla="*/ 13028 h 993048"/>
                <a:gd name="connsiteX58" fmla="*/ 839090 w 1245803"/>
                <a:gd name="connsiteY58" fmla="*/ 1398 h 993048"/>
                <a:gd name="connsiteX59" fmla="*/ 845750 w 1245803"/>
                <a:gd name="connsiteY59" fmla="*/ 4538 h 993048"/>
                <a:gd name="connsiteX60" fmla="*/ 841695 w 1245803"/>
                <a:gd name="connsiteY60" fmla="*/ 18125 h 993048"/>
                <a:gd name="connsiteX61" fmla="*/ 825376 w 1245803"/>
                <a:gd name="connsiteY61" fmla="*/ 31979 h 993048"/>
                <a:gd name="connsiteX62" fmla="*/ 819020 w 1245803"/>
                <a:gd name="connsiteY62" fmla="*/ 47015 h 993048"/>
                <a:gd name="connsiteX63" fmla="*/ 838861 w 1245803"/>
                <a:gd name="connsiteY63" fmla="*/ 51858 h 993048"/>
                <a:gd name="connsiteX64" fmla="*/ 860392 w 1245803"/>
                <a:gd name="connsiteY64" fmla="*/ 57997 h 993048"/>
                <a:gd name="connsiteX65" fmla="*/ 864701 w 1245803"/>
                <a:gd name="connsiteY65" fmla="*/ 71457 h 993048"/>
                <a:gd name="connsiteX66" fmla="*/ 894328 w 1245803"/>
                <a:gd name="connsiteY66" fmla="*/ 72105 h 993048"/>
                <a:gd name="connsiteX67" fmla="*/ 911690 w 1245803"/>
                <a:gd name="connsiteY67" fmla="*/ 82184 h 993048"/>
                <a:gd name="connsiteX68" fmla="*/ 925773 w 1245803"/>
                <a:gd name="connsiteY68" fmla="*/ 79045 h 993048"/>
                <a:gd name="connsiteX69" fmla="*/ 933857 w 1245803"/>
                <a:gd name="connsiteY69" fmla="*/ 69487 h 993048"/>
                <a:gd name="connsiteX70" fmla="*/ 936729 w 1245803"/>
                <a:gd name="connsiteY70" fmla="*/ 48045 h 993048"/>
                <a:gd name="connsiteX71" fmla="*/ 953443 w 1245803"/>
                <a:gd name="connsiteY71" fmla="*/ 42706 h 993048"/>
                <a:gd name="connsiteX72" fmla="*/ 977326 w 1245803"/>
                <a:gd name="connsiteY72" fmla="*/ 36021 h 993048"/>
                <a:gd name="connsiteX73" fmla="*/ 989591 w 1245803"/>
                <a:gd name="connsiteY73" fmla="*/ 37864 h 993048"/>
                <a:gd name="connsiteX74" fmla="*/ 1005517 w 1245803"/>
                <a:gd name="connsiteY74" fmla="*/ 29361 h 993048"/>
                <a:gd name="connsiteX75" fmla="*/ 1014414 w 1245803"/>
                <a:gd name="connsiteY75" fmla="*/ 31712 h 993048"/>
                <a:gd name="connsiteX76" fmla="*/ 1025853 w 1245803"/>
                <a:gd name="connsiteY76" fmla="*/ 40876 h 993048"/>
                <a:gd name="connsiteX77" fmla="*/ 1050664 w 1245803"/>
                <a:gd name="connsiteY77" fmla="*/ 32500 h 993048"/>
                <a:gd name="connsiteX78" fmla="*/ 1072195 w 1245803"/>
                <a:gd name="connsiteY78" fmla="*/ 28446 h 993048"/>
                <a:gd name="connsiteX79" fmla="*/ 1094107 w 1245803"/>
                <a:gd name="connsiteY79" fmla="*/ 18392 h 993048"/>
                <a:gd name="connsiteX80" fmla="*/ 1114215 w 1245803"/>
                <a:gd name="connsiteY80" fmla="*/ 7156 h 993048"/>
                <a:gd name="connsiteX81" fmla="*/ 1114723 w 1245803"/>
                <a:gd name="connsiteY81" fmla="*/ 216 h 993048"/>
                <a:gd name="connsiteX82" fmla="*/ 1146054 w 1245803"/>
                <a:gd name="connsiteY82" fmla="*/ 4805 h 993048"/>
                <a:gd name="connsiteX83" fmla="*/ 1164458 w 1245803"/>
                <a:gd name="connsiteY83" fmla="*/ 1271 h 993048"/>
                <a:gd name="connsiteX84" fmla="*/ 1172084 w 1245803"/>
                <a:gd name="connsiteY84" fmla="*/ 0 h 993048"/>
                <a:gd name="connsiteX85" fmla="*/ 1178605 w 1245803"/>
                <a:gd name="connsiteY85" fmla="*/ 4182 h 993048"/>
                <a:gd name="connsiteX86" fmla="*/ 1181464 w 1245803"/>
                <a:gd name="connsiteY86" fmla="*/ 14769 h 993048"/>
                <a:gd name="connsiteX87" fmla="*/ 1148710 w 1245803"/>
                <a:gd name="connsiteY87" fmla="*/ 55569 h 993048"/>
                <a:gd name="connsiteX88" fmla="*/ 1158103 w 1245803"/>
                <a:gd name="connsiteY88" fmla="*/ 101707 h 993048"/>
                <a:gd name="connsiteX89" fmla="*/ 1175592 w 1245803"/>
                <a:gd name="connsiteY89" fmla="*/ 115968 h 993048"/>
                <a:gd name="connsiteX90" fmla="*/ 1196869 w 1245803"/>
                <a:gd name="connsiteY90" fmla="*/ 102355 h 993048"/>
                <a:gd name="connsiteX91" fmla="*/ 1245804 w 1245803"/>
                <a:gd name="connsiteY91" fmla="*/ 131589 h 993048"/>
                <a:gd name="connsiteX92" fmla="*/ 1177308 w 1245803"/>
                <a:gd name="connsiteY92" fmla="*/ 234059 h 993048"/>
                <a:gd name="connsiteX93" fmla="*/ 1171945 w 1245803"/>
                <a:gd name="connsiteY93" fmla="*/ 242168 h 993048"/>
                <a:gd name="connsiteX94" fmla="*/ 1176266 w 1245803"/>
                <a:gd name="connsiteY94" fmla="*/ 248523 h 993048"/>
                <a:gd name="connsiteX95" fmla="*/ 1182520 w 1245803"/>
                <a:gd name="connsiteY95" fmla="*/ 297266 h 993048"/>
                <a:gd name="connsiteX96" fmla="*/ 1182786 w 1245803"/>
                <a:gd name="connsiteY96" fmla="*/ 306291 h 993048"/>
                <a:gd name="connsiteX97" fmla="*/ 1180549 w 1245803"/>
                <a:gd name="connsiteY97" fmla="*/ 339871 h 993048"/>
                <a:gd name="connsiteX98" fmla="*/ 1147020 w 1245803"/>
                <a:gd name="connsiteY98" fmla="*/ 377404 h 993048"/>
                <a:gd name="connsiteX99" fmla="*/ 1162158 w 1245803"/>
                <a:gd name="connsiteY99" fmla="*/ 422487 h 993048"/>
                <a:gd name="connsiteX100" fmla="*/ 1137869 w 1245803"/>
                <a:gd name="connsiteY100" fmla="*/ 503121 h 993048"/>
                <a:gd name="connsiteX101" fmla="*/ 1090650 w 1245803"/>
                <a:gd name="connsiteY101" fmla="*/ 533625 h 993048"/>
                <a:gd name="connsiteX102" fmla="*/ 1042491 w 1245803"/>
                <a:gd name="connsiteY102" fmla="*/ 551254 h 993048"/>
                <a:gd name="connsiteX103" fmla="*/ 1031141 w 1245803"/>
                <a:gd name="connsiteY103" fmla="*/ 589957 h 993048"/>
                <a:gd name="connsiteX104" fmla="*/ 1063095 w 1245803"/>
                <a:gd name="connsiteY104" fmla="*/ 600938 h 993048"/>
                <a:gd name="connsiteX105" fmla="*/ 1096903 w 1245803"/>
                <a:gd name="connsiteY105" fmla="*/ 653216 h 993048"/>
                <a:gd name="connsiteX106" fmla="*/ 1145838 w 1245803"/>
                <a:gd name="connsiteY106" fmla="*/ 741310 h 993048"/>
                <a:gd name="connsiteX107" fmla="*/ 1190984 w 1245803"/>
                <a:gd name="connsiteY107" fmla="*/ 768878 h 993048"/>
                <a:gd name="connsiteX108" fmla="*/ 1158764 w 1245803"/>
                <a:gd name="connsiteY108" fmla="*/ 832010 h 993048"/>
                <a:gd name="connsiteX109" fmla="*/ 1175846 w 1245803"/>
                <a:gd name="connsiteY109" fmla="*/ 863519 h 993048"/>
                <a:gd name="connsiteX110" fmla="*/ 1119350 w 1245803"/>
                <a:gd name="connsiteY110" fmla="*/ 889651 h 993048"/>
                <a:gd name="connsiteX111" fmla="*/ 1019651 w 1245803"/>
                <a:gd name="connsiteY111" fmla="*/ 941153 h 993048"/>
                <a:gd name="connsiteX112" fmla="*/ 946821 w 1245803"/>
                <a:gd name="connsiteY112" fmla="*/ 993048 h 993048"/>
                <a:gd name="connsiteX113" fmla="*/ 941483 w 1245803"/>
                <a:gd name="connsiteY113" fmla="*/ 978012 h 993048"/>
                <a:gd name="connsiteX114" fmla="*/ 943047 w 1245803"/>
                <a:gd name="connsiteY114" fmla="*/ 914220 h 993048"/>
                <a:gd name="connsiteX115" fmla="*/ 899323 w 1245803"/>
                <a:gd name="connsiteY115" fmla="*/ 886130 h 993048"/>
                <a:gd name="connsiteX116" fmla="*/ 897112 w 1245803"/>
                <a:gd name="connsiteY116" fmla="*/ 846652 h 993048"/>
                <a:gd name="connsiteX117" fmla="*/ 863951 w 1245803"/>
                <a:gd name="connsiteY117" fmla="*/ 830129 h 993048"/>
                <a:gd name="connsiteX118" fmla="*/ 826253 w 1245803"/>
                <a:gd name="connsiteY118" fmla="*/ 862400 h 993048"/>
                <a:gd name="connsiteX119" fmla="*/ 782796 w 1245803"/>
                <a:gd name="connsiteY119" fmla="*/ 831298 h 993048"/>
                <a:gd name="connsiteX120" fmla="*/ 698223 w 1245803"/>
                <a:gd name="connsiteY120" fmla="*/ 874297 h 993048"/>
                <a:gd name="connsiteX121" fmla="*/ 657550 w 1245803"/>
                <a:gd name="connsiteY121" fmla="*/ 910368 h 993048"/>
                <a:gd name="connsiteX122" fmla="*/ 613445 w 1245803"/>
                <a:gd name="connsiteY122" fmla="*/ 842674 h 993048"/>
                <a:gd name="connsiteX123" fmla="*/ 604688 w 1245803"/>
                <a:gd name="connsiteY123" fmla="*/ 830523 h 993048"/>
                <a:gd name="connsiteX124" fmla="*/ 508637 w 1245803"/>
                <a:gd name="connsiteY124" fmla="*/ 811038 h 993048"/>
                <a:gd name="connsiteX125" fmla="*/ 474065 w 1245803"/>
                <a:gd name="connsiteY125" fmla="*/ 803984 h 993048"/>
                <a:gd name="connsiteX126" fmla="*/ 462067 w 1245803"/>
                <a:gd name="connsiteY126" fmla="*/ 777852 h 993048"/>
                <a:gd name="connsiteX127" fmla="*/ 451111 w 1245803"/>
                <a:gd name="connsiteY127" fmla="*/ 732998 h 993048"/>
                <a:gd name="connsiteX128" fmla="*/ 454619 w 1245803"/>
                <a:gd name="connsiteY128" fmla="*/ 713144 h 993048"/>
                <a:gd name="connsiteX129" fmla="*/ 455788 w 1245803"/>
                <a:gd name="connsiteY129" fmla="*/ 701908 h 993048"/>
                <a:gd name="connsiteX130" fmla="*/ 450958 w 1245803"/>
                <a:gd name="connsiteY130" fmla="*/ 696545 h 993048"/>
                <a:gd name="connsiteX131" fmla="*/ 448480 w 1245803"/>
                <a:gd name="connsiteY131" fmla="*/ 683085 h 993048"/>
                <a:gd name="connsiteX132" fmla="*/ 434498 w 1245803"/>
                <a:gd name="connsiteY132" fmla="*/ 683606 h 993048"/>
                <a:gd name="connsiteX133" fmla="*/ 417416 w 1245803"/>
                <a:gd name="connsiteY133" fmla="*/ 677327 h 993048"/>
                <a:gd name="connsiteX134" fmla="*/ 411404 w 1245803"/>
                <a:gd name="connsiteY134" fmla="*/ 671709 h 993048"/>
                <a:gd name="connsiteX135" fmla="*/ 410235 w 1245803"/>
                <a:gd name="connsiteY135" fmla="*/ 664007 h 993048"/>
                <a:gd name="connsiteX136" fmla="*/ 400842 w 1245803"/>
                <a:gd name="connsiteY136" fmla="*/ 659939 h 993048"/>
                <a:gd name="connsiteX137" fmla="*/ 377747 w 1245803"/>
                <a:gd name="connsiteY137" fmla="*/ 665303 h 993048"/>
                <a:gd name="connsiteX138" fmla="*/ 346150 w 1245803"/>
                <a:gd name="connsiteY138" fmla="*/ 689618 h 993048"/>
                <a:gd name="connsiteX139" fmla="*/ 331673 w 1245803"/>
                <a:gd name="connsiteY139" fmla="*/ 697244 h 993048"/>
                <a:gd name="connsiteX140" fmla="*/ 304664 w 1245803"/>
                <a:gd name="connsiteY140" fmla="*/ 699315 h 993048"/>
                <a:gd name="connsiteX141" fmla="*/ 265631 w 1245803"/>
                <a:gd name="connsiteY141" fmla="*/ 683898 h 993048"/>
                <a:gd name="connsiteX142" fmla="*/ 232584 w 1245803"/>
                <a:gd name="connsiteY142" fmla="*/ 688880 h 993048"/>
                <a:gd name="connsiteX143" fmla="*/ 214701 w 1245803"/>
                <a:gd name="connsiteY143" fmla="*/ 692274 h 993048"/>
                <a:gd name="connsiteX144" fmla="*/ 189141 w 1245803"/>
                <a:gd name="connsiteY144" fmla="*/ 684165 h 993048"/>
                <a:gd name="connsiteX145" fmla="*/ 246413 w 1245803"/>
                <a:gd name="connsiteY145" fmla="*/ 651614 h 993048"/>
                <a:gd name="connsiteX146" fmla="*/ 254763 w 1245803"/>
                <a:gd name="connsiteY146" fmla="*/ 600252 h 993048"/>
                <a:gd name="connsiteX147" fmla="*/ 175820 w 1245803"/>
                <a:gd name="connsiteY147" fmla="*/ 537260 h 993048"/>
                <a:gd name="connsiteX148" fmla="*/ 154416 w 1245803"/>
                <a:gd name="connsiteY148" fmla="*/ 521436 h 993048"/>
                <a:gd name="connsiteX149" fmla="*/ 148544 w 1245803"/>
                <a:gd name="connsiteY149" fmla="*/ 516352 h 993048"/>
                <a:gd name="connsiteX150" fmla="*/ 83722 w 1245803"/>
                <a:gd name="connsiteY150" fmla="*/ 472057 h 993048"/>
                <a:gd name="connsiteX151" fmla="*/ 92721 w 1245803"/>
                <a:gd name="connsiteY151" fmla="*/ 444870 h 993048"/>
                <a:gd name="connsiteX152" fmla="*/ 101860 w 1245803"/>
                <a:gd name="connsiteY152" fmla="*/ 429046 h 993048"/>
                <a:gd name="connsiteX153" fmla="*/ 99648 w 1245803"/>
                <a:gd name="connsiteY153" fmla="*/ 423174 h 993048"/>
                <a:gd name="connsiteX154" fmla="*/ 92594 w 1245803"/>
                <a:gd name="connsiteY154" fmla="*/ 422119 h 993048"/>
                <a:gd name="connsiteX155" fmla="*/ 63767 w 1245803"/>
                <a:gd name="connsiteY155" fmla="*/ 466160 h 993048"/>
                <a:gd name="connsiteX156" fmla="*/ 56586 w 1245803"/>
                <a:gd name="connsiteY156" fmla="*/ 475451 h 993048"/>
                <a:gd name="connsiteX157" fmla="*/ 50231 w 1245803"/>
                <a:gd name="connsiteY157" fmla="*/ 477929 h 993048"/>
                <a:gd name="connsiteX158" fmla="*/ 42134 w 1245803"/>
                <a:gd name="connsiteY158" fmla="*/ 475451 h 993048"/>
                <a:gd name="connsiteX159" fmla="*/ 24010 w 1245803"/>
                <a:gd name="connsiteY159" fmla="*/ 490995 h 993048"/>
                <a:gd name="connsiteX160" fmla="*/ 648 w 1245803"/>
                <a:gd name="connsiteY160" fmla="*/ 465117 h 993048"/>
                <a:gd name="connsiteX161" fmla="*/ 0 w 1245803"/>
                <a:gd name="connsiteY161" fmla="*/ 457491 h 993048"/>
                <a:gd name="connsiteX162" fmla="*/ 35881 w 1245803"/>
                <a:gd name="connsiteY162" fmla="*/ 431092 h 993048"/>
                <a:gd name="connsiteX163" fmla="*/ 63030 w 1245803"/>
                <a:gd name="connsiteY163" fmla="*/ 363525 h 993048"/>
                <a:gd name="connsiteX164" fmla="*/ 124903 w 1245803"/>
                <a:gd name="connsiteY164" fmla="*/ 337380 h 993048"/>
                <a:gd name="connsiteX165" fmla="*/ 165080 w 1245803"/>
                <a:gd name="connsiteY165" fmla="*/ 335549 h 993048"/>
                <a:gd name="connsiteX166" fmla="*/ 175909 w 1245803"/>
                <a:gd name="connsiteY166" fmla="*/ 349404 h 993048"/>
                <a:gd name="connsiteX167" fmla="*/ 171995 w 1245803"/>
                <a:gd name="connsiteY167" fmla="*/ 360004 h 993048"/>
                <a:gd name="connsiteX168" fmla="*/ 166389 w 1245803"/>
                <a:gd name="connsiteY168" fmla="*/ 368367 h 993048"/>
                <a:gd name="connsiteX169" fmla="*/ 153590 w 1245803"/>
                <a:gd name="connsiteY169" fmla="*/ 376209 h 993048"/>
                <a:gd name="connsiteX170" fmla="*/ 152688 w 1245803"/>
                <a:gd name="connsiteY170" fmla="*/ 381827 h 993048"/>
                <a:gd name="connsiteX171" fmla="*/ 165843 w 1245803"/>
                <a:gd name="connsiteY171" fmla="*/ 398948 h 993048"/>
                <a:gd name="connsiteX172" fmla="*/ 183637 w 1245803"/>
                <a:gd name="connsiteY172" fmla="*/ 410311 h 993048"/>
                <a:gd name="connsiteX173" fmla="*/ 201139 w 1245803"/>
                <a:gd name="connsiteY173" fmla="*/ 426834 h 993048"/>
                <a:gd name="connsiteX174" fmla="*/ 208422 w 1245803"/>
                <a:gd name="connsiteY174" fmla="*/ 429376 h 993048"/>
                <a:gd name="connsiteX175" fmla="*/ 214294 w 1245803"/>
                <a:gd name="connsiteY175" fmla="*/ 437739 h 993048"/>
                <a:gd name="connsiteX176" fmla="*/ 233220 w 1245803"/>
                <a:gd name="connsiteY176" fmla="*/ 452522 h 993048"/>
                <a:gd name="connsiteX177" fmla="*/ 245485 w 1245803"/>
                <a:gd name="connsiteY177" fmla="*/ 459309 h 993048"/>
                <a:gd name="connsiteX178" fmla="*/ 256924 w 1245803"/>
                <a:gd name="connsiteY178" fmla="*/ 478908 h 993048"/>
                <a:gd name="connsiteX179" fmla="*/ 264627 w 1245803"/>
                <a:gd name="connsiteY179" fmla="*/ 477205 h 993048"/>
                <a:gd name="connsiteX180" fmla="*/ 277553 w 1245803"/>
                <a:gd name="connsiteY180" fmla="*/ 459690 h 993048"/>
                <a:gd name="connsiteX181" fmla="*/ 281480 w 1245803"/>
                <a:gd name="connsiteY181" fmla="*/ 453424 h 993048"/>
                <a:gd name="connsiteX182" fmla="*/ 278341 w 1245803"/>
                <a:gd name="connsiteY182" fmla="*/ 438909 h 993048"/>
                <a:gd name="connsiteX183" fmla="*/ 269444 w 1245803"/>
                <a:gd name="connsiteY183" fmla="*/ 418649 h 993048"/>
                <a:gd name="connsiteX184" fmla="*/ 269571 w 1245803"/>
                <a:gd name="connsiteY184" fmla="*/ 396304 h 993048"/>
                <a:gd name="connsiteX185" fmla="*/ 359089 w 1245803"/>
                <a:gd name="connsiteY185" fmla="*/ 377493 h 993048"/>
                <a:gd name="connsiteX186" fmla="*/ 372549 w 1245803"/>
                <a:gd name="connsiteY186" fmla="*/ 413437 h 993048"/>
                <a:gd name="connsiteX187" fmla="*/ 402545 w 1245803"/>
                <a:gd name="connsiteY187" fmla="*/ 407082 h 993048"/>
                <a:gd name="connsiteX188" fmla="*/ 443002 w 1245803"/>
                <a:gd name="connsiteY188" fmla="*/ 387216 h 993048"/>
                <a:gd name="connsiteX189" fmla="*/ 503553 w 1245803"/>
                <a:gd name="connsiteY189" fmla="*/ 383162 h 993048"/>
                <a:gd name="connsiteX190" fmla="*/ 527563 w 1245803"/>
                <a:gd name="connsiteY190" fmla="*/ 352657 h 993048"/>
                <a:gd name="connsiteX191" fmla="*/ 572595 w 1245803"/>
                <a:gd name="connsiteY191" fmla="*/ 314756 h 99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1245803" h="993048">
                  <a:moveTo>
                    <a:pt x="853833" y="403028"/>
                  </a:moveTo>
                  <a:lnTo>
                    <a:pt x="867929" y="395059"/>
                  </a:lnTo>
                  <a:lnTo>
                    <a:pt x="873280" y="380696"/>
                  </a:lnTo>
                  <a:lnTo>
                    <a:pt x="862972" y="370744"/>
                  </a:lnTo>
                  <a:lnTo>
                    <a:pt x="849919" y="366041"/>
                  </a:lnTo>
                  <a:lnTo>
                    <a:pt x="832824" y="353331"/>
                  </a:lnTo>
                  <a:lnTo>
                    <a:pt x="832430" y="339617"/>
                  </a:lnTo>
                  <a:lnTo>
                    <a:pt x="824486" y="315569"/>
                  </a:lnTo>
                  <a:lnTo>
                    <a:pt x="825909" y="288255"/>
                  </a:lnTo>
                  <a:lnTo>
                    <a:pt x="810619" y="251942"/>
                  </a:lnTo>
                  <a:lnTo>
                    <a:pt x="814152" y="243833"/>
                  </a:lnTo>
                  <a:lnTo>
                    <a:pt x="806730" y="229979"/>
                  </a:lnTo>
                  <a:lnTo>
                    <a:pt x="810619" y="222073"/>
                  </a:lnTo>
                  <a:lnTo>
                    <a:pt x="813491" y="213697"/>
                  </a:lnTo>
                  <a:lnTo>
                    <a:pt x="813491" y="206782"/>
                  </a:lnTo>
                  <a:lnTo>
                    <a:pt x="806730" y="210176"/>
                  </a:lnTo>
                  <a:lnTo>
                    <a:pt x="799929" y="206363"/>
                  </a:lnTo>
                  <a:lnTo>
                    <a:pt x="798481" y="198000"/>
                  </a:lnTo>
                  <a:lnTo>
                    <a:pt x="790016" y="196169"/>
                  </a:lnTo>
                  <a:lnTo>
                    <a:pt x="786736" y="207672"/>
                  </a:lnTo>
                  <a:lnTo>
                    <a:pt x="778652" y="211193"/>
                  </a:lnTo>
                  <a:lnTo>
                    <a:pt x="770289" y="213544"/>
                  </a:lnTo>
                  <a:lnTo>
                    <a:pt x="762473" y="210023"/>
                  </a:lnTo>
                  <a:lnTo>
                    <a:pt x="756728" y="216162"/>
                  </a:lnTo>
                  <a:lnTo>
                    <a:pt x="754249" y="230144"/>
                  </a:lnTo>
                  <a:lnTo>
                    <a:pt x="747195" y="237452"/>
                  </a:lnTo>
                  <a:lnTo>
                    <a:pt x="749737" y="242295"/>
                  </a:lnTo>
                  <a:lnTo>
                    <a:pt x="757185" y="240070"/>
                  </a:lnTo>
                  <a:lnTo>
                    <a:pt x="763451" y="255882"/>
                  </a:lnTo>
                  <a:lnTo>
                    <a:pt x="782898" y="285420"/>
                  </a:lnTo>
                  <a:lnTo>
                    <a:pt x="784067" y="304486"/>
                  </a:lnTo>
                  <a:lnTo>
                    <a:pt x="790588" y="311273"/>
                  </a:lnTo>
                  <a:lnTo>
                    <a:pt x="801950" y="320818"/>
                  </a:lnTo>
                  <a:lnTo>
                    <a:pt x="793727" y="333884"/>
                  </a:lnTo>
                  <a:lnTo>
                    <a:pt x="797248" y="346290"/>
                  </a:lnTo>
                  <a:lnTo>
                    <a:pt x="806386" y="348641"/>
                  </a:lnTo>
                  <a:lnTo>
                    <a:pt x="810962" y="356267"/>
                  </a:lnTo>
                  <a:lnTo>
                    <a:pt x="820215" y="358885"/>
                  </a:lnTo>
                  <a:lnTo>
                    <a:pt x="833129" y="380188"/>
                  </a:lnTo>
                  <a:lnTo>
                    <a:pt x="847224" y="388805"/>
                  </a:lnTo>
                  <a:lnTo>
                    <a:pt x="853122" y="394169"/>
                  </a:lnTo>
                  <a:close/>
                  <a:moveTo>
                    <a:pt x="602502" y="252463"/>
                  </a:moveTo>
                  <a:lnTo>
                    <a:pt x="604446" y="224361"/>
                  </a:lnTo>
                  <a:lnTo>
                    <a:pt x="630413" y="208422"/>
                  </a:lnTo>
                  <a:lnTo>
                    <a:pt x="611882" y="172338"/>
                  </a:lnTo>
                  <a:lnTo>
                    <a:pt x="611374" y="162398"/>
                  </a:lnTo>
                  <a:lnTo>
                    <a:pt x="590084" y="140791"/>
                  </a:lnTo>
                  <a:lnTo>
                    <a:pt x="588521" y="112435"/>
                  </a:lnTo>
                  <a:lnTo>
                    <a:pt x="655071" y="53879"/>
                  </a:lnTo>
                  <a:lnTo>
                    <a:pt x="669294" y="57793"/>
                  </a:lnTo>
                  <a:lnTo>
                    <a:pt x="693062" y="44460"/>
                  </a:lnTo>
                  <a:lnTo>
                    <a:pt x="740687" y="35563"/>
                  </a:lnTo>
                  <a:lnTo>
                    <a:pt x="750995" y="41435"/>
                  </a:lnTo>
                  <a:lnTo>
                    <a:pt x="773442" y="44969"/>
                  </a:lnTo>
                  <a:lnTo>
                    <a:pt x="782339" y="37343"/>
                  </a:lnTo>
                  <a:lnTo>
                    <a:pt x="810021" y="41003"/>
                  </a:lnTo>
                  <a:lnTo>
                    <a:pt x="814330" y="19828"/>
                  </a:lnTo>
                  <a:lnTo>
                    <a:pt x="829582" y="13028"/>
                  </a:lnTo>
                  <a:lnTo>
                    <a:pt x="839090" y="1398"/>
                  </a:lnTo>
                  <a:lnTo>
                    <a:pt x="845750" y="4538"/>
                  </a:lnTo>
                  <a:lnTo>
                    <a:pt x="841695" y="18125"/>
                  </a:lnTo>
                  <a:lnTo>
                    <a:pt x="825376" y="31979"/>
                  </a:lnTo>
                  <a:lnTo>
                    <a:pt x="819020" y="47015"/>
                  </a:lnTo>
                  <a:lnTo>
                    <a:pt x="838861" y="51858"/>
                  </a:lnTo>
                  <a:lnTo>
                    <a:pt x="860392" y="57997"/>
                  </a:lnTo>
                  <a:lnTo>
                    <a:pt x="864701" y="71457"/>
                  </a:lnTo>
                  <a:lnTo>
                    <a:pt x="894328" y="72105"/>
                  </a:lnTo>
                  <a:lnTo>
                    <a:pt x="911690" y="82184"/>
                  </a:lnTo>
                  <a:lnTo>
                    <a:pt x="925773" y="79045"/>
                  </a:lnTo>
                  <a:lnTo>
                    <a:pt x="933857" y="69487"/>
                  </a:lnTo>
                  <a:lnTo>
                    <a:pt x="936729" y="48045"/>
                  </a:lnTo>
                  <a:lnTo>
                    <a:pt x="953443" y="42706"/>
                  </a:lnTo>
                  <a:lnTo>
                    <a:pt x="977326" y="36021"/>
                  </a:lnTo>
                  <a:lnTo>
                    <a:pt x="989591" y="37864"/>
                  </a:lnTo>
                  <a:lnTo>
                    <a:pt x="1005517" y="29361"/>
                  </a:lnTo>
                  <a:lnTo>
                    <a:pt x="1014414" y="31712"/>
                  </a:lnTo>
                  <a:lnTo>
                    <a:pt x="1025853" y="40876"/>
                  </a:lnTo>
                  <a:lnTo>
                    <a:pt x="1050664" y="32500"/>
                  </a:lnTo>
                  <a:lnTo>
                    <a:pt x="1072195" y="28446"/>
                  </a:lnTo>
                  <a:lnTo>
                    <a:pt x="1094107" y="18392"/>
                  </a:lnTo>
                  <a:lnTo>
                    <a:pt x="1114215" y="7156"/>
                  </a:lnTo>
                  <a:lnTo>
                    <a:pt x="1114723" y="216"/>
                  </a:lnTo>
                  <a:lnTo>
                    <a:pt x="1146054" y="4805"/>
                  </a:lnTo>
                  <a:lnTo>
                    <a:pt x="1164458" y="1271"/>
                  </a:lnTo>
                  <a:lnTo>
                    <a:pt x="1172084" y="0"/>
                  </a:lnTo>
                  <a:lnTo>
                    <a:pt x="1178605" y="4182"/>
                  </a:lnTo>
                  <a:lnTo>
                    <a:pt x="1181464" y="14769"/>
                  </a:lnTo>
                  <a:lnTo>
                    <a:pt x="1148710" y="55569"/>
                  </a:lnTo>
                  <a:lnTo>
                    <a:pt x="1158103" y="101707"/>
                  </a:lnTo>
                  <a:lnTo>
                    <a:pt x="1175592" y="115968"/>
                  </a:lnTo>
                  <a:lnTo>
                    <a:pt x="1196869" y="102355"/>
                  </a:lnTo>
                  <a:lnTo>
                    <a:pt x="1245804" y="131589"/>
                  </a:lnTo>
                  <a:lnTo>
                    <a:pt x="1177308" y="234059"/>
                  </a:lnTo>
                  <a:lnTo>
                    <a:pt x="1171945" y="242168"/>
                  </a:lnTo>
                  <a:lnTo>
                    <a:pt x="1176266" y="248523"/>
                  </a:lnTo>
                  <a:lnTo>
                    <a:pt x="1182520" y="297266"/>
                  </a:lnTo>
                  <a:lnTo>
                    <a:pt x="1182786" y="306291"/>
                  </a:lnTo>
                  <a:lnTo>
                    <a:pt x="1180549" y="339871"/>
                  </a:lnTo>
                  <a:lnTo>
                    <a:pt x="1147020" y="377404"/>
                  </a:lnTo>
                  <a:lnTo>
                    <a:pt x="1162158" y="422487"/>
                  </a:lnTo>
                  <a:lnTo>
                    <a:pt x="1137869" y="503121"/>
                  </a:lnTo>
                  <a:lnTo>
                    <a:pt x="1090650" y="533625"/>
                  </a:lnTo>
                  <a:lnTo>
                    <a:pt x="1042491" y="551254"/>
                  </a:lnTo>
                  <a:lnTo>
                    <a:pt x="1031141" y="589957"/>
                  </a:lnTo>
                  <a:lnTo>
                    <a:pt x="1063095" y="600938"/>
                  </a:lnTo>
                  <a:lnTo>
                    <a:pt x="1096903" y="653216"/>
                  </a:lnTo>
                  <a:lnTo>
                    <a:pt x="1145838" y="741310"/>
                  </a:lnTo>
                  <a:lnTo>
                    <a:pt x="1190984" y="768878"/>
                  </a:lnTo>
                  <a:lnTo>
                    <a:pt x="1158764" y="832010"/>
                  </a:lnTo>
                  <a:lnTo>
                    <a:pt x="1175846" y="863519"/>
                  </a:lnTo>
                  <a:lnTo>
                    <a:pt x="1119350" y="889651"/>
                  </a:lnTo>
                  <a:lnTo>
                    <a:pt x="1019651" y="941153"/>
                  </a:lnTo>
                  <a:lnTo>
                    <a:pt x="946821" y="993048"/>
                  </a:lnTo>
                  <a:lnTo>
                    <a:pt x="941483" y="978012"/>
                  </a:lnTo>
                  <a:lnTo>
                    <a:pt x="943047" y="914220"/>
                  </a:lnTo>
                  <a:lnTo>
                    <a:pt x="899323" y="886130"/>
                  </a:lnTo>
                  <a:lnTo>
                    <a:pt x="897112" y="846652"/>
                  </a:lnTo>
                  <a:lnTo>
                    <a:pt x="863951" y="830129"/>
                  </a:lnTo>
                  <a:lnTo>
                    <a:pt x="826253" y="862400"/>
                  </a:lnTo>
                  <a:lnTo>
                    <a:pt x="782796" y="831298"/>
                  </a:lnTo>
                  <a:lnTo>
                    <a:pt x="698223" y="874297"/>
                  </a:lnTo>
                  <a:lnTo>
                    <a:pt x="657550" y="910368"/>
                  </a:lnTo>
                  <a:lnTo>
                    <a:pt x="613445" y="842674"/>
                  </a:lnTo>
                  <a:lnTo>
                    <a:pt x="604688" y="830523"/>
                  </a:lnTo>
                  <a:lnTo>
                    <a:pt x="508637" y="811038"/>
                  </a:lnTo>
                  <a:lnTo>
                    <a:pt x="474065" y="803984"/>
                  </a:lnTo>
                  <a:lnTo>
                    <a:pt x="462067" y="777852"/>
                  </a:lnTo>
                  <a:lnTo>
                    <a:pt x="451111" y="732998"/>
                  </a:lnTo>
                  <a:lnTo>
                    <a:pt x="454619" y="713144"/>
                  </a:lnTo>
                  <a:lnTo>
                    <a:pt x="455788" y="701908"/>
                  </a:lnTo>
                  <a:lnTo>
                    <a:pt x="450958" y="696545"/>
                  </a:lnTo>
                  <a:lnTo>
                    <a:pt x="448480" y="683085"/>
                  </a:lnTo>
                  <a:lnTo>
                    <a:pt x="434498" y="683606"/>
                  </a:lnTo>
                  <a:lnTo>
                    <a:pt x="417416" y="677327"/>
                  </a:lnTo>
                  <a:lnTo>
                    <a:pt x="411404" y="671709"/>
                  </a:lnTo>
                  <a:lnTo>
                    <a:pt x="410235" y="664007"/>
                  </a:lnTo>
                  <a:lnTo>
                    <a:pt x="400842" y="659939"/>
                  </a:lnTo>
                  <a:lnTo>
                    <a:pt x="377747" y="665303"/>
                  </a:lnTo>
                  <a:lnTo>
                    <a:pt x="346150" y="689618"/>
                  </a:lnTo>
                  <a:lnTo>
                    <a:pt x="331673" y="697244"/>
                  </a:lnTo>
                  <a:lnTo>
                    <a:pt x="304664" y="699315"/>
                  </a:lnTo>
                  <a:lnTo>
                    <a:pt x="265631" y="683898"/>
                  </a:lnTo>
                  <a:lnTo>
                    <a:pt x="232584" y="688880"/>
                  </a:lnTo>
                  <a:lnTo>
                    <a:pt x="214701" y="692274"/>
                  </a:lnTo>
                  <a:lnTo>
                    <a:pt x="189141" y="684165"/>
                  </a:lnTo>
                  <a:lnTo>
                    <a:pt x="246413" y="651614"/>
                  </a:lnTo>
                  <a:lnTo>
                    <a:pt x="254763" y="600252"/>
                  </a:lnTo>
                  <a:lnTo>
                    <a:pt x="175820" y="537260"/>
                  </a:lnTo>
                  <a:lnTo>
                    <a:pt x="154416" y="521436"/>
                  </a:lnTo>
                  <a:lnTo>
                    <a:pt x="148544" y="516352"/>
                  </a:lnTo>
                  <a:lnTo>
                    <a:pt x="83722" y="472057"/>
                  </a:lnTo>
                  <a:lnTo>
                    <a:pt x="92721" y="444870"/>
                  </a:lnTo>
                  <a:lnTo>
                    <a:pt x="101860" y="429046"/>
                  </a:lnTo>
                  <a:lnTo>
                    <a:pt x="99648" y="423174"/>
                  </a:lnTo>
                  <a:lnTo>
                    <a:pt x="92594" y="422119"/>
                  </a:lnTo>
                  <a:lnTo>
                    <a:pt x="63767" y="466160"/>
                  </a:lnTo>
                  <a:lnTo>
                    <a:pt x="56586" y="475451"/>
                  </a:lnTo>
                  <a:lnTo>
                    <a:pt x="50231" y="477929"/>
                  </a:lnTo>
                  <a:lnTo>
                    <a:pt x="42134" y="475451"/>
                  </a:lnTo>
                  <a:lnTo>
                    <a:pt x="24010" y="490995"/>
                  </a:lnTo>
                  <a:lnTo>
                    <a:pt x="648" y="465117"/>
                  </a:lnTo>
                  <a:lnTo>
                    <a:pt x="0" y="457491"/>
                  </a:lnTo>
                  <a:lnTo>
                    <a:pt x="35881" y="431092"/>
                  </a:lnTo>
                  <a:lnTo>
                    <a:pt x="63030" y="363525"/>
                  </a:lnTo>
                  <a:lnTo>
                    <a:pt x="124903" y="337380"/>
                  </a:lnTo>
                  <a:lnTo>
                    <a:pt x="165080" y="335549"/>
                  </a:lnTo>
                  <a:lnTo>
                    <a:pt x="175909" y="349404"/>
                  </a:lnTo>
                  <a:lnTo>
                    <a:pt x="171995" y="360004"/>
                  </a:lnTo>
                  <a:lnTo>
                    <a:pt x="166389" y="368367"/>
                  </a:lnTo>
                  <a:lnTo>
                    <a:pt x="153590" y="376209"/>
                  </a:lnTo>
                  <a:lnTo>
                    <a:pt x="152688" y="381827"/>
                  </a:lnTo>
                  <a:lnTo>
                    <a:pt x="165843" y="398948"/>
                  </a:lnTo>
                  <a:lnTo>
                    <a:pt x="183637" y="410311"/>
                  </a:lnTo>
                  <a:lnTo>
                    <a:pt x="201139" y="426834"/>
                  </a:lnTo>
                  <a:lnTo>
                    <a:pt x="208422" y="429376"/>
                  </a:lnTo>
                  <a:lnTo>
                    <a:pt x="214294" y="437739"/>
                  </a:lnTo>
                  <a:lnTo>
                    <a:pt x="233220" y="452522"/>
                  </a:lnTo>
                  <a:lnTo>
                    <a:pt x="245485" y="459309"/>
                  </a:lnTo>
                  <a:lnTo>
                    <a:pt x="256924" y="478908"/>
                  </a:lnTo>
                  <a:lnTo>
                    <a:pt x="264627" y="477205"/>
                  </a:lnTo>
                  <a:lnTo>
                    <a:pt x="277553" y="459690"/>
                  </a:lnTo>
                  <a:lnTo>
                    <a:pt x="281480" y="453424"/>
                  </a:lnTo>
                  <a:lnTo>
                    <a:pt x="278341" y="438909"/>
                  </a:lnTo>
                  <a:lnTo>
                    <a:pt x="269444" y="418649"/>
                  </a:lnTo>
                  <a:lnTo>
                    <a:pt x="269571" y="396304"/>
                  </a:lnTo>
                  <a:lnTo>
                    <a:pt x="359089" y="377493"/>
                  </a:lnTo>
                  <a:lnTo>
                    <a:pt x="372549" y="413437"/>
                  </a:lnTo>
                  <a:lnTo>
                    <a:pt x="402545" y="407082"/>
                  </a:lnTo>
                  <a:lnTo>
                    <a:pt x="443002" y="387216"/>
                  </a:lnTo>
                  <a:lnTo>
                    <a:pt x="503553" y="383162"/>
                  </a:lnTo>
                  <a:lnTo>
                    <a:pt x="527563" y="352657"/>
                  </a:lnTo>
                  <a:lnTo>
                    <a:pt x="572595" y="314756"/>
                  </a:lnTo>
                  <a:close/>
                </a:path>
              </a:pathLst>
            </a:custGeom>
            <a:noFill/>
            <a:ln w="3810" cap="flat">
              <a:solidFill>
                <a:srgbClr val="E6E4E2"/>
              </a:solidFill>
              <a:prstDash val="solid"/>
              <a:miter/>
            </a:ln>
          </p:spPr>
          <p:txBody>
            <a:bodyPr rtlCol="0" anchor="ctr"/>
            <a:lstStyle/>
            <a:p>
              <a:endParaRPr lang="de-CH"/>
            </a:p>
          </p:txBody>
        </p:sp>
        <p:sp>
          <p:nvSpPr>
            <p:cNvPr id="92" name="Freihandform: Form 91">
              <a:extLst>
                <a:ext uri="{FF2B5EF4-FFF2-40B4-BE49-F238E27FC236}">
                  <a16:creationId xmlns:a16="http://schemas.microsoft.com/office/drawing/2014/main" id="{2672C7F0-5090-CDE9-E696-FFAA1E5838A2}"/>
                </a:ext>
              </a:extLst>
            </p:cNvPr>
            <p:cNvSpPr/>
            <p:nvPr/>
          </p:nvSpPr>
          <p:spPr>
            <a:xfrm>
              <a:off x="5761819" y="2962472"/>
              <a:ext cx="949071" cy="672687"/>
            </a:xfrm>
            <a:custGeom>
              <a:avLst/>
              <a:gdLst>
                <a:gd name="connsiteX0" fmla="*/ 303024 w 949071"/>
                <a:gd name="connsiteY0" fmla="*/ 371456 h 672687"/>
                <a:gd name="connsiteX1" fmla="*/ 300482 w 949071"/>
                <a:gd name="connsiteY1" fmla="*/ 377328 h 672687"/>
                <a:gd name="connsiteX2" fmla="*/ 303113 w 949071"/>
                <a:gd name="connsiteY2" fmla="*/ 380874 h 672687"/>
                <a:gd name="connsiteX3" fmla="*/ 311184 w 949071"/>
                <a:gd name="connsiteY3" fmla="*/ 386225 h 672687"/>
                <a:gd name="connsiteX4" fmla="*/ 314997 w 949071"/>
                <a:gd name="connsiteY4" fmla="*/ 392110 h 672687"/>
                <a:gd name="connsiteX5" fmla="*/ 321124 w 949071"/>
                <a:gd name="connsiteY5" fmla="*/ 392758 h 672687"/>
                <a:gd name="connsiteX6" fmla="*/ 323869 w 949071"/>
                <a:gd name="connsiteY6" fmla="*/ 395300 h 672687"/>
                <a:gd name="connsiteX7" fmla="*/ 322827 w 949071"/>
                <a:gd name="connsiteY7" fmla="*/ 400384 h 672687"/>
                <a:gd name="connsiteX8" fmla="*/ 325966 w 949071"/>
                <a:gd name="connsiteY8" fmla="*/ 401426 h 672687"/>
                <a:gd name="connsiteX9" fmla="*/ 331304 w 949071"/>
                <a:gd name="connsiteY9" fmla="*/ 397245 h 672687"/>
                <a:gd name="connsiteX10" fmla="*/ 347217 w 949071"/>
                <a:gd name="connsiteY10" fmla="*/ 378040 h 672687"/>
                <a:gd name="connsiteX11" fmla="*/ 349061 w 949071"/>
                <a:gd name="connsiteY11" fmla="*/ 365329 h 672687"/>
                <a:gd name="connsiteX12" fmla="*/ 367706 w 949071"/>
                <a:gd name="connsiteY12" fmla="*/ 351882 h 672687"/>
                <a:gd name="connsiteX13" fmla="*/ 378675 w 949071"/>
                <a:gd name="connsiteY13" fmla="*/ 337507 h 672687"/>
                <a:gd name="connsiteX14" fmla="*/ 387153 w 949071"/>
                <a:gd name="connsiteY14" fmla="*/ 334965 h 672687"/>
                <a:gd name="connsiteX15" fmla="*/ 403854 w 949071"/>
                <a:gd name="connsiteY15" fmla="*/ 317857 h 672687"/>
                <a:gd name="connsiteX16" fmla="*/ 404642 w 949071"/>
                <a:gd name="connsiteY16" fmla="*/ 304638 h 672687"/>
                <a:gd name="connsiteX17" fmla="*/ 409599 w 949071"/>
                <a:gd name="connsiteY17" fmla="*/ 296148 h 672687"/>
                <a:gd name="connsiteX18" fmla="*/ 409866 w 949071"/>
                <a:gd name="connsiteY18" fmla="*/ 279942 h 672687"/>
                <a:gd name="connsiteX19" fmla="*/ 409078 w 949071"/>
                <a:gd name="connsiteY19" fmla="*/ 273155 h 672687"/>
                <a:gd name="connsiteX20" fmla="*/ 406066 w 949071"/>
                <a:gd name="connsiteY20" fmla="*/ 270143 h 672687"/>
                <a:gd name="connsiteX21" fmla="*/ 402037 w 949071"/>
                <a:gd name="connsiteY21" fmla="*/ 271960 h 672687"/>
                <a:gd name="connsiteX22" fmla="*/ 396025 w 949071"/>
                <a:gd name="connsiteY22" fmla="*/ 273663 h 672687"/>
                <a:gd name="connsiteX23" fmla="*/ 390419 w 949071"/>
                <a:gd name="connsiteY23" fmla="*/ 272100 h 672687"/>
                <a:gd name="connsiteX24" fmla="*/ 387877 w 949071"/>
                <a:gd name="connsiteY24" fmla="*/ 281366 h 672687"/>
                <a:gd name="connsiteX25" fmla="*/ 378485 w 949071"/>
                <a:gd name="connsiteY25" fmla="*/ 293275 h 672687"/>
                <a:gd name="connsiteX26" fmla="*/ 375472 w 949071"/>
                <a:gd name="connsiteY26" fmla="*/ 305032 h 672687"/>
                <a:gd name="connsiteX27" fmla="*/ 356165 w 949071"/>
                <a:gd name="connsiteY27" fmla="*/ 318899 h 672687"/>
                <a:gd name="connsiteX28" fmla="*/ 314222 w 949071"/>
                <a:gd name="connsiteY28" fmla="*/ 340506 h 672687"/>
                <a:gd name="connsiteX29" fmla="*/ 309252 w 949071"/>
                <a:gd name="connsiteY29" fmla="*/ 358301 h 672687"/>
                <a:gd name="connsiteX30" fmla="*/ 709268 w 949071"/>
                <a:gd name="connsiteY30" fmla="*/ 601752 h 672687"/>
                <a:gd name="connsiteX31" fmla="*/ 772565 w 949071"/>
                <a:gd name="connsiteY31" fmla="*/ 565807 h 672687"/>
                <a:gd name="connsiteX32" fmla="*/ 701311 w 949071"/>
                <a:gd name="connsiteY32" fmla="*/ 523470 h 672687"/>
                <a:gd name="connsiteX33" fmla="*/ 693748 w 949071"/>
                <a:gd name="connsiteY33" fmla="*/ 495228 h 672687"/>
                <a:gd name="connsiteX34" fmla="*/ 682118 w 949071"/>
                <a:gd name="connsiteY34" fmla="*/ 452750 h 672687"/>
                <a:gd name="connsiteX35" fmla="*/ 673641 w 949071"/>
                <a:gd name="connsiteY35" fmla="*/ 431066 h 672687"/>
                <a:gd name="connsiteX36" fmla="*/ 674429 w 949071"/>
                <a:gd name="connsiteY36" fmla="*/ 420898 h 672687"/>
                <a:gd name="connsiteX37" fmla="*/ 671887 w 949071"/>
                <a:gd name="connsiteY37" fmla="*/ 410311 h 672687"/>
                <a:gd name="connsiteX38" fmla="*/ 674747 w 949071"/>
                <a:gd name="connsiteY38" fmla="*/ 401960 h 672687"/>
                <a:gd name="connsiteX39" fmla="*/ 669015 w 949071"/>
                <a:gd name="connsiteY39" fmla="*/ 395605 h 672687"/>
                <a:gd name="connsiteX40" fmla="*/ 668366 w 949071"/>
                <a:gd name="connsiteY40" fmla="*/ 386708 h 672687"/>
                <a:gd name="connsiteX41" fmla="*/ 652695 w 949071"/>
                <a:gd name="connsiteY41" fmla="*/ 343188 h 672687"/>
                <a:gd name="connsiteX42" fmla="*/ 667171 w 949071"/>
                <a:gd name="connsiteY42" fmla="*/ 325279 h 672687"/>
                <a:gd name="connsiteX43" fmla="*/ 673971 w 949071"/>
                <a:gd name="connsiteY43" fmla="*/ 312480 h 672687"/>
                <a:gd name="connsiteX44" fmla="*/ 693278 w 949071"/>
                <a:gd name="connsiteY44" fmla="*/ 319649 h 672687"/>
                <a:gd name="connsiteX45" fmla="*/ 682983 w 949071"/>
                <a:gd name="connsiteY45" fmla="*/ 373248 h 672687"/>
                <a:gd name="connsiteX46" fmla="*/ 700586 w 949071"/>
                <a:gd name="connsiteY46" fmla="*/ 373248 h 672687"/>
                <a:gd name="connsiteX47" fmla="*/ 712992 w 949071"/>
                <a:gd name="connsiteY47" fmla="*/ 358733 h 672687"/>
                <a:gd name="connsiteX48" fmla="*/ 739874 w 949071"/>
                <a:gd name="connsiteY48" fmla="*/ 327224 h 672687"/>
                <a:gd name="connsiteX49" fmla="*/ 765459 w 949071"/>
                <a:gd name="connsiteY49" fmla="*/ 327224 h 672687"/>
                <a:gd name="connsiteX50" fmla="*/ 771446 w 949071"/>
                <a:gd name="connsiteY50" fmla="*/ 378472 h 672687"/>
                <a:gd name="connsiteX51" fmla="*/ 874805 w 949071"/>
                <a:gd name="connsiteY51" fmla="*/ 368532 h 672687"/>
                <a:gd name="connsiteX52" fmla="*/ 930006 w 949071"/>
                <a:gd name="connsiteY52" fmla="*/ 371074 h 672687"/>
                <a:gd name="connsiteX53" fmla="*/ 949071 w 949071"/>
                <a:gd name="connsiteY53" fmla="*/ 395516 h 672687"/>
                <a:gd name="connsiteX54" fmla="*/ 907127 w 949071"/>
                <a:gd name="connsiteY54" fmla="*/ 436036 h 672687"/>
                <a:gd name="connsiteX55" fmla="*/ 898230 w 949071"/>
                <a:gd name="connsiteY55" fmla="*/ 536155 h 672687"/>
                <a:gd name="connsiteX56" fmla="*/ 904229 w 949071"/>
                <a:gd name="connsiteY56" fmla="*/ 560863 h 672687"/>
                <a:gd name="connsiteX57" fmla="*/ 920143 w 949071"/>
                <a:gd name="connsiteY57" fmla="*/ 613394 h 672687"/>
                <a:gd name="connsiteX58" fmla="*/ 832188 w 949071"/>
                <a:gd name="connsiteY58" fmla="*/ 641763 h 672687"/>
                <a:gd name="connsiteX59" fmla="*/ 828273 w 949071"/>
                <a:gd name="connsiteY59" fmla="*/ 621491 h 672687"/>
                <a:gd name="connsiteX60" fmla="*/ 768103 w 949071"/>
                <a:gd name="connsiteY60" fmla="*/ 613000 h 672687"/>
                <a:gd name="connsiteX61" fmla="*/ 725969 w 949071"/>
                <a:gd name="connsiteY61" fmla="*/ 636794 h 672687"/>
                <a:gd name="connsiteX62" fmla="*/ 428690 w 949071"/>
                <a:gd name="connsiteY62" fmla="*/ 0 h 672687"/>
                <a:gd name="connsiteX63" fmla="*/ 536726 w 949071"/>
                <a:gd name="connsiteY63" fmla="*/ 11630 h 672687"/>
                <a:gd name="connsiteX64" fmla="*/ 540260 w 949071"/>
                <a:gd name="connsiteY64" fmla="*/ 31369 h 672687"/>
                <a:gd name="connsiteX65" fmla="*/ 532558 w 949071"/>
                <a:gd name="connsiteY65" fmla="*/ 36593 h 672687"/>
                <a:gd name="connsiteX66" fmla="*/ 523152 w 949071"/>
                <a:gd name="connsiteY66" fmla="*/ 37864 h 672687"/>
                <a:gd name="connsiteX67" fmla="*/ 512450 w 949071"/>
                <a:gd name="connsiteY67" fmla="*/ 43609 h 672687"/>
                <a:gd name="connsiteX68" fmla="*/ 502409 w 949071"/>
                <a:gd name="connsiteY68" fmla="*/ 56675 h 672687"/>
                <a:gd name="connsiteX69" fmla="*/ 488428 w 949071"/>
                <a:gd name="connsiteY69" fmla="*/ 62687 h 672687"/>
                <a:gd name="connsiteX70" fmla="*/ 483738 w 949071"/>
                <a:gd name="connsiteY70" fmla="*/ 74710 h 672687"/>
                <a:gd name="connsiteX71" fmla="*/ 491440 w 949071"/>
                <a:gd name="connsiteY71" fmla="*/ 77329 h 672687"/>
                <a:gd name="connsiteX72" fmla="*/ 495342 w 949071"/>
                <a:gd name="connsiteY72" fmla="*/ 77329 h 672687"/>
                <a:gd name="connsiteX73" fmla="*/ 498876 w 949071"/>
                <a:gd name="connsiteY73" fmla="*/ 70783 h 672687"/>
                <a:gd name="connsiteX74" fmla="*/ 505396 w 949071"/>
                <a:gd name="connsiteY74" fmla="*/ 70783 h 672687"/>
                <a:gd name="connsiteX75" fmla="*/ 507086 w 949071"/>
                <a:gd name="connsiteY75" fmla="*/ 77329 h 672687"/>
                <a:gd name="connsiteX76" fmla="*/ 510607 w 949071"/>
                <a:gd name="connsiteY76" fmla="*/ 75486 h 672687"/>
                <a:gd name="connsiteX77" fmla="*/ 514776 w 949071"/>
                <a:gd name="connsiteY77" fmla="*/ 77329 h 672687"/>
                <a:gd name="connsiteX78" fmla="*/ 515183 w 949071"/>
                <a:gd name="connsiteY78" fmla="*/ 82566 h 672687"/>
                <a:gd name="connsiteX79" fmla="*/ 520788 w 949071"/>
                <a:gd name="connsiteY79" fmla="*/ 82566 h 672687"/>
                <a:gd name="connsiteX80" fmla="*/ 535151 w 949071"/>
                <a:gd name="connsiteY80" fmla="*/ 71584 h 672687"/>
                <a:gd name="connsiteX81" fmla="*/ 497694 w 949071"/>
                <a:gd name="connsiteY81" fmla="*/ 123454 h 672687"/>
                <a:gd name="connsiteX82" fmla="*/ 543094 w 949071"/>
                <a:gd name="connsiteY82" fmla="*/ 165156 h 672687"/>
                <a:gd name="connsiteX83" fmla="*/ 601180 w 949071"/>
                <a:gd name="connsiteY83" fmla="*/ 149599 h 672687"/>
                <a:gd name="connsiteX84" fmla="*/ 601447 w 949071"/>
                <a:gd name="connsiteY84" fmla="*/ 222403 h 672687"/>
                <a:gd name="connsiteX85" fmla="*/ 601701 w 949071"/>
                <a:gd name="connsiteY85" fmla="*/ 266711 h 672687"/>
                <a:gd name="connsiteX86" fmla="*/ 583093 w 949071"/>
                <a:gd name="connsiteY86" fmla="*/ 302973 h 672687"/>
                <a:gd name="connsiteX87" fmla="*/ 587021 w 949071"/>
                <a:gd name="connsiteY87" fmla="*/ 396304 h 672687"/>
                <a:gd name="connsiteX88" fmla="*/ 598613 w 949071"/>
                <a:gd name="connsiteY88" fmla="*/ 450538 h 672687"/>
                <a:gd name="connsiteX89" fmla="*/ 571921 w 949071"/>
                <a:gd name="connsiteY89" fmla="*/ 474459 h 672687"/>
                <a:gd name="connsiteX90" fmla="*/ 669015 w 949071"/>
                <a:gd name="connsiteY90" fmla="*/ 570383 h 672687"/>
                <a:gd name="connsiteX91" fmla="*/ 571654 w 949071"/>
                <a:gd name="connsiteY91" fmla="*/ 609467 h 672687"/>
                <a:gd name="connsiteX92" fmla="*/ 491262 w 949071"/>
                <a:gd name="connsiteY92" fmla="*/ 670476 h 672687"/>
                <a:gd name="connsiteX93" fmla="*/ 404223 w 949071"/>
                <a:gd name="connsiteY93" fmla="*/ 628113 h 672687"/>
                <a:gd name="connsiteX94" fmla="*/ 369524 w 949071"/>
                <a:gd name="connsiteY94" fmla="*/ 653991 h 672687"/>
                <a:gd name="connsiteX95" fmla="*/ 303431 w 949071"/>
                <a:gd name="connsiteY95" fmla="*/ 627083 h 672687"/>
                <a:gd name="connsiteX96" fmla="*/ 258017 w 949071"/>
                <a:gd name="connsiteY96" fmla="*/ 651766 h 672687"/>
                <a:gd name="connsiteX97" fmla="*/ 214802 w 949071"/>
                <a:gd name="connsiteY97" fmla="*/ 672687 h 672687"/>
                <a:gd name="connsiteX98" fmla="*/ 164305 w 949071"/>
                <a:gd name="connsiteY98" fmla="*/ 628113 h 672687"/>
                <a:gd name="connsiteX99" fmla="*/ 124230 w 949071"/>
                <a:gd name="connsiteY99" fmla="*/ 618186 h 672687"/>
                <a:gd name="connsiteX100" fmla="*/ 96839 w 949071"/>
                <a:gd name="connsiteY100" fmla="*/ 581072 h 672687"/>
                <a:gd name="connsiteX101" fmla="*/ 54425 w 949071"/>
                <a:gd name="connsiteY101" fmla="*/ 581072 h 672687"/>
                <a:gd name="connsiteX102" fmla="*/ 10715 w 949071"/>
                <a:gd name="connsiteY102" fmla="*/ 579369 h 672687"/>
                <a:gd name="connsiteX103" fmla="*/ 42020 w 949071"/>
                <a:gd name="connsiteY103" fmla="*/ 523826 h 672687"/>
                <a:gd name="connsiteX104" fmla="*/ 45935 w 949071"/>
                <a:gd name="connsiteY104" fmla="*/ 516631 h 672687"/>
                <a:gd name="connsiteX105" fmla="*/ 28446 w 949071"/>
                <a:gd name="connsiteY105" fmla="*/ 484348 h 672687"/>
                <a:gd name="connsiteX106" fmla="*/ 0 w 949071"/>
                <a:gd name="connsiteY106" fmla="*/ 431943 h 672687"/>
                <a:gd name="connsiteX107" fmla="*/ 5478 w 949071"/>
                <a:gd name="connsiteY107" fmla="*/ 424089 h 672687"/>
                <a:gd name="connsiteX108" fmla="*/ 47231 w 949071"/>
                <a:gd name="connsiteY108" fmla="*/ 363080 h 672687"/>
                <a:gd name="connsiteX109" fmla="*/ 48693 w 949071"/>
                <a:gd name="connsiteY109" fmla="*/ 354449 h 672687"/>
                <a:gd name="connsiteX110" fmla="*/ 56637 w 949071"/>
                <a:gd name="connsiteY110" fmla="*/ 309112 h 672687"/>
                <a:gd name="connsiteX111" fmla="*/ 54946 w 949071"/>
                <a:gd name="connsiteY111" fmla="*/ 255119 h 672687"/>
                <a:gd name="connsiteX112" fmla="*/ 87395 w 949071"/>
                <a:gd name="connsiteY112" fmla="*/ 223903 h 672687"/>
                <a:gd name="connsiteX113" fmla="*/ 105419 w 949071"/>
                <a:gd name="connsiteY113" fmla="*/ 206248 h 672687"/>
                <a:gd name="connsiteX114" fmla="*/ 133597 w 949071"/>
                <a:gd name="connsiteY114" fmla="*/ 217217 h 672687"/>
                <a:gd name="connsiteX115" fmla="*/ 121853 w 949071"/>
                <a:gd name="connsiteY115" fmla="*/ 255920 h 672687"/>
                <a:gd name="connsiteX116" fmla="*/ 139457 w 949071"/>
                <a:gd name="connsiteY116" fmla="*/ 263228 h 672687"/>
                <a:gd name="connsiteX117" fmla="*/ 186726 w 949071"/>
                <a:gd name="connsiteY117" fmla="*/ 174740 h 672687"/>
                <a:gd name="connsiteX118" fmla="*/ 231987 w 949071"/>
                <a:gd name="connsiteY118" fmla="*/ 141160 h 672687"/>
                <a:gd name="connsiteX119" fmla="*/ 247659 w 949071"/>
                <a:gd name="connsiteY119" fmla="*/ 123251 h 672687"/>
                <a:gd name="connsiteX120" fmla="*/ 217154 w 949071"/>
                <a:gd name="connsiteY120" fmla="*/ 68749 h 672687"/>
                <a:gd name="connsiteX121" fmla="*/ 241430 w 949071"/>
                <a:gd name="connsiteY121" fmla="*/ 51489 h 672687"/>
                <a:gd name="connsiteX122" fmla="*/ 292271 w 949071"/>
                <a:gd name="connsiteY122" fmla="*/ 26399 h 672687"/>
                <a:gd name="connsiteX123" fmla="*/ 323843 w 949071"/>
                <a:gd name="connsiteY123" fmla="*/ 40520 h 672687"/>
                <a:gd name="connsiteX124" fmla="*/ 376947 w 949071"/>
                <a:gd name="connsiteY124" fmla="*/ 21455 h 672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949071" h="672687">
                  <a:moveTo>
                    <a:pt x="303024" y="371456"/>
                  </a:moveTo>
                  <a:lnTo>
                    <a:pt x="300482" y="377328"/>
                  </a:lnTo>
                  <a:lnTo>
                    <a:pt x="303113" y="380874"/>
                  </a:lnTo>
                  <a:lnTo>
                    <a:pt x="311184" y="386225"/>
                  </a:lnTo>
                  <a:lnTo>
                    <a:pt x="314997" y="392110"/>
                  </a:lnTo>
                  <a:lnTo>
                    <a:pt x="321124" y="392758"/>
                  </a:lnTo>
                  <a:lnTo>
                    <a:pt x="323869" y="395300"/>
                  </a:lnTo>
                  <a:lnTo>
                    <a:pt x="322827" y="400384"/>
                  </a:lnTo>
                  <a:lnTo>
                    <a:pt x="325966" y="401426"/>
                  </a:lnTo>
                  <a:lnTo>
                    <a:pt x="331304" y="397245"/>
                  </a:lnTo>
                  <a:lnTo>
                    <a:pt x="347217" y="378040"/>
                  </a:lnTo>
                  <a:lnTo>
                    <a:pt x="349061" y="365329"/>
                  </a:lnTo>
                  <a:lnTo>
                    <a:pt x="367706" y="351882"/>
                  </a:lnTo>
                  <a:lnTo>
                    <a:pt x="378675" y="337507"/>
                  </a:lnTo>
                  <a:lnTo>
                    <a:pt x="387153" y="334965"/>
                  </a:lnTo>
                  <a:lnTo>
                    <a:pt x="403854" y="317857"/>
                  </a:lnTo>
                  <a:lnTo>
                    <a:pt x="404642" y="304638"/>
                  </a:lnTo>
                  <a:lnTo>
                    <a:pt x="409599" y="296148"/>
                  </a:lnTo>
                  <a:lnTo>
                    <a:pt x="409866" y="279942"/>
                  </a:lnTo>
                  <a:lnTo>
                    <a:pt x="409078" y="273155"/>
                  </a:lnTo>
                  <a:lnTo>
                    <a:pt x="406066" y="270143"/>
                  </a:lnTo>
                  <a:lnTo>
                    <a:pt x="402037" y="271960"/>
                  </a:lnTo>
                  <a:lnTo>
                    <a:pt x="396025" y="273663"/>
                  </a:lnTo>
                  <a:lnTo>
                    <a:pt x="390419" y="272100"/>
                  </a:lnTo>
                  <a:lnTo>
                    <a:pt x="387877" y="281366"/>
                  </a:lnTo>
                  <a:lnTo>
                    <a:pt x="378485" y="293275"/>
                  </a:lnTo>
                  <a:lnTo>
                    <a:pt x="375472" y="305032"/>
                  </a:lnTo>
                  <a:lnTo>
                    <a:pt x="356165" y="318899"/>
                  </a:lnTo>
                  <a:lnTo>
                    <a:pt x="314222" y="340506"/>
                  </a:lnTo>
                  <a:lnTo>
                    <a:pt x="309252" y="358301"/>
                  </a:lnTo>
                  <a:close/>
                  <a:moveTo>
                    <a:pt x="709268" y="601752"/>
                  </a:moveTo>
                  <a:lnTo>
                    <a:pt x="772565" y="565807"/>
                  </a:lnTo>
                  <a:lnTo>
                    <a:pt x="701311" y="523470"/>
                  </a:lnTo>
                  <a:lnTo>
                    <a:pt x="693748" y="495228"/>
                  </a:lnTo>
                  <a:lnTo>
                    <a:pt x="682118" y="452750"/>
                  </a:lnTo>
                  <a:lnTo>
                    <a:pt x="673641" y="431066"/>
                  </a:lnTo>
                  <a:lnTo>
                    <a:pt x="674429" y="420898"/>
                  </a:lnTo>
                  <a:lnTo>
                    <a:pt x="671887" y="410311"/>
                  </a:lnTo>
                  <a:lnTo>
                    <a:pt x="674747" y="401960"/>
                  </a:lnTo>
                  <a:lnTo>
                    <a:pt x="669015" y="395605"/>
                  </a:lnTo>
                  <a:lnTo>
                    <a:pt x="668366" y="386708"/>
                  </a:lnTo>
                  <a:lnTo>
                    <a:pt x="652695" y="343188"/>
                  </a:lnTo>
                  <a:lnTo>
                    <a:pt x="667171" y="325279"/>
                  </a:lnTo>
                  <a:lnTo>
                    <a:pt x="673971" y="312480"/>
                  </a:lnTo>
                  <a:lnTo>
                    <a:pt x="693278" y="319649"/>
                  </a:lnTo>
                  <a:lnTo>
                    <a:pt x="682983" y="373248"/>
                  </a:lnTo>
                  <a:lnTo>
                    <a:pt x="700586" y="373248"/>
                  </a:lnTo>
                  <a:lnTo>
                    <a:pt x="712992" y="358733"/>
                  </a:lnTo>
                  <a:lnTo>
                    <a:pt x="739874" y="327224"/>
                  </a:lnTo>
                  <a:lnTo>
                    <a:pt x="765459" y="327224"/>
                  </a:lnTo>
                  <a:lnTo>
                    <a:pt x="771446" y="378472"/>
                  </a:lnTo>
                  <a:lnTo>
                    <a:pt x="874805" y="368532"/>
                  </a:lnTo>
                  <a:lnTo>
                    <a:pt x="930006" y="371074"/>
                  </a:lnTo>
                  <a:lnTo>
                    <a:pt x="949071" y="395516"/>
                  </a:lnTo>
                  <a:lnTo>
                    <a:pt x="907127" y="436036"/>
                  </a:lnTo>
                  <a:lnTo>
                    <a:pt x="898230" y="536155"/>
                  </a:lnTo>
                  <a:lnTo>
                    <a:pt x="904229" y="560863"/>
                  </a:lnTo>
                  <a:lnTo>
                    <a:pt x="920143" y="613394"/>
                  </a:lnTo>
                  <a:lnTo>
                    <a:pt x="832188" y="641763"/>
                  </a:lnTo>
                  <a:lnTo>
                    <a:pt x="828273" y="621491"/>
                  </a:lnTo>
                  <a:lnTo>
                    <a:pt x="768103" y="613000"/>
                  </a:lnTo>
                  <a:lnTo>
                    <a:pt x="725969" y="636794"/>
                  </a:lnTo>
                  <a:close/>
                  <a:moveTo>
                    <a:pt x="428690" y="0"/>
                  </a:moveTo>
                  <a:lnTo>
                    <a:pt x="536726" y="11630"/>
                  </a:lnTo>
                  <a:lnTo>
                    <a:pt x="540260" y="31369"/>
                  </a:lnTo>
                  <a:lnTo>
                    <a:pt x="532558" y="36593"/>
                  </a:lnTo>
                  <a:lnTo>
                    <a:pt x="523152" y="37864"/>
                  </a:lnTo>
                  <a:lnTo>
                    <a:pt x="512450" y="43609"/>
                  </a:lnTo>
                  <a:lnTo>
                    <a:pt x="502409" y="56675"/>
                  </a:lnTo>
                  <a:lnTo>
                    <a:pt x="488428" y="62687"/>
                  </a:lnTo>
                  <a:lnTo>
                    <a:pt x="483738" y="74710"/>
                  </a:lnTo>
                  <a:lnTo>
                    <a:pt x="491440" y="77329"/>
                  </a:lnTo>
                  <a:lnTo>
                    <a:pt x="495342" y="77329"/>
                  </a:lnTo>
                  <a:lnTo>
                    <a:pt x="498876" y="70783"/>
                  </a:lnTo>
                  <a:lnTo>
                    <a:pt x="505396" y="70783"/>
                  </a:lnTo>
                  <a:lnTo>
                    <a:pt x="507086" y="77329"/>
                  </a:lnTo>
                  <a:lnTo>
                    <a:pt x="510607" y="75486"/>
                  </a:lnTo>
                  <a:lnTo>
                    <a:pt x="514776" y="77329"/>
                  </a:lnTo>
                  <a:lnTo>
                    <a:pt x="515183" y="82566"/>
                  </a:lnTo>
                  <a:lnTo>
                    <a:pt x="520788" y="82566"/>
                  </a:lnTo>
                  <a:lnTo>
                    <a:pt x="535151" y="71584"/>
                  </a:lnTo>
                  <a:lnTo>
                    <a:pt x="497694" y="123454"/>
                  </a:lnTo>
                  <a:lnTo>
                    <a:pt x="543094" y="165156"/>
                  </a:lnTo>
                  <a:lnTo>
                    <a:pt x="601180" y="149599"/>
                  </a:lnTo>
                  <a:lnTo>
                    <a:pt x="601447" y="222403"/>
                  </a:lnTo>
                  <a:lnTo>
                    <a:pt x="601701" y="266711"/>
                  </a:lnTo>
                  <a:lnTo>
                    <a:pt x="583093" y="302973"/>
                  </a:lnTo>
                  <a:lnTo>
                    <a:pt x="587021" y="396304"/>
                  </a:lnTo>
                  <a:lnTo>
                    <a:pt x="598613" y="450538"/>
                  </a:lnTo>
                  <a:lnTo>
                    <a:pt x="571921" y="474459"/>
                  </a:lnTo>
                  <a:lnTo>
                    <a:pt x="669015" y="570383"/>
                  </a:lnTo>
                  <a:lnTo>
                    <a:pt x="571654" y="609467"/>
                  </a:lnTo>
                  <a:lnTo>
                    <a:pt x="491262" y="670476"/>
                  </a:lnTo>
                  <a:lnTo>
                    <a:pt x="404223" y="628113"/>
                  </a:lnTo>
                  <a:lnTo>
                    <a:pt x="369524" y="653991"/>
                  </a:lnTo>
                  <a:lnTo>
                    <a:pt x="303431" y="627083"/>
                  </a:lnTo>
                  <a:lnTo>
                    <a:pt x="258017" y="651766"/>
                  </a:lnTo>
                  <a:lnTo>
                    <a:pt x="214802" y="672687"/>
                  </a:lnTo>
                  <a:lnTo>
                    <a:pt x="164305" y="628113"/>
                  </a:lnTo>
                  <a:lnTo>
                    <a:pt x="124230" y="618186"/>
                  </a:lnTo>
                  <a:lnTo>
                    <a:pt x="96839" y="581072"/>
                  </a:lnTo>
                  <a:lnTo>
                    <a:pt x="54425" y="581072"/>
                  </a:lnTo>
                  <a:lnTo>
                    <a:pt x="10715" y="579369"/>
                  </a:lnTo>
                  <a:lnTo>
                    <a:pt x="42020" y="523826"/>
                  </a:lnTo>
                  <a:lnTo>
                    <a:pt x="45935" y="516631"/>
                  </a:lnTo>
                  <a:lnTo>
                    <a:pt x="28446" y="484348"/>
                  </a:lnTo>
                  <a:lnTo>
                    <a:pt x="0" y="431943"/>
                  </a:lnTo>
                  <a:lnTo>
                    <a:pt x="5478" y="424089"/>
                  </a:lnTo>
                  <a:lnTo>
                    <a:pt x="47231" y="363080"/>
                  </a:lnTo>
                  <a:lnTo>
                    <a:pt x="48693" y="354449"/>
                  </a:lnTo>
                  <a:lnTo>
                    <a:pt x="56637" y="309112"/>
                  </a:lnTo>
                  <a:lnTo>
                    <a:pt x="54946" y="255119"/>
                  </a:lnTo>
                  <a:lnTo>
                    <a:pt x="87395" y="223903"/>
                  </a:lnTo>
                  <a:lnTo>
                    <a:pt x="105419" y="206248"/>
                  </a:lnTo>
                  <a:lnTo>
                    <a:pt x="133597" y="217217"/>
                  </a:lnTo>
                  <a:lnTo>
                    <a:pt x="121853" y="255920"/>
                  </a:lnTo>
                  <a:lnTo>
                    <a:pt x="139457" y="263228"/>
                  </a:lnTo>
                  <a:lnTo>
                    <a:pt x="186726" y="174740"/>
                  </a:lnTo>
                  <a:lnTo>
                    <a:pt x="231987" y="141160"/>
                  </a:lnTo>
                  <a:lnTo>
                    <a:pt x="247659" y="123251"/>
                  </a:lnTo>
                  <a:lnTo>
                    <a:pt x="217154" y="68749"/>
                  </a:lnTo>
                  <a:lnTo>
                    <a:pt x="241430" y="51489"/>
                  </a:lnTo>
                  <a:lnTo>
                    <a:pt x="292271" y="26399"/>
                  </a:lnTo>
                  <a:lnTo>
                    <a:pt x="323843" y="40520"/>
                  </a:lnTo>
                  <a:lnTo>
                    <a:pt x="376947" y="21455"/>
                  </a:lnTo>
                  <a:close/>
                </a:path>
              </a:pathLst>
            </a:custGeom>
            <a:solidFill>
              <a:srgbClr val="FFFFFF"/>
            </a:solidFill>
            <a:ln w="12700" cap="flat">
              <a:noFill/>
              <a:prstDash val="solid"/>
              <a:miter/>
            </a:ln>
          </p:spPr>
          <p:txBody>
            <a:bodyPr rtlCol="0" anchor="ctr"/>
            <a:lstStyle/>
            <a:p>
              <a:endParaRPr lang="de-CH"/>
            </a:p>
          </p:txBody>
        </p:sp>
        <p:sp>
          <p:nvSpPr>
            <p:cNvPr id="93" name="Freihandform: Form 92">
              <a:extLst>
                <a:ext uri="{FF2B5EF4-FFF2-40B4-BE49-F238E27FC236}">
                  <a16:creationId xmlns:a16="http://schemas.microsoft.com/office/drawing/2014/main" id="{11F5D9FF-FB30-B5C9-F2EF-8AF24F19EA82}"/>
                </a:ext>
              </a:extLst>
            </p:cNvPr>
            <p:cNvSpPr/>
            <p:nvPr/>
          </p:nvSpPr>
          <p:spPr>
            <a:xfrm>
              <a:off x="5761819" y="2962472"/>
              <a:ext cx="949071" cy="672687"/>
            </a:xfrm>
            <a:custGeom>
              <a:avLst/>
              <a:gdLst>
                <a:gd name="connsiteX0" fmla="*/ 303024 w 949071"/>
                <a:gd name="connsiteY0" fmla="*/ 371456 h 672687"/>
                <a:gd name="connsiteX1" fmla="*/ 300482 w 949071"/>
                <a:gd name="connsiteY1" fmla="*/ 377328 h 672687"/>
                <a:gd name="connsiteX2" fmla="*/ 303113 w 949071"/>
                <a:gd name="connsiteY2" fmla="*/ 380874 h 672687"/>
                <a:gd name="connsiteX3" fmla="*/ 311184 w 949071"/>
                <a:gd name="connsiteY3" fmla="*/ 386225 h 672687"/>
                <a:gd name="connsiteX4" fmla="*/ 314997 w 949071"/>
                <a:gd name="connsiteY4" fmla="*/ 392110 h 672687"/>
                <a:gd name="connsiteX5" fmla="*/ 321124 w 949071"/>
                <a:gd name="connsiteY5" fmla="*/ 392758 h 672687"/>
                <a:gd name="connsiteX6" fmla="*/ 323869 w 949071"/>
                <a:gd name="connsiteY6" fmla="*/ 395300 h 672687"/>
                <a:gd name="connsiteX7" fmla="*/ 322827 w 949071"/>
                <a:gd name="connsiteY7" fmla="*/ 400384 h 672687"/>
                <a:gd name="connsiteX8" fmla="*/ 325966 w 949071"/>
                <a:gd name="connsiteY8" fmla="*/ 401426 h 672687"/>
                <a:gd name="connsiteX9" fmla="*/ 331304 w 949071"/>
                <a:gd name="connsiteY9" fmla="*/ 397245 h 672687"/>
                <a:gd name="connsiteX10" fmla="*/ 347217 w 949071"/>
                <a:gd name="connsiteY10" fmla="*/ 378040 h 672687"/>
                <a:gd name="connsiteX11" fmla="*/ 349061 w 949071"/>
                <a:gd name="connsiteY11" fmla="*/ 365329 h 672687"/>
                <a:gd name="connsiteX12" fmla="*/ 367706 w 949071"/>
                <a:gd name="connsiteY12" fmla="*/ 351882 h 672687"/>
                <a:gd name="connsiteX13" fmla="*/ 378675 w 949071"/>
                <a:gd name="connsiteY13" fmla="*/ 337507 h 672687"/>
                <a:gd name="connsiteX14" fmla="*/ 387153 w 949071"/>
                <a:gd name="connsiteY14" fmla="*/ 334965 h 672687"/>
                <a:gd name="connsiteX15" fmla="*/ 403854 w 949071"/>
                <a:gd name="connsiteY15" fmla="*/ 317857 h 672687"/>
                <a:gd name="connsiteX16" fmla="*/ 404642 w 949071"/>
                <a:gd name="connsiteY16" fmla="*/ 304638 h 672687"/>
                <a:gd name="connsiteX17" fmla="*/ 409599 w 949071"/>
                <a:gd name="connsiteY17" fmla="*/ 296148 h 672687"/>
                <a:gd name="connsiteX18" fmla="*/ 409866 w 949071"/>
                <a:gd name="connsiteY18" fmla="*/ 279942 h 672687"/>
                <a:gd name="connsiteX19" fmla="*/ 409078 w 949071"/>
                <a:gd name="connsiteY19" fmla="*/ 273155 h 672687"/>
                <a:gd name="connsiteX20" fmla="*/ 406066 w 949071"/>
                <a:gd name="connsiteY20" fmla="*/ 270143 h 672687"/>
                <a:gd name="connsiteX21" fmla="*/ 402037 w 949071"/>
                <a:gd name="connsiteY21" fmla="*/ 271960 h 672687"/>
                <a:gd name="connsiteX22" fmla="*/ 396025 w 949071"/>
                <a:gd name="connsiteY22" fmla="*/ 273663 h 672687"/>
                <a:gd name="connsiteX23" fmla="*/ 390419 w 949071"/>
                <a:gd name="connsiteY23" fmla="*/ 272100 h 672687"/>
                <a:gd name="connsiteX24" fmla="*/ 387877 w 949071"/>
                <a:gd name="connsiteY24" fmla="*/ 281366 h 672687"/>
                <a:gd name="connsiteX25" fmla="*/ 378485 w 949071"/>
                <a:gd name="connsiteY25" fmla="*/ 293275 h 672687"/>
                <a:gd name="connsiteX26" fmla="*/ 375472 w 949071"/>
                <a:gd name="connsiteY26" fmla="*/ 305032 h 672687"/>
                <a:gd name="connsiteX27" fmla="*/ 356165 w 949071"/>
                <a:gd name="connsiteY27" fmla="*/ 318899 h 672687"/>
                <a:gd name="connsiteX28" fmla="*/ 314222 w 949071"/>
                <a:gd name="connsiteY28" fmla="*/ 340506 h 672687"/>
                <a:gd name="connsiteX29" fmla="*/ 309252 w 949071"/>
                <a:gd name="connsiteY29" fmla="*/ 358301 h 672687"/>
                <a:gd name="connsiteX30" fmla="*/ 709268 w 949071"/>
                <a:gd name="connsiteY30" fmla="*/ 601752 h 672687"/>
                <a:gd name="connsiteX31" fmla="*/ 772565 w 949071"/>
                <a:gd name="connsiteY31" fmla="*/ 565807 h 672687"/>
                <a:gd name="connsiteX32" fmla="*/ 701311 w 949071"/>
                <a:gd name="connsiteY32" fmla="*/ 523470 h 672687"/>
                <a:gd name="connsiteX33" fmla="*/ 693748 w 949071"/>
                <a:gd name="connsiteY33" fmla="*/ 495228 h 672687"/>
                <a:gd name="connsiteX34" fmla="*/ 682118 w 949071"/>
                <a:gd name="connsiteY34" fmla="*/ 452750 h 672687"/>
                <a:gd name="connsiteX35" fmla="*/ 673641 w 949071"/>
                <a:gd name="connsiteY35" fmla="*/ 431066 h 672687"/>
                <a:gd name="connsiteX36" fmla="*/ 674429 w 949071"/>
                <a:gd name="connsiteY36" fmla="*/ 420898 h 672687"/>
                <a:gd name="connsiteX37" fmla="*/ 671887 w 949071"/>
                <a:gd name="connsiteY37" fmla="*/ 410311 h 672687"/>
                <a:gd name="connsiteX38" fmla="*/ 674747 w 949071"/>
                <a:gd name="connsiteY38" fmla="*/ 401960 h 672687"/>
                <a:gd name="connsiteX39" fmla="*/ 669015 w 949071"/>
                <a:gd name="connsiteY39" fmla="*/ 395605 h 672687"/>
                <a:gd name="connsiteX40" fmla="*/ 668366 w 949071"/>
                <a:gd name="connsiteY40" fmla="*/ 386708 h 672687"/>
                <a:gd name="connsiteX41" fmla="*/ 652695 w 949071"/>
                <a:gd name="connsiteY41" fmla="*/ 343188 h 672687"/>
                <a:gd name="connsiteX42" fmla="*/ 667171 w 949071"/>
                <a:gd name="connsiteY42" fmla="*/ 325279 h 672687"/>
                <a:gd name="connsiteX43" fmla="*/ 673971 w 949071"/>
                <a:gd name="connsiteY43" fmla="*/ 312480 h 672687"/>
                <a:gd name="connsiteX44" fmla="*/ 693278 w 949071"/>
                <a:gd name="connsiteY44" fmla="*/ 319649 h 672687"/>
                <a:gd name="connsiteX45" fmla="*/ 682983 w 949071"/>
                <a:gd name="connsiteY45" fmla="*/ 373248 h 672687"/>
                <a:gd name="connsiteX46" fmla="*/ 700586 w 949071"/>
                <a:gd name="connsiteY46" fmla="*/ 373248 h 672687"/>
                <a:gd name="connsiteX47" fmla="*/ 712992 w 949071"/>
                <a:gd name="connsiteY47" fmla="*/ 358733 h 672687"/>
                <a:gd name="connsiteX48" fmla="*/ 739874 w 949071"/>
                <a:gd name="connsiteY48" fmla="*/ 327224 h 672687"/>
                <a:gd name="connsiteX49" fmla="*/ 765459 w 949071"/>
                <a:gd name="connsiteY49" fmla="*/ 327224 h 672687"/>
                <a:gd name="connsiteX50" fmla="*/ 771446 w 949071"/>
                <a:gd name="connsiteY50" fmla="*/ 378472 h 672687"/>
                <a:gd name="connsiteX51" fmla="*/ 874805 w 949071"/>
                <a:gd name="connsiteY51" fmla="*/ 368532 h 672687"/>
                <a:gd name="connsiteX52" fmla="*/ 930006 w 949071"/>
                <a:gd name="connsiteY52" fmla="*/ 371074 h 672687"/>
                <a:gd name="connsiteX53" fmla="*/ 949071 w 949071"/>
                <a:gd name="connsiteY53" fmla="*/ 395516 h 672687"/>
                <a:gd name="connsiteX54" fmla="*/ 907127 w 949071"/>
                <a:gd name="connsiteY54" fmla="*/ 436036 h 672687"/>
                <a:gd name="connsiteX55" fmla="*/ 898230 w 949071"/>
                <a:gd name="connsiteY55" fmla="*/ 536155 h 672687"/>
                <a:gd name="connsiteX56" fmla="*/ 904229 w 949071"/>
                <a:gd name="connsiteY56" fmla="*/ 560863 h 672687"/>
                <a:gd name="connsiteX57" fmla="*/ 920143 w 949071"/>
                <a:gd name="connsiteY57" fmla="*/ 613394 h 672687"/>
                <a:gd name="connsiteX58" fmla="*/ 832188 w 949071"/>
                <a:gd name="connsiteY58" fmla="*/ 641763 h 672687"/>
                <a:gd name="connsiteX59" fmla="*/ 828273 w 949071"/>
                <a:gd name="connsiteY59" fmla="*/ 621491 h 672687"/>
                <a:gd name="connsiteX60" fmla="*/ 768103 w 949071"/>
                <a:gd name="connsiteY60" fmla="*/ 613000 h 672687"/>
                <a:gd name="connsiteX61" fmla="*/ 725969 w 949071"/>
                <a:gd name="connsiteY61" fmla="*/ 636794 h 672687"/>
                <a:gd name="connsiteX62" fmla="*/ 428690 w 949071"/>
                <a:gd name="connsiteY62" fmla="*/ 0 h 672687"/>
                <a:gd name="connsiteX63" fmla="*/ 536726 w 949071"/>
                <a:gd name="connsiteY63" fmla="*/ 11630 h 672687"/>
                <a:gd name="connsiteX64" fmla="*/ 540260 w 949071"/>
                <a:gd name="connsiteY64" fmla="*/ 31369 h 672687"/>
                <a:gd name="connsiteX65" fmla="*/ 532558 w 949071"/>
                <a:gd name="connsiteY65" fmla="*/ 36593 h 672687"/>
                <a:gd name="connsiteX66" fmla="*/ 523152 w 949071"/>
                <a:gd name="connsiteY66" fmla="*/ 37864 h 672687"/>
                <a:gd name="connsiteX67" fmla="*/ 512450 w 949071"/>
                <a:gd name="connsiteY67" fmla="*/ 43609 h 672687"/>
                <a:gd name="connsiteX68" fmla="*/ 502409 w 949071"/>
                <a:gd name="connsiteY68" fmla="*/ 56675 h 672687"/>
                <a:gd name="connsiteX69" fmla="*/ 488428 w 949071"/>
                <a:gd name="connsiteY69" fmla="*/ 62687 h 672687"/>
                <a:gd name="connsiteX70" fmla="*/ 483738 w 949071"/>
                <a:gd name="connsiteY70" fmla="*/ 74710 h 672687"/>
                <a:gd name="connsiteX71" fmla="*/ 491440 w 949071"/>
                <a:gd name="connsiteY71" fmla="*/ 77329 h 672687"/>
                <a:gd name="connsiteX72" fmla="*/ 495342 w 949071"/>
                <a:gd name="connsiteY72" fmla="*/ 77329 h 672687"/>
                <a:gd name="connsiteX73" fmla="*/ 498876 w 949071"/>
                <a:gd name="connsiteY73" fmla="*/ 70783 h 672687"/>
                <a:gd name="connsiteX74" fmla="*/ 505396 w 949071"/>
                <a:gd name="connsiteY74" fmla="*/ 70783 h 672687"/>
                <a:gd name="connsiteX75" fmla="*/ 507086 w 949071"/>
                <a:gd name="connsiteY75" fmla="*/ 77329 h 672687"/>
                <a:gd name="connsiteX76" fmla="*/ 510607 w 949071"/>
                <a:gd name="connsiteY76" fmla="*/ 75486 h 672687"/>
                <a:gd name="connsiteX77" fmla="*/ 514776 w 949071"/>
                <a:gd name="connsiteY77" fmla="*/ 77329 h 672687"/>
                <a:gd name="connsiteX78" fmla="*/ 515183 w 949071"/>
                <a:gd name="connsiteY78" fmla="*/ 82566 h 672687"/>
                <a:gd name="connsiteX79" fmla="*/ 520788 w 949071"/>
                <a:gd name="connsiteY79" fmla="*/ 82566 h 672687"/>
                <a:gd name="connsiteX80" fmla="*/ 535151 w 949071"/>
                <a:gd name="connsiteY80" fmla="*/ 71584 h 672687"/>
                <a:gd name="connsiteX81" fmla="*/ 497694 w 949071"/>
                <a:gd name="connsiteY81" fmla="*/ 123454 h 672687"/>
                <a:gd name="connsiteX82" fmla="*/ 543094 w 949071"/>
                <a:gd name="connsiteY82" fmla="*/ 165156 h 672687"/>
                <a:gd name="connsiteX83" fmla="*/ 601180 w 949071"/>
                <a:gd name="connsiteY83" fmla="*/ 149599 h 672687"/>
                <a:gd name="connsiteX84" fmla="*/ 601447 w 949071"/>
                <a:gd name="connsiteY84" fmla="*/ 222403 h 672687"/>
                <a:gd name="connsiteX85" fmla="*/ 601701 w 949071"/>
                <a:gd name="connsiteY85" fmla="*/ 266711 h 672687"/>
                <a:gd name="connsiteX86" fmla="*/ 583093 w 949071"/>
                <a:gd name="connsiteY86" fmla="*/ 302973 h 672687"/>
                <a:gd name="connsiteX87" fmla="*/ 587021 w 949071"/>
                <a:gd name="connsiteY87" fmla="*/ 396304 h 672687"/>
                <a:gd name="connsiteX88" fmla="*/ 598613 w 949071"/>
                <a:gd name="connsiteY88" fmla="*/ 450538 h 672687"/>
                <a:gd name="connsiteX89" fmla="*/ 571921 w 949071"/>
                <a:gd name="connsiteY89" fmla="*/ 474459 h 672687"/>
                <a:gd name="connsiteX90" fmla="*/ 669015 w 949071"/>
                <a:gd name="connsiteY90" fmla="*/ 570383 h 672687"/>
                <a:gd name="connsiteX91" fmla="*/ 571654 w 949071"/>
                <a:gd name="connsiteY91" fmla="*/ 609467 h 672687"/>
                <a:gd name="connsiteX92" fmla="*/ 491262 w 949071"/>
                <a:gd name="connsiteY92" fmla="*/ 670476 h 672687"/>
                <a:gd name="connsiteX93" fmla="*/ 404223 w 949071"/>
                <a:gd name="connsiteY93" fmla="*/ 628113 h 672687"/>
                <a:gd name="connsiteX94" fmla="*/ 369524 w 949071"/>
                <a:gd name="connsiteY94" fmla="*/ 653991 h 672687"/>
                <a:gd name="connsiteX95" fmla="*/ 303431 w 949071"/>
                <a:gd name="connsiteY95" fmla="*/ 627083 h 672687"/>
                <a:gd name="connsiteX96" fmla="*/ 258017 w 949071"/>
                <a:gd name="connsiteY96" fmla="*/ 651766 h 672687"/>
                <a:gd name="connsiteX97" fmla="*/ 214802 w 949071"/>
                <a:gd name="connsiteY97" fmla="*/ 672687 h 672687"/>
                <a:gd name="connsiteX98" fmla="*/ 164305 w 949071"/>
                <a:gd name="connsiteY98" fmla="*/ 628113 h 672687"/>
                <a:gd name="connsiteX99" fmla="*/ 124230 w 949071"/>
                <a:gd name="connsiteY99" fmla="*/ 618186 h 672687"/>
                <a:gd name="connsiteX100" fmla="*/ 96839 w 949071"/>
                <a:gd name="connsiteY100" fmla="*/ 581072 h 672687"/>
                <a:gd name="connsiteX101" fmla="*/ 54425 w 949071"/>
                <a:gd name="connsiteY101" fmla="*/ 581072 h 672687"/>
                <a:gd name="connsiteX102" fmla="*/ 10715 w 949071"/>
                <a:gd name="connsiteY102" fmla="*/ 579369 h 672687"/>
                <a:gd name="connsiteX103" fmla="*/ 42020 w 949071"/>
                <a:gd name="connsiteY103" fmla="*/ 523826 h 672687"/>
                <a:gd name="connsiteX104" fmla="*/ 45935 w 949071"/>
                <a:gd name="connsiteY104" fmla="*/ 516631 h 672687"/>
                <a:gd name="connsiteX105" fmla="*/ 28446 w 949071"/>
                <a:gd name="connsiteY105" fmla="*/ 484348 h 672687"/>
                <a:gd name="connsiteX106" fmla="*/ 0 w 949071"/>
                <a:gd name="connsiteY106" fmla="*/ 431943 h 672687"/>
                <a:gd name="connsiteX107" fmla="*/ 5478 w 949071"/>
                <a:gd name="connsiteY107" fmla="*/ 424089 h 672687"/>
                <a:gd name="connsiteX108" fmla="*/ 47231 w 949071"/>
                <a:gd name="connsiteY108" fmla="*/ 363080 h 672687"/>
                <a:gd name="connsiteX109" fmla="*/ 48693 w 949071"/>
                <a:gd name="connsiteY109" fmla="*/ 354449 h 672687"/>
                <a:gd name="connsiteX110" fmla="*/ 56637 w 949071"/>
                <a:gd name="connsiteY110" fmla="*/ 309112 h 672687"/>
                <a:gd name="connsiteX111" fmla="*/ 54946 w 949071"/>
                <a:gd name="connsiteY111" fmla="*/ 255119 h 672687"/>
                <a:gd name="connsiteX112" fmla="*/ 87395 w 949071"/>
                <a:gd name="connsiteY112" fmla="*/ 223903 h 672687"/>
                <a:gd name="connsiteX113" fmla="*/ 105419 w 949071"/>
                <a:gd name="connsiteY113" fmla="*/ 206248 h 672687"/>
                <a:gd name="connsiteX114" fmla="*/ 133597 w 949071"/>
                <a:gd name="connsiteY114" fmla="*/ 217217 h 672687"/>
                <a:gd name="connsiteX115" fmla="*/ 121853 w 949071"/>
                <a:gd name="connsiteY115" fmla="*/ 255920 h 672687"/>
                <a:gd name="connsiteX116" fmla="*/ 139457 w 949071"/>
                <a:gd name="connsiteY116" fmla="*/ 263228 h 672687"/>
                <a:gd name="connsiteX117" fmla="*/ 186726 w 949071"/>
                <a:gd name="connsiteY117" fmla="*/ 174740 h 672687"/>
                <a:gd name="connsiteX118" fmla="*/ 231987 w 949071"/>
                <a:gd name="connsiteY118" fmla="*/ 141160 h 672687"/>
                <a:gd name="connsiteX119" fmla="*/ 247659 w 949071"/>
                <a:gd name="connsiteY119" fmla="*/ 123251 h 672687"/>
                <a:gd name="connsiteX120" fmla="*/ 217154 w 949071"/>
                <a:gd name="connsiteY120" fmla="*/ 68749 h 672687"/>
                <a:gd name="connsiteX121" fmla="*/ 241430 w 949071"/>
                <a:gd name="connsiteY121" fmla="*/ 51489 h 672687"/>
                <a:gd name="connsiteX122" fmla="*/ 292271 w 949071"/>
                <a:gd name="connsiteY122" fmla="*/ 26399 h 672687"/>
                <a:gd name="connsiteX123" fmla="*/ 323843 w 949071"/>
                <a:gd name="connsiteY123" fmla="*/ 40520 h 672687"/>
                <a:gd name="connsiteX124" fmla="*/ 376947 w 949071"/>
                <a:gd name="connsiteY124" fmla="*/ 21455 h 672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949071" h="672687">
                  <a:moveTo>
                    <a:pt x="303024" y="371456"/>
                  </a:moveTo>
                  <a:lnTo>
                    <a:pt x="300482" y="377328"/>
                  </a:lnTo>
                  <a:lnTo>
                    <a:pt x="303113" y="380874"/>
                  </a:lnTo>
                  <a:lnTo>
                    <a:pt x="311184" y="386225"/>
                  </a:lnTo>
                  <a:lnTo>
                    <a:pt x="314997" y="392110"/>
                  </a:lnTo>
                  <a:lnTo>
                    <a:pt x="321124" y="392758"/>
                  </a:lnTo>
                  <a:lnTo>
                    <a:pt x="323869" y="395300"/>
                  </a:lnTo>
                  <a:lnTo>
                    <a:pt x="322827" y="400384"/>
                  </a:lnTo>
                  <a:lnTo>
                    <a:pt x="325966" y="401426"/>
                  </a:lnTo>
                  <a:lnTo>
                    <a:pt x="331304" y="397245"/>
                  </a:lnTo>
                  <a:lnTo>
                    <a:pt x="347217" y="378040"/>
                  </a:lnTo>
                  <a:lnTo>
                    <a:pt x="349061" y="365329"/>
                  </a:lnTo>
                  <a:lnTo>
                    <a:pt x="367706" y="351882"/>
                  </a:lnTo>
                  <a:lnTo>
                    <a:pt x="378675" y="337507"/>
                  </a:lnTo>
                  <a:lnTo>
                    <a:pt x="387153" y="334965"/>
                  </a:lnTo>
                  <a:lnTo>
                    <a:pt x="403854" y="317857"/>
                  </a:lnTo>
                  <a:lnTo>
                    <a:pt x="404642" y="304638"/>
                  </a:lnTo>
                  <a:lnTo>
                    <a:pt x="409599" y="296148"/>
                  </a:lnTo>
                  <a:lnTo>
                    <a:pt x="409866" y="279942"/>
                  </a:lnTo>
                  <a:lnTo>
                    <a:pt x="409078" y="273155"/>
                  </a:lnTo>
                  <a:lnTo>
                    <a:pt x="406066" y="270143"/>
                  </a:lnTo>
                  <a:lnTo>
                    <a:pt x="402037" y="271960"/>
                  </a:lnTo>
                  <a:lnTo>
                    <a:pt x="396025" y="273663"/>
                  </a:lnTo>
                  <a:lnTo>
                    <a:pt x="390419" y="272100"/>
                  </a:lnTo>
                  <a:lnTo>
                    <a:pt x="387877" y="281366"/>
                  </a:lnTo>
                  <a:lnTo>
                    <a:pt x="378485" y="293275"/>
                  </a:lnTo>
                  <a:lnTo>
                    <a:pt x="375472" y="305032"/>
                  </a:lnTo>
                  <a:lnTo>
                    <a:pt x="356165" y="318899"/>
                  </a:lnTo>
                  <a:lnTo>
                    <a:pt x="314222" y="340506"/>
                  </a:lnTo>
                  <a:lnTo>
                    <a:pt x="309252" y="358301"/>
                  </a:lnTo>
                  <a:close/>
                  <a:moveTo>
                    <a:pt x="709268" y="601752"/>
                  </a:moveTo>
                  <a:lnTo>
                    <a:pt x="772565" y="565807"/>
                  </a:lnTo>
                  <a:lnTo>
                    <a:pt x="701311" y="523470"/>
                  </a:lnTo>
                  <a:lnTo>
                    <a:pt x="693748" y="495228"/>
                  </a:lnTo>
                  <a:lnTo>
                    <a:pt x="682118" y="452750"/>
                  </a:lnTo>
                  <a:lnTo>
                    <a:pt x="673641" y="431066"/>
                  </a:lnTo>
                  <a:lnTo>
                    <a:pt x="674429" y="420898"/>
                  </a:lnTo>
                  <a:lnTo>
                    <a:pt x="671887" y="410311"/>
                  </a:lnTo>
                  <a:lnTo>
                    <a:pt x="674747" y="401960"/>
                  </a:lnTo>
                  <a:lnTo>
                    <a:pt x="669015" y="395605"/>
                  </a:lnTo>
                  <a:lnTo>
                    <a:pt x="668366" y="386708"/>
                  </a:lnTo>
                  <a:lnTo>
                    <a:pt x="652695" y="343188"/>
                  </a:lnTo>
                  <a:lnTo>
                    <a:pt x="667171" y="325279"/>
                  </a:lnTo>
                  <a:lnTo>
                    <a:pt x="673971" y="312480"/>
                  </a:lnTo>
                  <a:lnTo>
                    <a:pt x="693278" y="319649"/>
                  </a:lnTo>
                  <a:lnTo>
                    <a:pt x="682983" y="373248"/>
                  </a:lnTo>
                  <a:lnTo>
                    <a:pt x="700586" y="373248"/>
                  </a:lnTo>
                  <a:lnTo>
                    <a:pt x="712992" y="358733"/>
                  </a:lnTo>
                  <a:lnTo>
                    <a:pt x="739874" y="327224"/>
                  </a:lnTo>
                  <a:lnTo>
                    <a:pt x="765459" y="327224"/>
                  </a:lnTo>
                  <a:lnTo>
                    <a:pt x="771446" y="378472"/>
                  </a:lnTo>
                  <a:lnTo>
                    <a:pt x="874805" y="368532"/>
                  </a:lnTo>
                  <a:lnTo>
                    <a:pt x="930006" y="371074"/>
                  </a:lnTo>
                  <a:lnTo>
                    <a:pt x="949071" y="395516"/>
                  </a:lnTo>
                  <a:lnTo>
                    <a:pt x="907127" y="436036"/>
                  </a:lnTo>
                  <a:lnTo>
                    <a:pt x="898230" y="536155"/>
                  </a:lnTo>
                  <a:lnTo>
                    <a:pt x="904229" y="560863"/>
                  </a:lnTo>
                  <a:lnTo>
                    <a:pt x="920143" y="613394"/>
                  </a:lnTo>
                  <a:lnTo>
                    <a:pt x="832188" y="641763"/>
                  </a:lnTo>
                  <a:lnTo>
                    <a:pt x="828273" y="621491"/>
                  </a:lnTo>
                  <a:lnTo>
                    <a:pt x="768103" y="613000"/>
                  </a:lnTo>
                  <a:lnTo>
                    <a:pt x="725969" y="636794"/>
                  </a:lnTo>
                  <a:close/>
                  <a:moveTo>
                    <a:pt x="428690" y="0"/>
                  </a:moveTo>
                  <a:lnTo>
                    <a:pt x="536726" y="11630"/>
                  </a:lnTo>
                  <a:lnTo>
                    <a:pt x="540260" y="31369"/>
                  </a:lnTo>
                  <a:lnTo>
                    <a:pt x="532558" y="36593"/>
                  </a:lnTo>
                  <a:lnTo>
                    <a:pt x="523152" y="37864"/>
                  </a:lnTo>
                  <a:lnTo>
                    <a:pt x="512450" y="43609"/>
                  </a:lnTo>
                  <a:lnTo>
                    <a:pt x="502409" y="56675"/>
                  </a:lnTo>
                  <a:lnTo>
                    <a:pt x="488428" y="62687"/>
                  </a:lnTo>
                  <a:lnTo>
                    <a:pt x="483738" y="74710"/>
                  </a:lnTo>
                  <a:lnTo>
                    <a:pt x="491440" y="77329"/>
                  </a:lnTo>
                  <a:lnTo>
                    <a:pt x="495342" y="77329"/>
                  </a:lnTo>
                  <a:lnTo>
                    <a:pt x="498876" y="70783"/>
                  </a:lnTo>
                  <a:lnTo>
                    <a:pt x="505396" y="70783"/>
                  </a:lnTo>
                  <a:lnTo>
                    <a:pt x="507086" y="77329"/>
                  </a:lnTo>
                  <a:lnTo>
                    <a:pt x="510607" y="75486"/>
                  </a:lnTo>
                  <a:lnTo>
                    <a:pt x="514776" y="77329"/>
                  </a:lnTo>
                  <a:lnTo>
                    <a:pt x="515183" y="82566"/>
                  </a:lnTo>
                  <a:lnTo>
                    <a:pt x="520788" y="82566"/>
                  </a:lnTo>
                  <a:lnTo>
                    <a:pt x="535151" y="71584"/>
                  </a:lnTo>
                  <a:lnTo>
                    <a:pt x="497694" y="123454"/>
                  </a:lnTo>
                  <a:lnTo>
                    <a:pt x="543094" y="165156"/>
                  </a:lnTo>
                  <a:lnTo>
                    <a:pt x="601180" y="149599"/>
                  </a:lnTo>
                  <a:lnTo>
                    <a:pt x="601447" y="222403"/>
                  </a:lnTo>
                  <a:lnTo>
                    <a:pt x="601701" y="266711"/>
                  </a:lnTo>
                  <a:lnTo>
                    <a:pt x="583093" y="302973"/>
                  </a:lnTo>
                  <a:lnTo>
                    <a:pt x="587021" y="396304"/>
                  </a:lnTo>
                  <a:lnTo>
                    <a:pt x="598613" y="450538"/>
                  </a:lnTo>
                  <a:lnTo>
                    <a:pt x="571921" y="474459"/>
                  </a:lnTo>
                  <a:lnTo>
                    <a:pt x="669015" y="570383"/>
                  </a:lnTo>
                  <a:lnTo>
                    <a:pt x="571654" y="609467"/>
                  </a:lnTo>
                  <a:lnTo>
                    <a:pt x="491262" y="670476"/>
                  </a:lnTo>
                  <a:lnTo>
                    <a:pt x="404223" y="628113"/>
                  </a:lnTo>
                  <a:lnTo>
                    <a:pt x="369524" y="653991"/>
                  </a:lnTo>
                  <a:lnTo>
                    <a:pt x="303431" y="627083"/>
                  </a:lnTo>
                  <a:lnTo>
                    <a:pt x="258017" y="651766"/>
                  </a:lnTo>
                  <a:lnTo>
                    <a:pt x="214802" y="672687"/>
                  </a:lnTo>
                  <a:lnTo>
                    <a:pt x="164305" y="628113"/>
                  </a:lnTo>
                  <a:lnTo>
                    <a:pt x="124230" y="618186"/>
                  </a:lnTo>
                  <a:lnTo>
                    <a:pt x="96839" y="581072"/>
                  </a:lnTo>
                  <a:lnTo>
                    <a:pt x="54425" y="581072"/>
                  </a:lnTo>
                  <a:lnTo>
                    <a:pt x="10715" y="579369"/>
                  </a:lnTo>
                  <a:lnTo>
                    <a:pt x="42020" y="523826"/>
                  </a:lnTo>
                  <a:lnTo>
                    <a:pt x="45935" y="516631"/>
                  </a:lnTo>
                  <a:lnTo>
                    <a:pt x="28446" y="484348"/>
                  </a:lnTo>
                  <a:lnTo>
                    <a:pt x="0" y="431943"/>
                  </a:lnTo>
                  <a:lnTo>
                    <a:pt x="5478" y="424089"/>
                  </a:lnTo>
                  <a:lnTo>
                    <a:pt x="47231" y="363080"/>
                  </a:lnTo>
                  <a:lnTo>
                    <a:pt x="48693" y="354449"/>
                  </a:lnTo>
                  <a:lnTo>
                    <a:pt x="56637" y="309112"/>
                  </a:lnTo>
                  <a:lnTo>
                    <a:pt x="54946" y="255119"/>
                  </a:lnTo>
                  <a:lnTo>
                    <a:pt x="87395" y="223903"/>
                  </a:lnTo>
                  <a:lnTo>
                    <a:pt x="105419" y="206248"/>
                  </a:lnTo>
                  <a:lnTo>
                    <a:pt x="133597" y="217217"/>
                  </a:lnTo>
                  <a:lnTo>
                    <a:pt x="121853" y="255920"/>
                  </a:lnTo>
                  <a:lnTo>
                    <a:pt x="139457" y="263228"/>
                  </a:lnTo>
                  <a:lnTo>
                    <a:pt x="186726" y="174740"/>
                  </a:lnTo>
                  <a:lnTo>
                    <a:pt x="231987" y="141160"/>
                  </a:lnTo>
                  <a:lnTo>
                    <a:pt x="247659" y="123251"/>
                  </a:lnTo>
                  <a:lnTo>
                    <a:pt x="217154" y="68749"/>
                  </a:lnTo>
                  <a:lnTo>
                    <a:pt x="241430" y="51489"/>
                  </a:lnTo>
                  <a:lnTo>
                    <a:pt x="292271" y="26399"/>
                  </a:lnTo>
                  <a:lnTo>
                    <a:pt x="323843" y="40520"/>
                  </a:lnTo>
                  <a:lnTo>
                    <a:pt x="376947" y="21455"/>
                  </a:lnTo>
                  <a:close/>
                </a:path>
              </a:pathLst>
            </a:custGeom>
            <a:noFill/>
            <a:ln w="3810" cap="flat">
              <a:solidFill>
                <a:srgbClr val="E6E4E2"/>
              </a:solidFill>
              <a:prstDash val="solid"/>
              <a:miter/>
            </a:ln>
          </p:spPr>
          <p:txBody>
            <a:bodyPr rtlCol="0" anchor="ctr"/>
            <a:lstStyle/>
            <a:p>
              <a:endParaRPr lang="de-CH"/>
            </a:p>
          </p:txBody>
        </p:sp>
        <p:sp>
          <p:nvSpPr>
            <p:cNvPr id="94" name="Freihandform: Form 93">
              <a:extLst>
                <a:ext uri="{FF2B5EF4-FFF2-40B4-BE49-F238E27FC236}">
                  <a16:creationId xmlns:a16="http://schemas.microsoft.com/office/drawing/2014/main" id="{52C73BCE-5114-1C3B-6982-D250B74DC370}"/>
                </a:ext>
              </a:extLst>
            </p:cNvPr>
            <p:cNvSpPr/>
            <p:nvPr/>
          </p:nvSpPr>
          <p:spPr>
            <a:xfrm>
              <a:off x="6116777" y="2888868"/>
              <a:ext cx="725727" cy="675343"/>
            </a:xfrm>
            <a:custGeom>
              <a:avLst/>
              <a:gdLst>
                <a:gd name="connsiteX0" fmla="*/ 469795 w 725727"/>
                <a:gd name="connsiteY0" fmla="*/ 92289 h 675343"/>
                <a:gd name="connsiteX1" fmla="*/ 506997 w 725727"/>
                <a:gd name="connsiteY1" fmla="*/ 92416 h 675343"/>
                <a:gd name="connsiteX2" fmla="*/ 515348 w 725727"/>
                <a:gd name="connsiteY2" fmla="*/ 95949 h 675343"/>
                <a:gd name="connsiteX3" fmla="*/ 533485 w 725727"/>
                <a:gd name="connsiteY3" fmla="*/ 112816 h 675343"/>
                <a:gd name="connsiteX4" fmla="*/ 566252 w 725727"/>
                <a:gd name="connsiteY4" fmla="*/ 119997 h 675343"/>
                <a:gd name="connsiteX5" fmla="*/ 602006 w 725727"/>
                <a:gd name="connsiteY5" fmla="*/ 115154 h 675343"/>
                <a:gd name="connsiteX6" fmla="*/ 627312 w 725727"/>
                <a:gd name="connsiteY6" fmla="*/ 98822 h 675343"/>
                <a:gd name="connsiteX7" fmla="*/ 674289 w 725727"/>
                <a:gd name="connsiteY7" fmla="*/ 86277 h 675343"/>
                <a:gd name="connsiteX8" fmla="*/ 696621 w 725727"/>
                <a:gd name="connsiteY8" fmla="*/ 75295 h 675343"/>
                <a:gd name="connsiteX9" fmla="*/ 703014 w 725727"/>
                <a:gd name="connsiteY9" fmla="*/ 66945 h 675343"/>
                <a:gd name="connsiteX10" fmla="*/ 725460 w 725727"/>
                <a:gd name="connsiteY10" fmla="*/ 54501 h 675343"/>
                <a:gd name="connsiteX11" fmla="*/ 725727 w 725727"/>
                <a:gd name="connsiteY11" fmla="*/ 67453 h 675343"/>
                <a:gd name="connsiteX12" fmla="*/ 686961 w 725727"/>
                <a:gd name="connsiteY12" fmla="*/ 116591 h 675343"/>
                <a:gd name="connsiteX13" fmla="*/ 690101 w 725727"/>
                <a:gd name="connsiteY13" fmla="*/ 150184 h 675343"/>
                <a:gd name="connsiteX14" fmla="*/ 692439 w 725727"/>
                <a:gd name="connsiteY14" fmla="*/ 175820 h 675343"/>
                <a:gd name="connsiteX15" fmla="*/ 665036 w 725727"/>
                <a:gd name="connsiteY15" fmla="*/ 187971 h 675343"/>
                <a:gd name="connsiteX16" fmla="*/ 666333 w 725727"/>
                <a:gd name="connsiteY16" fmla="*/ 222200 h 675343"/>
                <a:gd name="connsiteX17" fmla="*/ 590770 w 725727"/>
                <a:gd name="connsiteY17" fmla="*/ 254623 h 675343"/>
                <a:gd name="connsiteX18" fmla="*/ 558550 w 725727"/>
                <a:gd name="connsiteY18" fmla="*/ 251611 h 675343"/>
                <a:gd name="connsiteX19" fmla="*/ 532443 w 725727"/>
                <a:gd name="connsiteY19" fmla="*/ 263254 h 675343"/>
                <a:gd name="connsiteX20" fmla="*/ 504633 w 725727"/>
                <a:gd name="connsiteY20" fmla="*/ 289920 h 675343"/>
                <a:gd name="connsiteX21" fmla="*/ 493042 w 725727"/>
                <a:gd name="connsiteY21" fmla="*/ 312785 h 675343"/>
                <a:gd name="connsiteX22" fmla="*/ 524868 w 725727"/>
                <a:gd name="connsiteY22" fmla="*/ 326906 h 675343"/>
                <a:gd name="connsiteX23" fmla="*/ 535583 w 725727"/>
                <a:gd name="connsiteY23" fmla="*/ 359178 h 675343"/>
                <a:gd name="connsiteX24" fmla="*/ 511573 w 725727"/>
                <a:gd name="connsiteY24" fmla="*/ 377620 h 675343"/>
                <a:gd name="connsiteX25" fmla="*/ 519784 w 725727"/>
                <a:gd name="connsiteY25" fmla="*/ 442048 h 675343"/>
                <a:gd name="connsiteX26" fmla="*/ 416424 w 725727"/>
                <a:gd name="connsiteY26" fmla="*/ 451975 h 675343"/>
                <a:gd name="connsiteX27" fmla="*/ 410438 w 725727"/>
                <a:gd name="connsiteY27" fmla="*/ 400740 h 675343"/>
                <a:gd name="connsiteX28" fmla="*/ 384840 w 725727"/>
                <a:gd name="connsiteY28" fmla="*/ 400740 h 675343"/>
                <a:gd name="connsiteX29" fmla="*/ 357970 w 725727"/>
                <a:gd name="connsiteY29" fmla="*/ 432249 h 675343"/>
                <a:gd name="connsiteX30" fmla="*/ 345565 w 725727"/>
                <a:gd name="connsiteY30" fmla="*/ 446751 h 675343"/>
                <a:gd name="connsiteX31" fmla="*/ 327949 w 725727"/>
                <a:gd name="connsiteY31" fmla="*/ 446751 h 675343"/>
                <a:gd name="connsiteX32" fmla="*/ 338257 w 725727"/>
                <a:gd name="connsiteY32" fmla="*/ 393165 h 675343"/>
                <a:gd name="connsiteX33" fmla="*/ 318950 w 725727"/>
                <a:gd name="connsiteY33" fmla="*/ 385996 h 675343"/>
                <a:gd name="connsiteX34" fmla="*/ 312150 w 725727"/>
                <a:gd name="connsiteY34" fmla="*/ 398795 h 675343"/>
                <a:gd name="connsiteX35" fmla="*/ 297673 w 725727"/>
                <a:gd name="connsiteY35" fmla="*/ 416704 h 675343"/>
                <a:gd name="connsiteX36" fmla="*/ 313332 w 725727"/>
                <a:gd name="connsiteY36" fmla="*/ 460224 h 675343"/>
                <a:gd name="connsiteX37" fmla="*/ 313980 w 725727"/>
                <a:gd name="connsiteY37" fmla="*/ 469108 h 675343"/>
                <a:gd name="connsiteX38" fmla="*/ 319712 w 725727"/>
                <a:gd name="connsiteY38" fmla="*/ 475514 h 675343"/>
                <a:gd name="connsiteX39" fmla="*/ 316865 w 725727"/>
                <a:gd name="connsiteY39" fmla="*/ 483877 h 675343"/>
                <a:gd name="connsiteX40" fmla="*/ 319471 w 725727"/>
                <a:gd name="connsiteY40" fmla="*/ 494452 h 675343"/>
                <a:gd name="connsiteX41" fmla="*/ 318670 w 725727"/>
                <a:gd name="connsiteY41" fmla="*/ 504671 h 675343"/>
                <a:gd name="connsiteX42" fmla="*/ 327161 w 725727"/>
                <a:gd name="connsiteY42" fmla="*/ 526355 h 675343"/>
                <a:gd name="connsiteX43" fmla="*/ 338790 w 725727"/>
                <a:gd name="connsiteY43" fmla="*/ 568832 h 675343"/>
                <a:gd name="connsiteX44" fmla="*/ 346353 w 725727"/>
                <a:gd name="connsiteY44" fmla="*/ 597074 h 675343"/>
                <a:gd name="connsiteX45" fmla="*/ 417594 w 725727"/>
                <a:gd name="connsiteY45" fmla="*/ 639412 h 675343"/>
                <a:gd name="connsiteX46" fmla="*/ 354310 w 725727"/>
                <a:gd name="connsiteY46" fmla="*/ 675344 h 675343"/>
                <a:gd name="connsiteX47" fmla="*/ 313980 w 725727"/>
                <a:gd name="connsiteY47" fmla="*/ 643988 h 675343"/>
                <a:gd name="connsiteX48" fmla="*/ 216900 w 725727"/>
                <a:gd name="connsiteY48" fmla="*/ 548051 h 675343"/>
                <a:gd name="connsiteX49" fmla="*/ 243642 w 725727"/>
                <a:gd name="connsiteY49" fmla="*/ 524131 h 675343"/>
                <a:gd name="connsiteX50" fmla="*/ 232038 w 725727"/>
                <a:gd name="connsiteY50" fmla="*/ 469896 h 675343"/>
                <a:gd name="connsiteX51" fmla="*/ 228110 w 725727"/>
                <a:gd name="connsiteY51" fmla="*/ 376565 h 675343"/>
                <a:gd name="connsiteX52" fmla="*/ 246769 w 725727"/>
                <a:gd name="connsiteY52" fmla="*/ 340366 h 675343"/>
                <a:gd name="connsiteX53" fmla="*/ 246515 w 725727"/>
                <a:gd name="connsiteY53" fmla="*/ 296059 h 675343"/>
                <a:gd name="connsiteX54" fmla="*/ 246260 w 725727"/>
                <a:gd name="connsiteY54" fmla="*/ 223255 h 675343"/>
                <a:gd name="connsiteX55" fmla="*/ 188174 w 725727"/>
                <a:gd name="connsiteY55" fmla="*/ 238812 h 675343"/>
                <a:gd name="connsiteX56" fmla="*/ 142774 w 725727"/>
                <a:gd name="connsiteY56" fmla="*/ 197110 h 675343"/>
                <a:gd name="connsiteX57" fmla="*/ 180218 w 725727"/>
                <a:gd name="connsiteY57" fmla="*/ 145227 h 675343"/>
                <a:gd name="connsiteX58" fmla="*/ 219632 w 725727"/>
                <a:gd name="connsiteY58" fmla="*/ 122221 h 675343"/>
                <a:gd name="connsiteX59" fmla="*/ 226941 w 725727"/>
                <a:gd name="connsiteY59" fmla="*/ 114900 h 675343"/>
                <a:gd name="connsiteX60" fmla="*/ 241291 w 725727"/>
                <a:gd name="connsiteY60" fmla="*/ 104313 h 675343"/>
                <a:gd name="connsiteX61" fmla="*/ 245472 w 725727"/>
                <a:gd name="connsiteY61" fmla="*/ 97780 h 675343"/>
                <a:gd name="connsiteX62" fmla="*/ 244557 w 725727"/>
                <a:gd name="connsiteY62" fmla="*/ 91107 h 675343"/>
                <a:gd name="connsiteX63" fmla="*/ 236207 w 725727"/>
                <a:gd name="connsiteY63" fmla="*/ 74380 h 675343"/>
                <a:gd name="connsiteX64" fmla="*/ 229826 w 725727"/>
                <a:gd name="connsiteY64" fmla="*/ 71253 h 675343"/>
                <a:gd name="connsiteX65" fmla="*/ 232813 w 725727"/>
                <a:gd name="connsiteY65" fmla="*/ 84447 h 675343"/>
                <a:gd name="connsiteX66" fmla="*/ 230080 w 725727"/>
                <a:gd name="connsiteY66" fmla="*/ 91908 h 675343"/>
                <a:gd name="connsiteX67" fmla="*/ 222505 w 725727"/>
                <a:gd name="connsiteY67" fmla="*/ 96597 h 675343"/>
                <a:gd name="connsiteX68" fmla="*/ 212464 w 725727"/>
                <a:gd name="connsiteY68" fmla="*/ 97780 h 675343"/>
                <a:gd name="connsiteX69" fmla="*/ 200058 w 725727"/>
                <a:gd name="connsiteY69" fmla="*/ 105482 h 675343"/>
                <a:gd name="connsiteX70" fmla="*/ 185327 w 725727"/>
                <a:gd name="connsiteY70" fmla="*/ 104974 h 675343"/>
                <a:gd name="connsiteX71" fmla="*/ 181781 w 725727"/>
                <a:gd name="connsiteY71" fmla="*/ 85235 h 675343"/>
                <a:gd name="connsiteX72" fmla="*/ 73732 w 725727"/>
                <a:gd name="connsiteY72" fmla="*/ 73605 h 675343"/>
                <a:gd name="connsiteX73" fmla="*/ 22052 w 725727"/>
                <a:gd name="connsiteY73" fmla="*/ 95034 h 675343"/>
                <a:gd name="connsiteX74" fmla="*/ 0 w 725727"/>
                <a:gd name="connsiteY74" fmla="*/ 71380 h 675343"/>
                <a:gd name="connsiteX75" fmla="*/ 19841 w 725727"/>
                <a:gd name="connsiteY75" fmla="*/ 37139 h 675343"/>
                <a:gd name="connsiteX76" fmla="*/ 39415 w 725727"/>
                <a:gd name="connsiteY76" fmla="*/ 39084 h 675343"/>
                <a:gd name="connsiteX77" fmla="*/ 52595 w 725727"/>
                <a:gd name="connsiteY77" fmla="*/ 56217 h 675343"/>
                <a:gd name="connsiteX78" fmla="*/ 84815 w 725727"/>
                <a:gd name="connsiteY78" fmla="*/ 25370 h 675343"/>
                <a:gd name="connsiteX79" fmla="*/ 194441 w 725727"/>
                <a:gd name="connsiteY79" fmla="*/ 17388 h 675343"/>
                <a:gd name="connsiteX80" fmla="*/ 201889 w 725727"/>
                <a:gd name="connsiteY80" fmla="*/ 44320 h 675343"/>
                <a:gd name="connsiteX81" fmla="*/ 194962 w 725727"/>
                <a:gd name="connsiteY81" fmla="*/ 52696 h 675343"/>
                <a:gd name="connsiteX82" fmla="*/ 194441 w 725727"/>
                <a:gd name="connsiteY82" fmla="*/ 72677 h 675343"/>
                <a:gd name="connsiteX83" fmla="*/ 209579 w 725727"/>
                <a:gd name="connsiteY83" fmla="*/ 73478 h 675343"/>
                <a:gd name="connsiteX84" fmla="*/ 228771 w 725727"/>
                <a:gd name="connsiteY84" fmla="*/ 66271 h 675343"/>
                <a:gd name="connsiteX85" fmla="*/ 236207 w 725727"/>
                <a:gd name="connsiteY85" fmla="*/ 69804 h 675343"/>
                <a:gd name="connsiteX86" fmla="*/ 265834 w 725727"/>
                <a:gd name="connsiteY86" fmla="*/ 61187 h 675343"/>
                <a:gd name="connsiteX87" fmla="*/ 280832 w 725727"/>
                <a:gd name="connsiteY87" fmla="*/ 34521 h 675343"/>
                <a:gd name="connsiteX88" fmla="*/ 295703 w 725727"/>
                <a:gd name="connsiteY88" fmla="*/ 18442 h 675343"/>
                <a:gd name="connsiteX89" fmla="*/ 298334 w 725727"/>
                <a:gd name="connsiteY89" fmla="*/ 7588 h 675343"/>
                <a:gd name="connsiteX90" fmla="*/ 307206 w 725727"/>
                <a:gd name="connsiteY90" fmla="*/ 0 h 675343"/>
                <a:gd name="connsiteX91" fmla="*/ 338396 w 725727"/>
                <a:gd name="connsiteY91" fmla="*/ 1055 h 675343"/>
                <a:gd name="connsiteX92" fmla="*/ 340608 w 725727"/>
                <a:gd name="connsiteY92" fmla="*/ 24581 h 675343"/>
                <a:gd name="connsiteX93" fmla="*/ 424000 w 725727"/>
                <a:gd name="connsiteY93" fmla="*/ 21709 h 675343"/>
                <a:gd name="connsiteX94" fmla="*/ 427253 w 725727"/>
                <a:gd name="connsiteY94" fmla="*/ 3012 h 675343"/>
                <a:gd name="connsiteX95" fmla="*/ 493169 w 725727"/>
                <a:gd name="connsiteY95" fmla="*/ 8897 h 675343"/>
                <a:gd name="connsiteX96" fmla="*/ 495762 w 725727"/>
                <a:gd name="connsiteY96" fmla="*/ 15570 h 675343"/>
                <a:gd name="connsiteX97" fmla="*/ 488860 w 725727"/>
                <a:gd name="connsiteY97" fmla="*/ 24327 h 675343"/>
                <a:gd name="connsiteX98" fmla="*/ 453106 w 725727"/>
                <a:gd name="connsiteY98" fmla="*/ 27861 h 675343"/>
                <a:gd name="connsiteX99" fmla="*/ 409116 w 725727"/>
                <a:gd name="connsiteY99" fmla="*/ 50853 h 675343"/>
                <a:gd name="connsiteX100" fmla="*/ 409383 w 725727"/>
                <a:gd name="connsiteY100" fmla="*/ 67580 h 675343"/>
                <a:gd name="connsiteX101" fmla="*/ 420860 w 725727"/>
                <a:gd name="connsiteY101" fmla="*/ 72931 h 675343"/>
                <a:gd name="connsiteX102" fmla="*/ 423479 w 725727"/>
                <a:gd name="connsiteY102" fmla="*/ 80913 h 675343"/>
                <a:gd name="connsiteX103" fmla="*/ 458063 w 725727"/>
                <a:gd name="connsiteY103" fmla="*/ 86544 h 675343"/>
                <a:gd name="connsiteX104" fmla="*/ 469795 w 725727"/>
                <a:gd name="connsiteY104" fmla="*/ 92289 h 675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725727" h="675343">
                  <a:moveTo>
                    <a:pt x="469795" y="92289"/>
                  </a:moveTo>
                  <a:lnTo>
                    <a:pt x="506997" y="92416"/>
                  </a:lnTo>
                  <a:lnTo>
                    <a:pt x="515348" y="95949"/>
                  </a:lnTo>
                  <a:lnTo>
                    <a:pt x="533485" y="112816"/>
                  </a:lnTo>
                  <a:lnTo>
                    <a:pt x="566252" y="119997"/>
                  </a:lnTo>
                  <a:lnTo>
                    <a:pt x="602006" y="115154"/>
                  </a:lnTo>
                  <a:lnTo>
                    <a:pt x="627312" y="98822"/>
                  </a:lnTo>
                  <a:lnTo>
                    <a:pt x="674289" y="86277"/>
                  </a:lnTo>
                  <a:lnTo>
                    <a:pt x="696621" y="75295"/>
                  </a:lnTo>
                  <a:lnTo>
                    <a:pt x="703014" y="66945"/>
                  </a:lnTo>
                  <a:lnTo>
                    <a:pt x="725460" y="54501"/>
                  </a:lnTo>
                  <a:lnTo>
                    <a:pt x="725727" y="67453"/>
                  </a:lnTo>
                  <a:lnTo>
                    <a:pt x="686961" y="116591"/>
                  </a:lnTo>
                  <a:lnTo>
                    <a:pt x="690101" y="150184"/>
                  </a:lnTo>
                  <a:lnTo>
                    <a:pt x="692439" y="175820"/>
                  </a:lnTo>
                  <a:lnTo>
                    <a:pt x="665036" y="187971"/>
                  </a:lnTo>
                  <a:lnTo>
                    <a:pt x="666333" y="222200"/>
                  </a:lnTo>
                  <a:lnTo>
                    <a:pt x="590770" y="254623"/>
                  </a:lnTo>
                  <a:lnTo>
                    <a:pt x="558550" y="251611"/>
                  </a:lnTo>
                  <a:lnTo>
                    <a:pt x="532443" y="263254"/>
                  </a:lnTo>
                  <a:lnTo>
                    <a:pt x="504633" y="289920"/>
                  </a:lnTo>
                  <a:lnTo>
                    <a:pt x="493042" y="312785"/>
                  </a:lnTo>
                  <a:lnTo>
                    <a:pt x="524868" y="326906"/>
                  </a:lnTo>
                  <a:lnTo>
                    <a:pt x="535583" y="359178"/>
                  </a:lnTo>
                  <a:lnTo>
                    <a:pt x="511573" y="377620"/>
                  </a:lnTo>
                  <a:lnTo>
                    <a:pt x="519784" y="442048"/>
                  </a:lnTo>
                  <a:lnTo>
                    <a:pt x="416424" y="451975"/>
                  </a:lnTo>
                  <a:lnTo>
                    <a:pt x="410438" y="400740"/>
                  </a:lnTo>
                  <a:lnTo>
                    <a:pt x="384840" y="400740"/>
                  </a:lnTo>
                  <a:lnTo>
                    <a:pt x="357970" y="432249"/>
                  </a:lnTo>
                  <a:lnTo>
                    <a:pt x="345565" y="446751"/>
                  </a:lnTo>
                  <a:lnTo>
                    <a:pt x="327949" y="446751"/>
                  </a:lnTo>
                  <a:lnTo>
                    <a:pt x="338257" y="393165"/>
                  </a:lnTo>
                  <a:lnTo>
                    <a:pt x="318950" y="385996"/>
                  </a:lnTo>
                  <a:lnTo>
                    <a:pt x="312150" y="398795"/>
                  </a:lnTo>
                  <a:lnTo>
                    <a:pt x="297673" y="416704"/>
                  </a:lnTo>
                  <a:lnTo>
                    <a:pt x="313332" y="460224"/>
                  </a:lnTo>
                  <a:lnTo>
                    <a:pt x="313980" y="469108"/>
                  </a:lnTo>
                  <a:lnTo>
                    <a:pt x="319712" y="475514"/>
                  </a:lnTo>
                  <a:lnTo>
                    <a:pt x="316865" y="483877"/>
                  </a:lnTo>
                  <a:lnTo>
                    <a:pt x="319471" y="494452"/>
                  </a:lnTo>
                  <a:lnTo>
                    <a:pt x="318670" y="504671"/>
                  </a:lnTo>
                  <a:lnTo>
                    <a:pt x="327161" y="526355"/>
                  </a:lnTo>
                  <a:lnTo>
                    <a:pt x="338790" y="568832"/>
                  </a:lnTo>
                  <a:lnTo>
                    <a:pt x="346353" y="597074"/>
                  </a:lnTo>
                  <a:lnTo>
                    <a:pt x="417594" y="639412"/>
                  </a:lnTo>
                  <a:lnTo>
                    <a:pt x="354310" y="675344"/>
                  </a:lnTo>
                  <a:lnTo>
                    <a:pt x="313980" y="643988"/>
                  </a:lnTo>
                  <a:lnTo>
                    <a:pt x="216900" y="548051"/>
                  </a:lnTo>
                  <a:lnTo>
                    <a:pt x="243642" y="524131"/>
                  </a:lnTo>
                  <a:lnTo>
                    <a:pt x="232038" y="469896"/>
                  </a:lnTo>
                  <a:lnTo>
                    <a:pt x="228110" y="376565"/>
                  </a:lnTo>
                  <a:lnTo>
                    <a:pt x="246769" y="340366"/>
                  </a:lnTo>
                  <a:lnTo>
                    <a:pt x="246515" y="296059"/>
                  </a:lnTo>
                  <a:lnTo>
                    <a:pt x="246260" y="223255"/>
                  </a:lnTo>
                  <a:lnTo>
                    <a:pt x="188174" y="238812"/>
                  </a:lnTo>
                  <a:lnTo>
                    <a:pt x="142774" y="197110"/>
                  </a:lnTo>
                  <a:lnTo>
                    <a:pt x="180218" y="145227"/>
                  </a:lnTo>
                  <a:lnTo>
                    <a:pt x="219632" y="122221"/>
                  </a:lnTo>
                  <a:lnTo>
                    <a:pt x="226941" y="114900"/>
                  </a:lnTo>
                  <a:lnTo>
                    <a:pt x="241291" y="104313"/>
                  </a:lnTo>
                  <a:lnTo>
                    <a:pt x="245472" y="97780"/>
                  </a:lnTo>
                  <a:lnTo>
                    <a:pt x="244557" y="91107"/>
                  </a:lnTo>
                  <a:lnTo>
                    <a:pt x="236207" y="74380"/>
                  </a:lnTo>
                  <a:lnTo>
                    <a:pt x="229826" y="71253"/>
                  </a:lnTo>
                  <a:lnTo>
                    <a:pt x="232813" y="84447"/>
                  </a:lnTo>
                  <a:lnTo>
                    <a:pt x="230080" y="91908"/>
                  </a:lnTo>
                  <a:lnTo>
                    <a:pt x="222505" y="96597"/>
                  </a:lnTo>
                  <a:lnTo>
                    <a:pt x="212464" y="97780"/>
                  </a:lnTo>
                  <a:lnTo>
                    <a:pt x="200058" y="105482"/>
                  </a:lnTo>
                  <a:lnTo>
                    <a:pt x="185327" y="104974"/>
                  </a:lnTo>
                  <a:lnTo>
                    <a:pt x="181781" y="85235"/>
                  </a:lnTo>
                  <a:lnTo>
                    <a:pt x="73732" y="73605"/>
                  </a:lnTo>
                  <a:lnTo>
                    <a:pt x="22052" y="95034"/>
                  </a:lnTo>
                  <a:lnTo>
                    <a:pt x="0" y="71380"/>
                  </a:lnTo>
                  <a:lnTo>
                    <a:pt x="19841" y="37139"/>
                  </a:lnTo>
                  <a:lnTo>
                    <a:pt x="39415" y="39084"/>
                  </a:lnTo>
                  <a:lnTo>
                    <a:pt x="52595" y="56217"/>
                  </a:lnTo>
                  <a:lnTo>
                    <a:pt x="84815" y="25370"/>
                  </a:lnTo>
                  <a:lnTo>
                    <a:pt x="194441" y="17388"/>
                  </a:lnTo>
                  <a:lnTo>
                    <a:pt x="201889" y="44320"/>
                  </a:lnTo>
                  <a:lnTo>
                    <a:pt x="194962" y="52696"/>
                  </a:lnTo>
                  <a:lnTo>
                    <a:pt x="194441" y="72677"/>
                  </a:lnTo>
                  <a:lnTo>
                    <a:pt x="209579" y="73478"/>
                  </a:lnTo>
                  <a:lnTo>
                    <a:pt x="228771" y="66271"/>
                  </a:lnTo>
                  <a:lnTo>
                    <a:pt x="236207" y="69804"/>
                  </a:lnTo>
                  <a:lnTo>
                    <a:pt x="265834" y="61187"/>
                  </a:lnTo>
                  <a:lnTo>
                    <a:pt x="280832" y="34521"/>
                  </a:lnTo>
                  <a:lnTo>
                    <a:pt x="295703" y="18442"/>
                  </a:lnTo>
                  <a:lnTo>
                    <a:pt x="298334" y="7588"/>
                  </a:lnTo>
                  <a:lnTo>
                    <a:pt x="307206" y="0"/>
                  </a:lnTo>
                  <a:lnTo>
                    <a:pt x="338396" y="1055"/>
                  </a:lnTo>
                  <a:lnTo>
                    <a:pt x="340608" y="24581"/>
                  </a:lnTo>
                  <a:lnTo>
                    <a:pt x="424000" y="21709"/>
                  </a:lnTo>
                  <a:lnTo>
                    <a:pt x="427253" y="3012"/>
                  </a:lnTo>
                  <a:lnTo>
                    <a:pt x="493169" y="8897"/>
                  </a:lnTo>
                  <a:lnTo>
                    <a:pt x="495762" y="15570"/>
                  </a:lnTo>
                  <a:lnTo>
                    <a:pt x="488860" y="24327"/>
                  </a:lnTo>
                  <a:lnTo>
                    <a:pt x="453106" y="27861"/>
                  </a:lnTo>
                  <a:lnTo>
                    <a:pt x="409116" y="50853"/>
                  </a:lnTo>
                  <a:lnTo>
                    <a:pt x="409383" y="67580"/>
                  </a:lnTo>
                  <a:lnTo>
                    <a:pt x="420860" y="72931"/>
                  </a:lnTo>
                  <a:lnTo>
                    <a:pt x="423479" y="80913"/>
                  </a:lnTo>
                  <a:lnTo>
                    <a:pt x="458063" y="86544"/>
                  </a:lnTo>
                  <a:lnTo>
                    <a:pt x="469795" y="92289"/>
                  </a:lnTo>
                  <a:close/>
                </a:path>
              </a:pathLst>
            </a:custGeom>
            <a:solidFill>
              <a:srgbClr val="FFFFFF"/>
            </a:solidFill>
            <a:ln w="12700" cap="flat">
              <a:noFill/>
              <a:prstDash val="solid"/>
              <a:miter/>
            </a:ln>
          </p:spPr>
          <p:txBody>
            <a:bodyPr rtlCol="0" anchor="ctr"/>
            <a:lstStyle/>
            <a:p>
              <a:endParaRPr lang="de-CH"/>
            </a:p>
          </p:txBody>
        </p:sp>
        <p:sp>
          <p:nvSpPr>
            <p:cNvPr id="95" name="Freihandform: Form 94">
              <a:extLst>
                <a:ext uri="{FF2B5EF4-FFF2-40B4-BE49-F238E27FC236}">
                  <a16:creationId xmlns:a16="http://schemas.microsoft.com/office/drawing/2014/main" id="{AEE7BEF8-9B6D-1CA6-5B3B-CD37D3E8D983}"/>
                </a:ext>
              </a:extLst>
            </p:cNvPr>
            <p:cNvSpPr/>
            <p:nvPr/>
          </p:nvSpPr>
          <p:spPr>
            <a:xfrm>
              <a:off x="6116777" y="2888868"/>
              <a:ext cx="725727" cy="675343"/>
            </a:xfrm>
            <a:custGeom>
              <a:avLst/>
              <a:gdLst>
                <a:gd name="connsiteX0" fmla="*/ 469795 w 725727"/>
                <a:gd name="connsiteY0" fmla="*/ 92289 h 675343"/>
                <a:gd name="connsiteX1" fmla="*/ 506997 w 725727"/>
                <a:gd name="connsiteY1" fmla="*/ 92416 h 675343"/>
                <a:gd name="connsiteX2" fmla="*/ 515348 w 725727"/>
                <a:gd name="connsiteY2" fmla="*/ 95949 h 675343"/>
                <a:gd name="connsiteX3" fmla="*/ 533485 w 725727"/>
                <a:gd name="connsiteY3" fmla="*/ 112816 h 675343"/>
                <a:gd name="connsiteX4" fmla="*/ 566252 w 725727"/>
                <a:gd name="connsiteY4" fmla="*/ 119997 h 675343"/>
                <a:gd name="connsiteX5" fmla="*/ 602006 w 725727"/>
                <a:gd name="connsiteY5" fmla="*/ 115154 h 675343"/>
                <a:gd name="connsiteX6" fmla="*/ 627312 w 725727"/>
                <a:gd name="connsiteY6" fmla="*/ 98822 h 675343"/>
                <a:gd name="connsiteX7" fmla="*/ 674289 w 725727"/>
                <a:gd name="connsiteY7" fmla="*/ 86277 h 675343"/>
                <a:gd name="connsiteX8" fmla="*/ 696621 w 725727"/>
                <a:gd name="connsiteY8" fmla="*/ 75295 h 675343"/>
                <a:gd name="connsiteX9" fmla="*/ 703014 w 725727"/>
                <a:gd name="connsiteY9" fmla="*/ 66945 h 675343"/>
                <a:gd name="connsiteX10" fmla="*/ 725460 w 725727"/>
                <a:gd name="connsiteY10" fmla="*/ 54501 h 675343"/>
                <a:gd name="connsiteX11" fmla="*/ 725727 w 725727"/>
                <a:gd name="connsiteY11" fmla="*/ 67453 h 675343"/>
                <a:gd name="connsiteX12" fmla="*/ 686961 w 725727"/>
                <a:gd name="connsiteY12" fmla="*/ 116591 h 675343"/>
                <a:gd name="connsiteX13" fmla="*/ 690101 w 725727"/>
                <a:gd name="connsiteY13" fmla="*/ 150184 h 675343"/>
                <a:gd name="connsiteX14" fmla="*/ 692439 w 725727"/>
                <a:gd name="connsiteY14" fmla="*/ 175820 h 675343"/>
                <a:gd name="connsiteX15" fmla="*/ 665036 w 725727"/>
                <a:gd name="connsiteY15" fmla="*/ 187971 h 675343"/>
                <a:gd name="connsiteX16" fmla="*/ 666333 w 725727"/>
                <a:gd name="connsiteY16" fmla="*/ 222200 h 675343"/>
                <a:gd name="connsiteX17" fmla="*/ 590770 w 725727"/>
                <a:gd name="connsiteY17" fmla="*/ 254623 h 675343"/>
                <a:gd name="connsiteX18" fmla="*/ 558550 w 725727"/>
                <a:gd name="connsiteY18" fmla="*/ 251611 h 675343"/>
                <a:gd name="connsiteX19" fmla="*/ 532443 w 725727"/>
                <a:gd name="connsiteY19" fmla="*/ 263254 h 675343"/>
                <a:gd name="connsiteX20" fmla="*/ 504633 w 725727"/>
                <a:gd name="connsiteY20" fmla="*/ 289920 h 675343"/>
                <a:gd name="connsiteX21" fmla="*/ 493042 w 725727"/>
                <a:gd name="connsiteY21" fmla="*/ 312785 h 675343"/>
                <a:gd name="connsiteX22" fmla="*/ 524868 w 725727"/>
                <a:gd name="connsiteY22" fmla="*/ 326906 h 675343"/>
                <a:gd name="connsiteX23" fmla="*/ 535583 w 725727"/>
                <a:gd name="connsiteY23" fmla="*/ 359178 h 675343"/>
                <a:gd name="connsiteX24" fmla="*/ 511573 w 725727"/>
                <a:gd name="connsiteY24" fmla="*/ 377620 h 675343"/>
                <a:gd name="connsiteX25" fmla="*/ 519784 w 725727"/>
                <a:gd name="connsiteY25" fmla="*/ 442048 h 675343"/>
                <a:gd name="connsiteX26" fmla="*/ 416424 w 725727"/>
                <a:gd name="connsiteY26" fmla="*/ 451975 h 675343"/>
                <a:gd name="connsiteX27" fmla="*/ 410438 w 725727"/>
                <a:gd name="connsiteY27" fmla="*/ 400740 h 675343"/>
                <a:gd name="connsiteX28" fmla="*/ 384840 w 725727"/>
                <a:gd name="connsiteY28" fmla="*/ 400740 h 675343"/>
                <a:gd name="connsiteX29" fmla="*/ 357970 w 725727"/>
                <a:gd name="connsiteY29" fmla="*/ 432249 h 675343"/>
                <a:gd name="connsiteX30" fmla="*/ 345565 w 725727"/>
                <a:gd name="connsiteY30" fmla="*/ 446751 h 675343"/>
                <a:gd name="connsiteX31" fmla="*/ 327949 w 725727"/>
                <a:gd name="connsiteY31" fmla="*/ 446751 h 675343"/>
                <a:gd name="connsiteX32" fmla="*/ 338257 w 725727"/>
                <a:gd name="connsiteY32" fmla="*/ 393165 h 675343"/>
                <a:gd name="connsiteX33" fmla="*/ 318950 w 725727"/>
                <a:gd name="connsiteY33" fmla="*/ 385996 h 675343"/>
                <a:gd name="connsiteX34" fmla="*/ 312150 w 725727"/>
                <a:gd name="connsiteY34" fmla="*/ 398795 h 675343"/>
                <a:gd name="connsiteX35" fmla="*/ 297673 w 725727"/>
                <a:gd name="connsiteY35" fmla="*/ 416704 h 675343"/>
                <a:gd name="connsiteX36" fmla="*/ 313332 w 725727"/>
                <a:gd name="connsiteY36" fmla="*/ 460224 h 675343"/>
                <a:gd name="connsiteX37" fmla="*/ 313980 w 725727"/>
                <a:gd name="connsiteY37" fmla="*/ 469108 h 675343"/>
                <a:gd name="connsiteX38" fmla="*/ 319712 w 725727"/>
                <a:gd name="connsiteY38" fmla="*/ 475514 h 675343"/>
                <a:gd name="connsiteX39" fmla="*/ 316865 w 725727"/>
                <a:gd name="connsiteY39" fmla="*/ 483877 h 675343"/>
                <a:gd name="connsiteX40" fmla="*/ 319471 w 725727"/>
                <a:gd name="connsiteY40" fmla="*/ 494452 h 675343"/>
                <a:gd name="connsiteX41" fmla="*/ 318670 w 725727"/>
                <a:gd name="connsiteY41" fmla="*/ 504671 h 675343"/>
                <a:gd name="connsiteX42" fmla="*/ 327161 w 725727"/>
                <a:gd name="connsiteY42" fmla="*/ 526355 h 675343"/>
                <a:gd name="connsiteX43" fmla="*/ 338790 w 725727"/>
                <a:gd name="connsiteY43" fmla="*/ 568832 h 675343"/>
                <a:gd name="connsiteX44" fmla="*/ 346353 w 725727"/>
                <a:gd name="connsiteY44" fmla="*/ 597074 h 675343"/>
                <a:gd name="connsiteX45" fmla="*/ 417594 w 725727"/>
                <a:gd name="connsiteY45" fmla="*/ 639412 h 675343"/>
                <a:gd name="connsiteX46" fmla="*/ 354310 w 725727"/>
                <a:gd name="connsiteY46" fmla="*/ 675344 h 675343"/>
                <a:gd name="connsiteX47" fmla="*/ 313980 w 725727"/>
                <a:gd name="connsiteY47" fmla="*/ 643988 h 675343"/>
                <a:gd name="connsiteX48" fmla="*/ 216900 w 725727"/>
                <a:gd name="connsiteY48" fmla="*/ 548051 h 675343"/>
                <a:gd name="connsiteX49" fmla="*/ 243642 w 725727"/>
                <a:gd name="connsiteY49" fmla="*/ 524131 h 675343"/>
                <a:gd name="connsiteX50" fmla="*/ 232038 w 725727"/>
                <a:gd name="connsiteY50" fmla="*/ 469896 h 675343"/>
                <a:gd name="connsiteX51" fmla="*/ 228110 w 725727"/>
                <a:gd name="connsiteY51" fmla="*/ 376565 h 675343"/>
                <a:gd name="connsiteX52" fmla="*/ 246769 w 725727"/>
                <a:gd name="connsiteY52" fmla="*/ 340366 h 675343"/>
                <a:gd name="connsiteX53" fmla="*/ 246515 w 725727"/>
                <a:gd name="connsiteY53" fmla="*/ 296059 h 675343"/>
                <a:gd name="connsiteX54" fmla="*/ 246260 w 725727"/>
                <a:gd name="connsiteY54" fmla="*/ 223255 h 675343"/>
                <a:gd name="connsiteX55" fmla="*/ 188174 w 725727"/>
                <a:gd name="connsiteY55" fmla="*/ 238812 h 675343"/>
                <a:gd name="connsiteX56" fmla="*/ 142774 w 725727"/>
                <a:gd name="connsiteY56" fmla="*/ 197110 h 675343"/>
                <a:gd name="connsiteX57" fmla="*/ 180218 w 725727"/>
                <a:gd name="connsiteY57" fmla="*/ 145227 h 675343"/>
                <a:gd name="connsiteX58" fmla="*/ 219632 w 725727"/>
                <a:gd name="connsiteY58" fmla="*/ 122221 h 675343"/>
                <a:gd name="connsiteX59" fmla="*/ 226941 w 725727"/>
                <a:gd name="connsiteY59" fmla="*/ 114900 h 675343"/>
                <a:gd name="connsiteX60" fmla="*/ 241291 w 725727"/>
                <a:gd name="connsiteY60" fmla="*/ 104313 h 675343"/>
                <a:gd name="connsiteX61" fmla="*/ 245472 w 725727"/>
                <a:gd name="connsiteY61" fmla="*/ 97780 h 675343"/>
                <a:gd name="connsiteX62" fmla="*/ 244557 w 725727"/>
                <a:gd name="connsiteY62" fmla="*/ 91107 h 675343"/>
                <a:gd name="connsiteX63" fmla="*/ 236207 w 725727"/>
                <a:gd name="connsiteY63" fmla="*/ 74380 h 675343"/>
                <a:gd name="connsiteX64" fmla="*/ 229826 w 725727"/>
                <a:gd name="connsiteY64" fmla="*/ 71253 h 675343"/>
                <a:gd name="connsiteX65" fmla="*/ 232813 w 725727"/>
                <a:gd name="connsiteY65" fmla="*/ 84447 h 675343"/>
                <a:gd name="connsiteX66" fmla="*/ 230080 w 725727"/>
                <a:gd name="connsiteY66" fmla="*/ 91908 h 675343"/>
                <a:gd name="connsiteX67" fmla="*/ 222505 w 725727"/>
                <a:gd name="connsiteY67" fmla="*/ 96597 h 675343"/>
                <a:gd name="connsiteX68" fmla="*/ 212464 w 725727"/>
                <a:gd name="connsiteY68" fmla="*/ 97780 h 675343"/>
                <a:gd name="connsiteX69" fmla="*/ 200058 w 725727"/>
                <a:gd name="connsiteY69" fmla="*/ 105482 h 675343"/>
                <a:gd name="connsiteX70" fmla="*/ 185327 w 725727"/>
                <a:gd name="connsiteY70" fmla="*/ 104974 h 675343"/>
                <a:gd name="connsiteX71" fmla="*/ 181781 w 725727"/>
                <a:gd name="connsiteY71" fmla="*/ 85235 h 675343"/>
                <a:gd name="connsiteX72" fmla="*/ 73732 w 725727"/>
                <a:gd name="connsiteY72" fmla="*/ 73605 h 675343"/>
                <a:gd name="connsiteX73" fmla="*/ 22052 w 725727"/>
                <a:gd name="connsiteY73" fmla="*/ 95034 h 675343"/>
                <a:gd name="connsiteX74" fmla="*/ 0 w 725727"/>
                <a:gd name="connsiteY74" fmla="*/ 71380 h 675343"/>
                <a:gd name="connsiteX75" fmla="*/ 19841 w 725727"/>
                <a:gd name="connsiteY75" fmla="*/ 37139 h 675343"/>
                <a:gd name="connsiteX76" fmla="*/ 39415 w 725727"/>
                <a:gd name="connsiteY76" fmla="*/ 39084 h 675343"/>
                <a:gd name="connsiteX77" fmla="*/ 52595 w 725727"/>
                <a:gd name="connsiteY77" fmla="*/ 56217 h 675343"/>
                <a:gd name="connsiteX78" fmla="*/ 84815 w 725727"/>
                <a:gd name="connsiteY78" fmla="*/ 25370 h 675343"/>
                <a:gd name="connsiteX79" fmla="*/ 194441 w 725727"/>
                <a:gd name="connsiteY79" fmla="*/ 17388 h 675343"/>
                <a:gd name="connsiteX80" fmla="*/ 201889 w 725727"/>
                <a:gd name="connsiteY80" fmla="*/ 44320 h 675343"/>
                <a:gd name="connsiteX81" fmla="*/ 194962 w 725727"/>
                <a:gd name="connsiteY81" fmla="*/ 52696 h 675343"/>
                <a:gd name="connsiteX82" fmla="*/ 194441 w 725727"/>
                <a:gd name="connsiteY82" fmla="*/ 72677 h 675343"/>
                <a:gd name="connsiteX83" fmla="*/ 209579 w 725727"/>
                <a:gd name="connsiteY83" fmla="*/ 73478 h 675343"/>
                <a:gd name="connsiteX84" fmla="*/ 228771 w 725727"/>
                <a:gd name="connsiteY84" fmla="*/ 66271 h 675343"/>
                <a:gd name="connsiteX85" fmla="*/ 236207 w 725727"/>
                <a:gd name="connsiteY85" fmla="*/ 69804 h 675343"/>
                <a:gd name="connsiteX86" fmla="*/ 265834 w 725727"/>
                <a:gd name="connsiteY86" fmla="*/ 61187 h 675343"/>
                <a:gd name="connsiteX87" fmla="*/ 280832 w 725727"/>
                <a:gd name="connsiteY87" fmla="*/ 34521 h 675343"/>
                <a:gd name="connsiteX88" fmla="*/ 295703 w 725727"/>
                <a:gd name="connsiteY88" fmla="*/ 18442 h 675343"/>
                <a:gd name="connsiteX89" fmla="*/ 298334 w 725727"/>
                <a:gd name="connsiteY89" fmla="*/ 7588 h 675343"/>
                <a:gd name="connsiteX90" fmla="*/ 307206 w 725727"/>
                <a:gd name="connsiteY90" fmla="*/ 0 h 675343"/>
                <a:gd name="connsiteX91" fmla="*/ 338396 w 725727"/>
                <a:gd name="connsiteY91" fmla="*/ 1055 h 675343"/>
                <a:gd name="connsiteX92" fmla="*/ 340608 w 725727"/>
                <a:gd name="connsiteY92" fmla="*/ 24581 h 675343"/>
                <a:gd name="connsiteX93" fmla="*/ 424000 w 725727"/>
                <a:gd name="connsiteY93" fmla="*/ 21709 h 675343"/>
                <a:gd name="connsiteX94" fmla="*/ 427253 w 725727"/>
                <a:gd name="connsiteY94" fmla="*/ 3012 h 675343"/>
                <a:gd name="connsiteX95" fmla="*/ 493169 w 725727"/>
                <a:gd name="connsiteY95" fmla="*/ 8897 h 675343"/>
                <a:gd name="connsiteX96" fmla="*/ 495762 w 725727"/>
                <a:gd name="connsiteY96" fmla="*/ 15570 h 675343"/>
                <a:gd name="connsiteX97" fmla="*/ 488860 w 725727"/>
                <a:gd name="connsiteY97" fmla="*/ 24327 h 675343"/>
                <a:gd name="connsiteX98" fmla="*/ 453106 w 725727"/>
                <a:gd name="connsiteY98" fmla="*/ 27861 h 675343"/>
                <a:gd name="connsiteX99" fmla="*/ 409116 w 725727"/>
                <a:gd name="connsiteY99" fmla="*/ 50853 h 675343"/>
                <a:gd name="connsiteX100" fmla="*/ 409383 w 725727"/>
                <a:gd name="connsiteY100" fmla="*/ 67580 h 675343"/>
                <a:gd name="connsiteX101" fmla="*/ 420860 w 725727"/>
                <a:gd name="connsiteY101" fmla="*/ 72931 h 675343"/>
                <a:gd name="connsiteX102" fmla="*/ 423479 w 725727"/>
                <a:gd name="connsiteY102" fmla="*/ 80913 h 675343"/>
                <a:gd name="connsiteX103" fmla="*/ 458063 w 725727"/>
                <a:gd name="connsiteY103" fmla="*/ 86544 h 675343"/>
                <a:gd name="connsiteX104" fmla="*/ 469795 w 725727"/>
                <a:gd name="connsiteY104" fmla="*/ 92289 h 675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725727" h="675343">
                  <a:moveTo>
                    <a:pt x="469795" y="92289"/>
                  </a:moveTo>
                  <a:lnTo>
                    <a:pt x="506997" y="92416"/>
                  </a:lnTo>
                  <a:lnTo>
                    <a:pt x="515348" y="95949"/>
                  </a:lnTo>
                  <a:lnTo>
                    <a:pt x="533485" y="112816"/>
                  </a:lnTo>
                  <a:lnTo>
                    <a:pt x="566252" y="119997"/>
                  </a:lnTo>
                  <a:lnTo>
                    <a:pt x="602006" y="115154"/>
                  </a:lnTo>
                  <a:lnTo>
                    <a:pt x="627312" y="98822"/>
                  </a:lnTo>
                  <a:lnTo>
                    <a:pt x="674289" y="86277"/>
                  </a:lnTo>
                  <a:lnTo>
                    <a:pt x="696621" y="75295"/>
                  </a:lnTo>
                  <a:lnTo>
                    <a:pt x="703014" y="66945"/>
                  </a:lnTo>
                  <a:lnTo>
                    <a:pt x="725460" y="54501"/>
                  </a:lnTo>
                  <a:lnTo>
                    <a:pt x="725727" y="67453"/>
                  </a:lnTo>
                  <a:lnTo>
                    <a:pt x="686961" y="116591"/>
                  </a:lnTo>
                  <a:lnTo>
                    <a:pt x="690101" y="150184"/>
                  </a:lnTo>
                  <a:lnTo>
                    <a:pt x="692439" y="175820"/>
                  </a:lnTo>
                  <a:lnTo>
                    <a:pt x="665036" y="187971"/>
                  </a:lnTo>
                  <a:lnTo>
                    <a:pt x="666333" y="222200"/>
                  </a:lnTo>
                  <a:lnTo>
                    <a:pt x="590770" y="254623"/>
                  </a:lnTo>
                  <a:lnTo>
                    <a:pt x="558550" y="251611"/>
                  </a:lnTo>
                  <a:lnTo>
                    <a:pt x="532443" y="263254"/>
                  </a:lnTo>
                  <a:lnTo>
                    <a:pt x="504633" y="289920"/>
                  </a:lnTo>
                  <a:lnTo>
                    <a:pt x="493042" y="312785"/>
                  </a:lnTo>
                  <a:lnTo>
                    <a:pt x="524868" y="326906"/>
                  </a:lnTo>
                  <a:lnTo>
                    <a:pt x="535583" y="359178"/>
                  </a:lnTo>
                  <a:lnTo>
                    <a:pt x="511573" y="377620"/>
                  </a:lnTo>
                  <a:lnTo>
                    <a:pt x="519784" y="442048"/>
                  </a:lnTo>
                  <a:lnTo>
                    <a:pt x="416424" y="451975"/>
                  </a:lnTo>
                  <a:lnTo>
                    <a:pt x="410438" y="400740"/>
                  </a:lnTo>
                  <a:lnTo>
                    <a:pt x="384840" y="400740"/>
                  </a:lnTo>
                  <a:lnTo>
                    <a:pt x="357970" y="432249"/>
                  </a:lnTo>
                  <a:lnTo>
                    <a:pt x="345565" y="446751"/>
                  </a:lnTo>
                  <a:lnTo>
                    <a:pt x="327949" y="446751"/>
                  </a:lnTo>
                  <a:lnTo>
                    <a:pt x="338257" y="393165"/>
                  </a:lnTo>
                  <a:lnTo>
                    <a:pt x="318950" y="385996"/>
                  </a:lnTo>
                  <a:lnTo>
                    <a:pt x="312150" y="398795"/>
                  </a:lnTo>
                  <a:lnTo>
                    <a:pt x="297673" y="416704"/>
                  </a:lnTo>
                  <a:lnTo>
                    <a:pt x="313332" y="460224"/>
                  </a:lnTo>
                  <a:lnTo>
                    <a:pt x="313980" y="469108"/>
                  </a:lnTo>
                  <a:lnTo>
                    <a:pt x="319712" y="475514"/>
                  </a:lnTo>
                  <a:lnTo>
                    <a:pt x="316865" y="483877"/>
                  </a:lnTo>
                  <a:lnTo>
                    <a:pt x="319471" y="494452"/>
                  </a:lnTo>
                  <a:lnTo>
                    <a:pt x="318670" y="504671"/>
                  </a:lnTo>
                  <a:lnTo>
                    <a:pt x="327161" y="526355"/>
                  </a:lnTo>
                  <a:lnTo>
                    <a:pt x="338790" y="568832"/>
                  </a:lnTo>
                  <a:lnTo>
                    <a:pt x="346353" y="597074"/>
                  </a:lnTo>
                  <a:lnTo>
                    <a:pt x="417594" y="639412"/>
                  </a:lnTo>
                  <a:lnTo>
                    <a:pt x="354310" y="675344"/>
                  </a:lnTo>
                  <a:lnTo>
                    <a:pt x="313980" y="643988"/>
                  </a:lnTo>
                  <a:lnTo>
                    <a:pt x="216900" y="548051"/>
                  </a:lnTo>
                  <a:lnTo>
                    <a:pt x="243642" y="524131"/>
                  </a:lnTo>
                  <a:lnTo>
                    <a:pt x="232038" y="469896"/>
                  </a:lnTo>
                  <a:lnTo>
                    <a:pt x="228110" y="376565"/>
                  </a:lnTo>
                  <a:lnTo>
                    <a:pt x="246769" y="340366"/>
                  </a:lnTo>
                  <a:lnTo>
                    <a:pt x="246515" y="296059"/>
                  </a:lnTo>
                  <a:lnTo>
                    <a:pt x="246260" y="223255"/>
                  </a:lnTo>
                  <a:lnTo>
                    <a:pt x="188174" y="238812"/>
                  </a:lnTo>
                  <a:lnTo>
                    <a:pt x="142774" y="197110"/>
                  </a:lnTo>
                  <a:lnTo>
                    <a:pt x="180218" y="145227"/>
                  </a:lnTo>
                  <a:lnTo>
                    <a:pt x="219632" y="122221"/>
                  </a:lnTo>
                  <a:lnTo>
                    <a:pt x="226941" y="114900"/>
                  </a:lnTo>
                  <a:lnTo>
                    <a:pt x="241291" y="104313"/>
                  </a:lnTo>
                  <a:lnTo>
                    <a:pt x="245472" y="97780"/>
                  </a:lnTo>
                  <a:lnTo>
                    <a:pt x="244557" y="91107"/>
                  </a:lnTo>
                  <a:lnTo>
                    <a:pt x="236207" y="74380"/>
                  </a:lnTo>
                  <a:lnTo>
                    <a:pt x="229826" y="71253"/>
                  </a:lnTo>
                  <a:lnTo>
                    <a:pt x="232813" y="84447"/>
                  </a:lnTo>
                  <a:lnTo>
                    <a:pt x="230080" y="91908"/>
                  </a:lnTo>
                  <a:lnTo>
                    <a:pt x="222505" y="96597"/>
                  </a:lnTo>
                  <a:lnTo>
                    <a:pt x="212464" y="97780"/>
                  </a:lnTo>
                  <a:lnTo>
                    <a:pt x="200058" y="105482"/>
                  </a:lnTo>
                  <a:lnTo>
                    <a:pt x="185327" y="104974"/>
                  </a:lnTo>
                  <a:lnTo>
                    <a:pt x="181781" y="85235"/>
                  </a:lnTo>
                  <a:lnTo>
                    <a:pt x="73732" y="73605"/>
                  </a:lnTo>
                  <a:lnTo>
                    <a:pt x="22052" y="95034"/>
                  </a:lnTo>
                  <a:lnTo>
                    <a:pt x="0" y="71380"/>
                  </a:lnTo>
                  <a:lnTo>
                    <a:pt x="19841" y="37139"/>
                  </a:lnTo>
                  <a:lnTo>
                    <a:pt x="39415" y="39084"/>
                  </a:lnTo>
                  <a:lnTo>
                    <a:pt x="52595" y="56217"/>
                  </a:lnTo>
                  <a:lnTo>
                    <a:pt x="84815" y="25370"/>
                  </a:lnTo>
                  <a:lnTo>
                    <a:pt x="194441" y="17388"/>
                  </a:lnTo>
                  <a:lnTo>
                    <a:pt x="201889" y="44320"/>
                  </a:lnTo>
                  <a:lnTo>
                    <a:pt x="194962" y="52696"/>
                  </a:lnTo>
                  <a:lnTo>
                    <a:pt x="194441" y="72677"/>
                  </a:lnTo>
                  <a:lnTo>
                    <a:pt x="209579" y="73478"/>
                  </a:lnTo>
                  <a:lnTo>
                    <a:pt x="228771" y="66271"/>
                  </a:lnTo>
                  <a:lnTo>
                    <a:pt x="236207" y="69804"/>
                  </a:lnTo>
                  <a:lnTo>
                    <a:pt x="265834" y="61187"/>
                  </a:lnTo>
                  <a:lnTo>
                    <a:pt x="280832" y="34521"/>
                  </a:lnTo>
                  <a:lnTo>
                    <a:pt x="295703" y="18442"/>
                  </a:lnTo>
                  <a:lnTo>
                    <a:pt x="298334" y="7588"/>
                  </a:lnTo>
                  <a:lnTo>
                    <a:pt x="307206" y="0"/>
                  </a:lnTo>
                  <a:lnTo>
                    <a:pt x="338396" y="1055"/>
                  </a:lnTo>
                  <a:lnTo>
                    <a:pt x="340608" y="24581"/>
                  </a:lnTo>
                  <a:lnTo>
                    <a:pt x="424000" y="21709"/>
                  </a:lnTo>
                  <a:lnTo>
                    <a:pt x="427253" y="3012"/>
                  </a:lnTo>
                  <a:lnTo>
                    <a:pt x="493169" y="8897"/>
                  </a:lnTo>
                  <a:lnTo>
                    <a:pt x="495762" y="15570"/>
                  </a:lnTo>
                  <a:lnTo>
                    <a:pt x="488860" y="24327"/>
                  </a:lnTo>
                  <a:lnTo>
                    <a:pt x="453106" y="27861"/>
                  </a:lnTo>
                  <a:lnTo>
                    <a:pt x="409116" y="50853"/>
                  </a:lnTo>
                  <a:lnTo>
                    <a:pt x="409383" y="67580"/>
                  </a:lnTo>
                  <a:lnTo>
                    <a:pt x="420860" y="72931"/>
                  </a:lnTo>
                  <a:lnTo>
                    <a:pt x="423479" y="80913"/>
                  </a:lnTo>
                  <a:lnTo>
                    <a:pt x="458063" y="86544"/>
                  </a:lnTo>
                  <a:lnTo>
                    <a:pt x="469795" y="92289"/>
                  </a:lnTo>
                  <a:close/>
                </a:path>
              </a:pathLst>
            </a:custGeom>
            <a:noFill/>
            <a:ln w="3810" cap="flat">
              <a:solidFill>
                <a:srgbClr val="E6E4E2"/>
              </a:solidFill>
              <a:prstDash val="solid"/>
              <a:miter/>
            </a:ln>
          </p:spPr>
          <p:txBody>
            <a:bodyPr rtlCol="0" anchor="ctr"/>
            <a:lstStyle/>
            <a:p>
              <a:endParaRPr lang="de-CH"/>
            </a:p>
          </p:txBody>
        </p:sp>
        <p:sp>
          <p:nvSpPr>
            <p:cNvPr id="96" name="Freihandform: Form 95">
              <a:extLst>
                <a:ext uri="{FF2B5EF4-FFF2-40B4-BE49-F238E27FC236}">
                  <a16:creationId xmlns:a16="http://schemas.microsoft.com/office/drawing/2014/main" id="{99D1252A-00CB-8F72-7C72-C86ECACD3382}"/>
                </a:ext>
              </a:extLst>
            </p:cNvPr>
            <p:cNvSpPr/>
            <p:nvPr/>
          </p:nvSpPr>
          <p:spPr>
            <a:xfrm>
              <a:off x="7454818" y="2363580"/>
              <a:ext cx="773581" cy="1126390"/>
            </a:xfrm>
            <a:custGeom>
              <a:avLst/>
              <a:gdLst>
                <a:gd name="connsiteX0" fmla="*/ 253162 w 773581"/>
                <a:gd name="connsiteY0" fmla="*/ 0 h 1126390"/>
                <a:gd name="connsiteX1" fmla="*/ 260063 w 773581"/>
                <a:gd name="connsiteY1" fmla="*/ 3139 h 1126390"/>
                <a:gd name="connsiteX2" fmla="*/ 347624 w 773581"/>
                <a:gd name="connsiteY2" fmla="*/ 92022 h 1126390"/>
                <a:gd name="connsiteX3" fmla="*/ 383772 w 773581"/>
                <a:gd name="connsiteY3" fmla="*/ 126136 h 1126390"/>
                <a:gd name="connsiteX4" fmla="*/ 420441 w 773581"/>
                <a:gd name="connsiteY4" fmla="*/ 125094 h 1126390"/>
                <a:gd name="connsiteX5" fmla="*/ 446942 w 773581"/>
                <a:gd name="connsiteY5" fmla="*/ 115549 h 1126390"/>
                <a:gd name="connsiteX6" fmla="*/ 463389 w 773581"/>
                <a:gd name="connsiteY6" fmla="*/ 129136 h 1126390"/>
                <a:gd name="connsiteX7" fmla="*/ 490398 w 773581"/>
                <a:gd name="connsiteY7" fmla="*/ 132923 h 1126390"/>
                <a:gd name="connsiteX8" fmla="*/ 524588 w 773581"/>
                <a:gd name="connsiteY8" fmla="*/ 132669 h 1126390"/>
                <a:gd name="connsiteX9" fmla="*/ 537501 w 773581"/>
                <a:gd name="connsiteY9" fmla="*/ 139990 h 1126390"/>
                <a:gd name="connsiteX10" fmla="*/ 563863 w 773581"/>
                <a:gd name="connsiteY10" fmla="*/ 143396 h 1126390"/>
                <a:gd name="connsiteX11" fmla="*/ 584873 w 773581"/>
                <a:gd name="connsiteY11" fmla="*/ 151874 h 1126390"/>
                <a:gd name="connsiteX12" fmla="*/ 630032 w 773581"/>
                <a:gd name="connsiteY12" fmla="*/ 161293 h 1126390"/>
                <a:gd name="connsiteX13" fmla="*/ 637468 w 773581"/>
                <a:gd name="connsiteY13" fmla="*/ 255920 h 1126390"/>
                <a:gd name="connsiteX14" fmla="*/ 641649 w 773581"/>
                <a:gd name="connsiteY14" fmla="*/ 308464 h 1126390"/>
                <a:gd name="connsiteX15" fmla="*/ 617894 w 773581"/>
                <a:gd name="connsiteY15" fmla="*/ 325458 h 1126390"/>
                <a:gd name="connsiteX16" fmla="*/ 532558 w 773581"/>
                <a:gd name="connsiteY16" fmla="*/ 393953 h 1126390"/>
                <a:gd name="connsiteX17" fmla="*/ 570129 w 773581"/>
                <a:gd name="connsiteY17" fmla="*/ 419945 h 1126390"/>
                <a:gd name="connsiteX18" fmla="*/ 619724 w 773581"/>
                <a:gd name="connsiteY18" fmla="*/ 431448 h 1126390"/>
                <a:gd name="connsiteX19" fmla="*/ 653914 w 773581"/>
                <a:gd name="connsiteY19" fmla="*/ 396685 h 1126390"/>
                <a:gd name="connsiteX20" fmla="*/ 699455 w 773581"/>
                <a:gd name="connsiteY20" fmla="*/ 408328 h 1126390"/>
                <a:gd name="connsiteX21" fmla="*/ 729998 w 773581"/>
                <a:gd name="connsiteY21" fmla="*/ 418000 h 1126390"/>
                <a:gd name="connsiteX22" fmla="*/ 765485 w 773581"/>
                <a:gd name="connsiteY22" fmla="*/ 510264 h 1126390"/>
                <a:gd name="connsiteX23" fmla="*/ 757922 w 773581"/>
                <a:gd name="connsiteY23" fmla="*/ 589347 h 1126390"/>
                <a:gd name="connsiteX24" fmla="*/ 736773 w 773581"/>
                <a:gd name="connsiteY24" fmla="*/ 657829 h 1126390"/>
                <a:gd name="connsiteX25" fmla="*/ 773581 w 773581"/>
                <a:gd name="connsiteY25" fmla="*/ 723058 h 1126390"/>
                <a:gd name="connsiteX26" fmla="*/ 766400 w 773581"/>
                <a:gd name="connsiteY26" fmla="*/ 755342 h 1126390"/>
                <a:gd name="connsiteX27" fmla="*/ 723719 w 773581"/>
                <a:gd name="connsiteY27" fmla="*/ 782923 h 1126390"/>
                <a:gd name="connsiteX28" fmla="*/ 694625 w 773581"/>
                <a:gd name="connsiteY28" fmla="*/ 829442 h 1126390"/>
                <a:gd name="connsiteX29" fmla="*/ 660969 w 773581"/>
                <a:gd name="connsiteY29" fmla="*/ 861472 h 1126390"/>
                <a:gd name="connsiteX30" fmla="*/ 579789 w 773581"/>
                <a:gd name="connsiteY30" fmla="*/ 861726 h 1126390"/>
                <a:gd name="connsiteX31" fmla="*/ 565299 w 773581"/>
                <a:gd name="connsiteY31" fmla="*/ 879241 h 1126390"/>
                <a:gd name="connsiteX32" fmla="*/ 545204 w 773581"/>
                <a:gd name="connsiteY32" fmla="*/ 914537 h 1126390"/>
                <a:gd name="connsiteX33" fmla="*/ 536066 w 773581"/>
                <a:gd name="connsiteY33" fmla="*/ 927197 h 1126390"/>
                <a:gd name="connsiteX34" fmla="*/ 489864 w 773581"/>
                <a:gd name="connsiteY34" fmla="*/ 957930 h 1126390"/>
                <a:gd name="connsiteX35" fmla="*/ 455025 w 773581"/>
                <a:gd name="connsiteY35" fmla="*/ 897798 h 1126390"/>
                <a:gd name="connsiteX36" fmla="*/ 394881 w 773581"/>
                <a:gd name="connsiteY36" fmla="*/ 887083 h 1126390"/>
                <a:gd name="connsiteX37" fmla="*/ 369816 w 773581"/>
                <a:gd name="connsiteY37" fmla="*/ 896756 h 1126390"/>
                <a:gd name="connsiteX38" fmla="*/ 354145 w 773581"/>
                <a:gd name="connsiteY38" fmla="*/ 916762 h 1126390"/>
                <a:gd name="connsiteX39" fmla="*/ 334062 w 773581"/>
                <a:gd name="connsiteY39" fmla="*/ 1006940 h 1126390"/>
                <a:gd name="connsiteX40" fmla="*/ 283158 w 773581"/>
                <a:gd name="connsiteY40" fmla="*/ 1079350 h 1126390"/>
                <a:gd name="connsiteX41" fmla="*/ 176672 w 773581"/>
                <a:gd name="connsiteY41" fmla="*/ 1096865 h 1126390"/>
                <a:gd name="connsiteX42" fmla="*/ 119120 w 773581"/>
                <a:gd name="connsiteY42" fmla="*/ 1126391 h 1126390"/>
                <a:gd name="connsiteX43" fmla="*/ 90941 w 773581"/>
                <a:gd name="connsiteY43" fmla="*/ 1082998 h 1126390"/>
                <a:gd name="connsiteX44" fmla="*/ 56878 w 773581"/>
                <a:gd name="connsiteY44" fmla="*/ 1074381 h 1126390"/>
                <a:gd name="connsiteX45" fmla="*/ 14591 w 773581"/>
                <a:gd name="connsiteY45" fmla="*/ 1074788 h 1126390"/>
                <a:gd name="connsiteX46" fmla="*/ 21505 w 773581"/>
                <a:gd name="connsiteY46" fmla="*/ 1030213 h 1126390"/>
                <a:gd name="connsiteX47" fmla="*/ 0 w 773581"/>
                <a:gd name="connsiteY47" fmla="*/ 992553 h 1126390"/>
                <a:gd name="connsiteX48" fmla="*/ 171308 w 773581"/>
                <a:gd name="connsiteY48" fmla="*/ 889956 h 1126390"/>
                <a:gd name="connsiteX49" fmla="*/ 165055 w 773581"/>
                <a:gd name="connsiteY49" fmla="*/ 820037 h 1126390"/>
                <a:gd name="connsiteX50" fmla="*/ 164661 w 773581"/>
                <a:gd name="connsiteY50" fmla="*/ 814419 h 1126390"/>
                <a:gd name="connsiteX51" fmla="*/ 151862 w 773581"/>
                <a:gd name="connsiteY51" fmla="*/ 795595 h 1126390"/>
                <a:gd name="connsiteX52" fmla="*/ 126682 w 773581"/>
                <a:gd name="connsiteY52" fmla="*/ 758075 h 1126390"/>
                <a:gd name="connsiteX53" fmla="*/ 183192 w 773581"/>
                <a:gd name="connsiteY53" fmla="*/ 731943 h 1126390"/>
                <a:gd name="connsiteX54" fmla="*/ 166110 w 773581"/>
                <a:gd name="connsiteY54" fmla="*/ 700434 h 1126390"/>
                <a:gd name="connsiteX55" fmla="*/ 198330 w 773581"/>
                <a:gd name="connsiteY55" fmla="*/ 637302 h 1126390"/>
                <a:gd name="connsiteX56" fmla="*/ 153183 w 773581"/>
                <a:gd name="connsiteY56" fmla="*/ 609734 h 1126390"/>
                <a:gd name="connsiteX57" fmla="*/ 104249 w 773581"/>
                <a:gd name="connsiteY57" fmla="*/ 521639 h 1126390"/>
                <a:gd name="connsiteX58" fmla="*/ 70453 w 773581"/>
                <a:gd name="connsiteY58" fmla="*/ 469362 h 1126390"/>
                <a:gd name="connsiteX59" fmla="*/ 38474 w 773581"/>
                <a:gd name="connsiteY59" fmla="*/ 458381 h 1126390"/>
                <a:gd name="connsiteX60" fmla="*/ 49824 w 773581"/>
                <a:gd name="connsiteY60" fmla="*/ 419678 h 1126390"/>
                <a:gd name="connsiteX61" fmla="*/ 97983 w 773581"/>
                <a:gd name="connsiteY61" fmla="*/ 402049 h 1126390"/>
                <a:gd name="connsiteX62" fmla="*/ 145214 w 773581"/>
                <a:gd name="connsiteY62" fmla="*/ 371583 h 1126390"/>
                <a:gd name="connsiteX63" fmla="*/ 169503 w 773581"/>
                <a:gd name="connsiteY63" fmla="*/ 290949 h 1126390"/>
                <a:gd name="connsiteX64" fmla="*/ 154352 w 773581"/>
                <a:gd name="connsiteY64" fmla="*/ 245866 h 1126390"/>
                <a:gd name="connsiteX65" fmla="*/ 187895 w 773581"/>
                <a:gd name="connsiteY65" fmla="*/ 208333 h 1126390"/>
                <a:gd name="connsiteX66" fmla="*/ 190107 w 773581"/>
                <a:gd name="connsiteY66" fmla="*/ 174752 h 1126390"/>
                <a:gd name="connsiteX67" fmla="*/ 189840 w 773581"/>
                <a:gd name="connsiteY67" fmla="*/ 165728 h 1126390"/>
                <a:gd name="connsiteX68" fmla="*/ 183586 w 773581"/>
                <a:gd name="connsiteY68" fmla="*/ 116985 h 1126390"/>
                <a:gd name="connsiteX69" fmla="*/ 179277 w 773581"/>
                <a:gd name="connsiteY69" fmla="*/ 110579 h 1126390"/>
                <a:gd name="connsiteX70" fmla="*/ 184628 w 773581"/>
                <a:gd name="connsiteY70" fmla="*/ 102470 h 1126390"/>
                <a:gd name="connsiteX71" fmla="*/ 253162 w 773581"/>
                <a:gd name="connsiteY71" fmla="*/ 0 h 1126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773581" h="1126390">
                  <a:moveTo>
                    <a:pt x="253162" y="0"/>
                  </a:moveTo>
                  <a:lnTo>
                    <a:pt x="260063" y="3139"/>
                  </a:lnTo>
                  <a:lnTo>
                    <a:pt x="347624" y="92022"/>
                  </a:lnTo>
                  <a:lnTo>
                    <a:pt x="383772" y="126136"/>
                  </a:lnTo>
                  <a:lnTo>
                    <a:pt x="420441" y="125094"/>
                  </a:lnTo>
                  <a:lnTo>
                    <a:pt x="446942" y="115549"/>
                  </a:lnTo>
                  <a:lnTo>
                    <a:pt x="463389" y="129136"/>
                  </a:lnTo>
                  <a:lnTo>
                    <a:pt x="490398" y="132923"/>
                  </a:lnTo>
                  <a:lnTo>
                    <a:pt x="524588" y="132669"/>
                  </a:lnTo>
                  <a:lnTo>
                    <a:pt x="537501" y="139990"/>
                  </a:lnTo>
                  <a:lnTo>
                    <a:pt x="563863" y="143396"/>
                  </a:lnTo>
                  <a:lnTo>
                    <a:pt x="584873" y="151874"/>
                  </a:lnTo>
                  <a:lnTo>
                    <a:pt x="630032" y="161293"/>
                  </a:lnTo>
                  <a:lnTo>
                    <a:pt x="637468" y="255920"/>
                  </a:lnTo>
                  <a:lnTo>
                    <a:pt x="641649" y="308464"/>
                  </a:lnTo>
                  <a:lnTo>
                    <a:pt x="617894" y="325458"/>
                  </a:lnTo>
                  <a:lnTo>
                    <a:pt x="532558" y="393953"/>
                  </a:lnTo>
                  <a:lnTo>
                    <a:pt x="570129" y="419945"/>
                  </a:lnTo>
                  <a:lnTo>
                    <a:pt x="619724" y="431448"/>
                  </a:lnTo>
                  <a:lnTo>
                    <a:pt x="653914" y="396685"/>
                  </a:lnTo>
                  <a:lnTo>
                    <a:pt x="699455" y="408328"/>
                  </a:lnTo>
                  <a:lnTo>
                    <a:pt x="729998" y="418000"/>
                  </a:lnTo>
                  <a:lnTo>
                    <a:pt x="765485" y="510264"/>
                  </a:lnTo>
                  <a:lnTo>
                    <a:pt x="757922" y="589347"/>
                  </a:lnTo>
                  <a:lnTo>
                    <a:pt x="736773" y="657829"/>
                  </a:lnTo>
                  <a:lnTo>
                    <a:pt x="773581" y="723058"/>
                  </a:lnTo>
                  <a:lnTo>
                    <a:pt x="766400" y="755342"/>
                  </a:lnTo>
                  <a:lnTo>
                    <a:pt x="723719" y="782923"/>
                  </a:lnTo>
                  <a:lnTo>
                    <a:pt x="694625" y="829442"/>
                  </a:lnTo>
                  <a:lnTo>
                    <a:pt x="660969" y="861472"/>
                  </a:lnTo>
                  <a:lnTo>
                    <a:pt x="579789" y="861726"/>
                  </a:lnTo>
                  <a:lnTo>
                    <a:pt x="565299" y="879241"/>
                  </a:lnTo>
                  <a:lnTo>
                    <a:pt x="545204" y="914537"/>
                  </a:lnTo>
                  <a:lnTo>
                    <a:pt x="536066" y="927197"/>
                  </a:lnTo>
                  <a:lnTo>
                    <a:pt x="489864" y="957930"/>
                  </a:lnTo>
                  <a:lnTo>
                    <a:pt x="455025" y="897798"/>
                  </a:lnTo>
                  <a:lnTo>
                    <a:pt x="394881" y="887083"/>
                  </a:lnTo>
                  <a:lnTo>
                    <a:pt x="369816" y="896756"/>
                  </a:lnTo>
                  <a:lnTo>
                    <a:pt x="354145" y="916762"/>
                  </a:lnTo>
                  <a:lnTo>
                    <a:pt x="334062" y="1006940"/>
                  </a:lnTo>
                  <a:lnTo>
                    <a:pt x="283158" y="1079350"/>
                  </a:lnTo>
                  <a:lnTo>
                    <a:pt x="176672" y="1096865"/>
                  </a:lnTo>
                  <a:lnTo>
                    <a:pt x="119120" y="1126391"/>
                  </a:lnTo>
                  <a:lnTo>
                    <a:pt x="90941" y="1082998"/>
                  </a:lnTo>
                  <a:lnTo>
                    <a:pt x="56878" y="1074381"/>
                  </a:lnTo>
                  <a:lnTo>
                    <a:pt x="14591" y="1074788"/>
                  </a:lnTo>
                  <a:lnTo>
                    <a:pt x="21505" y="1030213"/>
                  </a:lnTo>
                  <a:lnTo>
                    <a:pt x="0" y="992553"/>
                  </a:lnTo>
                  <a:lnTo>
                    <a:pt x="171308" y="889956"/>
                  </a:lnTo>
                  <a:lnTo>
                    <a:pt x="165055" y="820037"/>
                  </a:lnTo>
                  <a:lnTo>
                    <a:pt x="164661" y="814419"/>
                  </a:lnTo>
                  <a:lnTo>
                    <a:pt x="151862" y="795595"/>
                  </a:lnTo>
                  <a:lnTo>
                    <a:pt x="126682" y="758075"/>
                  </a:lnTo>
                  <a:lnTo>
                    <a:pt x="183192" y="731943"/>
                  </a:lnTo>
                  <a:lnTo>
                    <a:pt x="166110" y="700434"/>
                  </a:lnTo>
                  <a:lnTo>
                    <a:pt x="198330" y="637302"/>
                  </a:lnTo>
                  <a:lnTo>
                    <a:pt x="153183" y="609734"/>
                  </a:lnTo>
                  <a:lnTo>
                    <a:pt x="104249" y="521639"/>
                  </a:lnTo>
                  <a:lnTo>
                    <a:pt x="70453" y="469362"/>
                  </a:lnTo>
                  <a:lnTo>
                    <a:pt x="38474" y="458381"/>
                  </a:lnTo>
                  <a:lnTo>
                    <a:pt x="49824" y="419678"/>
                  </a:lnTo>
                  <a:lnTo>
                    <a:pt x="97983" y="402049"/>
                  </a:lnTo>
                  <a:lnTo>
                    <a:pt x="145214" y="371583"/>
                  </a:lnTo>
                  <a:lnTo>
                    <a:pt x="169503" y="290949"/>
                  </a:lnTo>
                  <a:lnTo>
                    <a:pt x="154352" y="245866"/>
                  </a:lnTo>
                  <a:lnTo>
                    <a:pt x="187895" y="208333"/>
                  </a:lnTo>
                  <a:lnTo>
                    <a:pt x="190107" y="174752"/>
                  </a:lnTo>
                  <a:lnTo>
                    <a:pt x="189840" y="165728"/>
                  </a:lnTo>
                  <a:lnTo>
                    <a:pt x="183586" y="116985"/>
                  </a:lnTo>
                  <a:lnTo>
                    <a:pt x="179277" y="110579"/>
                  </a:lnTo>
                  <a:lnTo>
                    <a:pt x="184628" y="102470"/>
                  </a:lnTo>
                  <a:lnTo>
                    <a:pt x="253162" y="0"/>
                  </a:lnTo>
                  <a:close/>
                </a:path>
              </a:pathLst>
            </a:custGeom>
            <a:solidFill>
              <a:srgbClr val="FFFFFF"/>
            </a:solidFill>
            <a:ln w="12700" cap="flat">
              <a:noFill/>
              <a:prstDash val="solid"/>
              <a:miter/>
            </a:ln>
          </p:spPr>
          <p:txBody>
            <a:bodyPr rtlCol="0" anchor="ctr"/>
            <a:lstStyle/>
            <a:p>
              <a:endParaRPr lang="de-CH"/>
            </a:p>
          </p:txBody>
        </p:sp>
        <p:sp>
          <p:nvSpPr>
            <p:cNvPr id="97" name="Freihandform: Form 96">
              <a:extLst>
                <a:ext uri="{FF2B5EF4-FFF2-40B4-BE49-F238E27FC236}">
                  <a16:creationId xmlns:a16="http://schemas.microsoft.com/office/drawing/2014/main" id="{AD1EDDD0-62B7-E303-9421-1CED860E855B}"/>
                </a:ext>
              </a:extLst>
            </p:cNvPr>
            <p:cNvSpPr/>
            <p:nvPr/>
          </p:nvSpPr>
          <p:spPr>
            <a:xfrm>
              <a:off x="7454818" y="2363580"/>
              <a:ext cx="773581" cy="1126390"/>
            </a:xfrm>
            <a:custGeom>
              <a:avLst/>
              <a:gdLst>
                <a:gd name="connsiteX0" fmla="*/ 253162 w 773581"/>
                <a:gd name="connsiteY0" fmla="*/ 0 h 1126390"/>
                <a:gd name="connsiteX1" fmla="*/ 260063 w 773581"/>
                <a:gd name="connsiteY1" fmla="*/ 3139 h 1126390"/>
                <a:gd name="connsiteX2" fmla="*/ 347624 w 773581"/>
                <a:gd name="connsiteY2" fmla="*/ 92022 h 1126390"/>
                <a:gd name="connsiteX3" fmla="*/ 383772 w 773581"/>
                <a:gd name="connsiteY3" fmla="*/ 126136 h 1126390"/>
                <a:gd name="connsiteX4" fmla="*/ 420441 w 773581"/>
                <a:gd name="connsiteY4" fmla="*/ 125094 h 1126390"/>
                <a:gd name="connsiteX5" fmla="*/ 446942 w 773581"/>
                <a:gd name="connsiteY5" fmla="*/ 115549 h 1126390"/>
                <a:gd name="connsiteX6" fmla="*/ 463389 w 773581"/>
                <a:gd name="connsiteY6" fmla="*/ 129136 h 1126390"/>
                <a:gd name="connsiteX7" fmla="*/ 490398 w 773581"/>
                <a:gd name="connsiteY7" fmla="*/ 132923 h 1126390"/>
                <a:gd name="connsiteX8" fmla="*/ 524588 w 773581"/>
                <a:gd name="connsiteY8" fmla="*/ 132669 h 1126390"/>
                <a:gd name="connsiteX9" fmla="*/ 537501 w 773581"/>
                <a:gd name="connsiteY9" fmla="*/ 139990 h 1126390"/>
                <a:gd name="connsiteX10" fmla="*/ 563863 w 773581"/>
                <a:gd name="connsiteY10" fmla="*/ 143396 h 1126390"/>
                <a:gd name="connsiteX11" fmla="*/ 584873 w 773581"/>
                <a:gd name="connsiteY11" fmla="*/ 151874 h 1126390"/>
                <a:gd name="connsiteX12" fmla="*/ 630032 w 773581"/>
                <a:gd name="connsiteY12" fmla="*/ 161293 h 1126390"/>
                <a:gd name="connsiteX13" fmla="*/ 637468 w 773581"/>
                <a:gd name="connsiteY13" fmla="*/ 255920 h 1126390"/>
                <a:gd name="connsiteX14" fmla="*/ 641649 w 773581"/>
                <a:gd name="connsiteY14" fmla="*/ 308464 h 1126390"/>
                <a:gd name="connsiteX15" fmla="*/ 617894 w 773581"/>
                <a:gd name="connsiteY15" fmla="*/ 325458 h 1126390"/>
                <a:gd name="connsiteX16" fmla="*/ 532558 w 773581"/>
                <a:gd name="connsiteY16" fmla="*/ 393953 h 1126390"/>
                <a:gd name="connsiteX17" fmla="*/ 570129 w 773581"/>
                <a:gd name="connsiteY17" fmla="*/ 419945 h 1126390"/>
                <a:gd name="connsiteX18" fmla="*/ 619724 w 773581"/>
                <a:gd name="connsiteY18" fmla="*/ 431448 h 1126390"/>
                <a:gd name="connsiteX19" fmla="*/ 653914 w 773581"/>
                <a:gd name="connsiteY19" fmla="*/ 396685 h 1126390"/>
                <a:gd name="connsiteX20" fmla="*/ 699455 w 773581"/>
                <a:gd name="connsiteY20" fmla="*/ 408328 h 1126390"/>
                <a:gd name="connsiteX21" fmla="*/ 729998 w 773581"/>
                <a:gd name="connsiteY21" fmla="*/ 418000 h 1126390"/>
                <a:gd name="connsiteX22" fmla="*/ 765485 w 773581"/>
                <a:gd name="connsiteY22" fmla="*/ 510264 h 1126390"/>
                <a:gd name="connsiteX23" fmla="*/ 757922 w 773581"/>
                <a:gd name="connsiteY23" fmla="*/ 589347 h 1126390"/>
                <a:gd name="connsiteX24" fmla="*/ 736773 w 773581"/>
                <a:gd name="connsiteY24" fmla="*/ 657829 h 1126390"/>
                <a:gd name="connsiteX25" fmla="*/ 773581 w 773581"/>
                <a:gd name="connsiteY25" fmla="*/ 723058 h 1126390"/>
                <a:gd name="connsiteX26" fmla="*/ 766400 w 773581"/>
                <a:gd name="connsiteY26" fmla="*/ 755342 h 1126390"/>
                <a:gd name="connsiteX27" fmla="*/ 723719 w 773581"/>
                <a:gd name="connsiteY27" fmla="*/ 782923 h 1126390"/>
                <a:gd name="connsiteX28" fmla="*/ 694625 w 773581"/>
                <a:gd name="connsiteY28" fmla="*/ 829442 h 1126390"/>
                <a:gd name="connsiteX29" fmla="*/ 660969 w 773581"/>
                <a:gd name="connsiteY29" fmla="*/ 861472 h 1126390"/>
                <a:gd name="connsiteX30" fmla="*/ 579789 w 773581"/>
                <a:gd name="connsiteY30" fmla="*/ 861726 h 1126390"/>
                <a:gd name="connsiteX31" fmla="*/ 565299 w 773581"/>
                <a:gd name="connsiteY31" fmla="*/ 879241 h 1126390"/>
                <a:gd name="connsiteX32" fmla="*/ 545204 w 773581"/>
                <a:gd name="connsiteY32" fmla="*/ 914537 h 1126390"/>
                <a:gd name="connsiteX33" fmla="*/ 536066 w 773581"/>
                <a:gd name="connsiteY33" fmla="*/ 927197 h 1126390"/>
                <a:gd name="connsiteX34" fmla="*/ 489864 w 773581"/>
                <a:gd name="connsiteY34" fmla="*/ 957930 h 1126390"/>
                <a:gd name="connsiteX35" fmla="*/ 455025 w 773581"/>
                <a:gd name="connsiteY35" fmla="*/ 897798 h 1126390"/>
                <a:gd name="connsiteX36" fmla="*/ 394881 w 773581"/>
                <a:gd name="connsiteY36" fmla="*/ 887083 h 1126390"/>
                <a:gd name="connsiteX37" fmla="*/ 369816 w 773581"/>
                <a:gd name="connsiteY37" fmla="*/ 896756 h 1126390"/>
                <a:gd name="connsiteX38" fmla="*/ 354145 w 773581"/>
                <a:gd name="connsiteY38" fmla="*/ 916762 h 1126390"/>
                <a:gd name="connsiteX39" fmla="*/ 334062 w 773581"/>
                <a:gd name="connsiteY39" fmla="*/ 1006940 h 1126390"/>
                <a:gd name="connsiteX40" fmla="*/ 283158 w 773581"/>
                <a:gd name="connsiteY40" fmla="*/ 1079350 h 1126390"/>
                <a:gd name="connsiteX41" fmla="*/ 176672 w 773581"/>
                <a:gd name="connsiteY41" fmla="*/ 1096865 h 1126390"/>
                <a:gd name="connsiteX42" fmla="*/ 119120 w 773581"/>
                <a:gd name="connsiteY42" fmla="*/ 1126391 h 1126390"/>
                <a:gd name="connsiteX43" fmla="*/ 90941 w 773581"/>
                <a:gd name="connsiteY43" fmla="*/ 1082998 h 1126390"/>
                <a:gd name="connsiteX44" fmla="*/ 56878 w 773581"/>
                <a:gd name="connsiteY44" fmla="*/ 1074381 h 1126390"/>
                <a:gd name="connsiteX45" fmla="*/ 14591 w 773581"/>
                <a:gd name="connsiteY45" fmla="*/ 1074788 h 1126390"/>
                <a:gd name="connsiteX46" fmla="*/ 21505 w 773581"/>
                <a:gd name="connsiteY46" fmla="*/ 1030213 h 1126390"/>
                <a:gd name="connsiteX47" fmla="*/ 0 w 773581"/>
                <a:gd name="connsiteY47" fmla="*/ 992553 h 1126390"/>
                <a:gd name="connsiteX48" fmla="*/ 171308 w 773581"/>
                <a:gd name="connsiteY48" fmla="*/ 889956 h 1126390"/>
                <a:gd name="connsiteX49" fmla="*/ 165055 w 773581"/>
                <a:gd name="connsiteY49" fmla="*/ 820037 h 1126390"/>
                <a:gd name="connsiteX50" fmla="*/ 164661 w 773581"/>
                <a:gd name="connsiteY50" fmla="*/ 814419 h 1126390"/>
                <a:gd name="connsiteX51" fmla="*/ 151862 w 773581"/>
                <a:gd name="connsiteY51" fmla="*/ 795595 h 1126390"/>
                <a:gd name="connsiteX52" fmla="*/ 126682 w 773581"/>
                <a:gd name="connsiteY52" fmla="*/ 758075 h 1126390"/>
                <a:gd name="connsiteX53" fmla="*/ 183192 w 773581"/>
                <a:gd name="connsiteY53" fmla="*/ 731943 h 1126390"/>
                <a:gd name="connsiteX54" fmla="*/ 166110 w 773581"/>
                <a:gd name="connsiteY54" fmla="*/ 700434 h 1126390"/>
                <a:gd name="connsiteX55" fmla="*/ 198330 w 773581"/>
                <a:gd name="connsiteY55" fmla="*/ 637302 h 1126390"/>
                <a:gd name="connsiteX56" fmla="*/ 153183 w 773581"/>
                <a:gd name="connsiteY56" fmla="*/ 609734 h 1126390"/>
                <a:gd name="connsiteX57" fmla="*/ 104249 w 773581"/>
                <a:gd name="connsiteY57" fmla="*/ 521639 h 1126390"/>
                <a:gd name="connsiteX58" fmla="*/ 70453 w 773581"/>
                <a:gd name="connsiteY58" fmla="*/ 469362 h 1126390"/>
                <a:gd name="connsiteX59" fmla="*/ 38474 w 773581"/>
                <a:gd name="connsiteY59" fmla="*/ 458381 h 1126390"/>
                <a:gd name="connsiteX60" fmla="*/ 49824 w 773581"/>
                <a:gd name="connsiteY60" fmla="*/ 419678 h 1126390"/>
                <a:gd name="connsiteX61" fmla="*/ 97983 w 773581"/>
                <a:gd name="connsiteY61" fmla="*/ 402049 h 1126390"/>
                <a:gd name="connsiteX62" fmla="*/ 145214 w 773581"/>
                <a:gd name="connsiteY62" fmla="*/ 371583 h 1126390"/>
                <a:gd name="connsiteX63" fmla="*/ 169503 w 773581"/>
                <a:gd name="connsiteY63" fmla="*/ 290949 h 1126390"/>
                <a:gd name="connsiteX64" fmla="*/ 154352 w 773581"/>
                <a:gd name="connsiteY64" fmla="*/ 245866 h 1126390"/>
                <a:gd name="connsiteX65" fmla="*/ 187895 w 773581"/>
                <a:gd name="connsiteY65" fmla="*/ 208333 h 1126390"/>
                <a:gd name="connsiteX66" fmla="*/ 190107 w 773581"/>
                <a:gd name="connsiteY66" fmla="*/ 174752 h 1126390"/>
                <a:gd name="connsiteX67" fmla="*/ 189840 w 773581"/>
                <a:gd name="connsiteY67" fmla="*/ 165728 h 1126390"/>
                <a:gd name="connsiteX68" fmla="*/ 183586 w 773581"/>
                <a:gd name="connsiteY68" fmla="*/ 116985 h 1126390"/>
                <a:gd name="connsiteX69" fmla="*/ 179277 w 773581"/>
                <a:gd name="connsiteY69" fmla="*/ 110579 h 1126390"/>
                <a:gd name="connsiteX70" fmla="*/ 184628 w 773581"/>
                <a:gd name="connsiteY70" fmla="*/ 102470 h 1126390"/>
                <a:gd name="connsiteX71" fmla="*/ 253162 w 773581"/>
                <a:gd name="connsiteY71" fmla="*/ 0 h 1126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773581" h="1126390">
                  <a:moveTo>
                    <a:pt x="253162" y="0"/>
                  </a:moveTo>
                  <a:lnTo>
                    <a:pt x="260063" y="3139"/>
                  </a:lnTo>
                  <a:lnTo>
                    <a:pt x="347624" y="92022"/>
                  </a:lnTo>
                  <a:lnTo>
                    <a:pt x="383772" y="126136"/>
                  </a:lnTo>
                  <a:lnTo>
                    <a:pt x="420441" y="125094"/>
                  </a:lnTo>
                  <a:lnTo>
                    <a:pt x="446942" y="115549"/>
                  </a:lnTo>
                  <a:lnTo>
                    <a:pt x="463389" y="129136"/>
                  </a:lnTo>
                  <a:lnTo>
                    <a:pt x="490398" y="132923"/>
                  </a:lnTo>
                  <a:lnTo>
                    <a:pt x="524588" y="132669"/>
                  </a:lnTo>
                  <a:lnTo>
                    <a:pt x="537501" y="139990"/>
                  </a:lnTo>
                  <a:lnTo>
                    <a:pt x="563863" y="143396"/>
                  </a:lnTo>
                  <a:lnTo>
                    <a:pt x="584873" y="151874"/>
                  </a:lnTo>
                  <a:lnTo>
                    <a:pt x="630032" y="161293"/>
                  </a:lnTo>
                  <a:lnTo>
                    <a:pt x="637468" y="255920"/>
                  </a:lnTo>
                  <a:lnTo>
                    <a:pt x="641649" y="308464"/>
                  </a:lnTo>
                  <a:lnTo>
                    <a:pt x="617894" y="325458"/>
                  </a:lnTo>
                  <a:lnTo>
                    <a:pt x="532558" y="393953"/>
                  </a:lnTo>
                  <a:lnTo>
                    <a:pt x="570129" y="419945"/>
                  </a:lnTo>
                  <a:lnTo>
                    <a:pt x="619724" y="431448"/>
                  </a:lnTo>
                  <a:lnTo>
                    <a:pt x="653914" y="396685"/>
                  </a:lnTo>
                  <a:lnTo>
                    <a:pt x="699455" y="408328"/>
                  </a:lnTo>
                  <a:lnTo>
                    <a:pt x="729998" y="418000"/>
                  </a:lnTo>
                  <a:lnTo>
                    <a:pt x="765485" y="510264"/>
                  </a:lnTo>
                  <a:lnTo>
                    <a:pt x="757922" y="589347"/>
                  </a:lnTo>
                  <a:lnTo>
                    <a:pt x="736773" y="657829"/>
                  </a:lnTo>
                  <a:lnTo>
                    <a:pt x="773581" y="723058"/>
                  </a:lnTo>
                  <a:lnTo>
                    <a:pt x="766400" y="755342"/>
                  </a:lnTo>
                  <a:lnTo>
                    <a:pt x="723719" y="782923"/>
                  </a:lnTo>
                  <a:lnTo>
                    <a:pt x="694625" y="829442"/>
                  </a:lnTo>
                  <a:lnTo>
                    <a:pt x="660969" y="861472"/>
                  </a:lnTo>
                  <a:lnTo>
                    <a:pt x="579789" y="861726"/>
                  </a:lnTo>
                  <a:lnTo>
                    <a:pt x="565299" y="879241"/>
                  </a:lnTo>
                  <a:lnTo>
                    <a:pt x="545204" y="914537"/>
                  </a:lnTo>
                  <a:lnTo>
                    <a:pt x="536066" y="927197"/>
                  </a:lnTo>
                  <a:lnTo>
                    <a:pt x="489864" y="957930"/>
                  </a:lnTo>
                  <a:lnTo>
                    <a:pt x="455025" y="897798"/>
                  </a:lnTo>
                  <a:lnTo>
                    <a:pt x="394881" y="887083"/>
                  </a:lnTo>
                  <a:lnTo>
                    <a:pt x="369816" y="896756"/>
                  </a:lnTo>
                  <a:lnTo>
                    <a:pt x="354145" y="916762"/>
                  </a:lnTo>
                  <a:lnTo>
                    <a:pt x="334062" y="1006940"/>
                  </a:lnTo>
                  <a:lnTo>
                    <a:pt x="283158" y="1079350"/>
                  </a:lnTo>
                  <a:lnTo>
                    <a:pt x="176672" y="1096865"/>
                  </a:lnTo>
                  <a:lnTo>
                    <a:pt x="119120" y="1126391"/>
                  </a:lnTo>
                  <a:lnTo>
                    <a:pt x="90941" y="1082998"/>
                  </a:lnTo>
                  <a:lnTo>
                    <a:pt x="56878" y="1074381"/>
                  </a:lnTo>
                  <a:lnTo>
                    <a:pt x="14591" y="1074788"/>
                  </a:lnTo>
                  <a:lnTo>
                    <a:pt x="21505" y="1030213"/>
                  </a:lnTo>
                  <a:lnTo>
                    <a:pt x="0" y="992553"/>
                  </a:lnTo>
                  <a:lnTo>
                    <a:pt x="171308" y="889956"/>
                  </a:lnTo>
                  <a:lnTo>
                    <a:pt x="165055" y="820037"/>
                  </a:lnTo>
                  <a:lnTo>
                    <a:pt x="164661" y="814419"/>
                  </a:lnTo>
                  <a:lnTo>
                    <a:pt x="151862" y="795595"/>
                  </a:lnTo>
                  <a:lnTo>
                    <a:pt x="126682" y="758075"/>
                  </a:lnTo>
                  <a:lnTo>
                    <a:pt x="183192" y="731943"/>
                  </a:lnTo>
                  <a:lnTo>
                    <a:pt x="166110" y="700434"/>
                  </a:lnTo>
                  <a:lnTo>
                    <a:pt x="198330" y="637302"/>
                  </a:lnTo>
                  <a:lnTo>
                    <a:pt x="153183" y="609734"/>
                  </a:lnTo>
                  <a:lnTo>
                    <a:pt x="104249" y="521639"/>
                  </a:lnTo>
                  <a:lnTo>
                    <a:pt x="70453" y="469362"/>
                  </a:lnTo>
                  <a:lnTo>
                    <a:pt x="38474" y="458381"/>
                  </a:lnTo>
                  <a:lnTo>
                    <a:pt x="49824" y="419678"/>
                  </a:lnTo>
                  <a:lnTo>
                    <a:pt x="97983" y="402049"/>
                  </a:lnTo>
                  <a:lnTo>
                    <a:pt x="145214" y="371583"/>
                  </a:lnTo>
                  <a:lnTo>
                    <a:pt x="169503" y="290949"/>
                  </a:lnTo>
                  <a:lnTo>
                    <a:pt x="154352" y="245866"/>
                  </a:lnTo>
                  <a:lnTo>
                    <a:pt x="187895" y="208333"/>
                  </a:lnTo>
                  <a:lnTo>
                    <a:pt x="190107" y="174752"/>
                  </a:lnTo>
                  <a:lnTo>
                    <a:pt x="189840" y="165728"/>
                  </a:lnTo>
                  <a:lnTo>
                    <a:pt x="183586" y="116985"/>
                  </a:lnTo>
                  <a:lnTo>
                    <a:pt x="179277" y="110579"/>
                  </a:lnTo>
                  <a:lnTo>
                    <a:pt x="184628" y="102470"/>
                  </a:lnTo>
                  <a:lnTo>
                    <a:pt x="253162" y="0"/>
                  </a:lnTo>
                  <a:close/>
                </a:path>
              </a:pathLst>
            </a:custGeom>
            <a:noFill/>
            <a:ln w="3810" cap="flat">
              <a:solidFill>
                <a:srgbClr val="E6E4E2"/>
              </a:solidFill>
              <a:prstDash val="solid"/>
              <a:miter/>
            </a:ln>
          </p:spPr>
          <p:txBody>
            <a:bodyPr rtlCol="0" anchor="ctr"/>
            <a:lstStyle/>
            <a:p>
              <a:endParaRPr lang="de-CH"/>
            </a:p>
          </p:txBody>
        </p:sp>
        <p:sp>
          <p:nvSpPr>
            <p:cNvPr id="98" name="Freihandform: Form 97">
              <a:extLst>
                <a:ext uri="{FF2B5EF4-FFF2-40B4-BE49-F238E27FC236}">
                  <a16:creationId xmlns:a16="http://schemas.microsoft.com/office/drawing/2014/main" id="{434F7547-73F2-6A1F-649F-DA97054CD776}"/>
                </a:ext>
              </a:extLst>
            </p:cNvPr>
            <p:cNvSpPr/>
            <p:nvPr/>
          </p:nvSpPr>
          <p:spPr>
            <a:xfrm>
              <a:off x="6468506" y="2161742"/>
              <a:ext cx="624058" cy="483737"/>
            </a:xfrm>
            <a:custGeom>
              <a:avLst/>
              <a:gdLst>
                <a:gd name="connsiteX0" fmla="*/ 463757 w 624058"/>
                <a:gd name="connsiteY0" fmla="*/ 389530 h 483737"/>
                <a:gd name="connsiteX1" fmla="*/ 471472 w 624058"/>
                <a:gd name="connsiteY1" fmla="*/ 392783 h 483737"/>
                <a:gd name="connsiteX2" fmla="*/ 471994 w 624058"/>
                <a:gd name="connsiteY2" fmla="*/ 410972 h 483737"/>
                <a:gd name="connsiteX3" fmla="*/ 482950 w 624058"/>
                <a:gd name="connsiteY3" fmla="*/ 424559 h 483737"/>
                <a:gd name="connsiteX4" fmla="*/ 490398 w 624058"/>
                <a:gd name="connsiteY4" fmla="*/ 427177 h 483737"/>
                <a:gd name="connsiteX5" fmla="*/ 501087 w 624058"/>
                <a:gd name="connsiteY5" fmla="*/ 421292 h 483737"/>
                <a:gd name="connsiteX6" fmla="*/ 506565 w 624058"/>
                <a:gd name="connsiteY6" fmla="*/ 406777 h 483737"/>
                <a:gd name="connsiteX7" fmla="*/ 506438 w 624058"/>
                <a:gd name="connsiteY7" fmla="*/ 389530 h 483737"/>
                <a:gd name="connsiteX8" fmla="*/ 494554 w 624058"/>
                <a:gd name="connsiteY8" fmla="*/ 374366 h 483737"/>
                <a:gd name="connsiteX9" fmla="*/ 488034 w 624058"/>
                <a:gd name="connsiteY9" fmla="*/ 356470 h 483737"/>
                <a:gd name="connsiteX10" fmla="*/ 478895 w 624058"/>
                <a:gd name="connsiteY10" fmla="*/ 344968 h 483737"/>
                <a:gd name="connsiteX11" fmla="*/ 458165 w 624058"/>
                <a:gd name="connsiteY11" fmla="*/ 335816 h 483737"/>
                <a:gd name="connsiteX12" fmla="*/ 448899 w 624058"/>
                <a:gd name="connsiteY12" fmla="*/ 339871 h 483737"/>
                <a:gd name="connsiteX13" fmla="*/ 435858 w 624058"/>
                <a:gd name="connsiteY13" fmla="*/ 333338 h 483737"/>
                <a:gd name="connsiteX14" fmla="*/ 428804 w 624058"/>
                <a:gd name="connsiteY14" fmla="*/ 323526 h 483737"/>
                <a:gd name="connsiteX15" fmla="*/ 416094 w 624058"/>
                <a:gd name="connsiteY15" fmla="*/ 325877 h 483737"/>
                <a:gd name="connsiteX16" fmla="*/ 400842 w 624058"/>
                <a:gd name="connsiteY16" fmla="*/ 320793 h 483737"/>
                <a:gd name="connsiteX17" fmla="*/ 394588 w 624058"/>
                <a:gd name="connsiteY17" fmla="*/ 323424 h 483737"/>
                <a:gd name="connsiteX18" fmla="*/ 399406 w 624058"/>
                <a:gd name="connsiteY18" fmla="*/ 330351 h 483737"/>
                <a:gd name="connsiteX19" fmla="*/ 409053 w 624058"/>
                <a:gd name="connsiteY19" fmla="*/ 336083 h 483737"/>
                <a:gd name="connsiteX20" fmla="*/ 415077 w 624058"/>
                <a:gd name="connsiteY20" fmla="*/ 354793 h 483737"/>
                <a:gd name="connsiteX21" fmla="*/ 403968 w 624058"/>
                <a:gd name="connsiteY21" fmla="*/ 361593 h 483737"/>
                <a:gd name="connsiteX22" fmla="*/ 403727 w 624058"/>
                <a:gd name="connsiteY22" fmla="*/ 366295 h 483737"/>
                <a:gd name="connsiteX23" fmla="*/ 423415 w 624058"/>
                <a:gd name="connsiteY23" fmla="*/ 369562 h 483737"/>
                <a:gd name="connsiteX24" fmla="*/ 443751 w 624058"/>
                <a:gd name="connsiteY24" fmla="*/ 377925 h 483737"/>
                <a:gd name="connsiteX25" fmla="*/ 300774 w 624058"/>
                <a:gd name="connsiteY25" fmla="*/ 72181 h 483737"/>
                <a:gd name="connsiteX26" fmla="*/ 363792 w 624058"/>
                <a:gd name="connsiteY26" fmla="*/ 86824 h 483737"/>
                <a:gd name="connsiteX27" fmla="*/ 373197 w 624058"/>
                <a:gd name="connsiteY27" fmla="*/ 83951 h 483737"/>
                <a:gd name="connsiteX28" fmla="*/ 383238 w 624058"/>
                <a:gd name="connsiteY28" fmla="*/ 88514 h 483737"/>
                <a:gd name="connsiteX29" fmla="*/ 379730 w 624058"/>
                <a:gd name="connsiteY29" fmla="*/ 100411 h 483737"/>
                <a:gd name="connsiteX30" fmla="*/ 384967 w 624058"/>
                <a:gd name="connsiteY30" fmla="*/ 107605 h 483737"/>
                <a:gd name="connsiteX31" fmla="*/ 406218 w 624058"/>
                <a:gd name="connsiteY31" fmla="*/ 102241 h 483737"/>
                <a:gd name="connsiteX32" fmla="*/ 412738 w 624058"/>
                <a:gd name="connsiteY32" fmla="*/ 122895 h 483737"/>
                <a:gd name="connsiteX33" fmla="*/ 423059 w 624058"/>
                <a:gd name="connsiteY33" fmla="*/ 126937 h 483737"/>
                <a:gd name="connsiteX34" fmla="*/ 431689 w 624058"/>
                <a:gd name="connsiteY34" fmla="*/ 121192 h 483737"/>
                <a:gd name="connsiteX35" fmla="*/ 447717 w 624058"/>
                <a:gd name="connsiteY35" fmla="*/ 137918 h 483737"/>
                <a:gd name="connsiteX36" fmla="*/ 455343 w 624058"/>
                <a:gd name="connsiteY36" fmla="*/ 153616 h 483737"/>
                <a:gd name="connsiteX37" fmla="*/ 453500 w 624058"/>
                <a:gd name="connsiteY37" fmla="*/ 160784 h 483737"/>
                <a:gd name="connsiteX38" fmla="*/ 460033 w 624058"/>
                <a:gd name="connsiteY38" fmla="*/ 164851 h 483737"/>
                <a:gd name="connsiteX39" fmla="*/ 461063 w 624058"/>
                <a:gd name="connsiteY39" fmla="*/ 173100 h 483737"/>
                <a:gd name="connsiteX40" fmla="*/ 475947 w 624058"/>
                <a:gd name="connsiteY40" fmla="*/ 196868 h 483737"/>
                <a:gd name="connsiteX41" fmla="*/ 468231 w 624058"/>
                <a:gd name="connsiteY41" fmla="*/ 206287 h 483737"/>
                <a:gd name="connsiteX42" fmla="*/ 466808 w 624058"/>
                <a:gd name="connsiteY42" fmla="*/ 215438 h 483737"/>
                <a:gd name="connsiteX43" fmla="*/ 481818 w 624058"/>
                <a:gd name="connsiteY43" fmla="*/ 223064 h 483737"/>
                <a:gd name="connsiteX44" fmla="*/ 495520 w 624058"/>
                <a:gd name="connsiteY44" fmla="*/ 221793 h 483737"/>
                <a:gd name="connsiteX45" fmla="*/ 497999 w 624058"/>
                <a:gd name="connsiteY45" fmla="*/ 230817 h 483737"/>
                <a:gd name="connsiteX46" fmla="*/ 507252 w 624058"/>
                <a:gd name="connsiteY46" fmla="*/ 231211 h 483737"/>
                <a:gd name="connsiteX47" fmla="*/ 523838 w 624058"/>
                <a:gd name="connsiteY47" fmla="*/ 223496 h 483737"/>
                <a:gd name="connsiteX48" fmla="*/ 541328 w 624058"/>
                <a:gd name="connsiteY48" fmla="*/ 223102 h 483737"/>
                <a:gd name="connsiteX49" fmla="*/ 551890 w 624058"/>
                <a:gd name="connsiteY49" fmla="*/ 254471 h 483737"/>
                <a:gd name="connsiteX50" fmla="*/ 605527 w 624058"/>
                <a:gd name="connsiteY50" fmla="*/ 242574 h 483737"/>
                <a:gd name="connsiteX51" fmla="*/ 624058 w 624058"/>
                <a:gd name="connsiteY51" fmla="*/ 278658 h 483737"/>
                <a:gd name="connsiteX52" fmla="*/ 598091 w 624058"/>
                <a:gd name="connsiteY52" fmla="*/ 294597 h 483737"/>
                <a:gd name="connsiteX53" fmla="*/ 596147 w 624058"/>
                <a:gd name="connsiteY53" fmla="*/ 322699 h 483737"/>
                <a:gd name="connsiteX54" fmla="*/ 566252 w 624058"/>
                <a:gd name="connsiteY54" fmla="*/ 385043 h 483737"/>
                <a:gd name="connsiteX55" fmla="*/ 521220 w 624058"/>
                <a:gd name="connsiteY55" fmla="*/ 422945 h 483737"/>
                <a:gd name="connsiteX56" fmla="*/ 497210 w 624058"/>
                <a:gd name="connsiteY56" fmla="*/ 453449 h 483737"/>
                <a:gd name="connsiteX57" fmla="*/ 436672 w 624058"/>
                <a:gd name="connsiteY57" fmla="*/ 457517 h 483737"/>
                <a:gd name="connsiteX58" fmla="*/ 396202 w 624058"/>
                <a:gd name="connsiteY58" fmla="*/ 477383 h 483737"/>
                <a:gd name="connsiteX59" fmla="*/ 366207 w 624058"/>
                <a:gd name="connsiteY59" fmla="*/ 483738 h 483737"/>
                <a:gd name="connsiteX60" fmla="*/ 352746 w 624058"/>
                <a:gd name="connsiteY60" fmla="*/ 447793 h 483737"/>
                <a:gd name="connsiteX61" fmla="*/ 263228 w 624058"/>
                <a:gd name="connsiteY61" fmla="*/ 466604 h 483737"/>
                <a:gd name="connsiteX62" fmla="*/ 255119 w 624058"/>
                <a:gd name="connsiteY62" fmla="*/ 453526 h 483737"/>
                <a:gd name="connsiteX63" fmla="*/ 241964 w 624058"/>
                <a:gd name="connsiteY63" fmla="*/ 440714 h 483737"/>
                <a:gd name="connsiteX64" fmla="*/ 233207 w 624058"/>
                <a:gd name="connsiteY64" fmla="*/ 424000 h 483737"/>
                <a:gd name="connsiteX65" fmla="*/ 223039 w 624058"/>
                <a:gd name="connsiteY65" fmla="*/ 415102 h 483737"/>
                <a:gd name="connsiteX66" fmla="*/ 214281 w 624058"/>
                <a:gd name="connsiteY66" fmla="*/ 389339 h 483737"/>
                <a:gd name="connsiteX67" fmla="*/ 206185 w 624058"/>
                <a:gd name="connsiteY67" fmla="*/ 377315 h 483737"/>
                <a:gd name="connsiteX68" fmla="*/ 204914 w 624058"/>
                <a:gd name="connsiteY68" fmla="*/ 365418 h 483737"/>
                <a:gd name="connsiteX69" fmla="*/ 210926 w 624058"/>
                <a:gd name="connsiteY69" fmla="*/ 357716 h 483737"/>
                <a:gd name="connsiteX70" fmla="*/ 210926 w 624058"/>
                <a:gd name="connsiteY70" fmla="*/ 350649 h 483737"/>
                <a:gd name="connsiteX71" fmla="*/ 214968 w 624058"/>
                <a:gd name="connsiteY71" fmla="*/ 345311 h 483737"/>
                <a:gd name="connsiteX72" fmla="*/ 222149 w 624058"/>
                <a:gd name="connsiteY72" fmla="*/ 338231 h 483737"/>
                <a:gd name="connsiteX73" fmla="*/ 225784 w 624058"/>
                <a:gd name="connsiteY73" fmla="*/ 328559 h 483737"/>
                <a:gd name="connsiteX74" fmla="*/ 224119 w 624058"/>
                <a:gd name="connsiteY74" fmla="*/ 296554 h 483737"/>
                <a:gd name="connsiteX75" fmla="*/ 234541 w 624058"/>
                <a:gd name="connsiteY75" fmla="*/ 276816 h 483737"/>
                <a:gd name="connsiteX76" fmla="*/ 234033 w 624058"/>
                <a:gd name="connsiteY76" fmla="*/ 270282 h 483737"/>
                <a:gd name="connsiteX77" fmla="*/ 243146 w 624058"/>
                <a:gd name="connsiteY77" fmla="*/ 235762 h 483737"/>
                <a:gd name="connsiteX78" fmla="*/ 238838 w 624058"/>
                <a:gd name="connsiteY78" fmla="*/ 227131 h 483737"/>
                <a:gd name="connsiteX79" fmla="*/ 229724 w 624058"/>
                <a:gd name="connsiteY79" fmla="*/ 225860 h 483737"/>
                <a:gd name="connsiteX80" fmla="*/ 219683 w 624058"/>
                <a:gd name="connsiteY80" fmla="*/ 217624 h 483737"/>
                <a:gd name="connsiteX81" fmla="*/ 212616 w 624058"/>
                <a:gd name="connsiteY81" fmla="*/ 215273 h 483737"/>
                <a:gd name="connsiteX82" fmla="*/ 205181 w 624058"/>
                <a:gd name="connsiteY82" fmla="*/ 207558 h 483737"/>
                <a:gd name="connsiteX83" fmla="*/ 187819 w 624058"/>
                <a:gd name="connsiteY83" fmla="*/ 206388 h 483737"/>
                <a:gd name="connsiteX84" fmla="*/ 178921 w 624058"/>
                <a:gd name="connsiteY84" fmla="*/ 211091 h 483737"/>
                <a:gd name="connsiteX85" fmla="*/ 177384 w 624058"/>
                <a:gd name="connsiteY85" fmla="*/ 204164 h 483737"/>
                <a:gd name="connsiteX86" fmla="*/ 165105 w 624058"/>
                <a:gd name="connsiteY86" fmla="*/ 195153 h 483737"/>
                <a:gd name="connsiteX87" fmla="*/ 139151 w 624058"/>
                <a:gd name="connsiteY87" fmla="*/ 203109 h 483737"/>
                <a:gd name="connsiteX88" fmla="*/ 121637 w 624058"/>
                <a:gd name="connsiteY88" fmla="*/ 218946 h 483737"/>
                <a:gd name="connsiteX89" fmla="*/ 119959 w 624058"/>
                <a:gd name="connsiteY89" fmla="*/ 228873 h 483737"/>
                <a:gd name="connsiteX90" fmla="*/ 125679 w 624058"/>
                <a:gd name="connsiteY90" fmla="*/ 237770 h 483737"/>
                <a:gd name="connsiteX91" fmla="*/ 131703 w 624058"/>
                <a:gd name="connsiteY91" fmla="*/ 244303 h 483737"/>
                <a:gd name="connsiteX92" fmla="*/ 137563 w 624058"/>
                <a:gd name="connsiteY92" fmla="*/ 259847 h 483737"/>
                <a:gd name="connsiteX93" fmla="*/ 135211 w 624058"/>
                <a:gd name="connsiteY93" fmla="*/ 266787 h 483737"/>
                <a:gd name="connsiteX94" fmla="*/ 141732 w 624058"/>
                <a:gd name="connsiteY94" fmla="*/ 270829 h 483737"/>
                <a:gd name="connsiteX95" fmla="*/ 138351 w 624058"/>
                <a:gd name="connsiteY95" fmla="*/ 285344 h 483737"/>
                <a:gd name="connsiteX96" fmla="*/ 130114 w 624058"/>
                <a:gd name="connsiteY96" fmla="*/ 297635 h 483737"/>
                <a:gd name="connsiteX97" fmla="*/ 131157 w 624058"/>
                <a:gd name="connsiteY97" fmla="*/ 315010 h 483737"/>
                <a:gd name="connsiteX98" fmla="*/ 146714 w 624058"/>
                <a:gd name="connsiteY98" fmla="*/ 323640 h 483737"/>
                <a:gd name="connsiteX99" fmla="*/ 156501 w 624058"/>
                <a:gd name="connsiteY99" fmla="*/ 316446 h 483737"/>
                <a:gd name="connsiteX100" fmla="*/ 163021 w 624058"/>
                <a:gd name="connsiteY100" fmla="*/ 319979 h 483737"/>
                <a:gd name="connsiteX101" fmla="*/ 160682 w 624058"/>
                <a:gd name="connsiteY101" fmla="*/ 327694 h 483737"/>
                <a:gd name="connsiteX102" fmla="*/ 144744 w 624058"/>
                <a:gd name="connsiteY102" fmla="*/ 347421 h 483737"/>
                <a:gd name="connsiteX103" fmla="*/ 144744 w 624058"/>
                <a:gd name="connsiteY103" fmla="*/ 373960 h 483737"/>
                <a:gd name="connsiteX104" fmla="*/ 150616 w 624058"/>
                <a:gd name="connsiteY104" fmla="*/ 382196 h 483737"/>
                <a:gd name="connsiteX105" fmla="*/ 125437 w 624058"/>
                <a:gd name="connsiteY105" fmla="*/ 384738 h 483737"/>
                <a:gd name="connsiteX106" fmla="*/ 113553 w 624058"/>
                <a:gd name="connsiteY106" fmla="*/ 346607 h 483737"/>
                <a:gd name="connsiteX107" fmla="*/ 54832 w 624058"/>
                <a:gd name="connsiteY107" fmla="*/ 372028 h 483737"/>
                <a:gd name="connsiteX108" fmla="*/ 44778 w 624058"/>
                <a:gd name="connsiteY108" fmla="*/ 366791 h 483737"/>
                <a:gd name="connsiteX109" fmla="*/ 48045 w 624058"/>
                <a:gd name="connsiteY109" fmla="*/ 346455 h 483737"/>
                <a:gd name="connsiteX110" fmla="*/ 37877 w 624058"/>
                <a:gd name="connsiteY110" fmla="*/ 319001 h 483737"/>
                <a:gd name="connsiteX111" fmla="*/ 44931 w 624058"/>
                <a:gd name="connsiteY111" fmla="*/ 309328 h 483737"/>
                <a:gd name="connsiteX112" fmla="*/ 43748 w 624058"/>
                <a:gd name="connsiteY112" fmla="*/ 295728 h 483737"/>
                <a:gd name="connsiteX113" fmla="*/ 38410 w 624058"/>
                <a:gd name="connsiteY113" fmla="*/ 279790 h 483737"/>
                <a:gd name="connsiteX114" fmla="*/ 41423 w 624058"/>
                <a:gd name="connsiteY114" fmla="*/ 271427 h 483737"/>
                <a:gd name="connsiteX115" fmla="*/ 41664 w 624058"/>
                <a:gd name="connsiteY115" fmla="*/ 268884 h 483737"/>
                <a:gd name="connsiteX116" fmla="*/ 44931 w 624058"/>
                <a:gd name="connsiteY116" fmla="*/ 257255 h 483737"/>
                <a:gd name="connsiteX117" fmla="*/ 42579 w 624058"/>
                <a:gd name="connsiteY117" fmla="*/ 242002 h 483737"/>
                <a:gd name="connsiteX118" fmla="*/ 34889 w 624058"/>
                <a:gd name="connsiteY118" fmla="*/ 217688 h 483737"/>
                <a:gd name="connsiteX119" fmla="*/ 22472 w 624058"/>
                <a:gd name="connsiteY119" fmla="*/ 215336 h 483737"/>
                <a:gd name="connsiteX120" fmla="*/ 15443 w 624058"/>
                <a:gd name="connsiteY120" fmla="*/ 208791 h 483737"/>
                <a:gd name="connsiteX121" fmla="*/ 12049 w 624058"/>
                <a:gd name="connsiteY121" fmla="*/ 191149 h 483737"/>
                <a:gd name="connsiteX122" fmla="*/ 14261 w 624058"/>
                <a:gd name="connsiteY122" fmla="*/ 174562 h 483737"/>
                <a:gd name="connsiteX123" fmla="*/ 23666 w 624058"/>
                <a:gd name="connsiteY123" fmla="*/ 158611 h 483737"/>
                <a:gd name="connsiteX124" fmla="*/ 10956 w 624058"/>
                <a:gd name="connsiteY124" fmla="*/ 114824 h 483737"/>
                <a:gd name="connsiteX125" fmla="*/ 10689 w 624058"/>
                <a:gd name="connsiteY125" fmla="*/ 95225 h 483737"/>
                <a:gd name="connsiteX126" fmla="*/ 2847 w 624058"/>
                <a:gd name="connsiteY126" fmla="*/ 82400 h 483737"/>
                <a:gd name="connsiteX127" fmla="*/ 0 w 624058"/>
                <a:gd name="connsiteY127" fmla="*/ 66335 h 483737"/>
                <a:gd name="connsiteX128" fmla="*/ 4169 w 624058"/>
                <a:gd name="connsiteY128" fmla="*/ 54438 h 483737"/>
                <a:gd name="connsiteX129" fmla="*/ 24264 w 624058"/>
                <a:gd name="connsiteY129" fmla="*/ 29017 h 483737"/>
                <a:gd name="connsiteX130" fmla="*/ 25433 w 624058"/>
                <a:gd name="connsiteY130" fmla="*/ 15939 h 483737"/>
                <a:gd name="connsiteX131" fmla="*/ 32462 w 624058"/>
                <a:gd name="connsiteY131" fmla="*/ 7041 h 483737"/>
                <a:gd name="connsiteX132" fmla="*/ 31305 w 624058"/>
                <a:gd name="connsiteY132" fmla="*/ 0 h 483737"/>
                <a:gd name="connsiteX133" fmla="*/ 37558 w 624058"/>
                <a:gd name="connsiteY133" fmla="*/ 4449 h 483737"/>
                <a:gd name="connsiteX134" fmla="*/ 37699 w 624058"/>
                <a:gd name="connsiteY134" fmla="*/ 11109 h 483737"/>
                <a:gd name="connsiteX135" fmla="*/ 43698 w 624058"/>
                <a:gd name="connsiteY135" fmla="*/ 18938 h 483737"/>
                <a:gd name="connsiteX136" fmla="*/ 40190 w 624058"/>
                <a:gd name="connsiteY136" fmla="*/ 27174 h 483737"/>
                <a:gd name="connsiteX137" fmla="*/ 44346 w 624058"/>
                <a:gd name="connsiteY137" fmla="*/ 33059 h 483737"/>
                <a:gd name="connsiteX138" fmla="*/ 43952 w 624058"/>
                <a:gd name="connsiteY138" fmla="*/ 41435 h 483737"/>
                <a:gd name="connsiteX139" fmla="*/ 54120 w 624058"/>
                <a:gd name="connsiteY139" fmla="*/ 71940 h 483737"/>
                <a:gd name="connsiteX140" fmla="*/ 104109 w 624058"/>
                <a:gd name="connsiteY140" fmla="*/ 71012 h 483737"/>
                <a:gd name="connsiteX141" fmla="*/ 172630 w 624058"/>
                <a:gd name="connsiteY141" fmla="*/ 114227 h 483737"/>
                <a:gd name="connsiteX142" fmla="*/ 191543 w 624058"/>
                <a:gd name="connsiteY142" fmla="*/ 107566 h 483737"/>
                <a:gd name="connsiteX143" fmla="*/ 210087 w 624058"/>
                <a:gd name="connsiteY143" fmla="*/ 103512 h 483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624058" h="483737">
                  <a:moveTo>
                    <a:pt x="463757" y="389530"/>
                  </a:moveTo>
                  <a:lnTo>
                    <a:pt x="471472" y="392783"/>
                  </a:lnTo>
                  <a:lnTo>
                    <a:pt x="471994" y="410972"/>
                  </a:lnTo>
                  <a:lnTo>
                    <a:pt x="482950" y="424559"/>
                  </a:lnTo>
                  <a:lnTo>
                    <a:pt x="490398" y="427177"/>
                  </a:lnTo>
                  <a:lnTo>
                    <a:pt x="501087" y="421292"/>
                  </a:lnTo>
                  <a:lnTo>
                    <a:pt x="506565" y="406777"/>
                  </a:lnTo>
                  <a:lnTo>
                    <a:pt x="506438" y="389530"/>
                  </a:lnTo>
                  <a:lnTo>
                    <a:pt x="494554" y="374366"/>
                  </a:lnTo>
                  <a:lnTo>
                    <a:pt x="488034" y="356470"/>
                  </a:lnTo>
                  <a:lnTo>
                    <a:pt x="478895" y="344968"/>
                  </a:lnTo>
                  <a:lnTo>
                    <a:pt x="458165" y="335816"/>
                  </a:lnTo>
                  <a:lnTo>
                    <a:pt x="448899" y="339871"/>
                  </a:lnTo>
                  <a:lnTo>
                    <a:pt x="435858" y="333338"/>
                  </a:lnTo>
                  <a:lnTo>
                    <a:pt x="428804" y="323526"/>
                  </a:lnTo>
                  <a:lnTo>
                    <a:pt x="416094" y="325877"/>
                  </a:lnTo>
                  <a:lnTo>
                    <a:pt x="400842" y="320793"/>
                  </a:lnTo>
                  <a:lnTo>
                    <a:pt x="394588" y="323424"/>
                  </a:lnTo>
                  <a:lnTo>
                    <a:pt x="399406" y="330351"/>
                  </a:lnTo>
                  <a:lnTo>
                    <a:pt x="409053" y="336083"/>
                  </a:lnTo>
                  <a:lnTo>
                    <a:pt x="415077" y="354793"/>
                  </a:lnTo>
                  <a:lnTo>
                    <a:pt x="403968" y="361593"/>
                  </a:lnTo>
                  <a:lnTo>
                    <a:pt x="403727" y="366295"/>
                  </a:lnTo>
                  <a:lnTo>
                    <a:pt x="423415" y="369562"/>
                  </a:lnTo>
                  <a:lnTo>
                    <a:pt x="443751" y="377925"/>
                  </a:lnTo>
                  <a:close/>
                  <a:moveTo>
                    <a:pt x="300774" y="72181"/>
                  </a:moveTo>
                  <a:lnTo>
                    <a:pt x="363792" y="86824"/>
                  </a:lnTo>
                  <a:lnTo>
                    <a:pt x="373197" y="83951"/>
                  </a:lnTo>
                  <a:lnTo>
                    <a:pt x="383238" y="88514"/>
                  </a:lnTo>
                  <a:lnTo>
                    <a:pt x="379730" y="100411"/>
                  </a:lnTo>
                  <a:lnTo>
                    <a:pt x="384967" y="107605"/>
                  </a:lnTo>
                  <a:lnTo>
                    <a:pt x="406218" y="102241"/>
                  </a:lnTo>
                  <a:lnTo>
                    <a:pt x="412738" y="122895"/>
                  </a:lnTo>
                  <a:lnTo>
                    <a:pt x="423059" y="126937"/>
                  </a:lnTo>
                  <a:lnTo>
                    <a:pt x="431689" y="121192"/>
                  </a:lnTo>
                  <a:lnTo>
                    <a:pt x="447717" y="137918"/>
                  </a:lnTo>
                  <a:lnTo>
                    <a:pt x="455343" y="153616"/>
                  </a:lnTo>
                  <a:lnTo>
                    <a:pt x="453500" y="160784"/>
                  </a:lnTo>
                  <a:lnTo>
                    <a:pt x="460033" y="164851"/>
                  </a:lnTo>
                  <a:lnTo>
                    <a:pt x="461063" y="173100"/>
                  </a:lnTo>
                  <a:lnTo>
                    <a:pt x="475947" y="196868"/>
                  </a:lnTo>
                  <a:lnTo>
                    <a:pt x="468231" y="206287"/>
                  </a:lnTo>
                  <a:lnTo>
                    <a:pt x="466808" y="215438"/>
                  </a:lnTo>
                  <a:lnTo>
                    <a:pt x="481818" y="223064"/>
                  </a:lnTo>
                  <a:lnTo>
                    <a:pt x="495520" y="221793"/>
                  </a:lnTo>
                  <a:lnTo>
                    <a:pt x="497999" y="230817"/>
                  </a:lnTo>
                  <a:lnTo>
                    <a:pt x="507252" y="231211"/>
                  </a:lnTo>
                  <a:lnTo>
                    <a:pt x="523838" y="223496"/>
                  </a:lnTo>
                  <a:lnTo>
                    <a:pt x="541328" y="223102"/>
                  </a:lnTo>
                  <a:lnTo>
                    <a:pt x="551890" y="254471"/>
                  </a:lnTo>
                  <a:lnTo>
                    <a:pt x="605527" y="242574"/>
                  </a:lnTo>
                  <a:lnTo>
                    <a:pt x="624058" y="278658"/>
                  </a:lnTo>
                  <a:lnTo>
                    <a:pt x="598091" y="294597"/>
                  </a:lnTo>
                  <a:lnTo>
                    <a:pt x="596147" y="322699"/>
                  </a:lnTo>
                  <a:lnTo>
                    <a:pt x="566252" y="385043"/>
                  </a:lnTo>
                  <a:lnTo>
                    <a:pt x="521220" y="422945"/>
                  </a:lnTo>
                  <a:lnTo>
                    <a:pt x="497210" y="453449"/>
                  </a:lnTo>
                  <a:lnTo>
                    <a:pt x="436672" y="457517"/>
                  </a:lnTo>
                  <a:lnTo>
                    <a:pt x="396202" y="477383"/>
                  </a:lnTo>
                  <a:lnTo>
                    <a:pt x="366207" y="483738"/>
                  </a:lnTo>
                  <a:lnTo>
                    <a:pt x="352746" y="447793"/>
                  </a:lnTo>
                  <a:lnTo>
                    <a:pt x="263228" y="466604"/>
                  </a:lnTo>
                  <a:lnTo>
                    <a:pt x="255119" y="453526"/>
                  </a:lnTo>
                  <a:lnTo>
                    <a:pt x="241964" y="440714"/>
                  </a:lnTo>
                  <a:lnTo>
                    <a:pt x="233207" y="424000"/>
                  </a:lnTo>
                  <a:lnTo>
                    <a:pt x="223039" y="415102"/>
                  </a:lnTo>
                  <a:lnTo>
                    <a:pt x="214281" y="389339"/>
                  </a:lnTo>
                  <a:lnTo>
                    <a:pt x="206185" y="377315"/>
                  </a:lnTo>
                  <a:lnTo>
                    <a:pt x="204914" y="365418"/>
                  </a:lnTo>
                  <a:lnTo>
                    <a:pt x="210926" y="357716"/>
                  </a:lnTo>
                  <a:lnTo>
                    <a:pt x="210926" y="350649"/>
                  </a:lnTo>
                  <a:lnTo>
                    <a:pt x="214968" y="345311"/>
                  </a:lnTo>
                  <a:lnTo>
                    <a:pt x="222149" y="338231"/>
                  </a:lnTo>
                  <a:lnTo>
                    <a:pt x="225784" y="328559"/>
                  </a:lnTo>
                  <a:lnTo>
                    <a:pt x="224119" y="296554"/>
                  </a:lnTo>
                  <a:lnTo>
                    <a:pt x="234541" y="276816"/>
                  </a:lnTo>
                  <a:lnTo>
                    <a:pt x="234033" y="270282"/>
                  </a:lnTo>
                  <a:lnTo>
                    <a:pt x="243146" y="235762"/>
                  </a:lnTo>
                  <a:lnTo>
                    <a:pt x="238838" y="227131"/>
                  </a:lnTo>
                  <a:lnTo>
                    <a:pt x="229724" y="225860"/>
                  </a:lnTo>
                  <a:lnTo>
                    <a:pt x="219683" y="217624"/>
                  </a:lnTo>
                  <a:lnTo>
                    <a:pt x="212616" y="215273"/>
                  </a:lnTo>
                  <a:lnTo>
                    <a:pt x="205181" y="207558"/>
                  </a:lnTo>
                  <a:lnTo>
                    <a:pt x="187819" y="206388"/>
                  </a:lnTo>
                  <a:lnTo>
                    <a:pt x="178921" y="211091"/>
                  </a:lnTo>
                  <a:lnTo>
                    <a:pt x="177384" y="204164"/>
                  </a:lnTo>
                  <a:lnTo>
                    <a:pt x="165105" y="195153"/>
                  </a:lnTo>
                  <a:lnTo>
                    <a:pt x="139151" y="203109"/>
                  </a:lnTo>
                  <a:lnTo>
                    <a:pt x="121637" y="218946"/>
                  </a:lnTo>
                  <a:lnTo>
                    <a:pt x="119959" y="228873"/>
                  </a:lnTo>
                  <a:lnTo>
                    <a:pt x="125679" y="237770"/>
                  </a:lnTo>
                  <a:lnTo>
                    <a:pt x="131703" y="244303"/>
                  </a:lnTo>
                  <a:lnTo>
                    <a:pt x="137563" y="259847"/>
                  </a:lnTo>
                  <a:lnTo>
                    <a:pt x="135211" y="266787"/>
                  </a:lnTo>
                  <a:lnTo>
                    <a:pt x="141732" y="270829"/>
                  </a:lnTo>
                  <a:lnTo>
                    <a:pt x="138351" y="285344"/>
                  </a:lnTo>
                  <a:lnTo>
                    <a:pt x="130114" y="297635"/>
                  </a:lnTo>
                  <a:lnTo>
                    <a:pt x="131157" y="315010"/>
                  </a:lnTo>
                  <a:lnTo>
                    <a:pt x="146714" y="323640"/>
                  </a:lnTo>
                  <a:lnTo>
                    <a:pt x="156501" y="316446"/>
                  </a:lnTo>
                  <a:lnTo>
                    <a:pt x="163021" y="319979"/>
                  </a:lnTo>
                  <a:lnTo>
                    <a:pt x="160682" y="327694"/>
                  </a:lnTo>
                  <a:lnTo>
                    <a:pt x="144744" y="347421"/>
                  </a:lnTo>
                  <a:lnTo>
                    <a:pt x="144744" y="373960"/>
                  </a:lnTo>
                  <a:lnTo>
                    <a:pt x="150616" y="382196"/>
                  </a:lnTo>
                  <a:lnTo>
                    <a:pt x="125437" y="384738"/>
                  </a:lnTo>
                  <a:lnTo>
                    <a:pt x="113553" y="346607"/>
                  </a:lnTo>
                  <a:lnTo>
                    <a:pt x="54832" y="372028"/>
                  </a:lnTo>
                  <a:lnTo>
                    <a:pt x="44778" y="366791"/>
                  </a:lnTo>
                  <a:lnTo>
                    <a:pt x="48045" y="346455"/>
                  </a:lnTo>
                  <a:lnTo>
                    <a:pt x="37877" y="319001"/>
                  </a:lnTo>
                  <a:lnTo>
                    <a:pt x="44931" y="309328"/>
                  </a:lnTo>
                  <a:lnTo>
                    <a:pt x="43748" y="295728"/>
                  </a:lnTo>
                  <a:lnTo>
                    <a:pt x="38410" y="279790"/>
                  </a:lnTo>
                  <a:lnTo>
                    <a:pt x="41423" y="271427"/>
                  </a:lnTo>
                  <a:lnTo>
                    <a:pt x="41664" y="268884"/>
                  </a:lnTo>
                  <a:lnTo>
                    <a:pt x="44931" y="257255"/>
                  </a:lnTo>
                  <a:lnTo>
                    <a:pt x="42579" y="242002"/>
                  </a:lnTo>
                  <a:lnTo>
                    <a:pt x="34889" y="217688"/>
                  </a:lnTo>
                  <a:lnTo>
                    <a:pt x="22472" y="215336"/>
                  </a:lnTo>
                  <a:lnTo>
                    <a:pt x="15443" y="208791"/>
                  </a:lnTo>
                  <a:lnTo>
                    <a:pt x="12049" y="191149"/>
                  </a:lnTo>
                  <a:lnTo>
                    <a:pt x="14261" y="174562"/>
                  </a:lnTo>
                  <a:lnTo>
                    <a:pt x="23666" y="158611"/>
                  </a:lnTo>
                  <a:lnTo>
                    <a:pt x="10956" y="114824"/>
                  </a:lnTo>
                  <a:lnTo>
                    <a:pt x="10689" y="95225"/>
                  </a:lnTo>
                  <a:lnTo>
                    <a:pt x="2847" y="82400"/>
                  </a:lnTo>
                  <a:lnTo>
                    <a:pt x="0" y="66335"/>
                  </a:lnTo>
                  <a:lnTo>
                    <a:pt x="4169" y="54438"/>
                  </a:lnTo>
                  <a:lnTo>
                    <a:pt x="24264" y="29017"/>
                  </a:lnTo>
                  <a:lnTo>
                    <a:pt x="25433" y="15939"/>
                  </a:lnTo>
                  <a:lnTo>
                    <a:pt x="32462" y="7041"/>
                  </a:lnTo>
                  <a:lnTo>
                    <a:pt x="31305" y="0"/>
                  </a:lnTo>
                  <a:lnTo>
                    <a:pt x="37558" y="4449"/>
                  </a:lnTo>
                  <a:lnTo>
                    <a:pt x="37699" y="11109"/>
                  </a:lnTo>
                  <a:lnTo>
                    <a:pt x="43698" y="18938"/>
                  </a:lnTo>
                  <a:lnTo>
                    <a:pt x="40190" y="27174"/>
                  </a:lnTo>
                  <a:lnTo>
                    <a:pt x="44346" y="33059"/>
                  </a:lnTo>
                  <a:lnTo>
                    <a:pt x="43952" y="41435"/>
                  </a:lnTo>
                  <a:lnTo>
                    <a:pt x="54120" y="71940"/>
                  </a:lnTo>
                  <a:lnTo>
                    <a:pt x="104109" y="71012"/>
                  </a:lnTo>
                  <a:lnTo>
                    <a:pt x="172630" y="114227"/>
                  </a:lnTo>
                  <a:lnTo>
                    <a:pt x="191543" y="107566"/>
                  </a:lnTo>
                  <a:lnTo>
                    <a:pt x="210087" y="103512"/>
                  </a:lnTo>
                  <a:close/>
                </a:path>
              </a:pathLst>
            </a:custGeom>
            <a:solidFill>
              <a:srgbClr val="FFFFFF"/>
            </a:solidFill>
            <a:ln w="12700" cap="flat">
              <a:noFill/>
              <a:prstDash val="solid"/>
              <a:miter/>
            </a:ln>
          </p:spPr>
          <p:txBody>
            <a:bodyPr rtlCol="0" anchor="ctr"/>
            <a:lstStyle/>
            <a:p>
              <a:endParaRPr lang="de-CH"/>
            </a:p>
          </p:txBody>
        </p:sp>
        <p:sp>
          <p:nvSpPr>
            <p:cNvPr id="99" name="Freihandform: Form 98">
              <a:extLst>
                <a:ext uri="{FF2B5EF4-FFF2-40B4-BE49-F238E27FC236}">
                  <a16:creationId xmlns:a16="http://schemas.microsoft.com/office/drawing/2014/main" id="{8ABD07AB-B405-9295-2BA4-B9173B988B31}"/>
                </a:ext>
              </a:extLst>
            </p:cNvPr>
            <p:cNvSpPr/>
            <p:nvPr/>
          </p:nvSpPr>
          <p:spPr>
            <a:xfrm>
              <a:off x="6468506" y="2161742"/>
              <a:ext cx="624058" cy="483737"/>
            </a:xfrm>
            <a:custGeom>
              <a:avLst/>
              <a:gdLst>
                <a:gd name="connsiteX0" fmla="*/ 463757 w 624058"/>
                <a:gd name="connsiteY0" fmla="*/ 389530 h 483737"/>
                <a:gd name="connsiteX1" fmla="*/ 471472 w 624058"/>
                <a:gd name="connsiteY1" fmla="*/ 392783 h 483737"/>
                <a:gd name="connsiteX2" fmla="*/ 471994 w 624058"/>
                <a:gd name="connsiteY2" fmla="*/ 410972 h 483737"/>
                <a:gd name="connsiteX3" fmla="*/ 482950 w 624058"/>
                <a:gd name="connsiteY3" fmla="*/ 424559 h 483737"/>
                <a:gd name="connsiteX4" fmla="*/ 490398 w 624058"/>
                <a:gd name="connsiteY4" fmla="*/ 427177 h 483737"/>
                <a:gd name="connsiteX5" fmla="*/ 501087 w 624058"/>
                <a:gd name="connsiteY5" fmla="*/ 421292 h 483737"/>
                <a:gd name="connsiteX6" fmla="*/ 506565 w 624058"/>
                <a:gd name="connsiteY6" fmla="*/ 406777 h 483737"/>
                <a:gd name="connsiteX7" fmla="*/ 506438 w 624058"/>
                <a:gd name="connsiteY7" fmla="*/ 389530 h 483737"/>
                <a:gd name="connsiteX8" fmla="*/ 494554 w 624058"/>
                <a:gd name="connsiteY8" fmla="*/ 374366 h 483737"/>
                <a:gd name="connsiteX9" fmla="*/ 488034 w 624058"/>
                <a:gd name="connsiteY9" fmla="*/ 356470 h 483737"/>
                <a:gd name="connsiteX10" fmla="*/ 478895 w 624058"/>
                <a:gd name="connsiteY10" fmla="*/ 344968 h 483737"/>
                <a:gd name="connsiteX11" fmla="*/ 458165 w 624058"/>
                <a:gd name="connsiteY11" fmla="*/ 335816 h 483737"/>
                <a:gd name="connsiteX12" fmla="*/ 448899 w 624058"/>
                <a:gd name="connsiteY12" fmla="*/ 339871 h 483737"/>
                <a:gd name="connsiteX13" fmla="*/ 435858 w 624058"/>
                <a:gd name="connsiteY13" fmla="*/ 333338 h 483737"/>
                <a:gd name="connsiteX14" fmla="*/ 428804 w 624058"/>
                <a:gd name="connsiteY14" fmla="*/ 323526 h 483737"/>
                <a:gd name="connsiteX15" fmla="*/ 416094 w 624058"/>
                <a:gd name="connsiteY15" fmla="*/ 325877 h 483737"/>
                <a:gd name="connsiteX16" fmla="*/ 400842 w 624058"/>
                <a:gd name="connsiteY16" fmla="*/ 320793 h 483737"/>
                <a:gd name="connsiteX17" fmla="*/ 394588 w 624058"/>
                <a:gd name="connsiteY17" fmla="*/ 323424 h 483737"/>
                <a:gd name="connsiteX18" fmla="*/ 399406 w 624058"/>
                <a:gd name="connsiteY18" fmla="*/ 330351 h 483737"/>
                <a:gd name="connsiteX19" fmla="*/ 409053 w 624058"/>
                <a:gd name="connsiteY19" fmla="*/ 336083 h 483737"/>
                <a:gd name="connsiteX20" fmla="*/ 415077 w 624058"/>
                <a:gd name="connsiteY20" fmla="*/ 354793 h 483737"/>
                <a:gd name="connsiteX21" fmla="*/ 403968 w 624058"/>
                <a:gd name="connsiteY21" fmla="*/ 361593 h 483737"/>
                <a:gd name="connsiteX22" fmla="*/ 403727 w 624058"/>
                <a:gd name="connsiteY22" fmla="*/ 366295 h 483737"/>
                <a:gd name="connsiteX23" fmla="*/ 423415 w 624058"/>
                <a:gd name="connsiteY23" fmla="*/ 369562 h 483737"/>
                <a:gd name="connsiteX24" fmla="*/ 443751 w 624058"/>
                <a:gd name="connsiteY24" fmla="*/ 377925 h 483737"/>
                <a:gd name="connsiteX25" fmla="*/ 300774 w 624058"/>
                <a:gd name="connsiteY25" fmla="*/ 72181 h 483737"/>
                <a:gd name="connsiteX26" fmla="*/ 363792 w 624058"/>
                <a:gd name="connsiteY26" fmla="*/ 86824 h 483737"/>
                <a:gd name="connsiteX27" fmla="*/ 373197 w 624058"/>
                <a:gd name="connsiteY27" fmla="*/ 83951 h 483737"/>
                <a:gd name="connsiteX28" fmla="*/ 383238 w 624058"/>
                <a:gd name="connsiteY28" fmla="*/ 88514 h 483737"/>
                <a:gd name="connsiteX29" fmla="*/ 379730 w 624058"/>
                <a:gd name="connsiteY29" fmla="*/ 100411 h 483737"/>
                <a:gd name="connsiteX30" fmla="*/ 384967 w 624058"/>
                <a:gd name="connsiteY30" fmla="*/ 107605 h 483737"/>
                <a:gd name="connsiteX31" fmla="*/ 406218 w 624058"/>
                <a:gd name="connsiteY31" fmla="*/ 102241 h 483737"/>
                <a:gd name="connsiteX32" fmla="*/ 412738 w 624058"/>
                <a:gd name="connsiteY32" fmla="*/ 122895 h 483737"/>
                <a:gd name="connsiteX33" fmla="*/ 423059 w 624058"/>
                <a:gd name="connsiteY33" fmla="*/ 126937 h 483737"/>
                <a:gd name="connsiteX34" fmla="*/ 431689 w 624058"/>
                <a:gd name="connsiteY34" fmla="*/ 121192 h 483737"/>
                <a:gd name="connsiteX35" fmla="*/ 447717 w 624058"/>
                <a:gd name="connsiteY35" fmla="*/ 137918 h 483737"/>
                <a:gd name="connsiteX36" fmla="*/ 455343 w 624058"/>
                <a:gd name="connsiteY36" fmla="*/ 153616 h 483737"/>
                <a:gd name="connsiteX37" fmla="*/ 453500 w 624058"/>
                <a:gd name="connsiteY37" fmla="*/ 160784 h 483737"/>
                <a:gd name="connsiteX38" fmla="*/ 460033 w 624058"/>
                <a:gd name="connsiteY38" fmla="*/ 164851 h 483737"/>
                <a:gd name="connsiteX39" fmla="*/ 461063 w 624058"/>
                <a:gd name="connsiteY39" fmla="*/ 173100 h 483737"/>
                <a:gd name="connsiteX40" fmla="*/ 475947 w 624058"/>
                <a:gd name="connsiteY40" fmla="*/ 196868 h 483737"/>
                <a:gd name="connsiteX41" fmla="*/ 468231 w 624058"/>
                <a:gd name="connsiteY41" fmla="*/ 206287 h 483737"/>
                <a:gd name="connsiteX42" fmla="*/ 466808 w 624058"/>
                <a:gd name="connsiteY42" fmla="*/ 215438 h 483737"/>
                <a:gd name="connsiteX43" fmla="*/ 481818 w 624058"/>
                <a:gd name="connsiteY43" fmla="*/ 223064 h 483737"/>
                <a:gd name="connsiteX44" fmla="*/ 495520 w 624058"/>
                <a:gd name="connsiteY44" fmla="*/ 221793 h 483737"/>
                <a:gd name="connsiteX45" fmla="*/ 497999 w 624058"/>
                <a:gd name="connsiteY45" fmla="*/ 230817 h 483737"/>
                <a:gd name="connsiteX46" fmla="*/ 507252 w 624058"/>
                <a:gd name="connsiteY46" fmla="*/ 231211 h 483737"/>
                <a:gd name="connsiteX47" fmla="*/ 523838 w 624058"/>
                <a:gd name="connsiteY47" fmla="*/ 223496 h 483737"/>
                <a:gd name="connsiteX48" fmla="*/ 541328 w 624058"/>
                <a:gd name="connsiteY48" fmla="*/ 223102 h 483737"/>
                <a:gd name="connsiteX49" fmla="*/ 551890 w 624058"/>
                <a:gd name="connsiteY49" fmla="*/ 254471 h 483737"/>
                <a:gd name="connsiteX50" fmla="*/ 605527 w 624058"/>
                <a:gd name="connsiteY50" fmla="*/ 242574 h 483737"/>
                <a:gd name="connsiteX51" fmla="*/ 624058 w 624058"/>
                <a:gd name="connsiteY51" fmla="*/ 278658 h 483737"/>
                <a:gd name="connsiteX52" fmla="*/ 598091 w 624058"/>
                <a:gd name="connsiteY52" fmla="*/ 294597 h 483737"/>
                <a:gd name="connsiteX53" fmla="*/ 596147 w 624058"/>
                <a:gd name="connsiteY53" fmla="*/ 322699 h 483737"/>
                <a:gd name="connsiteX54" fmla="*/ 566252 w 624058"/>
                <a:gd name="connsiteY54" fmla="*/ 385043 h 483737"/>
                <a:gd name="connsiteX55" fmla="*/ 521220 w 624058"/>
                <a:gd name="connsiteY55" fmla="*/ 422945 h 483737"/>
                <a:gd name="connsiteX56" fmla="*/ 497210 w 624058"/>
                <a:gd name="connsiteY56" fmla="*/ 453449 h 483737"/>
                <a:gd name="connsiteX57" fmla="*/ 436672 w 624058"/>
                <a:gd name="connsiteY57" fmla="*/ 457517 h 483737"/>
                <a:gd name="connsiteX58" fmla="*/ 396202 w 624058"/>
                <a:gd name="connsiteY58" fmla="*/ 477383 h 483737"/>
                <a:gd name="connsiteX59" fmla="*/ 366207 w 624058"/>
                <a:gd name="connsiteY59" fmla="*/ 483738 h 483737"/>
                <a:gd name="connsiteX60" fmla="*/ 352746 w 624058"/>
                <a:gd name="connsiteY60" fmla="*/ 447793 h 483737"/>
                <a:gd name="connsiteX61" fmla="*/ 263228 w 624058"/>
                <a:gd name="connsiteY61" fmla="*/ 466604 h 483737"/>
                <a:gd name="connsiteX62" fmla="*/ 255119 w 624058"/>
                <a:gd name="connsiteY62" fmla="*/ 453526 h 483737"/>
                <a:gd name="connsiteX63" fmla="*/ 241964 w 624058"/>
                <a:gd name="connsiteY63" fmla="*/ 440714 h 483737"/>
                <a:gd name="connsiteX64" fmla="*/ 233207 w 624058"/>
                <a:gd name="connsiteY64" fmla="*/ 424000 h 483737"/>
                <a:gd name="connsiteX65" fmla="*/ 223039 w 624058"/>
                <a:gd name="connsiteY65" fmla="*/ 415102 h 483737"/>
                <a:gd name="connsiteX66" fmla="*/ 214281 w 624058"/>
                <a:gd name="connsiteY66" fmla="*/ 389339 h 483737"/>
                <a:gd name="connsiteX67" fmla="*/ 206185 w 624058"/>
                <a:gd name="connsiteY67" fmla="*/ 377315 h 483737"/>
                <a:gd name="connsiteX68" fmla="*/ 204914 w 624058"/>
                <a:gd name="connsiteY68" fmla="*/ 365418 h 483737"/>
                <a:gd name="connsiteX69" fmla="*/ 210926 w 624058"/>
                <a:gd name="connsiteY69" fmla="*/ 357716 h 483737"/>
                <a:gd name="connsiteX70" fmla="*/ 210926 w 624058"/>
                <a:gd name="connsiteY70" fmla="*/ 350649 h 483737"/>
                <a:gd name="connsiteX71" fmla="*/ 214968 w 624058"/>
                <a:gd name="connsiteY71" fmla="*/ 345311 h 483737"/>
                <a:gd name="connsiteX72" fmla="*/ 222149 w 624058"/>
                <a:gd name="connsiteY72" fmla="*/ 338231 h 483737"/>
                <a:gd name="connsiteX73" fmla="*/ 225784 w 624058"/>
                <a:gd name="connsiteY73" fmla="*/ 328559 h 483737"/>
                <a:gd name="connsiteX74" fmla="*/ 224119 w 624058"/>
                <a:gd name="connsiteY74" fmla="*/ 296554 h 483737"/>
                <a:gd name="connsiteX75" fmla="*/ 234541 w 624058"/>
                <a:gd name="connsiteY75" fmla="*/ 276816 h 483737"/>
                <a:gd name="connsiteX76" fmla="*/ 234033 w 624058"/>
                <a:gd name="connsiteY76" fmla="*/ 270282 h 483737"/>
                <a:gd name="connsiteX77" fmla="*/ 243146 w 624058"/>
                <a:gd name="connsiteY77" fmla="*/ 235762 h 483737"/>
                <a:gd name="connsiteX78" fmla="*/ 238838 w 624058"/>
                <a:gd name="connsiteY78" fmla="*/ 227131 h 483737"/>
                <a:gd name="connsiteX79" fmla="*/ 229724 w 624058"/>
                <a:gd name="connsiteY79" fmla="*/ 225860 h 483737"/>
                <a:gd name="connsiteX80" fmla="*/ 219683 w 624058"/>
                <a:gd name="connsiteY80" fmla="*/ 217624 h 483737"/>
                <a:gd name="connsiteX81" fmla="*/ 212616 w 624058"/>
                <a:gd name="connsiteY81" fmla="*/ 215273 h 483737"/>
                <a:gd name="connsiteX82" fmla="*/ 205181 w 624058"/>
                <a:gd name="connsiteY82" fmla="*/ 207558 h 483737"/>
                <a:gd name="connsiteX83" fmla="*/ 187819 w 624058"/>
                <a:gd name="connsiteY83" fmla="*/ 206388 h 483737"/>
                <a:gd name="connsiteX84" fmla="*/ 178921 w 624058"/>
                <a:gd name="connsiteY84" fmla="*/ 211091 h 483737"/>
                <a:gd name="connsiteX85" fmla="*/ 177384 w 624058"/>
                <a:gd name="connsiteY85" fmla="*/ 204164 h 483737"/>
                <a:gd name="connsiteX86" fmla="*/ 165105 w 624058"/>
                <a:gd name="connsiteY86" fmla="*/ 195153 h 483737"/>
                <a:gd name="connsiteX87" fmla="*/ 139151 w 624058"/>
                <a:gd name="connsiteY87" fmla="*/ 203109 h 483737"/>
                <a:gd name="connsiteX88" fmla="*/ 121637 w 624058"/>
                <a:gd name="connsiteY88" fmla="*/ 218946 h 483737"/>
                <a:gd name="connsiteX89" fmla="*/ 119959 w 624058"/>
                <a:gd name="connsiteY89" fmla="*/ 228873 h 483737"/>
                <a:gd name="connsiteX90" fmla="*/ 125679 w 624058"/>
                <a:gd name="connsiteY90" fmla="*/ 237770 h 483737"/>
                <a:gd name="connsiteX91" fmla="*/ 131703 w 624058"/>
                <a:gd name="connsiteY91" fmla="*/ 244303 h 483737"/>
                <a:gd name="connsiteX92" fmla="*/ 137563 w 624058"/>
                <a:gd name="connsiteY92" fmla="*/ 259847 h 483737"/>
                <a:gd name="connsiteX93" fmla="*/ 135211 w 624058"/>
                <a:gd name="connsiteY93" fmla="*/ 266787 h 483737"/>
                <a:gd name="connsiteX94" fmla="*/ 141732 w 624058"/>
                <a:gd name="connsiteY94" fmla="*/ 270829 h 483737"/>
                <a:gd name="connsiteX95" fmla="*/ 138351 w 624058"/>
                <a:gd name="connsiteY95" fmla="*/ 285344 h 483737"/>
                <a:gd name="connsiteX96" fmla="*/ 130114 w 624058"/>
                <a:gd name="connsiteY96" fmla="*/ 297635 h 483737"/>
                <a:gd name="connsiteX97" fmla="*/ 131157 w 624058"/>
                <a:gd name="connsiteY97" fmla="*/ 315010 h 483737"/>
                <a:gd name="connsiteX98" fmla="*/ 146714 w 624058"/>
                <a:gd name="connsiteY98" fmla="*/ 323640 h 483737"/>
                <a:gd name="connsiteX99" fmla="*/ 156501 w 624058"/>
                <a:gd name="connsiteY99" fmla="*/ 316446 h 483737"/>
                <a:gd name="connsiteX100" fmla="*/ 163021 w 624058"/>
                <a:gd name="connsiteY100" fmla="*/ 319979 h 483737"/>
                <a:gd name="connsiteX101" fmla="*/ 160682 w 624058"/>
                <a:gd name="connsiteY101" fmla="*/ 327694 h 483737"/>
                <a:gd name="connsiteX102" fmla="*/ 144744 w 624058"/>
                <a:gd name="connsiteY102" fmla="*/ 347421 h 483737"/>
                <a:gd name="connsiteX103" fmla="*/ 144744 w 624058"/>
                <a:gd name="connsiteY103" fmla="*/ 373960 h 483737"/>
                <a:gd name="connsiteX104" fmla="*/ 150616 w 624058"/>
                <a:gd name="connsiteY104" fmla="*/ 382196 h 483737"/>
                <a:gd name="connsiteX105" fmla="*/ 125437 w 624058"/>
                <a:gd name="connsiteY105" fmla="*/ 384738 h 483737"/>
                <a:gd name="connsiteX106" fmla="*/ 113553 w 624058"/>
                <a:gd name="connsiteY106" fmla="*/ 346607 h 483737"/>
                <a:gd name="connsiteX107" fmla="*/ 54832 w 624058"/>
                <a:gd name="connsiteY107" fmla="*/ 372028 h 483737"/>
                <a:gd name="connsiteX108" fmla="*/ 44778 w 624058"/>
                <a:gd name="connsiteY108" fmla="*/ 366791 h 483737"/>
                <a:gd name="connsiteX109" fmla="*/ 48045 w 624058"/>
                <a:gd name="connsiteY109" fmla="*/ 346455 h 483737"/>
                <a:gd name="connsiteX110" fmla="*/ 37877 w 624058"/>
                <a:gd name="connsiteY110" fmla="*/ 319001 h 483737"/>
                <a:gd name="connsiteX111" fmla="*/ 44931 w 624058"/>
                <a:gd name="connsiteY111" fmla="*/ 309328 h 483737"/>
                <a:gd name="connsiteX112" fmla="*/ 43748 w 624058"/>
                <a:gd name="connsiteY112" fmla="*/ 295728 h 483737"/>
                <a:gd name="connsiteX113" fmla="*/ 38410 w 624058"/>
                <a:gd name="connsiteY113" fmla="*/ 279790 h 483737"/>
                <a:gd name="connsiteX114" fmla="*/ 41423 w 624058"/>
                <a:gd name="connsiteY114" fmla="*/ 271427 h 483737"/>
                <a:gd name="connsiteX115" fmla="*/ 41664 w 624058"/>
                <a:gd name="connsiteY115" fmla="*/ 268884 h 483737"/>
                <a:gd name="connsiteX116" fmla="*/ 44931 w 624058"/>
                <a:gd name="connsiteY116" fmla="*/ 257255 h 483737"/>
                <a:gd name="connsiteX117" fmla="*/ 42579 w 624058"/>
                <a:gd name="connsiteY117" fmla="*/ 242002 h 483737"/>
                <a:gd name="connsiteX118" fmla="*/ 34889 w 624058"/>
                <a:gd name="connsiteY118" fmla="*/ 217688 h 483737"/>
                <a:gd name="connsiteX119" fmla="*/ 22472 w 624058"/>
                <a:gd name="connsiteY119" fmla="*/ 215336 h 483737"/>
                <a:gd name="connsiteX120" fmla="*/ 15443 w 624058"/>
                <a:gd name="connsiteY120" fmla="*/ 208791 h 483737"/>
                <a:gd name="connsiteX121" fmla="*/ 12049 w 624058"/>
                <a:gd name="connsiteY121" fmla="*/ 191149 h 483737"/>
                <a:gd name="connsiteX122" fmla="*/ 14261 w 624058"/>
                <a:gd name="connsiteY122" fmla="*/ 174562 h 483737"/>
                <a:gd name="connsiteX123" fmla="*/ 23666 w 624058"/>
                <a:gd name="connsiteY123" fmla="*/ 158611 h 483737"/>
                <a:gd name="connsiteX124" fmla="*/ 10956 w 624058"/>
                <a:gd name="connsiteY124" fmla="*/ 114824 h 483737"/>
                <a:gd name="connsiteX125" fmla="*/ 10689 w 624058"/>
                <a:gd name="connsiteY125" fmla="*/ 95225 h 483737"/>
                <a:gd name="connsiteX126" fmla="*/ 2847 w 624058"/>
                <a:gd name="connsiteY126" fmla="*/ 82400 h 483737"/>
                <a:gd name="connsiteX127" fmla="*/ 0 w 624058"/>
                <a:gd name="connsiteY127" fmla="*/ 66335 h 483737"/>
                <a:gd name="connsiteX128" fmla="*/ 4169 w 624058"/>
                <a:gd name="connsiteY128" fmla="*/ 54438 h 483737"/>
                <a:gd name="connsiteX129" fmla="*/ 24264 w 624058"/>
                <a:gd name="connsiteY129" fmla="*/ 29017 h 483737"/>
                <a:gd name="connsiteX130" fmla="*/ 25433 w 624058"/>
                <a:gd name="connsiteY130" fmla="*/ 15939 h 483737"/>
                <a:gd name="connsiteX131" fmla="*/ 32462 w 624058"/>
                <a:gd name="connsiteY131" fmla="*/ 7041 h 483737"/>
                <a:gd name="connsiteX132" fmla="*/ 31305 w 624058"/>
                <a:gd name="connsiteY132" fmla="*/ 0 h 483737"/>
                <a:gd name="connsiteX133" fmla="*/ 37558 w 624058"/>
                <a:gd name="connsiteY133" fmla="*/ 4449 h 483737"/>
                <a:gd name="connsiteX134" fmla="*/ 37699 w 624058"/>
                <a:gd name="connsiteY134" fmla="*/ 11109 h 483737"/>
                <a:gd name="connsiteX135" fmla="*/ 43698 w 624058"/>
                <a:gd name="connsiteY135" fmla="*/ 18938 h 483737"/>
                <a:gd name="connsiteX136" fmla="*/ 40190 w 624058"/>
                <a:gd name="connsiteY136" fmla="*/ 27174 h 483737"/>
                <a:gd name="connsiteX137" fmla="*/ 44346 w 624058"/>
                <a:gd name="connsiteY137" fmla="*/ 33059 h 483737"/>
                <a:gd name="connsiteX138" fmla="*/ 43952 w 624058"/>
                <a:gd name="connsiteY138" fmla="*/ 41435 h 483737"/>
                <a:gd name="connsiteX139" fmla="*/ 54120 w 624058"/>
                <a:gd name="connsiteY139" fmla="*/ 71940 h 483737"/>
                <a:gd name="connsiteX140" fmla="*/ 104109 w 624058"/>
                <a:gd name="connsiteY140" fmla="*/ 71012 h 483737"/>
                <a:gd name="connsiteX141" fmla="*/ 172630 w 624058"/>
                <a:gd name="connsiteY141" fmla="*/ 114227 h 483737"/>
                <a:gd name="connsiteX142" fmla="*/ 191543 w 624058"/>
                <a:gd name="connsiteY142" fmla="*/ 107566 h 483737"/>
                <a:gd name="connsiteX143" fmla="*/ 210087 w 624058"/>
                <a:gd name="connsiteY143" fmla="*/ 103512 h 483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624058" h="483737">
                  <a:moveTo>
                    <a:pt x="463757" y="389530"/>
                  </a:moveTo>
                  <a:lnTo>
                    <a:pt x="471472" y="392783"/>
                  </a:lnTo>
                  <a:lnTo>
                    <a:pt x="471994" y="410972"/>
                  </a:lnTo>
                  <a:lnTo>
                    <a:pt x="482950" y="424559"/>
                  </a:lnTo>
                  <a:lnTo>
                    <a:pt x="490398" y="427177"/>
                  </a:lnTo>
                  <a:lnTo>
                    <a:pt x="501087" y="421292"/>
                  </a:lnTo>
                  <a:lnTo>
                    <a:pt x="506565" y="406777"/>
                  </a:lnTo>
                  <a:lnTo>
                    <a:pt x="506438" y="389530"/>
                  </a:lnTo>
                  <a:lnTo>
                    <a:pt x="494554" y="374366"/>
                  </a:lnTo>
                  <a:lnTo>
                    <a:pt x="488034" y="356470"/>
                  </a:lnTo>
                  <a:lnTo>
                    <a:pt x="478895" y="344968"/>
                  </a:lnTo>
                  <a:lnTo>
                    <a:pt x="458165" y="335816"/>
                  </a:lnTo>
                  <a:lnTo>
                    <a:pt x="448899" y="339871"/>
                  </a:lnTo>
                  <a:lnTo>
                    <a:pt x="435858" y="333338"/>
                  </a:lnTo>
                  <a:lnTo>
                    <a:pt x="428804" y="323526"/>
                  </a:lnTo>
                  <a:lnTo>
                    <a:pt x="416094" y="325877"/>
                  </a:lnTo>
                  <a:lnTo>
                    <a:pt x="400842" y="320793"/>
                  </a:lnTo>
                  <a:lnTo>
                    <a:pt x="394588" y="323424"/>
                  </a:lnTo>
                  <a:lnTo>
                    <a:pt x="399406" y="330351"/>
                  </a:lnTo>
                  <a:lnTo>
                    <a:pt x="409053" y="336083"/>
                  </a:lnTo>
                  <a:lnTo>
                    <a:pt x="415077" y="354793"/>
                  </a:lnTo>
                  <a:lnTo>
                    <a:pt x="403968" y="361593"/>
                  </a:lnTo>
                  <a:lnTo>
                    <a:pt x="403727" y="366295"/>
                  </a:lnTo>
                  <a:lnTo>
                    <a:pt x="423415" y="369562"/>
                  </a:lnTo>
                  <a:lnTo>
                    <a:pt x="443751" y="377925"/>
                  </a:lnTo>
                  <a:close/>
                  <a:moveTo>
                    <a:pt x="300774" y="72181"/>
                  </a:moveTo>
                  <a:lnTo>
                    <a:pt x="363792" y="86824"/>
                  </a:lnTo>
                  <a:lnTo>
                    <a:pt x="373197" y="83951"/>
                  </a:lnTo>
                  <a:lnTo>
                    <a:pt x="383238" y="88514"/>
                  </a:lnTo>
                  <a:lnTo>
                    <a:pt x="379730" y="100411"/>
                  </a:lnTo>
                  <a:lnTo>
                    <a:pt x="384967" y="107605"/>
                  </a:lnTo>
                  <a:lnTo>
                    <a:pt x="406218" y="102241"/>
                  </a:lnTo>
                  <a:lnTo>
                    <a:pt x="412738" y="122895"/>
                  </a:lnTo>
                  <a:lnTo>
                    <a:pt x="423059" y="126937"/>
                  </a:lnTo>
                  <a:lnTo>
                    <a:pt x="431689" y="121192"/>
                  </a:lnTo>
                  <a:lnTo>
                    <a:pt x="447717" y="137918"/>
                  </a:lnTo>
                  <a:lnTo>
                    <a:pt x="455343" y="153616"/>
                  </a:lnTo>
                  <a:lnTo>
                    <a:pt x="453500" y="160784"/>
                  </a:lnTo>
                  <a:lnTo>
                    <a:pt x="460033" y="164851"/>
                  </a:lnTo>
                  <a:lnTo>
                    <a:pt x="461063" y="173100"/>
                  </a:lnTo>
                  <a:lnTo>
                    <a:pt x="475947" y="196868"/>
                  </a:lnTo>
                  <a:lnTo>
                    <a:pt x="468231" y="206287"/>
                  </a:lnTo>
                  <a:lnTo>
                    <a:pt x="466808" y="215438"/>
                  </a:lnTo>
                  <a:lnTo>
                    <a:pt x="481818" y="223064"/>
                  </a:lnTo>
                  <a:lnTo>
                    <a:pt x="495520" y="221793"/>
                  </a:lnTo>
                  <a:lnTo>
                    <a:pt x="497999" y="230817"/>
                  </a:lnTo>
                  <a:lnTo>
                    <a:pt x="507252" y="231211"/>
                  </a:lnTo>
                  <a:lnTo>
                    <a:pt x="523838" y="223496"/>
                  </a:lnTo>
                  <a:lnTo>
                    <a:pt x="541328" y="223102"/>
                  </a:lnTo>
                  <a:lnTo>
                    <a:pt x="551890" y="254471"/>
                  </a:lnTo>
                  <a:lnTo>
                    <a:pt x="605527" y="242574"/>
                  </a:lnTo>
                  <a:lnTo>
                    <a:pt x="624058" y="278658"/>
                  </a:lnTo>
                  <a:lnTo>
                    <a:pt x="598091" y="294597"/>
                  </a:lnTo>
                  <a:lnTo>
                    <a:pt x="596147" y="322699"/>
                  </a:lnTo>
                  <a:lnTo>
                    <a:pt x="566252" y="385043"/>
                  </a:lnTo>
                  <a:lnTo>
                    <a:pt x="521220" y="422945"/>
                  </a:lnTo>
                  <a:lnTo>
                    <a:pt x="497210" y="453449"/>
                  </a:lnTo>
                  <a:lnTo>
                    <a:pt x="436672" y="457517"/>
                  </a:lnTo>
                  <a:lnTo>
                    <a:pt x="396202" y="477383"/>
                  </a:lnTo>
                  <a:lnTo>
                    <a:pt x="366207" y="483738"/>
                  </a:lnTo>
                  <a:lnTo>
                    <a:pt x="352746" y="447793"/>
                  </a:lnTo>
                  <a:lnTo>
                    <a:pt x="263228" y="466604"/>
                  </a:lnTo>
                  <a:lnTo>
                    <a:pt x="255119" y="453526"/>
                  </a:lnTo>
                  <a:lnTo>
                    <a:pt x="241964" y="440714"/>
                  </a:lnTo>
                  <a:lnTo>
                    <a:pt x="233207" y="424000"/>
                  </a:lnTo>
                  <a:lnTo>
                    <a:pt x="223039" y="415102"/>
                  </a:lnTo>
                  <a:lnTo>
                    <a:pt x="214281" y="389339"/>
                  </a:lnTo>
                  <a:lnTo>
                    <a:pt x="206185" y="377315"/>
                  </a:lnTo>
                  <a:lnTo>
                    <a:pt x="204914" y="365418"/>
                  </a:lnTo>
                  <a:lnTo>
                    <a:pt x="210926" y="357716"/>
                  </a:lnTo>
                  <a:lnTo>
                    <a:pt x="210926" y="350649"/>
                  </a:lnTo>
                  <a:lnTo>
                    <a:pt x="214968" y="345311"/>
                  </a:lnTo>
                  <a:lnTo>
                    <a:pt x="222149" y="338231"/>
                  </a:lnTo>
                  <a:lnTo>
                    <a:pt x="225784" y="328559"/>
                  </a:lnTo>
                  <a:lnTo>
                    <a:pt x="224119" y="296554"/>
                  </a:lnTo>
                  <a:lnTo>
                    <a:pt x="234541" y="276816"/>
                  </a:lnTo>
                  <a:lnTo>
                    <a:pt x="234033" y="270282"/>
                  </a:lnTo>
                  <a:lnTo>
                    <a:pt x="243146" y="235762"/>
                  </a:lnTo>
                  <a:lnTo>
                    <a:pt x="238838" y="227131"/>
                  </a:lnTo>
                  <a:lnTo>
                    <a:pt x="229724" y="225860"/>
                  </a:lnTo>
                  <a:lnTo>
                    <a:pt x="219683" y="217624"/>
                  </a:lnTo>
                  <a:lnTo>
                    <a:pt x="212616" y="215273"/>
                  </a:lnTo>
                  <a:lnTo>
                    <a:pt x="205181" y="207558"/>
                  </a:lnTo>
                  <a:lnTo>
                    <a:pt x="187819" y="206388"/>
                  </a:lnTo>
                  <a:lnTo>
                    <a:pt x="178921" y="211091"/>
                  </a:lnTo>
                  <a:lnTo>
                    <a:pt x="177384" y="204164"/>
                  </a:lnTo>
                  <a:lnTo>
                    <a:pt x="165105" y="195153"/>
                  </a:lnTo>
                  <a:lnTo>
                    <a:pt x="139151" y="203109"/>
                  </a:lnTo>
                  <a:lnTo>
                    <a:pt x="121637" y="218946"/>
                  </a:lnTo>
                  <a:lnTo>
                    <a:pt x="119959" y="228873"/>
                  </a:lnTo>
                  <a:lnTo>
                    <a:pt x="125679" y="237770"/>
                  </a:lnTo>
                  <a:lnTo>
                    <a:pt x="131703" y="244303"/>
                  </a:lnTo>
                  <a:lnTo>
                    <a:pt x="137563" y="259847"/>
                  </a:lnTo>
                  <a:lnTo>
                    <a:pt x="135211" y="266787"/>
                  </a:lnTo>
                  <a:lnTo>
                    <a:pt x="141732" y="270829"/>
                  </a:lnTo>
                  <a:lnTo>
                    <a:pt x="138351" y="285344"/>
                  </a:lnTo>
                  <a:lnTo>
                    <a:pt x="130114" y="297635"/>
                  </a:lnTo>
                  <a:lnTo>
                    <a:pt x="131157" y="315010"/>
                  </a:lnTo>
                  <a:lnTo>
                    <a:pt x="146714" y="323640"/>
                  </a:lnTo>
                  <a:lnTo>
                    <a:pt x="156501" y="316446"/>
                  </a:lnTo>
                  <a:lnTo>
                    <a:pt x="163021" y="319979"/>
                  </a:lnTo>
                  <a:lnTo>
                    <a:pt x="160682" y="327694"/>
                  </a:lnTo>
                  <a:lnTo>
                    <a:pt x="144744" y="347421"/>
                  </a:lnTo>
                  <a:lnTo>
                    <a:pt x="144744" y="373960"/>
                  </a:lnTo>
                  <a:lnTo>
                    <a:pt x="150616" y="382196"/>
                  </a:lnTo>
                  <a:lnTo>
                    <a:pt x="125437" y="384738"/>
                  </a:lnTo>
                  <a:lnTo>
                    <a:pt x="113553" y="346607"/>
                  </a:lnTo>
                  <a:lnTo>
                    <a:pt x="54832" y="372028"/>
                  </a:lnTo>
                  <a:lnTo>
                    <a:pt x="44778" y="366791"/>
                  </a:lnTo>
                  <a:lnTo>
                    <a:pt x="48045" y="346455"/>
                  </a:lnTo>
                  <a:lnTo>
                    <a:pt x="37877" y="319001"/>
                  </a:lnTo>
                  <a:lnTo>
                    <a:pt x="44931" y="309328"/>
                  </a:lnTo>
                  <a:lnTo>
                    <a:pt x="43748" y="295728"/>
                  </a:lnTo>
                  <a:lnTo>
                    <a:pt x="38410" y="279790"/>
                  </a:lnTo>
                  <a:lnTo>
                    <a:pt x="41423" y="271427"/>
                  </a:lnTo>
                  <a:lnTo>
                    <a:pt x="41664" y="268884"/>
                  </a:lnTo>
                  <a:lnTo>
                    <a:pt x="44931" y="257255"/>
                  </a:lnTo>
                  <a:lnTo>
                    <a:pt x="42579" y="242002"/>
                  </a:lnTo>
                  <a:lnTo>
                    <a:pt x="34889" y="217688"/>
                  </a:lnTo>
                  <a:lnTo>
                    <a:pt x="22472" y="215336"/>
                  </a:lnTo>
                  <a:lnTo>
                    <a:pt x="15443" y="208791"/>
                  </a:lnTo>
                  <a:lnTo>
                    <a:pt x="12049" y="191149"/>
                  </a:lnTo>
                  <a:lnTo>
                    <a:pt x="14261" y="174562"/>
                  </a:lnTo>
                  <a:lnTo>
                    <a:pt x="23666" y="158611"/>
                  </a:lnTo>
                  <a:lnTo>
                    <a:pt x="10956" y="114824"/>
                  </a:lnTo>
                  <a:lnTo>
                    <a:pt x="10689" y="95225"/>
                  </a:lnTo>
                  <a:lnTo>
                    <a:pt x="2847" y="82400"/>
                  </a:lnTo>
                  <a:lnTo>
                    <a:pt x="0" y="66335"/>
                  </a:lnTo>
                  <a:lnTo>
                    <a:pt x="4169" y="54438"/>
                  </a:lnTo>
                  <a:lnTo>
                    <a:pt x="24264" y="29017"/>
                  </a:lnTo>
                  <a:lnTo>
                    <a:pt x="25433" y="15939"/>
                  </a:lnTo>
                  <a:lnTo>
                    <a:pt x="32462" y="7041"/>
                  </a:lnTo>
                  <a:lnTo>
                    <a:pt x="31305" y="0"/>
                  </a:lnTo>
                  <a:lnTo>
                    <a:pt x="37558" y="4449"/>
                  </a:lnTo>
                  <a:lnTo>
                    <a:pt x="37699" y="11109"/>
                  </a:lnTo>
                  <a:lnTo>
                    <a:pt x="43698" y="18938"/>
                  </a:lnTo>
                  <a:lnTo>
                    <a:pt x="40190" y="27174"/>
                  </a:lnTo>
                  <a:lnTo>
                    <a:pt x="44346" y="33059"/>
                  </a:lnTo>
                  <a:lnTo>
                    <a:pt x="43952" y="41435"/>
                  </a:lnTo>
                  <a:lnTo>
                    <a:pt x="54120" y="71940"/>
                  </a:lnTo>
                  <a:lnTo>
                    <a:pt x="104109" y="71012"/>
                  </a:lnTo>
                  <a:lnTo>
                    <a:pt x="172630" y="114227"/>
                  </a:lnTo>
                  <a:lnTo>
                    <a:pt x="191543" y="107566"/>
                  </a:lnTo>
                  <a:lnTo>
                    <a:pt x="210087" y="103512"/>
                  </a:lnTo>
                  <a:close/>
                </a:path>
              </a:pathLst>
            </a:custGeom>
            <a:noFill/>
            <a:ln w="3810" cap="flat">
              <a:solidFill>
                <a:srgbClr val="E6E4E2"/>
              </a:solidFill>
              <a:prstDash val="solid"/>
              <a:miter/>
            </a:ln>
          </p:spPr>
          <p:txBody>
            <a:bodyPr rtlCol="0" anchor="ctr"/>
            <a:lstStyle/>
            <a:p>
              <a:endParaRPr lang="de-CH"/>
            </a:p>
          </p:txBody>
        </p:sp>
        <p:sp>
          <p:nvSpPr>
            <p:cNvPr id="100" name="Freihandform: Form 99">
              <a:extLst>
                <a:ext uri="{FF2B5EF4-FFF2-40B4-BE49-F238E27FC236}">
                  <a16:creationId xmlns:a16="http://schemas.microsoft.com/office/drawing/2014/main" id="{83738820-F9D2-DAED-6E73-9864D0E405E8}"/>
                </a:ext>
              </a:extLst>
            </p:cNvPr>
            <p:cNvSpPr/>
            <p:nvPr/>
          </p:nvSpPr>
          <p:spPr>
            <a:xfrm>
              <a:off x="3116304" y="2897994"/>
              <a:ext cx="1292919" cy="1686974"/>
            </a:xfrm>
            <a:custGeom>
              <a:avLst/>
              <a:gdLst>
                <a:gd name="connsiteX0" fmla="*/ 995603 w 1292919"/>
                <a:gd name="connsiteY0" fmla="*/ 217014 h 1686974"/>
                <a:gd name="connsiteX1" fmla="*/ 995476 w 1292919"/>
                <a:gd name="connsiteY1" fmla="*/ 223801 h 1686974"/>
                <a:gd name="connsiteX2" fmla="*/ 963624 w 1292919"/>
                <a:gd name="connsiteY2" fmla="*/ 238710 h 1686974"/>
                <a:gd name="connsiteX3" fmla="*/ 959442 w 1292919"/>
                <a:gd name="connsiteY3" fmla="*/ 228911 h 1686974"/>
                <a:gd name="connsiteX4" fmla="*/ 961400 w 1292919"/>
                <a:gd name="connsiteY4" fmla="*/ 214790 h 1686974"/>
                <a:gd name="connsiteX5" fmla="*/ 987240 w 1292919"/>
                <a:gd name="connsiteY5" fmla="*/ 192572 h 1686974"/>
                <a:gd name="connsiteX6" fmla="*/ 997154 w 1292919"/>
                <a:gd name="connsiteY6" fmla="*/ 198444 h 1686974"/>
                <a:gd name="connsiteX7" fmla="*/ 751427 w 1292919"/>
                <a:gd name="connsiteY7" fmla="*/ 269126 h 1686974"/>
                <a:gd name="connsiteX8" fmla="*/ 759269 w 1292919"/>
                <a:gd name="connsiteY8" fmla="*/ 303354 h 1686974"/>
                <a:gd name="connsiteX9" fmla="*/ 769832 w 1292919"/>
                <a:gd name="connsiteY9" fmla="*/ 306901 h 1686974"/>
                <a:gd name="connsiteX10" fmla="*/ 799586 w 1292919"/>
                <a:gd name="connsiteY10" fmla="*/ 285852 h 1686974"/>
                <a:gd name="connsiteX11" fmla="*/ 795011 w 1292919"/>
                <a:gd name="connsiteY11" fmla="*/ 260101 h 1686974"/>
                <a:gd name="connsiteX12" fmla="*/ 702239 w 1292919"/>
                <a:gd name="connsiteY12" fmla="*/ 924858 h 1686974"/>
                <a:gd name="connsiteX13" fmla="*/ 713449 w 1292919"/>
                <a:gd name="connsiteY13" fmla="*/ 926561 h 1686974"/>
                <a:gd name="connsiteX14" fmla="*/ 718165 w 1292919"/>
                <a:gd name="connsiteY14" fmla="*/ 934276 h 1686974"/>
                <a:gd name="connsiteX15" fmla="*/ 726376 w 1292919"/>
                <a:gd name="connsiteY15" fmla="*/ 926561 h 1686974"/>
                <a:gd name="connsiteX16" fmla="*/ 730557 w 1292919"/>
                <a:gd name="connsiteY16" fmla="*/ 928391 h 1686974"/>
                <a:gd name="connsiteX17" fmla="*/ 725473 w 1292919"/>
                <a:gd name="connsiteY17" fmla="*/ 933996 h 1686974"/>
                <a:gd name="connsiteX18" fmla="*/ 725219 w 1292919"/>
                <a:gd name="connsiteY18" fmla="*/ 943173 h 1686974"/>
                <a:gd name="connsiteX19" fmla="*/ 719347 w 1292919"/>
                <a:gd name="connsiteY19" fmla="*/ 945245 h 1686974"/>
                <a:gd name="connsiteX20" fmla="*/ 715165 w 1292919"/>
                <a:gd name="connsiteY20" fmla="*/ 952566 h 1686974"/>
                <a:gd name="connsiteX21" fmla="*/ 707539 w 1292919"/>
                <a:gd name="connsiteY21" fmla="*/ 955972 h 1686974"/>
                <a:gd name="connsiteX22" fmla="*/ 691105 w 1292919"/>
                <a:gd name="connsiteY22" fmla="*/ 975699 h 1686974"/>
                <a:gd name="connsiteX23" fmla="*/ 689910 w 1292919"/>
                <a:gd name="connsiteY23" fmla="*/ 989820 h 1686974"/>
                <a:gd name="connsiteX24" fmla="*/ 684572 w 1292919"/>
                <a:gd name="connsiteY24" fmla="*/ 999352 h 1686974"/>
                <a:gd name="connsiteX25" fmla="*/ 675675 w 1292919"/>
                <a:gd name="connsiteY25" fmla="*/ 1005250 h 1686974"/>
                <a:gd name="connsiteX26" fmla="*/ 681025 w 1292919"/>
                <a:gd name="connsiteY26" fmla="*/ 1011783 h 1686974"/>
                <a:gd name="connsiteX27" fmla="*/ 691092 w 1292919"/>
                <a:gd name="connsiteY27" fmla="*/ 1010512 h 1686974"/>
                <a:gd name="connsiteX28" fmla="*/ 695248 w 1292919"/>
                <a:gd name="connsiteY28" fmla="*/ 1000344 h 1686974"/>
                <a:gd name="connsiteX29" fmla="*/ 705823 w 1292919"/>
                <a:gd name="connsiteY29" fmla="*/ 1004157 h 1686974"/>
                <a:gd name="connsiteX30" fmla="*/ 707781 w 1292919"/>
                <a:gd name="connsiteY30" fmla="*/ 1009241 h 1686974"/>
                <a:gd name="connsiteX31" fmla="*/ 698121 w 1292919"/>
                <a:gd name="connsiteY31" fmla="*/ 1027811 h 1686974"/>
                <a:gd name="connsiteX32" fmla="*/ 703726 w 1292919"/>
                <a:gd name="connsiteY32" fmla="*/ 1045452 h 1686974"/>
                <a:gd name="connsiteX33" fmla="*/ 699277 w 1292919"/>
                <a:gd name="connsiteY33" fmla="*/ 1078651 h 1686974"/>
                <a:gd name="connsiteX34" fmla="*/ 701641 w 1292919"/>
                <a:gd name="connsiteY34" fmla="*/ 1102801 h 1686974"/>
                <a:gd name="connsiteX35" fmla="*/ 698769 w 1292919"/>
                <a:gd name="connsiteY35" fmla="*/ 1120061 h 1686974"/>
                <a:gd name="connsiteX36" fmla="*/ 703980 w 1292919"/>
                <a:gd name="connsiteY36" fmla="*/ 1122413 h 1686974"/>
                <a:gd name="connsiteX37" fmla="*/ 701120 w 1292919"/>
                <a:gd name="connsiteY37" fmla="*/ 1129480 h 1686974"/>
                <a:gd name="connsiteX38" fmla="*/ 708162 w 1292919"/>
                <a:gd name="connsiteY38" fmla="*/ 1148951 h 1686974"/>
                <a:gd name="connsiteX39" fmla="*/ 709979 w 1292919"/>
                <a:gd name="connsiteY39" fmla="*/ 1163060 h 1686974"/>
                <a:gd name="connsiteX40" fmla="*/ 717682 w 1292919"/>
                <a:gd name="connsiteY40" fmla="*/ 1160187 h 1686974"/>
                <a:gd name="connsiteX41" fmla="*/ 724736 w 1292919"/>
                <a:gd name="connsiteY41" fmla="*/ 1167902 h 1686974"/>
                <a:gd name="connsiteX42" fmla="*/ 729947 w 1292919"/>
                <a:gd name="connsiteY42" fmla="*/ 1165551 h 1686974"/>
                <a:gd name="connsiteX43" fmla="*/ 728257 w 1292919"/>
                <a:gd name="connsiteY43" fmla="*/ 1137055 h 1686974"/>
                <a:gd name="connsiteX44" fmla="*/ 727087 w 1292919"/>
                <a:gd name="connsiteY44" fmla="*/ 1106995 h 1686974"/>
                <a:gd name="connsiteX45" fmla="*/ 721736 w 1292919"/>
                <a:gd name="connsiteY45" fmla="*/ 1098098 h 1686974"/>
                <a:gd name="connsiteX46" fmla="*/ 720567 w 1292919"/>
                <a:gd name="connsiteY46" fmla="*/ 1075093 h 1686974"/>
                <a:gd name="connsiteX47" fmla="*/ 714034 w 1292919"/>
                <a:gd name="connsiteY47" fmla="*/ 1067390 h 1686974"/>
                <a:gd name="connsiteX48" fmla="*/ 712598 w 1292919"/>
                <a:gd name="connsiteY48" fmla="*/ 1039428 h 1686974"/>
                <a:gd name="connsiteX49" fmla="*/ 716411 w 1292919"/>
                <a:gd name="connsiteY49" fmla="*/ 1031319 h 1686974"/>
                <a:gd name="connsiteX50" fmla="*/ 714708 w 1292919"/>
                <a:gd name="connsiteY50" fmla="*/ 1023095 h 1686974"/>
                <a:gd name="connsiteX51" fmla="*/ 722677 w 1292919"/>
                <a:gd name="connsiteY51" fmla="*/ 1014859 h 1686974"/>
                <a:gd name="connsiteX52" fmla="*/ 714059 w 1292919"/>
                <a:gd name="connsiteY52" fmla="*/ 991713 h 1686974"/>
                <a:gd name="connsiteX53" fmla="*/ 724761 w 1292919"/>
                <a:gd name="connsiteY53" fmla="*/ 977478 h 1686974"/>
                <a:gd name="connsiteX54" fmla="*/ 731803 w 1292919"/>
                <a:gd name="connsiteY54" fmla="*/ 978647 h 1686974"/>
                <a:gd name="connsiteX55" fmla="*/ 737675 w 1292919"/>
                <a:gd name="connsiteY55" fmla="*/ 966878 h 1686974"/>
                <a:gd name="connsiteX56" fmla="*/ 735984 w 1292919"/>
                <a:gd name="connsiteY56" fmla="*/ 956824 h 1686974"/>
                <a:gd name="connsiteX57" fmla="*/ 747195 w 1292919"/>
                <a:gd name="connsiteY57" fmla="*/ 958527 h 1686974"/>
                <a:gd name="connsiteX58" fmla="*/ 755431 w 1292919"/>
                <a:gd name="connsiteY58" fmla="*/ 953303 h 1686974"/>
                <a:gd name="connsiteX59" fmla="*/ 761684 w 1292919"/>
                <a:gd name="connsiteY59" fmla="*/ 945588 h 1686974"/>
                <a:gd name="connsiteX60" fmla="*/ 763655 w 1292919"/>
                <a:gd name="connsiteY60" fmla="*/ 939703 h 1686974"/>
                <a:gd name="connsiteX61" fmla="*/ 760248 w 1292919"/>
                <a:gd name="connsiteY61" fmla="*/ 935522 h 1686974"/>
                <a:gd name="connsiteX62" fmla="*/ 754262 w 1292919"/>
                <a:gd name="connsiteY62" fmla="*/ 943249 h 1686974"/>
                <a:gd name="connsiteX63" fmla="*/ 747729 w 1292919"/>
                <a:gd name="connsiteY63" fmla="*/ 946097 h 1686974"/>
                <a:gd name="connsiteX64" fmla="*/ 741844 w 1292919"/>
                <a:gd name="connsiteY64" fmla="*/ 941407 h 1686974"/>
                <a:gd name="connsiteX65" fmla="*/ 740039 w 1292919"/>
                <a:gd name="connsiteY65" fmla="*/ 924019 h 1686974"/>
                <a:gd name="connsiteX66" fmla="*/ 728790 w 1292919"/>
                <a:gd name="connsiteY66" fmla="*/ 918935 h 1686974"/>
                <a:gd name="connsiteX67" fmla="*/ 728663 w 1292919"/>
                <a:gd name="connsiteY67" fmla="*/ 912669 h 1686974"/>
                <a:gd name="connsiteX68" fmla="*/ 719766 w 1292919"/>
                <a:gd name="connsiteY68" fmla="*/ 903772 h 1686974"/>
                <a:gd name="connsiteX69" fmla="*/ 714682 w 1292919"/>
                <a:gd name="connsiteY69" fmla="*/ 888735 h 1686974"/>
                <a:gd name="connsiteX70" fmla="*/ 717682 w 1292919"/>
                <a:gd name="connsiteY70" fmla="*/ 883779 h 1686974"/>
                <a:gd name="connsiteX71" fmla="*/ 735705 w 1292919"/>
                <a:gd name="connsiteY71" fmla="*/ 877906 h 1686974"/>
                <a:gd name="connsiteX72" fmla="*/ 738247 w 1292919"/>
                <a:gd name="connsiteY72" fmla="*/ 864560 h 1686974"/>
                <a:gd name="connsiteX73" fmla="*/ 746483 w 1292919"/>
                <a:gd name="connsiteY73" fmla="*/ 856845 h 1686974"/>
                <a:gd name="connsiteX74" fmla="*/ 739696 w 1292919"/>
                <a:gd name="connsiteY74" fmla="*/ 853452 h 1686974"/>
                <a:gd name="connsiteX75" fmla="*/ 730163 w 1292919"/>
                <a:gd name="connsiteY75" fmla="*/ 858943 h 1686974"/>
                <a:gd name="connsiteX76" fmla="*/ 727036 w 1292919"/>
                <a:gd name="connsiteY76" fmla="*/ 869276 h 1686974"/>
                <a:gd name="connsiteX77" fmla="*/ 722855 w 1292919"/>
                <a:gd name="connsiteY77" fmla="*/ 872797 h 1686974"/>
                <a:gd name="connsiteX78" fmla="*/ 716334 w 1292919"/>
                <a:gd name="connsiteY78" fmla="*/ 871627 h 1686974"/>
                <a:gd name="connsiteX79" fmla="*/ 712280 w 1292919"/>
                <a:gd name="connsiteY79" fmla="*/ 879330 h 1686974"/>
                <a:gd name="connsiteX80" fmla="*/ 698057 w 1292919"/>
                <a:gd name="connsiteY80" fmla="*/ 885075 h 1686974"/>
                <a:gd name="connsiteX81" fmla="*/ 698057 w 1292919"/>
                <a:gd name="connsiteY81" fmla="*/ 890566 h 1686974"/>
                <a:gd name="connsiteX82" fmla="*/ 704578 w 1292919"/>
                <a:gd name="connsiteY82" fmla="*/ 888735 h 1686974"/>
                <a:gd name="connsiteX83" fmla="*/ 708111 w 1292919"/>
                <a:gd name="connsiteY83" fmla="*/ 893578 h 1686974"/>
                <a:gd name="connsiteX84" fmla="*/ 708238 w 1292919"/>
                <a:gd name="connsiteY84" fmla="*/ 900899 h 1686974"/>
                <a:gd name="connsiteX85" fmla="*/ 701591 w 1292919"/>
                <a:gd name="connsiteY85" fmla="*/ 904814 h 1686974"/>
                <a:gd name="connsiteX86" fmla="*/ 699887 w 1292919"/>
                <a:gd name="connsiteY86" fmla="*/ 918922 h 1686974"/>
                <a:gd name="connsiteX87" fmla="*/ 50383 w 1292919"/>
                <a:gd name="connsiteY87" fmla="*/ 749330 h 1686974"/>
                <a:gd name="connsiteX88" fmla="*/ 77265 w 1292919"/>
                <a:gd name="connsiteY88" fmla="*/ 760693 h 1686974"/>
                <a:gd name="connsiteX89" fmla="*/ 73224 w 1292919"/>
                <a:gd name="connsiteY89" fmla="*/ 797031 h 1686974"/>
                <a:gd name="connsiteX90" fmla="*/ 44778 w 1292919"/>
                <a:gd name="connsiteY90" fmla="*/ 840945 h 1686974"/>
                <a:gd name="connsiteX91" fmla="*/ 20120 w 1292919"/>
                <a:gd name="connsiteY91" fmla="*/ 836764 h 1686974"/>
                <a:gd name="connsiteX92" fmla="*/ 0 w 1292919"/>
                <a:gd name="connsiteY92" fmla="*/ 807225 h 1686974"/>
                <a:gd name="connsiteX93" fmla="*/ 416056 w 1292919"/>
                <a:gd name="connsiteY93" fmla="*/ 247938 h 1686974"/>
                <a:gd name="connsiteX94" fmla="*/ 424661 w 1292919"/>
                <a:gd name="connsiteY94" fmla="*/ 236499 h 1686974"/>
                <a:gd name="connsiteX95" fmla="*/ 439544 w 1292919"/>
                <a:gd name="connsiteY95" fmla="*/ 227207 h 1686974"/>
                <a:gd name="connsiteX96" fmla="*/ 491859 w 1292919"/>
                <a:gd name="connsiteY96" fmla="*/ 255055 h 1686974"/>
                <a:gd name="connsiteX97" fmla="*/ 484945 w 1292919"/>
                <a:gd name="connsiteY97" fmla="*/ 286018 h 1686974"/>
                <a:gd name="connsiteX98" fmla="*/ 536371 w 1292919"/>
                <a:gd name="connsiteY98" fmla="*/ 342362 h 1686974"/>
                <a:gd name="connsiteX99" fmla="*/ 504392 w 1292919"/>
                <a:gd name="connsiteY99" fmla="*/ 372155 h 1686974"/>
                <a:gd name="connsiteX100" fmla="*/ 531159 w 1292919"/>
                <a:gd name="connsiteY100" fmla="*/ 389758 h 1686974"/>
                <a:gd name="connsiteX101" fmla="*/ 549945 w 1292919"/>
                <a:gd name="connsiteY101" fmla="*/ 367274 h 1686974"/>
                <a:gd name="connsiteX102" fmla="*/ 582572 w 1292919"/>
                <a:gd name="connsiteY102" fmla="*/ 381916 h 1686974"/>
                <a:gd name="connsiteX103" fmla="*/ 596414 w 1292919"/>
                <a:gd name="connsiteY103" fmla="*/ 431193 h 1686974"/>
                <a:gd name="connsiteX104" fmla="*/ 577081 w 1292919"/>
                <a:gd name="connsiteY104" fmla="*/ 451060 h 1686974"/>
                <a:gd name="connsiteX105" fmla="*/ 588050 w 1292919"/>
                <a:gd name="connsiteY105" fmla="*/ 468574 h 1686974"/>
                <a:gd name="connsiteX106" fmla="*/ 618974 w 1292919"/>
                <a:gd name="connsiteY106" fmla="*/ 445454 h 1686974"/>
                <a:gd name="connsiteX107" fmla="*/ 633337 w 1292919"/>
                <a:gd name="connsiteY107" fmla="*/ 426389 h 1686974"/>
                <a:gd name="connsiteX108" fmla="*/ 635815 w 1292919"/>
                <a:gd name="connsiteY108" fmla="*/ 422207 h 1686974"/>
                <a:gd name="connsiteX109" fmla="*/ 639628 w 1292919"/>
                <a:gd name="connsiteY109" fmla="*/ 418814 h 1686974"/>
                <a:gd name="connsiteX110" fmla="*/ 653063 w 1292919"/>
                <a:gd name="connsiteY110" fmla="*/ 403790 h 1686974"/>
                <a:gd name="connsiteX111" fmla="*/ 643149 w 1292919"/>
                <a:gd name="connsiteY111" fmla="*/ 370845 h 1686974"/>
                <a:gd name="connsiteX112" fmla="*/ 668989 w 1292919"/>
                <a:gd name="connsiteY112" fmla="*/ 324580 h 1686974"/>
                <a:gd name="connsiteX113" fmla="*/ 687114 w 1292919"/>
                <a:gd name="connsiteY113" fmla="*/ 322038 h 1686974"/>
                <a:gd name="connsiteX114" fmla="*/ 700561 w 1292919"/>
                <a:gd name="connsiteY114" fmla="*/ 333134 h 1686974"/>
                <a:gd name="connsiteX115" fmla="*/ 723528 w 1292919"/>
                <a:gd name="connsiteY115" fmla="*/ 310256 h 1686974"/>
                <a:gd name="connsiteX116" fmla="*/ 703688 w 1292919"/>
                <a:gd name="connsiteY116" fmla="*/ 299274 h 1686974"/>
                <a:gd name="connsiteX117" fmla="*/ 701209 w 1292919"/>
                <a:gd name="connsiteY117" fmla="*/ 287378 h 1686974"/>
                <a:gd name="connsiteX118" fmla="*/ 689770 w 1292919"/>
                <a:gd name="connsiteY118" fmla="*/ 271960 h 1686974"/>
                <a:gd name="connsiteX119" fmla="*/ 700726 w 1292919"/>
                <a:gd name="connsiteY119" fmla="*/ 257839 h 1686974"/>
                <a:gd name="connsiteX120" fmla="*/ 698184 w 1292919"/>
                <a:gd name="connsiteY120" fmla="*/ 246997 h 1686974"/>
                <a:gd name="connsiteX121" fmla="*/ 701311 w 1292919"/>
                <a:gd name="connsiteY121" fmla="*/ 243591 h 1686974"/>
                <a:gd name="connsiteX122" fmla="*/ 709280 w 1292919"/>
                <a:gd name="connsiteY122" fmla="*/ 248815 h 1686974"/>
                <a:gd name="connsiteX123" fmla="*/ 722982 w 1292919"/>
                <a:gd name="connsiteY123" fmla="*/ 246209 h 1686974"/>
                <a:gd name="connsiteX124" fmla="*/ 742301 w 1292919"/>
                <a:gd name="connsiteY124" fmla="*/ 228707 h 1686974"/>
                <a:gd name="connsiteX125" fmla="*/ 763299 w 1292919"/>
                <a:gd name="connsiteY125" fmla="*/ 206998 h 1686974"/>
                <a:gd name="connsiteX126" fmla="*/ 787448 w 1292919"/>
                <a:gd name="connsiteY126" fmla="*/ 183739 h 1686974"/>
                <a:gd name="connsiteX127" fmla="*/ 787982 w 1292919"/>
                <a:gd name="connsiteY127" fmla="*/ 171842 h 1686974"/>
                <a:gd name="connsiteX128" fmla="*/ 766832 w 1292919"/>
                <a:gd name="connsiteY128" fmla="*/ 142608 h 1686974"/>
                <a:gd name="connsiteX129" fmla="*/ 747767 w 1292919"/>
                <a:gd name="connsiteY129" fmla="*/ 138935 h 1686974"/>
                <a:gd name="connsiteX130" fmla="*/ 709789 w 1292919"/>
                <a:gd name="connsiteY130" fmla="*/ 158280 h 1686974"/>
                <a:gd name="connsiteX131" fmla="*/ 647407 w 1292919"/>
                <a:gd name="connsiteY131" fmla="*/ 187437 h 1686974"/>
                <a:gd name="connsiteX132" fmla="*/ 639781 w 1292919"/>
                <a:gd name="connsiteY132" fmla="*/ 155929 h 1686974"/>
                <a:gd name="connsiteX133" fmla="*/ 642386 w 1292919"/>
                <a:gd name="connsiteY133" fmla="*/ 103906 h 1686974"/>
                <a:gd name="connsiteX134" fmla="*/ 597901 w 1292919"/>
                <a:gd name="connsiteY134" fmla="*/ 84434 h 1686974"/>
                <a:gd name="connsiteX135" fmla="*/ 597774 w 1292919"/>
                <a:gd name="connsiteY135" fmla="*/ 73846 h 1686974"/>
                <a:gd name="connsiteX136" fmla="*/ 618390 w 1292919"/>
                <a:gd name="connsiteY136" fmla="*/ 75549 h 1686974"/>
                <a:gd name="connsiteX137" fmla="*/ 685194 w 1292919"/>
                <a:gd name="connsiteY137" fmla="*/ 86264 h 1686974"/>
                <a:gd name="connsiteX138" fmla="*/ 699290 w 1292919"/>
                <a:gd name="connsiteY138" fmla="*/ 81434 h 1686974"/>
                <a:gd name="connsiteX139" fmla="*/ 709344 w 1292919"/>
                <a:gd name="connsiteY139" fmla="*/ 83252 h 1686974"/>
                <a:gd name="connsiteX140" fmla="*/ 799586 w 1292919"/>
                <a:gd name="connsiteY140" fmla="*/ 61949 h 1686974"/>
                <a:gd name="connsiteX141" fmla="*/ 817215 w 1292919"/>
                <a:gd name="connsiteY141" fmla="*/ 57653 h 1686974"/>
                <a:gd name="connsiteX142" fmla="*/ 831819 w 1292919"/>
                <a:gd name="connsiteY142" fmla="*/ 53980 h 1686974"/>
                <a:gd name="connsiteX143" fmla="*/ 844529 w 1292919"/>
                <a:gd name="connsiteY143" fmla="*/ 50587 h 1686974"/>
                <a:gd name="connsiteX144" fmla="*/ 867243 w 1292919"/>
                <a:gd name="connsiteY144" fmla="*/ 38550 h 1686974"/>
                <a:gd name="connsiteX145" fmla="*/ 882635 w 1292919"/>
                <a:gd name="connsiteY145" fmla="*/ 30720 h 1686974"/>
                <a:gd name="connsiteX146" fmla="*/ 900251 w 1292919"/>
                <a:gd name="connsiteY146" fmla="*/ 21302 h 1686974"/>
                <a:gd name="connsiteX147" fmla="*/ 925824 w 1292919"/>
                <a:gd name="connsiteY147" fmla="*/ 8096 h 1686974"/>
                <a:gd name="connsiteX148" fmla="*/ 957600 w 1292919"/>
                <a:gd name="connsiteY148" fmla="*/ 0 h 1686974"/>
                <a:gd name="connsiteX149" fmla="*/ 972610 w 1292919"/>
                <a:gd name="connsiteY149" fmla="*/ 31508 h 1686974"/>
                <a:gd name="connsiteX150" fmla="*/ 985651 w 1292919"/>
                <a:gd name="connsiteY150" fmla="*/ 41168 h 1686974"/>
                <a:gd name="connsiteX151" fmla="*/ 988523 w 1292919"/>
                <a:gd name="connsiteY151" fmla="*/ 71355 h 1686974"/>
                <a:gd name="connsiteX152" fmla="*/ 972076 w 1292919"/>
                <a:gd name="connsiteY152" fmla="*/ 89149 h 1686974"/>
                <a:gd name="connsiteX153" fmla="*/ 914016 w 1292919"/>
                <a:gd name="connsiteY153" fmla="*/ 120925 h 1686974"/>
                <a:gd name="connsiteX154" fmla="*/ 913228 w 1292919"/>
                <a:gd name="connsiteY154" fmla="*/ 128894 h 1686974"/>
                <a:gd name="connsiteX155" fmla="*/ 930336 w 1292919"/>
                <a:gd name="connsiteY155" fmla="*/ 128360 h 1686974"/>
                <a:gd name="connsiteX156" fmla="*/ 941775 w 1292919"/>
                <a:gd name="connsiteY156" fmla="*/ 165220 h 1686974"/>
                <a:gd name="connsiteX157" fmla="*/ 933692 w 1292919"/>
                <a:gd name="connsiteY157" fmla="*/ 196856 h 1686974"/>
                <a:gd name="connsiteX158" fmla="*/ 948296 w 1292919"/>
                <a:gd name="connsiteY158" fmla="*/ 230703 h 1686974"/>
                <a:gd name="connsiteX159" fmla="*/ 936043 w 1292919"/>
                <a:gd name="connsiteY159" fmla="*/ 246769 h 1686974"/>
                <a:gd name="connsiteX160" fmla="*/ 932116 w 1292919"/>
                <a:gd name="connsiteY160" fmla="*/ 273701 h 1686974"/>
                <a:gd name="connsiteX161" fmla="*/ 900340 w 1292919"/>
                <a:gd name="connsiteY161" fmla="*/ 310180 h 1686974"/>
                <a:gd name="connsiteX162" fmla="*/ 916126 w 1292919"/>
                <a:gd name="connsiteY162" fmla="*/ 314349 h 1686974"/>
                <a:gd name="connsiteX163" fmla="*/ 961285 w 1292919"/>
                <a:gd name="connsiteY163" fmla="*/ 319331 h 1686974"/>
                <a:gd name="connsiteX164" fmla="*/ 973996 w 1292919"/>
                <a:gd name="connsiteY164" fmla="*/ 303901 h 1686974"/>
                <a:gd name="connsiteX165" fmla="*/ 987557 w 1292919"/>
                <a:gd name="connsiteY165" fmla="*/ 299973 h 1686974"/>
                <a:gd name="connsiteX166" fmla="*/ 1006470 w 1292919"/>
                <a:gd name="connsiteY166" fmla="*/ 317361 h 1686974"/>
                <a:gd name="connsiteX167" fmla="*/ 1041589 w 1292919"/>
                <a:gd name="connsiteY167" fmla="*/ 316713 h 1686974"/>
                <a:gd name="connsiteX168" fmla="*/ 1091031 w 1292919"/>
                <a:gd name="connsiteY168" fmla="*/ 342845 h 1686974"/>
                <a:gd name="connsiteX169" fmla="*/ 1200784 w 1292919"/>
                <a:gd name="connsiteY169" fmla="*/ 327593 h 1686974"/>
                <a:gd name="connsiteX170" fmla="*/ 1214879 w 1292919"/>
                <a:gd name="connsiteY170" fmla="*/ 348234 h 1686974"/>
                <a:gd name="connsiteX171" fmla="*/ 1238508 w 1292919"/>
                <a:gd name="connsiteY171" fmla="*/ 344421 h 1686974"/>
                <a:gd name="connsiteX172" fmla="*/ 1241113 w 1292919"/>
                <a:gd name="connsiteY172" fmla="*/ 361135 h 1686974"/>
                <a:gd name="connsiteX173" fmla="*/ 1250392 w 1292919"/>
                <a:gd name="connsiteY173" fmla="*/ 421915 h 1686974"/>
                <a:gd name="connsiteX174" fmla="*/ 1207177 w 1292919"/>
                <a:gd name="connsiteY174" fmla="*/ 462435 h 1686974"/>
                <a:gd name="connsiteX175" fmla="*/ 1162793 w 1292919"/>
                <a:gd name="connsiteY175" fmla="*/ 423491 h 1686974"/>
                <a:gd name="connsiteX176" fmla="*/ 1133699 w 1292919"/>
                <a:gd name="connsiteY176" fmla="*/ 454720 h 1686974"/>
                <a:gd name="connsiteX177" fmla="*/ 1189942 w 1292919"/>
                <a:gd name="connsiteY177" fmla="*/ 505561 h 1686974"/>
                <a:gd name="connsiteX178" fmla="*/ 1169860 w 1292919"/>
                <a:gd name="connsiteY178" fmla="*/ 535099 h 1686974"/>
                <a:gd name="connsiteX179" fmla="*/ 1169593 w 1292919"/>
                <a:gd name="connsiteY179" fmla="*/ 565159 h 1686974"/>
                <a:gd name="connsiteX180" fmla="*/ 1133839 w 1292919"/>
                <a:gd name="connsiteY180" fmla="*/ 628812 h 1686974"/>
                <a:gd name="connsiteX181" fmla="*/ 1136064 w 1292919"/>
                <a:gd name="connsiteY181" fmla="*/ 643314 h 1686974"/>
                <a:gd name="connsiteX182" fmla="*/ 1109690 w 1292919"/>
                <a:gd name="connsiteY182" fmla="*/ 693647 h 1686974"/>
                <a:gd name="connsiteX183" fmla="*/ 1120125 w 1292919"/>
                <a:gd name="connsiteY183" fmla="*/ 712852 h 1686974"/>
                <a:gd name="connsiteX184" fmla="*/ 1137360 w 1292919"/>
                <a:gd name="connsiteY184" fmla="*/ 761862 h 1686974"/>
                <a:gd name="connsiteX185" fmla="*/ 1128615 w 1292919"/>
                <a:gd name="connsiteY185" fmla="*/ 841212 h 1686974"/>
                <a:gd name="connsiteX186" fmla="*/ 1230132 w 1292919"/>
                <a:gd name="connsiteY186" fmla="*/ 872047 h 1686974"/>
                <a:gd name="connsiteX187" fmla="*/ 1222709 w 1292919"/>
                <a:gd name="connsiteY187" fmla="*/ 911449 h 1686974"/>
                <a:gd name="connsiteX188" fmla="*/ 1230271 w 1292919"/>
                <a:gd name="connsiteY188" fmla="*/ 914321 h 1686974"/>
                <a:gd name="connsiteX189" fmla="*/ 1292920 w 1292919"/>
                <a:gd name="connsiteY189" fmla="*/ 937721 h 1686974"/>
                <a:gd name="connsiteX190" fmla="*/ 1285091 w 1292919"/>
                <a:gd name="connsiteY190" fmla="*/ 982931 h 1686974"/>
                <a:gd name="connsiteX191" fmla="*/ 1286908 w 1292919"/>
                <a:gd name="connsiteY191" fmla="*/ 1039275 h 1686974"/>
                <a:gd name="connsiteX192" fmla="*/ 1236665 w 1292919"/>
                <a:gd name="connsiteY192" fmla="*/ 1066844 h 1686974"/>
                <a:gd name="connsiteX193" fmla="*/ 1221527 w 1292919"/>
                <a:gd name="connsiteY193" fmla="*/ 1041626 h 1686974"/>
                <a:gd name="connsiteX194" fmla="*/ 1190209 w 1292919"/>
                <a:gd name="connsiteY194" fmla="*/ 1041754 h 1686974"/>
                <a:gd name="connsiteX195" fmla="*/ 1189167 w 1292919"/>
                <a:gd name="connsiteY195" fmla="*/ 1082147 h 1686974"/>
                <a:gd name="connsiteX196" fmla="*/ 1155370 w 1292919"/>
                <a:gd name="connsiteY196" fmla="*/ 1097183 h 1686974"/>
                <a:gd name="connsiteX197" fmla="*/ 1170508 w 1292919"/>
                <a:gd name="connsiteY197" fmla="*/ 1230767 h 1686974"/>
                <a:gd name="connsiteX198" fmla="*/ 1126404 w 1292919"/>
                <a:gd name="connsiteY198" fmla="*/ 1267741 h 1686974"/>
                <a:gd name="connsiteX199" fmla="*/ 1089544 w 1292919"/>
                <a:gd name="connsiteY199" fmla="*/ 1253633 h 1686974"/>
                <a:gd name="connsiteX200" fmla="*/ 1047524 w 1292919"/>
                <a:gd name="connsiteY200" fmla="*/ 1319497 h 1686974"/>
                <a:gd name="connsiteX201" fmla="*/ 997954 w 1292919"/>
                <a:gd name="connsiteY201" fmla="*/ 1347853 h 1686974"/>
                <a:gd name="connsiteX202" fmla="*/ 964539 w 1292919"/>
                <a:gd name="connsiteY202" fmla="*/ 1369715 h 1686974"/>
                <a:gd name="connsiteX203" fmla="*/ 946402 w 1292919"/>
                <a:gd name="connsiteY203" fmla="*/ 1400436 h 1686974"/>
                <a:gd name="connsiteX204" fmla="*/ 912733 w 1292919"/>
                <a:gd name="connsiteY204" fmla="*/ 1413235 h 1686974"/>
                <a:gd name="connsiteX205" fmla="*/ 900454 w 1292919"/>
                <a:gd name="connsiteY205" fmla="*/ 1380048 h 1686974"/>
                <a:gd name="connsiteX206" fmla="*/ 862616 w 1292919"/>
                <a:gd name="connsiteY206" fmla="*/ 1406193 h 1686974"/>
                <a:gd name="connsiteX207" fmla="*/ 808064 w 1292919"/>
                <a:gd name="connsiteY207" fmla="*/ 1442138 h 1686974"/>
                <a:gd name="connsiteX208" fmla="*/ 793714 w 1292919"/>
                <a:gd name="connsiteY208" fmla="*/ 1487094 h 1686974"/>
                <a:gd name="connsiteX209" fmla="*/ 737332 w 1292919"/>
                <a:gd name="connsiteY209" fmla="*/ 1518869 h 1686974"/>
                <a:gd name="connsiteX210" fmla="*/ 724278 w 1292919"/>
                <a:gd name="connsiteY210" fmla="*/ 1543845 h 1686974"/>
                <a:gd name="connsiteX211" fmla="*/ 639209 w 1292919"/>
                <a:gd name="connsiteY211" fmla="*/ 1543845 h 1686974"/>
                <a:gd name="connsiteX212" fmla="*/ 591177 w 1292919"/>
                <a:gd name="connsiteY212" fmla="*/ 1577819 h 1686974"/>
                <a:gd name="connsiteX213" fmla="*/ 573573 w 1292919"/>
                <a:gd name="connsiteY213" fmla="*/ 1609595 h 1686974"/>
                <a:gd name="connsiteX214" fmla="*/ 556593 w 1292919"/>
                <a:gd name="connsiteY214" fmla="*/ 1640315 h 1686974"/>
                <a:gd name="connsiteX215" fmla="*/ 546018 w 1292919"/>
                <a:gd name="connsiteY215" fmla="*/ 1659520 h 1686974"/>
                <a:gd name="connsiteX216" fmla="*/ 476467 w 1292919"/>
                <a:gd name="connsiteY216" fmla="*/ 1686974 h 1686974"/>
                <a:gd name="connsiteX217" fmla="*/ 468511 w 1292919"/>
                <a:gd name="connsiteY217" fmla="*/ 1609200 h 1686974"/>
                <a:gd name="connsiteX218" fmla="*/ 479086 w 1292919"/>
                <a:gd name="connsiteY218" fmla="*/ 1577959 h 1686974"/>
                <a:gd name="connsiteX219" fmla="*/ 444883 w 1292919"/>
                <a:gd name="connsiteY219" fmla="*/ 1535354 h 1686974"/>
                <a:gd name="connsiteX220" fmla="*/ 439938 w 1292919"/>
                <a:gd name="connsiteY220" fmla="*/ 1524907 h 1686974"/>
                <a:gd name="connsiteX221" fmla="*/ 431829 w 1292919"/>
                <a:gd name="connsiteY221" fmla="*/ 1513925 h 1686974"/>
                <a:gd name="connsiteX222" fmla="*/ 437968 w 1292919"/>
                <a:gd name="connsiteY222" fmla="*/ 1501774 h 1686974"/>
                <a:gd name="connsiteX223" fmla="*/ 426758 w 1292919"/>
                <a:gd name="connsiteY223" fmla="*/ 1497580 h 1686974"/>
                <a:gd name="connsiteX224" fmla="*/ 413565 w 1292919"/>
                <a:gd name="connsiteY224" fmla="*/ 1492877 h 1686974"/>
                <a:gd name="connsiteX225" fmla="*/ 375434 w 1292919"/>
                <a:gd name="connsiteY225" fmla="*/ 1474307 h 1686974"/>
                <a:gd name="connsiteX226" fmla="*/ 328978 w 1292919"/>
                <a:gd name="connsiteY226" fmla="*/ 1461902 h 1686974"/>
                <a:gd name="connsiteX227" fmla="*/ 313179 w 1292919"/>
                <a:gd name="connsiteY227" fmla="*/ 1482556 h 1686974"/>
                <a:gd name="connsiteX228" fmla="*/ 296224 w 1292919"/>
                <a:gd name="connsiteY228" fmla="*/ 1477981 h 1686974"/>
                <a:gd name="connsiteX229" fmla="*/ 300800 w 1292919"/>
                <a:gd name="connsiteY229" fmla="*/ 1441769 h 1686974"/>
                <a:gd name="connsiteX230" fmla="*/ 281734 w 1292919"/>
                <a:gd name="connsiteY230" fmla="*/ 1433419 h 1686974"/>
                <a:gd name="connsiteX231" fmla="*/ 267512 w 1292919"/>
                <a:gd name="connsiteY231" fmla="*/ 1463211 h 1686974"/>
                <a:gd name="connsiteX232" fmla="*/ 218844 w 1292919"/>
                <a:gd name="connsiteY232" fmla="*/ 1520598 h 1686974"/>
                <a:gd name="connsiteX233" fmla="*/ 198228 w 1292919"/>
                <a:gd name="connsiteY233" fmla="*/ 1519136 h 1686974"/>
                <a:gd name="connsiteX234" fmla="*/ 181387 w 1292919"/>
                <a:gd name="connsiteY234" fmla="*/ 1482556 h 1686974"/>
                <a:gd name="connsiteX235" fmla="*/ 166783 w 1292919"/>
                <a:gd name="connsiteY235" fmla="*/ 1484907 h 1686974"/>
                <a:gd name="connsiteX236" fmla="*/ 161699 w 1292919"/>
                <a:gd name="connsiteY236" fmla="*/ 1462830 h 1686974"/>
                <a:gd name="connsiteX237" fmla="*/ 149955 w 1292919"/>
                <a:gd name="connsiteY237" fmla="*/ 1463732 h 1686974"/>
                <a:gd name="connsiteX238" fmla="*/ 125564 w 1292919"/>
                <a:gd name="connsiteY238" fmla="*/ 1422297 h 1686974"/>
                <a:gd name="connsiteX239" fmla="*/ 149447 w 1292919"/>
                <a:gd name="connsiteY239" fmla="*/ 1377201 h 1686974"/>
                <a:gd name="connsiteX240" fmla="*/ 166389 w 1292919"/>
                <a:gd name="connsiteY240" fmla="*/ 1387675 h 1686974"/>
                <a:gd name="connsiteX241" fmla="*/ 204901 w 1292919"/>
                <a:gd name="connsiteY241" fmla="*/ 1377507 h 1686974"/>
                <a:gd name="connsiteX242" fmla="*/ 214548 w 1292919"/>
                <a:gd name="connsiteY242" fmla="*/ 1378561 h 1686974"/>
                <a:gd name="connsiteX243" fmla="*/ 216251 w 1292919"/>
                <a:gd name="connsiteY243" fmla="*/ 1392161 h 1686974"/>
                <a:gd name="connsiteX244" fmla="*/ 222772 w 1292919"/>
                <a:gd name="connsiteY244" fmla="*/ 1393992 h 1686974"/>
                <a:gd name="connsiteX245" fmla="*/ 219759 w 1292919"/>
                <a:gd name="connsiteY245" fmla="*/ 1406409 h 1686974"/>
                <a:gd name="connsiteX246" fmla="*/ 225110 w 1292919"/>
                <a:gd name="connsiteY246" fmla="*/ 1409930 h 1686974"/>
                <a:gd name="connsiteX247" fmla="*/ 229826 w 1292919"/>
                <a:gd name="connsiteY247" fmla="*/ 1412282 h 1686974"/>
                <a:gd name="connsiteX248" fmla="*/ 235825 w 1292919"/>
                <a:gd name="connsiteY248" fmla="*/ 1398033 h 1686974"/>
                <a:gd name="connsiteX249" fmla="*/ 233474 w 1292919"/>
                <a:gd name="connsiteY249" fmla="*/ 1392161 h 1686974"/>
                <a:gd name="connsiteX250" fmla="*/ 237910 w 1292919"/>
                <a:gd name="connsiteY250" fmla="*/ 1379603 h 1686974"/>
                <a:gd name="connsiteX251" fmla="*/ 240795 w 1292919"/>
                <a:gd name="connsiteY251" fmla="*/ 1376464 h 1686974"/>
                <a:gd name="connsiteX252" fmla="*/ 280069 w 1292919"/>
                <a:gd name="connsiteY252" fmla="*/ 1331254 h 1686974"/>
                <a:gd name="connsiteX253" fmla="*/ 289462 w 1292919"/>
                <a:gd name="connsiteY253" fmla="*/ 1329157 h 1686974"/>
                <a:gd name="connsiteX254" fmla="*/ 294165 w 1292919"/>
                <a:gd name="connsiteY254" fmla="*/ 1326017 h 1686974"/>
                <a:gd name="connsiteX255" fmla="*/ 310981 w 1292919"/>
                <a:gd name="connsiteY255" fmla="*/ 1318175 h 1686974"/>
                <a:gd name="connsiteX256" fmla="*/ 302249 w 1292919"/>
                <a:gd name="connsiteY256" fmla="*/ 1290467 h 1686974"/>
                <a:gd name="connsiteX257" fmla="*/ 278099 w 1292919"/>
                <a:gd name="connsiteY257" fmla="*/ 1313472 h 1686974"/>
                <a:gd name="connsiteX258" fmla="*/ 248345 w 1292919"/>
                <a:gd name="connsiteY258" fmla="*/ 1293136 h 1686974"/>
                <a:gd name="connsiteX259" fmla="*/ 234770 w 1292919"/>
                <a:gd name="connsiteY259" fmla="*/ 1273270 h 1686974"/>
                <a:gd name="connsiteX260" fmla="*/ 232228 w 1292919"/>
                <a:gd name="connsiteY260" fmla="*/ 1267385 h 1686974"/>
                <a:gd name="connsiteX261" fmla="*/ 209350 w 1292919"/>
                <a:gd name="connsiteY261" fmla="*/ 1255883 h 1686974"/>
                <a:gd name="connsiteX262" fmla="*/ 188073 w 1292919"/>
                <a:gd name="connsiteY262" fmla="*/ 1255488 h 1686974"/>
                <a:gd name="connsiteX263" fmla="*/ 184679 w 1292919"/>
                <a:gd name="connsiteY263" fmla="*/ 1261373 h 1686974"/>
                <a:gd name="connsiteX264" fmla="*/ 172427 w 1292919"/>
                <a:gd name="connsiteY264" fmla="*/ 1275494 h 1686974"/>
                <a:gd name="connsiteX265" fmla="*/ 163288 w 1292919"/>
                <a:gd name="connsiteY265" fmla="*/ 1272749 h 1686974"/>
                <a:gd name="connsiteX266" fmla="*/ 153488 w 1292919"/>
                <a:gd name="connsiteY266" fmla="*/ 1269737 h 1686974"/>
                <a:gd name="connsiteX267" fmla="*/ 144108 w 1292919"/>
                <a:gd name="connsiteY267" fmla="*/ 1249870 h 1686974"/>
                <a:gd name="connsiteX268" fmla="*/ 130267 w 1292919"/>
                <a:gd name="connsiteY268" fmla="*/ 1244507 h 1686974"/>
                <a:gd name="connsiteX269" fmla="*/ 126454 w 1292919"/>
                <a:gd name="connsiteY269" fmla="*/ 1257979 h 1686974"/>
                <a:gd name="connsiteX270" fmla="*/ 128131 w 1292919"/>
                <a:gd name="connsiteY270" fmla="*/ 1266457 h 1686974"/>
                <a:gd name="connsiteX271" fmla="*/ 99686 w 1292919"/>
                <a:gd name="connsiteY271" fmla="*/ 1278761 h 1686974"/>
                <a:gd name="connsiteX272" fmla="*/ 90420 w 1292919"/>
                <a:gd name="connsiteY272" fmla="*/ 1275088 h 1686974"/>
                <a:gd name="connsiteX273" fmla="*/ 99559 w 1292919"/>
                <a:gd name="connsiteY273" fmla="*/ 1250786 h 1686974"/>
                <a:gd name="connsiteX274" fmla="*/ 103613 w 1292919"/>
                <a:gd name="connsiteY274" fmla="*/ 1223204 h 1686974"/>
                <a:gd name="connsiteX275" fmla="*/ 98263 w 1292919"/>
                <a:gd name="connsiteY275" fmla="*/ 1202156 h 1686974"/>
                <a:gd name="connsiteX276" fmla="*/ 108685 w 1292919"/>
                <a:gd name="connsiteY276" fmla="*/ 1178515 h 1686974"/>
                <a:gd name="connsiteX277" fmla="*/ 97093 w 1292919"/>
                <a:gd name="connsiteY277" fmla="*/ 1087282 h 1686974"/>
                <a:gd name="connsiteX278" fmla="*/ 109867 w 1292919"/>
                <a:gd name="connsiteY278" fmla="*/ 1068458 h 1686974"/>
                <a:gd name="connsiteX279" fmla="*/ 112485 w 1292919"/>
                <a:gd name="connsiteY279" fmla="*/ 1058379 h 1686974"/>
                <a:gd name="connsiteX280" fmla="*/ 140549 w 1292919"/>
                <a:gd name="connsiteY280" fmla="*/ 1057476 h 1686974"/>
                <a:gd name="connsiteX281" fmla="*/ 160377 w 1292919"/>
                <a:gd name="connsiteY281" fmla="*/ 1022193 h 1686974"/>
                <a:gd name="connsiteX282" fmla="*/ 193424 w 1292919"/>
                <a:gd name="connsiteY282" fmla="*/ 1020756 h 1686974"/>
                <a:gd name="connsiteX283" fmla="*/ 205422 w 1292919"/>
                <a:gd name="connsiteY283" fmla="*/ 1032780 h 1686974"/>
                <a:gd name="connsiteX284" fmla="*/ 212871 w 1292919"/>
                <a:gd name="connsiteY284" fmla="*/ 1036822 h 1686974"/>
                <a:gd name="connsiteX285" fmla="*/ 242752 w 1292919"/>
                <a:gd name="connsiteY285" fmla="*/ 1021265 h 1686974"/>
                <a:gd name="connsiteX286" fmla="*/ 250721 w 1292919"/>
                <a:gd name="connsiteY286" fmla="*/ 983769 h 1686974"/>
                <a:gd name="connsiteX287" fmla="*/ 235965 w 1292919"/>
                <a:gd name="connsiteY287" fmla="*/ 974097 h 1686974"/>
                <a:gd name="connsiteX288" fmla="*/ 261932 w 1292919"/>
                <a:gd name="connsiteY288" fmla="*/ 943390 h 1686974"/>
                <a:gd name="connsiteX289" fmla="*/ 277349 w 1292919"/>
                <a:gd name="connsiteY289" fmla="*/ 931086 h 1686974"/>
                <a:gd name="connsiteX290" fmla="*/ 295601 w 1292919"/>
                <a:gd name="connsiteY290" fmla="*/ 905081 h 1686974"/>
                <a:gd name="connsiteX291" fmla="*/ 293263 w 1292919"/>
                <a:gd name="connsiteY291" fmla="*/ 897226 h 1686974"/>
                <a:gd name="connsiteX292" fmla="*/ 305007 w 1292919"/>
                <a:gd name="connsiteY292" fmla="*/ 880118 h 1686974"/>
                <a:gd name="connsiteX293" fmla="*/ 349124 w 1292919"/>
                <a:gd name="connsiteY293" fmla="*/ 833967 h 1686974"/>
                <a:gd name="connsiteX294" fmla="*/ 357589 w 1292919"/>
                <a:gd name="connsiteY294" fmla="*/ 839992 h 1686974"/>
                <a:gd name="connsiteX295" fmla="*/ 382018 w 1292919"/>
                <a:gd name="connsiteY295" fmla="*/ 813059 h 1686974"/>
                <a:gd name="connsiteX296" fmla="*/ 383963 w 1292919"/>
                <a:gd name="connsiteY296" fmla="*/ 802471 h 1686974"/>
                <a:gd name="connsiteX297" fmla="*/ 394398 w 1292919"/>
                <a:gd name="connsiteY297" fmla="*/ 770454 h 1686974"/>
                <a:gd name="connsiteX298" fmla="*/ 372790 w 1292919"/>
                <a:gd name="connsiteY298" fmla="*/ 744564 h 1686974"/>
                <a:gd name="connsiteX299" fmla="*/ 354386 w 1292919"/>
                <a:gd name="connsiteY299" fmla="*/ 751109 h 1686974"/>
                <a:gd name="connsiteX300" fmla="*/ 331508 w 1292919"/>
                <a:gd name="connsiteY300" fmla="*/ 746140 h 1686974"/>
                <a:gd name="connsiteX301" fmla="*/ 339604 w 1292919"/>
                <a:gd name="connsiteY301" fmla="*/ 717783 h 1686974"/>
                <a:gd name="connsiteX302" fmla="*/ 369486 w 1292919"/>
                <a:gd name="connsiteY302" fmla="*/ 704056 h 1686974"/>
                <a:gd name="connsiteX303" fmla="*/ 390102 w 1292919"/>
                <a:gd name="connsiteY303" fmla="*/ 662227 h 1686974"/>
                <a:gd name="connsiteX304" fmla="*/ 430177 w 1292919"/>
                <a:gd name="connsiteY304" fmla="*/ 636616 h 1686974"/>
                <a:gd name="connsiteX305" fmla="*/ 443345 w 1292919"/>
                <a:gd name="connsiteY305" fmla="*/ 591253 h 1686974"/>
                <a:gd name="connsiteX306" fmla="*/ 430304 w 1292919"/>
                <a:gd name="connsiteY306" fmla="*/ 549818 h 1686974"/>
                <a:gd name="connsiteX307" fmla="*/ 444654 w 1292919"/>
                <a:gd name="connsiteY307" fmla="*/ 523292 h 1686974"/>
                <a:gd name="connsiteX308" fmla="*/ 472972 w 1292919"/>
                <a:gd name="connsiteY308" fmla="*/ 539230 h 1686974"/>
                <a:gd name="connsiteX309" fmla="*/ 500235 w 1292919"/>
                <a:gd name="connsiteY309" fmla="*/ 516886 h 1686974"/>
                <a:gd name="connsiteX310" fmla="*/ 485746 w 1292919"/>
                <a:gd name="connsiteY310" fmla="*/ 486356 h 1686974"/>
                <a:gd name="connsiteX311" fmla="*/ 460567 w 1292919"/>
                <a:gd name="connsiteY311" fmla="*/ 452381 h 1686974"/>
                <a:gd name="connsiteX312" fmla="*/ 478971 w 1292919"/>
                <a:gd name="connsiteY312" fmla="*/ 407031 h 1686974"/>
                <a:gd name="connsiteX313" fmla="*/ 494224 w 1292919"/>
                <a:gd name="connsiteY313" fmla="*/ 388602 h 1686974"/>
                <a:gd name="connsiteX314" fmla="*/ 490690 w 1292919"/>
                <a:gd name="connsiteY314" fmla="*/ 383886 h 1686974"/>
                <a:gd name="connsiteX315" fmla="*/ 463414 w 1292919"/>
                <a:gd name="connsiteY315" fmla="*/ 347293 h 1686974"/>
                <a:gd name="connsiteX316" fmla="*/ 439671 w 1292919"/>
                <a:gd name="connsiteY316" fmla="*/ 356318 h 1686974"/>
                <a:gd name="connsiteX317" fmla="*/ 452852 w 1292919"/>
                <a:gd name="connsiteY317" fmla="*/ 404540 h 1686974"/>
                <a:gd name="connsiteX318" fmla="*/ 433138 w 1292919"/>
                <a:gd name="connsiteY318" fmla="*/ 410158 h 1686974"/>
                <a:gd name="connsiteX319" fmla="*/ 391767 w 1292919"/>
                <a:gd name="connsiteY319" fmla="*/ 339858 h 1686974"/>
                <a:gd name="connsiteX320" fmla="*/ 365940 w 1292919"/>
                <a:gd name="connsiteY320" fmla="*/ 330681 h 1686974"/>
                <a:gd name="connsiteX321" fmla="*/ 359927 w 1292919"/>
                <a:gd name="connsiteY321" fmla="*/ 291216 h 1686974"/>
                <a:gd name="connsiteX322" fmla="*/ 366194 w 1292919"/>
                <a:gd name="connsiteY322" fmla="*/ 292004 h 1686974"/>
                <a:gd name="connsiteX323" fmla="*/ 370375 w 1292919"/>
                <a:gd name="connsiteY323" fmla="*/ 284937 h 1686974"/>
                <a:gd name="connsiteX324" fmla="*/ 371545 w 1292919"/>
                <a:gd name="connsiteY324" fmla="*/ 277235 h 1686974"/>
                <a:gd name="connsiteX325" fmla="*/ 385246 w 1292919"/>
                <a:gd name="connsiteY325" fmla="*/ 271617 h 1686974"/>
                <a:gd name="connsiteX326" fmla="*/ 200592 w 1292919"/>
                <a:gd name="connsiteY326" fmla="*/ 691422 h 1686974"/>
                <a:gd name="connsiteX327" fmla="*/ 212604 w 1292919"/>
                <a:gd name="connsiteY327" fmla="*/ 681890 h 1686974"/>
                <a:gd name="connsiteX328" fmla="*/ 234656 w 1292919"/>
                <a:gd name="connsiteY328" fmla="*/ 715610 h 1686974"/>
                <a:gd name="connsiteX329" fmla="*/ 244430 w 1292919"/>
                <a:gd name="connsiteY329" fmla="*/ 724621 h 1686974"/>
                <a:gd name="connsiteX330" fmla="*/ 253975 w 1292919"/>
                <a:gd name="connsiteY330" fmla="*/ 732463 h 1686974"/>
                <a:gd name="connsiteX331" fmla="*/ 273422 w 1292919"/>
                <a:gd name="connsiteY331" fmla="*/ 755990 h 1686974"/>
                <a:gd name="connsiteX332" fmla="*/ 241303 w 1292919"/>
                <a:gd name="connsiteY332" fmla="*/ 806183 h 1686974"/>
                <a:gd name="connsiteX333" fmla="*/ 235825 w 1292919"/>
                <a:gd name="connsiteY333" fmla="*/ 814152 h 1686974"/>
                <a:gd name="connsiteX334" fmla="*/ 240134 w 1292919"/>
                <a:gd name="connsiteY334" fmla="*/ 820431 h 1686974"/>
                <a:gd name="connsiteX335" fmla="*/ 232177 w 1292919"/>
                <a:gd name="connsiteY335" fmla="*/ 831145 h 1686974"/>
                <a:gd name="connsiteX336" fmla="*/ 210888 w 1292919"/>
                <a:gd name="connsiteY336" fmla="*/ 824994 h 1686974"/>
                <a:gd name="connsiteX337" fmla="*/ 184539 w 1292919"/>
                <a:gd name="connsiteY337" fmla="*/ 806831 h 1686974"/>
                <a:gd name="connsiteX338" fmla="*/ 162932 w 1292919"/>
                <a:gd name="connsiteY338" fmla="*/ 797807 h 1686974"/>
                <a:gd name="connsiteX339" fmla="*/ 140613 w 1292919"/>
                <a:gd name="connsiteY339" fmla="*/ 804085 h 1686974"/>
                <a:gd name="connsiteX340" fmla="*/ 128208 w 1292919"/>
                <a:gd name="connsiteY340" fmla="*/ 820024 h 1686974"/>
                <a:gd name="connsiteX341" fmla="*/ 117646 w 1292919"/>
                <a:gd name="connsiteY341" fmla="*/ 822655 h 1686974"/>
                <a:gd name="connsiteX342" fmla="*/ 90763 w 1292919"/>
                <a:gd name="connsiteY342" fmla="*/ 826570 h 1686974"/>
                <a:gd name="connsiteX343" fmla="*/ 80062 w 1292919"/>
                <a:gd name="connsiteY343" fmla="*/ 815321 h 1686974"/>
                <a:gd name="connsiteX344" fmla="*/ 92073 w 1292919"/>
                <a:gd name="connsiteY344" fmla="*/ 796256 h 1686974"/>
                <a:gd name="connsiteX345" fmla="*/ 137346 w 1292919"/>
                <a:gd name="connsiteY345" fmla="*/ 789901 h 1686974"/>
                <a:gd name="connsiteX346" fmla="*/ 165144 w 1292919"/>
                <a:gd name="connsiteY346" fmla="*/ 745212 h 1686974"/>
                <a:gd name="connsiteX347" fmla="*/ 181845 w 1292919"/>
                <a:gd name="connsiteY347" fmla="*/ 721062 h 1686974"/>
                <a:gd name="connsiteX348" fmla="*/ 237122 w 1292919"/>
                <a:gd name="connsiteY348" fmla="*/ 652478 h 1686974"/>
                <a:gd name="connsiteX349" fmla="*/ 215069 w 1292919"/>
                <a:gd name="connsiteY349" fmla="*/ 648665 h 1686974"/>
                <a:gd name="connsiteX350" fmla="*/ 194326 w 1292919"/>
                <a:gd name="connsiteY350" fmla="*/ 669192 h 1686974"/>
                <a:gd name="connsiteX351" fmla="*/ 157912 w 1292919"/>
                <a:gd name="connsiteY351" fmla="*/ 685398 h 1686974"/>
                <a:gd name="connsiteX352" fmla="*/ 141871 w 1292919"/>
                <a:gd name="connsiteY352" fmla="*/ 673501 h 1686974"/>
                <a:gd name="connsiteX353" fmla="*/ 135605 w 1292919"/>
                <a:gd name="connsiteY353" fmla="*/ 668010 h 1686974"/>
                <a:gd name="connsiteX354" fmla="*/ 102317 w 1292919"/>
                <a:gd name="connsiteY354" fmla="*/ 656113 h 1686974"/>
                <a:gd name="connsiteX355" fmla="*/ 72702 w 1292919"/>
                <a:gd name="connsiteY355" fmla="*/ 629206 h 1686974"/>
                <a:gd name="connsiteX356" fmla="*/ 61861 w 1292919"/>
                <a:gd name="connsiteY356" fmla="*/ 639527 h 1686974"/>
                <a:gd name="connsiteX357" fmla="*/ 53116 w 1292919"/>
                <a:gd name="connsiteY357" fmla="*/ 629727 h 1686974"/>
                <a:gd name="connsiteX358" fmla="*/ 74266 w 1292919"/>
                <a:gd name="connsiteY358" fmla="*/ 602794 h 1686974"/>
                <a:gd name="connsiteX359" fmla="*/ 59395 w 1292919"/>
                <a:gd name="connsiteY359" fmla="*/ 596922 h 1686974"/>
                <a:gd name="connsiteX360" fmla="*/ 39821 w 1292919"/>
                <a:gd name="connsiteY360" fmla="*/ 577691 h 1686974"/>
                <a:gd name="connsiteX361" fmla="*/ 92530 w 1292919"/>
                <a:gd name="connsiteY361" fmla="*/ 523711 h 1686974"/>
                <a:gd name="connsiteX362" fmla="*/ 123200 w 1292919"/>
                <a:gd name="connsiteY362" fmla="*/ 494046 h 1686974"/>
                <a:gd name="connsiteX363" fmla="*/ 132987 w 1292919"/>
                <a:gd name="connsiteY363" fmla="*/ 485949 h 1686974"/>
                <a:gd name="connsiteX364" fmla="*/ 144731 w 1292919"/>
                <a:gd name="connsiteY364" fmla="*/ 484106 h 1686974"/>
                <a:gd name="connsiteX365" fmla="*/ 171613 w 1292919"/>
                <a:gd name="connsiteY365" fmla="*/ 471955 h 1686974"/>
                <a:gd name="connsiteX366" fmla="*/ 201774 w 1292919"/>
                <a:gd name="connsiteY366" fmla="*/ 439150 h 1686974"/>
                <a:gd name="connsiteX367" fmla="*/ 216251 w 1292919"/>
                <a:gd name="connsiteY367" fmla="*/ 426872 h 1686974"/>
                <a:gd name="connsiteX368" fmla="*/ 226953 w 1292919"/>
                <a:gd name="connsiteY368" fmla="*/ 423860 h 1686974"/>
                <a:gd name="connsiteX369" fmla="*/ 229826 w 1292919"/>
                <a:gd name="connsiteY369" fmla="*/ 416806 h 1686974"/>
                <a:gd name="connsiteX370" fmla="*/ 239219 w 1292919"/>
                <a:gd name="connsiteY370" fmla="*/ 411048 h 1686974"/>
                <a:gd name="connsiteX371" fmla="*/ 248751 w 1292919"/>
                <a:gd name="connsiteY371" fmla="*/ 405036 h 1686974"/>
                <a:gd name="connsiteX372" fmla="*/ 257229 w 1292919"/>
                <a:gd name="connsiteY372" fmla="*/ 391182 h 1686974"/>
                <a:gd name="connsiteX373" fmla="*/ 294673 w 1292919"/>
                <a:gd name="connsiteY373" fmla="*/ 345946 h 1686974"/>
                <a:gd name="connsiteX374" fmla="*/ 334749 w 1292919"/>
                <a:gd name="connsiteY374" fmla="*/ 366600 h 1686974"/>
                <a:gd name="connsiteX375" fmla="*/ 355365 w 1292919"/>
                <a:gd name="connsiteY375" fmla="*/ 394054 h 1686974"/>
                <a:gd name="connsiteX376" fmla="*/ 347535 w 1292919"/>
                <a:gd name="connsiteY376" fmla="*/ 421369 h 1686974"/>
                <a:gd name="connsiteX377" fmla="*/ 373629 w 1292919"/>
                <a:gd name="connsiteY377" fmla="*/ 446077 h 1686974"/>
                <a:gd name="connsiteX378" fmla="*/ 351577 w 1292919"/>
                <a:gd name="connsiteY378" fmla="*/ 466096 h 1686974"/>
                <a:gd name="connsiteX379" fmla="*/ 327428 w 1292919"/>
                <a:gd name="connsiteY379" fmla="*/ 503210 h 1686974"/>
                <a:gd name="connsiteX380" fmla="*/ 322610 w 1292919"/>
                <a:gd name="connsiteY380" fmla="*/ 535214 h 1686974"/>
                <a:gd name="connsiteX381" fmla="*/ 326665 w 1292919"/>
                <a:gd name="connsiteY381" fmla="*/ 576395 h 1686974"/>
                <a:gd name="connsiteX382" fmla="*/ 375599 w 1292919"/>
                <a:gd name="connsiteY382" fmla="*/ 589461 h 1686974"/>
                <a:gd name="connsiteX383" fmla="*/ 364160 w 1292919"/>
                <a:gd name="connsiteY383" fmla="*/ 611818 h 1686974"/>
                <a:gd name="connsiteX384" fmla="*/ 354500 w 1292919"/>
                <a:gd name="connsiteY384" fmla="*/ 618478 h 1686974"/>
                <a:gd name="connsiteX385" fmla="*/ 345501 w 1292919"/>
                <a:gd name="connsiteY385" fmla="*/ 648030 h 1686974"/>
                <a:gd name="connsiteX386" fmla="*/ 333236 w 1292919"/>
                <a:gd name="connsiteY386" fmla="*/ 667095 h 1686974"/>
                <a:gd name="connsiteX387" fmla="*/ 322000 w 1292919"/>
                <a:gd name="connsiteY387" fmla="*/ 655656 h 1686974"/>
                <a:gd name="connsiteX388" fmla="*/ 263686 w 1292919"/>
                <a:gd name="connsiteY388" fmla="*/ 677606 h 168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Lst>
              <a:rect l="l" t="t" r="r" b="b"/>
              <a:pathLst>
                <a:path w="1292919" h="1686974">
                  <a:moveTo>
                    <a:pt x="995603" y="217014"/>
                  </a:moveTo>
                  <a:lnTo>
                    <a:pt x="995476" y="223801"/>
                  </a:lnTo>
                  <a:lnTo>
                    <a:pt x="963624" y="238710"/>
                  </a:lnTo>
                  <a:lnTo>
                    <a:pt x="959442" y="228911"/>
                  </a:lnTo>
                  <a:lnTo>
                    <a:pt x="961400" y="214790"/>
                  </a:lnTo>
                  <a:lnTo>
                    <a:pt x="987240" y="192572"/>
                  </a:lnTo>
                  <a:lnTo>
                    <a:pt x="997154" y="198444"/>
                  </a:lnTo>
                  <a:close/>
                  <a:moveTo>
                    <a:pt x="751427" y="269126"/>
                  </a:moveTo>
                  <a:lnTo>
                    <a:pt x="759269" y="303354"/>
                  </a:lnTo>
                  <a:lnTo>
                    <a:pt x="769832" y="306901"/>
                  </a:lnTo>
                  <a:lnTo>
                    <a:pt x="799586" y="285852"/>
                  </a:lnTo>
                  <a:lnTo>
                    <a:pt x="795011" y="260101"/>
                  </a:lnTo>
                  <a:close/>
                  <a:moveTo>
                    <a:pt x="702239" y="924858"/>
                  </a:moveTo>
                  <a:lnTo>
                    <a:pt x="713449" y="926561"/>
                  </a:lnTo>
                  <a:lnTo>
                    <a:pt x="718165" y="934276"/>
                  </a:lnTo>
                  <a:lnTo>
                    <a:pt x="726376" y="926561"/>
                  </a:lnTo>
                  <a:lnTo>
                    <a:pt x="730557" y="928391"/>
                  </a:lnTo>
                  <a:lnTo>
                    <a:pt x="725473" y="933996"/>
                  </a:lnTo>
                  <a:lnTo>
                    <a:pt x="725219" y="943173"/>
                  </a:lnTo>
                  <a:lnTo>
                    <a:pt x="719347" y="945245"/>
                  </a:lnTo>
                  <a:lnTo>
                    <a:pt x="715165" y="952566"/>
                  </a:lnTo>
                  <a:lnTo>
                    <a:pt x="707539" y="955972"/>
                  </a:lnTo>
                  <a:lnTo>
                    <a:pt x="691105" y="975699"/>
                  </a:lnTo>
                  <a:lnTo>
                    <a:pt x="689910" y="989820"/>
                  </a:lnTo>
                  <a:lnTo>
                    <a:pt x="684572" y="999352"/>
                  </a:lnTo>
                  <a:lnTo>
                    <a:pt x="675675" y="1005250"/>
                  </a:lnTo>
                  <a:lnTo>
                    <a:pt x="681025" y="1011783"/>
                  </a:lnTo>
                  <a:lnTo>
                    <a:pt x="691092" y="1010512"/>
                  </a:lnTo>
                  <a:lnTo>
                    <a:pt x="695248" y="1000344"/>
                  </a:lnTo>
                  <a:lnTo>
                    <a:pt x="705823" y="1004157"/>
                  </a:lnTo>
                  <a:lnTo>
                    <a:pt x="707781" y="1009241"/>
                  </a:lnTo>
                  <a:lnTo>
                    <a:pt x="698121" y="1027811"/>
                  </a:lnTo>
                  <a:lnTo>
                    <a:pt x="703726" y="1045452"/>
                  </a:lnTo>
                  <a:lnTo>
                    <a:pt x="699277" y="1078651"/>
                  </a:lnTo>
                  <a:lnTo>
                    <a:pt x="701641" y="1102801"/>
                  </a:lnTo>
                  <a:lnTo>
                    <a:pt x="698769" y="1120061"/>
                  </a:lnTo>
                  <a:lnTo>
                    <a:pt x="703980" y="1122413"/>
                  </a:lnTo>
                  <a:lnTo>
                    <a:pt x="701120" y="1129480"/>
                  </a:lnTo>
                  <a:lnTo>
                    <a:pt x="708162" y="1148951"/>
                  </a:lnTo>
                  <a:lnTo>
                    <a:pt x="709979" y="1163060"/>
                  </a:lnTo>
                  <a:lnTo>
                    <a:pt x="717682" y="1160187"/>
                  </a:lnTo>
                  <a:lnTo>
                    <a:pt x="724736" y="1167902"/>
                  </a:lnTo>
                  <a:lnTo>
                    <a:pt x="729947" y="1165551"/>
                  </a:lnTo>
                  <a:lnTo>
                    <a:pt x="728257" y="1137055"/>
                  </a:lnTo>
                  <a:lnTo>
                    <a:pt x="727087" y="1106995"/>
                  </a:lnTo>
                  <a:lnTo>
                    <a:pt x="721736" y="1098098"/>
                  </a:lnTo>
                  <a:lnTo>
                    <a:pt x="720567" y="1075093"/>
                  </a:lnTo>
                  <a:lnTo>
                    <a:pt x="714034" y="1067390"/>
                  </a:lnTo>
                  <a:lnTo>
                    <a:pt x="712598" y="1039428"/>
                  </a:lnTo>
                  <a:lnTo>
                    <a:pt x="716411" y="1031319"/>
                  </a:lnTo>
                  <a:lnTo>
                    <a:pt x="714708" y="1023095"/>
                  </a:lnTo>
                  <a:lnTo>
                    <a:pt x="722677" y="1014859"/>
                  </a:lnTo>
                  <a:lnTo>
                    <a:pt x="714059" y="991713"/>
                  </a:lnTo>
                  <a:lnTo>
                    <a:pt x="724761" y="977478"/>
                  </a:lnTo>
                  <a:lnTo>
                    <a:pt x="731803" y="978647"/>
                  </a:lnTo>
                  <a:lnTo>
                    <a:pt x="737675" y="966878"/>
                  </a:lnTo>
                  <a:lnTo>
                    <a:pt x="735984" y="956824"/>
                  </a:lnTo>
                  <a:lnTo>
                    <a:pt x="747195" y="958527"/>
                  </a:lnTo>
                  <a:lnTo>
                    <a:pt x="755431" y="953303"/>
                  </a:lnTo>
                  <a:lnTo>
                    <a:pt x="761684" y="945588"/>
                  </a:lnTo>
                  <a:lnTo>
                    <a:pt x="763655" y="939703"/>
                  </a:lnTo>
                  <a:lnTo>
                    <a:pt x="760248" y="935522"/>
                  </a:lnTo>
                  <a:lnTo>
                    <a:pt x="754262" y="943249"/>
                  </a:lnTo>
                  <a:lnTo>
                    <a:pt x="747729" y="946097"/>
                  </a:lnTo>
                  <a:lnTo>
                    <a:pt x="741844" y="941407"/>
                  </a:lnTo>
                  <a:lnTo>
                    <a:pt x="740039" y="924019"/>
                  </a:lnTo>
                  <a:lnTo>
                    <a:pt x="728790" y="918935"/>
                  </a:lnTo>
                  <a:lnTo>
                    <a:pt x="728663" y="912669"/>
                  </a:lnTo>
                  <a:lnTo>
                    <a:pt x="719766" y="903772"/>
                  </a:lnTo>
                  <a:lnTo>
                    <a:pt x="714682" y="888735"/>
                  </a:lnTo>
                  <a:lnTo>
                    <a:pt x="717682" y="883779"/>
                  </a:lnTo>
                  <a:lnTo>
                    <a:pt x="735705" y="877906"/>
                  </a:lnTo>
                  <a:lnTo>
                    <a:pt x="738247" y="864560"/>
                  </a:lnTo>
                  <a:lnTo>
                    <a:pt x="746483" y="856845"/>
                  </a:lnTo>
                  <a:lnTo>
                    <a:pt x="739696" y="853452"/>
                  </a:lnTo>
                  <a:lnTo>
                    <a:pt x="730163" y="858943"/>
                  </a:lnTo>
                  <a:lnTo>
                    <a:pt x="727036" y="869276"/>
                  </a:lnTo>
                  <a:lnTo>
                    <a:pt x="722855" y="872797"/>
                  </a:lnTo>
                  <a:lnTo>
                    <a:pt x="716334" y="871627"/>
                  </a:lnTo>
                  <a:lnTo>
                    <a:pt x="712280" y="879330"/>
                  </a:lnTo>
                  <a:lnTo>
                    <a:pt x="698057" y="885075"/>
                  </a:lnTo>
                  <a:lnTo>
                    <a:pt x="698057" y="890566"/>
                  </a:lnTo>
                  <a:lnTo>
                    <a:pt x="704578" y="888735"/>
                  </a:lnTo>
                  <a:lnTo>
                    <a:pt x="708111" y="893578"/>
                  </a:lnTo>
                  <a:lnTo>
                    <a:pt x="708238" y="900899"/>
                  </a:lnTo>
                  <a:lnTo>
                    <a:pt x="701591" y="904814"/>
                  </a:lnTo>
                  <a:lnTo>
                    <a:pt x="699887" y="918922"/>
                  </a:lnTo>
                  <a:close/>
                  <a:moveTo>
                    <a:pt x="50383" y="749330"/>
                  </a:moveTo>
                  <a:lnTo>
                    <a:pt x="77265" y="760693"/>
                  </a:lnTo>
                  <a:lnTo>
                    <a:pt x="73224" y="797031"/>
                  </a:lnTo>
                  <a:lnTo>
                    <a:pt x="44778" y="840945"/>
                  </a:lnTo>
                  <a:lnTo>
                    <a:pt x="20120" y="836764"/>
                  </a:lnTo>
                  <a:lnTo>
                    <a:pt x="0" y="807225"/>
                  </a:lnTo>
                  <a:close/>
                  <a:moveTo>
                    <a:pt x="416056" y="247938"/>
                  </a:moveTo>
                  <a:lnTo>
                    <a:pt x="424661" y="236499"/>
                  </a:lnTo>
                  <a:lnTo>
                    <a:pt x="439544" y="227207"/>
                  </a:lnTo>
                  <a:lnTo>
                    <a:pt x="491859" y="255055"/>
                  </a:lnTo>
                  <a:lnTo>
                    <a:pt x="484945" y="286018"/>
                  </a:lnTo>
                  <a:lnTo>
                    <a:pt x="536371" y="342362"/>
                  </a:lnTo>
                  <a:lnTo>
                    <a:pt x="504392" y="372155"/>
                  </a:lnTo>
                  <a:lnTo>
                    <a:pt x="531159" y="389758"/>
                  </a:lnTo>
                  <a:lnTo>
                    <a:pt x="549945" y="367274"/>
                  </a:lnTo>
                  <a:lnTo>
                    <a:pt x="582572" y="381916"/>
                  </a:lnTo>
                  <a:lnTo>
                    <a:pt x="596414" y="431193"/>
                  </a:lnTo>
                  <a:lnTo>
                    <a:pt x="577081" y="451060"/>
                  </a:lnTo>
                  <a:lnTo>
                    <a:pt x="588050" y="468574"/>
                  </a:lnTo>
                  <a:lnTo>
                    <a:pt x="618974" y="445454"/>
                  </a:lnTo>
                  <a:lnTo>
                    <a:pt x="633337" y="426389"/>
                  </a:lnTo>
                  <a:lnTo>
                    <a:pt x="635815" y="422207"/>
                  </a:lnTo>
                  <a:lnTo>
                    <a:pt x="639628" y="418814"/>
                  </a:lnTo>
                  <a:lnTo>
                    <a:pt x="653063" y="403790"/>
                  </a:lnTo>
                  <a:lnTo>
                    <a:pt x="643149" y="370845"/>
                  </a:lnTo>
                  <a:lnTo>
                    <a:pt x="668989" y="324580"/>
                  </a:lnTo>
                  <a:lnTo>
                    <a:pt x="687114" y="322038"/>
                  </a:lnTo>
                  <a:lnTo>
                    <a:pt x="700561" y="333134"/>
                  </a:lnTo>
                  <a:lnTo>
                    <a:pt x="723528" y="310256"/>
                  </a:lnTo>
                  <a:lnTo>
                    <a:pt x="703688" y="299274"/>
                  </a:lnTo>
                  <a:lnTo>
                    <a:pt x="701209" y="287378"/>
                  </a:lnTo>
                  <a:lnTo>
                    <a:pt x="689770" y="271960"/>
                  </a:lnTo>
                  <a:lnTo>
                    <a:pt x="700726" y="257839"/>
                  </a:lnTo>
                  <a:lnTo>
                    <a:pt x="698184" y="246997"/>
                  </a:lnTo>
                  <a:lnTo>
                    <a:pt x="701311" y="243591"/>
                  </a:lnTo>
                  <a:lnTo>
                    <a:pt x="709280" y="248815"/>
                  </a:lnTo>
                  <a:lnTo>
                    <a:pt x="722982" y="246209"/>
                  </a:lnTo>
                  <a:lnTo>
                    <a:pt x="742301" y="228707"/>
                  </a:lnTo>
                  <a:lnTo>
                    <a:pt x="763299" y="206998"/>
                  </a:lnTo>
                  <a:lnTo>
                    <a:pt x="787448" y="183739"/>
                  </a:lnTo>
                  <a:lnTo>
                    <a:pt x="787982" y="171842"/>
                  </a:lnTo>
                  <a:lnTo>
                    <a:pt x="766832" y="142608"/>
                  </a:lnTo>
                  <a:lnTo>
                    <a:pt x="747767" y="138935"/>
                  </a:lnTo>
                  <a:lnTo>
                    <a:pt x="709789" y="158280"/>
                  </a:lnTo>
                  <a:lnTo>
                    <a:pt x="647407" y="187437"/>
                  </a:lnTo>
                  <a:lnTo>
                    <a:pt x="639781" y="155929"/>
                  </a:lnTo>
                  <a:lnTo>
                    <a:pt x="642386" y="103906"/>
                  </a:lnTo>
                  <a:lnTo>
                    <a:pt x="597901" y="84434"/>
                  </a:lnTo>
                  <a:lnTo>
                    <a:pt x="597774" y="73846"/>
                  </a:lnTo>
                  <a:lnTo>
                    <a:pt x="618390" y="75549"/>
                  </a:lnTo>
                  <a:lnTo>
                    <a:pt x="685194" y="86264"/>
                  </a:lnTo>
                  <a:lnTo>
                    <a:pt x="699290" y="81434"/>
                  </a:lnTo>
                  <a:lnTo>
                    <a:pt x="709344" y="83252"/>
                  </a:lnTo>
                  <a:lnTo>
                    <a:pt x="799586" y="61949"/>
                  </a:lnTo>
                  <a:lnTo>
                    <a:pt x="817215" y="57653"/>
                  </a:lnTo>
                  <a:lnTo>
                    <a:pt x="831819" y="53980"/>
                  </a:lnTo>
                  <a:lnTo>
                    <a:pt x="844529" y="50587"/>
                  </a:lnTo>
                  <a:lnTo>
                    <a:pt x="867243" y="38550"/>
                  </a:lnTo>
                  <a:lnTo>
                    <a:pt x="882635" y="30720"/>
                  </a:lnTo>
                  <a:lnTo>
                    <a:pt x="900251" y="21302"/>
                  </a:lnTo>
                  <a:lnTo>
                    <a:pt x="925824" y="8096"/>
                  </a:lnTo>
                  <a:lnTo>
                    <a:pt x="957600" y="0"/>
                  </a:lnTo>
                  <a:lnTo>
                    <a:pt x="972610" y="31508"/>
                  </a:lnTo>
                  <a:lnTo>
                    <a:pt x="985651" y="41168"/>
                  </a:lnTo>
                  <a:lnTo>
                    <a:pt x="988523" y="71355"/>
                  </a:lnTo>
                  <a:lnTo>
                    <a:pt x="972076" y="89149"/>
                  </a:lnTo>
                  <a:lnTo>
                    <a:pt x="914016" y="120925"/>
                  </a:lnTo>
                  <a:lnTo>
                    <a:pt x="913228" y="128894"/>
                  </a:lnTo>
                  <a:lnTo>
                    <a:pt x="930336" y="128360"/>
                  </a:lnTo>
                  <a:lnTo>
                    <a:pt x="941775" y="165220"/>
                  </a:lnTo>
                  <a:lnTo>
                    <a:pt x="933692" y="196856"/>
                  </a:lnTo>
                  <a:lnTo>
                    <a:pt x="948296" y="230703"/>
                  </a:lnTo>
                  <a:lnTo>
                    <a:pt x="936043" y="246769"/>
                  </a:lnTo>
                  <a:lnTo>
                    <a:pt x="932116" y="273701"/>
                  </a:lnTo>
                  <a:lnTo>
                    <a:pt x="900340" y="310180"/>
                  </a:lnTo>
                  <a:lnTo>
                    <a:pt x="916126" y="314349"/>
                  </a:lnTo>
                  <a:lnTo>
                    <a:pt x="961285" y="319331"/>
                  </a:lnTo>
                  <a:lnTo>
                    <a:pt x="973996" y="303901"/>
                  </a:lnTo>
                  <a:lnTo>
                    <a:pt x="987557" y="299973"/>
                  </a:lnTo>
                  <a:lnTo>
                    <a:pt x="1006470" y="317361"/>
                  </a:lnTo>
                  <a:lnTo>
                    <a:pt x="1041589" y="316713"/>
                  </a:lnTo>
                  <a:lnTo>
                    <a:pt x="1091031" y="342845"/>
                  </a:lnTo>
                  <a:lnTo>
                    <a:pt x="1200784" y="327593"/>
                  </a:lnTo>
                  <a:lnTo>
                    <a:pt x="1214879" y="348234"/>
                  </a:lnTo>
                  <a:lnTo>
                    <a:pt x="1238508" y="344421"/>
                  </a:lnTo>
                  <a:lnTo>
                    <a:pt x="1241113" y="361135"/>
                  </a:lnTo>
                  <a:lnTo>
                    <a:pt x="1250392" y="421915"/>
                  </a:lnTo>
                  <a:lnTo>
                    <a:pt x="1207177" y="462435"/>
                  </a:lnTo>
                  <a:lnTo>
                    <a:pt x="1162793" y="423491"/>
                  </a:lnTo>
                  <a:lnTo>
                    <a:pt x="1133699" y="454720"/>
                  </a:lnTo>
                  <a:lnTo>
                    <a:pt x="1189942" y="505561"/>
                  </a:lnTo>
                  <a:lnTo>
                    <a:pt x="1169860" y="535099"/>
                  </a:lnTo>
                  <a:lnTo>
                    <a:pt x="1169593" y="565159"/>
                  </a:lnTo>
                  <a:lnTo>
                    <a:pt x="1133839" y="628812"/>
                  </a:lnTo>
                  <a:lnTo>
                    <a:pt x="1136064" y="643314"/>
                  </a:lnTo>
                  <a:lnTo>
                    <a:pt x="1109690" y="693647"/>
                  </a:lnTo>
                  <a:lnTo>
                    <a:pt x="1120125" y="712852"/>
                  </a:lnTo>
                  <a:lnTo>
                    <a:pt x="1137360" y="761862"/>
                  </a:lnTo>
                  <a:lnTo>
                    <a:pt x="1128615" y="841212"/>
                  </a:lnTo>
                  <a:lnTo>
                    <a:pt x="1230132" y="872047"/>
                  </a:lnTo>
                  <a:lnTo>
                    <a:pt x="1222709" y="911449"/>
                  </a:lnTo>
                  <a:lnTo>
                    <a:pt x="1230271" y="914321"/>
                  </a:lnTo>
                  <a:lnTo>
                    <a:pt x="1292920" y="937721"/>
                  </a:lnTo>
                  <a:lnTo>
                    <a:pt x="1285091" y="982931"/>
                  </a:lnTo>
                  <a:lnTo>
                    <a:pt x="1286908" y="1039275"/>
                  </a:lnTo>
                  <a:lnTo>
                    <a:pt x="1236665" y="1066844"/>
                  </a:lnTo>
                  <a:lnTo>
                    <a:pt x="1221527" y="1041626"/>
                  </a:lnTo>
                  <a:lnTo>
                    <a:pt x="1190209" y="1041754"/>
                  </a:lnTo>
                  <a:lnTo>
                    <a:pt x="1189167" y="1082147"/>
                  </a:lnTo>
                  <a:lnTo>
                    <a:pt x="1155370" y="1097183"/>
                  </a:lnTo>
                  <a:lnTo>
                    <a:pt x="1170508" y="1230767"/>
                  </a:lnTo>
                  <a:lnTo>
                    <a:pt x="1126404" y="1267741"/>
                  </a:lnTo>
                  <a:lnTo>
                    <a:pt x="1089544" y="1253633"/>
                  </a:lnTo>
                  <a:lnTo>
                    <a:pt x="1047524" y="1319497"/>
                  </a:lnTo>
                  <a:lnTo>
                    <a:pt x="997954" y="1347853"/>
                  </a:lnTo>
                  <a:lnTo>
                    <a:pt x="964539" y="1369715"/>
                  </a:lnTo>
                  <a:lnTo>
                    <a:pt x="946402" y="1400436"/>
                  </a:lnTo>
                  <a:lnTo>
                    <a:pt x="912733" y="1413235"/>
                  </a:lnTo>
                  <a:lnTo>
                    <a:pt x="900454" y="1380048"/>
                  </a:lnTo>
                  <a:lnTo>
                    <a:pt x="862616" y="1406193"/>
                  </a:lnTo>
                  <a:lnTo>
                    <a:pt x="808064" y="1442138"/>
                  </a:lnTo>
                  <a:lnTo>
                    <a:pt x="793714" y="1487094"/>
                  </a:lnTo>
                  <a:lnTo>
                    <a:pt x="737332" y="1518869"/>
                  </a:lnTo>
                  <a:lnTo>
                    <a:pt x="724278" y="1543845"/>
                  </a:lnTo>
                  <a:lnTo>
                    <a:pt x="639209" y="1543845"/>
                  </a:lnTo>
                  <a:lnTo>
                    <a:pt x="591177" y="1577819"/>
                  </a:lnTo>
                  <a:lnTo>
                    <a:pt x="573573" y="1609595"/>
                  </a:lnTo>
                  <a:lnTo>
                    <a:pt x="556593" y="1640315"/>
                  </a:lnTo>
                  <a:lnTo>
                    <a:pt x="546018" y="1659520"/>
                  </a:lnTo>
                  <a:lnTo>
                    <a:pt x="476467" y="1686974"/>
                  </a:lnTo>
                  <a:lnTo>
                    <a:pt x="468511" y="1609200"/>
                  </a:lnTo>
                  <a:lnTo>
                    <a:pt x="479086" y="1577959"/>
                  </a:lnTo>
                  <a:lnTo>
                    <a:pt x="444883" y="1535354"/>
                  </a:lnTo>
                  <a:lnTo>
                    <a:pt x="439938" y="1524907"/>
                  </a:lnTo>
                  <a:lnTo>
                    <a:pt x="431829" y="1513925"/>
                  </a:lnTo>
                  <a:lnTo>
                    <a:pt x="437968" y="1501774"/>
                  </a:lnTo>
                  <a:lnTo>
                    <a:pt x="426758" y="1497580"/>
                  </a:lnTo>
                  <a:lnTo>
                    <a:pt x="413565" y="1492877"/>
                  </a:lnTo>
                  <a:lnTo>
                    <a:pt x="375434" y="1474307"/>
                  </a:lnTo>
                  <a:lnTo>
                    <a:pt x="328978" y="1461902"/>
                  </a:lnTo>
                  <a:lnTo>
                    <a:pt x="313179" y="1482556"/>
                  </a:lnTo>
                  <a:lnTo>
                    <a:pt x="296224" y="1477981"/>
                  </a:lnTo>
                  <a:lnTo>
                    <a:pt x="300800" y="1441769"/>
                  </a:lnTo>
                  <a:lnTo>
                    <a:pt x="281734" y="1433419"/>
                  </a:lnTo>
                  <a:lnTo>
                    <a:pt x="267512" y="1463211"/>
                  </a:lnTo>
                  <a:lnTo>
                    <a:pt x="218844" y="1520598"/>
                  </a:lnTo>
                  <a:lnTo>
                    <a:pt x="198228" y="1519136"/>
                  </a:lnTo>
                  <a:lnTo>
                    <a:pt x="181387" y="1482556"/>
                  </a:lnTo>
                  <a:lnTo>
                    <a:pt x="166783" y="1484907"/>
                  </a:lnTo>
                  <a:lnTo>
                    <a:pt x="161699" y="1462830"/>
                  </a:lnTo>
                  <a:lnTo>
                    <a:pt x="149955" y="1463732"/>
                  </a:lnTo>
                  <a:lnTo>
                    <a:pt x="125564" y="1422297"/>
                  </a:lnTo>
                  <a:lnTo>
                    <a:pt x="149447" y="1377201"/>
                  </a:lnTo>
                  <a:lnTo>
                    <a:pt x="166389" y="1387675"/>
                  </a:lnTo>
                  <a:lnTo>
                    <a:pt x="204901" y="1377507"/>
                  </a:lnTo>
                  <a:lnTo>
                    <a:pt x="214548" y="1378561"/>
                  </a:lnTo>
                  <a:lnTo>
                    <a:pt x="216251" y="1392161"/>
                  </a:lnTo>
                  <a:lnTo>
                    <a:pt x="222772" y="1393992"/>
                  </a:lnTo>
                  <a:lnTo>
                    <a:pt x="219759" y="1406409"/>
                  </a:lnTo>
                  <a:lnTo>
                    <a:pt x="225110" y="1409930"/>
                  </a:lnTo>
                  <a:lnTo>
                    <a:pt x="229826" y="1412282"/>
                  </a:lnTo>
                  <a:lnTo>
                    <a:pt x="235825" y="1398033"/>
                  </a:lnTo>
                  <a:lnTo>
                    <a:pt x="233474" y="1392161"/>
                  </a:lnTo>
                  <a:lnTo>
                    <a:pt x="237910" y="1379603"/>
                  </a:lnTo>
                  <a:lnTo>
                    <a:pt x="240795" y="1376464"/>
                  </a:lnTo>
                  <a:lnTo>
                    <a:pt x="280069" y="1331254"/>
                  </a:lnTo>
                  <a:lnTo>
                    <a:pt x="289462" y="1329157"/>
                  </a:lnTo>
                  <a:lnTo>
                    <a:pt x="294165" y="1326017"/>
                  </a:lnTo>
                  <a:lnTo>
                    <a:pt x="310981" y="1318175"/>
                  </a:lnTo>
                  <a:lnTo>
                    <a:pt x="302249" y="1290467"/>
                  </a:lnTo>
                  <a:lnTo>
                    <a:pt x="278099" y="1313472"/>
                  </a:lnTo>
                  <a:lnTo>
                    <a:pt x="248345" y="1293136"/>
                  </a:lnTo>
                  <a:lnTo>
                    <a:pt x="234770" y="1273270"/>
                  </a:lnTo>
                  <a:lnTo>
                    <a:pt x="232228" y="1267385"/>
                  </a:lnTo>
                  <a:lnTo>
                    <a:pt x="209350" y="1255883"/>
                  </a:lnTo>
                  <a:lnTo>
                    <a:pt x="188073" y="1255488"/>
                  </a:lnTo>
                  <a:lnTo>
                    <a:pt x="184679" y="1261373"/>
                  </a:lnTo>
                  <a:lnTo>
                    <a:pt x="172427" y="1275494"/>
                  </a:lnTo>
                  <a:lnTo>
                    <a:pt x="163288" y="1272749"/>
                  </a:lnTo>
                  <a:lnTo>
                    <a:pt x="153488" y="1269737"/>
                  </a:lnTo>
                  <a:lnTo>
                    <a:pt x="144108" y="1249870"/>
                  </a:lnTo>
                  <a:lnTo>
                    <a:pt x="130267" y="1244507"/>
                  </a:lnTo>
                  <a:lnTo>
                    <a:pt x="126454" y="1257979"/>
                  </a:lnTo>
                  <a:lnTo>
                    <a:pt x="128131" y="1266457"/>
                  </a:lnTo>
                  <a:lnTo>
                    <a:pt x="99686" y="1278761"/>
                  </a:lnTo>
                  <a:lnTo>
                    <a:pt x="90420" y="1275088"/>
                  </a:lnTo>
                  <a:lnTo>
                    <a:pt x="99559" y="1250786"/>
                  </a:lnTo>
                  <a:lnTo>
                    <a:pt x="103613" y="1223204"/>
                  </a:lnTo>
                  <a:lnTo>
                    <a:pt x="98263" y="1202156"/>
                  </a:lnTo>
                  <a:lnTo>
                    <a:pt x="108685" y="1178515"/>
                  </a:lnTo>
                  <a:lnTo>
                    <a:pt x="97093" y="1087282"/>
                  </a:lnTo>
                  <a:lnTo>
                    <a:pt x="109867" y="1068458"/>
                  </a:lnTo>
                  <a:lnTo>
                    <a:pt x="112485" y="1058379"/>
                  </a:lnTo>
                  <a:lnTo>
                    <a:pt x="140549" y="1057476"/>
                  </a:lnTo>
                  <a:lnTo>
                    <a:pt x="160377" y="1022193"/>
                  </a:lnTo>
                  <a:lnTo>
                    <a:pt x="193424" y="1020756"/>
                  </a:lnTo>
                  <a:lnTo>
                    <a:pt x="205422" y="1032780"/>
                  </a:lnTo>
                  <a:lnTo>
                    <a:pt x="212871" y="1036822"/>
                  </a:lnTo>
                  <a:lnTo>
                    <a:pt x="242752" y="1021265"/>
                  </a:lnTo>
                  <a:lnTo>
                    <a:pt x="250721" y="983769"/>
                  </a:lnTo>
                  <a:lnTo>
                    <a:pt x="235965" y="974097"/>
                  </a:lnTo>
                  <a:lnTo>
                    <a:pt x="261932" y="943390"/>
                  </a:lnTo>
                  <a:lnTo>
                    <a:pt x="277349" y="931086"/>
                  </a:lnTo>
                  <a:lnTo>
                    <a:pt x="295601" y="905081"/>
                  </a:lnTo>
                  <a:lnTo>
                    <a:pt x="293263" y="897226"/>
                  </a:lnTo>
                  <a:lnTo>
                    <a:pt x="305007" y="880118"/>
                  </a:lnTo>
                  <a:lnTo>
                    <a:pt x="349124" y="833967"/>
                  </a:lnTo>
                  <a:lnTo>
                    <a:pt x="357589" y="839992"/>
                  </a:lnTo>
                  <a:lnTo>
                    <a:pt x="382018" y="813059"/>
                  </a:lnTo>
                  <a:lnTo>
                    <a:pt x="383963" y="802471"/>
                  </a:lnTo>
                  <a:lnTo>
                    <a:pt x="394398" y="770454"/>
                  </a:lnTo>
                  <a:lnTo>
                    <a:pt x="372790" y="744564"/>
                  </a:lnTo>
                  <a:lnTo>
                    <a:pt x="354386" y="751109"/>
                  </a:lnTo>
                  <a:lnTo>
                    <a:pt x="331508" y="746140"/>
                  </a:lnTo>
                  <a:lnTo>
                    <a:pt x="339604" y="717783"/>
                  </a:lnTo>
                  <a:lnTo>
                    <a:pt x="369486" y="704056"/>
                  </a:lnTo>
                  <a:lnTo>
                    <a:pt x="390102" y="662227"/>
                  </a:lnTo>
                  <a:lnTo>
                    <a:pt x="430177" y="636616"/>
                  </a:lnTo>
                  <a:lnTo>
                    <a:pt x="443345" y="591253"/>
                  </a:lnTo>
                  <a:lnTo>
                    <a:pt x="430304" y="549818"/>
                  </a:lnTo>
                  <a:lnTo>
                    <a:pt x="444654" y="523292"/>
                  </a:lnTo>
                  <a:lnTo>
                    <a:pt x="472972" y="539230"/>
                  </a:lnTo>
                  <a:lnTo>
                    <a:pt x="500235" y="516886"/>
                  </a:lnTo>
                  <a:lnTo>
                    <a:pt x="485746" y="486356"/>
                  </a:lnTo>
                  <a:lnTo>
                    <a:pt x="460567" y="452381"/>
                  </a:lnTo>
                  <a:lnTo>
                    <a:pt x="478971" y="407031"/>
                  </a:lnTo>
                  <a:lnTo>
                    <a:pt x="494224" y="388602"/>
                  </a:lnTo>
                  <a:lnTo>
                    <a:pt x="490690" y="383886"/>
                  </a:lnTo>
                  <a:lnTo>
                    <a:pt x="463414" y="347293"/>
                  </a:lnTo>
                  <a:lnTo>
                    <a:pt x="439671" y="356318"/>
                  </a:lnTo>
                  <a:lnTo>
                    <a:pt x="452852" y="404540"/>
                  </a:lnTo>
                  <a:lnTo>
                    <a:pt x="433138" y="410158"/>
                  </a:lnTo>
                  <a:lnTo>
                    <a:pt x="391767" y="339858"/>
                  </a:lnTo>
                  <a:lnTo>
                    <a:pt x="365940" y="330681"/>
                  </a:lnTo>
                  <a:lnTo>
                    <a:pt x="359927" y="291216"/>
                  </a:lnTo>
                  <a:lnTo>
                    <a:pt x="366194" y="292004"/>
                  </a:lnTo>
                  <a:lnTo>
                    <a:pt x="370375" y="284937"/>
                  </a:lnTo>
                  <a:lnTo>
                    <a:pt x="371545" y="277235"/>
                  </a:lnTo>
                  <a:lnTo>
                    <a:pt x="385246" y="271617"/>
                  </a:lnTo>
                  <a:close/>
                  <a:moveTo>
                    <a:pt x="200592" y="691422"/>
                  </a:moveTo>
                  <a:lnTo>
                    <a:pt x="212604" y="681890"/>
                  </a:lnTo>
                  <a:lnTo>
                    <a:pt x="234656" y="715610"/>
                  </a:lnTo>
                  <a:lnTo>
                    <a:pt x="244430" y="724621"/>
                  </a:lnTo>
                  <a:lnTo>
                    <a:pt x="253975" y="732463"/>
                  </a:lnTo>
                  <a:lnTo>
                    <a:pt x="273422" y="755990"/>
                  </a:lnTo>
                  <a:lnTo>
                    <a:pt x="241303" y="806183"/>
                  </a:lnTo>
                  <a:lnTo>
                    <a:pt x="235825" y="814152"/>
                  </a:lnTo>
                  <a:lnTo>
                    <a:pt x="240134" y="820431"/>
                  </a:lnTo>
                  <a:lnTo>
                    <a:pt x="232177" y="831145"/>
                  </a:lnTo>
                  <a:lnTo>
                    <a:pt x="210888" y="824994"/>
                  </a:lnTo>
                  <a:lnTo>
                    <a:pt x="184539" y="806831"/>
                  </a:lnTo>
                  <a:lnTo>
                    <a:pt x="162932" y="797807"/>
                  </a:lnTo>
                  <a:lnTo>
                    <a:pt x="140613" y="804085"/>
                  </a:lnTo>
                  <a:lnTo>
                    <a:pt x="128208" y="820024"/>
                  </a:lnTo>
                  <a:lnTo>
                    <a:pt x="117646" y="822655"/>
                  </a:lnTo>
                  <a:lnTo>
                    <a:pt x="90763" y="826570"/>
                  </a:lnTo>
                  <a:lnTo>
                    <a:pt x="80062" y="815321"/>
                  </a:lnTo>
                  <a:lnTo>
                    <a:pt x="92073" y="796256"/>
                  </a:lnTo>
                  <a:lnTo>
                    <a:pt x="137346" y="789901"/>
                  </a:lnTo>
                  <a:lnTo>
                    <a:pt x="165144" y="745212"/>
                  </a:lnTo>
                  <a:lnTo>
                    <a:pt x="181845" y="721062"/>
                  </a:lnTo>
                  <a:close/>
                  <a:moveTo>
                    <a:pt x="237122" y="652478"/>
                  </a:moveTo>
                  <a:lnTo>
                    <a:pt x="215069" y="648665"/>
                  </a:lnTo>
                  <a:lnTo>
                    <a:pt x="194326" y="669192"/>
                  </a:lnTo>
                  <a:lnTo>
                    <a:pt x="157912" y="685398"/>
                  </a:lnTo>
                  <a:lnTo>
                    <a:pt x="141871" y="673501"/>
                  </a:lnTo>
                  <a:lnTo>
                    <a:pt x="135605" y="668010"/>
                  </a:lnTo>
                  <a:lnTo>
                    <a:pt x="102317" y="656113"/>
                  </a:lnTo>
                  <a:lnTo>
                    <a:pt x="72702" y="629206"/>
                  </a:lnTo>
                  <a:lnTo>
                    <a:pt x="61861" y="639527"/>
                  </a:lnTo>
                  <a:lnTo>
                    <a:pt x="53116" y="629727"/>
                  </a:lnTo>
                  <a:lnTo>
                    <a:pt x="74266" y="602794"/>
                  </a:lnTo>
                  <a:lnTo>
                    <a:pt x="59395" y="596922"/>
                  </a:lnTo>
                  <a:lnTo>
                    <a:pt x="39821" y="577691"/>
                  </a:lnTo>
                  <a:lnTo>
                    <a:pt x="92530" y="523711"/>
                  </a:lnTo>
                  <a:lnTo>
                    <a:pt x="123200" y="494046"/>
                  </a:lnTo>
                  <a:lnTo>
                    <a:pt x="132987" y="485949"/>
                  </a:lnTo>
                  <a:lnTo>
                    <a:pt x="144731" y="484106"/>
                  </a:lnTo>
                  <a:lnTo>
                    <a:pt x="171613" y="471955"/>
                  </a:lnTo>
                  <a:lnTo>
                    <a:pt x="201774" y="439150"/>
                  </a:lnTo>
                  <a:lnTo>
                    <a:pt x="216251" y="426872"/>
                  </a:lnTo>
                  <a:lnTo>
                    <a:pt x="226953" y="423860"/>
                  </a:lnTo>
                  <a:lnTo>
                    <a:pt x="229826" y="416806"/>
                  </a:lnTo>
                  <a:lnTo>
                    <a:pt x="239219" y="411048"/>
                  </a:lnTo>
                  <a:lnTo>
                    <a:pt x="248751" y="405036"/>
                  </a:lnTo>
                  <a:lnTo>
                    <a:pt x="257229" y="391182"/>
                  </a:lnTo>
                  <a:lnTo>
                    <a:pt x="294673" y="345946"/>
                  </a:lnTo>
                  <a:lnTo>
                    <a:pt x="334749" y="366600"/>
                  </a:lnTo>
                  <a:lnTo>
                    <a:pt x="355365" y="394054"/>
                  </a:lnTo>
                  <a:lnTo>
                    <a:pt x="347535" y="421369"/>
                  </a:lnTo>
                  <a:lnTo>
                    <a:pt x="373629" y="446077"/>
                  </a:lnTo>
                  <a:lnTo>
                    <a:pt x="351577" y="466096"/>
                  </a:lnTo>
                  <a:lnTo>
                    <a:pt x="327428" y="503210"/>
                  </a:lnTo>
                  <a:lnTo>
                    <a:pt x="322610" y="535214"/>
                  </a:lnTo>
                  <a:lnTo>
                    <a:pt x="326665" y="576395"/>
                  </a:lnTo>
                  <a:lnTo>
                    <a:pt x="375599" y="589461"/>
                  </a:lnTo>
                  <a:lnTo>
                    <a:pt x="364160" y="611818"/>
                  </a:lnTo>
                  <a:lnTo>
                    <a:pt x="354500" y="618478"/>
                  </a:lnTo>
                  <a:lnTo>
                    <a:pt x="345501" y="648030"/>
                  </a:lnTo>
                  <a:lnTo>
                    <a:pt x="333236" y="667095"/>
                  </a:lnTo>
                  <a:lnTo>
                    <a:pt x="322000" y="655656"/>
                  </a:lnTo>
                  <a:lnTo>
                    <a:pt x="263686" y="677606"/>
                  </a:lnTo>
                  <a:close/>
                </a:path>
              </a:pathLst>
            </a:custGeom>
            <a:solidFill>
              <a:srgbClr val="FFFFFF"/>
            </a:solidFill>
            <a:ln w="12700" cap="flat">
              <a:noFill/>
              <a:prstDash val="solid"/>
              <a:miter/>
            </a:ln>
          </p:spPr>
          <p:txBody>
            <a:bodyPr rtlCol="0" anchor="ctr"/>
            <a:lstStyle/>
            <a:p>
              <a:endParaRPr lang="de-CH"/>
            </a:p>
          </p:txBody>
        </p:sp>
        <p:sp>
          <p:nvSpPr>
            <p:cNvPr id="101" name="Freihandform: Form 100">
              <a:extLst>
                <a:ext uri="{FF2B5EF4-FFF2-40B4-BE49-F238E27FC236}">
                  <a16:creationId xmlns:a16="http://schemas.microsoft.com/office/drawing/2014/main" id="{3873B587-908F-C497-2A79-A5B554DA885E}"/>
                </a:ext>
              </a:extLst>
            </p:cNvPr>
            <p:cNvSpPr/>
            <p:nvPr/>
          </p:nvSpPr>
          <p:spPr>
            <a:xfrm>
              <a:off x="3116304" y="2897994"/>
              <a:ext cx="1292919" cy="1686974"/>
            </a:xfrm>
            <a:custGeom>
              <a:avLst/>
              <a:gdLst>
                <a:gd name="connsiteX0" fmla="*/ 995603 w 1292919"/>
                <a:gd name="connsiteY0" fmla="*/ 217014 h 1686974"/>
                <a:gd name="connsiteX1" fmla="*/ 995476 w 1292919"/>
                <a:gd name="connsiteY1" fmla="*/ 223801 h 1686974"/>
                <a:gd name="connsiteX2" fmla="*/ 963624 w 1292919"/>
                <a:gd name="connsiteY2" fmla="*/ 238710 h 1686974"/>
                <a:gd name="connsiteX3" fmla="*/ 959442 w 1292919"/>
                <a:gd name="connsiteY3" fmla="*/ 228911 h 1686974"/>
                <a:gd name="connsiteX4" fmla="*/ 961400 w 1292919"/>
                <a:gd name="connsiteY4" fmla="*/ 214790 h 1686974"/>
                <a:gd name="connsiteX5" fmla="*/ 987240 w 1292919"/>
                <a:gd name="connsiteY5" fmla="*/ 192572 h 1686974"/>
                <a:gd name="connsiteX6" fmla="*/ 997154 w 1292919"/>
                <a:gd name="connsiteY6" fmla="*/ 198444 h 1686974"/>
                <a:gd name="connsiteX7" fmla="*/ 751427 w 1292919"/>
                <a:gd name="connsiteY7" fmla="*/ 269126 h 1686974"/>
                <a:gd name="connsiteX8" fmla="*/ 759269 w 1292919"/>
                <a:gd name="connsiteY8" fmla="*/ 303354 h 1686974"/>
                <a:gd name="connsiteX9" fmla="*/ 769832 w 1292919"/>
                <a:gd name="connsiteY9" fmla="*/ 306901 h 1686974"/>
                <a:gd name="connsiteX10" fmla="*/ 799586 w 1292919"/>
                <a:gd name="connsiteY10" fmla="*/ 285852 h 1686974"/>
                <a:gd name="connsiteX11" fmla="*/ 795011 w 1292919"/>
                <a:gd name="connsiteY11" fmla="*/ 260101 h 1686974"/>
                <a:gd name="connsiteX12" fmla="*/ 702239 w 1292919"/>
                <a:gd name="connsiteY12" fmla="*/ 924858 h 1686974"/>
                <a:gd name="connsiteX13" fmla="*/ 713449 w 1292919"/>
                <a:gd name="connsiteY13" fmla="*/ 926561 h 1686974"/>
                <a:gd name="connsiteX14" fmla="*/ 718165 w 1292919"/>
                <a:gd name="connsiteY14" fmla="*/ 934276 h 1686974"/>
                <a:gd name="connsiteX15" fmla="*/ 726376 w 1292919"/>
                <a:gd name="connsiteY15" fmla="*/ 926561 h 1686974"/>
                <a:gd name="connsiteX16" fmla="*/ 730557 w 1292919"/>
                <a:gd name="connsiteY16" fmla="*/ 928391 h 1686974"/>
                <a:gd name="connsiteX17" fmla="*/ 725473 w 1292919"/>
                <a:gd name="connsiteY17" fmla="*/ 933996 h 1686974"/>
                <a:gd name="connsiteX18" fmla="*/ 725219 w 1292919"/>
                <a:gd name="connsiteY18" fmla="*/ 943173 h 1686974"/>
                <a:gd name="connsiteX19" fmla="*/ 719347 w 1292919"/>
                <a:gd name="connsiteY19" fmla="*/ 945245 h 1686974"/>
                <a:gd name="connsiteX20" fmla="*/ 715165 w 1292919"/>
                <a:gd name="connsiteY20" fmla="*/ 952566 h 1686974"/>
                <a:gd name="connsiteX21" fmla="*/ 707539 w 1292919"/>
                <a:gd name="connsiteY21" fmla="*/ 955972 h 1686974"/>
                <a:gd name="connsiteX22" fmla="*/ 691105 w 1292919"/>
                <a:gd name="connsiteY22" fmla="*/ 975699 h 1686974"/>
                <a:gd name="connsiteX23" fmla="*/ 689910 w 1292919"/>
                <a:gd name="connsiteY23" fmla="*/ 989820 h 1686974"/>
                <a:gd name="connsiteX24" fmla="*/ 684572 w 1292919"/>
                <a:gd name="connsiteY24" fmla="*/ 999352 h 1686974"/>
                <a:gd name="connsiteX25" fmla="*/ 675675 w 1292919"/>
                <a:gd name="connsiteY25" fmla="*/ 1005250 h 1686974"/>
                <a:gd name="connsiteX26" fmla="*/ 681025 w 1292919"/>
                <a:gd name="connsiteY26" fmla="*/ 1011783 h 1686974"/>
                <a:gd name="connsiteX27" fmla="*/ 691092 w 1292919"/>
                <a:gd name="connsiteY27" fmla="*/ 1010512 h 1686974"/>
                <a:gd name="connsiteX28" fmla="*/ 695248 w 1292919"/>
                <a:gd name="connsiteY28" fmla="*/ 1000344 h 1686974"/>
                <a:gd name="connsiteX29" fmla="*/ 705823 w 1292919"/>
                <a:gd name="connsiteY29" fmla="*/ 1004157 h 1686974"/>
                <a:gd name="connsiteX30" fmla="*/ 707781 w 1292919"/>
                <a:gd name="connsiteY30" fmla="*/ 1009241 h 1686974"/>
                <a:gd name="connsiteX31" fmla="*/ 698121 w 1292919"/>
                <a:gd name="connsiteY31" fmla="*/ 1027811 h 1686974"/>
                <a:gd name="connsiteX32" fmla="*/ 703726 w 1292919"/>
                <a:gd name="connsiteY32" fmla="*/ 1045452 h 1686974"/>
                <a:gd name="connsiteX33" fmla="*/ 699277 w 1292919"/>
                <a:gd name="connsiteY33" fmla="*/ 1078651 h 1686974"/>
                <a:gd name="connsiteX34" fmla="*/ 701641 w 1292919"/>
                <a:gd name="connsiteY34" fmla="*/ 1102801 h 1686974"/>
                <a:gd name="connsiteX35" fmla="*/ 698769 w 1292919"/>
                <a:gd name="connsiteY35" fmla="*/ 1120061 h 1686974"/>
                <a:gd name="connsiteX36" fmla="*/ 703980 w 1292919"/>
                <a:gd name="connsiteY36" fmla="*/ 1122413 h 1686974"/>
                <a:gd name="connsiteX37" fmla="*/ 701120 w 1292919"/>
                <a:gd name="connsiteY37" fmla="*/ 1129480 h 1686974"/>
                <a:gd name="connsiteX38" fmla="*/ 708162 w 1292919"/>
                <a:gd name="connsiteY38" fmla="*/ 1148951 h 1686974"/>
                <a:gd name="connsiteX39" fmla="*/ 709979 w 1292919"/>
                <a:gd name="connsiteY39" fmla="*/ 1163060 h 1686974"/>
                <a:gd name="connsiteX40" fmla="*/ 717682 w 1292919"/>
                <a:gd name="connsiteY40" fmla="*/ 1160187 h 1686974"/>
                <a:gd name="connsiteX41" fmla="*/ 724736 w 1292919"/>
                <a:gd name="connsiteY41" fmla="*/ 1167902 h 1686974"/>
                <a:gd name="connsiteX42" fmla="*/ 729947 w 1292919"/>
                <a:gd name="connsiteY42" fmla="*/ 1165551 h 1686974"/>
                <a:gd name="connsiteX43" fmla="*/ 728257 w 1292919"/>
                <a:gd name="connsiteY43" fmla="*/ 1137055 h 1686974"/>
                <a:gd name="connsiteX44" fmla="*/ 727087 w 1292919"/>
                <a:gd name="connsiteY44" fmla="*/ 1106995 h 1686974"/>
                <a:gd name="connsiteX45" fmla="*/ 721736 w 1292919"/>
                <a:gd name="connsiteY45" fmla="*/ 1098098 h 1686974"/>
                <a:gd name="connsiteX46" fmla="*/ 720567 w 1292919"/>
                <a:gd name="connsiteY46" fmla="*/ 1075093 h 1686974"/>
                <a:gd name="connsiteX47" fmla="*/ 714034 w 1292919"/>
                <a:gd name="connsiteY47" fmla="*/ 1067390 h 1686974"/>
                <a:gd name="connsiteX48" fmla="*/ 712598 w 1292919"/>
                <a:gd name="connsiteY48" fmla="*/ 1039428 h 1686974"/>
                <a:gd name="connsiteX49" fmla="*/ 716411 w 1292919"/>
                <a:gd name="connsiteY49" fmla="*/ 1031319 h 1686974"/>
                <a:gd name="connsiteX50" fmla="*/ 714708 w 1292919"/>
                <a:gd name="connsiteY50" fmla="*/ 1023095 h 1686974"/>
                <a:gd name="connsiteX51" fmla="*/ 722677 w 1292919"/>
                <a:gd name="connsiteY51" fmla="*/ 1014859 h 1686974"/>
                <a:gd name="connsiteX52" fmla="*/ 714059 w 1292919"/>
                <a:gd name="connsiteY52" fmla="*/ 991713 h 1686974"/>
                <a:gd name="connsiteX53" fmla="*/ 724761 w 1292919"/>
                <a:gd name="connsiteY53" fmla="*/ 977478 h 1686974"/>
                <a:gd name="connsiteX54" fmla="*/ 731803 w 1292919"/>
                <a:gd name="connsiteY54" fmla="*/ 978647 h 1686974"/>
                <a:gd name="connsiteX55" fmla="*/ 737675 w 1292919"/>
                <a:gd name="connsiteY55" fmla="*/ 966878 h 1686974"/>
                <a:gd name="connsiteX56" fmla="*/ 735984 w 1292919"/>
                <a:gd name="connsiteY56" fmla="*/ 956824 h 1686974"/>
                <a:gd name="connsiteX57" fmla="*/ 747195 w 1292919"/>
                <a:gd name="connsiteY57" fmla="*/ 958527 h 1686974"/>
                <a:gd name="connsiteX58" fmla="*/ 755431 w 1292919"/>
                <a:gd name="connsiteY58" fmla="*/ 953303 h 1686974"/>
                <a:gd name="connsiteX59" fmla="*/ 761684 w 1292919"/>
                <a:gd name="connsiteY59" fmla="*/ 945588 h 1686974"/>
                <a:gd name="connsiteX60" fmla="*/ 763655 w 1292919"/>
                <a:gd name="connsiteY60" fmla="*/ 939703 h 1686974"/>
                <a:gd name="connsiteX61" fmla="*/ 760248 w 1292919"/>
                <a:gd name="connsiteY61" fmla="*/ 935522 h 1686974"/>
                <a:gd name="connsiteX62" fmla="*/ 754262 w 1292919"/>
                <a:gd name="connsiteY62" fmla="*/ 943249 h 1686974"/>
                <a:gd name="connsiteX63" fmla="*/ 747729 w 1292919"/>
                <a:gd name="connsiteY63" fmla="*/ 946097 h 1686974"/>
                <a:gd name="connsiteX64" fmla="*/ 741844 w 1292919"/>
                <a:gd name="connsiteY64" fmla="*/ 941407 h 1686974"/>
                <a:gd name="connsiteX65" fmla="*/ 740039 w 1292919"/>
                <a:gd name="connsiteY65" fmla="*/ 924019 h 1686974"/>
                <a:gd name="connsiteX66" fmla="*/ 728790 w 1292919"/>
                <a:gd name="connsiteY66" fmla="*/ 918935 h 1686974"/>
                <a:gd name="connsiteX67" fmla="*/ 728663 w 1292919"/>
                <a:gd name="connsiteY67" fmla="*/ 912669 h 1686974"/>
                <a:gd name="connsiteX68" fmla="*/ 719766 w 1292919"/>
                <a:gd name="connsiteY68" fmla="*/ 903772 h 1686974"/>
                <a:gd name="connsiteX69" fmla="*/ 714682 w 1292919"/>
                <a:gd name="connsiteY69" fmla="*/ 888735 h 1686974"/>
                <a:gd name="connsiteX70" fmla="*/ 717682 w 1292919"/>
                <a:gd name="connsiteY70" fmla="*/ 883779 h 1686974"/>
                <a:gd name="connsiteX71" fmla="*/ 735705 w 1292919"/>
                <a:gd name="connsiteY71" fmla="*/ 877906 h 1686974"/>
                <a:gd name="connsiteX72" fmla="*/ 738247 w 1292919"/>
                <a:gd name="connsiteY72" fmla="*/ 864560 h 1686974"/>
                <a:gd name="connsiteX73" fmla="*/ 746483 w 1292919"/>
                <a:gd name="connsiteY73" fmla="*/ 856845 h 1686974"/>
                <a:gd name="connsiteX74" fmla="*/ 739696 w 1292919"/>
                <a:gd name="connsiteY74" fmla="*/ 853452 h 1686974"/>
                <a:gd name="connsiteX75" fmla="*/ 730163 w 1292919"/>
                <a:gd name="connsiteY75" fmla="*/ 858943 h 1686974"/>
                <a:gd name="connsiteX76" fmla="*/ 727036 w 1292919"/>
                <a:gd name="connsiteY76" fmla="*/ 869276 h 1686974"/>
                <a:gd name="connsiteX77" fmla="*/ 722855 w 1292919"/>
                <a:gd name="connsiteY77" fmla="*/ 872797 h 1686974"/>
                <a:gd name="connsiteX78" fmla="*/ 716334 w 1292919"/>
                <a:gd name="connsiteY78" fmla="*/ 871627 h 1686974"/>
                <a:gd name="connsiteX79" fmla="*/ 712280 w 1292919"/>
                <a:gd name="connsiteY79" fmla="*/ 879330 h 1686974"/>
                <a:gd name="connsiteX80" fmla="*/ 698057 w 1292919"/>
                <a:gd name="connsiteY80" fmla="*/ 885075 h 1686974"/>
                <a:gd name="connsiteX81" fmla="*/ 698057 w 1292919"/>
                <a:gd name="connsiteY81" fmla="*/ 890566 h 1686974"/>
                <a:gd name="connsiteX82" fmla="*/ 704578 w 1292919"/>
                <a:gd name="connsiteY82" fmla="*/ 888735 h 1686974"/>
                <a:gd name="connsiteX83" fmla="*/ 708111 w 1292919"/>
                <a:gd name="connsiteY83" fmla="*/ 893578 h 1686974"/>
                <a:gd name="connsiteX84" fmla="*/ 708238 w 1292919"/>
                <a:gd name="connsiteY84" fmla="*/ 900899 h 1686974"/>
                <a:gd name="connsiteX85" fmla="*/ 701591 w 1292919"/>
                <a:gd name="connsiteY85" fmla="*/ 904814 h 1686974"/>
                <a:gd name="connsiteX86" fmla="*/ 699887 w 1292919"/>
                <a:gd name="connsiteY86" fmla="*/ 918922 h 1686974"/>
                <a:gd name="connsiteX87" fmla="*/ 50383 w 1292919"/>
                <a:gd name="connsiteY87" fmla="*/ 749330 h 1686974"/>
                <a:gd name="connsiteX88" fmla="*/ 77265 w 1292919"/>
                <a:gd name="connsiteY88" fmla="*/ 760693 h 1686974"/>
                <a:gd name="connsiteX89" fmla="*/ 73224 w 1292919"/>
                <a:gd name="connsiteY89" fmla="*/ 797031 h 1686974"/>
                <a:gd name="connsiteX90" fmla="*/ 44778 w 1292919"/>
                <a:gd name="connsiteY90" fmla="*/ 840945 h 1686974"/>
                <a:gd name="connsiteX91" fmla="*/ 20120 w 1292919"/>
                <a:gd name="connsiteY91" fmla="*/ 836764 h 1686974"/>
                <a:gd name="connsiteX92" fmla="*/ 0 w 1292919"/>
                <a:gd name="connsiteY92" fmla="*/ 807225 h 1686974"/>
                <a:gd name="connsiteX93" fmla="*/ 416056 w 1292919"/>
                <a:gd name="connsiteY93" fmla="*/ 247938 h 1686974"/>
                <a:gd name="connsiteX94" fmla="*/ 424661 w 1292919"/>
                <a:gd name="connsiteY94" fmla="*/ 236499 h 1686974"/>
                <a:gd name="connsiteX95" fmla="*/ 439544 w 1292919"/>
                <a:gd name="connsiteY95" fmla="*/ 227207 h 1686974"/>
                <a:gd name="connsiteX96" fmla="*/ 491859 w 1292919"/>
                <a:gd name="connsiteY96" fmla="*/ 255055 h 1686974"/>
                <a:gd name="connsiteX97" fmla="*/ 484945 w 1292919"/>
                <a:gd name="connsiteY97" fmla="*/ 286018 h 1686974"/>
                <a:gd name="connsiteX98" fmla="*/ 536371 w 1292919"/>
                <a:gd name="connsiteY98" fmla="*/ 342362 h 1686974"/>
                <a:gd name="connsiteX99" fmla="*/ 504392 w 1292919"/>
                <a:gd name="connsiteY99" fmla="*/ 372155 h 1686974"/>
                <a:gd name="connsiteX100" fmla="*/ 531159 w 1292919"/>
                <a:gd name="connsiteY100" fmla="*/ 389758 h 1686974"/>
                <a:gd name="connsiteX101" fmla="*/ 549945 w 1292919"/>
                <a:gd name="connsiteY101" fmla="*/ 367274 h 1686974"/>
                <a:gd name="connsiteX102" fmla="*/ 582572 w 1292919"/>
                <a:gd name="connsiteY102" fmla="*/ 381916 h 1686974"/>
                <a:gd name="connsiteX103" fmla="*/ 596414 w 1292919"/>
                <a:gd name="connsiteY103" fmla="*/ 431193 h 1686974"/>
                <a:gd name="connsiteX104" fmla="*/ 577081 w 1292919"/>
                <a:gd name="connsiteY104" fmla="*/ 451060 h 1686974"/>
                <a:gd name="connsiteX105" fmla="*/ 588050 w 1292919"/>
                <a:gd name="connsiteY105" fmla="*/ 468574 h 1686974"/>
                <a:gd name="connsiteX106" fmla="*/ 618974 w 1292919"/>
                <a:gd name="connsiteY106" fmla="*/ 445454 h 1686974"/>
                <a:gd name="connsiteX107" fmla="*/ 633337 w 1292919"/>
                <a:gd name="connsiteY107" fmla="*/ 426389 h 1686974"/>
                <a:gd name="connsiteX108" fmla="*/ 635815 w 1292919"/>
                <a:gd name="connsiteY108" fmla="*/ 422207 h 1686974"/>
                <a:gd name="connsiteX109" fmla="*/ 639628 w 1292919"/>
                <a:gd name="connsiteY109" fmla="*/ 418814 h 1686974"/>
                <a:gd name="connsiteX110" fmla="*/ 653063 w 1292919"/>
                <a:gd name="connsiteY110" fmla="*/ 403790 h 1686974"/>
                <a:gd name="connsiteX111" fmla="*/ 643149 w 1292919"/>
                <a:gd name="connsiteY111" fmla="*/ 370845 h 1686974"/>
                <a:gd name="connsiteX112" fmla="*/ 668989 w 1292919"/>
                <a:gd name="connsiteY112" fmla="*/ 324580 h 1686974"/>
                <a:gd name="connsiteX113" fmla="*/ 687114 w 1292919"/>
                <a:gd name="connsiteY113" fmla="*/ 322038 h 1686974"/>
                <a:gd name="connsiteX114" fmla="*/ 700561 w 1292919"/>
                <a:gd name="connsiteY114" fmla="*/ 333134 h 1686974"/>
                <a:gd name="connsiteX115" fmla="*/ 723528 w 1292919"/>
                <a:gd name="connsiteY115" fmla="*/ 310256 h 1686974"/>
                <a:gd name="connsiteX116" fmla="*/ 703688 w 1292919"/>
                <a:gd name="connsiteY116" fmla="*/ 299274 h 1686974"/>
                <a:gd name="connsiteX117" fmla="*/ 701209 w 1292919"/>
                <a:gd name="connsiteY117" fmla="*/ 287378 h 1686974"/>
                <a:gd name="connsiteX118" fmla="*/ 689770 w 1292919"/>
                <a:gd name="connsiteY118" fmla="*/ 271960 h 1686974"/>
                <a:gd name="connsiteX119" fmla="*/ 700726 w 1292919"/>
                <a:gd name="connsiteY119" fmla="*/ 257839 h 1686974"/>
                <a:gd name="connsiteX120" fmla="*/ 698184 w 1292919"/>
                <a:gd name="connsiteY120" fmla="*/ 246997 h 1686974"/>
                <a:gd name="connsiteX121" fmla="*/ 701311 w 1292919"/>
                <a:gd name="connsiteY121" fmla="*/ 243591 h 1686974"/>
                <a:gd name="connsiteX122" fmla="*/ 709280 w 1292919"/>
                <a:gd name="connsiteY122" fmla="*/ 248815 h 1686974"/>
                <a:gd name="connsiteX123" fmla="*/ 722982 w 1292919"/>
                <a:gd name="connsiteY123" fmla="*/ 246209 h 1686974"/>
                <a:gd name="connsiteX124" fmla="*/ 742301 w 1292919"/>
                <a:gd name="connsiteY124" fmla="*/ 228707 h 1686974"/>
                <a:gd name="connsiteX125" fmla="*/ 763299 w 1292919"/>
                <a:gd name="connsiteY125" fmla="*/ 206998 h 1686974"/>
                <a:gd name="connsiteX126" fmla="*/ 787448 w 1292919"/>
                <a:gd name="connsiteY126" fmla="*/ 183739 h 1686974"/>
                <a:gd name="connsiteX127" fmla="*/ 787982 w 1292919"/>
                <a:gd name="connsiteY127" fmla="*/ 171842 h 1686974"/>
                <a:gd name="connsiteX128" fmla="*/ 766832 w 1292919"/>
                <a:gd name="connsiteY128" fmla="*/ 142608 h 1686974"/>
                <a:gd name="connsiteX129" fmla="*/ 747767 w 1292919"/>
                <a:gd name="connsiteY129" fmla="*/ 138935 h 1686974"/>
                <a:gd name="connsiteX130" fmla="*/ 709789 w 1292919"/>
                <a:gd name="connsiteY130" fmla="*/ 158280 h 1686974"/>
                <a:gd name="connsiteX131" fmla="*/ 647407 w 1292919"/>
                <a:gd name="connsiteY131" fmla="*/ 187437 h 1686974"/>
                <a:gd name="connsiteX132" fmla="*/ 639781 w 1292919"/>
                <a:gd name="connsiteY132" fmla="*/ 155929 h 1686974"/>
                <a:gd name="connsiteX133" fmla="*/ 642386 w 1292919"/>
                <a:gd name="connsiteY133" fmla="*/ 103906 h 1686974"/>
                <a:gd name="connsiteX134" fmla="*/ 597901 w 1292919"/>
                <a:gd name="connsiteY134" fmla="*/ 84434 h 1686974"/>
                <a:gd name="connsiteX135" fmla="*/ 597774 w 1292919"/>
                <a:gd name="connsiteY135" fmla="*/ 73846 h 1686974"/>
                <a:gd name="connsiteX136" fmla="*/ 618390 w 1292919"/>
                <a:gd name="connsiteY136" fmla="*/ 75549 h 1686974"/>
                <a:gd name="connsiteX137" fmla="*/ 685194 w 1292919"/>
                <a:gd name="connsiteY137" fmla="*/ 86264 h 1686974"/>
                <a:gd name="connsiteX138" fmla="*/ 699290 w 1292919"/>
                <a:gd name="connsiteY138" fmla="*/ 81434 h 1686974"/>
                <a:gd name="connsiteX139" fmla="*/ 709344 w 1292919"/>
                <a:gd name="connsiteY139" fmla="*/ 83252 h 1686974"/>
                <a:gd name="connsiteX140" fmla="*/ 799586 w 1292919"/>
                <a:gd name="connsiteY140" fmla="*/ 61949 h 1686974"/>
                <a:gd name="connsiteX141" fmla="*/ 817215 w 1292919"/>
                <a:gd name="connsiteY141" fmla="*/ 57653 h 1686974"/>
                <a:gd name="connsiteX142" fmla="*/ 831819 w 1292919"/>
                <a:gd name="connsiteY142" fmla="*/ 53980 h 1686974"/>
                <a:gd name="connsiteX143" fmla="*/ 844529 w 1292919"/>
                <a:gd name="connsiteY143" fmla="*/ 50587 h 1686974"/>
                <a:gd name="connsiteX144" fmla="*/ 867243 w 1292919"/>
                <a:gd name="connsiteY144" fmla="*/ 38550 h 1686974"/>
                <a:gd name="connsiteX145" fmla="*/ 882635 w 1292919"/>
                <a:gd name="connsiteY145" fmla="*/ 30720 h 1686974"/>
                <a:gd name="connsiteX146" fmla="*/ 900251 w 1292919"/>
                <a:gd name="connsiteY146" fmla="*/ 21302 h 1686974"/>
                <a:gd name="connsiteX147" fmla="*/ 925824 w 1292919"/>
                <a:gd name="connsiteY147" fmla="*/ 8096 h 1686974"/>
                <a:gd name="connsiteX148" fmla="*/ 957600 w 1292919"/>
                <a:gd name="connsiteY148" fmla="*/ 0 h 1686974"/>
                <a:gd name="connsiteX149" fmla="*/ 972610 w 1292919"/>
                <a:gd name="connsiteY149" fmla="*/ 31508 h 1686974"/>
                <a:gd name="connsiteX150" fmla="*/ 985651 w 1292919"/>
                <a:gd name="connsiteY150" fmla="*/ 41168 h 1686974"/>
                <a:gd name="connsiteX151" fmla="*/ 988523 w 1292919"/>
                <a:gd name="connsiteY151" fmla="*/ 71355 h 1686974"/>
                <a:gd name="connsiteX152" fmla="*/ 972076 w 1292919"/>
                <a:gd name="connsiteY152" fmla="*/ 89149 h 1686974"/>
                <a:gd name="connsiteX153" fmla="*/ 914016 w 1292919"/>
                <a:gd name="connsiteY153" fmla="*/ 120925 h 1686974"/>
                <a:gd name="connsiteX154" fmla="*/ 913228 w 1292919"/>
                <a:gd name="connsiteY154" fmla="*/ 128894 h 1686974"/>
                <a:gd name="connsiteX155" fmla="*/ 930336 w 1292919"/>
                <a:gd name="connsiteY155" fmla="*/ 128360 h 1686974"/>
                <a:gd name="connsiteX156" fmla="*/ 941775 w 1292919"/>
                <a:gd name="connsiteY156" fmla="*/ 165220 h 1686974"/>
                <a:gd name="connsiteX157" fmla="*/ 933692 w 1292919"/>
                <a:gd name="connsiteY157" fmla="*/ 196856 h 1686974"/>
                <a:gd name="connsiteX158" fmla="*/ 948296 w 1292919"/>
                <a:gd name="connsiteY158" fmla="*/ 230703 h 1686974"/>
                <a:gd name="connsiteX159" fmla="*/ 936043 w 1292919"/>
                <a:gd name="connsiteY159" fmla="*/ 246769 h 1686974"/>
                <a:gd name="connsiteX160" fmla="*/ 932116 w 1292919"/>
                <a:gd name="connsiteY160" fmla="*/ 273701 h 1686974"/>
                <a:gd name="connsiteX161" fmla="*/ 900340 w 1292919"/>
                <a:gd name="connsiteY161" fmla="*/ 310180 h 1686974"/>
                <a:gd name="connsiteX162" fmla="*/ 916126 w 1292919"/>
                <a:gd name="connsiteY162" fmla="*/ 314349 h 1686974"/>
                <a:gd name="connsiteX163" fmla="*/ 961285 w 1292919"/>
                <a:gd name="connsiteY163" fmla="*/ 319331 h 1686974"/>
                <a:gd name="connsiteX164" fmla="*/ 973996 w 1292919"/>
                <a:gd name="connsiteY164" fmla="*/ 303901 h 1686974"/>
                <a:gd name="connsiteX165" fmla="*/ 987557 w 1292919"/>
                <a:gd name="connsiteY165" fmla="*/ 299973 h 1686974"/>
                <a:gd name="connsiteX166" fmla="*/ 1006470 w 1292919"/>
                <a:gd name="connsiteY166" fmla="*/ 317361 h 1686974"/>
                <a:gd name="connsiteX167" fmla="*/ 1041589 w 1292919"/>
                <a:gd name="connsiteY167" fmla="*/ 316713 h 1686974"/>
                <a:gd name="connsiteX168" fmla="*/ 1091031 w 1292919"/>
                <a:gd name="connsiteY168" fmla="*/ 342845 h 1686974"/>
                <a:gd name="connsiteX169" fmla="*/ 1200784 w 1292919"/>
                <a:gd name="connsiteY169" fmla="*/ 327593 h 1686974"/>
                <a:gd name="connsiteX170" fmla="*/ 1214879 w 1292919"/>
                <a:gd name="connsiteY170" fmla="*/ 348234 h 1686974"/>
                <a:gd name="connsiteX171" fmla="*/ 1238508 w 1292919"/>
                <a:gd name="connsiteY171" fmla="*/ 344421 h 1686974"/>
                <a:gd name="connsiteX172" fmla="*/ 1241113 w 1292919"/>
                <a:gd name="connsiteY172" fmla="*/ 361135 h 1686974"/>
                <a:gd name="connsiteX173" fmla="*/ 1250392 w 1292919"/>
                <a:gd name="connsiteY173" fmla="*/ 421915 h 1686974"/>
                <a:gd name="connsiteX174" fmla="*/ 1207177 w 1292919"/>
                <a:gd name="connsiteY174" fmla="*/ 462435 h 1686974"/>
                <a:gd name="connsiteX175" fmla="*/ 1162793 w 1292919"/>
                <a:gd name="connsiteY175" fmla="*/ 423491 h 1686974"/>
                <a:gd name="connsiteX176" fmla="*/ 1133699 w 1292919"/>
                <a:gd name="connsiteY176" fmla="*/ 454720 h 1686974"/>
                <a:gd name="connsiteX177" fmla="*/ 1189942 w 1292919"/>
                <a:gd name="connsiteY177" fmla="*/ 505561 h 1686974"/>
                <a:gd name="connsiteX178" fmla="*/ 1169860 w 1292919"/>
                <a:gd name="connsiteY178" fmla="*/ 535099 h 1686974"/>
                <a:gd name="connsiteX179" fmla="*/ 1169593 w 1292919"/>
                <a:gd name="connsiteY179" fmla="*/ 565159 h 1686974"/>
                <a:gd name="connsiteX180" fmla="*/ 1133839 w 1292919"/>
                <a:gd name="connsiteY180" fmla="*/ 628812 h 1686974"/>
                <a:gd name="connsiteX181" fmla="*/ 1136064 w 1292919"/>
                <a:gd name="connsiteY181" fmla="*/ 643314 h 1686974"/>
                <a:gd name="connsiteX182" fmla="*/ 1109690 w 1292919"/>
                <a:gd name="connsiteY182" fmla="*/ 693647 h 1686974"/>
                <a:gd name="connsiteX183" fmla="*/ 1120125 w 1292919"/>
                <a:gd name="connsiteY183" fmla="*/ 712852 h 1686974"/>
                <a:gd name="connsiteX184" fmla="*/ 1137360 w 1292919"/>
                <a:gd name="connsiteY184" fmla="*/ 761862 h 1686974"/>
                <a:gd name="connsiteX185" fmla="*/ 1128615 w 1292919"/>
                <a:gd name="connsiteY185" fmla="*/ 841212 h 1686974"/>
                <a:gd name="connsiteX186" fmla="*/ 1230132 w 1292919"/>
                <a:gd name="connsiteY186" fmla="*/ 872047 h 1686974"/>
                <a:gd name="connsiteX187" fmla="*/ 1222709 w 1292919"/>
                <a:gd name="connsiteY187" fmla="*/ 911449 h 1686974"/>
                <a:gd name="connsiteX188" fmla="*/ 1230271 w 1292919"/>
                <a:gd name="connsiteY188" fmla="*/ 914321 h 1686974"/>
                <a:gd name="connsiteX189" fmla="*/ 1292920 w 1292919"/>
                <a:gd name="connsiteY189" fmla="*/ 937721 h 1686974"/>
                <a:gd name="connsiteX190" fmla="*/ 1285091 w 1292919"/>
                <a:gd name="connsiteY190" fmla="*/ 982931 h 1686974"/>
                <a:gd name="connsiteX191" fmla="*/ 1286908 w 1292919"/>
                <a:gd name="connsiteY191" fmla="*/ 1039275 h 1686974"/>
                <a:gd name="connsiteX192" fmla="*/ 1236665 w 1292919"/>
                <a:gd name="connsiteY192" fmla="*/ 1066844 h 1686974"/>
                <a:gd name="connsiteX193" fmla="*/ 1221527 w 1292919"/>
                <a:gd name="connsiteY193" fmla="*/ 1041626 h 1686974"/>
                <a:gd name="connsiteX194" fmla="*/ 1190209 w 1292919"/>
                <a:gd name="connsiteY194" fmla="*/ 1041754 h 1686974"/>
                <a:gd name="connsiteX195" fmla="*/ 1189167 w 1292919"/>
                <a:gd name="connsiteY195" fmla="*/ 1082147 h 1686974"/>
                <a:gd name="connsiteX196" fmla="*/ 1155370 w 1292919"/>
                <a:gd name="connsiteY196" fmla="*/ 1097183 h 1686974"/>
                <a:gd name="connsiteX197" fmla="*/ 1170508 w 1292919"/>
                <a:gd name="connsiteY197" fmla="*/ 1230767 h 1686974"/>
                <a:gd name="connsiteX198" fmla="*/ 1126404 w 1292919"/>
                <a:gd name="connsiteY198" fmla="*/ 1267741 h 1686974"/>
                <a:gd name="connsiteX199" fmla="*/ 1089544 w 1292919"/>
                <a:gd name="connsiteY199" fmla="*/ 1253633 h 1686974"/>
                <a:gd name="connsiteX200" fmla="*/ 1047524 w 1292919"/>
                <a:gd name="connsiteY200" fmla="*/ 1319497 h 1686974"/>
                <a:gd name="connsiteX201" fmla="*/ 997954 w 1292919"/>
                <a:gd name="connsiteY201" fmla="*/ 1347853 h 1686974"/>
                <a:gd name="connsiteX202" fmla="*/ 964539 w 1292919"/>
                <a:gd name="connsiteY202" fmla="*/ 1369715 h 1686974"/>
                <a:gd name="connsiteX203" fmla="*/ 946402 w 1292919"/>
                <a:gd name="connsiteY203" fmla="*/ 1400436 h 1686974"/>
                <a:gd name="connsiteX204" fmla="*/ 912733 w 1292919"/>
                <a:gd name="connsiteY204" fmla="*/ 1413235 h 1686974"/>
                <a:gd name="connsiteX205" fmla="*/ 900454 w 1292919"/>
                <a:gd name="connsiteY205" fmla="*/ 1380048 h 1686974"/>
                <a:gd name="connsiteX206" fmla="*/ 862616 w 1292919"/>
                <a:gd name="connsiteY206" fmla="*/ 1406193 h 1686974"/>
                <a:gd name="connsiteX207" fmla="*/ 808064 w 1292919"/>
                <a:gd name="connsiteY207" fmla="*/ 1442138 h 1686974"/>
                <a:gd name="connsiteX208" fmla="*/ 793714 w 1292919"/>
                <a:gd name="connsiteY208" fmla="*/ 1487094 h 1686974"/>
                <a:gd name="connsiteX209" fmla="*/ 737332 w 1292919"/>
                <a:gd name="connsiteY209" fmla="*/ 1518869 h 1686974"/>
                <a:gd name="connsiteX210" fmla="*/ 724278 w 1292919"/>
                <a:gd name="connsiteY210" fmla="*/ 1543845 h 1686974"/>
                <a:gd name="connsiteX211" fmla="*/ 639209 w 1292919"/>
                <a:gd name="connsiteY211" fmla="*/ 1543845 h 1686974"/>
                <a:gd name="connsiteX212" fmla="*/ 591177 w 1292919"/>
                <a:gd name="connsiteY212" fmla="*/ 1577819 h 1686974"/>
                <a:gd name="connsiteX213" fmla="*/ 573573 w 1292919"/>
                <a:gd name="connsiteY213" fmla="*/ 1609595 h 1686974"/>
                <a:gd name="connsiteX214" fmla="*/ 556593 w 1292919"/>
                <a:gd name="connsiteY214" fmla="*/ 1640315 h 1686974"/>
                <a:gd name="connsiteX215" fmla="*/ 546018 w 1292919"/>
                <a:gd name="connsiteY215" fmla="*/ 1659520 h 1686974"/>
                <a:gd name="connsiteX216" fmla="*/ 476467 w 1292919"/>
                <a:gd name="connsiteY216" fmla="*/ 1686974 h 1686974"/>
                <a:gd name="connsiteX217" fmla="*/ 468511 w 1292919"/>
                <a:gd name="connsiteY217" fmla="*/ 1609200 h 1686974"/>
                <a:gd name="connsiteX218" fmla="*/ 479086 w 1292919"/>
                <a:gd name="connsiteY218" fmla="*/ 1577959 h 1686974"/>
                <a:gd name="connsiteX219" fmla="*/ 444883 w 1292919"/>
                <a:gd name="connsiteY219" fmla="*/ 1535354 h 1686974"/>
                <a:gd name="connsiteX220" fmla="*/ 439938 w 1292919"/>
                <a:gd name="connsiteY220" fmla="*/ 1524907 h 1686974"/>
                <a:gd name="connsiteX221" fmla="*/ 431829 w 1292919"/>
                <a:gd name="connsiteY221" fmla="*/ 1513925 h 1686974"/>
                <a:gd name="connsiteX222" fmla="*/ 437968 w 1292919"/>
                <a:gd name="connsiteY222" fmla="*/ 1501774 h 1686974"/>
                <a:gd name="connsiteX223" fmla="*/ 426758 w 1292919"/>
                <a:gd name="connsiteY223" fmla="*/ 1497580 h 1686974"/>
                <a:gd name="connsiteX224" fmla="*/ 413565 w 1292919"/>
                <a:gd name="connsiteY224" fmla="*/ 1492877 h 1686974"/>
                <a:gd name="connsiteX225" fmla="*/ 375434 w 1292919"/>
                <a:gd name="connsiteY225" fmla="*/ 1474307 h 1686974"/>
                <a:gd name="connsiteX226" fmla="*/ 328978 w 1292919"/>
                <a:gd name="connsiteY226" fmla="*/ 1461902 h 1686974"/>
                <a:gd name="connsiteX227" fmla="*/ 313179 w 1292919"/>
                <a:gd name="connsiteY227" fmla="*/ 1482556 h 1686974"/>
                <a:gd name="connsiteX228" fmla="*/ 296224 w 1292919"/>
                <a:gd name="connsiteY228" fmla="*/ 1477981 h 1686974"/>
                <a:gd name="connsiteX229" fmla="*/ 300800 w 1292919"/>
                <a:gd name="connsiteY229" fmla="*/ 1441769 h 1686974"/>
                <a:gd name="connsiteX230" fmla="*/ 281734 w 1292919"/>
                <a:gd name="connsiteY230" fmla="*/ 1433419 h 1686974"/>
                <a:gd name="connsiteX231" fmla="*/ 267512 w 1292919"/>
                <a:gd name="connsiteY231" fmla="*/ 1463211 h 1686974"/>
                <a:gd name="connsiteX232" fmla="*/ 218844 w 1292919"/>
                <a:gd name="connsiteY232" fmla="*/ 1520598 h 1686974"/>
                <a:gd name="connsiteX233" fmla="*/ 198228 w 1292919"/>
                <a:gd name="connsiteY233" fmla="*/ 1519136 h 1686974"/>
                <a:gd name="connsiteX234" fmla="*/ 181387 w 1292919"/>
                <a:gd name="connsiteY234" fmla="*/ 1482556 h 1686974"/>
                <a:gd name="connsiteX235" fmla="*/ 166783 w 1292919"/>
                <a:gd name="connsiteY235" fmla="*/ 1484907 h 1686974"/>
                <a:gd name="connsiteX236" fmla="*/ 161699 w 1292919"/>
                <a:gd name="connsiteY236" fmla="*/ 1462830 h 1686974"/>
                <a:gd name="connsiteX237" fmla="*/ 149955 w 1292919"/>
                <a:gd name="connsiteY237" fmla="*/ 1463732 h 1686974"/>
                <a:gd name="connsiteX238" fmla="*/ 125564 w 1292919"/>
                <a:gd name="connsiteY238" fmla="*/ 1422297 h 1686974"/>
                <a:gd name="connsiteX239" fmla="*/ 149447 w 1292919"/>
                <a:gd name="connsiteY239" fmla="*/ 1377201 h 1686974"/>
                <a:gd name="connsiteX240" fmla="*/ 166389 w 1292919"/>
                <a:gd name="connsiteY240" fmla="*/ 1387675 h 1686974"/>
                <a:gd name="connsiteX241" fmla="*/ 204901 w 1292919"/>
                <a:gd name="connsiteY241" fmla="*/ 1377507 h 1686974"/>
                <a:gd name="connsiteX242" fmla="*/ 214548 w 1292919"/>
                <a:gd name="connsiteY242" fmla="*/ 1378561 h 1686974"/>
                <a:gd name="connsiteX243" fmla="*/ 216251 w 1292919"/>
                <a:gd name="connsiteY243" fmla="*/ 1392161 h 1686974"/>
                <a:gd name="connsiteX244" fmla="*/ 222772 w 1292919"/>
                <a:gd name="connsiteY244" fmla="*/ 1393992 h 1686974"/>
                <a:gd name="connsiteX245" fmla="*/ 219759 w 1292919"/>
                <a:gd name="connsiteY245" fmla="*/ 1406409 h 1686974"/>
                <a:gd name="connsiteX246" fmla="*/ 225110 w 1292919"/>
                <a:gd name="connsiteY246" fmla="*/ 1409930 h 1686974"/>
                <a:gd name="connsiteX247" fmla="*/ 229826 w 1292919"/>
                <a:gd name="connsiteY247" fmla="*/ 1412282 h 1686974"/>
                <a:gd name="connsiteX248" fmla="*/ 235825 w 1292919"/>
                <a:gd name="connsiteY248" fmla="*/ 1398033 h 1686974"/>
                <a:gd name="connsiteX249" fmla="*/ 233474 w 1292919"/>
                <a:gd name="connsiteY249" fmla="*/ 1392161 h 1686974"/>
                <a:gd name="connsiteX250" fmla="*/ 237910 w 1292919"/>
                <a:gd name="connsiteY250" fmla="*/ 1379603 h 1686974"/>
                <a:gd name="connsiteX251" fmla="*/ 240795 w 1292919"/>
                <a:gd name="connsiteY251" fmla="*/ 1376464 h 1686974"/>
                <a:gd name="connsiteX252" fmla="*/ 280069 w 1292919"/>
                <a:gd name="connsiteY252" fmla="*/ 1331254 h 1686974"/>
                <a:gd name="connsiteX253" fmla="*/ 289462 w 1292919"/>
                <a:gd name="connsiteY253" fmla="*/ 1329157 h 1686974"/>
                <a:gd name="connsiteX254" fmla="*/ 294165 w 1292919"/>
                <a:gd name="connsiteY254" fmla="*/ 1326017 h 1686974"/>
                <a:gd name="connsiteX255" fmla="*/ 310981 w 1292919"/>
                <a:gd name="connsiteY255" fmla="*/ 1318175 h 1686974"/>
                <a:gd name="connsiteX256" fmla="*/ 302249 w 1292919"/>
                <a:gd name="connsiteY256" fmla="*/ 1290467 h 1686974"/>
                <a:gd name="connsiteX257" fmla="*/ 278099 w 1292919"/>
                <a:gd name="connsiteY257" fmla="*/ 1313472 h 1686974"/>
                <a:gd name="connsiteX258" fmla="*/ 248345 w 1292919"/>
                <a:gd name="connsiteY258" fmla="*/ 1293136 h 1686974"/>
                <a:gd name="connsiteX259" fmla="*/ 234770 w 1292919"/>
                <a:gd name="connsiteY259" fmla="*/ 1273270 h 1686974"/>
                <a:gd name="connsiteX260" fmla="*/ 232228 w 1292919"/>
                <a:gd name="connsiteY260" fmla="*/ 1267385 h 1686974"/>
                <a:gd name="connsiteX261" fmla="*/ 209350 w 1292919"/>
                <a:gd name="connsiteY261" fmla="*/ 1255883 h 1686974"/>
                <a:gd name="connsiteX262" fmla="*/ 188073 w 1292919"/>
                <a:gd name="connsiteY262" fmla="*/ 1255488 h 1686974"/>
                <a:gd name="connsiteX263" fmla="*/ 184679 w 1292919"/>
                <a:gd name="connsiteY263" fmla="*/ 1261373 h 1686974"/>
                <a:gd name="connsiteX264" fmla="*/ 172427 w 1292919"/>
                <a:gd name="connsiteY264" fmla="*/ 1275494 h 1686974"/>
                <a:gd name="connsiteX265" fmla="*/ 163288 w 1292919"/>
                <a:gd name="connsiteY265" fmla="*/ 1272749 h 1686974"/>
                <a:gd name="connsiteX266" fmla="*/ 153488 w 1292919"/>
                <a:gd name="connsiteY266" fmla="*/ 1269737 h 1686974"/>
                <a:gd name="connsiteX267" fmla="*/ 144108 w 1292919"/>
                <a:gd name="connsiteY267" fmla="*/ 1249870 h 1686974"/>
                <a:gd name="connsiteX268" fmla="*/ 130267 w 1292919"/>
                <a:gd name="connsiteY268" fmla="*/ 1244507 h 1686974"/>
                <a:gd name="connsiteX269" fmla="*/ 126454 w 1292919"/>
                <a:gd name="connsiteY269" fmla="*/ 1257979 h 1686974"/>
                <a:gd name="connsiteX270" fmla="*/ 128131 w 1292919"/>
                <a:gd name="connsiteY270" fmla="*/ 1266457 h 1686974"/>
                <a:gd name="connsiteX271" fmla="*/ 99686 w 1292919"/>
                <a:gd name="connsiteY271" fmla="*/ 1278761 h 1686974"/>
                <a:gd name="connsiteX272" fmla="*/ 90420 w 1292919"/>
                <a:gd name="connsiteY272" fmla="*/ 1275088 h 1686974"/>
                <a:gd name="connsiteX273" fmla="*/ 99559 w 1292919"/>
                <a:gd name="connsiteY273" fmla="*/ 1250786 h 1686974"/>
                <a:gd name="connsiteX274" fmla="*/ 103613 w 1292919"/>
                <a:gd name="connsiteY274" fmla="*/ 1223204 h 1686974"/>
                <a:gd name="connsiteX275" fmla="*/ 98263 w 1292919"/>
                <a:gd name="connsiteY275" fmla="*/ 1202156 h 1686974"/>
                <a:gd name="connsiteX276" fmla="*/ 108685 w 1292919"/>
                <a:gd name="connsiteY276" fmla="*/ 1178515 h 1686974"/>
                <a:gd name="connsiteX277" fmla="*/ 97093 w 1292919"/>
                <a:gd name="connsiteY277" fmla="*/ 1087282 h 1686974"/>
                <a:gd name="connsiteX278" fmla="*/ 109867 w 1292919"/>
                <a:gd name="connsiteY278" fmla="*/ 1068458 h 1686974"/>
                <a:gd name="connsiteX279" fmla="*/ 112485 w 1292919"/>
                <a:gd name="connsiteY279" fmla="*/ 1058379 h 1686974"/>
                <a:gd name="connsiteX280" fmla="*/ 140549 w 1292919"/>
                <a:gd name="connsiteY280" fmla="*/ 1057476 h 1686974"/>
                <a:gd name="connsiteX281" fmla="*/ 160377 w 1292919"/>
                <a:gd name="connsiteY281" fmla="*/ 1022193 h 1686974"/>
                <a:gd name="connsiteX282" fmla="*/ 193424 w 1292919"/>
                <a:gd name="connsiteY282" fmla="*/ 1020756 h 1686974"/>
                <a:gd name="connsiteX283" fmla="*/ 205422 w 1292919"/>
                <a:gd name="connsiteY283" fmla="*/ 1032780 h 1686974"/>
                <a:gd name="connsiteX284" fmla="*/ 212871 w 1292919"/>
                <a:gd name="connsiteY284" fmla="*/ 1036822 h 1686974"/>
                <a:gd name="connsiteX285" fmla="*/ 242752 w 1292919"/>
                <a:gd name="connsiteY285" fmla="*/ 1021265 h 1686974"/>
                <a:gd name="connsiteX286" fmla="*/ 250721 w 1292919"/>
                <a:gd name="connsiteY286" fmla="*/ 983769 h 1686974"/>
                <a:gd name="connsiteX287" fmla="*/ 235965 w 1292919"/>
                <a:gd name="connsiteY287" fmla="*/ 974097 h 1686974"/>
                <a:gd name="connsiteX288" fmla="*/ 261932 w 1292919"/>
                <a:gd name="connsiteY288" fmla="*/ 943390 h 1686974"/>
                <a:gd name="connsiteX289" fmla="*/ 277349 w 1292919"/>
                <a:gd name="connsiteY289" fmla="*/ 931086 h 1686974"/>
                <a:gd name="connsiteX290" fmla="*/ 295601 w 1292919"/>
                <a:gd name="connsiteY290" fmla="*/ 905081 h 1686974"/>
                <a:gd name="connsiteX291" fmla="*/ 293263 w 1292919"/>
                <a:gd name="connsiteY291" fmla="*/ 897226 h 1686974"/>
                <a:gd name="connsiteX292" fmla="*/ 305007 w 1292919"/>
                <a:gd name="connsiteY292" fmla="*/ 880118 h 1686974"/>
                <a:gd name="connsiteX293" fmla="*/ 349124 w 1292919"/>
                <a:gd name="connsiteY293" fmla="*/ 833967 h 1686974"/>
                <a:gd name="connsiteX294" fmla="*/ 357589 w 1292919"/>
                <a:gd name="connsiteY294" fmla="*/ 839992 h 1686974"/>
                <a:gd name="connsiteX295" fmla="*/ 382018 w 1292919"/>
                <a:gd name="connsiteY295" fmla="*/ 813059 h 1686974"/>
                <a:gd name="connsiteX296" fmla="*/ 383963 w 1292919"/>
                <a:gd name="connsiteY296" fmla="*/ 802471 h 1686974"/>
                <a:gd name="connsiteX297" fmla="*/ 394398 w 1292919"/>
                <a:gd name="connsiteY297" fmla="*/ 770454 h 1686974"/>
                <a:gd name="connsiteX298" fmla="*/ 372790 w 1292919"/>
                <a:gd name="connsiteY298" fmla="*/ 744564 h 1686974"/>
                <a:gd name="connsiteX299" fmla="*/ 354386 w 1292919"/>
                <a:gd name="connsiteY299" fmla="*/ 751109 h 1686974"/>
                <a:gd name="connsiteX300" fmla="*/ 331508 w 1292919"/>
                <a:gd name="connsiteY300" fmla="*/ 746140 h 1686974"/>
                <a:gd name="connsiteX301" fmla="*/ 339604 w 1292919"/>
                <a:gd name="connsiteY301" fmla="*/ 717783 h 1686974"/>
                <a:gd name="connsiteX302" fmla="*/ 369486 w 1292919"/>
                <a:gd name="connsiteY302" fmla="*/ 704056 h 1686974"/>
                <a:gd name="connsiteX303" fmla="*/ 390102 w 1292919"/>
                <a:gd name="connsiteY303" fmla="*/ 662227 h 1686974"/>
                <a:gd name="connsiteX304" fmla="*/ 430177 w 1292919"/>
                <a:gd name="connsiteY304" fmla="*/ 636616 h 1686974"/>
                <a:gd name="connsiteX305" fmla="*/ 443345 w 1292919"/>
                <a:gd name="connsiteY305" fmla="*/ 591253 h 1686974"/>
                <a:gd name="connsiteX306" fmla="*/ 430304 w 1292919"/>
                <a:gd name="connsiteY306" fmla="*/ 549818 h 1686974"/>
                <a:gd name="connsiteX307" fmla="*/ 444654 w 1292919"/>
                <a:gd name="connsiteY307" fmla="*/ 523292 h 1686974"/>
                <a:gd name="connsiteX308" fmla="*/ 472972 w 1292919"/>
                <a:gd name="connsiteY308" fmla="*/ 539230 h 1686974"/>
                <a:gd name="connsiteX309" fmla="*/ 500235 w 1292919"/>
                <a:gd name="connsiteY309" fmla="*/ 516886 h 1686974"/>
                <a:gd name="connsiteX310" fmla="*/ 485746 w 1292919"/>
                <a:gd name="connsiteY310" fmla="*/ 486356 h 1686974"/>
                <a:gd name="connsiteX311" fmla="*/ 460567 w 1292919"/>
                <a:gd name="connsiteY311" fmla="*/ 452381 h 1686974"/>
                <a:gd name="connsiteX312" fmla="*/ 478971 w 1292919"/>
                <a:gd name="connsiteY312" fmla="*/ 407031 h 1686974"/>
                <a:gd name="connsiteX313" fmla="*/ 494224 w 1292919"/>
                <a:gd name="connsiteY313" fmla="*/ 388602 h 1686974"/>
                <a:gd name="connsiteX314" fmla="*/ 490690 w 1292919"/>
                <a:gd name="connsiteY314" fmla="*/ 383886 h 1686974"/>
                <a:gd name="connsiteX315" fmla="*/ 463414 w 1292919"/>
                <a:gd name="connsiteY315" fmla="*/ 347293 h 1686974"/>
                <a:gd name="connsiteX316" fmla="*/ 439671 w 1292919"/>
                <a:gd name="connsiteY316" fmla="*/ 356318 h 1686974"/>
                <a:gd name="connsiteX317" fmla="*/ 452852 w 1292919"/>
                <a:gd name="connsiteY317" fmla="*/ 404540 h 1686974"/>
                <a:gd name="connsiteX318" fmla="*/ 433138 w 1292919"/>
                <a:gd name="connsiteY318" fmla="*/ 410158 h 1686974"/>
                <a:gd name="connsiteX319" fmla="*/ 391767 w 1292919"/>
                <a:gd name="connsiteY319" fmla="*/ 339858 h 1686974"/>
                <a:gd name="connsiteX320" fmla="*/ 365940 w 1292919"/>
                <a:gd name="connsiteY320" fmla="*/ 330681 h 1686974"/>
                <a:gd name="connsiteX321" fmla="*/ 359927 w 1292919"/>
                <a:gd name="connsiteY321" fmla="*/ 291216 h 1686974"/>
                <a:gd name="connsiteX322" fmla="*/ 366194 w 1292919"/>
                <a:gd name="connsiteY322" fmla="*/ 292004 h 1686974"/>
                <a:gd name="connsiteX323" fmla="*/ 370375 w 1292919"/>
                <a:gd name="connsiteY323" fmla="*/ 284937 h 1686974"/>
                <a:gd name="connsiteX324" fmla="*/ 371545 w 1292919"/>
                <a:gd name="connsiteY324" fmla="*/ 277235 h 1686974"/>
                <a:gd name="connsiteX325" fmla="*/ 385246 w 1292919"/>
                <a:gd name="connsiteY325" fmla="*/ 271617 h 1686974"/>
                <a:gd name="connsiteX326" fmla="*/ 200592 w 1292919"/>
                <a:gd name="connsiteY326" fmla="*/ 691422 h 1686974"/>
                <a:gd name="connsiteX327" fmla="*/ 212604 w 1292919"/>
                <a:gd name="connsiteY327" fmla="*/ 681890 h 1686974"/>
                <a:gd name="connsiteX328" fmla="*/ 234656 w 1292919"/>
                <a:gd name="connsiteY328" fmla="*/ 715610 h 1686974"/>
                <a:gd name="connsiteX329" fmla="*/ 244430 w 1292919"/>
                <a:gd name="connsiteY329" fmla="*/ 724621 h 1686974"/>
                <a:gd name="connsiteX330" fmla="*/ 253975 w 1292919"/>
                <a:gd name="connsiteY330" fmla="*/ 732463 h 1686974"/>
                <a:gd name="connsiteX331" fmla="*/ 273422 w 1292919"/>
                <a:gd name="connsiteY331" fmla="*/ 755990 h 1686974"/>
                <a:gd name="connsiteX332" fmla="*/ 241303 w 1292919"/>
                <a:gd name="connsiteY332" fmla="*/ 806183 h 1686974"/>
                <a:gd name="connsiteX333" fmla="*/ 235825 w 1292919"/>
                <a:gd name="connsiteY333" fmla="*/ 814152 h 1686974"/>
                <a:gd name="connsiteX334" fmla="*/ 240134 w 1292919"/>
                <a:gd name="connsiteY334" fmla="*/ 820431 h 1686974"/>
                <a:gd name="connsiteX335" fmla="*/ 232177 w 1292919"/>
                <a:gd name="connsiteY335" fmla="*/ 831145 h 1686974"/>
                <a:gd name="connsiteX336" fmla="*/ 210888 w 1292919"/>
                <a:gd name="connsiteY336" fmla="*/ 824994 h 1686974"/>
                <a:gd name="connsiteX337" fmla="*/ 184539 w 1292919"/>
                <a:gd name="connsiteY337" fmla="*/ 806831 h 1686974"/>
                <a:gd name="connsiteX338" fmla="*/ 162932 w 1292919"/>
                <a:gd name="connsiteY338" fmla="*/ 797807 h 1686974"/>
                <a:gd name="connsiteX339" fmla="*/ 140613 w 1292919"/>
                <a:gd name="connsiteY339" fmla="*/ 804085 h 1686974"/>
                <a:gd name="connsiteX340" fmla="*/ 128208 w 1292919"/>
                <a:gd name="connsiteY340" fmla="*/ 820024 h 1686974"/>
                <a:gd name="connsiteX341" fmla="*/ 117646 w 1292919"/>
                <a:gd name="connsiteY341" fmla="*/ 822655 h 1686974"/>
                <a:gd name="connsiteX342" fmla="*/ 90763 w 1292919"/>
                <a:gd name="connsiteY342" fmla="*/ 826570 h 1686974"/>
                <a:gd name="connsiteX343" fmla="*/ 80062 w 1292919"/>
                <a:gd name="connsiteY343" fmla="*/ 815321 h 1686974"/>
                <a:gd name="connsiteX344" fmla="*/ 92073 w 1292919"/>
                <a:gd name="connsiteY344" fmla="*/ 796256 h 1686974"/>
                <a:gd name="connsiteX345" fmla="*/ 137346 w 1292919"/>
                <a:gd name="connsiteY345" fmla="*/ 789901 h 1686974"/>
                <a:gd name="connsiteX346" fmla="*/ 165144 w 1292919"/>
                <a:gd name="connsiteY346" fmla="*/ 745212 h 1686974"/>
                <a:gd name="connsiteX347" fmla="*/ 181845 w 1292919"/>
                <a:gd name="connsiteY347" fmla="*/ 721062 h 1686974"/>
                <a:gd name="connsiteX348" fmla="*/ 237122 w 1292919"/>
                <a:gd name="connsiteY348" fmla="*/ 652478 h 1686974"/>
                <a:gd name="connsiteX349" fmla="*/ 215069 w 1292919"/>
                <a:gd name="connsiteY349" fmla="*/ 648665 h 1686974"/>
                <a:gd name="connsiteX350" fmla="*/ 194326 w 1292919"/>
                <a:gd name="connsiteY350" fmla="*/ 669192 h 1686974"/>
                <a:gd name="connsiteX351" fmla="*/ 157912 w 1292919"/>
                <a:gd name="connsiteY351" fmla="*/ 685398 h 1686974"/>
                <a:gd name="connsiteX352" fmla="*/ 141871 w 1292919"/>
                <a:gd name="connsiteY352" fmla="*/ 673501 h 1686974"/>
                <a:gd name="connsiteX353" fmla="*/ 135605 w 1292919"/>
                <a:gd name="connsiteY353" fmla="*/ 668010 h 1686974"/>
                <a:gd name="connsiteX354" fmla="*/ 102317 w 1292919"/>
                <a:gd name="connsiteY354" fmla="*/ 656113 h 1686974"/>
                <a:gd name="connsiteX355" fmla="*/ 72702 w 1292919"/>
                <a:gd name="connsiteY355" fmla="*/ 629206 h 1686974"/>
                <a:gd name="connsiteX356" fmla="*/ 61861 w 1292919"/>
                <a:gd name="connsiteY356" fmla="*/ 639527 h 1686974"/>
                <a:gd name="connsiteX357" fmla="*/ 53116 w 1292919"/>
                <a:gd name="connsiteY357" fmla="*/ 629727 h 1686974"/>
                <a:gd name="connsiteX358" fmla="*/ 74266 w 1292919"/>
                <a:gd name="connsiteY358" fmla="*/ 602794 h 1686974"/>
                <a:gd name="connsiteX359" fmla="*/ 59395 w 1292919"/>
                <a:gd name="connsiteY359" fmla="*/ 596922 h 1686974"/>
                <a:gd name="connsiteX360" fmla="*/ 39821 w 1292919"/>
                <a:gd name="connsiteY360" fmla="*/ 577691 h 1686974"/>
                <a:gd name="connsiteX361" fmla="*/ 92530 w 1292919"/>
                <a:gd name="connsiteY361" fmla="*/ 523711 h 1686974"/>
                <a:gd name="connsiteX362" fmla="*/ 123200 w 1292919"/>
                <a:gd name="connsiteY362" fmla="*/ 494046 h 1686974"/>
                <a:gd name="connsiteX363" fmla="*/ 132987 w 1292919"/>
                <a:gd name="connsiteY363" fmla="*/ 485949 h 1686974"/>
                <a:gd name="connsiteX364" fmla="*/ 144731 w 1292919"/>
                <a:gd name="connsiteY364" fmla="*/ 484106 h 1686974"/>
                <a:gd name="connsiteX365" fmla="*/ 171613 w 1292919"/>
                <a:gd name="connsiteY365" fmla="*/ 471955 h 1686974"/>
                <a:gd name="connsiteX366" fmla="*/ 201774 w 1292919"/>
                <a:gd name="connsiteY366" fmla="*/ 439150 h 1686974"/>
                <a:gd name="connsiteX367" fmla="*/ 216251 w 1292919"/>
                <a:gd name="connsiteY367" fmla="*/ 426872 h 1686974"/>
                <a:gd name="connsiteX368" fmla="*/ 226953 w 1292919"/>
                <a:gd name="connsiteY368" fmla="*/ 423860 h 1686974"/>
                <a:gd name="connsiteX369" fmla="*/ 229826 w 1292919"/>
                <a:gd name="connsiteY369" fmla="*/ 416806 h 1686974"/>
                <a:gd name="connsiteX370" fmla="*/ 239219 w 1292919"/>
                <a:gd name="connsiteY370" fmla="*/ 411048 h 1686974"/>
                <a:gd name="connsiteX371" fmla="*/ 248751 w 1292919"/>
                <a:gd name="connsiteY371" fmla="*/ 405036 h 1686974"/>
                <a:gd name="connsiteX372" fmla="*/ 257229 w 1292919"/>
                <a:gd name="connsiteY372" fmla="*/ 391182 h 1686974"/>
                <a:gd name="connsiteX373" fmla="*/ 294673 w 1292919"/>
                <a:gd name="connsiteY373" fmla="*/ 345946 h 1686974"/>
                <a:gd name="connsiteX374" fmla="*/ 334749 w 1292919"/>
                <a:gd name="connsiteY374" fmla="*/ 366600 h 1686974"/>
                <a:gd name="connsiteX375" fmla="*/ 355365 w 1292919"/>
                <a:gd name="connsiteY375" fmla="*/ 394054 h 1686974"/>
                <a:gd name="connsiteX376" fmla="*/ 347535 w 1292919"/>
                <a:gd name="connsiteY376" fmla="*/ 421369 h 1686974"/>
                <a:gd name="connsiteX377" fmla="*/ 373629 w 1292919"/>
                <a:gd name="connsiteY377" fmla="*/ 446077 h 1686974"/>
                <a:gd name="connsiteX378" fmla="*/ 351577 w 1292919"/>
                <a:gd name="connsiteY378" fmla="*/ 466096 h 1686974"/>
                <a:gd name="connsiteX379" fmla="*/ 327428 w 1292919"/>
                <a:gd name="connsiteY379" fmla="*/ 503210 h 1686974"/>
                <a:gd name="connsiteX380" fmla="*/ 322610 w 1292919"/>
                <a:gd name="connsiteY380" fmla="*/ 535214 h 1686974"/>
                <a:gd name="connsiteX381" fmla="*/ 326665 w 1292919"/>
                <a:gd name="connsiteY381" fmla="*/ 576395 h 1686974"/>
                <a:gd name="connsiteX382" fmla="*/ 375599 w 1292919"/>
                <a:gd name="connsiteY382" fmla="*/ 589461 h 1686974"/>
                <a:gd name="connsiteX383" fmla="*/ 364160 w 1292919"/>
                <a:gd name="connsiteY383" fmla="*/ 611818 h 1686974"/>
                <a:gd name="connsiteX384" fmla="*/ 354500 w 1292919"/>
                <a:gd name="connsiteY384" fmla="*/ 618478 h 1686974"/>
                <a:gd name="connsiteX385" fmla="*/ 345501 w 1292919"/>
                <a:gd name="connsiteY385" fmla="*/ 648030 h 1686974"/>
                <a:gd name="connsiteX386" fmla="*/ 333236 w 1292919"/>
                <a:gd name="connsiteY386" fmla="*/ 667095 h 1686974"/>
                <a:gd name="connsiteX387" fmla="*/ 322000 w 1292919"/>
                <a:gd name="connsiteY387" fmla="*/ 655656 h 1686974"/>
                <a:gd name="connsiteX388" fmla="*/ 263686 w 1292919"/>
                <a:gd name="connsiteY388" fmla="*/ 677606 h 168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Lst>
              <a:rect l="l" t="t" r="r" b="b"/>
              <a:pathLst>
                <a:path w="1292919" h="1686974">
                  <a:moveTo>
                    <a:pt x="995603" y="217014"/>
                  </a:moveTo>
                  <a:lnTo>
                    <a:pt x="995476" y="223801"/>
                  </a:lnTo>
                  <a:lnTo>
                    <a:pt x="963624" y="238710"/>
                  </a:lnTo>
                  <a:lnTo>
                    <a:pt x="959442" y="228911"/>
                  </a:lnTo>
                  <a:lnTo>
                    <a:pt x="961400" y="214790"/>
                  </a:lnTo>
                  <a:lnTo>
                    <a:pt x="987240" y="192572"/>
                  </a:lnTo>
                  <a:lnTo>
                    <a:pt x="997154" y="198444"/>
                  </a:lnTo>
                  <a:close/>
                  <a:moveTo>
                    <a:pt x="751427" y="269126"/>
                  </a:moveTo>
                  <a:lnTo>
                    <a:pt x="759269" y="303354"/>
                  </a:lnTo>
                  <a:lnTo>
                    <a:pt x="769832" y="306901"/>
                  </a:lnTo>
                  <a:lnTo>
                    <a:pt x="799586" y="285852"/>
                  </a:lnTo>
                  <a:lnTo>
                    <a:pt x="795011" y="260101"/>
                  </a:lnTo>
                  <a:close/>
                  <a:moveTo>
                    <a:pt x="702239" y="924858"/>
                  </a:moveTo>
                  <a:lnTo>
                    <a:pt x="713449" y="926561"/>
                  </a:lnTo>
                  <a:lnTo>
                    <a:pt x="718165" y="934276"/>
                  </a:lnTo>
                  <a:lnTo>
                    <a:pt x="726376" y="926561"/>
                  </a:lnTo>
                  <a:lnTo>
                    <a:pt x="730557" y="928391"/>
                  </a:lnTo>
                  <a:lnTo>
                    <a:pt x="725473" y="933996"/>
                  </a:lnTo>
                  <a:lnTo>
                    <a:pt x="725219" y="943173"/>
                  </a:lnTo>
                  <a:lnTo>
                    <a:pt x="719347" y="945245"/>
                  </a:lnTo>
                  <a:lnTo>
                    <a:pt x="715165" y="952566"/>
                  </a:lnTo>
                  <a:lnTo>
                    <a:pt x="707539" y="955972"/>
                  </a:lnTo>
                  <a:lnTo>
                    <a:pt x="691105" y="975699"/>
                  </a:lnTo>
                  <a:lnTo>
                    <a:pt x="689910" y="989820"/>
                  </a:lnTo>
                  <a:lnTo>
                    <a:pt x="684572" y="999352"/>
                  </a:lnTo>
                  <a:lnTo>
                    <a:pt x="675675" y="1005250"/>
                  </a:lnTo>
                  <a:lnTo>
                    <a:pt x="681025" y="1011783"/>
                  </a:lnTo>
                  <a:lnTo>
                    <a:pt x="691092" y="1010512"/>
                  </a:lnTo>
                  <a:lnTo>
                    <a:pt x="695248" y="1000344"/>
                  </a:lnTo>
                  <a:lnTo>
                    <a:pt x="705823" y="1004157"/>
                  </a:lnTo>
                  <a:lnTo>
                    <a:pt x="707781" y="1009241"/>
                  </a:lnTo>
                  <a:lnTo>
                    <a:pt x="698121" y="1027811"/>
                  </a:lnTo>
                  <a:lnTo>
                    <a:pt x="703726" y="1045452"/>
                  </a:lnTo>
                  <a:lnTo>
                    <a:pt x="699277" y="1078651"/>
                  </a:lnTo>
                  <a:lnTo>
                    <a:pt x="701641" y="1102801"/>
                  </a:lnTo>
                  <a:lnTo>
                    <a:pt x="698769" y="1120061"/>
                  </a:lnTo>
                  <a:lnTo>
                    <a:pt x="703980" y="1122413"/>
                  </a:lnTo>
                  <a:lnTo>
                    <a:pt x="701120" y="1129480"/>
                  </a:lnTo>
                  <a:lnTo>
                    <a:pt x="708162" y="1148951"/>
                  </a:lnTo>
                  <a:lnTo>
                    <a:pt x="709979" y="1163060"/>
                  </a:lnTo>
                  <a:lnTo>
                    <a:pt x="717682" y="1160187"/>
                  </a:lnTo>
                  <a:lnTo>
                    <a:pt x="724736" y="1167902"/>
                  </a:lnTo>
                  <a:lnTo>
                    <a:pt x="729947" y="1165551"/>
                  </a:lnTo>
                  <a:lnTo>
                    <a:pt x="728257" y="1137055"/>
                  </a:lnTo>
                  <a:lnTo>
                    <a:pt x="727087" y="1106995"/>
                  </a:lnTo>
                  <a:lnTo>
                    <a:pt x="721736" y="1098098"/>
                  </a:lnTo>
                  <a:lnTo>
                    <a:pt x="720567" y="1075093"/>
                  </a:lnTo>
                  <a:lnTo>
                    <a:pt x="714034" y="1067390"/>
                  </a:lnTo>
                  <a:lnTo>
                    <a:pt x="712598" y="1039428"/>
                  </a:lnTo>
                  <a:lnTo>
                    <a:pt x="716411" y="1031319"/>
                  </a:lnTo>
                  <a:lnTo>
                    <a:pt x="714708" y="1023095"/>
                  </a:lnTo>
                  <a:lnTo>
                    <a:pt x="722677" y="1014859"/>
                  </a:lnTo>
                  <a:lnTo>
                    <a:pt x="714059" y="991713"/>
                  </a:lnTo>
                  <a:lnTo>
                    <a:pt x="724761" y="977478"/>
                  </a:lnTo>
                  <a:lnTo>
                    <a:pt x="731803" y="978647"/>
                  </a:lnTo>
                  <a:lnTo>
                    <a:pt x="737675" y="966878"/>
                  </a:lnTo>
                  <a:lnTo>
                    <a:pt x="735984" y="956824"/>
                  </a:lnTo>
                  <a:lnTo>
                    <a:pt x="747195" y="958527"/>
                  </a:lnTo>
                  <a:lnTo>
                    <a:pt x="755431" y="953303"/>
                  </a:lnTo>
                  <a:lnTo>
                    <a:pt x="761684" y="945588"/>
                  </a:lnTo>
                  <a:lnTo>
                    <a:pt x="763655" y="939703"/>
                  </a:lnTo>
                  <a:lnTo>
                    <a:pt x="760248" y="935522"/>
                  </a:lnTo>
                  <a:lnTo>
                    <a:pt x="754262" y="943249"/>
                  </a:lnTo>
                  <a:lnTo>
                    <a:pt x="747729" y="946097"/>
                  </a:lnTo>
                  <a:lnTo>
                    <a:pt x="741844" y="941407"/>
                  </a:lnTo>
                  <a:lnTo>
                    <a:pt x="740039" y="924019"/>
                  </a:lnTo>
                  <a:lnTo>
                    <a:pt x="728790" y="918935"/>
                  </a:lnTo>
                  <a:lnTo>
                    <a:pt x="728663" y="912669"/>
                  </a:lnTo>
                  <a:lnTo>
                    <a:pt x="719766" y="903772"/>
                  </a:lnTo>
                  <a:lnTo>
                    <a:pt x="714682" y="888735"/>
                  </a:lnTo>
                  <a:lnTo>
                    <a:pt x="717682" y="883779"/>
                  </a:lnTo>
                  <a:lnTo>
                    <a:pt x="735705" y="877906"/>
                  </a:lnTo>
                  <a:lnTo>
                    <a:pt x="738247" y="864560"/>
                  </a:lnTo>
                  <a:lnTo>
                    <a:pt x="746483" y="856845"/>
                  </a:lnTo>
                  <a:lnTo>
                    <a:pt x="739696" y="853452"/>
                  </a:lnTo>
                  <a:lnTo>
                    <a:pt x="730163" y="858943"/>
                  </a:lnTo>
                  <a:lnTo>
                    <a:pt x="727036" y="869276"/>
                  </a:lnTo>
                  <a:lnTo>
                    <a:pt x="722855" y="872797"/>
                  </a:lnTo>
                  <a:lnTo>
                    <a:pt x="716334" y="871627"/>
                  </a:lnTo>
                  <a:lnTo>
                    <a:pt x="712280" y="879330"/>
                  </a:lnTo>
                  <a:lnTo>
                    <a:pt x="698057" y="885075"/>
                  </a:lnTo>
                  <a:lnTo>
                    <a:pt x="698057" y="890566"/>
                  </a:lnTo>
                  <a:lnTo>
                    <a:pt x="704578" y="888735"/>
                  </a:lnTo>
                  <a:lnTo>
                    <a:pt x="708111" y="893578"/>
                  </a:lnTo>
                  <a:lnTo>
                    <a:pt x="708238" y="900899"/>
                  </a:lnTo>
                  <a:lnTo>
                    <a:pt x="701591" y="904814"/>
                  </a:lnTo>
                  <a:lnTo>
                    <a:pt x="699887" y="918922"/>
                  </a:lnTo>
                  <a:close/>
                  <a:moveTo>
                    <a:pt x="50383" y="749330"/>
                  </a:moveTo>
                  <a:lnTo>
                    <a:pt x="77265" y="760693"/>
                  </a:lnTo>
                  <a:lnTo>
                    <a:pt x="73224" y="797031"/>
                  </a:lnTo>
                  <a:lnTo>
                    <a:pt x="44778" y="840945"/>
                  </a:lnTo>
                  <a:lnTo>
                    <a:pt x="20120" y="836764"/>
                  </a:lnTo>
                  <a:lnTo>
                    <a:pt x="0" y="807225"/>
                  </a:lnTo>
                  <a:close/>
                  <a:moveTo>
                    <a:pt x="416056" y="247938"/>
                  </a:moveTo>
                  <a:lnTo>
                    <a:pt x="424661" y="236499"/>
                  </a:lnTo>
                  <a:lnTo>
                    <a:pt x="439544" y="227207"/>
                  </a:lnTo>
                  <a:lnTo>
                    <a:pt x="491859" y="255055"/>
                  </a:lnTo>
                  <a:lnTo>
                    <a:pt x="484945" y="286018"/>
                  </a:lnTo>
                  <a:lnTo>
                    <a:pt x="536371" y="342362"/>
                  </a:lnTo>
                  <a:lnTo>
                    <a:pt x="504392" y="372155"/>
                  </a:lnTo>
                  <a:lnTo>
                    <a:pt x="531159" y="389758"/>
                  </a:lnTo>
                  <a:lnTo>
                    <a:pt x="549945" y="367274"/>
                  </a:lnTo>
                  <a:lnTo>
                    <a:pt x="582572" y="381916"/>
                  </a:lnTo>
                  <a:lnTo>
                    <a:pt x="596414" y="431193"/>
                  </a:lnTo>
                  <a:lnTo>
                    <a:pt x="577081" y="451060"/>
                  </a:lnTo>
                  <a:lnTo>
                    <a:pt x="588050" y="468574"/>
                  </a:lnTo>
                  <a:lnTo>
                    <a:pt x="618974" y="445454"/>
                  </a:lnTo>
                  <a:lnTo>
                    <a:pt x="633337" y="426389"/>
                  </a:lnTo>
                  <a:lnTo>
                    <a:pt x="635815" y="422207"/>
                  </a:lnTo>
                  <a:lnTo>
                    <a:pt x="639628" y="418814"/>
                  </a:lnTo>
                  <a:lnTo>
                    <a:pt x="653063" y="403790"/>
                  </a:lnTo>
                  <a:lnTo>
                    <a:pt x="643149" y="370845"/>
                  </a:lnTo>
                  <a:lnTo>
                    <a:pt x="668989" y="324580"/>
                  </a:lnTo>
                  <a:lnTo>
                    <a:pt x="687114" y="322038"/>
                  </a:lnTo>
                  <a:lnTo>
                    <a:pt x="700561" y="333134"/>
                  </a:lnTo>
                  <a:lnTo>
                    <a:pt x="723528" y="310256"/>
                  </a:lnTo>
                  <a:lnTo>
                    <a:pt x="703688" y="299274"/>
                  </a:lnTo>
                  <a:lnTo>
                    <a:pt x="701209" y="287378"/>
                  </a:lnTo>
                  <a:lnTo>
                    <a:pt x="689770" y="271960"/>
                  </a:lnTo>
                  <a:lnTo>
                    <a:pt x="700726" y="257839"/>
                  </a:lnTo>
                  <a:lnTo>
                    <a:pt x="698184" y="246997"/>
                  </a:lnTo>
                  <a:lnTo>
                    <a:pt x="701311" y="243591"/>
                  </a:lnTo>
                  <a:lnTo>
                    <a:pt x="709280" y="248815"/>
                  </a:lnTo>
                  <a:lnTo>
                    <a:pt x="722982" y="246209"/>
                  </a:lnTo>
                  <a:lnTo>
                    <a:pt x="742301" y="228707"/>
                  </a:lnTo>
                  <a:lnTo>
                    <a:pt x="763299" y="206998"/>
                  </a:lnTo>
                  <a:lnTo>
                    <a:pt x="787448" y="183739"/>
                  </a:lnTo>
                  <a:lnTo>
                    <a:pt x="787982" y="171842"/>
                  </a:lnTo>
                  <a:lnTo>
                    <a:pt x="766832" y="142608"/>
                  </a:lnTo>
                  <a:lnTo>
                    <a:pt x="747767" y="138935"/>
                  </a:lnTo>
                  <a:lnTo>
                    <a:pt x="709789" y="158280"/>
                  </a:lnTo>
                  <a:lnTo>
                    <a:pt x="647407" y="187437"/>
                  </a:lnTo>
                  <a:lnTo>
                    <a:pt x="639781" y="155929"/>
                  </a:lnTo>
                  <a:lnTo>
                    <a:pt x="642386" y="103906"/>
                  </a:lnTo>
                  <a:lnTo>
                    <a:pt x="597901" y="84434"/>
                  </a:lnTo>
                  <a:lnTo>
                    <a:pt x="597774" y="73846"/>
                  </a:lnTo>
                  <a:lnTo>
                    <a:pt x="618390" y="75549"/>
                  </a:lnTo>
                  <a:lnTo>
                    <a:pt x="685194" y="86264"/>
                  </a:lnTo>
                  <a:lnTo>
                    <a:pt x="699290" y="81434"/>
                  </a:lnTo>
                  <a:lnTo>
                    <a:pt x="709344" y="83252"/>
                  </a:lnTo>
                  <a:lnTo>
                    <a:pt x="799586" y="61949"/>
                  </a:lnTo>
                  <a:lnTo>
                    <a:pt x="817215" y="57653"/>
                  </a:lnTo>
                  <a:lnTo>
                    <a:pt x="831819" y="53980"/>
                  </a:lnTo>
                  <a:lnTo>
                    <a:pt x="844529" y="50587"/>
                  </a:lnTo>
                  <a:lnTo>
                    <a:pt x="867243" y="38550"/>
                  </a:lnTo>
                  <a:lnTo>
                    <a:pt x="882635" y="30720"/>
                  </a:lnTo>
                  <a:lnTo>
                    <a:pt x="900251" y="21302"/>
                  </a:lnTo>
                  <a:lnTo>
                    <a:pt x="925824" y="8096"/>
                  </a:lnTo>
                  <a:lnTo>
                    <a:pt x="957600" y="0"/>
                  </a:lnTo>
                  <a:lnTo>
                    <a:pt x="972610" y="31508"/>
                  </a:lnTo>
                  <a:lnTo>
                    <a:pt x="985651" y="41168"/>
                  </a:lnTo>
                  <a:lnTo>
                    <a:pt x="988523" y="71355"/>
                  </a:lnTo>
                  <a:lnTo>
                    <a:pt x="972076" y="89149"/>
                  </a:lnTo>
                  <a:lnTo>
                    <a:pt x="914016" y="120925"/>
                  </a:lnTo>
                  <a:lnTo>
                    <a:pt x="913228" y="128894"/>
                  </a:lnTo>
                  <a:lnTo>
                    <a:pt x="930336" y="128360"/>
                  </a:lnTo>
                  <a:lnTo>
                    <a:pt x="941775" y="165220"/>
                  </a:lnTo>
                  <a:lnTo>
                    <a:pt x="933692" y="196856"/>
                  </a:lnTo>
                  <a:lnTo>
                    <a:pt x="948296" y="230703"/>
                  </a:lnTo>
                  <a:lnTo>
                    <a:pt x="936043" y="246769"/>
                  </a:lnTo>
                  <a:lnTo>
                    <a:pt x="932116" y="273701"/>
                  </a:lnTo>
                  <a:lnTo>
                    <a:pt x="900340" y="310180"/>
                  </a:lnTo>
                  <a:lnTo>
                    <a:pt x="916126" y="314349"/>
                  </a:lnTo>
                  <a:lnTo>
                    <a:pt x="961285" y="319331"/>
                  </a:lnTo>
                  <a:lnTo>
                    <a:pt x="973996" y="303901"/>
                  </a:lnTo>
                  <a:lnTo>
                    <a:pt x="987557" y="299973"/>
                  </a:lnTo>
                  <a:lnTo>
                    <a:pt x="1006470" y="317361"/>
                  </a:lnTo>
                  <a:lnTo>
                    <a:pt x="1041589" y="316713"/>
                  </a:lnTo>
                  <a:lnTo>
                    <a:pt x="1091031" y="342845"/>
                  </a:lnTo>
                  <a:lnTo>
                    <a:pt x="1200784" y="327593"/>
                  </a:lnTo>
                  <a:lnTo>
                    <a:pt x="1214879" y="348234"/>
                  </a:lnTo>
                  <a:lnTo>
                    <a:pt x="1238508" y="344421"/>
                  </a:lnTo>
                  <a:lnTo>
                    <a:pt x="1241113" y="361135"/>
                  </a:lnTo>
                  <a:lnTo>
                    <a:pt x="1250392" y="421915"/>
                  </a:lnTo>
                  <a:lnTo>
                    <a:pt x="1207177" y="462435"/>
                  </a:lnTo>
                  <a:lnTo>
                    <a:pt x="1162793" y="423491"/>
                  </a:lnTo>
                  <a:lnTo>
                    <a:pt x="1133699" y="454720"/>
                  </a:lnTo>
                  <a:lnTo>
                    <a:pt x="1189942" y="505561"/>
                  </a:lnTo>
                  <a:lnTo>
                    <a:pt x="1169860" y="535099"/>
                  </a:lnTo>
                  <a:lnTo>
                    <a:pt x="1169593" y="565159"/>
                  </a:lnTo>
                  <a:lnTo>
                    <a:pt x="1133839" y="628812"/>
                  </a:lnTo>
                  <a:lnTo>
                    <a:pt x="1136064" y="643314"/>
                  </a:lnTo>
                  <a:lnTo>
                    <a:pt x="1109690" y="693647"/>
                  </a:lnTo>
                  <a:lnTo>
                    <a:pt x="1120125" y="712852"/>
                  </a:lnTo>
                  <a:lnTo>
                    <a:pt x="1137360" y="761862"/>
                  </a:lnTo>
                  <a:lnTo>
                    <a:pt x="1128615" y="841212"/>
                  </a:lnTo>
                  <a:lnTo>
                    <a:pt x="1230132" y="872047"/>
                  </a:lnTo>
                  <a:lnTo>
                    <a:pt x="1222709" y="911449"/>
                  </a:lnTo>
                  <a:lnTo>
                    <a:pt x="1230271" y="914321"/>
                  </a:lnTo>
                  <a:lnTo>
                    <a:pt x="1292920" y="937721"/>
                  </a:lnTo>
                  <a:lnTo>
                    <a:pt x="1285091" y="982931"/>
                  </a:lnTo>
                  <a:lnTo>
                    <a:pt x="1286908" y="1039275"/>
                  </a:lnTo>
                  <a:lnTo>
                    <a:pt x="1236665" y="1066844"/>
                  </a:lnTo>
                  <a:lnTo>
                    <a:pt x="1221527" y="1041626"/>
                  </a:lnTo>
                  <a:lnTo>
                    <a:pt x="1190209" y="1041754"/>
                  </a:lnTo>
                  <a:lnTo>
                    <a:pt x="1189167" y="1082147"/>
                  </a:lnTo>
                  <a:lnTo>
                    <a:pt x="1155370" y="1097183"/>
                  </a:lnTo>
                  <a:lnTo>
                    <a:pt x="1170508" y="1230767"/>
                  </a:lnTo>
                  <a:lnTo>
                    <a:pt x="1126404" y="1267741"/>
                  </a:lnTo>
                  <a:lnTo>
                    <a:pt x="1089544" y="1253633"/>
                  </a:lnTo>
                  <a:lnTo>
                    <a:pt x="1047524" y="1319497"/>
                  </a:lnTo>
                  <a:lnTo>
                    <a:pt x="997954" y="1347853"/>
                  </a:lnTo>
                  <a:lnTo>
                    <a:pt x="964539" y="1369715"/>
                  </a:lnTo>
                  <a:lnTo>
                    <a:pt x="946402" y="1400436"/>
                  </a:lnTo>
                  <a:lnTo>
                    <a:pt x="912733" y="1413235"/>
                  </a:lnTo>
                  <a:lnTo>
                    <a:pt x="900454" y="1380048"/>
                  </a:lnTo>
                  <a:lnTo>
                    <a:pt x="862616" y="1406193"/>
                  </a:lnTo>
                  <a:lnTo>
                    <a:pt x="808064" y="1442138"/>
                  </a:lnTo>
                  <a:lnTo>
                    <a:pt x="793714" y="1487094"/>
                  </a:lnTo>
                  <a:lnTo>
                    <a:pt x="737332" y="1518869"/>
                  </a:lnTo>
                  <a:lnTo>
                    <a:pt x="724278" y="1543845"/>
                  </a:lnTo>
                  <a:lnTo>
                    <a:pt x="639209" y="1543845"/>
                  </a:lnTo>
                  <a:lnTo>
                    <a:pt x="591177" y="1577819"/>
                  </a:lnTo>
                  <a:lnTo>
                    <a:pt x="573573" y="1609595"/>
                  </a:lnTo>
                  <a:lnTo>
                    <a:pt x="556593" y="1640315"/>
                  </a:lnTo>
                  <a:lnTo>
                    <a:pt x="546018" y="1659520"/>
                  </a:lnTo>
                  <a:lnTo>
                    <a:pt x="476467" y="1686974"/>
                  </a:lnTo>
                  <a:lnTo>
                    <a:pt x="468511" y="1609200"/>
                  </a:lnTo>
                  <a:lnTo>
                    <a:pt x="479086" y="1577959"/>
                  </a:lnTo>
                  <a:lnTo>
                    <a:pt x="444883" y="1535354"/>
                  </a:lnTo>
                  <a:lnTo>
                    <a:pt x="439938" y="1524907"/>
                  </a:lnTo>
                  <a:lnTo>
                    <a:pt x="431829" y="1513925"/>
                  </a:lnTo>
                  <a:lnTo>
                    <a:pt x="437968" y="1501774"/>
                  </a:lnTo>
                  <a:lnTo>
                    <a:pt x="426758" y="1497580"/>
                  </a:lnTo>
                  <a:lnTo>
                    <a:pt x="413565" y="1492877"/>
                  </a:lnTo>
                  <a:lnTo>
                    <a:pt x="375434" y="1474307"/>
                  </a:lnTo>
                  <a:lnTo>
                    <a:pt x="328978" y="1461902"/>
                  </a:lnTo>
                  <a:lnTo>
                    <a:pt x="313179" y="1482556"/>
                  </a:lnTo>
                  <a:lnTo>
                    <a:pt x="296224" y="1477981"/>
                  </a:lnTo>
                  <a:lnTo>
                    <a:pt x="300800" y="1441769"/>
                  </a:lnTo>
                  <a:lnTo>
                    <a:pt x="281734" y="1433419"/>
                  </a:lnTo>
                  <a:lnTo>
                    <a:pt x="267512" y="1463211"/>
                  </a:lnTo>
                  <a:lnTo>
                    <a:pt x="218844" y="1520598"/>
                  </a:lnTo>
                  <a:lnTo>
                    <a:pt x="198228" y="1519136"/>
                  </a:lnTo>
                  <a:lnTo>
                    <a:pt x="181387" y="1482556"/>
                  </a:lnTo>
                  <a:lnTo>
                    <a:pt x="166783" y="1484907"/>
                  </a:lnTo>
                  <a:lnTo>
                    <a:pt x="161699" y="1462830"/>
                  </a:lnTo>
                  <a:lnTo>
                    <a:pt x="149955" y="1463732"/>
                  </a:lnTo>
                  <a:lnTo>
                    <a:pt x="125564" y="1422297"/>
                  </a:lnTo>
                  <a:lnTo>
                    <a:pt x="149447" y="1377201"/>
                  </a:lnTo>
                  <a:lnTo>
                    <a:pt x="166389" y="1387675"/>
                  </a:lnTo>
                  <a:lnTo>
                    <a:pt x="204901" y="1377507"/>
                  </a:lnTo>
                  <a:lnTo>
                    <a:pt x="214548" y="1378561"/>
                  </a:lnTo>
                  <a:lnTo>
                    <a:pt x="216251" y="1392161"/>
                  </a:lnTo>
                  <a:lnTo>
                    <a:pt x="222772" y="1393992"/>
                  </a:lnTo>
                  <a:lnTo>
                    <a:pt x="219759" y="1406409"/>
                  </a:lnTo>
                  <a:lnTo>
                    <a:pt x="225110" y="1409930"/>
                  </a:lnTo>
                  <a:lnTo>
                    <a:pt x="229826" y="1412282"/>
                  </a:lnTo>
                  <a:lnTo>
                    <a:pt x="235825" y="1398033"/>
                  </a:lnTo>
                  <a:lnTo>
                    <a:pt x="233474" y="1392161"/>
                  </a:lnTo>
                  <a:lnTo>
                    <a:pt x="237910" y="1379603"/>
                  </a:lnTo>
                  <a:lnTo>
                    <a:pt x="240795" y="1376464"/>
                  </a:lnTo>
                  <a:lnTo>
                    <a:pt x="280069" y="1331254"/>
                  </a:lnTo>
                  <a:lnTo>
                    <a:pt x="289462" y="1329157"/>
                  </a:lnTo>
                  <a:lnTo>
                    <a:pt x="294165" y="1326017"/>
                  </a:lnTo>
                  <a:lnTo>
                    <a:pt x="310981" y="1318175"/>
                  </a:lnTo>
                  <a:lnTo>
                    <a:pt x="302249" y="1290467"/>
                  </a:lnTo>
                  <a:lnTo>
                    <a:pt x="278099" y="1313472"/>
                  </a:lnTo>
                  <a:lnTo>
                    <a:pt x="248345" y="1293136"/>
                  </a:lnTo>
                  <a:lnTo>
                    <a:pt x="234770" y="1273270"/>
                  </a:lnTo>
                  <a:lnTo>
                    <a:pt x="232228" y="1267385"/>
                  </a:lnTo>
                  <a:lnTo>
                    <a:pt x="209350" y="1255883"/>
                  </a:lnTo>
                  <a:lnTo>
                    <a:pt x="188073" y="1255488"/>
                  </a:lnTo>
                  <a:lnTo>
                    <a:pt x="184679" y="1261373"/>
                  </a:lnTo>
                  <a:lnTo>
                    <a:pt x="172427" y="1275494"/>
                  </a:lnTo>
                  <a:lnTo>
                    <a:pt x="163288" y="1272749"/>
                  </a:lnTo>
                  <a:lnTo>
                    <a:pt x="153488" y="1269737"/>
                  </a:lnTo>
                  <a:lnTo>
                    <a:pt x="144108" y="1249870"/>
                  </a:lnTo>
                  <a:lnTo>
                    <a:pt x="130267" y="1244507"/>
                  </a:lnTo>
                  <a:lnTo>
                    <a:pt x="126454" y="1257979"/>
                  </a:lnTo>
                  <a:lnTo>
                    <a:pt x="128131" y="1266457"/>
                  </a:lnTo>
                  <a:lnTo>
                    <a:pt x="99686" y="1278761"/>
                  </a:lnTo>
                  <a:lnTo>
                    <a:pt x="90420" y="1275088"/>
                  </a:lnTo>
                  <a:lnTo>
                    <a:pt x="99559" y="1250786"/>
                  </a:lnTo>
                  <a:lnTo>
                    <a:pt x="103613" y="1223204"/>
                  </a:lnTo>
                  <a:lnTo>
                    <a:pt x="98263" y="1202156"/>
                  </a:lnTo>
                  <a:lnTo>
                    <a:pt x="108685" y="1178515"/>
                  </a:lnTo>
                  <a:lnTo>
                    <a:pt x="97093" y="1087282"/>
                  </a:lnTo>
                  <a:lnTo>
                    <a:pt x="109867" y="1068458"/>
                  </a:lnTo>
                  <a:lnTo>
                    <a:pt x="112485" y="1058379"/>
                  </a:lnTo>
                  <a:lnTo>
                    <a:pt x="140549" y="1057476"/>
                  </a:lnTo>
                  <a:lnTo>
                    <a:pt x="160377" y="1022193"/>
                  </a:lnTo>
                  <a:lnTo>
                    <a:pt x="193424" y="1020756"/>
                  </a:lnTo>
                  <a:lnTo>
                    <a:pt x="205422" y="1032780"/>
                  </a:lnTo>
                  <a:lnTo>
                    <a:pt x="212871" y="1036822"/>
                  </a:lnTo>
                  <a:lnTo>
                    <a:pt x="242752" y="1021265"/>
                  </a:lnTo>
                  <a:lnTo>
                    <a:pt x="250721" y="983769"/>
                  </a:lnTo>
                  <a:lnTo>
                    <a:pt x="235965" y="974097"/>
                  </a:lnTo>
                  <a:lnTo>
                    <a:pt x="261932" y="943390"/>
                  </a:lnTo>
                  <a:lnTo>
                    <a:pt x="277349" y="931086"/>
                  </a:lnTo>
                  <a:lnTo>
                    <a:pt x="295601" y="905081"/>
                  </a:lnTo>
                  <a:lnTo>
                    <a:pt x="293263" y="897226"/>
                  </a:lnTo>
                  <a:lnTo>
                    <a:pt x="305007" y="880118"/>
                  </a:lnTo>
                  <a:lnTo>
                    <a:pt x="349124" y="833967"/>
                  </a:lnTo>
                  <a:lnTo>
                    <a:pt x="357589" y="839992"/>
                  </a:lnTo>
                  <a:lnTo>
                    <a:pt x="382018" y="813059"/>
                  </a:lnTo>
                  <a:lnTo>
                    <a:pt x="383963" y="802471"/>
                  </a:lnTo>
                  <a:lnTo>
                    <a:pt x="394398" y="770454"/>
                  </a:lnTo>
                  <a:lnTo>
                    <a:pt x="372790" y="744564"/>
                  </a:lnTo>
                  <a:lnTo>
                    <a:pt x="354386" y="751109"/>
                  </a:lnTo>
                  <a:lnTo>
                    <a:pt x="331508" y="746140"/>
                  </a:lnTo>
                  <a:lnTo>
                    <a:pt x="339604" y="717783"/>
                  </a:lnTo>
                  <a:lnTo>
                    <a:pt x="369486" y="704056"/>
                  </a:lnTo>
                  <a:lnTo>
                    <a:pt x="390102" y="662227"/>
                  </a:lnTo>
                  <a:lnTo>
                    <a:pt x="430177" y="636616"/>
                  </a:lnTo>
                  <a:lnTo>
                    <a:pt x="443345" y="591253"/>
                  </a:lnTo>
                  <a:lnTo>
                    <a:pt x="430304" y="549818"/>
                  </a:lnTo>
                  <a:lnTo>
                    <a:pt x="444654" y="523292"/>
                  </a:lnTo>
                  <a:lnTo>
                    <a:pt x="472972" y="539230"/>
                  </a:lnTo>
                  <a:lnTo>
                    <a:pt x="500235" y="516886"/>
                  </a:lnTo>
                  <a:lnTo>
                    <a:pt x="485746" y="486356"/>
                  </a:lnTo>
                  <a:lnTo>
                    <a:pt x="460567" y="452381"/>
                  </a:lnTo>
                  <a:lnTo>
                    <a:pt x="478971" y="407031"/>
                  </a:lnTo>
                  <a:lnTo>
                    <a:pt x="494224" y="388602"/>
                  </a:lnTo>
                  <a:lnTo>
                    <a:pt x="490690" y="383886"/>
                  </a:lnTo>
                  <a:lnTo>
                    <a:pt x="463414" y="347293"/>
                  </a:lnTo>
                  <a:lnTo>
                    <a:pt x="439671" y="356318"/>
                  </a:lnTo>
                  <a:lnTo>
                    <a:pt x="452852" y="404540"/>
                  </a:lnTo>
                  <a:lnTo>
                    <a:pt x="433138" y="410158"/>
                  </a:lnTo>
                  <a:lnTo>
                    <a:pt x="391767" y="339858"/>
                  </a:lnTo>
                  <a:lnTo>
                    <a:pt x="365940" y="330681"/>
                  </a:lnTo>
                  <a:lnTo>
                    <a:pt x="359927" y="291216"/>
                  </a:lnTo>
                  <a:lnTo>
                    <a:pt x="366194" y="292004"/>
                  </a:lnTo>
                  <a:lnTo>
                    <a:pt x="370375" y="284937"/>
                  </a:lnTo>
                  <a:lnTo>
                    <a:pt x="371545" y="277235"/>
                  </a:lnTo>
                  <a:lnTo>
                    <a:pt x="385246" y="271617"/>
                  </a:lnTo>
                  <a:close/>
                  <a:moveTo>
                    <a:pt x="200592" y="691422"/>
                  </a:moveTo>
                  <a:lnTo>
                    <a:pt x="212604" y="681890"/>
                  </a:lnTo>
                  <a:lnTo>
                    <a:pt x="234656" y="715610"/>
                  </a:lnTo>
                  <a:lnTo>
                    <a:pt x="244430" y="724621"/>
                  </a:lnTo>
                  <a:lnTo>
                    <a:pt x="253975" y="732463"/>
                  </a:lnTo>
                  <a:lnTo>
                    <a:pt x="273422" y="755990"/>
                  </a:lnTo>
                  <a:lnTo>
                    <a:pt x="241303" y="806183"/>
                  </a:lnTo>
                  <a:lnTo>
                    <a:pt x="235825" y="814152"/>
                  </a:lnTo>
                  <a:lnTo>
                    <a:pt x="240134" y="820431"/>
                  </a:lnTo>
                  <a:lnTo>
                    <a:pt x="232177" y="831145"/>
                  </a:lnTo>
                  <a:lnTo>
                    <a:pt x="210888" y="824994"/>
                  </a:lnTo>
                  <a:lnTo>
                    <a:pt x="184539" y="806831"/>
                  </a:lnTo>
                  <a:lnTo>
                    <a:pt x="162932" y="797807"/>
                  </a:lnTo>
                  <a:lnTo>
                    <a:pt x="140613" y="804085"/>
                  </a:lnTo>
                  <a:lnTo>
                    <a:pt x="128208" y="820024"/>
                  </a:lnTo>
                  <a:lnTo>
                    <a:pt x="117646" y="822655"/>
                  </a:lnTo>
                  <a:lnTo>
                    <a:pt x="90763" y="826570"/>
                  </a:lnTo>
                  <a:lnTo>
                    <a:pt x="80062" y="815321"/>
                  </a:lnTo>
                  <a:lnTo>
                    <a:pt x="92073" y="796256"/>
                  </a:lnTo>
                  <a:lnTo>
                    <a:pt x="137346" y="789901"/>
                  </a:lnTo>
                  <a:lnTo>
                    <a:pt x="165144" y="745212"/>
                  </a:lnTo>
                  <a:lnTo>
                    <a:pt x="181845" y="721062"/>
                  </a:lnTo>
                  <a:close/>
                  <a:moveTo>
                    <a:pt x="237122" y="652478"/>
                  </a:moveTo>
                  <a:lnTo>
                    <a:pt x="215069" y="648665"/>
                  </a:lnTo>
                  <a:lnTo>
                    <a:pt x="194326" y="669192"/>
                  </a:lnTo>
                  <a:lnTo>
                    <a:pt x="157912" y="685398"/>
                  </a:lnTo>
                  <a:lnTo>
                    <a:pt x="141871" y="673501"/>
                  </a:lnTo>
                  <a:lnTo>
                    <a:pt x="135605" y="668010"/>
                  </a:lnTo>
                  <a:lnTo>
                    <a:pt x="102317" y="656113"/>
                  </a:lnTo>
                  <a:lnTo>
                    <a:pt x="72702" y="629206"/>
                  </a:lnTo>
                  <a:lnTo>
                    <a:pt x="61861" y="639527"/>
                  </a:lnTo>
                  <a:lnTo>
                    <a:pt x="53116" y="629727"/>
                  </a:lnTo>
                  <a:lnTo>
                    <a:pt x="74266" y="602794"/>
                  </a:lnTo>
                  <a:lnTo>
                    <a:pt x="59395" y="596922"/>
                  </a:lnTo>
                  <a:lnTo>
                    <a:pt x="39821" y="577691"/>
                  </a:lnTo>
                  <a:lnTo>
                    <a:pt x="92530" y="523711"/>
                  </a:lnTo>
                  <a:lnTo>
                    <a:pt x="123200" y="494046"/>
                  </a:lnTo>
                  <a:lnTo>
                    <a:pt x="132987" y="485949"/>
                  </a:lnTo>
                  <a:lnTo>
                    <a:pt x="144731" y="484106"/>
                  </a:lnTo>
                  <a:lnTo>
                    <a:pt x="171613" y="471955"/>
                  </a:lnTo>
                  <a:lnTo>
                    <a:pt x="201774" y="439150"/>
                  </a:lnTo>
                  <a:lnTo>
                    <a:pt x="216251" y="426872"/>
                  </a:lnTo>
                  <a:lnTo>
                    <a:pt x="226953" y="423860"/>
                  </a:lnTo>
                  <a:lnTo>
                    <a:pt x="229826" y="416806"/>
                  </a:lnTo>
                  <a:lnTo>
                    <a:pt x="239219" y="411048"/>
                  </a:lnTo>
                  <a:lnTo>
                    <a:pt x="248751" y="405036"/>
                  </a:lnTo>
                  <a:lnTo>
                    <a:pt x="257229" y="391182"/>
                  </a:lnTo>
                  <a:lnTo>
                    <a:pt x="294673" y="345946"/>
                  </a:lnTo>
                  <a:lnTo>
                    <a:pt x="334749" y="366600"/>
                  </a:lnTo>
                  <a:lnTo>
                    <a:pt x="355365" y="394054"/>
                  </a:lnTo>
                  <a:lnTo>
                    <a:pt x="347535" y="421369"/>
                  </a:lnTo>
                  <a:lnTo>
                    <a:pt x="373629" y="446077"/>
                  </a:lnTo>
                  <a:lnTo>
                    <a:pt x="351577" y="466096"/>
                  </a:lnTo>
                  <a:lnTo>
                    <a:pt x="327428" y="503210"/>
                  </a:lnTo>
                  <a:lnTo>
                    <a:pt x="322610" y="535214"/>
                  </a:lnTo>
                  <a:lnTo>
                    <a:pt x="326665" y="576395"/>
                  </a:lnTo>
                  <a:lnTo>
                    <a:pt x="375599" y="589461"/>
                  </a:lnTo>
                  <a:lnTo>
                    <a:pt x="364160" y="611818"/>
                  </a:lnTo>
                  <a:lnTo>
                    <a:pt x="354500" y="618478"/>
                  </a:lnTo>
                  <a:lnTo>
                    <a:pt x="345501" y="648030"/>
                  </a:lnTo>
                  <a:lnTo>
                    <a:pt x="333236" y="667095"/>
                  </a:lnTo>
                  <a:lnTo>
                    <a:pt x="322000" y="655656"/>
                  </a:lnTo>
                  <a:lnTo>
                    <a:pt x="263686" y="677606"/>
                  </a:lnTo>
                  <a:close/>
                </a:path>
              </a:pathLst>
            </a:custGeom>
            <a:noFill/>
            <a:ln w="3810" cap="flat">
              <a:solidFill>
                <a:srgbClr val="E6E4E2"/>
              </a:solidFill>
              <a:prstDash val="solid"/>
              <a:miter/>
            </a:ln>
          </p:spPr>
          <p:txBody>
            <a:bodyPr rtlCol="0" anchor="ctr"/>
            <a:lstStyle/>
            <a:p>
              <a:endParaRPr lang="de-CH"/>
            </a:p>
          </p:txBody>
        </p:sp>
        <p:sp>
          <p:nvSpPr>
            <p:cNvPr id="102" name="Freihandform: Form 101">
              <a:extLst>
                <a:ext uri="{FF2B5EF4-FFF2-40B4-BE49-F238E27FC236}">
                  <a16:creationId xmlns:a16="http://schemas.microsoft.com/office/drawing/2014/main" id="{2909E1E2-107C-6934-B8D5-E5749C819EC7}"/>
                </a:ext>
              </a:extLst>
            </p:cNvPr>
            <p:cNvSpPr/>
            <p:nvPr/>
          </p:nvSpPr>
          <p:spPr>
            <a:xfrm>
              <a:off x="4329379" y="1413378"/>
              <a:ext cx="1397410" cy="1276409"/>
            </a:xfrm>
            <a:custGeom>
              <a:avLst/>
              <a:gdLst>
                <a:gd name="connsiteX0" fmla="*/ 163453 w 1397410"/>
                <a:gd name="connsiteY0" fmla="*/ 168728 h 1276409"/>
                <a:gd name="connsiteX1" fmla="*/ 197657 w 1397410"/>
                <a:gd name="connsiteY1" fmla="*/ 167292 h 1276409"/>
                <a:gd name="connsiteX2" fmla="*/ 233537 w 1397410"/>
                <a:gd name="connsiteY2" fmla="*/ 222327 h 1276409"/>
                <a:gd name="connsiteX3" fmla="*/ 216696 w 1397410"/>
                <a:gd name="connsiteY3" fmla="*/ 262440 h 1276409"/>
                <a:gd name="connsiteX4" fmla="*/ 81968 w 1397410"/>
                <a:gd name="connsiteY4" fmla="*/ 255907 h 1276409"/>
                <a:gd name="connsiteX5" fmla="*/ 83137 w 1397410"/>
                <a:gd name="connsiteY5" fmla="*/ 210036 h 1276409"/>
                <a:gd name="connsiteX6" fmla="*/ 688385 w 1397410"/>
                <a:gd name="connsiteY6" fmla="*/ 1011503 h 1276409"/>
                <a:gd name="connsiteX7" fmla="*/ 713310 w 1397410"/>
                <a:gd name="connsiteY7" fmla="*/ 1003534 h 1276409"/>
                <a:gd name="connsiteX8" fmla="*/ 731307 w 1397410"/>
                <a:gd name="connsiteY8" fmla="*/ 1015304 h 1276409"/>
                <a:gd name="connsiteX9" fmla="*/ 710310 w 1397410"/>
                <a:gd name="connsiteY9" fmla="*/ 1042097 h 1276409"/>
                <a:gd name="connsiteX10" fmla="*/ 678191 w 1397410"/>
                <a:gd name="connsiteY10" fmla="*/ 1038563 h 1276409"/>
                <a:gd name="connsiteX11" fmla="*/ 344065 w 1397410"/>
                <a:gd name="connsiteY11" fmla="*/ 0 h 1276409"/>
                <a:gd name="connsiteX12" fmla="*/ 361949 w 1397410"/>
                <a:gd name="connsiteY12" fmla="*/ 16727 h 1276409"/>
                <a:gd name="connsiteX13" fmla="*/ 387267 w 1397410"/>
                <a:gd name="connsiteY13" fmla="*/ 15151 h 1276409"/>
                <a:gd name="connsiteX14" fmla="*/ 397054 w 1397410"/>
                <a:gd name="connsiteY14" fmla="*/ 52150 h 1276409"/>
                <a:gd name="connsiteX15" fmla="*/ 381916 w 1397410"/>
                <a:gd name="connsiteY15" fmla="*/ 73185 h 1276409"/>
                <a:gd name="connsiteX16" fmla="*/ 385056 w 1397410"/>
                <a:gd name="connsiteY16" fmla="*/ 123124 h 1276409"/>
                <a:gd name="connsiteX17" fmla="*/ 313141 w 1397410"/>
                <a:gd name="connsiteY17" fmla="*/ 128869 h 1276409"/>
                <a:gd name="connsiteX18" fmla="*/ 291737 w 1397410"/>
                <a:gd name="connsiteY18" fmla="*/ 135148 h 1276409"/>
                <a:gd name="connsiteX19" fmla="*/ 247633 w 1397410"/>
                <a:gd name="connsiteY19" fmla="*/ 152268 h 1276409"/>
                <a:gd name="connsiteX20" fmla="*/ 231720 w 1397410"/>
                <a:gd name="connsiteY20" fmla="*/ 158801 h 1276409"/>
                <a:gd name="connsiteX21" fmla="*/ 213684 w 1397410"/>
                <a:gd name="connsiteY21" fmla="*/ 120899 h 1276409"/>
                <a:gd name="connsiteX22" fmla="*/ 233664 w 1397410"/>
                <a:gd name="connsiteY22" fmla="*/ 95021 h 1276409"/>
                <a:gd name="connsiteX23" fmla="*/ 184717 w 1397410"/>
                <a:gd name="connsiteY23" fmla="*/ 68254 h 1276409"/>
                <a:gd name="connsiteX24" fmla="*/ 163110 w 1397410"/>
                <a:gd name="connsiteY24" fmla="*/ 66157 h 1276409"/>
                <a:gd name="connsiteX25" fmla="*/ 188289 w 1397410"/>
                <a:gd name="connsiteY25" fmla="*/ 16117 h 1276409"/>
                <a:gd name="connsiteX26" fmla="*/ 247938 w 1397410"/>
                <a:gd name="connsiteY26" fmla="*/ 45795 h 1276409"/>
                <a:gd name="connsiteX27" fmla="*/ 263978 w 1397410"/>
                <a:gd name="connsiteY27" fmla="*/ 64987 h 1276409"/>
                <a:gd name="connsiteX28" fmla="*/ 297381 w 1397410"/>
                <a:gd name="connsiteY28" fmla="*/ 60806 h 1276409"/>
                <a:gd name="connsiteX29" fmla="*/ 316446 w 1397410"/>
                <a:gd name="connsiteY29" fmla="*/ 36898 h 1276409"/>
                <a:gd name="connsiteX30" fmla="*/ 325343 w 1397410"/>
                <a:gd name="connsiteY30" fmla="*/ 20946 h 1276409"/>
                <a:gd name="connsiteX31" fmla="*/ 905856 w 1397410"/>
                <a:gd name="connsiteY31" fmla="*/ 488174 h 1276409"/>
                <a:gd name="connsiteX32" fmla="*/ 917295 w 1397410"/>
                <a:gd name="connsiteY32" fmla="*/ 484119 h 1276409"/>
                <a:gd name="connsiteX33" fmla="*/ 942894 w 1397410"/>
                <a:gd name="connsiteY33" fmla="*/ 416158 h 1276409"/>
                <a:gd name="connsiteX34" fmla="*/ 998221 w 1397410"/>
                <a:gd name="connsiteY34" fmla="*/ 400727 h 1276409"/>
                <a:gd name="connsiteX35" fmla="*/ 1010093 w 1397410"/>
                <a:gd name="connsiteY35" fmla="*/ 380721 h 1276409"/>
                <a:gd name="connsiteX36" fmla="*/ 1089430 w 1397410"/>
                <a:gd name="connsiteY36" fmla="*/ 352238 h 1276409"/>
                <a:gd name="connsiteX37" fmla="*/ 1069589 w 1397410"/>
                <a:gd name="connsiteY37" fmla="*/ 316815 h 1276409"/>
                <a:gd name="connsiteX38" fmla="*/ 1090752 w 1397410"/>
                <a:gd name="connsiteY38" fmla="*/ 298258 h 1276409"/>
                <a:gd name="connsiteX39" fmla="*/ 1108546 w 1397410"/>
                <a:gd name="connsiteY39" fmla="*/ 281518 h 1276409"/>
                <a:gd name="connsiteX40" fmla="*/ 1151608 w 1397410"/>
                <a:gd name="connsiteY40" fmla="*/ 307536 h 1276409"/>
                <a:gd name="connsiteX41" fmla="*/ 1206033 w 1397410"/>
                <a:gd name="connsiteY41" fmla="*/ 278659 h 1276409"/>
                <a:gd name="connsiteX42" fmla="*/ 1213736 w 1397410"/>
                <a:gd name="connsiteY42" fmla="*/ 260496 h 1276409"/>
                <a:gd name="connsiteX43" fmla="*/ 1246223 w 1397410"/>
                <a:gd name="connsiteY43" fmla="*/ 245981 h 1276409"/>
                <a:gd name="connsiteX44" fmla="*/ 1256531 w 1397410"/>
                <a:gd name="connsiteY44" fmla="*/ 237083 h 1276409"/>
                <a:gd name="connsiteX45" fmla="*/ 1225607 w 1397410"/>
                <a:gd name="connsiteY45" fmla="*/ 173532 h 1276409"/>
                <a:gd name="connsiteX46" fmla="*/ 1245689 w 1397410"/>
                <a:gd name="connsiteY46" fmla="*/ 137461 h 1276409"/>
                <a:gd name="connsiteX47" fmla="*/ 1281710 w 1397410"/>
                <a:gd name="connsiteY47" fmla="*/ 125818 h 1276409"/>
                <a:gd name="connsiteX48" fmla="*/ 1296466 w 1397410"/>
                <a:gd name="connsiteY48" fmla="*/ 163860 h 1276409"/>
                <a:gd name="connsiteX49" fmla="*/ 1307804 w 1397410"/>
                <a:gd name="connsiteY49" fmla="*/ 216391 h 1276409"/>
                <a:gd name="connsiteX50" fmla="*/ 1298551 w 1397410"/>
                <a:gd name="connsiteY50" fmla="*/ 217306 h 1276409"/>
                <a:gd name="connsiteX51" fmla="*/ 1273372 w 1397410"/>
                <a:gd name="connsiteY51" fmla="*/ 236664 h 1276409"/>
                <a:gd name="connsiteX52" fmla="*/ 1347879 w 1397410"/>
                <a:gd name="connsiteY52" fmla="*/ 277337 h 1276409"/>
                <a:gd name="connsiteX53" fmla="*/ 1351934 w 1397410"/>
                <a:gd name="connsiteY53" fmla="*/ 294343 h 1276409"/>
                <a:gd name="connsiteX54" fmla="*/ 1355569 w 1397410"/>
                <a:gd name="connsiteY54" fmla="*/ 316421 h 1276409"/>
                <a:gd name="connsiteX55" fmla="*/ 1387942 w 1397410"/>
                <a:gd name="connsiteY55" fmla="*/ 314463 h 1276409"/>
                <a:gd name="connsiteX56" fmla="*/ 1389785 w 1397410"/>
                <a:gd name="connsiteY56" fmla="*/ 321657 h 1276409"/>
                <a:gd name="connsiteX57" fmla="*/ 1397411 w 1397410"/>
                <a:gd name="connsiteY57" fmla="*/ 352632 h 1276409"/>
                <a:gd name="connsiteX58" fmla="*/ 1390484 w 1397410"/>
                <a:gd name="connsiteY58" fmla="*/ 387534 h 1276409"/>
                <a:gd name="connsiteX59" fmla="*/ 1385667 w 1397410"/>
                <a:gd name="connsiteY59" fmla="*/ 397601 h 1276409"/>
                <a:gd name="connsiteX60" fmla="*/ 1381612 w 1397410"/>
                <a:gd name="connsiteY60" fmla="*/ 406358 h 1276409"/>
                <a:gd name="connsiteX61" fmla="*/ 1373783 w 1397410"/>
                <a:gd name="connsiteY61" fmla="*/ 410260 h 1276409"/>
                <a:gd name="connsiteX62" fmla="*/ 1359293 w 1397410"/>
                <a:gd name="connsiteY62" fmla="*/ 451187 h 1276409"/>
                <a:gd name="connsiteX63" fmla="*/ 1337686 w 1397410"/>
                <a:gd name="connsiteY63" fmla="*/ 496270 h 1276409"/>
                <a:gd name="connsiteX64" fmla="*/ 1319154 w 1397410"/>
                <a:gd name="connsiteY64" fmla="*/ 502803 h 1276409"/>
                <a:gd name="connsiteX65" fmla="*/ 1262505 w 1397410"/>
                <a:gd name="connsiteY65" fmla="*/ 537438 h 1276409"/>
                <a:gd name="connsiteX66" fmla="*/ 1231822 w 1397410"/>
                <a:gd name="connsiteY66" fmla="*/ 549208 h 1276409"/>
                <a:gd name="connsiteX67" fmla="*/ 1230145 w 1397410"/>
                <a:gd name="connsiteY67" fmla="*/ 503337 h 1276409"/>
                <a:gd name="connsiteX68" fmla="*/ 1199640 w 1397410"/>
                <a:gd name="connsiteY68" fmla="*/ 501506 h 1276409"/>
                <a:gd name="connsiteX69" fmla="*/ 1170000 w 1397410"/>
                <a:gd name="connsiteY69" fmla="*/ 495495 h 1276409"/>
                <a:gd name="connsiteX70" fmla="*/ 1165310 w 1397410"/>
                <a:gd name="connsiteY70" fmla="*/ 491821 h 1276409"/>
                <a:gd name="connsiteX71" fmla="*/ 1146778 w 1397410"/>
                <a:gd name="connsiteY71" fmla="*/ 483458 h 1276409"/>
                <a:gd name="connsiteX72" fmla="*/ 1131895 w 1397410"/>
                <a:gd name="connsiteY72" fmla="*/ 508167 h 1276409"/>
                <a:gd name="connsiteX73" fmla="*/ 1125374 w 1397410"/>
                <a:gd name="connsiteY73" fmla="*/ 526596 h 1276409"/>
                <a:gd name="connsiteX74" fmla="*/ 1128120 w 1397410"/>
                <a:gd name="connsiteY74" fmla="*/ 536917 h 1276409"/>
                <a:gd name="connsiteX75" fmla="*/ 1128641 w 1397410"/>
                <a:gd name="connsiteY75" fmla="*/ 542929 h 1276409"/>
                <a:gd name="connsiteX76" fmla="*/ 1117278 w 1397410"/>
                <a:gd name="connsiteY76" fmla="*/ 552741 h 1276409"/>
                <a:gd name="connsiteX77" fmla="*/ 1117278 w 1397410"/>
                <a:gd name="connsiteY77" fmla="*/ 560571 h 1276409"/>
                <a:gd name="connsiteX78" fmla="*/ 1108012 w 1397410"/>
                <a:gd name="connsiteY78" fmla="*/ 568566 h 1276409"/>
                <a:gd name="connsiteX79" fmla="*/ 1095302 w 1397410"/>
                <a:gd name="connsiteY79" fmla="*/ 570370 h 1276409"/>
                <a:gd name="connsiteX80" fmla="*/ 1078067 w 1397410"/>
                <a:gd name="connsiteY80" fmla="*/ 570243 h 1276409"/>
                <a:gd name="connsiteX81" fmla="*/ 1053536 w 1397410"/>
                <a:gd name="connsiteY81" fmla="*/ 585152 h 1276409"/>
                <a:gd name="connsiteX82" fmla="*/ 1035742 w 1397410"/>
                <a:gd name="connsiteY82" fmla="*/ 631824 h 1276409"/>
                <a:gd name="connsiteX83" fmla="*/ 1031827 w 1397410"/>
                <a:gd name="connsiteY83" fmla="*/ 636133 h 1276409"/>
                <a:gd name="connsiteX84" fmla="*/ 1022040 w 1397410"/>
                <a:gd name="connsiteY84" fmla="*/ 651385 h 1276409"/>
                <a:gd name="connsiteX85" fmla="*/ 1020998 w 1397410"/>
                <a:gd name="connsiteY85" fmla="*/ 670336 h 1276409"/>
                <a:gd name="connsiteX86" fmla="*/ 1015393 w 1397410"/>
                <a:gd name="connsiteY86" fmla="*/ 679348 h 1276409"/>
                <a:gd name="connsiteX87" fmla="*/ 1000382 w 1397410"/>
                <a:gd name="connsiteY87" fmla="*/ 695960 h 1276409"/>
                <a:gd name="connsiteX88" fmla="*/ 989019 w 1397410"/>
                <a:gd name="connsiteY88" fmla="*/ 701832 h 1276409"/>
                <a:gd name="connsiteX89" fmla="*/ 982499 w 1397410"/>
                <a:gd name="connsiteY89" fmla="*/ 704717 h 1276409"/>
                <a:gd name="connsiteX90" fmla="*/ 961375 w 1397410"/>
                <a:gd name="connsiteY90" fmla="*/ 717516 h 1276409"/>
                <a:gd name="connsiteX91" fmla="*/ 943224 w 1397410"/>
                <a:gd name="connsiteY91" fmla="*/ 707844 h 1276409"/>
                <a:gd name="connsiteX92" fmla="*/ 942703 w 1397410"/>
                <a:gd name="connsiteY92" fmla="*/ 700790 h 1276409"/>
                <a:gd name="connsiteX93" fmla="*/ 938890 w 1397410"/>
                <a:gd name="connsiteY93" fmla="*/ 695960 h 1276409"/>
                <a:gd name="connsiteX94" fmla="*/ 930667 w 1397410"/>
                <a:gd name="connsiteY94" fmla="*/ 699773 h 1276409"/>
                <a:gd name="connsiteX95" fmla="*/ 901827 w 1397410"/>
                <a:gd name="connsiteY95" fmla="*/ 731943 h 1276409"/>
                <a:gd name="connsiteX96" fmla="*/ 866328 w 1397410"/>
                <a:gd name="connsiteY96" fmla="*/ 691816 h 1276409"/>
                <a:gd name="connsiteX97" fmla="*/ 844403 w 1397410"/>
                <a:gd name="connsiteY97" fmla="*/ 727634 h 1276409"/>
                <a:gd name="connsiteX98" fmla="*/ 806564 w 1397410"/>
                <a:gd name="connsiteY98" fmla="*/ 722270 h 1276409"/>
                <a:gd name="connsiteX99" fmla="*/ 697981 w 1397410"/>
                <a:gd name="connsiteY99" fmla="*/ 621224 h 1276409"/>
                <a:gd name="connsiteX100" fmla="*/ 677645 w 1397410"/>
                <a:gd name="connsiteY100" fmla="*/ 630121 h 1276409"/>
                <a:gd name="connsiteX101" fmla="*/ 649326 w 1397410"/>
                <a:gd name="connsiteY101" fmla="*/ 642831 h 1276409"/>
                <a:gd name="connsiteX102" fmla="*/ 629753 w 1397410"/>
                <a:gd name="connsiteY102" fmla="*/ 654461 h 1276409"/>
                <a:gd name="connsiteX103" fmla="*/ 626486 w 1397410"/>
                <a:gd name="connsiteY103" fmla="*/ 655910 h 1276409"/>
                <a:gd name="connsiteX104" fmla="*/ 552373 w 1397410"/>
                <a:gd name="connsiteY104" fmla="*/ 660092 h 1276409"/>
                <a:gd name="connsiteX105" fmla="*/ 540502 w 1397410"/>
                <a:gd name="connsiteY105" fmla="*/ 662570 h 1276409"/>
                <a:gd name="connsiteX106" fmla="*/ 485847 w 1397410"/>
                <a:gd name="connsiteY106" fmla="*/ 674340 h 1276409"/>
                <a:gd name="connsiteX107" fmla="*/ 494592 w 1397410"/>
                <a:gd name="connsiteY107" fmla="*/ 686872 h 1276409"/>
                <a:gd name="connsiteX108" fmla="*/ 515983 w 1397410"/>
                <a:gd name="connsiteY108" fmla="*/ 711708 h 1276409"/>
                <a:gd name="connsiteX109" fmla="*/ 520292 w 1397410"/>
                <a:gd name="connsiteY109" fmla="*/ 750538 h 1276409"/>
                <a:gd name="connsiteX110" fmla="*/ 520813 w 1397410"/>
                <a:gd name="connsiteY110" fmla="*/ 767658 h 1276409"/>
                <a:gd name="connsiteX111" fmla="*/ 561410 w 1397410"/>
                <a:gd name="connsiteY111" fmla="*/ 800603 h 1276409"/>
                <a:gd name="connsiteX112" fmla="*/ 568451 w 1397410"/>
                <a:gd name="connsiteY112" fmla="*/ 815232 h 1276409"/>
                <a:gd name="connsiteX113" fmla="*/ 608781 w 1397410"/>
                <a:gd name="connsiteY113" fmla="*/ 813135 h 1276409"/>
                <a:gd name="connsiteX114" fmla="*/ 608260 w 1397410"/>
                <a:gd name="connsiteY114" fmla="*/ 836408 h 1276409"/>
                <a:gd name="connsiteX115" fmla="*/ 625482 w 1397410"/>
                <a:gd name="connsiteY115" fmla="*/ 868959 h 1276409"/>
                <a:gd name="connsiteX116" fmla="*/ 626906 w 1397410"/>
                <a:gd name="connsiteY116" fmla="*/ 871704 h 1276409"/>
                <a:gd name="connsiteX117" fmla="*/ 623003 w 1397410"/>
                <a:gd name="connsiteY117" fmla="*/ 896400 h 1276409"/>
                <a:gd name="connsiteX118" fmla="*/ 653279 w 1397410"/>
                <a:gd name="connsiteY118" fmla="*/ 898484 h 1276409"/>
                <a:gd name="connsiteX119" fmla="*/ 677937 w 1397410"/>
                <a:gd name="connsiteY119" fmla="*/ 928544 h 1276409"/>
                <a:gd name="connsiteX120" fmla="*/ 671035 w 1397410"/>
                <a:gd name="connsiteY120" fmla="*/ 947380 h 1276409"/>
                <a:gd name="connsiteX121" fmla="*/ 676119 w 1397410"/>
                <a:gd name="connsiteY121" fmla="*/ 984494 h 1276409"/>
                <a:gd name="connsiteX122" fmla="*/ 674416 w 1397410"/>
                <a:gd name="connsiteY122" fmla="*/ 995730 h 1276409"/>
                <a:gd name="connsiteX123" fmla="*/ 634354 w 1397410"/>
                <a:gd name="connsiteY123" fmla="*/ 1013524 h 1276409"/>
                <a:gd name="connsiteX124" fmla="*/ 633972 w 1397410"/>
                <a:gd name="connsiteY124" fmla="*/ 1046075 h 1276409"/>
                <a:gd name="connsiteX125" fmla="*/ 618174 w 1397410"/>
                <a:gd name="connsiteY125" fmla="*/ 1053536 h 1276409"/>
                <a:gd name="connsiteX126" fmla="*/ 571718 w 1397410"/>
                <a:gd name="connsiteY126" fmla="*/ 1041512 h 1276409"/>
                <a:gd name="connsiteX127" fmla="*/ 566367 w 1397410"/>
                <a:gd name="connsiteY127" fmla="*/ 1037445 h 1276409"/>
                <a:gd name="connsiteX128" fmla="*/ 536866 w 1397410"/>
                <a:gd name="connsiteY128" fmla="*/ 1042809 h 1276409"/>
                <a:gd name="connsiteX129" fmla="*/ 506858 w 1397410"/>
                <a:gd name="connsiteY129" fmla="*/ 1046202 h 1276409"/>
                <a:gd name="connsiteX130" fmla="*/ 498901 w 1397410"/>
                <a:gd name="connsiteY130" fmla="*/ 1058353 h 1276409"/>
                <a:gd name="connsiteX131" fmla="*/ 475921 w 1397410"/>
                <a:gd name="connsiteY131" fmla="*/ 1008034 h 1276409"/>
                <a:gd name="connsiteX132" fmla="*/ 443561 w 1397410"/>
                <a:gd name="connsiteY132" fmla="*/ 997192 h 1276409"/>
                <a:gd name="connsiteX133" fmla="*/ 402888 w 1397410"/>
                <a:gd name="connsiteY133" fmla="*/ 1011834 h 1276409"/>
                <a:gd name="connsiteX134" fmla="*/ 370668 w 1397410"/>
                <a:gd name="connsiteY134" fmla="*/ 1019015 h 1276409"/>
                <a:gd name="connsiteX135" fmla="*/ 368304 w 1397410"/>
                <a:gd name="connsiteY135" fmla="*/ 1025675 h 1276409"/>
                <a:gd name="connsiteX136" fmla="*/ 384103 w 1397410"/>
                <a:gd name="connsiteY136" fmla="*/ 1048821 h 1276409"/>
                <a:gd name="connsiteX137" fmla="*/ 354208 w 1397410"/>
                <a:gd name="connsiteY137" fmla="*/ 1095086 h 1276409"/>
                <a:gd name="connsiteX138" fmla="*/ 333338 w 1397410"/>
                <a:gd name="connsiteY138" fmla="*/ 1132466 h 1276409"/>
                <a:gd name="connsiteX139" fmla="*/ 307917 w 1397410"/>
                <a:gd name="connsiteY139" fmla="*/ 1149600 h 1276409"/>
                <a:gd name="connsiteX140" fmla="*/ 282866 w 1397410"/>
                <a:gd name="connsiteY140" fmla="*/ 1160187 h 1276409"/>
                <a:gd name="connsiteX141" fmla="*/ 272939 w 1397410"/>
                <a:gd name="connsiteY141" fmla="*/ 1164089 h 1276409"/>
                <a:gd name="connsiteX142" fmla="*/ 244977 w 1397410"/>
                <a:gd name="connsiteY142" fmla="*/ 1175986 h 1276409"/>
                <a:gd name="connsiteX143" fmla="*/ 257903 w 1397410"/>
                <a:gd name="connsiteY143" fmla="*/ 1215197 h 1276409"/>
                <a:gd name="connsiteX144" fmla="*/ 270041 w 1397410"/>
                <a:gd name="connsiteY144" fmla="*/ 1231809 h 1276409"/>
                <a:gd name="connsiteX145" fmla="*/ 264067 w 1397410"/>
                <a:gd name="connsiteY145" fmla="*/ 1251574 h 1276409"/>
                <a:gd name="connsiteX146" fmla="*/ 255590 w 1397410"/>
                <a:gd name="connsiteY146" fmla="*/ 1264106 h 1276409"/>
                <a:gd name="connsiteX147" fmla="*/ 231313 w 1397410"/>
                <a:gd name="connsiteY147" fmla="*/ 1271567 h 1276409"/>
                <a:gd name="connsiteX148" fmla="*/ 208435 w 1397410"/>
                <a:gd name="connsiteY148" fmla="*/ 1276409 h 1276409"/>
                <a:gd name="connsiteX149" fmla="*/ 191848 w 1397410"/>
                <a:gd name="connsiteY149" fmla="*/ 1255628 h 1276409"/>
                <a:gd name="connsiteX150" fmla="*/ 189382 w 1397410"/>
                <a:gd name="connsiteY150" fmla="*/ 1198763 h 1276409"/>
                <a:gd name="connsiteX151" fmla="*/ 151531 w 1397410"/>
                <a:gd name="connsiteY151" fmla="*/ 1211193 h 1276409"/>
                <a:gd name="connsiteX152" fmla="*/ 145252 w 1397410"/>
                <a:gd name="connsiteY152" fmla="*/ 1213418 h 1276409"/>
                <a:gd name="connsiteX153" fmla="*/ 84065 w 1397410"/>
                <a:gd name="connsiteY153" fmla="*/ 1213011 h 1276409"/>
                <a:gd name="connsiteX154" fmla="*/ 62522 w 1397410"/>
                <a:gd name="connsiteY154" fmla="*/ 1133026 h 1276409"/>
                <a:gd name="connsiteX155" fmla="*/ 93585 w 1397410"/>
                <a:gd name="connsiteY155" fmla="*/ 1122972 h 1276409"/>
                <a:gd name="connsiteX156" fmla="*/ 131957 w 1397410"/>
                <a:gd name="connsiteY156" fmla="*/ 1145571 h 1276409"/>
                <a:gd name="connsiteX157" fmla="*/ 176710 w 1397410"/>
                <a:gd name="connsiteY157" fmla="*/ 1130547 h 1276409"/>
                <a:gd name="connsiteX158" fmla="*/ 202296 w 1397410"/>
                <a:gd name="connsiteY158" fmla="*/ 1129505 h 1276409"/>
                <a:gd name="connsiteX159" fmla="*/ 193399 w 1397410"/>
                <a:gd name="connsiteY159" fmla="*/ 1114342 h 1276409"/>
                <a:gd name="connsiteX160" fmla="*/ 164928 w 1397410"/>
                <a:gd name="connsiteY160" fmla="*/ 1093332 h 1276409"/>
                <a:gd name="connsiteX161" fmla="*/ 174867 w 1397410"/>
                <a:gd name="connsiteY161" fmla="*/ 1077774 h 1276409"/>
                <a:gd name="connsiteX162" fmla="*/ 204355 w 1397410"/>
                <a:gd name="connsiteY162" fmla="*/ 1063272 h 1276409"/>
                <a:gd name="connsiteX163" fmla="*/ 201813 w 1397410"/>
                <a:gd name="connsiteY163" fmla="*/ 1049939 h 1276409"/>
                <a:gd name="connsiteX164" fmla="*/ 231720 w 1397410"/>
                <a:gd name="connsiteY164" fmla="*/ 1032424 h 1276409"/>
                <a:gd name="connsiteX165" fmla="*/ 266165 w 1397410"/>
                <a:gd name="connsiteY165" fmla="*/ 1044321 h 1276409"/>
                <a:gd name="connsiteX166" fmla="*/ 282866 w 1397410"/>
                <a:gd name="connsiteY166" fmla="*/ 1035424 h 1276409"/>
                <a:gd name="connsiteX167" fmla="*/ 314832 w 1397410"/>
                <a:gd name="connsiteY167" fmla="*/ 986947 h 1276409"/>
                <a:gd name="connsiteX168" fmla="*/ 282078 w 1397410"/>
                <a:gd name="connsiteY168" fmla="*/ 980796 h 1276409"/>
                <a:gd name="connsiteX169" fmla="*/ 274375 w 1397410"/>
                <a:gd name="connsiteY169" fmla="*/ 929828 h 1276409"/>
                <a:gd name="connsiteX170" fmla="*/ 235901 w 1397410"/>
                <a:gd name="connsiteY170" fmla="*/ 935052 h 1276409"/>
                <a:gd name="connsiteX171" fmla="*/ 224793 w 1397410"/>
                <a:gd name="connsiteY171" fmla="*/ 932827 h 1276409"/>
                <a:gd name="connsiteX172" fmla="*/ 220484 w 1397410"/>
                <a:gd name="connsiteY172" fmla="*/ 937276 h 1276409"/>
                <a:gd name="connsiteX173" fmla="*/ 221653 w 1397410"/>
                <a:gd name="connsiteY173" fmla="*/ 946427 h 1276409"/>
                <a:gd name="connsiteX174" fmla="*/ 219442 w 1397410"/>
                <a:gd name="connsiteY174" fmla="*/ 955184 h 1276409"/>
                <a:gd name="connsiteX175" fmla="*/ 212921 w 1397410"/>
                <a:gd name="connsiteY175" fmla="*/ 962366 h 1276409"/>
                <a:gd name="connsiteX176" fmla="*/ 205295 w 1397410"/>
                <a:gd name="connsiteY176" fmla="*/ 962912 h 1276409"/>
                <a:gd name="connsiteX177" fmla="*/ 199957 w 1397410"/>
                <a:gd name="connsiteY177" fmla="*/ 954409 h 1276409"/>
                <a:gd name="connsiteX178" fmla="*/ 196030 w 1397410"/>
                <a:gd name="connsiteY178" fmla="*/ 947088 h 1276409"/>
                <a:gd name="connsiteX179" fmla="*/ 186764 w 1397410"/>
                <a:gd name="connsiteY179" fmla="*/ 948791 h 1276409"/>
                <a:gd name="connsiteX180" fmla="*/ 183510 w 1397410"/>
                <a:gd name="connsiteY180" fmla="*/ 958451 h 1276409"/>
                <a:gd name="connsiteX181" fmla="*/ 184158 w 1397410"/>
                <a:gd name="connsiteY181" fmla="*/ 971530 h 1276409"/>
                <a:gd name="connsiteX182" fmla="*/ 178146 w 1397410"/>
                <a:gd name="connsiteY182" fmla="*/ 981329 h 1276409"/>
                <a:gd name="connsiteX183" fmla="*/ 162894 w 1397410"/>
                <a:gd name="connsiteY183" fmla="*/ 984596 h 1276409"/>
                <a:gd name="connsiteX184" fmla="*/ 155725 w 1397410"/>
                <a:gd name="connsiteY184" fmla="*/ 993366 h 1276409"/>
                <a:gd name="connsiteX185" fmla="*/ 152980 w 1397410"/>
                <a:gd name="connsiteY185" fmla="*/ 1005771 h 1276409"/>
                <a:gd name="connsiteX186" fmla="*/ 141541 w 1397410"/>
                <a:gd name="connsiteY186" fmla="*/ 1015050 h 1276409"/>
                <a:gd name="connsiteX187" fmla="*/ 123264 w 1397410"/>
                <a:gd name="connsiteY187" fmla="*/ 1012965 h 1276409"/>
                <a:gd name="connsiteX188" fmla="*/ 106740 w 1397410"/>
                <a:gd name="connsiteY188" fmla="*/ 1020413 h 1276409"/>
                <a:gd name="connsiteX189" fmla="*/ 85336 w 1397410"/>
                <a:gd name="connsiteY189" fmla="*/ 1017147 h 1276409"/>
                <a:gd name="connsiteX190" fmla="*/ 101135 w 1397410"/>
                <a:gd name="connsiteY190" fmla="*/ 995705 h 1276409"/>
                <a:gd name="connsiteX191" fmla="*/ 81689 w 1397410"/>
                <a:gd name="connsiteY191" fmla="*/ 951016 h 1276409"/>
                <a:gd name="connsiteX192" fmla="*/ 50892 w 1397410"/>
                <a:gd name="connsiteY192" fmla="*/ 918719 h 1276409"/>
                <a:gd name="connsiteX193" fmla="*/ 28318 w 1397410"/>
                <a:gd name="connsiteY193" fmla="*/ 927349 h 1276409"/>
                <a:gd name="connsiteX194" fmla="*/ 8745 w 1397410"/>
                <a:gd name="connsiteY194" fmla="*/ 880423 h 1276409"/>
                <a:gd name="connsiteX195" fmla="*/ 0 w 1397410"/>
                <a:gd name="connsiteY195" fmla="*/ 849842 h 1276409"/>
                <a:gd name="connsiteX196" fmla="*/ 144718 w 1397410"/>
                <a:gd name="connsiteY196" fmla="*/ 781207 h 1276409"/>
                <a:gd name="connsiteX197" fmla="*/ 163250 w 1397410"/>
                <a:gd name="connsiteY197" fmla="*/ 774280 h 1276409"/>
                <a:gd name="connsiteX198" fmla="*/ 154111 w 1397410"/>
                <a:gd name="connsiteY198" fmla="*/ 746699 h 1276409"/>
                <a:gd name="connsiteX199" fmla="*/ 180612 w 1397410"/>
                <a:gd name="connsiteY199" fmla="*/ 731027 h 1276409"/>
                <a:gd name="connsiteX200" fmla="*/ 213659 w 1397410"/>
                <a:gd name="connsiteY200" fmla="*/ 714021 h 1276409"/>
                <a:gd name="connsiteX201" fmla="*/ 254636 w 1397410"/>
                <a:gd name="connsiteY201" fmla="*/ 709191 h 1276409"/>
                <a:gd name="connsiteX202" fmla="*/ 279307 w 1397410"/>
                <a:gd name="connsiteY202" fmla="*/ 668150 h 1276409"/>
                <a:gd name="connsiteX203" fmla="*/ 288560 w 1397410"/>
                <a:gd name="connsiteY203" fmla="*/ 648665 h 1276409"/>
                <a:gd name="connsiteX204" fmla="*/ 312836 w 1397410"/>
                <a:gd name="connsiteY204" fmla="*/ 639260 h 1276409"/>
                <a:gd name="connsiteX205" fmla="*/ 353166 w 1397410"/>
                <a:gd name="connsiteY205" fmla="*/ 626067 h 1276409"/>
                <a:gd name="connsiteX206" fmla="*/ 402875 w 1397410"/>
                <a:gd name="connsiteY206" fmla="*/ 610128 h 1276409"/>
                <a:gd name="connsiteX207" fmla="*/ 451301 w 1397410"/>
                <a:gd name="connsiteY207" fmla="*/ 549119 h 1276409"/>
                <a:gd name="connsiteX208" fmla="*/ 452483 w 1397410"/>
                <a:gd name="connsiteY208" fmla="*/ 534617 h 1276409"/>
                <a:gd name="connsiteX209" fmla="*/ 468002 w 1397410"/>
                <a:gd name="connsiteY209" fmla="*/ 515005 h 1276409"/>
                <a:gd name="connsiteX210" fmla="*/ 429109 w 1397410"/>
                <a:gd name="connsiteY210" fmla="*/ 468740 h 1276409"/>
                <a:gd name="connsiteX211" fmla="*/ 398058 w 1397410"/>
                <a:gd name="connsiteY211" fmla="*/ 454237 h 1276409"/>
                <a:gd name="connsiteX212" fmla="*/ 403549 w 1397410"/>
                <a:gd name="connsiteY212" fmla="*/ 424559 h 1276409"/>
                <a:gd name="connsiteX213" fmla="*/ 361516 w 1397410"/>
                <a:gd name="connsiteY213" fmla="*/ 388881 h 1276409"/>
                <a:gd name="connsiteX214" fmla="*/ 311947 w 1397410"/>
                <a:gd name="connsiteY214" fmla="*/ 393190 h 1276409"/>
                <a:gd name="connsiteX215" fmla="*/ 298372 w 1397410"/>
                <a:gd name="connsiteY215" fmla="*/ 396177 h 1276409"/>
                <a:gd name="connsiteX216" fmla="*/ 239524 w 1397410"/>
                <a:gd name="connsiteY216" fmla="*/ 391741 h 1276409"/>
                <a:gd name="connsiteX217" fmla="*/ 229610 w 1397410"/>
                <a:gd name="connsiteY217" fmla="*/ 385081 h 1276409"/>
                <a:gd name="connsiteX218" fmla="*/ 194225 w 1397410"/>
                <a:gd name="connsiteY218" fmla="*/ 370960 h 1276409"/>
                <a:gd name="connsiteX219" fmla="*/ 196767 w 1397410"/>
                <a:gd name="connsiteY219" fmla="*/ 362749 h 1276409"/>
                <a:gd name="connsiteX220" fmla="*/ 208384 w 1397410"/>
                <a:gd name="connsiteY220" fmla="*/ 299338 h 1276409"/>
                <a:gd name="connsiteX221" fmla="*/ 215031 w 1397410"/>
                <a:gd name="connsiteY221" fmla="*/ 303011 h 1276409"/>
                <a:gd name="connsiteX222" fmla="*/ 222594 w 1397410"/>
                <a:gd name="connsiteY222" fmla="*/ 303520 h 1276409"/>
                <a:gd name="connsiteX223" fmla="*/ 222085 w 1397410"/>
                <a:gd name="connsiteY223" fmla="*/ 296478 h 1276409"/>
                <a:gd name="connsiteX224" fmla="*/ 230983 w 1397410"/>
                <a:gd name="connsiteY224" fmla="*/ 295296 h 1276409"/>
                <a:gd name="connsiteX225" fmla="*/ 242612 w 1397410"/>
                <a:gd name="connsiteY225" fmla="*/ 302744 h 1276409"/>
                <a:gd name="connsiteX226" fmla="*/ 252781 w 1397410"/>
                <a:gd name="connsiteY226" fmla="*/ 298296 h 1276409"/>
                <a:gd name="connsiteX227" fmla="*/ 258653 w 1397410"/>
                <a:gd name="connsiteY227" fmla="*/ 301168 h 1276409"/>
                <a:gd name="connsiteX228" fmla="*/ 269342 w 1397410"/>
                <a:gd name="connsiteY228" fmla="*/ 304689 h 1276409"/>
                <a:gd name="connsiteX229" fmla="*/ 278239 w 1397410"/>
                <a:gd name="connsiteY229" fmla="*/ 301562 h 1276409"/>
                <a:gd name="connsiteX230" fmla="*/ 280591 w 1397410"/>
                <a:gd name="connsiteY230" fmla="*/ 335422 h 1276409"/>
                <a:gd name="connsiteX231" fmla="*/ 304994 w 1397410"/>
                <a:gd name="connsiteY231" fmla="*/ 348628 h 1276409"/>
                <a:gd name="connsiteX232" fmla="*/ 308121 w 1397410"/>
                <a:gd name="connsiteY232" fmla="*/ 349670 h 1276409"/>
                <a:gd name="connsiteX233" fmla="*/ 358364 w 1397410"/>
                <a:gd name="connsiteY233" fmla="*/ 339731 h 1276409"/>
                <a:gd name="connsiteX234" fmla="*/ 381992 w 1397410"/>
                <a:gd name="connsiteY234" fmla="*/ 302744 h 1276409"/>
                <a:gd name="connsiteX235" fmla="*/ 376642 w 1397410"/>
                <a:gd name="connsiteY235" fmla="*/ 270066 h 1276409"/>
                <a:gd name="connsiteX236" fmla="*/ 486394 w 1397410"/>
                <a:gd name="connsiteY236" fmla="*/ 261576 h 1276409"/>
                <a:gd name="connsiteX237" fmla="*/ 461469 w 1397410"/>
                <a:gd name="connsiteY237" fmla="*/ 239333 h 1276409"/>
                <a:gd name="connsiteX238" fmla="*/ 462118 w 1397410"/>
                <a:gd name="connsiteY238" fmla="*/ 193462 h 1276409"/>
                <a:gd name="connsiteX239" fmla="*/ 499321 w 1397410"/>
                <a:gd name="connsiteY239" fmla="*/ 217128 h 1276409"/>
                <a:gd name="connsiteX240" fmla="*/ 525275 w 1397410"/>
                <a:gd name="connsiteY240" fmla="*/ 221196 h 1276409"/>
                <a:gd name="connsiteX241" fmla="*/ 535710 w 1397410"/>
                <a:gd name="connsiteY241" fmla="*/ 206032 h 1276409"/>
                <a:gd name="connsiteX242" fmla="*/ 557381 w 1397410"/>
                <a:gd name="connsiteY242" fmla="*/ 207850 h 1276409"/>
                <a:gd name="connsiteX243" fmla="*/ 557775 w 1397410"/>
                <a:gd name="connsiteY243" fmla="*/ 190996 h 1276409"/>
                <a:gd name="connsiteX244" fmla="*/ 577996 w 1397410"/>
                <a:gd name="connsiteY244" fmla="*/ 117925 h 1276409"/>
                <a:gd name="connsiteX245" fmla="*/ 528541 w 1397410"/>
                <a:gd name="connsiteY245" fmla="*/ 93623 h 1276409"/>
                <a:gd name="connsiteX246" fmla="*/ 538061 w 1397410"/>
                <a:gd name="connsiteY246" fmla="*/ 79490 h 1276409"/>
                <a:gd name="connsiteX247" fmla="*/ 540145 w 1397410"/>
                <a:gd name="connsiteY247" fmla="*/ 42516 h 1276409"/>
                <a:gd name="connsiteX248" fmla="*/ 539891 w 1397410"/>
                <a:gd name="connsiteY248" fmla="*/ 38703 h 1276409"/>
                <a:gd name="connsiteX249" fmla="*/ 607878 w 1397410"/>
                <a:gd name="connsiteY249" fmla="*/ 58848 h 1276409"/>
                <a:gd name="connsiteX250" fmla="*/ 638027 w 1397410"/>
                <a:gd name="connsiteY250" fmla="*/ 44727 h 1276409"/>
                <a:gd name="connsiteX251" fmla="*/ 627338 w 1397410"/>
                <a:gd name="connsiteY251" fmla="*/ 23120 h 1276409"/>
                <a:gd name="connsiteX252" fmla="*/ 658261 w 1397410"/>
                <a:gd name="connsiteY252" fmla="*/ 16333 h 1276409"/>
                <a:gd name="connsiteX253" fmla="*/ 662952 w 1397410"/>
                <a:gd name="connsiteY253" fmla="*/ 47816 h 1276409"/>
                <a:gd name="connsiteX254" fmla="*/ 666218 w 1397410"/>
                <a:gd name="connsiteY254" fmla="*/ 50358 h 1276409"/>
                <a:gd name="connsiteX255" fmla="*/ 726503 w 1397410"/>
                <a:gd name="connsiteY255" fmla="*/ 64606 h 1276409"/>
                <a:gd name="connsiteX256" fmla="*/ 747131 w 1397410"/>
                <a:gd name="connsiteY256" fmla="*/ 97805 h 1276409"/>
                <a:gd name="connsiteX257" fmla="*/ 724253 w 1397410"/>
                <a:gd name="connsiteY257" fmla="*/ 139088 h 1276409"/>
                <a:gd name="connsiteX258" fmla="*/ 709128 w 1397410"/>
                <a:gd name="connsiteY258" fmla="*/ 147337 h 1276409"/>
                <a:gd name="connsiteX259" fmla="*/ 695248 w 1397410"/>
                <a:gd name="connsiteY259" fmla="*/ 163580 h 1276409"/>
                <a:gd name="connsiteX260" fmla="*/ 691067 w 1397410"/>
                <a:gd name="connsiteY260" fmla="*/ 188810 h 1276409"/>
                <a:gd name="connsiteX261" fmla="*/ 696290 w 1397410"/>
                <a:gd name="connsiteY261" fmla="*/ 219391 h 1276409"/>
                <a:gd name="connsiteX262" fmla="*/ 674505 w 1397410"/>
                <a:gd name="connsiteY262" fmla="*/ 260063 h 1276409"/>
                <a:gd name="connsiteX263" fmla="*/ 652707 w 1397410"/>
                <a:gd name="connsiteY263" fmla="*/ 275316 h 1276409"/>
                <a:gd name="connsiteX264" fmla="*/ 591508 w 1397410"/>
                <a:gd name="connsiteY264" fmla="*/ 275163 h 1276409"/>
                <a:gd name="connsiteX265" fmla="*/ 609899 w 1397410"/>
                <a:gd name="connsiteY265" fmla="*/ 363143 h 1276409"/>
                <a:gd name="connsiteX266" fmla="*/ 608628 w 1397410"/>
                <a:gd name="connsiteY266" fmla="*/ 369803 h 1276409"/>
                <a:gd name="connsiteX267" fmla="*/ 614983 w 1397410"/>
                <a:gd name="connsiteY267" fmla="*/ 402748 h 1276409"/>
                <a:gd name="connsiteX268" fmla="*/ 702684 w 1397410"/>
                <a:gd name="connsiteY268" fmla="*/ 390585 h 1276409"/>
                <a:gd name="connsiteX269" fmla="*/ 728536 w 1397410"/>
                <a:gd name="connsiteY269" fmla="*/ 387318 h 1276409"/>
                <a:gd name="connsiteX270" fmla="*/ 786469 w 1397410"/>
                <a:gd name="connsiteY270" fmla="*/ 403269 h 1276409"/>
                <a:gd name="connsiteX271" fmla="*/ 832226 w 1397410"/>
                <a:gd name="connsiteY271" fmla="*/ 470316 h 1276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Lst>
              <a:rect l="l" t="t" r="r" b="b"/>
              <a:pathLst>
                <a:path w="1397410" h="1276409">
                  <a:moveTo>
                    <a:pt x="163453" y="168728"/>
                  </a:moveTo>
                  <a:lnTo>
                    <a:pt x="197657" y="167292"/>
                  </a:lnTo>
                  <a:lnTo>
                    <a:pt x="233537" y="222327"/>
                  </a:lnTo>
                  <a:lnTo>
                    <a:pt x="216696" y="262440"/>
                  </a:lnTo>
                  <a:lnTo>
                    <a:pt x="81968" y="255907"/>
                  </a:lnTo>
                  <a:lnTo>
                    <a:pt x="83137" y="210036"/>
                  </a:lnTo>
                  <a:close/>
                  <a:moveTo>
                    <a:pt x="688385" y="1011503"/>
                  </a:moveTo>
                  <a:lnTo>
                    <a:pt x="713310" y="1003534"/>
                  </a:lnTo>
                  <a:lnTo>
                    <a:pt x="731307" y="1015304"/>
                  </a:lnTo>
                  <a:lnTo>
                    <a:pt x="710310" y="1042097"/>
                  </a:lnTo>
                  <a:lnTo>
                    <a:pt x="678191" y="1038563"/>
                  </a:lnTo>
                  <a:close/>
                  <a:moveTo>
                    <a:pt x="344065" y="0"/>
                  </a:moveTo>
                  <a:lnTo>
                    <a:pt x="361949" y="16727"/>
                  </a:lnTo>
                  <a:lnTo>
                    <a:pt x="387267" y="15151"/>
                  </a:lnTo>
                  <a:lnTo>
                    <a:pt x="397054" y="52150"/>
                  </a:lnTo>
                  <a:lnTo>
                    <a:pt x="381916" y="73185"/>
                  </a:lnTo>
                  <a:lnTo>
                    <a:pt x="385056" y="123124"/>
                  </a:lnTo>
                  <a:lnTo>
                    <a:pt x="313141" y="128869"/>
                  </a:lnTo>
                  <a:lnTo>
                    <a:pt x="291737" y="135148"/>
                  </a:lnTo>
                  <a:lnTo>
                    <a:pt x="247633" y="152268"/>
                  </a:lnTo>
                  <a:lnTo>
                    <a:pt x="231720" y="158801"/>
                  </a:lnTo>
                  <a:lnTo>
                    <a:pt x="213684" y="120899"/>
                  </a:lnTo>
                  <a:lnTo>
                    <a:pt x="233664" y="95021"/>
                  </a:lnTo>
                  <a:lnTo>
                    <a:pt x="184717" y="68254"/>
                  </a:lnTo>
                  <a:lnTo>
                    <a:pt x="163110" y="66157"/>
                  </a:lnTo>
                  <a:lnTo>
                    <a:pt x="188289" y="16117"/>
                  </a:lnTo>
                  <a:lnTo>
                    <a:pt x="247938" y="45795"/>
                  </a:lnTo>
                  <a:lnTo>
                    <a:pt x="263978" y="64987"/>
                  </a:lnTo>
                  <a:lnTo>
                    <a:pt x="297381" y="60806"/>
                  </a:lnTo>
                  <a:lnTo>
                    <a:pt x="316446" y="36898"/>
                  </a:lnTo>
                  <a:lnTo>
                    <a:pt x="325343" y="20946"/>
                  </a:lnTo>
                  <a:close/>
                  <a:moveTo>
                    <a:pt x="905856" y="488174"/>
                  </a:moveTo>
                  <a:lnTo>
                    <a:pt x="917295" y="484119"/>
                  </a:lnTo>
                  <a:lnTo>
                    <a:pt x="942894" y="416158"/>
                  </a:lnTo>
                  <a:lnTo>
                    <a:pt x="998221" y="400727"/>
                  </a:lnTo>
                  <a:lnTo>
                    <a:pt x="1010093" y="380721"/>
                  </a:lnTo>
                  <a:lnTo>
                    <a:pt x="1089430" y="352238"/>
                  </a:lnTo>
                  <a:lnTo>
                    <a:pt x="1069589" y="316815"/>
                  </a:lnTo>
                  <a:lnTo>
                    <a:pt x="1090752" y="298258"/>
                  </a:lnTo>
                  <a:lnTo>
                    <a:pt x="1108546" y="281518"/>
                  </a:lnTo>
                  <a:lnTo>
                    <a:pt x="1151608" y="307536"/>
                  </a:lnTo>
                  <a:lnTo>
                    <a:pt x="1206033" y="278659"/>
                  </a:lnTo>
                  <a:lnTo>
                    <a:pt x="1213736" y="260496"/>
                  </a:lnTo>
                  <a:lnTo>
                    <a:pt x="1246223" y="245981"/>
                  </a:lnTo>
                  <a:lnTo>
                    <a:pt x="1256531" y="237083"/>
                  </a:lnTo>
                  <a:lnTo>
                    <a:pt x="1225607" y="173532"/>
                  </a:lnTo>
                  <a:lnTo>
                    <a:pt x="1245689" y="137461"/>
                  </a:lnTo>
                  <a:lnTo>
                    <a:pt x="1281710" y="125818"/>
                  </a:lnTo>
                  <a:lnTo>
                    <a:pt x="1296466" y="163860"/>
                  </a:lnTo>
                  <a:lnTo>
                    <a:pt x="1307804" y="216391"/>
                  </a:lnTo>
                  <a:lnTo>
                    <a:pt x="1298551" y="217306"/>
                  </a:lnTo>
                  <a:lnTo>
                    <a:pt x="1273372" y="236664"/>
                  </a:lnTo>
                  <a:lnTo>
                    <a:pt x="1347879" y="277337"/>
                  </a:lnTo>
                  <a:lnTo>
                    <a:pt x="1351934" y="294343"/>
                  </a:lnTo>
                  <a:lnTo>
                    <a:pt x="1355569" y="316421"/>
                  </a:lnTo>
                  <a:lnTo>
                    <a:pt x="1387942" y="314463"/>
                  </a:lnTo>
                  <a:lnTo>
                    <a:pt x="1389785" y="321657"/>
                  </a:lnTo>
                  <a:lnTo>
                    <a:pt x="1397411" y="352632"/>
                  </a:lnTo>
                  <a:lnTo>
                    <a:pt x="1390484" y="387534"/>
                  </a:lnTo>
                  <a:lnTo>
                    <a:pt x="1385667" y="397601"/>
                  </a:lnTo>
                  <a:lnTo>
                    <a:pt x="1381612" y="406358"/>
                  </a:lnTo>
                  <a:lnTo>
                    <a:pt x="1373783" y="410260"/>
                  </a:lnTo>
                  <a:lnTo>
                    <a:pt x="1359293" y="451187"/>
                  </a:lnTo>
                  <a:lnTo>
                    <a:pt x="1337686" y="496270"/>
                  </a:lnTo>
                  <a:lnTo>
                    <a:pt x="1319154" y="502803"/>
                  </a:lnTo>
                  <a:lnTo>
                    <a:pt x="1262505" y="537438"/>
                  </a:lnTo>
                  <a:lnTo>
                    <a:pt x="1231822" y="549208"/>
                  </a:lnTo>
                  <a:lnTo>
                    <a:pt x="1230145" y="503337"/>
                  </a:lnTo>
                  <a:lnTo>
                    <a:pt x="1199640" y="501506"/>
                  </a:lnTo>
                  <a:lnTo>
                    <a:pt x="1170000" y="495495"/>
                  </a:lnTo>
                  <a:lnTo>
                    <a:pt x="1165310" y="491821"/>
                  </a:lnTo>
                  <a:lnTo>
                    <a:pt x="1146778" y="483458"/>
                  </a:lnTo>
                  <a:lnTo>
                    <a:pt x="1131895" y="508167"/>
                  </a:lnTo>
                  <a:lnTo>
                    <a:pt x="1125374" y="526596"/>
                  </a:lnTo>
                  <a:lnTo>
                    <a:pt x="1128120" y="536917"/>
                  </a:lnTo>
                  <a:lnTo>
                    <a:pt x="1128641" y="542929"/>
                  </a:lnTo>
                  <a:lnTo>
                    <a:pt x="1117278" y="552741"/>
                  </a:lnTo>
                  <a:lnTo>
                    <a:pt x="1117278" y="560571"/>
                  </a:lnTo>
                  <a:lnTo>
                    <a:pt x="1108012" y="568566"/>
                  </a:lnTo>
                  <a:lnTo>
                    <a:pt x="1095302" y="570370"/>
                  </a:lnTo>
                  <a:lnTo>
                    <a:pt x="1078067" y="570243"/>
                  </a:lnTo>
                  <a:lnTo>
                    <a:pt x="1053536" y="585152"/>
                  </a:lnTo>
                  <a:lnTo>
                    <a:pt x="1035742" y="631824"/>
                  </a:lnTo>
                  <a:lnTo>
                    <a:pt x="1031827" y="636133"/>
                  </a:lnTo>
                  <a:lnTo>
                    <a:pt x="1022040" y="651385"/>
                  </a:lnTo>
                  <a:lnTo>
                    <a:pt x="1020998" y="670336"/>
                  </a:lnTo>
                  <a:lnTo>
                    <a:pt x="1015393" y="679348"/>
                  </a:lnTo>
                  <a:lnTo>
                    <a:pt x="1000382" y="695960"/>
                  </a:lnTo>
                  <a:lnTo>
                    <a:pt x="989019" y="701832"/>
                  </a:lnTo>
                  <a:lnTo>
                    <a:pt x="982499" y="704717"/>
                  </a:lnTo>
                  <a:lnTo>
                    <a:pt x="961375" y="717516"/>
                  </a:lnTo>
                  <a:lnTo>
                    <a:pt x="943224" y="707844"/>
                  </a:lnTo>
                  <a:lnTo>
                    <a:pt x="942703" y="700790"/>
                  </a:lnTo>
                  <a:lnTo>
                    <a:pt x="938890" y="695960"/>
                  </a:lnTo>
                  <a:lnTo>
                    <a:pt x="930667" y="699773"/>
                  </a:lnTo>
                  <a:lnTo>
                    <a:pt x="901827" y="731943"/>
                  </a:lnTo>
                  <a:lnTo>
                    <a:pt x="866328" y="691816"/>
                  </a:lnTo>
                  <a:lnTo>
                    <a:pt x="844403" y="727634"/>
                  </a:lnTo>
                  <a:lnTo>
                    <a:pt x="806564" y="722270"/>
                  </a:lnTo>
                  <a:lnTo>
                    <a:pt x="697981" y="621224"/>
                  </a:lnTo>
                  <a:lnTo>
                    <a:pt x="677645" y="630121"/>
                  </a:lnTo>
                  <a:lnTo>
                    <a:pt x="649326" y="642831"/>
                  </a:lnTo>
                  <a:lnTo>
                    <a:pt x="629753" y="654461"/>
                  </a:lnTo>
                  <a:lnTo>
                    <a:pt x="626486" y="655910"/>
                  </a:lnTo>
                  <a:lnTo>
                    <a:pt x="552373" y="660092"/>
                  </a:lnTo>
                  <a:lnTo>
                    <a:pt x="540502" y="662570"/>
                  </a:lnTo>
                  <a:lnTo>
                    <a:pt x="485847" y="674340"/>
                  </a:lnTo>
                  <a:lnTo>
                    <a:pt x="494592" y="686872"/>
                  </a:lnTo>
                  <a:lnTo>
                    <a:pt x="515983" y="711708"/>
                  </a:lnTo>
                  <a:lnTo>
                    <a:pt x="520292" y="750538"/>
                  </a:lnTo>
                  <a:lnTo>
                    <a:pt x="520813" y="767658"/>
                  </a:lnTo>
                  <a:lnTo>
                    <a:pt x="561410" y="800603"/>
                  </a:lnTo>
                  <a:lnTo>
                    <a:pt x="568451" y="815232"/>
                  </a:lnTo>
                  <a:lnTo>
                    <a:pt x="608781" y="813135"/>
                  </a:lnTo>
                  <a:lnTo>
                    <a:pt x="608260" y="836408"/>
                  </a:lnTo>
                  <a:lnTo>
                    <a:pt x="625482" y="868959"/>
                  </a:lnTo>
                  <a:lnTo>
                    <a:pt x="626906" y="871704"/>
                  </a:lnTo>
                  <a:lnTo>
                    <a:pt x="623003" y="896400"/>
                  </a:lnTo>
                  <a:lnTo>
                    <a:pt x="653279" y="898484"/>
                  </a:lnTo>
                  <a:lnTo>
                    <a:pt x="677937" y="928544"/>
                  </a:lnTo>
                  <a:lnTo>
                    <a:pt x="671035" y="947380"/>
                  </a:lnTo>
                  <a:lnTo>
                    <a:pt x="676119" y="984494"/>
                  </a:lnTo>
                  <a:lnTo>
                    <a:pt x="674416" y="995730"/>
                  </a:lnTo>
                  <a:lnTo>
                    <a:pt x="634354" y="1013524"/>
                  </a:lnTo>
                  <a:lnTo>
                    <a:pt x="633972" y="1046075"/>
                  </a:lnTo>
                  <a:lnTo>
                    <a:pt x="618174" y="1053536"/>
                  </a:lnTo>
                  <a:lnTo>
                    <a:pt x="571718" y="1041512"/>
                  </a:lnTo>
                  <a:lnTo>
                    <a:pt x="566367" y="1037445"/>
                  </a:lnTo>
                  <a:lnTo>
                    <a:pt x="536866" y="1042809"/>
                  </a:lnTo>
                  <a:lnTo>
                    <a:pt x="506858" y="1046202"/>
                  </a:lnTo>
                  <a:lnTo>
                    <a:pt x="498901" y="1058353"/>
                  </a:lnTo>
                  <a:lnTo>
                    <a:pt x="475921" y="1008034"/>
                  </a:lnTo>
                  <a:lnTo>
                    <a:pt x="443561" y="997192"/>
                  </a:lnTo>
                  <a:lnTo>
                    <a:pt x="402888" y="1011834"/>
                  </a:lnTo>
                  <a:lnTo>
                    <a:pt x="370668" y="1019015"/>
                  </a:lnTo>
                  <a:lnTo>
                    <a:pt x="368304" y="1025675"/>
                  </a:lnTo>
                  <a:lnTo>
                    <a:pt x="384103" y="1048821"/>
                  </a:lnTo>
                  <a:lnTo>
                    <a:pt x="354208" y="1095086"/>
                  </a:lnTo>
                  <a:lnTo>
                    <a:pt x="333338" y="1132466"/>
                  </a:lnTo>
                  <a:lnTo>
                    <a:pt x="307917" y="1149600"/>
                  </a:lnTo>
                  <a:lnTo>
                    <a:pt x="282866" y="1160187"/>
                  </a:lnTo>
                  <a:lnTo>
                    <a:pt x="272939" y="1164089"/>
                  </a:lnTo>
                  <a:lnTo>
                    <a:pt x="244977" y="1175986"/>
                  </a:lnTo>
                  <a:lnTo>
                    <a:pt x="257903" y="1215197"/>
                  </a:lnTo>
                  <a:lnTo>
                    <a:pt x="270041" y="1231809"/>
                  </a:lnTo>
                  <a:lnTo>
                    <a:pt x="264067" y="1251574"/>
                  </a:lnTo>
                  <a:lnTo>
                    <a:pt x="255590" y="1264106"/>
                  </a:lnTo>
                  <a:lnTo>
                    <a:pt x="231313" y="1271567"/>
                  </a:lnTo>
                  <a:lnTo>
                    <a:pt x="208435" y="1276409"/>
                  </a:lnTo>
                  <a:lnTo>
                    <a:pt x="191848" y="1255628"/>
                  </a:lnTo>
                  <a:lnTo>
                    <a:pt x="189382" y="1198763"/>
                  </a:lnTo>
                  <a:lnTo>
                    <a:pt x="151531" y="1211193"/>
                  </a:lnTo>
                  <a:lnTo>
                    <a:pt x="145252" y="1213418"/>
                  </a:lnTo>
                  <a:lnTo>
                    <a:pt x="84065" y="1213011"/>
                  </a:lnTo>
                  <a:lnTo>
                    <a:pt x="62522" y="1133026"/>
                  </a:lnTo>
                  <a:lnTo>
                    <a:pt x="93585" y="1122972"/>
                  </a:lnTo>
                  <a:lnTo>
                    <a:pt x="131957" y="1145571"/>
                  </a:lnTo>
                  <a:lnTo>
                    <a:pt x="176710" y="1130547"/>
                  </a:lnTo>
                  <a:lnTo>
                    <a:pt x="202296" y="1129505"/>
                  </a:lnTo>
                  <a:lnTo>
                    <a:pt x="193399" y="1114342"/>
                  </a:lnTo>
                  <a:lnTo>
                    <a:pt x="164928" y="1093332"/>
                  </a:lnTo>
                  <a:lnTo>
                    <a:pt x="174867" y="1077774"/>
                  </a:lnTo>
                  <a:lnTo>
                    <a:pt x="204355" y="1063272"/>
                  </a:lnTo>
                  <a:lnTo>
                    <a:pt x="201813" y="1049939"/>
                  </a:lnTo>
                  <a:lnTo>
                    <a:pt x="231720" y="1032424"/>
                  </a:lnTo>
                  <a:lnTo>
                    <a:pt x="266165" y="1044321"/>
                  </a:lnTo>
                  <a:lnTo>
                    <a:pt x="282866" y="1035424"/>
                  </a:lnTo>
                  <a:lnTo>
                    <a:pt x="314832" y="986947"/>
                  </a:lnTo>
                  <a:lnTo>
                    <a:pt x="282078" y="980796"/>
                  </a:lnTo>
                  <a:lnTo>
                    <a:pt x="274375" y="929828"/>
                  </a:lnTo>
                  <a:lnTo>
                    <a:pt x="235901" y="935052"/>
                  </a:lnTo>
                  <a:lnTo>
                    <a:pt x="224793" y="932827"/>
                  </a:lnTo>
                  <a:lnTo>
                    <a:pt x="220484" y="937276"/>
                  </a:lnTo>
                  <a:lnTo>
                    <a:pt x="221653" y="946427"/>
                  </a:lnTo>
                  <a:lnTo>
                    <a:pt x="219442" y="955184"/>
                  </a:lnTo>
                  <a:lnTo>
                    <a:pt x="212921" y="962366"/>
                  </a:lnTo>
                  <a:lnTo>
                    <a:pt x="205295" y="962912"/>
                  </a:lnTo>
                  <a:lnTo>
                    <a:pt x="199957" y="954409"/>
                  </a:lnTo>
                  <a:lnTo>
                    <a:pt x="196030" y="947088"/>
                  </a:lnTo>
                  <a:lnTo>
                    <a:pt x="186764" y="948791"/>
                  </a:lnTo>
                  <a:lnTo>
                    <a:pt x="183510" y="958451"/>
                  </a:lnTo>
                  <a:lnTo>
                    <a:pt x="184158" y="971530"/>
                  </a:lnTo>
                  <a:lnTo>
                    <a:pt x="178146" y="981329"/>
                  </a:lnTo>
                  <a:lnTo>
                    <a:pt x="162894" y="984596"/>
                  </a:lnTo>
                  <a:lnTo>
                    <a:pt x="155725" y="993366"/>
                  </a:lnTo>
                  <a:lnTo>
                    <a:pt x="152980" y="1005771"/>
                  </a:lnTo>
                  <a:lnTo>
                    <a:pt x="141541" y="1015050"/>
                  </a:lnTo>
                  <a:lnTo>
                    <a:pt x="123264" y="1012965"/>
                  </a:lnTo>
                  <a:lnTo>
                    <a:pt x="106740" y="1020413"/>
                  </a:lnTo>
                  <a:lnTo>
                    <a:pt x="85336" y="1017147"/>
                  </a:lnTo>
                  <a:lnTo>
                    <a:pt x="101135" y="995705"/>
                  </a:lnTo>
                  <a:lnTo>
                    <a:pt x="81689" y="951016"/>
                  </a:lnTo>
                  <a:lnTo>
                    <a:pt x="50892" y="918719"/>
                  </a:lnTo>
                  <a:lnTo>
                    <a:pt x="28318" y="927349"/>
                  </a:lnTo>
                  <a:lnTo>
                    <a:pt x="8745" y="880423"/>
                  </a:lnTo>
                  <a:lnTo>
                    <a:pt x="0" y="849842"/>
                  </a:lnTo>
                  <a:lnTo>
                    <a:pt x="144718" y="781207"/>
                  </a:lnTo>
                  <a:lnTo>
                    <a:pt x="163250" y="774280"/>
                  </a:lnTo>
                  <a:lnTo>
                    <a:pt x="154111" y="746699"/>
                  </a:lnTo>
                  <a:lnTo>
                    <a:pt x="180612" y="731027"/>
                  </a:lnTo>
                  <a:lnTo>
                    <a:pt x="213659" y="714021"/>
                  </a:lnTo>
                  <a:lnTo>
                    <a:pt x="254636" y="709191"/>
                  </a:lnTo>
                  <a:lnTo>
                    <a:pt x="279307" y="668150"/>
                  </a:lnTo>
                  <a:lnTo>
                    <a:pt x="288560" y="648665"/>
                  </a:lnTo>
                  <a:lnTo>
                    <a:pt x="312836" y="639260"/>
                  </a:lnTo>
                  <a:lnTo>
                    <a:pt x="353166" y="626067"/>
                  </a:lnTo>
                  <a:lnTo>
                    <a:pt x="402875" y="610128"/>
                  </a:lnTo>
                  <a:lnTo>
                    <a:pt x="451301" y="549119"/>
                  </a:lnTo>
                  <a:lnTo>
                    <a:pt x="452483" y="534617"/>
                  </a:lnTo>
                  <a:lnTo>
                    <a:pt x="468002" y="515005"/>
                  </a:lnTo>
                  <a:lnTo>
                    <a:pt x="429109" y="468740"/>
                  </a:lnTo>
                  <a:lnTo>
                    <a:pt x="398058" y="454237"/>
                  </a:lnTo>
                  <a:lnTo>
                    <a:pt x="403549" y="424559"/>
                  </a:lnTo>
                  <a:lnTo>
                    <a:pt x="361516" y="388881"/>
                  </a:lnTo>
                  <a:lnTo>
                    <a:pt x="311947" y="393190"/>
                  </a:lnTo>
                  <a:lnTo>
                    <a:pt x="298372" y="396177"/>
                  </a:lnTo>
                  <a:lnTo>
                    <a:pt x="239524" y="391741"/>
                  </a:lnTo>
                  <a:lnTo>
                    <a:pt x="229610" y="385081"/>
                  </a:lnTo>
                  <a:lnTo>
                    <a:pt x="194225" y="370960"/>
                  </a:lnTo>
                  <a:lnTo>
                    <a:pt x="196767" y="362749"/>
                  </a:lnTo>
                  <a:lnTo>
                    <a:pt x="208384" y="299338"/>
                  </a:lnTo>
                  <a:lnTo>
                    <a:pt x="215031" y="303011"/>
                  </a:lnTo>
                  <a:lnTo>
                    <a:pt x="222594" y="303520"/>
                  </a:lnTo>
                  <a:lnTo>
                    <a:pt x="222085" y="296478"/>
                  </a:lnTo>
                  <a:lnTo>
                    <a:pt x="230983" y="295296"/>
                  </a:lnTo>
                  <a:lnTo>
                    <a:pt x="242612" y="302744"/>
                  </a:lnTo>
                  <a:lnTo>
                    <a:pt x="252781" y="298296"/>
                  </a:lnTo>
                  <a:lnTo>
                    <a:pt x="258653" y="301168"/>
                  </a:lnTo>
                  <a:lnTo>
                    <a:pt x="269342" y="304689"/>
                  </a:lnTo>
                  <a:lnTo>
                    <a:pt x="278239" y="301562"/>
                  </a:lnTo>
                  <a:lnTo>
                    <a:pt x="280591" y="335422"/>
                  </a:lnTo>
                  <a:lnTo>
                    <a:pt x="304994" y="348628"/>
                  </a:lnTo>
                  <a:lnTo>
                    <a:pt x="308121" y="349670"/>
                  </a:lnTo>
                  <a:lnTo>
                    <a:pt x="358364" y="339731"/>
                  </a:lnTo>
                  <a:lnTo>
                    <a:pt x="381992" y="302744"/>
                  </a:lnTo>
                  <a:lnTo>
                    <a:pt x="376642" y="270066"/>
                  </a:lnTo>
                  <a:lnTo>
                    <a:pt x="486394" y="261576"/>
                  </a:lnTo>
                  <a:lnTo>
                    <a:pt x="461469" y="239333"/>
                  </a:lnTo>
                  <a:lnTo>
                    <a:pt x="462118" y="193462"/>
                  </a:lnTo>
                  <a:lnTo>
                    <a:pt x="499321" y="217128"/>
                  </a:lnTo>
                  <a:lnTo>
                    <a:pt x="525275" y="221196"/>
                  </a:lnTo>
                  <a:lnTo>
                    <a:pt x="535710" y="206032"/>
                  </a:lnTo>
                  <a:lnTo>
                    <a:pt x="557381" y="207850"/>
                  </a:lnTo>
                  <a:lnTo>
                    <a:pt x="557775" y="190996"/>
                  </a:lnTo>
                  <a:lnTo>
                    <a:pt x="577996" y="117925"/>
                  </a:lnTo>
                  <a:lnTo>
                    <a:pt x="528541" y="93623"/>
                  </a:lnTo>
                  <a:lnTo>
                    <a:pt x="538061" y="79490"/>
                  </a:lnTo>
                  <a:lnTo>
                    <a:pt x="540145" y="42516"/>
                  </a:lnTo>
                  <a:lnTo>
                    <a:pt x="539891" y="38703"/>
                  </a:lnTo>
                  <a:lnTo>
                    <a:pt x="607878" y="58848"/>
                  </a:lnTo>
                  <a:lnTo>
                    <a:pt x="638027" y="44727"/>
                  </a:lnTo>
                  <a:lnTo>
                    <a:pt x="627338" y="23120"/>
                  </a:lnTo>
                  <a:lnTo>
                    <a:pt x="658261" y="16333"/>
                  </a:lnTo>
                  <a:lnTo>
                    <a:pt x="662952" y="47816"/>
                  </a:lnTo>
                  <a:lnTo>
                    <a:pt x="666218" y="50358"/>
                  </a:lnTo>
                  <a:lnTo>
                    <a:pt x="726503" y="64606"/>
                  </a:lnTo>
                  <a:lnTo>
                    <a:pt x="747131" y="97805"/>
                  </a:lnTo>
                  <a:lnTo>
                    <a:pt x="724253" y="139088"/>
                  </a:lnTo>
                  <a:lnTo>
                    <a:pt x="709128" y="147337"/>
                  </a:lnTo>
                  <a:lnTo>
                    <a:pt x="695248" y="163580"/>
                  </a:lnTo>
                  <a:lnTo>
                    <a:pt x="691067" y="188810"/>
                  </a:lnTo>
                  <a:lnTo>
                    <a:pt x="696290" y="219391"/>
                  </a:lnTo>
                  <a:lnTo>
                    <a:pt x="674505" y="260063"/>
                  </a:lnTo>
                  <a:lnTo>
                    <a:pt x="652707" y="275316"/>
                  </a:lnTo>
                  <a:lnTo>
                    <a:pt x="591508" y="275163"/>
                  </a:lnTo>
                  <a:lnTo>
                    <a:pt x="609899" y="363143"/>
                  </a:lnTo>
                  <a:lnTo>
                    <a:pt x="608628" y="369803"/>
                  </a:lnTo>
                  <a:lnTo>
                    <a:pt x="614983" y="402748"/>
                  </a:lnTo>
                  <a:lnTo>
                    <a:pt x="702684" y="390585"/>
                  </a:lnTo>
                  <a:lnTo>
                    <a:pt x="728536" y="387318"/>
                  </a:lnTo>
                  <a:lnTo>
                    <a:pt x="786469" y="403269"/>
                  </a:lnTo>
                  <a:lnTo>
                    <a:pt x="832226" y="470316"/>
                  </a:lnTo>
                  <a:close/>
                </a:path>
              </a:pathLst>
            </a:custGeom>
            <a:solidFill>
              <a:srgbClr val="FFFFFF"/>
            </a:solidFill>
            <a:ln w="12700" cap="flat">
              <a:noFill/>
              <a:prstDash val="solid"/>
              <a:miter/>
            </a:ln>
          </p:spPr>
          <p:txBody>
            <a:bodyPr rtlCol="0" anchor="ctr"/>
            <a:lstStyle/>
            <a:p>
              <a:endParaRPr lang="de-CH"/>
            </a:p>
          </p:txBody>
        </p:sp>
        <p:sp>
          <p:nvSpPr>
            <p:cNvPr id="103" name="Freihandform: Form 102">
              <a:extLst>
                <a:ext uri="{FF2B5EF4-FFF2-40B4-BE49-F238E27FC236}">
                  <a16:creationId xmlns:a16="http://schemas.microsoft.com/office/drawing/2014/main" id="{7C8D7CD7-4EAF-FFBA-AE1C-5F625B3F91B5}"/>
                </a:ext>
              </a:extLst>
            </p:cNvPr>
            <p:cNvSpPr/>
            <p:nvPr/>
          </p:nvSpPr>
          <p:spPr>
            <a:xfrm>
              <a:off x="4329379" y="1413378"/>
              <a:ext cx="1397410" cy="1276409"/>
            </a:xfrm>
            <a:custGeom>
              <a:avLst/>
              <a:gdLst>
                <a:gd name="connsiteX0" fmla="*/ 163453 w 1397410"/>
                <a:gd name="connsiteY0" fmla="*/ 168728 h 1276409"/>
                <a:gd name="connsiteX1" fmla="*/ 197657 w 1397410"/>
                <a:gd name="connsiteY1" fmla="*/ 167292 h 1276409"/>
                <a:gd name="connsiteX2" fmla="*/ 233537 w 1397410"/>
                <a:gd name="connsiteY2" fmla="*/ 222327 h 1276409"/>
                <a:gd name="connsiteX3" fmla="*/ 216696 w 1397410"/>
                <a:gd name="connsiteY3" fmla="*/ 262440 h 1276409"/>
                <a:gd name="connsiteX4" fmla="*/ 81968 w 1397410"/>
                <a:gd name="connsiteY4" fmla="*/ 255907 h 1276409"/>
                <a:gd name="connsiteX5" fmla="*/ 83137 w 1397410"/>
                <a:gd name="connsiteY5" fmla="*/ 210036 h 1276409"/>
                <a:gd name="connsiteX6" fmla="*/ 688385 w 1397410"/>
                <a:gd name="connsiteY6" fmla="*/ 1011503 h 1276409"/>
                <a:gd name="connsiteX7" fmla="*/ 713310 w 1397410"/>
                <a:gd name="connsiteY7" fmla="*/ 1003534 h 1276409"/>
                <a:gd name="connsiteX8" fmla="*/ 731307 w 1397410"/>
                <a:gd name="connsiteY8" fmla="*/ 1015304 h 1276409"/>
                <a:gd name="connsiteX9" fmla="*/ 710310 w 1397410"/>
                <a:gd name="connsiteY9" fmla="*/ 1042097 h 1276409"/>
                <a:gd name="connsiteX10" fmla="*/ 678191 w 1397410"/>
                <a:gd name="connsiteY10" fmla="*/ 1038563 h 1276409"/>
                <a:gd name="connsiteX11" fmla="*/ 344065 w 1397410"/>
                <a:gd name="connsiteY11" fmla="*/ 0 h 1276409"/>
                <a:gd name="connsiteX12" fmla="*/ 361949 w 1397410"/>
                <a:gd name="connsiteY12" fmla="*/ 16727 h 1276409"/>
                <a:gd name="connsiteX13" fmla="*/ 387267 w 1397410"/>
                <a:gd name="connsiteY13" fmla="*/ 15151 h 1276409"/>
                <a:gd name="connsiteX14" fmla="*/ 397054 w 1397410"/>
                <a:gd name="connsiteY14" fmla="*/ 52150 h 1276409"/>
                <a:gd name="connsiteX15" fmla="*/ 381916 w 1397410"/>
                <a:gd name="connsiteY15" fmla="*/ 73185 h 1276409"/>
                <a:gd name="connsiteX16" fmla="*/ 385056 w 1397410"/>
                <a:gd name="connsiteY16" fmla="*/ 123124 h 1276409"/>
                <a:gd name="connsiteX17" fmla="*/ 313141 w 1397410"/>
                <a:gd name="connsiteY17" fmla="*/ 128869 h 1276409"/>
                <a:gd name="connsiteX18" fmla="*/ 291737 w 1397410"/>
                <a:gd name="connsiteY18" fmla="*/ 135148 h 1276409"/>
                <a:gd name="connsiteX19" fmla="*/ 247633 w 1397410"/>
                <a:gd name="connsiteY19" fmla="*/ 152268 h 1276409"/>
                <a:gd name="connsiteX20" fmla="*/ 231720 w 1397410"/>
                <a:gd name="connsiteY20" fmla="*/ 158801 h 1276409"/>
                <a:gd name="connsiteX21" fmla="*/ 213684 w 1397410"/>
                <a:gd name="connsiteY21" fmla="*/ 120899 h 1276409"/>
                <a:gd name="connsiteX22" fmla="*/ 233664 w 1397410"/>
                <a:gd name="connsiteY22" fmla="*/ 95021 h 1276409"/>
                <a:gd name="connsiteX23" fmla="*/ 184717 w 1397410"/>
                <a:gd name="connsiteY23" fmla="*/ 68254 h 1276409"/>
                <a:gd name="connsiteX24" fmla="*/ 163110 w 1397410"/>
                <a:gd name="connsiteY24" fmla="*/ 66157 h 1276409"/>
                <a:gd name="connsiteX25" fmla="*/ 188289 w 1397410"/>
                <a:gd name="connsiteY25" fmla="*/ 16117 h 1276409"/>
                <a:gd name="connsiteX26" fmla="*/ 247938 w 1397410"/>
                <a:gd name="connsiteY26" fmla="*/ 45795 h 1276409"/>
                <a:gd name="connsiteX27" fmla="*/ 263978 w 1397410"/>
                <a:gd name="connsiteY27" fmla="*/ 64987 h 1276409"/>
                <a:gd name="connsiteX28" fmla="*/ 297381 w 1397410"/>
                <a:gd name="connsiteY28" fmla="*/ 60806 h 1276409"/>
                <a:gd name="connsiteX29" fmla="*/ 316446 w 1397410"/>
                <a:gd name="connsiteY29" fmla="*/ 36898 h 1276409"/>
                <a:gd name="connsiteX30" fmla="*/ 325343 w 1397410"/>
                <a:gd name="connsiteY30" fmla="*/ 20946 h 1276409"/>
                <a:gd name="connsiteX31" fmla="*/ 905856 w 1397410"/>
                <a:gd name="connsiteY31" fmla="*/ 488174 h 1276409"/>
                <a:gd name="connsiteX32" fmla="*/ 917295 w 1397410"/>
                <a:gd name="connsiteY32" fmla="*/ 484119 h 1276409"/>
                <a:gd name="connsiteX33" fmla="*/ 942894 w 1397410"/>
                <a:gd name="connsiteY33" fmla="*/ 416158 h 1276409"/>
                <a:gd name="connsiteX34" fmla="*/ 998221 w 1397410"/>
                <a:gd name="connsiteY34" fmla="*/ 400727 h 1276409"/>
                <a:gd name="connsiteX35" fmla="*/ 1010093 w 1397410"/>
                <a:gd name="connsiteY35" fmla="*/ 380721 h 1276409"/>
                <a:gd name="connsiteX36" fmla="*/ 1089430 w 1397410"/>
                <a:gd name="connsiteY36" fmla="*/ 352238 h 1276409"/>
                <a:gd name="connsiteX37" fmla="*/ 1069589 w 1397410"/>
                <a:gd name="connsiteY37" fmla="*/ 316815 h 1276409"/>
                <a:gd name="connsiteX38" fmla="*/ 1090752 w 1397410"/>
                <a:gd name="connsiteY38" fmla="*/ 298258 h 1276409"/>
                <a:gd name="connsiteX39" fmla="*/ 1108546 w 1397410"/>
                <a:gd name="connsiteY39" fmla="*/ 281518 h 1276409"/>
                <a:gd name="connsiteX40" fmla="*/ 1151608 w 1397410"/>
                <a:gd name="connsiteY40" fmla="*/ 307536 h 1276409"/>
                <a:gd name="connsiteX41" fmla="*/ 1206033 w 1397410"/>
                <a:gd name="connsiteY41" fmla="*/ 278659 h 1276409"/>
                <a:gd name="connsiteX42" fmla="*/ 1213736 w 1397410"/>
                <a:gd name="connsiteY42" fmla="*/ 260496 h 1276409"/>
                <a:gd name="connsiteX43" fmla="*/ 1246223 w 1397410"/>
                <a:gd name="connsiteY43" fmla="*/ 245981 h 1276409"/>
                <a:gd name="connsiteX44" fmla="*/ 1256531 w 1397410"/>
                <a:gd name="connsiteY44" fmla="*/ 237083 h 1276409"/>
                <a:gd name="connsiteX45" fmla="*/ 1225607 w 1397410"/>
                <a:gd name="connsiteY45" fmla="*/ 173532 h 1276409"/>
                <a:gd name="connsiteX46" fmla="*/ 1245689 w 1397410"/>
                <a:gd name="connsiteY46" fmla="*/ 137461 h 1276409"/>
                <a:gd name="connsiteX47" fmla="*/ 1281710 w 1397410"/>
                <a:gd name="connsiteY47" fmla="*/ 125818 h 1276409"/>
                <a:gd name="connsiteX48" fmla="*/ 1296466 w 1397410"/>
                <a:gd name="connsiteY48" fmla="*/ 163860 h 1276409"/>
                <a:gd name="connsiteX49" fmla="*/ 1307804 w 1397410"/>
                <a:gd name="connsiteY49" fmla="*/ 216391 h 1276409"/>
                <a:gd name="connsiteX50" fmla="*/ 1298551 w 1397410"/>
                <a:gd name="connsiteY50" fmla="*/ 217306 h 1276409"/>
                <a:gd name="connsiteX51" fmla="*/ 1273372 w 1397410"/>
                <a:gd name="connsiteY51" fmla="*/ 236664 h 1276409"/>
                <a:gd name="connsiteX52" fmla="*/ 1347879 w 1397410"/>
                <a:gd name="connsiteY52" fmla="*/ 277337 h 1276409"/>
                <a:gd name="connsiteX53" fmla="*/ 1351934 w 1397410"/>
                <a:gd name="connsiteY53" fmla="*/ 294343 h 1276409"/>
                <a:gd name="connsiteX54" fmla="*/ 1355569 w 1397410"/>
                <a:gd name="connsiteY54" fmla="*/ 316421 h 1276409"/>
                <a:gd name="connsiteX55" fmla="*/ 1387942 w 1397410"/>
                <a:gd name="connsiteY55" fmla="*/ 314463 h 1276409"/>
                <a:gd name="connsiteX56" fmla="*/ 1389785 w 1397410"/>
                <a:gd name="connsiteY56" fmla="*/ 321657 h 1276409"/>
                <a:gd name="connsiteX57" fmla="*/ 1397411 w 1397410"/>
                <a:gd name="connsiteY57" fmla="*/ 352632 h 1276409"/>
                <a:gd name="connsiteX58" fmla="*/ 1390484 w 1397410"/>
                <a:gd name="connsiteY58" fmla="*/ 387534 h 1276409"/>
                <a:gd name="connsiteX59" fmla="*/ 1385667 w 1397410"/>
                <a:gd name="connsiteY59" fmla="*/ 397601 h 1276409"/>
                <a:gd name="connsiteX60" fmla="*/ 1381612 w 1397410"/>
                <a:gd name="connsiteY60" fmla="*/ 406358 h 1276409"/>
                <a:gd name="connsiteX61" fmla="*/ 1373783 w 1397410"/>
                <a:gd name="connsiteY61" fmla="*/ 410260 h 1276409"/>
                <a:gd name="connsiteX62" fmla="*/ 1359293 w 1397410"/>
                <a:gd name="connsiteY62" fmla="*/ 451187 h 1276409"/>
                <a:gd name="connsiteX63" fmla="*/ 1337686 w 1397410"/>
                <a:gd name="connsiteY63" fmla="*/ 496270 h 1276409"/>
                <a:gd name="connsiteX64" fmla="*/ 1319154 w 1397410"/>
                <a:gd name="connsiteY64" fmla="*/ 502803 h 1276409"/>
                <a:gd name="connsiteX65" fmla="*/ 1262505 w 1397410"/>
                <a:gd name="connsiteY65" fmla="*/ 537438 h 1276409"/>
                <a:gd name="connsiteX66" fmla="*/ 1231822 w 1397410"/>
                <a:gd name="connsiteY66" fmla="*/ 549208 h 1276409"/>
                <a:gd name="connsiteX67" fmla="*/ 1230145 w 1397410"/>
                <a:gd name="connsiteY67" fmla="*/ 503337 h 1276409"/>
                <a:gd name="connsiteX68" fmla="*/ 1199640 w 1397410"/>
                <a:gd name="connsiteY68" fmla="*/ 501506 h 1276409"/>
                <a:gd name="connsiteX69" fmla="*/ 1170000 w 1397410"/>
                <a:gd name="connsiteY69" fmla="*/ 495495 h 1276409"/>
                <a:gd name="connsiteX70" fmla="*/ 1165310 w 1397410"/>
                <a:gd name="connsiteY70" fmla="*/ 491821 h 1276409"/>
                <a:gd name="connsiteX71" fmla="*/ 1146778 w 1397410"/>
                <a:gd name="connsiteY71" fmla="*/ 483458 h 1276409"/>
                <a:gd name="connsiteX72" fmla="*/ 1131895 w 1397410"/>
                <a:gd name="connsiteY72" fmla="*/ 508167 h 1276409"/>
                <a:gd name="connsiteX73" fmla="*/ 1125374 w 1397410"/>
                <a:gd name="connsiteY73" fmla="*/ 526596 h 1276409"/>
                <a:gd name="connsiteX74" fmla="*/ 1128120 w 1397410"/>
                <a:gd name="connsiteY74" fmla="*/ 536917 h 1276409"/>
                <a:gd name="connsiteX75" fmla="*/ 1128641 w 1397410"/>
                <a:gd name="connsiteY75" fmla="*/ 542929 h 1276409"/>
                <a:gd name="connsiteX76" fmla="*/ 1117278 w 1397410"/>
                <a:gd name="connsiteY76" fmla="*/ 552741 h 1276409"/>
                <a:gd name="connsiteX77" fmla="*/ 1117278 w 1397410"/>
                <a:gd name="connsiteY77" fmla="*/ 560571 h 1276409"/>
                <a:gd name="connsiteX78" fmla="*/ 1108012 w 1397410"/>
                <a:gd name="connsiteY78" fmla="*/ 568566 h 1276409"/>
                <a:gd name="connsiteX79" fmla="*/ 1095302 w 1397410"/>
                <a:gd name="connsiteY79" fmla="*/ 570370 h 1276409"/>
                <a:gd name="connsiteX80" fmla="*/ 1078067 w 1397410"/>
                <a:gd name="connsiteY80" fmla="*/ 570243 h 1276409"/>
                <a:gd name="connsiteX81" fmla="*/ 1053536 w 1397410"/>
                <a:gd name="connsiteY81" fmla="*/ 585152 h 1276409"/>
                <a:gd name="connsiteX82" fmla="*/ 1035742 w 1397410"/>
                <a:gd name="connsiteY82" fmla="*/ 631824 h 1276409"/>
                <a:gd name="connsiteX83" fmla="*/ 1031827 w 1397410"/>
                <a:gd name="connsiteY83" fmla="*/ 636133 h 1276409"/>
                <a:gd name="connsiteX84" fmla="*/ 1022040 w 1397410"/>
                <a:gd name="connsiteY84" fmla="*/ 651385 h 1276409"/>
                <a:gd name="connsiteX85" fmla="*/ 1020998 w 1397410"/>
                <a:gd name="connsiteY85" fmla="*/ 670336 h 1276409"/>
                <a:gd name="connsiteX86" fmla="*/ 1015393 w 1397410"/>
                <a:gd name="connsiteY86" fmla="*/ 679348 h 1276409"/>
                <a:gd name="connsiteX87" fmla="*/ 1000382 w 1397410"/>
                <a:gd name="connsiteY87" fmla="*/ 695960 h 1276409"/>
                <a:gd name="connsiteX88" fmla="*/ 989019 w 1397410"/>
                <a:gd name="connsiteY88" fmla="*/ 701832 h 1276409"/>
                <a:gd name="connsiteX89" fmla="*/ 982499 w 1397410"/>
                <a:gd name="connsiteY89" fmla="*/ 704717 h 1276409"/>
                <a:gd name="connsiteX90" fmla="*/ 961375 w 1397410"/>
                <a:gd name="connsiteY90" fmla="*/ 717516 h 1276409"/>
                <a:gd name="connsiteX91" fmla="*/ 943224 w 1397410"/>
                <a:gd name="connsiteY91" fmla="*/ 707844 h 1276409"/>
                <a:gd name="connsiteX92" fmla="*/ 942703 w 1397410"/>
                <a:gd name="connsiteY92" fmla="*/ 700790 h 1276409"/>
                <a:gd name="connsiteX93" fmla="*/ 938890 w 1397410"/>
                <a:gd name="connsiteY93" fmla="*/ 695960 h 1276409"/>
                <a:gd name="connsiteX94" fmla="*/ 930667 w 1397410"/>
                <a:gd name="connsiteY94" fmla="*/ 699773 h 1276409"/>
                <a:gd name="connsiteX95" fmla="*/ 901827 w 1397410"/>
                <a:gd name="connsiteY95" fmla="*/ 731943 h 1276409"/>
                <a:gd name="connsiteX96" fmla="*/ 866328 w 1397410"/>
                <a:gd name="connsiteY96" fmla="*/ 691816 h 1276409"/>
                <a:gd name="connsiteX97" fmla="*/ 844403 w 1397410"/>
                <a:gd name="connsiteY97" fmla="*/ 727634 h 1276409"/>
                <a:gd name="connsiteX98" fmla="*/ 806564 w 1397410"/>
                <a:gd name="connsiteY98" fmla="*/ 722270 h 1276409"/>
                <a:gd name="connsiteX99" fmla="*/ 697981 w 1397410"/>
                <a:gd name="connsiteY99" fmla="*/ 621224 h 1276409"/>
                <a:gd name="connsiteX100" fmla="*/ 677645 w 1397410"/>
                <a:gd name="connsiteY100" fmla="*/ 630121 h 1276409"/>
                <a:gd name="connsiteX101" fmla="*/ 649326 w 1397410"/>
                <a:gd name="connsiteY101" fmla="*/ 642831 h 1276409"/>
                <a:gd name="connsiteX102" fmla="*/ 629753 w 1397410"/>
                <a:gd name="connsiteY102" fmla="*/ 654461 h 1276409"/>
                <a:gd name="connsiteX103" fmla="*/ 626486 w 1397410"/>
                <a:gd name="connsiteY103" fmla="*/ 655910 h 1276409"/>
                <a:gd name="connsiteX104" fmla="*/ 552373 w 1397410"/>
                <a:gd name="connsiteY104" fmla="*/ 660092 h 1276409"/>
                <a:gd name="connsiteX105" fmla="*/ 540502 w 1397410"/>
                <a:gd name="connsiteY105" fmla="*/ 662570 h 1276409"/>
                <a:gd name="connsiteX106" fmla="*/ 485847 w 1397410"/>
                <a:gd name="connsiteY106" fmla="*/ 674340 h 1276409"/>
                <a:gd name="connsiteX107" fmla="*/ 494592 w 1397410"/>
                <a:gd name="connsiteY107" fmla="*/ 686872 h 1276409"/>
                <a:gd name="connsiteX108" fmla="*/ 515983 w 1397410"/>
                <a:gd name="connsiteY108" fmla="*/ 711708 h 1276409"/>
                <a:gd name="connsiteX109" fmla="*/ 520292 w 1397410"/>
                <a:gd name="connsiteY109" fmla="*/ 750538 h 1276409"/>
                <a:gd name="connsiteX110" fmla="*/ 520813 w 1397410"/>
                <a:gd name="connsiteY110" fmla="*/ 767658 h 1276409"/>
                <a:gd name="connsiteX111" fmla="*/ 561410 w 1397410"/>
                <a:gd name="connsiteY111" fmla="*/ 800603 h 1276409"/>
                <a:gd name="connsiteX112" fmla="*/ 568451 w 1397410"/>
                <a:gd name="connsiteY112" fmla="*/ 815232 h 1276409"/>
                <a:gd name="connsiteX113" fmla="*/ 608781 w 1397410"/>
                <a:gd name="connsiteY113" fmla="*/ 813135 h 1276409"/>
                <a:gd name="connsiteX114" fmla="*/ 608260 w 1397410"/>
                <a:gd name="connsiteY114" fmla="*/ 836408 h 1276409"/>
                <a:gd name="connsiteX115" fmla="*/ 625482 w 1397410"/>
                <a:gd name="connsiteY115" fmla="*/ 868959 h 1276409"/>
                <a:gd name="connsiteX116" fmla="*/ 626906 w 1397410"/>
                <a:gd name="connsiteY116" fmla="*/ 871704 h 1276409"/>
                <a:gd name="connsiteX117" fmla="*/ 623003 w 1397410"/>
                <a:gd name="connsiteY117" fmla="*/ 896400 h 1276409"/>
                <a:gd name="connsiteX118" fmla="*/ 653279 w 1397410"/>
                <a:gd name="connsiteY118" fmla="*/ 898484 h 1276409"/>
                <a:gd name="connsiteX119" fmla="*/ 677937 w 1397410"/>
                <a:gd name="connsiteY119" fmla="*/ 928544 h 1276409"/>
                <a:gd name="connsiteX120" fmla="*/ 671035 w 1397410"/>
                <a:gd name="connsiteY120" fmla="*/ 947380 h 1276409"/>
                <a:gd name="connsiteX121" fmla="*/ 676119 w 1397410"/>
                <a:gd name="connsiteY121" fmla="*/ 984494 h 1276409"/>
                <a:gd name="connsiteX122" fmla="*/ 674416 w 1397410"/>
                <a:gd name="connsiteY122" fmla="*/ 995730 h 1276409"/>
                <a:gd name="connsiteX123" fmla="*/ 634354 w 1397410"/>
                <a:gd name="connsiteY123" fmla="*/ 1013524 h 1276409"/>
                <a:gd name="connsiteX124" fmla="*/ 633972 w 1397410"/>
                <a:gd name="connsiteY124" fmla="*/ 1046075 h 1276409"/>
                <a:gd name="connsiteX125" fmla="*/ 618174 w 1397410"/>
                <a:gd name="connsiteY125" fmla="*/ 1053536 h 1276409"/>
                <a:gd name="connsiteX126" fmla="*/ 571718 w 1397410"/>
                <a:gd name="connsiteY126" fmla="*/ 1041512 h 1276409"/>
                <a:gd name="connsiteX127" fmla="*/ 566367 w 1397410"/>
                <a:gd name="connsiteY127" fmla="*/ 1037445 h 1276409"/>
                <a:gd name="connsiteX128" fmla="*/ 536866 w 1397410"/>
                <a:gd name="connsiteY128" fmla="*/ 1042809 h 1276409"/>
                <a:gd name="connsiteX129" fmla="*/ 506858 w 1397410"/>
                <a:gd name="connsiteY129" fmla="*/ 1046202 h 1276409"/>
                <a:gd name="connsiteX130" fmla="*/ 498901 w 1397410"/>
                <a:gd name="connsiteY130" fmla="*/ 1058353 h 1276409"/>
                <a:gd name="connsiteX131" fmla="*/ 475921 w 1397410"/>
                <a:gd name="connsiteY131" fmla="*/ 1008034 h 1276409"/>
                <a:gd name="connsiteX132" fmla="*/ 443561 w 1397410"/>
                <a:gd name="connsiteY132" fmla="*/ 997192 h 1276409"/>
                <a:gd name="connsiteX133" fmla="*/ 402888 w 1397410"/>
                <a:gd name="connsiteY133" fmla="*/ 1011834 h 1276409"/>
                <a:gd name="connsiteX134" fmla="*/ 370668 w 1397410"/>
                <a:gd name="connsiteY134" fmla="*/ 1019015 h 1276409"/>
                <a:gd name="connsiteX135" fmla="*/ 368304 w 1397410"/>
                <a:gd name="connsiteY135" fmla="*/ 1025675 h 1276409"/>
                <a:gd name="connsiteX136" fmla="*/ 384103 w 1397410"/>
                <a:gd name="connsiteY136" fmla="*/ 1048821 h 1276409"/>
                <a:gd name="connsiteX137" fmla="*/ 354208 w 1397410"/>
                <a:gd name="connsiteY137" fmla="*/ 1095086 h 1276409"/>
                <a:gd name="connsiteX138" fmla="*/ 333338 w 1397410"/>
                <a:gd name="connsiteY138" fmla="*/ 1132466 h 1276409"/>
                <a:gd name="connsiteX139" fmla="*/ 307917 w 1397410"/>
                <a:gd name="connsiteY139" fmla="*/ 1149600 h 1276409"/>
                <a:gd name="connsiteX140" fmla="*/ 282866 w 1397410"/>
                <a:gd name="connsiteY140" fmla="*/ 1160187 h 1276409"/>
                <a:gd name="connsiteX141" fmla="*/ 272939 w 1397410"/>
                <a:gd name="connsiteY141" fmla="*/ 1164089 h 1276409"/>
                <a:gd name="connsiteX142" fmla="*/ 244977 w 1397410"/>
                <a:gd name="connsiteY142" fmla="*/ 1175986 h 1276409"/>
                <a:gd name="connsiteX143" fmla="*/ 257903 w 1397410"/>
                <a:gd name="connsiteY143" fmla="*/ 1215197 h 1276409"/>
                <a:gd name="connsiteX144" fmla="*/ 270041 w 1397410"/>
                <a:gd name="connsiteY144" fmla="*/ 1231809 h 1276409"/>
                <a:gd name="connsiteX145" fmla="*/ 264067 w 1397410"/>
                <a:gd name="connsiteY145" fmla="*/ 1251574 h 1276409"/>
                <a:gd name="connsiteX146" fmla="*/ 255590 w 1397410"/>
                <a:gd name="connsiteY146" fmla="*/ 1264106 h 1276409"/>
                <a:gd name="connsiteX147" fmla="*/ 231313 w 1397410"/>
                <a:gd name="connsiteY147" fmla="*/ 1271567 h 1276409"/>
                <a:gd name="connsiteX148" fmla="*/ 208435 w 1397410"/>
                <a:gd name="connsiteY148" fmla="*/ 1276409 h 1276409"/>
                <a:gd name="connsiteX149" fmla="*/ 191848 w 1397410"/>
                <a:gd name="connsiteY149" fmla="*/ 1255628 h 1276409"/>
                <a:gd name="connsiteX150" fmla="*/ 189382 w 1397410"/>
                <a:gd name="connsiteY150" fmla="*/ 1198763 h 1276409"/>
                <a:gd name="connsiteX151" fmla="*/ 151531 w 1397410"/>
                <a:gd name="connsiteY151" fmla="*/ 1211193 h 1276409"/>
                <a:gd name="connsiteX152" fmla="*/ 145252 w 1397410"/>
                <a:gd name="connsiteY152" fmla="*/ 1213418 h 1276409"/>
                <a:gd name="connsiteX153" fmla="*/ 84065 w 1397410"/>
                <a:gd name="connsiteY153" fmla="*/ 1213011 h 1276409"/>
                <a:gd name="connsiteX154" fmla="*/ 62522 w 1397410"/>
                <a:gd name="connsiteY154" fmla="*/ 1133026 h 1276409"/>
                <a:gd name="connsiteX155" fmla="*/ 93585 w 1397410"/>
                <a:gd name="connsiteY155" fmla="*/ 1122972 h 1276409"/>
                <a:gd name="connsiteX156" fmla="*/ 131957 w 1397410"/>
                <a:gd name="connsiteY156" fmla="*/ 1145571 h 1276409"/>
                <a:gd name="connsiteX157" fmla="*/ 176710 w 1397410"/>
                <a:gd name="connsiteY157" fmla="*/ 1130547 h 1276409"/>
                <a:gd name="connsiteX158" fmla="*/ 202296 w 1397410"/>
                <a:gd name="connsiteY158" fmla="*/ 1129505 h 1276409"/>
                <a:gd name="connsiteX159" fmla="*/ 193399 w 1397410"/>
                <a:gd name="connsiteY159" fmla="*/ 1114342 h 1276409"/>
                <a:gd name="connsiteX160" fmla="*/ 164928 w 1397410"/>
                <a:gd name="connsiteY160" fmla="*/ 1093332 h 1276409"/>
                <a:gd name="connsiteX161" fmla="*/ 174867 w 1397410"/>
                <a:gd name="connsiteY161" fmla="*/ 1077774 h 1276409"/>
                <a:gd name="connsiteX162" fmla="*/ 204355 w 1397410"/>
                <a:gd name="connsiteY162" fmla="*/ 1063272 h 1276409"/>
                <a:gd name="connsiteX163" fmla="*/ 201813 w 1397410"/>
                <a:gd name="connsiteY163" fmla="*/ 1049939 h 1276409"/>
                <a:gd name="connsiteX164" fmla="*/ 231720 w 1397410"/>
                <a:gd name="connsiteY164" fmla="*/ 1032424 h 1276409"/>
                <a:gd name="connsiteX165" fmla="*/ 266165 w 1397410"/>
                <a:gd name="connsiteY165" fmla="*/ 1044321 h 1276409"/>
                <a:gd name="connsiteX166" fmla="*/ 282866 w 1397410"/>
                <a:gd name="connsiteY166" fmla="*/ 1035424 h 1276409"/>
                <a:gd name="connsiteX167" fmla="*/ 314832 w 1397410"/>
                <a:gd name="connsiteY167" fmla="*/ 986947 h 1276409"/>
                <a:gd name="connsiteX168" fmla="*/ 282078 w 1397410"/>
                <a:gd name="connsiteY168" fmla="*/ 980796 h 1276409"/>
                <a:gd name="connsiteX169" fmla="*/ 274375 w 1397410"/>
                <a:gd name="connsiteY169" fmla="*/ 929828 h 1276409"/>
                <a:gd name="connsiteX170" fmla="*/ 235901 w 1397410"/>
                <a:gd name="connsiteY170" fmla="*/ 935052 h 1276409"/>
                <a:gd name="connsiteX171" fmla="*/ 224793 w 1397410"/>
                <a:gd name="connsiteY171" fmla="*/ 932827 h 1276409"/>
                <a:gd name="connsiteX172" fmla="*/ 220484 w 1397410"/>
                <a:gd name="connsiteY172" fmla="*/ 937276 h 1276409"/>
                <a:gd name="connsiteX173" fmla="*/ 221653 w 1397410"/>
                <a:gd name="connsiteY173" fmla="*/ 946427 h 1276409"/>
                <a:gd name="connsiteX174" fmla="*/ 219442 w 1397410"/>
                <a:gd name="connsiteY174" fmla="*/ 955184 h 1276409"/>
                <a:gd name="connsiteX175" fmla="*/ 212921 w 1397410"/>
                <a:gd name="connsiteY175" fmla="*/ 962366 h 1276409"/>
                <a:gd name="connsiteX176" fmla="*/ 205295 w 1397410"/>
                <a:gd name="connsiteY176" fmla="*/ 962912 h 1276409"/>
                <a:gd name="connsiteX177" fmla="*/ 199957 w 1397410"/>
                <a:gd name="connsiteY177" fmla="*/ 954409 h 1276409"/>
                <a:gd name="connsiteX178" fmla="*/ 196030 w 1397410"/>
                <a:gd name="connsiteY178" fmla="*/ 947088 h 1276409"/>
                <a:gd name="connsiteX179" fmla="*/ 186764 w 1397410"/>
                <a:gd name="connsiteY179" fmla="*/ 948791 h 1276409"/>
                <a:gd name="connsiteX180" fmla="*/ 183510 w 1397410"/>
                <a:gd name="connsiteY180" fmla="*/ 958451 h 1276409"/>
                <a:gd name="connsiteX181" fmla="*/ 184158 w 1397410"/>
                <a:gd name="connsiteY181" fmla="*/ 971530 h 1276409"/>
                <a:gd name="connsiteX182" fmla="*/ 178146 w 1397410"/>
                <a:gd name="connsiteY182" fmla="*/ 981329 h 1276409"/>
                <a:gd name="connsiteX183" fmla="*/ 162894 w 1397410"/>
                <a:gd name="connsiteY183" fmla="*/ 984596 h 1276409"/>
                <a:gd name="connsiteX184" fmla="*/ 155725 w 1397410"/>
                <a:gd name="connsiteY184" fmla="*/ 993366 h 1276409"/>
                <a:gd name="connsiteX185" fmla="*/ 152980 w 1397410"/>
                <a:gd name="connsiteY185" fmla="*/ 1005771 h 1276409"/>
                <a:gd name="connsiteX186" fmla="*/ 141541 w 1397410"/>
                <a:gd name="connsiteY186" fmla="*/ 1015050 h 1276409"/>
                <a:gd name="connsiteX187" fmla="*/ 123264 w 1397410"/>
                <a:gd name="connsiteY187" fmla="*/ 1012965 h 1276409"/>
                <a:gd name="connsiteX188" fmla="*/ 106740 w 1397410"/>
                <a:gd name="connsiteY188" fmla="*/ 1020413 h 1276409"/>
                <a:gd name="connsiteX189" fmla="*/ 85336 w 1397410"/>
                <a:gd name="connsiteY189" fmla="*/ 1017147 h 1276409"/>
                <a:gd name="connsiteX190" fmla="*/ 101135 w 1397410"/>
                <a:gd name="connsiteY190" fmla="*/ 995705 h 1276409"/>
                <a:gd name="connsiteX191" fmla="*/ 81689 w 1397410"/>
                <a:gd name="connsiteY191" fmla="*/ 951016 h 1276409"/>
                <a:gd name="connsiteX192" fmla="*/ 50892 w 1397410"/>
                <a:gd name="connsiteY192" fmla="*/ 918719 h 1276409"/>
                <a:gd name="connsiteX193" fmla="*/ 28318 w 1397410"/>
                <a:gd name="connsiteY193" fmla="*/ 927349 h 1276409"/>
                <a:gd name="connsiteX194" fmla="*/ 8745 w 1397410"/>
                <a:gd name="connsiteY194" fmla="*/ 880423 h 1276409"/>
                <a:gd name="connsiteX195" fmla="*/ 0 w 1397410"/>
                <a:gd name="connsiteY195" fmla="*/ 849842 h 1276409"/>
                <a:gd name="connsiteX196" fmla="*/ 144718 w 1397410"/>
                <a:gd name="connsiteY196" fmla="*/ 781207 h 1276409"/>
                <a:gd name="connsiteX197" fmla="*/ 163250 w 1397410"/>
                <a:gd name="connsiteY197" fmla="*/ 774280 h 1276409"/>
                <a:gd name="connsiteX198" fmla="*/ 154111 w 1397410"/>
                <a:gd name="connsiteY198" fmla="*/ 746699 h 1276409"/>
                <a:gd name="connsiteX199" fmla="*/ 180612 w 1397410"/>
                <a:gd name="connsiteY199" fmla="*/ 731027 h 1276409"/>
                <a:gd name="connsiteX200" fmla="*/ 213659 w 1397410"/>
                <a:gd name="connsiteY200" fmla="*/ 714021 h 1276409"/>
                <a:gd name="connsiteX201" fmla="*/ 254636 w 1397410"/>
                <a:gd name="connsiteY201" fmla="*/ 709191 h 1276409"/>
                <a:gd name="connsiteX202" fmla="*/ 279307 w 1397410"/>
                <a:gd name="connsiteY202" fmla="*/ 668150 h 1276409"/>
                <a:gd name="connsiteX203" fmla="*/ 288560 w 1397410"/>
                <a:gd name="connsiteY203" fmla="*/ 648665 h 1276409"/>
                <a:gd name="connsiteX204" fmla="*/ 312836 w 1397410"/>
                <a:gd name="connsiteY204" fmla="*/ 639260 h 1276409"/>
                <a:gd name="connsiteX205" fmla="*/ 353166 w 1397410"/>
                <a:gd name="connsiteY205" fmla="*/ 626067 h 1276409"/>
                <a:gd name="connsiteX206" fmla="*/ 402875 w 1397410"/>
                <a:gd name="connsiteY206" fmla="*/ 610128 h 1276409"/>
                <a:gd name="connsiteX207" fmla="*/ 451301 w 1397410"/>
                <a:gd name="connsiteY207" fmla="*/ 549119 h 1276409"/>
                <a:gd name="connsiteX208" fmla="*/ 452483 w 1397410"/>
                <a:gd name="connsiteY208" fmla="*/ 534617 h 1276409"/>
                <a:gd name="connsiteX209" fmla="*/ 468002 w 1397410"/>
                <a:gd name="connsiteY209" fmla="*/ 515005 h 1276409"/>
                <a:gd name="connsiteX210" fmla="*/ 429109 w 1397410"/>
                <a:gd name="connsiteY210" fmla="*/ 468740 h 1276409"/>
                <a:gd name="connsiteX211" fmla="*/ 398058 w 1397410"/>
                <a:gd name="connsiteY211" fmla="*/ 454237 h 1276409"/>
                <a:gd name="connsiteX212" fmla="*/ 403549 w 1397410"/>
                <a:gd name="connsiteY212" fmla="*/ 424559 h 1276409"/>
                <a:gd name="connsiteX213" fmla="*/ 361516 w 1397410"/>
                <a:gd name="connsiteY213" fmla="*/ 388881 h 1276409"/>
                <a:gd name="connsiteX214" fmla="*/ 311947 w 1397410"/>
                <a:gd name="connsiteY214" fmla="*/ 393190 h 1276409"/>
                <a:gd name="connsiteX215" fmla="*/ 298372 w 1397410"/>
                <a:gd name="connsiteY215" fmla="*/ 396177 h 1276409"/>
                <a:gd name="connsiteX216" fmla="*/ 239524 w 1397410"/>
                <a:gd name="connsiteY216" fmla="*/ 391741 h 1276409"/>
                <a:gd name="connsiteX217" fmla="*/ 229610 w 1397410"/>
                <a:gd name="connsiteY217" fmla="*/ 385081 h 1276409"/>
                <a:gd name="connsiteX218" fmla="*/ 194225 w 1397410"/>
                <a:gd name="connsiteY218" fmla="*/ 370960 h 1276409"/>
                <a:gd name="connsiteX219" fmla="*/ 196767 w 1397410"/>
                <a:gd name="connsiteY219" fmla="*/ 362749 h 1276409"/>
                <a:gd name="connsiteX220" fmla="*/ 208384 w 1397410"/>
                <a:gd name="connsiteY220" fmla="*/ 299338 h 1276409"/>
                <a:gd name="connsiteX221" fmla="*/ 215031 w 1397410"/>
                <a:gd name="connsiteY221" fmla="*/ 303011 h 1276409"/>
                <a:gd name="connsiteX222" fmla="*/ 222594 w 1397410"/>
                <a:gd name="connsiteY222" fmla="*/ 303520 h 1276409"/>
                <a:gd name="connsiteX223" fmla="*/ 222085 w 1397410"/>
                <a:gd name="connsiteY223" fmla="*/ 296478 h 1276409"/>
                <a:gd name="connsiteX224" fmla="*/ 230983 w 1397410"/>
                <a:gd name="connsiteY224" fmla="*/ 295296 h 1276409"/>
                <a:gd name="connsiteX225" fmla="*/ 242612 w 1397410"/>
                <a:gd name="connsiteY225" fmla="*/ 302744 h 1276409"/>
                <a:gd name="connsiteX226" fmla="*/ 252781 w 1397410"/>
                <a:gd name="connsiteY226" fmla="*/ 298296 h 1276409"/>
                <a:gd name="connsiteX227" fmla="*/ 258653 w 1397410"/>
                <a:gd name="connsiteY227" fmla="*/ 301168 h 1276409"/>
                <a:gd name="connsiteX228" fmla="*/ 269342 w 1397410"/>
                <a:gd name="connsiteY228" fmla="*/ 304689 h 1276409"/>
                <a:gd name="connsiteX229" fmla="*/ 278239 w 1397410"/>
                <a:gd name="connsiteY229" fmla="*/ 301562 h 1276409"/>
                <a:gd name="connsiteX230" fmla="*/ 280591 w 1397410"/>
                <a:gd name="connsiteY230" fmla="*/ 335422 h 1276409"/>
                <a:gd name="connsiteX231" fmla="*/ 304994 w 1397410"/>
                <a:gd name="connsiteY231" fmla="*/ 348628 h 1276409"/>
                <a:gd name="connsiteX232" fmla="*/ 308121 w 1397410"/>
                <a:gd name="connsiteY232" fmla="*/ 349670 h 1276409"/>
                <a:gd name="connsiteX233" fmla="*/ 358364 w 1397410"/>
                <a:gd name="connsiteY233" fmla="*/ 339731 h 1276409"/>
                <a:gd name="connsiteX234" fmla="*/ 381992 w 1397410"/>
                <a:gd name="connsiteY234" fmla="*/ 302744 h 1276409"/>
                <a:gd name="connsiteX235" fmla="*/ 376642 w 1397410"/>
                <a:gd name="connsiteY235" fmla="*/ 270066 h 1276409"/>
                <a:gd name="connsiteX236" fmla="*/ 486394 w 1397410"/>
                <a:gd name="connsiteY236" fmla="*/ 261576 h 1276409"/>
                <a:gd name="connsiteX237" fmla="*/ 461469 w 1397410"/>
                <a:gd name="connsiteY237" fmla="*/ 239333 h 1276409"/>
                <a:gd name="connsiteX238" fmla="*/ 462118 w 1397410"/>
                <a:gd name="connsiteY238" fmla="*/ 193462 h 1276409"/>
                <a:gd name="connsiteX239" fmla="*/ 499321 w 1397410"/>
                <a:gd name="connsiteY239" fmla="*/ 217128 h 1276409"/>
                <a:gd name="connsiteX240" fmla="*/ 525275 w 1397410"/>
                <a:gd name="connsiteY240" fmla="*/ 221196 h 1276409"/>
                <a:gd name="connsiteX241" fmla="*/ 535710 w 1397410"/>
                <a:gd name="connsiteY241" fmla="*/ 206032 h 1276409"/>
                <a:gd name="connsiteX242" fmla="*/ 557381 w 1397410"/>
                <a:gd name="connsiteY242" fmla="*/ 207850 h 1276409"/>
                <a:gd name="connsiteX243" fmla="*/ 557775 w 1397410"/>
                <a:gd name="connsiteY243" fmla="*/ 190996 h 1276409"/>
                <a:gd name="connsiteX244" fmla="*/ 577996 w 1397410"/>
                <a:gd name="connsiteY244" fmla="*/ 117925 h 1276409"/>
                <a:gd name="connsiteX245" fmla="*/ 528541 w 1397410"/>
                <a:gd name="connsiteY245" fmla="*/ 93623 h 1276409"/>
                <a:gd name="connsiteX246" fmla="*/ 538061 w 1397410"/>
                <a:gd name="connsiteY246" fmla="*/ 79490 h 1276409"/>
                <a:gd name="connsiteX247" fmla="*/ 540145 w 1397410"/>
                <a:gd name="connsiteY247" fmla="*/ 42516 h 1276409"/>
                <a:gd name="connsiteX248" fmla="*/ 539891 w 1397410"/>
                <a:gd name="connsiteY248" fmla="*/ 38703 h 1276409"/>
                <a:gd name="connsiteX249" fmla="*/ 607878 w 1397410"/>
                <a:gd name="connsiteY249" fmla="*/ 58848 h 1276409"/>
                <a:gd name="connsiteX250" fmla="*/ 638027 w 1397410"/>
                <a:gd name="connsiteY250" fmla="*/ 44727 h 1276409"/>
                <a:gd name="connsiteX251" fmla="*/ 627338 w 1397410"/>
                <a:gd name="connsiteY251" fmla="*/ 23120 h 1276409"/>
                <a:gd name="connsiteX252" fmla="*/ 658261 w 1397410"/>
                <a:gd name="connsiteY252" fmla="*/ 16333 h 1276409"/>
                <a:gd name="connsiteX253" fmla="*/ 662952 w 1397410"/>
                <a:gd name="connsiteY253" fmla="*/ 47816 h 1276409"/>
                <a:gd name="connsiteX254" fmla="*/ 666218 w 1397410"/>
                <a:gd name="connsiteY254" fmla="*/ 50358 h 1276409"/>
                <a:gd name="connsiteX255" fmla="*/ 726503 w 1397410"/>
                <a:gd name="connsiteY255" fmla="*/ 64606 h 1276409"/>
                <a:gd name="connsiteX256" fmla="*/ 747131 w 1397410"/>
                <a:gd name="connsiteY256" fmla="*/ 97805 h 1276409"/>
                <a:gd name="connsiteX257" fmla="*/ 724253 w 1397410"/>
                <a:gd name="connsiteY257" fmla="*/ 139088 h 1276409"/>
                <a:gd name="connsiteX258" fmla="*/ 709128 w 1397410"/>
                <a:gd name="connsiteY258" fmla="*/ 147337 h 1276409"/>
                <a:gd name="connsiteX259" fmla="*/ 695248 w 1397410"/>
                <a:gd name="connsiteY259" fmla="*/ 163580 h 1276409"/>
                <a:gd name="connsiteX260" fmla="*/ 691067 w 1397410"/>
                <a:gd name="connsiteY260" fmla="*/ 188810 h 1276409"/>
                <a:gd name="connsiteX261" fmla="*/ 696290 w 1397410"/>
                <a:gd name="connsiteY261" fmla="*/ 219391 h 1276409"/>
                <a:gd name="connsiteX262" fmla="*/ 674505 w 1397410"/>
                <a:gd name="connsiteY262" fmla="*/ 260063 h 1276409"/>
                <a:gd name="connsiteX263" fmla="*/ 652707 w 1397410"/>
                <a:gd name="connsiteY263" fmla="*/ 275316 h 1276409"/>
                <a:gd name="connsiteX264" fmla="*/ 591508 w 1397410"/>
                <a:gd name="connsiteY264" fmla="*/ 275163 h 1276409"/>
                <a:gd name="connsiteX265" fmla="*/ 609899 w 1397410"/>
                <a:gd name="connsiteY265" fmla="*/ 363143 h 1276409"/>
                <a:gd name="connsiteX266" fmla="*/ 608628 w 1397410"/>
                <a:gd name="connsiteY266" fmla="*/ 369803 h 1276409"/>
                <a:gd name="connsiteX267" fmla="*/ 614983 w 1397410"/>
                <a:gd name="connsiteY267" fmla="*/ 402748 h 1276409"/>
                <a:gd name="connsiteX268" fmla="*/ 702684 w 1397410"/>
                <a:gd name="connsiteY268" fmla="*/ 390585 h 1276409"/>
                <a:gd name="connsiteX269" fmla="*/ 728536 w 1397410"/>
                <a:gd name="connsiteY269" fmla="*/ 387318 h 1276409"/>
                <a:gd name="connsiteX270" fmla="*/ 786469 w 1397410"/>
                <a:gd name="connsiteY270" fmla="*/ 403269 h 1276409"/>
                <a:gd name="connsiteX271" fmla="*/ 832226 w 1397410"/>
                <a:gd name="connsiteY271" fmla="*/ 470316 h 1276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Lst>
              <a:rect l="l" t="t" r="r" b="b"/>
              <a:pathLst>
                <a:path w="1397410" h="1276409">
                  <a:moveTo>
                    <a:pt x="163453" y="168728"/>
                  </a:moveTo>
                  <a:lnTo>
                    <a:pt x="197657" y="167292"/>
                  </a:lnTo>
                  <a:lnTo>
                    <a:pt x="233537" y="222327"/>
                  </a:lnTo>
                  <a:lnTo>
                    <a:pt x="216696" y="262440"/>
                  </a:lnTo>
                  <a:lnTo>
                    <a:pt x="81968" y="255907"/>
                  </a:lnTo>
                  <a:lnTo>
                    <a:pt x="83137" y="210036"/>
                  </a:lnTo>
                  <a:close/>
                  <a:moveTo>
                    <a:pt x="688385" y="1011503"/>
                  </a:moveTo>
                  <a:lnTo>
                    <a:pt x="713310" y="1003534"/>
                  </a:lnTo>
                  <a:lnTo>
                    <a:pt x="731307" y="1015304"/>
                  </a:lnTo>
                  <a:lnTo>
                    <a:pt x="710310" y="1042097"/>
                  </a:lnTo>
                  <a:lnTo>
                    <a:pt x="678191" y="1038563"/>
                  </a:lnTo>
                  <a:close/>
                  <a:moveTo>
                    <a:pt x="344065" y="0"/>
                  </a:moveTo>
                  <a:lnTo>
                    <a:pt x="361949" y="16727"/>
                  </a:lnTo>
                  <a:lnTo>
                    <a:pt x="387267" y="15151"/>
                  </a:lnTo>
                  <a:lnTo>
                    <a:pt x="397054" y="52150"/>
                  </a:lnTo>
                  <a:lnTo>
                    <a:pt x="381916" y="73185"/>
                  </a:lnTo>
                  <a:lnTo>
                    <a:pt x="385056" y="123124"/>
                  </a:lnTo>
                  <a:lnTo>
                    <a:pt x="313141" y="128869"/>
                  </a:lnTo>
                  <a:lnTo>
                    <a:pt x="291737" y="135148"/>
                  </a:lnTo>
                  <a:lnTo>
                    <a:pt x="247633" y="152268"/>
                  </a:lnTo>
                  <a:lnTo>
                    <a:pt x="231720" y="158801"/>
                  </a:lnTo>
                  <a:lnTo>
                    <a:pt x="213684" y="120899"/>
                  </a:lnTo>
                  <a:lnTo>
                    <a:pt x="233664" y="95021"/>
                  </a:lnTo>
                  <a:lnTo>
                    <a:pt x="184717" y="68254"/>
                  </a:lnTo>
                  <a:lnTo>
                    <a:pt x="163110" y="66157"/>
                  </a:lnTo>
                  <a:lnTo>
                    <a:pt x="188289" y="16117"/>
                  </a:lnTo>
                  <a:lnTo>
                    <a:pt x="247938" y="45795"/>
                  </a:lnTo>
                  <a:lnTo>
                    <a:pt x="263978" y="64987"/>
                  </a:lnTo>
                  <a:lnTo>
                    <a:pt x="297381" y="60806"/>
                  </a:lnTo>
                  <a:lnTo>
                    <a:pt x="316446" y="36898"/>
                  </a:lnTo>
                  <a:lnTo>
                    <a:pt x="325343" y="20946"/>
                  </a:lnTo>
                  <a:close/>
                  <a:moveTo>
                    <a:pt x="905856" y="488174"/>
                  </a:moveTo>
                  <a:lnTo>
                    <a:pt x="917295" y="484119"/>
                  </a:lnTo>
                  <a:lnTo>
                    <a:pt x="942894" y="416158"/>
                  </a:lnTo>
                  <a:lnTo>
                    <a:pt x="998221" y="400727"/>
                  </a:lnTo>
                  <a:lnTo>
                    <a:pt x="1010093" y="380721"/>
                  </a:lnTo>
                  <a:lnTo>
                    <a:pt x="1089430" y="352238"/>
                  </a:lnTo>
                  <a:lnTo>
                    <a:pt x="1069589" y="316815"/>
                  </a:lnTo>
                  <a:lnTo>
                    <a:pt x="1090752" y="298258"/>
                  </a:lnTo>
                  <a:lnTo>
                    <a:pt x="1108546" y="281518"/>
                  </a:lnTo>
                  <a:lnTo>
                    <a:pt x="1151608" y="307536"/>
                  </a:lnTo>
                  <a:lnTo>
                    <a:pt x="1206033" y="278659"/>
                  </a:lnTo>
                  <a:lnTo>
                    <a:pt x="1213736" y="260496"/>
                  </a:lnTo>
                  <a:lnTo>
                    <a:pt x="1246223" y="245981"/>
                  </a:lnTo>
                  <a:lnTo>
                    <a:pt x="1256531" y="237083"/>
                  </a:lnTo>
                  <a:lnTo>
                    <a:pt x="1225607" y="173532"/>
                  </a:lnTo>
                  <a:lnTo>
                    <a:pt x="1245689" y="137461"/>
                  </a:lnTo>
                  <a:lnTo>
                    <a:pt x="1281710" y="125818"/>
                  </a:lnTo>
                  <a:lnTo>
                    <a:pt x="1296466" y="163860"/>
                  </a:lnTo>
                  <a:lnTo>
                    <a:pt x="1307804" y="216391"/>
                  </a:lnTo>
                  <a:lnTo>
                    <a:pt x="1298551" y="217306"/>
                  </a:lnTo>
                  <a:lnTo>
                    <a:pt x="1273372" y="236664"/>
                  </a:lnTo>
                  <a:lnTo>
                    <a:pt x="1347879" y="277337"/>
                  </a:lnTo>
                  <a:lnTo>
                    <a:pt x="1351934" y="294343"/>
                  </a:lnTo>
                  <a:lnTo>
                    <a:pt x="1355569" y="316421"/>
                  </a:lnTo>
                  <a:lnTo>
                    <a:pt x="1387942" y="314463"/>
                  </a:lnTo>
                  <a:lnTo>
                    <a:pt x="1389785" y="321657"/>
                  </a:lnTo>
                  <a:lnTo>
                    <a:pt x="1397411" y="352632"/>
                  </a:lnTo>
                  <a:lnTo>
                    <a:pt x="1390484" y="387534"/>
                  </a:lnTo>
                  <a:lnTo>
                    <a:pt x="1385667" y="397601"/>
                  </a:lnTo>
                  <a:lnTo>
                    <a:pt x="1381612" y="406358"/>
                  </a:lnTo>
                  <a:lnTo>
                    <a:pt x="1373783" y="410260"/>
                  </a:lnTo>
                  <a:lnTo>
                    <a:pt x="1359293" y="451187"/>
                  </a:lnTo>
                  <a:lnTo>
                    <a:pt x="1337686" y="496270"/>
                  </a:lnTo>
                  <a:lnTo>
                    <a:pt x="1319154" y="502803"/>
                  </a:lnTo>
                  <a:lnTo>
                    <a:pt x="1262505" y="537438"/>
                  </a:lnTo>
                  <a:lnTo>
                    <a:pt x="1231822" y="549208"/>
                  </a:lnTo>
                  <a:lnTo>
                    <a:pt x="1230145" y="503337"/>
                  </a:lnTo>
                  <a:lnTo>
                    <a:pt x="1199640" y="501506"/>
                  </a:lnTo>
                  <a:lnTo>
                    <a:pt x="1170000" y="495495"/>
                  </a:lnTo>
                  <a:lnTo>
                    <a:pt x="1165310" y="491821"/>
                  </a:lnTo>
                  <a:lnTo>
                    <a:pt x="1146778" y="483458"/>
                  </a:lnTo>
                  <a:lnTo>
                    <a:pt x="1131895" y="508167"/>
                  </a:lnTo>
                  <a:lnTo>
                    <a:pt x="1125374" y="526596"/>
                  </a:lnTo>
                  <a:lnTo>
                    <a:pt x="1128120" y="536917"/>
                  </a:lnTo>
                  <a:lnTo>
                    <a:pt x="1128641" y="542929"/>
                  </a:lnTo>
                  <a:lnTo>
                    <a:pt x="1117278" y="552741"/>
                  </a:lnTo>
                  <a:lnTo>
                    <a:pt x="1117278" y="560571"/>
                  </a:lnTo>
                  <a:lnTo>
                    <a:pt x="1108012" y="568566"/>
                  </a:lnTo>
                  <a:lnTo>
                    <a:pt x="1095302" y="570370"/>
                  </a:lnTo>
                  <a:lnTo>
                    <a:pt x="1078067" y="570243"/>
                  </a:lnTo>
                  <a:lnTo>
                    <a:pt x="1053536" y="585152"/>
                  </a:lnTo>
                  <a:lnTo>
                    <a:pt x="1035742" y="631824"/>
                  </a:lnTo>
                  <a:lnTo>
                    <a:pt x="1031827" y="636133"/>
                  </a:lnTo>
                  <a:lnTo>
                    <a:pt x="1022040" y="651385"/>
                  </a:lnTo>
                  <a:lnTo>
                    <a:pt x="1020998" y="670336"/>
                  </a:lnTo>
                  <a:lnTo>
                    <a:pt x="1015393" y="679348"/>
                  </a:lnTo>
                  <a:lnTo>
                    <a:pt x="1000382" y="695960"/>
                  </a:lnTo>
                  <a:lnTo>
                    <a:pt x="989019" y="701832"/>
                  </a:lnTo>
                  <a:lnTo>
                    <a:pt x="982499" y="704717"/>
                  </a:lnTo>
                  <a:lnTo>
                    <a:pt x="961375" y="717516"/>
                  </a:lnTo>
                  <a:lnTo>
                    <a:pt x="943224" y="707844"/>
                  </a:lnTo>
                  <a:lnTo>
                    <a:pt x="942703" y="700790"/>
                  </a:lnTo>
                  <a:lnTo>
                    <a:pt x="938890" y="695960"/>
                  </a:lnTo>
                  <a:lnTo>
                    <a:pt x="930667" y="699773"/>
                  </a:lnTo>
                  <a:lnTo>
                    <a:pt x="901827" y="731943"/>
                  </a:lnTo>
                  <a:lnTo>
                    <a:pt x="866328" y="691816"/>
                  </a:lnTo>
                  <a:lnTo>
                    <a:pt x="844403" y="727634"/>
                  </a:lnTo>
                  <a:lnTo>
                    <a:pt x="806564" y="722270"/>
                  </a:lnTo>
                  <a:lnTo>
                    <a:pt x="697981" y="621224"/>
                  </a:lnTo>
                  <a:lnTo>
                    <a:pt x="677645" y="630121"/>
                  </a:lnTo>
                  <a:lnTo>
                    <a:pt x="649326" y="642831"/>
                  </a:lnTo>
                  <a:lnTo>
                    <a:pt x="629753" y="654461"/>
                  </a:lnTo>
                  <a:lnTo>
                    <a:pt x="626486" y="655910"/>
                  </a:lnTo>
                  <a:lnTo>
                    <a:pt x="552373" y="660092"/>
                  </a:lnTo>
                  <a:lnTo>
                    <a:pt x="540502" y="662570"/>
                  </a:lnTo>
                  <a:lnTo>
                    <a:pt x="485847" y="674340"/>
                  </a:lnTo>
                  <a:lnTo>
                    <a:pt x="494592" y="686872"/>
                  </a:lnTo>
                  <a:lnTo>
                    <a:pt x="515983" y="711708"/>
                  </a:lnTo>
                  <a:lnTo>
                    <a:pt x="520292" y="750538"/>
                  </a:lnTo>
                  <a:lnTo>
                    <a:pt x="520813" y="767658"/>
                  </a:lnTo>
                  <a:lnTo>
                    <a:pt x="561410" y="800603"/>
                  </a:lnTo>
                  <a:lnTo>
                    <a:pt x="568451" y="815232"/>
                  </a:lnTo>
                  <a:lnTo>
                    <a:pt x="608781" y="813135"/>
                  </a:lnTo>
                  <a:lnTo>
                    <a:pt x="608260" y="836408"/>
                  </a:lnTo>
                  <a:lnTo>
                    <a:pt x="625482" y="868959"/>
                  </a:lnTo>
                  <a:lnTo>
                    <a:pt x="626906" y="871704"/>
                  </a:lnTo>
                  <a:lnTo>
                    <a:pt x="623003" y="896400"/>
                  </a:lnTo>
                  <a:lnTo>
                    <a:pt x="653279" y="898484"/>
                  </a:lnTo>
                  <a:lnTo>
                    <a:pt x="677937" y="928544"/>
                  </a:lnTo>
                  <a:lnTo>
                    <a:pt x="671035" y="947380"/>
                  </a:lnTo>
                  <a:lnTo>
                    <a:pt x="676119" y="984494"/>
                  </a:lnTo>
                  <a:lnTo>
                    <a:pt x="674416" y="995730"/>
                  </a:lnTo>
                  <a:lnTo>
                    <a:pt x="634354" y="1013524"/>
                  </a:lnTo>
                  <a:lnTo>
                    <a:pt x="633972" y="1046075"/>
                  </a:lnTo>
                  <a:lnTo>
                    <a:pt x="618174" y="1053536"/>
                  </a:lnTo>
                  <a:lnTo>
                    <a:pt x="571718" y="1041512"/>
                  </a:lnTo>
                  <a:lnTo>
                    <a:pt x="566367" y="1037445"/>
                  </a:lnTo>
                  <a:lnTo>
                    <a:pt x="536866" y="1042809"/>
                  </a:lnTo>
                  <a:lnTo>
                    <a:pt x="506858" y="1046202"/>
                  </a:lnTo>
                  <a:lnTo>
                    <a:pt x="498901" y="1058353"/>
                  </a:lnTo>
                  <a:lnTo>
                    <a:pt x="475921" y="1008034"/>
                  </a:lnTo>
                  <a:lnTo>
                    <a:pt x="443561" y="997192"/>
                  </a:lnTo>
                  <a:lnTo>
                    <a:pt x="402888" y="1011834"/>
                  </a:lnTo>
                  <a:lnTo>
                    <a:pt x="370668" y="1019015"/>
                  </a:lnTo>
                  <a:lnTo>
                    <a:pt x="368304" y="1025675"/>
                  </a:lnTo>
                  <a:lnTo>
                    <a:pt x="384103" y="1048821"/>
                  </a:lnTo>
                  <a:lnTo>
                    <a:pt x="354208" y="1095086"/>
                  </a:lnTo>
                  <a:lnTo>
                    <a:pt x="333338" y="1132466"/>
                  </a:lnTo>
                  <a:lnTo>
                    <a:pt x="307917" y="1149600"/>
                  </a:lnTo>
                  <a:lnTo>
                    <a:pt x="282866" y="1160187"/>
                  </a:lnTo>
                  <a:lnTo>
                    <a:pt x="272939" y="1164089"/>
                  </a:lnTo>
                  <a:lnTo>
                    <a:pt x="244977" y="1175986"/>
                  </a:lnTo>
                  <a:lnTo>
                    <a:pt x="257903" y="1215197"/>
                  </a:lnTo>
                  <a:lnTo>
                    <a:pt x="270041" y="1231809"/>
                  </a:lnTo>
                  <a:lnTo>
                    <a:pt x="264067" y="1251574"/>
                  </a:lnTo>
                  <a:lnTo>
                    <a:pt x="255590" y="1264106"/>
                  </a:lnTo>
                  <a:lnTo>
                    <a:pt x="231313" y="1271567"/>
                  </a:lnTo>
                  <a:lnTo>
                    <a:pt x="208435" y="1276409"/>
                  </a:lnTo>
                  <a:lnTo>
                    <a:pt x="191848" y="1255628"/>
                  </a:lnTo>
                  <a:lnTo>
                    <a:pt x="189382" y="1198763"/>
                  </a:lnTo>
                  <a:lnTo>
                    <a:pt x="151531" y="1211193"/>
                  </a:lnTo>
                  <a:lnTo>
                    <a:pt x="145252" y="1213418"/>
                  </a:lnTo>
                  <a:lnTo>
                    <a:pt x="84065" y="1213011"/>
                  </a:lnTo>
                  <a:lnTo>
                    <a:pt x="62522" y="1133026"/>
                  </a:lnTo>
                  <a:lnTo>
                    <a:pt x="93585" y="1122972"/>
                  </a:lnTo>
                  <a:lnTo>
                    <a:pt x="131957" y="1145571"/>
                  </a:lnTo>
                  <a:lnTo>
                    <a:pt x="176710" y="1130547"/>
                  </a:lnTo>
                  <a:lnTo>
                    <a:pt x="202296" y="1129505"/>
                  </a:lnTo>
                  <a:lnTo>
                    <a:pt x="193399" y="1114342"/>
                  </a:lnTo>
                  <a:lnTo>
                    <a:pt x="164928" y="1093332"/>
                  </a:lnTo>
                  <a:lnTo>
                    <a:pt x="174867" y="1077774"/>
                  </a:lnTo>
                  <a:lnTo>
                    <a:pt x="204355" y="1063272"/>
                  </a:lnTo>
                  <a:lnTo>
                    <a:pt x="201813" y="1049939"/>
                  </a:lnTo>
                  <a:lnTo>
                    <a:pt x="231720" y="1032424"/>
                  </a:lnTo>
                  <a:lnTo>
                    <a:pt x="266165" y="1044321"/>
                  </a:lnTo>
                  <a:lnTo>
                    <a:pt x="282866" y="1035424"/>
                  </a:lnTo>
                  <a:lnTo>
                    <a:pt x="314832" y="986947"/>
                  </a:lnTo>
                  <a:lnTo>
                    <a:pt x="282078" y="980796"/>
                  </a:lnTo>
                  <a:lnTo>
                    <a:pt x="274375" y="929828"/>
                  </a:lnTo>
                  <a:lnTo>
                    <a:pt x="235901" y="935052"/>
                  </a:lnTo>
                  <a:lnTo>
                    <a:pt x="224793" y="932827"/>
                  </a:lnTo>
                  <a:lnTo>
                    <a:pt x="220484" y="937276"/>
                  </a:lnTo>
                  <a:lnTo>
                    <a:pt x="221653" y="946427"/>
                  </a:lnTo>
                  <a:lnTo>
                    <a:pt x="219442" y="955184"/>
                  </a:lnTo>
                  <a:lnTo>
                    <a:pt x="212921" y="962366"/>
                  </a:lnTo>
                  <a:lnTo>
                    <a:pt x="205295" y="962912"/>
                  </a:lnTo>
                  <a:lnTo>
                    <a:pt x="199957" y="954409"/>
                  </a:lnTo>
                  <a:lnTo>
                    <a:pt x="196030" y="947088"/>
                  </a:lnTo>
                  <a:lnTo>
                    <a:pt x="186764" y="948791"/>
                  </a:lnTo>
                  <a:lnTo>
                    <a:pt x="183510" y="958451"/>
                  </a:lnTo>
                  <a:lnTo>
                    <a:pt x="184158" y="971530"/>
                  </a:lnTo>
                  <a:lnTo>
                    <a:pt x="178146" y="981329"/>
                  </a:lnTo>
                  <a:lnTo>
                    <a:pt x="162894" y="984596"/>
                  </a:lnTo>
                  <a:lnTo>
                    <a:pt x="155725" y="993366"/>
                  </a:lnTo>
                  <a:lnTo>
                    <a:pt x="152980" y="1005771"/>
                  </a:lnTo>
                  <a:lnTo>
                    <a:pt x="141541" y="1015050"/>
                  </a:lnTo>
                  <a:lnTo>
                    <a:pt x="123264" y="1012965"/>
                  </a:lnTo>
                  <a:lnTo>
                    <a:pt x="106740" y="1020413"/>
                  </a:lnTo>
                  <a:lnTo>
                    <a:pt x="85336" y="1017147"/>
                  </a:lnTo>
                  <a:lnTo>
                    <a:pt x="101135" y="995705"/>
                  </a:lnTo>
                  <a:lnTo>
                    <a:pt x="81689" y="951016"/>
                  </a:lnTo>
                  <a:lnTo>
                    <a:pt x="50892" y="918719"/>
                  </a:lnTo>
                  <a:lnTo>
                    <a:pt x="28318" y="927349"/>
                  </a:lnTo>
                  <a:lnTo>
                    <a:pt x="8745" y="880423"/>
                  </a:lnTo>
                  <a:lnTo>
                    <a:pt x="0" y="849842"/>
                  </a:lnTo>
                  <a:lnTo>
                    <a:pt x="144718" y="781207"/>
                  </a:lnTo>
                  <a:lnTo>
                    <a:pt x="163250" y="774280"/>
                  </a:lnTo>
                  <a:lnTo>
                    <a:pt x="154111" y="746699"/>
                  </a:lnTo>
                  <a:lnTo>
                    <a:pt x="180612" y="731027"/>
                  </a:lnTo>
                  <a:lnTo>
                    <a:pt x="213659" y="714021"/>
                  </a:lnTo>
                  <a:lnTo>
                    <a:pt x="254636" y="709191"/>
                  </a:lnTo>
                  <a:lnTo>
                    <a:pt x="279307" y="668150"/>
                  </a:lnTo>
                  <a:lnTo>
                    <a:pt x="288560" y="648665"/>
                  </a:lnTo>
                  <a:lnTo>
                    <a:pt x="312836" y="639260"/>
                  </a:lnTo>
                  <a:lnTo>
                    <a:pt x="353166" y="626067"/>
                  </a:lnTo>
                  <a:lnTo>
                    <a:pt x="402875" y="610128"/>
                  </a:lnTo>
                  <a:lnTo>
                    <a:pt x="451301" y="549119"/>
                  </a:lnTo>
                  <a:lnTo>
                    <a:pt x="452483" y="534617"/>
                  </a:lnTo>
                  <a:lnTo>
                    <a:pt x="468002" y="515005"/>
                  </a:lnTo>
                  <a:lnTo>
                    <a:pt x="429109" y="468740"/>
                  </a:lnTo>
                  <a:lnTo>
                    <a:pt x="398058" y="454237"/>
                  </a:lnTo>
                  <a:lnTo>
                    <a:pt x="403549" y="424559"/>
                  </a:lnTo>
                  <a:lnTo>
                    <a:pt x="361516" y="388881"/>
                  </a:lnTo>
                  <a:lnTo>
                    <a:pt x="311947" y="393190"/>
                  </a:lnTo>
                  <a:lnTo>
                    <a:pt x="298372" y="396177"/>
                  </a:lnTo>
                  <a:lnTo>
                    <a:pt x="239524" y="391741"/>
                  </a:lnTo>
                  <a:lnTo>
                    <a:pt x="229610" y="385081"/>
                  </a:lnTo>
                  <a:lnTo>
                    <a:pt x="194225" y="370960"/>
                  </a:lnTo>
                  <a:lnTo>
                    <a:pt x="196767" y="362749"/>
                  </a:lnTo>
                  <a:lnTo>
                    <a:pt x="208384" y="299338"/>
                  </a:lnTo>
                  <a:lnTo>
                    <a:pt x="215031" y="303011"/>
                  </a:lnTo>
                  <a:lnTo>
                    <a:pt x="222594" y="303520"/>
                  </a:lnTo>
                  <a:lnTo>
                    <a:pt x="222085" y="296478"/>
                  </a:lnTo>
                  <a:lnTo>
                    <a:pt x="230983" y="295296"/>
                  </a:lnTo>
                  <a:lnTo>
                    <a:pt x="242612" y="302744"/>
                  </a:lnTo>
                  <a:lnTo>
                    <a:pt x="252781" y="298296"/>
                  </a:lnTo>
                  <a:lnTo>
                    <a:pt x="258653" y="301168"/>
                  </a:lnTo>
                  <a:lnTo>
                    <a:pt x="269342" y="304689"/>
                  </a:lnTo>
                  <a:lnTo>
                    <a:pt x="278239" y="301562"/>
                  </a:lnTo>
                  <a:lnTo>
                    <a:pt x="280591" y="335422"/>
                  </a:lnTo>
                  <a:lnTo>
                    <a:pt x="304994" y="348628"/>
                  </a:lnTo>
                  <a:lnTo>
                    <a:pt x="308121" y="349670"/>
                  </a:lnTo>
                  <a:lnTo>
                    <a:pt x="358364" y="339731"/>
                  </a:lnTo>
                  <a:lnTo>
                    <a:pt x="381992" y="302744"/>
                  </a:lnTo>
                  <a:lnTo>
                    <a:pt x="376642" y="270066"/>
                  </a:lnTo>
                  <a:lnTo>
                    <a:pt x="486394" y="261576"/>
                  </a:lnTo>
                  <a:lnTo>
                    <a:pt x="461469" y="239333"/>
                  </a:lnTo>
                  <a:lnTo>
                    <a:pt x="462118" y="193462"/>
                  </a:lnTo>
                  <a:lnTo>
                    <a:pt x="499321" y="217128"/>
                  </a:lnTo>
                  <a:lnTo>
                    <a:pt x="525275" y="221196"/>
                  </a:lnTo>
                  <a:lnTo>
                    <a:pt x="535710" y="206032"/>
                  </a:lnTo>
                  <a:lnTo>
                    <a:pt x="557381" y="207850"/>
                  </a:lnTo>
                  <a:lnTo>
                    <a:pt x="557775" y="190996"/>
                  </a:lnTo>
                  <a:lnTo>
                    <a:pt x="577996" y="117925"/>
                  </a:lnTo>
                  <a:lnTo>
                    <a:pt x="528541" y="93623"/>
                  </a:lnTo>
                  <a:lnTo>
                    <a:pt x="538061" y="79490"/>
                  </a:lnTo>
                  <a:lnTo>
                    <a:pt x="540145" y="42516"/>
                  </a:lnTo>
                  <a:lnTo>
                    <a:pt x="539891" y="38703"/>
                  </a:lnTo>
                  <a:lnTo>
                    <a:pt x="607878" y="58848"/>
                  </a:lnTo>
                  <a:lnTo>
                    <a:pt x="638027" y="44727"/>
                  </a:lnTo>
                  <a:lnTo>
                    <a:pt x="627338" y="23120"/>
                  </a:lnTo>
                  <a:lnTo>
                    <a:pt x="658261" y="16333"/>
                  </a:lnTo>
                  <a:lnTo>
                    <a:pt x="662952" y="47816"/>
                  </a:lnTo>
                  <a:lnTo>
                    <a:pt x="666218" y="50358"/>
                  </a:lnTo>
                  <a:lnTo>
                    <a:pt x="726503" y="64606"/>
                  </a:lnTo>
                  <a:lnTo>
                    <a:pt x="747131" y="97805"/>
                  </a:lnTo>
                  <a:lnTo>
                    <a:pt x="724253" y="139088"/>
                  </a:lnTo>
                  <a:lnTo>
                    <a:pt x="709128" y="147337"/>
                  </a:lnTo>
                  <a:lnTo>
                    <a:pt x="695248" y="163580"/>
                  </a:lnTo>
                  <a:lnTo>
                    <a:pt x="691067" y="188810"/>
                  </a:lnTo>
                  <a:lnTo>
                    <a:pt x="696290" y="219391"/>
                  </a:lnTo>
                  <a:lnTo>
                    <a:pt x="674505" y="260063"/>
                  </a:lnTo>
                  <a:lnTo>
                    <a:pt x="652707" y="275316"/>
                  </a:lnTo>
                  <a:lnTo>
                    <a:pt x="591508" y="275163"/>
                  </a:lnTo>
                  <a:lnTo>
                    <a:pt x="609899" y="363143"/>
                  </a:lnTo>
                  <a:lnTo>
                    <a:pt x="608628" y="369803"/>
                  </a:lnTo>
                  <a:lnTo>
                    <a:pt x="614983" y="402748"/>
                  </a:lnTo>
                  <a:lnTo>
                    <a:pt x="702684" y="390585"/>
                  </a:lnTo>
                  <a:lnTo>
                    <a:pt x="728536" y="387318"/>
                  </a:lnTo>
                  <a:lnTo>
                    <a:pt x="786469" y="403269"/>
                  </a:lnTo>
                  <a:lnTo>
                    <a:pt x="832226" y="470316"/>
                  </a:lnTo>
                  <a:close/>
                </a:path>
              </a:pathLst>
            </a:custGeom>
            <a:noFill/>
            <a:ln w="3810" cap="flat">
              <a:solidFill>
                <a:srgbClr val="E6E4E2"/>
              </a:solidFill>
              <a:prstDash val="solid"/>
              <a:miter/>
            </a:ln>
          </p:spPr>
          <p:txBody>
            <a:bodyPr rtlCol="0" anchor="ctr"/>
            <a:lstStyle/>
            <a:p>
              <a:endParaRPr lang="de-CH"/>
            </a:p>
          </p:txBody>
        </p:sp>
        <p:sp>
          <p:nvSpPr>
            <p:cNvPr id="104" name="Freihandform: Form 103">
              <a:extLst>
                <a:ext uri="{FF2B5EF4-FFF2-40B4-BE49-F238E27FC236}">
                  <a16:creationId xmlns:a16="http://schemas.microsoft.com/office/drawing/2014/main" id="{5838213D-6A64-AAAB-78FD-45BB29EEFBBB}"/>
                </a:ext>
              </a:extLst>
            </p:cNvPr>
            <p:cNvSpPr/>
            <p:nvPr/>
          </p:nvSpPr>
          <p:spPr>
            <a:xfrm>
              <a:off x="4762326" y="1116951"/>
              <a:ext cx="274959" cy="245967"/>
            </a:xfrm>
            <a:custGeom>
              <a:avLst/>
              <a:gdLst>
                <a:gd name="connsiteX0" fmla="*/ 64847 w 274959"/>
                <a:gd name="connsiteY0" fmla="*/ 58810 h 245967"/>
                <a:gd name="connsiteX1" fmla="*/ 69550 w 274959"/>
                <a:gd name="connsiteY1" fmla="*/ 35538 h 245967"/>
                <a:gd name="connsiteX2" fmla="*/ 93687 w 274959"/>
                <a:gd name="connsiteY2" fmla="*/ 41156 h 245967"/>
                <a:gd name="connsiteX3" fmla="*/ 100589 w 274959"/>
                <a:gd name="connsiteY3" fmla="*/ 50955 h 245967"/>
                <a:gd name="connsiteX4" fmla="*/ 101389 w 274959"/>
                <a:gd name="connsiteY4" fmla="*/ 71228 h 245967"/>
                <a:gd name="connsiteX5" fmla="*/ 125526 w 274959"/>
                <a:gd name="connsiteY5" fmla="*/ 73058 h 245967"/>
                <a:gd name="connsiteX6" fmla="*/ 141198 w 274959"/>
                <a:gd name="connsiteY6" fmla="*/ 66525 h 245967"/>
                <a:gd name="connsiteX7" fmla="*/ 165080 w 274959"/>
                <a:gd name="connsiteY7" fmla="*/ 41156 h 245967"/>
                <a:gd name="connsiteX8" fmla="*/ 182951 w 274959"/>
                <a:gd name="connsiteY8" fmla="*/ 14235 h 245967"/>
                <a:gd name="connsiteX9" fmla="*/ 222759 w 274959"/>
                <a:gd name="connsiteY9" fmla="*/ 27314 h 245967"/>
                <a:gd name="connsiteX10" fmla="*/ 252247 w 274959"/>
                <a:gd name="connsiteY10" fmla="*/ 0 h 245967"/>
                <a:gd name="connsiteX11" fmla="*/ 271553 w 274959"/>
                <a:gd name="connsiteY11" fmla="*/ 16854 h 245967"/>
                <a:gd name="connsiteX12" fmla="*/ 238939 w 274959"/>
                <a:gd name="connsiteY12" fmla="*/ 48362 h 245967"/>
                <a:gd name="connsiteX13" fmla="*/ 255246 w 274959"/>
                <a:gd name="connsiteY13" fmla="*/ 61683 h 245967"/>
                <a:gd name="connsiteX14" fmla="*/ 274960 w 274959"/>
                <a:gd name="connsiteY14" fmla="*/ 87306 h 245967"/>
                <a:gd name="connsiteX15" fmla="*/ 268948 w 274959"/>
                <a:gd name="connsiteY15" fmla="*/ 111494 h 245967"/>
                <a:gd name="connsiteX16" fmla="*/ 255386 w 274959"/>
                <a:gd name="connsiteY16" fmla="*/ 104414 h 245967"/>
                <a:gd name="connsiteX17" fmla="*/ 248332 w 274959"/>
                <a:gd name="connsiteY17" fmla="*/ 106257 h 245967"/>
                <a:gd name="connsiteX18" fmla="*/ 242968 w 274959"/>
                <a:gd name="connsiteY18" fmla="*/ 117366 h 245967"/>
                <a:gd name="connsiteX19" fmla="*/ 227068 w 274959"/>
                <a:gd name="connsiteY19" fmla="*/ 113311 h 245967"/>
                <a:gd name="connsiteX20" fmla="*/ 199919 w 274959"/>
                <a:gd name="connsiteY20" fmla="*/ 122717 h 245967"/>
                <a:gd name="connsiteX21" fmla="*/ 183993 w 274959"/>
                <a:gd name="connsiteY21" fmla="*/ 122717 h 245967"/>
                <a:gd name="connsiteX22" fmla="*/ 157378 w 274959"/>
                <a:gd name="connsiteY22" fmla="*/ 120111 h 245967"/>
                <a:gd name="connsiteX23" fmla="*/ 127102 w 274959"/>
                <a:gd name="connsiteY23" fmla="*/ 128335 h 245967"/>
                <a:gd name="connsiteX24" fmla="*/ 132453 w 274959"/>
                <a:gd name="connsiteY24" fmla="*/ 155522 h 245967"/>
                <a:gd name="connsiteX25" fmla="*/ 136889 w 274959"/>
                <a:gd name="connsiteY25" fmla="*/ 177498 h 245967"/>
                <a:gd name="connsiteX26" fmla="*/ 136749 w 274959"/>
                <a:gd name="connsiteY26" fmla="*/ 183764 h 245967"/>
                <a:gd name="connsiteX27" fmla="*/ 121484 w 274959"/>
                <a:gd name="connsiteY27" fmla="*/ 182074 h 245967"/>
                <a:gd name="connsiteX28" fmla="*/ 102686 w 274959"/>
                <a:gd name="connsiteY28" fmla="*/ 211993 h 245967"/>
                <a:gd name="connsiteX29" fmla="*/ 81282 w 274959"/>
                <a:gd name="connsiteY29" fmla="*/ 245968 h 245967"/>
                <a:gd name="connsiteX30" fmla="*/ 71368 w 274959"/>
                <a:gd name="connsiteY30" fmla="*/ 242447 h 245967"/>
                <a:gd name="connsiteX31" fmla="*/ 58848 w 274959"/>
                <a:gd name="connsiteY31" fmla="*/ 211612 h 245967"/>
                <a:gd name="connsiteX32" fmla="*/ 65750 w 274959"/>
                <a:gd name="connsiteY32" fmla="*/ 178807 h 245967"/>
                <a:gd name="connsiteX33" fmla="*/ 48146 w 274959"/>
                <a:gd name="connsiteY33" fmla="*/ 176710 h 245967"/>
                <a:gd name="connsiteX34" fmla="*/ 2593 w 274959"/>
                <a:gd name="connsiteY34" fmla="*/ 171600 h 245967"/>
                <a:gd name="connsiteX35" fmla="*/ 12647 w 274959"/>
                <a:gd name="connsiteY35" fmla="*/ 149396 h 245967"/>
                <a:gd name="connsiteX36" fmla="*/ 20082 w 274959"/>
                <a:gd name="connsiteY36" fmla="*/ 132923 h 245967"/>
                <a:gd name="connsiteX37" fmla="*/ 0 w 274959"/>
                <a:gd name="connsiteY37" fmla="*/ 111875 h 245967"/>
                <a:gd name="connsiteX38" fmla="*/ 9774 w 274959"/>
                <a:gd name="connsiteY38" fmla="*/ 95403 h 245967"/>
                <a:gd name="connsiteX39" fmla="*/ 5071 w 274959"/>
                <a:gd name="connsiteY39" fmla="*/ 84294 h 245967"/>
                <a:gd name="connsiteX40" fmla="*/ 23870 w 274959"/>
                <a:gd name="connsiteY40" fmla="*/ 72003 h 245967"/>
                <a:gd name="connsiteX41" fmla="*/ 61060 w 274959"/>
                <a:gd name="connsiteY41" fmla="*/ 78155 h 245967"/>
                <a:gd name="connsiteX42" fmla="*/ 64847 w 274959"/>
                <a:gd name="connsiteY42" fmla="*/ 58810 h 245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74959" h="245967">
                  <a:moveTo>
                    <a:pt x="64847" y="58810"/>
                  </a:moveTo>
                  <a:lnTo>
                    <a:pt x="69550" y="35538"/>
                  </a:lnTo>
                  <a:lnTo>
                    <a:pt x="93687" y="41156"/>
                  </a:lnTo>
                  <a:lnTo>
                    <a:pt x="100589" y="50955"/>
                  </a:lnTo>
                  <a:lnTo>
                    <a:pt x="101389" y="71228"/>
                  </a:lnTo>
                  <a:lnTo>
                    <a:pt x="125526" y="73058"/>
                  </a:lnTo>
                  <a:lnTo>
                    <a:pt x="141198" y="66525"/>
                  </a:lnTo>
                  <a:lnTo>
                    <a:pt x="165080" y="41156"/>
                  </a:lnTo>
                  <a:lnTo>
                    <a:pt x="182951" y="14235"/>
                  </a:lnTo>
                  <a:lnTo>
                    <a:pt x="222759" y="27314"/>
                  </a:lnTo>
                  <a:lnTo>
                    <a:pt x="252247" y="0"/>
                  </a:lnTo>
                  <a:lnTo>
                    <a:pt x="271553" y="16854"/>
                  </a:lnTo>
                  <a:lnTo>
                    <a:pt x="238939" y="48362"/>
                  </a:lnTo>
                  <a:lnTo>
                    <a:pt x="255246" y="61683"/>
                  </a:lnTo>
                  <a:lnTo>
                    <a:pt x="274960" y="87306"/>
                  </a:lnTo>
                  <a:lnTo>
                    <a:pt x="268948" y="111494"/>
                  </a:lnTo>
                  <a:lnTo>
                    <a:pt x="255386" y="104414"/>
                  </a:lnTo>
                  <a:lnTo>
                    <a:pt x="248332" y="106257"/>
                  </a:lnTo>
                  <a:lnTo>
                    <a:pt x="242968" y="117366"/>
                  </a:lnTo>
                  <a:lnTo>
                    <a:pt x="227068" y="113311"/>
                  </a:lnTo>
                  <a:lnTo>
                    <a:pt x="199919" y="122717"/>
                  </a:lnTo>
                  <a:lnTo>
                    <a:pt x="183993" y="122717"/>
                  </a:lnTo>
                  <a:lnTo>
                    <a:pt x="157378" y="120111"/>
                  </a:lnTo>
                  <a:lnTo>
                    <a:pt x="127102" y="128335"/>
                  </a:lnTo>
                  <a:lnTo>
                    <a:pt x="132453" y="155522"/>
                  </a:lnTo>
                  <a:lnTo>
                    <a:pt x="136889" y="177498"/>
                  </a:lnTo>
                  <a:lnTo>
                    <a:pt x="136749" y="183764"/>
                  </a:lnTo>
                  <a:lnTo>
                    <a:pt x="121484" y="182074"/>
                  </a:lnTo>
                  <a:lnTo>
                    <a:pt x="102686" y="211993"/>
                  </a:lnTo>
                  <a:lnTo>
                    <a:pt x="81282" y="245968"/>
                  </a:lnTo>
                  <a:lnTo>
                    <a:pt x="71368" y="242447"/>
                  </a:lnTo>
                  <a:lnTo>
                    <a:pt x="58848" y="211612"/>
                  </a:lnTo>
                  <a:lnTo>
                    <a:pt x="65750" y="178807"/>
                  </a:lnTo>
                  <a:lnTo>
                    <a:pt x="48146" y="176710"/>
                  </a:lnTo>
                  <a:lnTo>
                    <a:pt x="2593" y="171600"/>
                  </a:lnTo>
                  <a:lnTo>
                    <a:pt x="12647" y="149396"/>
                  </a:lnTo>
                  <a:lnTo>
                    <a:pt x="20082" y="132923"/>
                  </a:lnTo>
                  <a:lnTo>
                    <a:pt x="0" y="111875"/>
                  </a:lnTo>
                  <a:lnTo>
                    <a:pt x="9774" y="95403"/>
                  </a:lnTo>
                  <a:lnTo>
                    <a:pt x="5071" y="84294"/>
                  </a:lnTo>
                  <a:lnTo>
                    <a:pt x="23870" y="72003"/>
                  </a:lnTo>
                  <a:lnTo>
                    <a:pt x="61060" y="78155"/>
                  </a:lnTo>
                  <a:lnTo>
                    <a:pt x="64847" y="58810"/>
                  </a:lnTo>
                  <a:close/>
                </a:path>
              </a:pathLst>
            </a:custGeom>
            <a:solidFill>
              <a:srgbClr val="FFFFFF"/>
            </a:solidFill>
            <a:ln w="12700" cap="flat">
              <a:noFill/>
              <a:prstDash val="solid"/>
              <a:miter/>
            </a:ln>
          </p:spPr>
          <p:txBody>
            <a:bodyPr rtlCol="0" anchor="ctr"/>
            <a:lstStyle/>
            <a:p>
              <a:endParaRPr lang="de-CH"/>
            </a:p>
          </p:txBody>
        </p:sp>
        <p:sp>
          <p:nvSpPr>
            <p:cNvPr id="105" name="Freihandform: Form 104">
              <a:extLst>
                <a:ext uri="{FF2B5EF4-FFF2-40B4-BE49-F238E27FC236}">
                  <a16:creationId xmlns:a16="http://schemas.microsoft.com/office/drawing/2014/main" id="{D23F39C7-09B6-A91E-E4E0-9D08A1C0247F}"/>
                </a:ext>
              </a:extLst>
            </p:cNvPr>
            <p:cNvSpPr/>
            <p:nvPr/>
          </p:nvSpPr>
          <p:spPr>
            <a:xfrm>
              <a:off x="4762326" y="1116951"/>
              <a:ext cx="274959" cy="245967"/>
            </a:xfrm>
            <a:custGeom>
              <a:avLst/>
              <a:gdLst>
                <a:gd name="connsiteX0" fmla="*/ 64847 w 274959"/>
                <a:gd name="connsiteY0" fmla="*/ 58810 h 245967"/>
                <a:gd name="connsiteX1" fmla="*/ 69550 w 274959"/>
                <a:gd name="connsiteY1" fmla="*/ 35538 h 245967"/>
                <a:gd name="connsiteX2" fmla="*/ 93687 w 274959"/>
                <a:gd name="connsiteY2" fmla="*/ 41156 h 245967"/>
                <a:gd name="connsiteX3" fmla="*/ 100589 w 274959"/>
                <a:gd name="connsiteY3" fmla="*/ 50955 h 245967"/>
                <a:gd name="connsiteX4" fmla="*/ 101389 w 274959"/>
                <a:gd name="connsiteY4" fmla="*/ 71228 h 245967"/>
                <a:gd name="connsiteX5" fmla="*/ 125526 w 274959"/>
                <a:gd name="connsiteY5" fmla="*/ 73058 h 245967"/>
                <a:gd name="connsiteX6" fmla="*/ 141198 w 274959"/>
                <a:gd name="connsiteY6" fmla="*/ 66525 h 245967"/>
                <a:gd name="connsiteX7" fmla="*/ 165080 w 274959"/>
                <a:gd name="connsiteY7" fmla="*/ 41156 h 245967"/>
                <a:gd name="connsiteX8" fmla="*/ 182951 w 274959"/>
                <a:gd name="connsiteY8" fmla="*/ 14235 h 245967"/>
                <a:gd name="connsiteX9" fmla="*/ 222759 w 274959"/>
                <a:gd name="connsiteY9" fmla="*/ 27314 h 245967"/>
                <a:gd name="connsiteX10" fmla="*/ 252247 w 274959"/>
                <a:gd name="connsiteY10" fmla="*/ 0 h 245967"/>
                <a:gd name="connsiteX11" fmla="*/ 271553 w 274959"/>
                <a:gd name="connsiteY11" fmla="*/ 16854 h 245967"/>
                <a:gd name="connsiteX12" fmla="*/ 238939 w 274959"/>
                <a:gd name="connsiteY12" fmla="*/ 48362 h 245967"/>
                <a:gd name="connsiteX13" fmla="*/ 255246 w 274959"/>
                <a:gd name="connsiteY13" fmla="*/ 61683 h 245967"/>
                <a:gd name="connsiteX14" fmla="*/ 274960 w 274959"/>
                <a:gd name="connsiteY14" fmla="*/ 87306 h 245967"/>
                <a:gd name="connsiteX15" fmla="*/ 268948 w 274959"/>
                <a:gd name="connsiteY15" fmla="*/ 111494 h 245967"/>
                <a:gd name="connsiteX16" fmla="*/ 255386 w 274959"/>
                <a:gd name="connsiteY16" fmla="*/ 104414 h 245967"/>
                <a:gd name="connsiteX17" fmla="*/ 248332 w 274959"/>
                <a:gd name="connsiteY17" fmla="*/ 106257 h 245967"/>
                <a:gd name="connsiteX18" fmla="*/ 242968 w 274959"/>
                <a:gd name="connsiteY18" fmla="*/ 117366 h 245967"/>
                <a:gd name="connsiteX19" fmla="*/ 227068 w 274959"/>
                <a:gd name="connsiteY19" fmla="*/ 113311 h 245967"/>
                <a:gd name="connsiteX20" fmla="*/ 199919 w 274959"/>
                <a:gd name="connsiteY20" fmla="*/ 122717 h 245967"/>
                <a:gd name="connsiteX21" fmla="*/ 183993 w 274959"/>
                <a:gd name="connsiteY21" fmla="*/ 122717 h 245967"/>
                <a:gd name="connsiteX22" fmla="*/ 157378 w 274959"/>
                <a:gd name="connsiteY22" fmla="*/ 120111 h 245967"/>
                <a:gd name="connsiteX23" fmla="*/ 127102 w 274959"/>
                <a:gd name="connsiteY23" fmla="*/ 128335 h 245967"/>
                <a:gd name="connsiteX24" fmla="*/ 132453 w 274959"/>
                <a:gd name="connsiteY24" fmla="*/ 155522 h 245967"/>
                <a:gd name="connsiteX25" fmla="*/ 136889 w 274959"/>
                <a:gd name="connsiteY25" fmla="*/ 177498 h 245967"/>
                <a:gd name="connsiteX26" fmla="*/ 136749 w 274959"/>
                <a:gd name="connsiteY26" fmla="*/ 183764 h 245967"/>
                <a:gd name="connsiteX27" fmla="*/ 121484 w 274959"/>
                <a:gd name="connsiteY27" fmla="*/ 182074 h 245967"/>
                <a:gd name="connsiteX28" fmla="*/ 102686 w 274959"/>
                <a:gd name="connsiteY28" fmla="*/ 211993 h 245967"/>
                <a:gd name="connsiteX29" fmla="*/ 81282 w 274959"/>
                <a:gd name="connsiteY29" fmla="*/ 245968 h 245967"/>
                <a:gd name="connsiteX30" fmla="*/ 71368 w 274959"/>
                <a:gd name="connsiteY30" fmla="*/ 242447 h 245967"/>
                <a:gd name="connsiteX31" fmla="*/ 58848 w 274959"/>
                <a:gd name="connsiteY31" fmla="*/ 211612 h 245967"/>
                <a:gd name="connsiteX32" fmla="*/ 65750 w 274959"/>
                <a:gd name="connsiteY32" fmla="*/ 178807 h 245967"/>
                <a:gd name="connsiteX33" fmla="*/ 48146 w 274959"/>
                <a:gd name="connsiteY33" fmla="*/ 176710 h 245967"/>
                <a:gd name="connsiteX34" fmla="*/ 2593 w 274959"/>
                <a:gd name="connsiteY34" fmla="*/ 171600 h 245967"/>
                <a:gd name="connsiteX35" fmla="*/ 12647 w 274959"/>
                <a:gd name="connsiteY35" fmla="*/ 149396 h 245967"/>
                <a:gd name="connsiteX36" fmla="*/ 20082 w 274959"/>
                <a:gd name="connsiteY36" fmla="*/ 132923 h 245967"/>
                <a:gd name="connsiteX37" fmla="*/ 0 w 274959"/>
                <a:gd name="connsiteY37" fmla="*/ 111875 h 245967"/>
                <a:gd name="connsiteX38" fmla="*/ 9774 w 274959"/>
                <a:gd name="connsiteY38" fmla="*/ 95403 h 245967"/>
                <a:gd name="connsiteX39" fmla="*/ 5071 w 274959"/>
                <a:gd name="connsiteY39" fmla="*/ 84294 h 245967"/>
                <a:gd name="connsiteX40" fmla="*/ 23870 w 274959"/>
                <a:gd name="connsiteY40" fmla="*/ 72003 h 245967"/>
                <a:gd name="connsiteX41" fmla="*/ 61060 w 274959"/>
                <a:gd name="connsiteY41" fmla="*/ 78155 h 245967"/>
                <a:gd name="connsiteX42" fmla="*/ 64847 w 274959"/>
                <a:gd name="connsiteY42" fmla="*/ 58810 h 245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74959" h="245967">
                  <a:moveTo>
                    <a:pt x="64847" y="58810"/>
                  </a:moveTo>
                  <a:lnTo>
                    <a:pt x="69550" y="35538"/>
                  </a:lnTo>
                  <a:lnTo>
                    <a:pt x="93687" y="41156"/>
                  </a:lnTo>
                  <a:lnTo>
                    <a:pt x="100589" y="50955"/>
                  </a:lnTo>
                  <a:lnTo>
                    <a:pt x="101389" y="71228"/>
                  </a:lnTo>
                  <a:lnTo>
                    <a:pt x="125526" y="73058"/>
                  </a:lnTo>
                  <a:lnTo>
                    <a:pt x="141198" y="66525"/>
                  </a:lnTo>
                  <a:lnTo>
                    <a:pt x="165080" y="41156"/>
                  </a:lnTo>
                  <a:lnTo>
                    <a:pt x="182951" y="14235"/>
                  </a:lnTo>
                  <a:lnTo>
                    <a:pt x="222759" y="27314"/>
                  </a:lnTo>
                  <a:lnTo>
                    <a:pt x="252247" y="0"/>
                  </a:lnTo>
                  <a:lnTo>
                    <a:pt x="271553" y="16854"/>
                  </a:lnTo>
                  <a:lnTo>
                    <a:pt x="238939" y="48362"/>
                  </a:lnTo>
                  <a:lnTo>
                    <a:pt x="255246" y="61683"/>
                  </a:lnTo>
                  <a:lnTo>
                    <a:pt x="274960" y="87306"/>
                  </a:lnTo>
                  <a:lnTo>
                    <a:pt x="268948" y="111494"/>
                  </a:lnTo>
                  <a:lnTo>
                    <a:pt x="255386" y="104414"/>
                  </a:lnTo>
                  <a:lnTo>
                    <a:pt x="248332" y="106257"/>
                  </a:lnTo>
                  <a:lnTo>
                    <a:pt x="242968" y="117366"/>
                  </a:lnTo>
                  <a:lnTo>
                    <a:pt x="227068" y="113311"/>
                  </a:lnTo>
                  <a:lnTo>
                    <a:pt x="199919" y="122717"/>
                  </a:lnTo>
                  <a:lnTo>
                    <a:pt x="183993" y="122717"/>
                  </a:lnTo>
                  <a:lnTo>
                    <a:pt x="157378" y="120111"/>
                  </a:lnTo>
                  <a:lnTo>
                    <a:pt x="127102" y="128335"/>
                  </a:lnTo>
                  <a:lnTo>
                    <a:pt x="132453" y="155522"/>
                  </a:lnTo>
                  <a:lnTo>
                    <a:pt x="136889" y="177498"/>
                  </a:lnTo>
                  <a:lnTo>
                    <a:pt x="136749" y="183764"/>
                  </a:lnTo>
                  <a:lnTo>
                    <a:pt x="121484" y="182074"/>
                  </a:lnTo>
                  <a:lnTo>
                    <a:pt x="102686" y="211993"/>
                  </a:lnTo>
                  <a:lnTo>
                    <a:pt x="81282" y="245968"/>
                  </a:lnTo>
                  <a:lnTo>
                    <a:pt x="71368" y="242447"/>
                  </a:lnTo>
                  <a:lnTo>
                    <a:pt x="58848" y="211612"/>
                  </a:lnTo>
                  <a:lnTo>
                    <a:pt x="65750" y="178807"/>
                  </a:lnTo>
                  <a:lnTo>
                    <a:pt x="48146" y="176710"/>
                  </a:lnTo>
                  <a:lnTo>
                    <a:pt x="2593" y="171600"/>
                  </a:lnTo>
                  <a:lnTo>
                    <a:pt x="12647" y="149396"/>
                  </a:lnTo>
                  <a:lnTo>
                    <a:pt x="20082" y="132923"/>
                  </a:lnTo>
                  <a:lnTo>
                    <a:pt x="0" y="111875"/>
                  </a:lnTo>
                  <a:lnTo>
                    <a:pt x="9774" y="95403"/>
                  </a:lnTo>
                  <a:lnTo>
                    <a:pt x="5071" y="84294"/>
                  </a:lnTo>
                  <a:lnTo>
                    <a:pt x="23870" y="72003"/>
                  </a:lnTo>
                  <a:lnTo>
                    <a:pt x="61060" y="78155"/>
                  </a:lnTo>
                  <a:lnTo>
                    <a:pt x="64847" y="58810"/>
                  </a:lnTo>
                  <a:close/>
                </a:path>
              </a:pathLst>
            </a:custGeom>
            <a:noFill/>
            <a:ln w="3810" cap="flat">
              <a:solidFill>
                <a:srgbClr val="E6E4E2"/>
              </a:solidFill>
              <a:prstDash val="solid"/>
              <a:miter/>
            </a:ln>
          </p:spPr>
          <p:txBody>
            <a:bodyPr rtlCol="0" anchor="ctr"/>
            <a:lstStyle/>
            <a:p>
              <a:endParaRPr lang="de-CH"/>
            </a:p>
          </p:txBody>
        </p:sp>
        <p:sp>
          <p:nvSpPr>
            <p:cNvPr id="106" name="Freihandform: Form 105">
              <a:extLst>
                <a:ext uri="{FF2B5EF4-FFF2-40B4-BE49-F238E27FC236}">
                  <a16:creationId xmlns:a16="http://schemas.microsoft.com/office/drawing/2014/main" id="{500E1C0F-EA50-512F-B74F-0A1D5CC52750}"/>
                </a:ext>
              </a:extLst>
            </p:cNvPr>
            <p:cNvSpPr/>
            <p:nvPr/>
          </p:nvSpPr>
          <p:spPr>
            <a:xfrm>
              <a:off x="4301505" y="1228813"/>
              <a:ext cx="1284391" cy="672738"/>
            </a:xfrm>
            <a:custGeom>
              <a:avLst/>
              <a:gdLst>
                <a:gd name="connsiteX0" fmla="*/ 567803 w 1284391"/>
                <a:gd name="connsiteY0" fmla="*/ 227042 h 672738"/>
                <a:gd name="connsiteX1" fmla="*/ 565718 w 1284391"/>
                <a:gd name="connsiteY1" fmla="*/ 264016 h 672738"/>
                <a:gd name="connsiteX2" fmla="*/ 556198 w 1284391"/>
                <a:gd name="connsiteY2" fmla="*/ 278137 h 672738"/>
                <a:gd name="connsiteX3" fmla="*/ 605654 w 1284391"/>
                <a:gd name="connsiteY3" fmla="*/ 302452 h 672738"/>
                <a:gd name="connsiteX4" fmla="*/ 585432 w 1284391"/>
                <a:gd name="connsiteY4" fmla="*/ 375510 h 672738"/>
                <a:gd name="connsiteX5" fmla="*/ 585038 w 1284391"/>
                <a:gd name="connsiteY5" fmla="*/ 392377 h 672738"/>
                <a:gd name="connsiteX6" fmla="*/ 563367 w 1284391"/>
                <a:gd name="connsiteY6" fmla="*/ 390546 h 672738"/>
                <a:gd name="connsiteX7" fmla="*/ 552932 w 1284391"/>
                <a:gd name="connsiteY7" fmla="*/ 405710 h 672738"/>
                <a:gd name="connsiteX8" fmla="*/ 526978 w 1284391"/>
                <a:gd name="connsiteY8" fmla="*/ 401655 h 672738"/>
                <a:gd name="connsiteX9" fmla="*/ 489775 w 1284391"/>
                <a:gd name="connsiteY9" fmla="*/ 377989 h 672738"/>
                <a:gd name="connsiteX10" fmla="*/ 489127 w 1284391"/>
                <a:gd name="connsiteY10" fmla="*/ 423860 h 672738"/>
                <a:gd name="connsiteX11" fmla="*/ 514051 w 1284391"/>
                <a:gd name="connsiteY11" fmla="*/ 446103 h 672738"/>
                <a:gd name="connsiteX12" fmla="*/ 404299 w 1284391"/>
                <a:gd name="connsiteY12" fmla="*/ 454580 h 672738"/>
                <a:gd name="connsiteX13" fmla="*/ 409650 w 1284391"/>
                <a:gd name="connsiteY13" fmla="*/ 487258 h 672738"/>
                <a:gd name="connsiteX14" fmla="*/ 386022 w 1284391"/>
                <a:gd name="connsiteY14" fmla="*/ 524245 h 672738"/>
                <a:gd name="connsiteX15" fmla="*/ 335778 w 1284391"/>
                <a:gd name="connsiteY15" fmla="*/ 534197 h 672738"/>
                <a:gd name="connsiteX16" fmla="*/ 332651 w 1284391"/>
                <a:gd name="connsiteY16" fmla="*/ 533155 h 672738"/>
                <a:gd name="connsiteX17" fmla="*/ 308248 w 1284391"/>
                <a:gd name="connsiteY17" fmla="*/ 519936 h 672738"/>
                <a:gd name="connsiteX18" fmla="*/ 305897 w 1284391"/>
                <a:gd name="connsiteY18" fmla="*/ 486089 h 672738"/>
                <a:gd name="connsiteX19" fmla="*/ 297012 w 1284391"/>
                <a:gd name="connsiteY19" fmla="*/ 489216 h 672738"/>
                <a:gd name="connsiteX20" fmla="*/ 286323 w 1284391"/>
                <a:gd name="connsiteY20" fmla="*/ 485695 h 672738"/>
                <a:gd name="connsiteX21" fmla="*/ 280451 w 1284391"/>
                <a:gd name="connsiteY21" fmla="*/ 482823 h 672738"/>
                <a:gd name="connsiteX22" fmla="*/ 270282 w 1284391"/>
                <a:gd name="connsiteY22" fmla="*/ 487258 h 672738"/>
                <a:gd name="connsiteX23" fmla="*/ 258653 w 1284391"/>
                <a:gd name="connsiteY23" fmla="*/ 479823 h 672738"/>
                <a:gd name="connsiteX24" fmla="*/ 249781 w 1284391"/>
                <a:gd name="connsiteY24" fmla="*/ 480992 h 672738"/>
                <a:gd name="connsiteX25" fmla="*/ 250289 w 1284391"/>
                <a:gd name="connsiteY25" fmla="*/ 488046 h 672738"/>
                <a:gd name="connsiteX26" fmla="*/ 242727 w 1284391"/>
                <a:gd name="connsiteY26" fmla="*/ 487525 h 672738"/>
                <a:gd name="connsiteX27" fmla="*/ 236079 w 1284391"/>
                <a:gd name="connsiteY27" fmla="*/ 483865 h 672738"/>
                <a:gd name="connsiteX28" fmla="*/ 224462 w 1284391"/>
                <a:gd name="connsiteY28" fmla="*/ 547263 h 672738"/>
                <a:gd name="connsiteX29" fmla="*/ 172655 w 1284391"/>
                <a:gd name="connsiteY29" fmla="*/ 548166 h 672738"/>
                <a:gd name="connsiteX30" fmla="*/ 176570 w 1284391"/>
                <a:gd name="connsiteY30" fmla="*/ 521640 h 672738"/>
                <a:gd name="connsiteX31" fmla="*/ 175922 w 1284391"/>
                <a:gd name="connsiteY31" fmla="*/ 506336 h 672738"/>
                <a:gd name="connsiteX32" fmla="*/ 103753 w 1284391"/>
                <a:gd name="connsiteY32" fmla="*/ 462308 h 672738"/>
                <a:gd name="connsiteX33" fmla="*/ 100360 w 1284391"/>
                <a:gd name="connsiteY33" fmla="*/ 448047 h 672738"/>
                <a:gd name="connsiteX34" fmla="*/ 74533 w 1284391"/>
                <a:gd name="connsiteY34" fmla="*/ 446357 h 672738"/>
                <a:gd name="connsiteX35" fmla="*/ 62509 w 1284391"/>
                <a:gd name="connsiteY35" fmla="*/ 445556 h 672738"/>
                <a:gd name="connsiteX36" fmla="*/ 67211 w 1284391"/>
                <a:gd name="connsiteY36" fmla="*/ 429096 h 672738"/>
                <a:gd name="connsiteX37" fmla="*/ 0 w 1284391"/>
                <a:gd name="connsiteY37" fmla="*/ 394448 h 672738"/>
                <a:gd name="connsiteX38" fmla="*/ 3267 w 1284391"/>
                <a:gd name="connsiteY38" fmla="*/ 367541 h 672738"/>
                <a:gd name="connsiteX39" fmla="*/ 23628 w 1284391"/>
                <a:gd name="connsiteY39" fmla="*/ 368723 h 672738"/>
                <a:gd name="connsiteX40" fmla="*/ 41906 w 1284391"/>
                <a:gd name="connsiteY40" fmla="*/ 383480 h 672738"/>
                <a:gd name="connsiteX41" fmla="*/ 111049 w 1284391"/>
                <a:gd name="connsiteY41" fmla="*/ 394588 h 672738"/>
                <a:gd name="connsiteX42" fmla="*/ 109880 w 1284391"/>
                <a:gd name="connsiteY42" fmla="*/ 440472 h 672738"/>
                <a:gd name="connsiteX43" fmla="*/ 244557 w 1284391"/>
                <a:gd name="connsiteY43" fmla="*/ 447005 h 672738"/>
                <a:gd name="connsiteX44" fmla="*/ 261398 w 1284391"/>
                <a:gd name="connsiteY44" fmla="*/ 406892 h 672738"/>
                <a:gd name="connsiteX45" fmla="*/ 225505 w 1284391"/>
                <a:gd name="connsiteY45" fmla="*/ 351844 h 672738"/>
                <a:gd name="connsiteX46" fmla="*/ 191314 w 1284391"/>
                <a:gd name="connsiteY46" fmla="*/ 353293 h 672738"/>
                <a:gd name="connsiteX47" fmla="*/ 209973 w 1284391"/>
                <a:gd name="connsiteY47" fmla="*/ 312252 h 672738"/>
                <a:gd name="connsiteX48" fmla="*/ 241545 w 1284391"/>
                <a:gd name="connsiteY48" fmla="*/ 305464 h 672738"/>
                <a:gd name="connsiteX49" fmla="*/ 259568 w 1284391"/>
                <a:gd name="connsiteY49" fmla="*/ 343353 h 672738"/>
                <a:gd name="connsiteX50" fmla="*/ 275494 w 1284391"/>
                <a:gd name="connsiteY50" fmla="*/ 336820 h 672738"/>
                <a:gd name="connsiteX51" fmla="*/ 319598 w 1284391"/>
                <a:gd name="connsiteY51" fmla="*/ 319712 h 672738"/>
                <a:gd name="connsiteX52" fmla="*/ 341002 w 1284391"/>
                <a:gd name="connsiteY52" fmla="*/ 313421 h 672738"/>
                <a:gd name="connsiteX53" fmla="*/ 412916 w 1284391"/>
                <a:gd name="connsiteY53" fmla="*/ 307689 h 672738"/>
                <a:gd name="connsiteX54" fmla="*/ 409777 w 1284391"/>
                <a:gd name="connsiteY54" fmla="*/ 257750 h 672738"/>
                <a:gd name="connsiteX55" fmla="*/ 424915 w 1284391"/>
                <a:gd name="connsiteY55" fmla="*/ 236702 h 672738"/>
                <a:gd name="connsiteX56" fmla="*/ 415128 w 1284391"/>
                <a:gd name="connsiteY56" fmla="*/ 199715 h 672738"/>
                <a:gd name="connsiteX57" fmla="*/ 389809 w 1284391"/>
                <a:gd name="connsiteY57" fmla="*/ 201292 h 672738"/>
                <a:gd name="connsiteX58" fmla="*/ 371926 w 1284391"/>
                <a:gd name="connsiteY58" fmla="*/ 184565 h 672738"/>
                <a:gd name="connsiteX59" fmla="*/ 362533 w 1284391"/>
                <a:gd name="connsiteY59" fmla="*/ 164686 h 672738"/>
                <a:gd name="connsiteX60" fmla="*/ 344790 w 1284391"/>
                <a:gd name="connsiteY60" fmla="*/ 151099 h 672738"/>
                <a:gd name="connsiteX61" fmla="*/ 338384 w 1284391"/>
                <a:gd name="connsiteY61" fmla="*/ 135148 h 672738"/>
                <a:gd name="connsiteX62" fmla="*/ 351056 w 1284391"/>
                <a:gd name="connsiteY62" fmla="*/ 125869 h 672738"/>
                <a:gd name="connsiteX63" fmla="*/ 365024 w 1284391"/>
                <a:gd name="connsiteY63" fmla="*/ 145087 h 672738"/>
                <a:gd name="connsiteX64" fmla="*/ 381459 w 1284391"/>
                <a:gd name="connsiteY64" fmla="*/ 138033 h 672738"/>
                <a:gd name="connsiteX65" fmla="*/ 398554 w 1284391"/>
                <a:gd name="connsiteY65" fmla="*/ 146523 h 672738"/>
                <a:gd name="connsiteX66" fmla="*/ 401541 w 1284391"/>
                <a:gd name="connsiteY66" fmla="*/ 128602 h 672738"/>
                <a:gd name="connsiteX67" fmla="*/ 413171 w 1284391"/>
                <a:gd name="connsiteY67" fmla="*/ 111634 h 672738"/>
                <a:gd name="connsiteX68" fmla="*/ 382628 w 1284391"/>
                <a:gd name="connsiteY68" fmla="*/ 93839 h 672738"/>
                <a:gd name="connsiteX69" fmla="*/ 369575 w 1284391"/>
                <a:gd name="connsiteY69" fmla="*/ 103779 h 672738"/>
                <a:gd name="connsiteX70" fmla="*/ 353140 w 1284391"/>
                <a:gd name="connsiteY70" fmla="*/ 103131 h 672738"/>
                <a:gd name="connsiteX71" fmla="*/ 344650 w 1284391"/>
                <a:gd name="connsiteY71" fmla="*/ 76986 h 672738"/>
                <a:gd name="connsiteX72" fmla="*/ 359127 w 1284391"/>
                <a:gd name="connsiteY72" fmla="*/ 63005 h 672738"/>
                <a:gd name="connsiteX73" fmla="*/ 386810 w 1284391"/>
                <a:gd name="connsiteY73" fmla="*/ 50447 h 672738"/>
                <a:gd name="connsiteX74" fmla="*/ 408608 w 1284391"/>
                <a:gd name="connsiteY74" fmla="*/ 30327 h 672738"/>
                <a:gd name="connsiteX75" fmla="*/ 460808 w 1284391"/>
                <a:gd name="connsiteY75" fmla="*/ 0 h 672738"/>
                <a:gd name="connsiteX76" fmla="*/ 480891 w 1284391"/>
                <a:gd name="connsiteY76" fmla="*/ 21048 h 672738"/>
                <a:gd name="connsiteX77" fmla="*/ 473455 w 1284391"/>
                <a:gd name="connsiteY77" fmla="*/ 37521 h 672738"/>
                <a:gd name="connsiteX78" fmla="*/ 463401 w 1284391"/>
                <a:gd name="connsiteY78" fmla="*/ 59738 h 672738"/>
                <a:gd name="connsiteX79" fmla="*/ 508955 w 1284391"/>
                <a:gd name="connsiteY79" fmla="*/ 64835 h 672738"/>
                <a:gd name="connsiteX80" fmla="*/ 526558 w 1284391"/>
                <a:gd name="connsiteY80" fmla="*/ 66932 h 672738"/>
                <a:gd name="connsiteX81" fmla="*/ 519657 w 1284391"/>
                <a:gd name="connsiteY81" fmla="*/ 99737 h 672738"/>
                <a:gd name="connsiteX82" fmla="*/ 532189 w 1284391"/>
                <a:gd name="connsiteY82" fmla="*/ 130572 h 672738"/>
                <a:gd name="connsiteX83" fmla="*/ 542103 w 1284391"/>
                <a:gd name="connsiteY83" fmla="*/ 134093 h 672738"/>
                <a:gd name="connsiteX84" fmla="*/ 563494 w 1284391"/>
                <a:gd name="connsiteY84" fmla="*/ 100118 h 672738"/>
                <a:gd name="connsiteX85" fmla="*/ 582293 w 1284391"/>
                <a:gd name="connsiteY85" fmla="*/ 70198 h 672738"/>
                <a:gd name="connsiteX86" fmla="*/ 597557 w 1284391"/>
                <a:gd name="connsiteY86" fmla="*/ 71889 h 672738"/>
                <a:gd name="connsiteX87" fmla="*/ 597697 w 1284391"/>
                <a:gd name="connsiteY87" fmla="*/ 65623 h 672738"/>
                <a:gd name="connsiteX88" fmla="*/ 593262 w 1284391"/>
                <a:gd name="connsiteY88" fmla="*/ 43647 h 672738"/>
                <a:gd name="connsiteX89" fmla="*/ 587910 w 1284391"/>
                <a:gd name="connsiteY89" fmla="*/ 16460 h 672738"/>
                <a:gd name="connsiteX90" fmla="*/ 618186 w 1284391"/>
                <a:gd name="connsiteY90" fmla="*/ 8236 h 672738"/>
                <a:gd name="connsiteX91" fmla="*/ 643759 w 1284391"/>
                <a:gd name="connsiteY91" fmla="*/ 35817 h 672738"/>
                <a:gd name="connsiteX92" fmla="*/ 704704 w 1284391"/>
                <a:gd name="connsiteY92" fmla="*/ 91107 h 672738"/>
                <a:gd name="connsiteX93" fmla="*/ 725842 w 1284391"/>
                <a:gd name="connsiteY93" fmla="*/ 93979 h 672738"/>
                <a:gd name="connsiteX94" fmla="*/ 747118 w 1284391"/>
                <a:gd name="connsiteY94" fmla="*/ 86391 h 672738"/>
                <a:gd name="connsiteX95" fmla="*/ 781576 w 1284391"/>
                <a:gd name="connsiteY95" fmla="*/ 72931 h 672738"/>
                <a:gd name="connsiteX96" fmla="*/ 822553 w 1284391"/>
                <a:gd name="connsiteY96" fmla="*/ 97894 h 672738"/>
                <a:gd name="connsiteX97" fmla="*/ 853083 w 1284391"/>
                <a:gd name="connsiteY97" fmla="*/ 116324 h 672738"/>
                <a:gd name="connsiteX98" fmla="*/ 933869 w 1284391"/>
                <a:gd name="connsiteY98" fmla="*/ 135936 h 672738"/>
                <a:gd name="connsiteX99" fmla="*/ 939729 w 1284391"/>
                <a:gd name="connsiteY99" fmla="*/ 180243 h 672738"/>
                <a:gd name="connsiteX100" fmla="*/ 934378 w 1284391"/>
                <a:gd name="connsiteY100" fmla="*/ 192127 h 672738"/>
                <a:gd name="connsiteX101" fmla="*/ 937009 w 1284391"/>
                <a:gd name="connsiteY101" fmla="*/ 202461 h 672738"/>
                <a:gd name="connsiteX102" fmla="*/ 953570 w 1284391"/>
                <a:gd name="connsiteY102" fmla="*/ 193831 h 672738"/>
                <a:gd name="connsiteX103" fmla="*/ 971314 w 1284391"/>
                <a:gd name="connsiteY103" fmla="*/ 198813 h 672738"/>
                <a:gd name="connsiteX104" fmla="*/ 1020655 w 1284391"/>
                <a:gd name="connsiteY104" fmla="*/ 145989 h 672738"/>
                <a:gd name="connsiteX105" fmla="*/ 1023133 w 1284391"/>
                <a:gd name="connsiteY105" fmla="*/ 89264 h 672738"/>
                <a:gd name="connsiteX106" fmla="*/ 1061493 w 1284391"/>
                <a:gd name="connsiteY106" fmla="*/ 84701 h 672738"/>
                <a:gd name="connsiteX107" fmla="*/ 1083952 w 1284391"/>
                <a:gd name="connsiteY107" fmla="*/ 119476 h 672738"/>
                <a:gd name="connsiteX108" fmla="*/ 1110554 w 1284391"/>
                <a:gd name="connsiteY108" fmla="*/ 121942 h 672738"/>
                <a:gd name="connsiteX109" fmla="*/ 1108749 w 1284391"/>
                <a:gd name="connsiteY109" fmla="*/ 150311 h 672738"/>
                <a:gd name="connsiteX110" fmla="*/ 1146054 w 1284391"/>
                <a:gd name="connsiteY110" fmla="*/ 172401 h 672738"/>
                <a:gd name="connsiteX111" fmla="*/ 1148659 w 1284391"/>
                <a:gd name="connsiteY111" fmla="*/ 182722 h 672738"/>
                <a:gd name="connsiteX112" fmla="*/ 1167597 w 1284391"/>
                <a:gd name="connsiteY112" fmla="*/ 212654 h 672738"/>
                <a:gd name="connsiteX113" fmla="*/ 1167979 w 1284391"/>
                <a:gd name="connsiteY113" fmla="*/ 234338 h 672738"/>
                <a:gd name="connsiteX114" fmla="*/ 1250837 w 1284391"/>
                <a:gd name="connsiteY114" fmla="*/ 232126 h 672738"/>
                <a:gd name="connsiteX115" fmla="*/ 1239753 w 1284391"/>
                <a:gd name="connsiteY115" fmla="*/ 301931 h 672738"/>
                <a:gd name="connsiteX116" fmla="*/ 1261297 w 1284391"/>
                <a:gd name="connsiteY116" fmla="*/ 295258 h 672738"/>
                <a:gd name="connsiteX117" fmla="*/ 1273550 w 1284391"/>
                <a:gd name="connsiteY117" fmla="*/ 322051 h 672738"/>
                <a:gd name="connsiteX118" fmla="*/ 1253468 w 1284391"/>
                <a:gd name="connsiteY118" fmla="*/ 358123 h 672738"/>
                <a:gd name="connsiteX119" fmla="*/ 1284391 w 1284391"/>
                <a:gd name="connsiteY119" fmla="*/ 421636 h 672738"/>
                <a:gd name="connsiteX120" fmla="*/ 1274083 w 1284391"/>
                <a:gd name="connsiteY120" fmla="*/ 430545 h 672738"/>
                <a:gd name="connsiteX121" fmla="*/ 1241584 w 1284391"/>
                <a:gd name="connsiteY121" fmla="*/ 445048 h 672738"/>
                <a:gd name="connsiteX122" fmla="*/ 1233894 w 1284391"/>
                <a:gd name="connsiteY122" fmla="*/ 463211 h 672738"/>
                <a:gd name="connsiteX123" fmla="*/ 1179469 w 1284391"/>
                <a:gd name="connsiteY123" fmla="*/ 492101 h 672738"/>
                <a:gd name="connsiteX124" fmla="*/ 1136407 w 1284391"/>
                <a:gd name="connsiteY124" fmla="*/ 466083 h 672738"/>
                <a:gd name="connsiteX125" fmla="*/ 1118663 w 1284391"/>
                <a:gd name="connsiteY125" fmla="*/ 482823 h 672738"/>
                <a:gd name="connsiteX126" fmla="*/ 1097501 w 1284391"/>
                <a:gd name="connsiteY126" fmla="*/ 501379 h 672738"/>
                <a:gd name="connsiteX127" fmla="*/ 1117342 w 1284391"/>
                <a:gd name="connsiteY127" fmla="*/ 536803 h 672738"/>
                <a:gd name="connsiteX128" fmla="*/ 1038004 w 1284391"/>
                <a:gd name="connsiteY128" fmla="*/ 565286 h 672738"/>
                <a:gd name="connsiteX129" fmla="*/ 1026133 w 1284391"/>
                <a:gd name="connsiteY129" fmla="*/ 585292 h 672738"/>
                <a:gd name="connsiteX130" fmla="*/ 970805 w 1284391"/>
                <a:gd name="connsiteY130" fmla="*/ 600722 h 672738"/>
                <a:gd name="connsiteX131" fmla="*/ 945207 w 1284391"/>
                <a:gd name="connsiteY131" fmla="*/ 668671 h 672738"/>
                <a:gd name="connsiteX132" fmla="*/ 933743 w 1284391"/>
                <a:gd name="connsiteY132" fmla="*/ 672738 h 672738"/>
                <a:gd name="connsiteX133" fmla="*/ 860125 w 1284391"/>
                <a:gd name="connsiteY133" fmla="*/ 654957 h 672738"/>
                <a:gd name="connsiteX134" fmla="*/ 814330 w 1284391"/>
                <a:gd name="connsiteY134" fmla="*/ 587898 h 672738"/>
                <a:gd name="connsiteX135" fmla="*/ 756397 w 1284391"/>
                <a:gd name="connsiteY135" fmla="*/ 571947 h 672738"/>
                <a:gd name="connsiteX136" fmla="*/ 730544 w 1284391"/>
                <a:gd name="connsiteY136" fmla="*/ 575213 h 672738"/>
                <a:gd name="connsiteX137" fmla="*/ 642844 w 1284391"/>
                <a:gd name="connsiteY137" fmla="*/ 587377 h 672738"/>
                <a:gd name="connsiteX138" fmla="*/ 636438 w 1284391"/>
                <a:gd name="connsiteY138" fmla="*/ 554444 h 672738"/>
                <a:gd name="connsiteX139" fmla="*/ 637760 w 1284391"/>
                <a:gd name="connsiteY139" fmla="*/ 547772 h 672738"/>
                <a:gd name="connsiteX140" fmla="*/ 619368 w 1284391"/>
                <a:gd name="connsiteY140" fmla="*/ 459804 h 672738"/>
                <a:gd name="connsiteX141" fmla="*/ 680568 w 1284391"/>
                <a:gd name="connsiteY141" fmla="*/ 459944 h 672738"/>
                <a:gd name="connsiteX142" fmla="*/ 702353 w 1284391"/>
                <a:gd name="connsiteY142" fmla="*/ 444654 h 672738"/>
                <a:gd name="connsiteX143" fmla="*/ 724151 w 1284391"/>
                <a:gd name="connsiteY143" fmla="*/ 404007 h 672738"/>
                <a:gd name="connsiteX144" fmla="*/ 718927 w 1284391"/>
                <a:gd name="connsiteY144" fmla="*/ 373413 h 672738"/>
                <a:gd name="connsiteX145" fmla="*/ 723109 w 1284391"/>
                <a:gd name="connsiteY145" fmla="*/ 348196 h 672738"/>
                <a:gd name="connsiteX146" fmla="*/ 736823 w 1284391"/>
                <a:gd name="connsiteY146" fmla="*/ 331863 h 672738"/>
                <a:gd name="connsiteX147" fmla="*/ 751948 w 1284391"/>
                <a:gd name="connsiteY147" fmla="*/ 323615 h 672738"/>
                <a:gd name="connsiteX148" fmla="*/ 774789 w 1284391"/>
                <a:gd name="connsiteY148" fmla="*/ 282332 h 672738"/>
                <a:gd name="connsiteX149" fmla="*/ 754160 w 1284391"/>
                <a:gd name="connsiteY149" fmla="*/ 249133 h 672738"/>
                <a:gd name="connsiteX150" fmla="*/ 693863 w 1284391"/>
                <a:gd name="connsiteY150" fmla="*/ 234885 h 672738"/>
                <a:gd name="connsiteX151" fmla="*/ 690609 w 1284391"/>
                <a:gd name="connsiteY151" fmla="*/ 232393 h 672738"/>
                <a:gd name="connsiteX152" fmla="*/ 685919 w 1284391"/>
                <a:gd name="connsiteY152" fmla="*/ 200898 h 672738"/>
                <a:gd name="connsiteX153" fmla="*/ 654995 w 1284391"/>
                <a:gd name="connsiteY153" fmla="*/ 207697 h 672738"/>
                <a:gd name="connsiteX154" fmla="*/ 665684 w 1284391"/>
                <a:gd name="connsiteY154" fmla="*/ 229267 h 672738"/>
                <a:gd name="connsiteX155" fmla="*/ 635536 w 1284391"/>
                <a:gd name="connsiteY155" fmla="*/ 243375 h 672738"/>
                <a:gd name="connsiteX156" fmla="*/ 567549 w 1284391"/>
                <a:gd name="connsiteY156" fmla="*/ 223242 h 672738"/>
                <a:gd name="connsiteX157" fmla="*/ 567803 w 1284391"/>
                <a:gd name="connsiteY157" fmla="*/ 227042 h 67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1284391" h="672738">
                  <a:moveTo>
                    <a:pt x="567803" y="227042"/>
                  </a:moveTo>
                  <a:lnTo>
                    <a:pt x="565718" y="264016"/>
                  </a:lnTo>
                  <a:lnTo>
                    <a:pt x="556198" y="278137"/>
                  </a:lnTo>
                  <a:lnTo>
                    <a:pt x="605654" y="302452"/>
                  </a:lnTo>
                  <a:lnTo>
                    <a:pt x="585432" y="375510"/>
                  </a:lnTo>
                  <a:lnTo>
                    <a:pt x="585038" y="392377"/>
                  </a:lnTo>
                  <a:lnTo>
                    <a:pt x="563367" y="390546"/>
                  </a:lnTo>
                  <a:lnTo>
                    <a:pt x="552932" y="405710"/>
                  </a:lnTo>
                  <a:lnTo>
                    <a:pt x="526978" y="401655"/>
                  </a:lnTo>
                  <a:lnTo>
                    <a:pt x="489775" y="377989"/>
                  </a:lnTo>
                  <a:lnTo>
                    <a:pt x="489127" y="423860"/>
                  </a:lnTo>
                  <a:lnTo>
                    <a:pt x="514051" y="446103"/>
                  </a:lnTo>
                  <a:lnTo>
                    <a:pt x="404299" y="454580"/>
                  </a:lnTo>
                  <a:lnTo>
                    <a:pt x="409650" y="487258"/>
                  </a:lnTo>
                  <a:lnTo>
                    <a:pt x="386022" y="524245"/>
                  </a:lnTo>
                  <a:lnTo>
                    <a:pt x="335778" y="534197"/>
                  </a:lnTo>
                  <a:lnTo>
                    <a:pt x="332651" y="533155"/>
                  </a:lnTo>
                  <a:lnTo>
                    <a:pt x="308248" y="519936"/>
                  </a:lnTo>
                  <a:lnTo>
                    <a:pt x="305897" y="486089"/>
                  </a:lnTo>
                  <a:lnTo>
                    <a:pt x="297012" y="489216"/>
                  </a:lnTo>
                  <a:lnTo>
                    <a:pt x="286323" y="485695"/>
                  </a:lnTo>
                  <a:lnTo>
                    <a:pt x="280451" y="482823"/>
                  </a:lnTo>
                  <a:lnTo>
                    <a:pt x="270282" y="487258"/>
                  </a:lnTo>
                  <a:lnTo>
                    <a:pt x="258653" y="479823"/>
                  </a:lnTo>
                  <a:lnTo>
                    <a:pt x="249781" y="480992"/>
                  </a:lnTo>
                  <a:lnTo>
                    <a:pt x="250289" y="488046"/>
                  </a:lnTo>
                  <a:lnTo>
                    <a:pt x="242727" y="487525"/>
                  </a:lnTo>
                  <a:lnTo>
                    <a:pt x="236079" y="483865"/>
                  </a:lnTo>
                  <a:lnTo>
                    <a:pt x="224462" y="547263"/>
                  </a:lnTo>
                  <a:lnTo>
                    <a:pt x="172655" y="548166"/>
                  </a:lnTo>
                  <a:lnTo>
                    <a:pt x="176570" y="521640"/>
                  </a:lnTo>
                  <a:lnTo>
                    <a:pt x="175922" y="506336"/>
                  </a:lnTo>
                  <a:lnTo>
                    <a:pt x="103753" y="462308"/>
                  </a:lnTo>
                  <a:lnTo>
                    <a:pt x="100360" y="448047"/>
                  </a:lnTo>
                  <a:lnTo>
                    <a:pt x="74533" y="446357"/>
                  </a:lnTo>
                  <a:lnTo>
                    <a:pt x="62509" y="445556"/>
                  </a:lnTo>
                  <a:lnTo>
                    <a:pt x="67211" y="429096"/>
                  </a:lnTo>
                  <a:lnTo>
                    <a:pt x="0" y="394448"/>
                  </a:lnTo>
                  <a:lnTo>
                    <a:pt x="3267" y="367541"/>
                  </a:lnTo>
                  <a:lnTo>
                    <a:pt x="23628" y="368723"/>
                  </a:lnTo>
                  <a:lnTo>
                    <a:pt x="41906" y="383480"/>
                  </a:lnTo>
                  <a:lnTo>
                    <a:pt x="111049" y="394588"/>
                  </a:lnTo>
                  <a:lnTo>
                    <a:pt x="109880" y="440472"/>
                  </a:lnTo>
                  <a:lnTo>
                    <a:pt x="244557" y="447005"/>
                  </a:lnTo>
                  <a:lnTo>
                    <a:pt x="261398" y="406892"/>
                  </a:lnTo>
                  <a:lnTo>
                    <a:pt x="225505" y="351844"/>
                  </a:lnTo>
                  <a:lnTo>
                    <a:pt x="191314" y="353293"/>
                  </a:lnTo>
                  <a:lnTo>
                    <a:pt x="209973" y="312252"/>
                  </a:lnTo>
                  <a:lnTo>
                    <a:pt x="241545" y="305464"/>
                  </a:lnTo>
                  <a:lnTo>
                    <a:pt x="259568" y="343353"/>
                  </a:lnTo>
                  <a:lnTo>
                    <a:pt x="275494" y="336820"/>
                  </a:lnTo>
                  <a:lnTo>
                    <a:pt x="319598" y="319712"/>
                  </a:lnTo>
                  <a:lnTo>
                    <a:pt x="341002" y="313421"/>
                  </a:lnTo>
                  <a:lnTo>
                    <a:pt x="412916" y="307689"/>
                  </a:lnTo>
                  <a:lnTo>
                    <a:pt x="409777" y="257750"/>
                  </a:lnTo>
                  <a:lnTo>
                    <a:pt x="424915" y="236702"/>
                  </a:lnTo>
                  <a:lnTo>
                    <a:pt x="415128" y="199715"/>
                  </a:lnTo>
                  <a:lnTo>
                    <a:pt x="389809" y="201292"/>
                  </a:lnTo>
                  <a:lnTo>
                    <a:pt x="371926" y="184565"/>
                  </a:lnTo>
                  <a:lnTo>
                    <a:pt x="362533" y="164686"/>
                  </a:lnTo>
                  <a:lnTo>
                    <a:pt x="344790" y="151099"/>
                  </a:lnTo>
                  <a:lnTo>
                    <a:pt x="338384" y="135148"/>
                  </a:lnTo>
                  <a:lnTo>
                    <a:pt x="351056" y="125869"/>
                  </a:lnTo>
                  <a:lnTo>
                    <a:pt x="365024" y="145087"/>
                  </a:lnTo>
                  <a:lnTo>
                    <a:pt x="381459" y="138033"/>
                  </a:lnTo>
                  <a:lnTo>
                    <a:pt x="398554" y="146523"/>
                  </a:lnTo>
                  <a:lnTo>
                    <a:pt x="401541" y="128602"/>
                  </a:lnTo>
                  <a:lnTo>
                    <a:pt x="413171" y="111634"/>
                  </a:lnTo>
                  <a:lnTo>
                    <a:pt x="382628" y="93839"/>
                  </a:lnTo>
                  <a:lnTo>
                    <a:pt x="369575" y="103779"/>
                  </a:lnTo>
                  <a:lnTo>
                    <a:pt x="353140" y="103131"/>
                  </a:lnTo>
                  <a:lnTo>
                    <a:pt x="344650" y="76986"/>
                  </a:lnTo>
                  <a:lnTo>
                    <a:pt x="359127" y="63005"/>
                  </a:lnTo>
                  <a:lnTo>
                    <a:pt x="386810" y="50447"/>
                  </a:lnTo>
                  <a:lnTo>
                    <a:pt x="408608" y="30327"/>
                  </a:lnTo>
                  <a:lnTo>
                    <a:pt x="460808" y="0"/>
                  </a:lnTo>
                  <a:lnTo>
                    <a:pt x="480891" y="21048"/>
                  </a:lnTo>
                  <a:lnTo>
                    <a:pt x="473455" y="37521"/>
                  </a:lnTo>
                  <a:lnTo>
                    <a:pt x="463401" y="59738"/>
                  </a:lnTo>
                  <a:lnTo>
                    <a:pt x="508955" y="64835"/>
                  </a:lnTo>
                  <a:lnTo>
                    <a:pt x="526558" y="66932"/>
                  </a:lnTo>
                  <a:lnTo>
                    <a:pt x="519657" y="99737"/>
                  </a:lnTo>
                  <a:lnTo>
                    <a:pt x="532189" y="130572"/>
                  </a:lnTo>
                  <a:lnTo>
                    <a:pt x="542103" y="134093"/>
                  </a:lnTo>
                  <a:lnTo>
                    <a:pt x="563494" y="100118"/>
                  </a:lnTo>
                  <a:lnTo>
                    <a:pt x="582293" y="70198"/>
                  </a:lnTo>
                  <a:lnTo>
                    <a:pt x="597557" y="71889"/>
                  </a:lnTo>
                  <a:lnTo>
                    <a:pt x="597697" y="65623"/>
                  </a:lnTo>
                  <a:lnTo>
                    <a:pt x="593262" y="43647"/>
                  </a:lnTo>
                  <a:lnTo>
                    <a:pt x="587910" y="16460"/>
                  </a:lnTo>
                  <a:lnTo>
                    <a:pt x="618186" y="8236"/>
                  </a:lnTo>
                  <a:lnTo>
                    <a:pt x="643759" y="35817"/>
                  </a:lnTo>
                  <a:lnTo>
                    <a:pt x="704704" y="91107"/>
                  </a:lnTo>
                  <a:lnTo>
                    <a:pt x="725842" y="93979"/>
                  </a:lnTo>
                  <a:lnTo>
                    <a:pt x="747118" y="86391"/>
                  </a:lnTo>
                  <a:lnTo>
                    <a:pt x="781576" y="72931"/>
                  </a:lnTo>
                  <a:lnTo>
                    <a:pt x="822553" y="97894"/>
                  </a:lnTo>
                  <a:lnTo>
                    <a:pt x="853083" y="116324"/>
                  </a:lnTo>
                  <a:lnTo>
                    <a:pt x="933869" y="135936"/>
                  </a:lnTo>
                  <a:lnTo>
                    <a:pt x="939729" y="180243"/>
                  </a:lnTo>
                  <a:lnTo>
                    <a:pt x="934378" y="192127"/>
                  </a:lnTo>
                  <a:lnTo>
                    <a:pt x="937009" y="202461"/>
                  </a:lnTo>
                  <a:lnTo>
                    <a:pt x="953570" y="193831"/>
                  </a:lnTo>
                  <a:lnTo>
                    <a:pt x="971314" y="198813"/>
                  </a:lnTo>
                  <a:lnTo>
                    <a:pt x="1020655" y="145989"/>
                  </a:lnTo>
                  <a:lnTo>
                    <a:pt x="1023133" y="89264"/>
                  </a:lnTo>
                  <a:lnTo>
                    <a:pt x="1061493" y="84701"/>
                  </a:lnTo>
                  <a:lnTo>
                    <a:pt x="1083952" y="119476"/>
                  </a:lnTo>
                  <a:lnTo>
                    <a:pt x="1110554" y="121942"/>
                  </a:lnTo>
                  <a:lnTo>
                    <a:pt x="1108749" y="150311"/>
                  </a:lnTo>
                  <a:lnTo>
                    <a:pt x="1146054" y="172401"/>
                  </a:lnTo>
                  <a:lnTo>
                    <a:pt x="1148659" y="182722"/>
                  </a:lnTo>
                  <a:lnTo>
                    <a:pt x="1167597" y="212654"/>
                  </a:lnTo>
                  <a:lnTo>
                    <a:pt x="1167979" y="234338"/>
                  </a:lnTo>
                  <a:lnTo>
                    <a:pt x="1250837" y="232126"/>
                  </a:lnTo>
                  <a:lnTo>
                    <a:pt x="1239753" y="301931"/>
                  </a:lnTo>
                  <a:lnTo>
                    <a:pt x="1261297" y="295258"/>
                  </a:lnTo>
                  <a:lnTo>
                    <a:pt x="1273550" y="322051"/>
                  </a:lnTo>
                  <a:lnTo>
                    <a:pt x="1253468" y="358123"/>
                  </a:lnTo>
                  <a:lnTo>
                    <a:pt x="1284391" y="421636"/>
                  </a:lnTo>
                  <a:lnTo>
                    <a:pt x="1274083" y="430545"/>
                  </a:lnTo>
                  <a:lnTo>
                    <a:pt x="1241584" y="445048"/>
                  </a:lnTo>
                  <a:lnTo>
                    <a:pt x="1233894" y="463211"/>
                  </a:lnTo>
                  <a:lnTo>
                    <a:pt x="1179469" y="492101"/>
                  </a:lnTo>
                  <a:lnTo>
                    <a:pt x="1136407" y="466083"/>
                  </a:lnTo>
                  <a:lnTo>
                    <a:pt x="1118663" y="482823"/>
                  </a:lnTo>
                  <a:lnTo>
                    <a:pt x="1097501" y="501379"/>
                  </a:lnTo>
                  <a:lnTo>
                    <a:pt x="1117342" y="536803"/>
                  </a:lnTo>
                  <a:lnTo>
                    <a:pt x="1038004" y="565286"/>
                  </a:lnTo>
                  <a:lnTo>
                    <a:pt x="1026133" y="585292"/>
                  </a:lnTo>
                  <a:lnTo>
                    <a:pt x="970805" y="600722"/>
                  </a:lnTo>
                  <a:lnTo>
                    <a:pt x="945207" y="668671"/>
                  </a:lnTo>
                  <a:lnTo>
                    <a:pt x="933743" y="672738"/>
                  </a:lnTo>
                  <a:lnTo>
                    <a:pt x="860125" y="654957"/>
                  </a:lnTo>
                  <a:lnTo>
                    <a:pt x="814330" y="587898"/>
                  </a:lnTo>
                  <a:lnTo>
                    <a:pt x="756397" y="571947"/>
                  </a:lnTo>
                  <a:lnTo>
                    <a:pt x="730544" y="575213"/>
                  </a:lnTo>
                  <a:lnTo>
                    <a:pt x="642844" y="587377"/>
                  </a:lnTo>
                  <a:lnTo>
                    <a:pt x="636438" y="554444"/>
                  </a:lnTo>
                  <a:lnTo>
                    <a:pt x="637760" y="547772"/>
                  </a:lnTo>
                  <a:lnTo>
                    <a:pt x="619368" y="459804"/>
                  </a:lnTo>
                  <a:lnTo>
                    <a:pt x="680568" y="459944"/>
                  </a:lnTo>
                  <a:lnTo>
                    <a:pt x="702353" y="444654"/>
                  </a:lnTo>
                  <a:lnTo>
                    <a:pt x="724151" y="404007"/>
                  </a:lnTo>
                  <a:lnTo>
                    <a:pt x="718927" y="373413"/>
                  </a:lnTo>
                  <a:lnTo>
                    <a:pt x="723109" y="348196"/>
                  </a:lnTo>
                  <a:lnTo>
                    <a:pt x="736823" y="331863"/>
                  </a:lnTo>
                  <a:lnTo>
                    <a:pt x="751948" y="323615"/>
                  </a:lnTo>
                  <a:lnTo>
                    <a:pt x="774789" y="282332"/>
                  </a:lnTo>
                  <a:lnTo>
                    <a:pt x="754160" y="249133"/>
                  </a:lnTo>
                  <a:lnTo>
                    <a:pt x="693863" y="234885"/>
                  </a:lnTo>
                  <a:lnTo>
                    <a:pt x="690609" y="232393"/>
                  </a:lnTo>
                  <a:lnTo>
                    <a:pt x="685919" y="200898"/>
                  </a:lnTo>
                  <a:lnTo>
                    <a:pt x="654995" y="207697"/>
                  </a:lnTo>
                  <a:lnTo>
                    <a:pt x="665684" y="229267"/>
                  </a:lnTo>
                  <a:lnTo>
                    <a:pt x="635536" y="243375"/>
                  </a:lnTo>
                  <a:lnTo>
                    <a:pt x="567549" y="223242"/>
                  </a:lnTo>
                  <a:lnTo>
                    <a:pt x="567803" y="227042"/>
                  </a:lnTo>
                  <a:close/>
                </a:path>
              </a:pathLst>
            </a:custGeom>
            <a:solidFill>
              <a:srgbClr val="FFFFFF"/>
            </a:solidFill>
            <a:ln w="12700" cap="flat">
              <a:noFill/>
              <a:prstDash val="solid"/>
              <a:miter/>
            </a:ln>
          </p:spPr>
          <p:txBody>
            <a:bodyPr rtlCol="0" anchor="ctr"/>
            <a:lstStyle/>
            <a:p>
              <a:endParaRPr lang="de-CH"/>
            </a:p>
          </p:txBody>
        </p:sp>
        <p:sp>
          <p:nvSpPr>
            <p:cNvPr id="107" name="Freihandform: Form 106">
              <a:extLst>
                <a:ext uri="{FF2B5EF4-FFF2-40B4-BE49-F238E27FC236}">
                  <a16:creationId xmlns:a16="http://schemas.microsoft.com/office/drawing/2014/main" id="{21090DDA-120D-2074-9771-3DD6DC9F61CA}"/>
                </a:ext>
              </a:extLst>
            </p:cNvPr>
            <p:cNvSpPr/>
            <p:nvPr/>
          </p:nvSpPr>
          <p:spPr>
            <a:xfrm>
              <a:off x="4301505" y="1228813"/>
              <a:ext cx="1284391" cy="672738"/>
            </a:xfrm>
            <a:custGeom>
              <a:avLst/>
              <a:gdLst>
                <a:gd name="connsiteX0" fmla="*/ 567803 w 1284391"/>
                <a:gd name="connsiteY0" fmla="*/ 227042 h 672738"/>
                <a:gd name="connsiteX1" fmla="*/ 565718 w 1284391"/>
                <a:gd name="connsiteY1" fmla="*/ 264016 h 672738"/>
                <a:gd name="connsiteX2" fmla="*/ 556198 w 1284391"/>
                <a:gd name="connsiteY2" fmla="*/ 278137 h 672738"/>
                <a:gd name="connsiteX3" fmla="*/ 605654 w 1284391"/>
                <a:gd name="connsiteY3" fmla="*/ 302452 h 672738"/>
                <a:gd name="connsiteX4" fmla="*/ 585432 w 1284391"/>
                <a:gd name="connsiteY4" fmla="*/ 375510 h 672738"/>
                <a:gd name="connsiteX5" fmla="*/ 585038 w 1284391"/>
                <a:gd name="connsiteY5" fmla="*/ 392377 h 672738"/>
                <a:gd name="connsiteX6" fmla="*/ 563367 w 1284391"/>
                <a:gd name="connsiteY6" fmla="*/ 390546 h 672738"/>
                <a:gd name="connsiteX7" fmla="*/ 552932 w 1284391"/>
                <a:gd name="connsiteY7" fmla="*/ 405710 h 672738"/>
                <a:gd name="connsiteX8" fmla="*/ 526978 w 1284391"/>
                <a:gd name="connsiteY8" fmla="*/ 401655 h 672738"/>
                <a:gd name="connsiteX9" fmla="*/ 489775 w 1284391"/>
                <a:gd name="connsiteY9" fmla="*/ 377989 h 672738"/>
                <a:gd name="connsiteX10" fmla="*/ 489127 w 1284391"/>
                <a:gd name="connsiteY10" fmla="*/ 423860 h 672738"/>
                <a:gd name="connsiteX11" fmla="*/ 514051 w 1284391"/>
                <a:gd name="connsiteY11" fmla="*/ 446103 h 672738"/>
                <a:gd name="connsiteX12" fmla="*/ 404299 w 1284391"/>
                <a:gd name="connsiteY12" fmla="*/ 454580 h 672738"/>
                <a:gd name="connsiteX13" fmla="*/ 409650 w 1284391"/>
                <a:gd name="connsiteY13" fmla="*/ 487258 h 672738"/>
                <a:gd name="connsiteX14" fmla="*/ 386022 w 1284391"/>
                <a:gd name="connsiteY14" fmla="*/ 524245 h 672738"/>
                <a:gd name="connsiteX15" fmla="*/ 335778 w 1284391"/>
                <a:gd name="connsiteY15" fmla="*/ 534197 h 672738"/>
                <a:gd name="connsiteX16" fmla="*/ 332651 w 1284391"/>
                <a:gd name="connsiteY16" fmla="*/ 533155 h 672738"/>
                <a:gd name="connsiteX17" fmla="*/ 308248 w 1284391"/>
                <a:gd name="connsiteY17" fmla="*/ 519936 h 672738"/>
                <a:gd name="connsiteX18" fmla="*/ 305897 w 1284391"/>
                <a:gd name="connsiteY18" fmla="*/ 486089 h 672738"/>
                <a:gd name="connsiteX19" fmla="*/ 297012 w 1284391"/>
                <a:gd name="connsiteY19" fmla="*/ 489216 h 672738"/>
                <a:gd name="connsiteX20" fmla="*/ 286323 w 1284391"/>
                <a:gd name="connsiteY20" fmla="*/ 485695 h 672738"/>
                <a:gd name="connsiteX21" fmla="*/ 280451 w 1284391"/>
                <a:gd name="connsiteY21" fmla="*/ 482823 h 672738"/>
                <a:gd name="connsiteX22" fmla="*/ 270282 w 1284391"/>
                <a:gd name="connsiteY22" fmla="*/ 487258 h 672738"/>
                <a:gd name="connsiteX23" fmla="*/ 258653 w 1284391"/>
                <a:gd name="connsiteY23" fmla="*/ 479823 h 672738"/>
                <a:gd name="connsiteX24" fmla="*/ 249781 w 1284391"/>
                <a:gd name="connsiteY24" fmla="*/ 480992 h 672738"/>
                <a:gd name="connsiteX25" fmla="*/ 250289 w 1284391"/>
                <a:gd name="connsiteY25" fmla="*/ 488046 h 672738"/>
                <a:gd name="connsiteX26" fmla="*/ 242727 w 1284391"/>
                <a:gd name="connsiteY26" fmla="*/ 487525 h 672738"/>
                <a:gd name="connsiteX27" fmla="*/ 236079 w 1284391"/>
                <a:gd name="connsiteY27" fmla="*/ 483865 h 672738"/>
                <a:gd name="connsiteX28" fmla="*/ 224462 w 1284391"/>
                <a:gd name="connsiteY28" fmla="*/ 547263 h 672738"/>
                <a:gd name="connsiteX29" fmla="*/ 172655 w 1284391"/>
                <a:gd name="connsiteY29" fmla="*/ 548166 h 672738"/>
                <a:gd name="connsiteX30" fmla="*/ 176570 w 1284391"/>
                <a:gd name="connsiteY30" fmla="*/ 521640 h 672738"/>
                <a:gd name="connsiteX31" fmla="*/ 175922 w 1284391"/>
                <a:gd name="connsiteY31" fmla="*/ 506336 h 672738"/>
                <a:gd name="connsiteX32" fmla="*/ 103753 w 1284391"/>
                <a:gd name="connsiteY32" fmla="*/ 462308 h 672738"/>
                <a:gd name="connsiteX33" fmla="*/ 100360 w 1284391"/>
                <a:gd name="connsiteY33" fmla="*/ 448047 h 672738"/>
                <a:gd name="connsiteX34" fmla="*/ 74533 w 1284391"/>
                <a:gd name="connsiteY34" fmla="*/ 446357 h 672738"/>
                <a:gd name="connsiteX35" fmla="*/ 62509 w 1284391"/>
                <a:gd name="connsiteY35" fmla="*/ 445556 h 672738"/>
                <a:gd name="connsiteX36" fmla="*/ 67211 w 1284391"/>
                <a:gd name="connsiteY36" fmla="*/ 429096 h 672738"/>
                <a:gd name="connsiteX37" fmla="*/ 0 w 1284391"/>
                <a:gd name="connsiteY37" fmla="*/ 394448 h 672738"/>
                <a:gd name="connsiteX38" fmla="*/ 3267 w 1284391"/>
                <a:gd name="connsiteY38" fmla="*/ 367541 h 672738"/>
                <a:gd name="connsiteX39" fmla="*/ 23628 w 1284391"/>
                <a:gd name="connsiteY39" fmla="*/ 368723 h 672738"/>
                <a:gd name="connsiteX40" fmla="*/ 41906 w 1284391"/>
                <a:gd name="connsiteY40" fmla="*/ 383480 h 672738"/>
                <a:gd name="connsiteX41" fmla="*/ 111049 w 1284391"/>
                <a:gd name="connsiteY41" fmla="*/ 394588 h 672738"/>
                <a:gd name="connsiteX42" fmla="*/ 109880 w 1284391"/>
                <a:gd name="connsiteY42" fmla="*/ 440472 h 672738"/>
                <a:gd name="connsiteX43" fmla="*/ 244557 w 1284391"/>
                <a:gd name="connsiteY43" fmla="*/ 447005 h 672738"/>
                <a:gd name="connsiteX44" fmla="*/ 261398 w 1284391"/>
                <a:gd name="connsiteY44" fmla="*/ 406892 h 672738"/>
                <a:gd name="connsiteX45" fmla="*/ 225505 w 1284391"/>
                <a:gd name="connsiteY45" fmla="*/ 351844 h 672738"/>
                <a:gd name="connsiteX46" fmla="*/ 191314 w 1284391"/>
                <a:gd name="connsiteY46" fmla="*/ 353293 h 672738"/>
                <a:gd name="connsiteX47" fmla="*/ 209973 w 1284391"/>
                <a:gd name="connsiteY47" fmla="*/ 312252 h 672738"/>
                <a:gd name="connsiteX48" fmla="*/ 241545 w 1284391"/>
                <a:gd name="connsiteY48" fmla="*/ 305464 h 672738"/>
                <a:gd name="connsiteX49" fmla="*/ 259568 w 1284391"/>
                <a:gd name="connsiteY49" fmla="*/ 343353 h 672738"/>
                <a:gd name="connsiteX50" fmla="*/ 275494 w 1284391"/>
                <a:gd name="connsiteY50" fmla="*/ 336820 h 672738"/>
                <a:gd name="connsiteX51" fmla="*/ 319598 w 1284391"/>
                <a:gd name="connsiteY51" fmla="*/ 319712 h 672738"/>
                <a:gd name="connsiteX52" fmla="*/ 341002 w 1284391"/>
                <a:gd name="connsiteY52" fmla="*/ 313421 h 672738"/>
                <a:gd name="connsiteX53" fmla="*/ 412916 w 1284391"/>
                <a:gd name="connsiteY53" fmla="*/ 307689 h 672738"/>
                <a:gd name="connsiteX54" fmla="*/ 409777 w 1284391"/>
                <a:gd name="connsiteY54" fmla="*/ 257750 h 672738"/>
                <a:gd name="connsiteX55" fmla="*/ 424915 w 1284391"/>
                <a:gd name="connsiteY55" fmla="*/ 236702 h 672738"/>
                <a:gd name="connsiteX56" fmla="*/ 415128 w 1284391"/>
                <a:gd name="connsiteY56" fmla="*/ 199715 h 672738"/>
                <a:gd name="connsiteX57" fmla="*/ 389809 w 1284391"/>
                <a:gd name="connsiteY57" fmla="*/ 201292 h 672738"/>
                <a:gd name="connsiteX58" fmla="*/ 371926 w 1284391"/>
                <a:gd name="connsiteY58" fmla="*/ 184565 h 672738"/>
                <a:gd name="connsiteX59" fmla="*/ 362533 w 1284391"/>
                <a:gd name="connsiteY59" fmla="*/ 164686 h 672738"/>
                <a:gd name="connsiteX60" fmla="*/ 344790 w 1284391"/>
                <a:gd name="connsiteY60" fmla="*/ 151099 h 672738"/>
                <a:gd name="connsiteX61" fmla="*/ 338384 w 1284391"/>
                <a:gd name="connsiteY61" fmla="*/ 135148 h 672738"/>
                <a:gd name="connsiteX62" fmla="*/ 351056 w 1284391"/>
                <a:gd name="connsiteY62" fmla="*/ 125869 h 672738"/>
                <a:gd name="connsiteX63" fmla="*/ 365024 w 1284391"/>
                <a:gd name="connsiteY63" fmla="*/ 145087 h 672738"/>
                <a:gd name="connsiteX64" fmla="*/ 381459 w 1284391"/>
                <a:gd name="connsiteY64" fmla="*/ 138033 h 672738"/>
                <a:gd name="connsiteX65" fmla="*/ 398554 w 1284391"/>
                <a:gd name="connsiteY65" fmla="*/ 146523 h 672738"/>
                <a:gd name="connsiteX66" fmla="*/ 401541 w 1284391"/>
                <a:gd name="connsiteY66" fmla="*/ 128602 h 672738"/>
                <a:gd name="connsiteX67" fmla="*/ 413171 w 1284391"/>
                <a:gd name="connsiteY67" fmla="*/ 111634 h 672738"/>
                <a:gd name="connsiteX68" fmla="*/ 382628 w 1284391"/>
                <a:gd name="connsiteY68" fmla="*/ 93839 h 672738"/>
                <a:gd name="connsiteX69" fmla="*/ 369575 w 1284391"/>
                <a:gd name="connsiteY69" fmla="*/ 103779 h 672738"/>
                <a:gd name="connsiteX70" fmla="*/ 353140 w 1284391"/>
                <a:gd name="connsiteY70" fmla="*/ 103131 h 672738"/>
                <a:gd name="connsiteX71" fmla="*/ 344650 w 1284391"/>
                <a:gd name="connsiteY71" fmla="*/ 76986 h 672738"/>
                <a:gd name="connsiteX72" fmla="*/ 359127 w 1284391"/>
                <a:gd name="connsiteY72" fmla="*/ 63005 h 672738"/>
                <a:gd name="connsiteX73" fmla="*/ 386810 w 1284391"/>
                <a:gd name="connsiteY73" fmla="*/ 50447 h 672738"/>
                <a:gd name="connsiteX74" fmla="*/ 408608 w 1284391"/>
                <a:gd name="connsiteY74" fmla="*/ 30327 h 672738"/>
                <a:gd name="connsiteX75" fmla="*/ 460808 w 1284391"/>
                <a:gd name="connsiteY75" fmla="*/ 0 h 672738"/>
                <a:gd name="connsiteX76" fmla="*/ 480891 w 1284391"/>
                <a:gd name="connsiteY76" fmla="*/ 21048 h 672738"/>
                <a:gd name="connsiteX77" fmla="*/ 473455 w 1284391"/>
                <a:gd name="connsiteY77" fmla="*/ 37521 h 672738"/>
                <a:gd name="connsiteX78" fmla="*/ 463401 w 1284391"/>
                <a:gd name="connsiteY78" fmla="*/ 59738 h 672738"/>
                <a:gd name="connsiteX79" fmla="*/ 508955 w 1284391"/>
                <a:gd name="connsiteY79" fmla="*/ 64835 h 672738"/>
                <a:gd name="connsiteX80" fmla="*/ 526558 w 1284391"/>
                <a:gd name="connsiteY80" fmla="*/ 66932 h 672738"/>
                <a:gd name="connsiteX81" fmla="*/ 519657 w 1284391"/>
                <a:gd name="connsiteY81" fmla="*/ 99737 h 672738"/>
                <a:gd name="connsiteX82" fmla="*/ 532189 w 1284391"/>
                <a:gd name="connsiteY82" fmla="*/ 130572 h 672738"/>
                <a:gd name="connsiteX83" fmla="*/ 542103 w 1284391"/>
                <a:gd name="connsiteY83" fmla="*/ 134093 h 672738"/>
                <a:gd name="connsiteX84" fmla="*/ 563494 w 1284391"/>
                <a:gd name="connsiteY84" fmla="*/ 100118 h 672738"/>
                <a:gd name="connsiteX85" fmla="*/ 582293 w 1284391"/>
                <a:gd name="connsiteY85" fmla="*/ 70198 h 672738"/>
                <a:gd name="connsiteX86" fmla="*/ 597557 w 1284391"/>
                <a:gd name="connsiteY86" fmla="*/ 71889 h 672738"/>
                <a:gd name="connsiteX87" fmla="*/ 597697 w 1284391"/>
                <a:gd name="connsiteY87" fmla="*/ 65623 h 672738"/>
                <a:gd name="connsiteX88" fmla="*/ 593262 w 1284391"/>
                <a:gd name="connsiteY88" fmla="*/ 43647 h 672738"/>
                <a:gd name="connsiteX89" fmla="*/ 587910 w 1284391"/>
                <a:gd name="connsiteY89" fmla="*/ 16460 h 672738"/>
                <a:gd name="connsiteX90" fmla="*/ 618186 w 1284391"/>
                <a:gd name="connsiteY90" fmla="*/ 8236 h 672738"/>
                <a:gd name="connsiteX91" fmla="*/ 643759 w 1284391"/>
                <a:gd name="connsiteY91" fmla="*/ 35817 h 672738"/>
                <a:gd name="connsiteX92" fmla="*/ 704704 w 1284391"/>
                <a:gd name="connsiteY92" fmla="*/ 91107 h 672738"/>
                <a:gd name="connsiteX93" fmla="*/ 725842 w 1284391"/>
                <a:gd name="connsiteY93" fmla="*/ 93979 h 672738"/>
                <a:gd name="connsiteX94" fmla="*/ 747118 w 1284391"/>
                <a:gd name="connsiteY94" fmla="*/ 86391 h 672738"/>
                <a:gd name="connsiteX95" fmla="*/ 781576 w 1284391"/>
                <a:gd name="connsiteY95" fmla="*/ 72931 h 672738"/>
                <a:gd name="connsiteX96" fmla="*/ 822553 w 1284391"/>
                <a:gd name="connsiteY96" fmla="*/ 97894 h 672738"/>
                <a:gd name="connsiteX97" fmla="*/ 853083 w 1284391"/>
                <a:gd name="connsiteY97" fmla="*/ 116324 h 672738"/>
                <a:gd name="connsiteX98" fmla="*/ 933869 w 1284391"/>
                <a:gd name="connsiteY98" fmla="*/ 135936 h 672738"/>
                <a:gd name="connsiteX99" fmla="*/ 939729 w 1284391"/>
                <a:gd name="connsiteY99" fmla="*/ 180243 h 672738"/>
                <a:gd name="connsiteX100" fmla="*/ 934378 w 1284391"/>
                <a:gd name="connsiteY100" fmla="*/ 192127 h 672738"/>
                <a:gd name="connsiteX101" fmla="*/ 937009 w 1284391"/>
                <a:gd name="connsiteY101" fmla="*/ 202461 h 672738"/>
                <a:gd name="connsiteX102" fmla="*/ 953570 w 1284391"/>
                <a:gd name="connsiteY102" fmla="*/ 193831 h 672738"/>
                <a:gd name="connsiteX103" fmla="*/ 971314 w 1284391"/>
                <a:gd name="connsiteY103" fmla="*/ 198813 h 672738"/>
                <a:gd name="connsiteX104" fmla="*/ 1020655 w 1284391"/>
                <a:gd name="connsiteY104" fmla="*/ 145989 h 672738"/>
                <a:gd name="connsiteX105" fmla="*/ 1023133 w 1284391"/>
                <a:gd name="connsiteY105" fmla="*/ 89264 h 672738"/>
                <a:gd name="connsiteX106" fmla="*/ 1061493 w 1284391"/>
                <a:gd name="connsiteY106" fmla="*/ 84701 h 672738"/>
                <a:gd name="connsiteX107" fmla="*/ 1083952 w 1284391"/>
                <a:gd name="connsiteY107" fmla="*/ 119476 h 672738"/>
                <a:gd name="connsiteX108" fmla="*/ 1110554 w 1284391"/>
                <a:gd name="connsiteY108" fmla="*/ 121942 h 672738"/>
                <a:gd name="connsiteX109" fmla="*/ 1108749 w 1284391"/>
                <a:gd name="connsiteY109" fmla="*/ 150311 h 672738"/>
                <a:gd name="connsiteX110" fmla="*/ 1146054 w 1284391"/>
                <a:gd name="connsiteY110" fmla="*/ 172401 h 672738"/>
                <a:gd name="connsiteX111" fmla="*/ 1148659 w 1284391"/>
                <a:gd name="connsiteY111" fmla="*/ 182722 h 672738"/>
                <a:gd name="connsiteX112" fmla="*/ 1167597 w 1284391"/>
                <a:gd name="connsiteY112" fmla="*/ 212654 h 672738"/>
                <a:gd name="connsiteX113" fmla="*/ 1167979 w 1284391"/>
                <a:gd name="connsiteY113" fmla="*/ 234338 h 672738"/>
                <a:gd name="connsiteX114" fmla="*/ 1250837 w 1284391"/>
                <a:gd name="connsiteY114" fmla="*/ 232126 h 672738"/>
                <a:gd name="connsiteX115" fmla="*/ 1239753 w 1284391"/>
                <a:gd name="connsiteY115" fmla="*/ 301931 h 672738"/>
                <a:gd name="connsiteX116" fmla="*/ 1261297 w 1284391"/>
                <a:gd name="connsiteY116" fmla="*/ 295258 h 672738"/>
                <a:gd name="connsiteX117" fmla="*/ 1273550 w 1284391"/>
                <a:gd name="connsiteY117" fmla="*/ 322051 h 672738"/>
                <a:gd name="connsiteX118" fmla="*/ 1253468 w 1284391"/>
                <a:gd name="connsiteY118" fmla="*/ 358123 h 672738"/>
                <a:gd name="connsiteX119" fmla="*/ 1284391 w 1284391"/>
                <a:gd name="connsiteY119" fmla="*/ 421636 h 672738"/>
                <a:gd name="connsiteX120" fmla="*/ 1274083 w 1284391"/>
                <a:gd name="connsiteY120" fmla="*/ 430545 h 672738"/>
                <a:gd name="connsiteX121" fmla="*/ 1241584 w 1284391"/>
                <a:gd name="connsiteY121" fmla="*/ 445048 h 672738"/>
                <a:gd name="connsiteX122" fmla="*/ 1233894 w 1284391"/>
                <a:gd name="connsiteY122" fmla="*/ 463211 h 672738"/>
                <a:gd name="connsiteX123" fmla="*/ 1179469 w 1284391"/>
                <a:gd name="connsiteY123" fmla="*/ 492101 h 672738"/>
                <a:gd name="connsiteX124" fmla="*/ 1136407 w 1284391"/>
                <a:gd name="connsiteY124" fmla="*/ 466083 h 672738"/>
                <a:gd name="connsiteX125" fmla="*/ 1118663 w 1284391"/>
                <a:gd name="connsiteY125" fmla="*/ 482823 h 672738"/>
                <a:gd name="connsiteX126" fmla="*/ 1097501 w 1284391"/>
                <a:gd name="connsiteY126" fmla="*/ 501379 h 672738"/>
                <a:gd name="connsiteX127" fmla="*/ 1117342 w 1284391"/>
                <a:gd name="connsiteY127" fmla="*/ 536803 h 672738"/>
                <a:gd name="connsiteX128" fmla="*/ 1038004 w 1284391"/>
                <a:gd name="connsiteY128" fmla="*/ 565286 h 672738"/>
                <a:gd name="connsiteX129" fmla="*/ 1026133 w 1284391"/>
                <a:gd name="connsiteY129" fmla="*/ 585292 h 672738"/>
                <a:gd name="connsiteX130" fmla="*/ 970805 w 1284391"/>
                <a:gd name="connsiteY130" fmla="*/ 600722 h 672738"/>
                <a:gd name="connsiteX131" fmla="*/ 945207 w 1284391"/>
                <a:gd name="connsiteY131" fmla="*/ 668671 h 672738"/>
                <a:gd name="connsiteX132" fmla="*/ 933743 w 1284391"/>
                <a:gd name="connsiteY132" fmla="*/ 672738 h 672738"/>
                <a:gd name="connsiteX133" fmla="*/ 860125 w 1284391"/>
                <a:gd name="connsiteY133" fmla="*/ 654957 h 672738"/>
                <a:gd name="connsiteX134" fmla="*/ 814330 w 1284391"/>
                <a:gd name="connsiteY134" fmla="*/ 587898 h 672738"/>
                <a:gd name="connsiteX135" fmla="*/ 756397 w 1284391"/>
                <a:gd name="connsiteY135" fmla="*/ 571947 h 672738"/>
                <a:gd name="connsiteX136" fmla="*/ 730544 w 1284391"/>
                <a:gd name="connsiteY136" fmla="*/ 575213 h 672738"/>
                <a:gd name="connsiteX137" fmla="*/ 642844 w 1284391"/>
                <a:gd name="connsiteY137" fmla="*/ 587377 h 672738"/>
                <a:gd name="connsiteX138" fmla="*/ 636438 w 1284391"/>
                <a:gd name="connsiteY138" fmla="*/ 554444 h 672738"/>
                <a:gd name="connsiteX139" fmla="*/ 637760 w 1284391"/>
                <a:gd name="connsiteY139" fmla="*/ 547772 h 672738"/>
                <a:gd name="connsiteX140" fmla="*/ 619368 w 1284391"/>
                <a:gd name="connsiteY140" fmla="*/ 459804 h 672738"/>
                <a:gd name="connsiteX141" fmla="*/ 680568 w 1284391"/>
                <a:gd name="connsiteY141" fmla="*/ 459944 h 672738"/>
                <a:gd name="connsiteX142" fmla="*/ 702353 w 1284391"/>
                <a:gd name="connsiteY142" fmla="*/ 444654 h 672738"/>
                <a:gd name="connsiteX143" fmla="*/ 724151 w 1284391"/>
                <a:gd name="connsiteY143" fmla="*/ 404007 h 672738"/>
                <a:gd name="connsiteX144" fmla="*/ 718927 w 1284391"/>
                <a:gd name="connsiteY144" fmla="*/ 373413 h 672738"/>
                <a:gd name="connsiteX145" fmla="*/ 723109 w 1284391"/>
                <a:gd name="connsiteY145" fmla="*/ 348196 h 672738"/>
                <a:gd name="connsiteX146" fmla="*/ 736823 w 1284391"/>
                <a:gd name="connsiteY146" fmla="*/ 331863 h 672738"/>
                <a:gd name="connsiteX147" fmla="*/ 751948 w 1284391"/>
                <a:gd name="connsiteY147" fmla="*/ 323615 h 672738"/>
                <a:gd name="connsiteX148" fmla="*/ 774789 w 1284391"/>
                <a:gd name="connsiteY148" fmla="*/ 282332 h 672738"/>
                <a:gd name="connsiteX149" fmla="*/ 754160 w 1284391"/>
                <a:gd name="connsiteY149" fmla="*/ 249133 h 672738"/>
                <a:gd name="connsiteX150" fmla="*/ 693863 w 1284391"/>
                <a:gd name="connsiteY150" fmla="*/ 234885 h 672738"/>
                <a:gd name="connsiteX151" fmla="*/ 690609 w 1284391"/>
                <a:gd name="connsiteY151" fmla="*/ 232393 h 672738"/>
                <a:gd name="connsiteX152" fmla="*/ 685919 w 1284391"/>
                <a:gd name="connsiteY152" fmla="*/ 200898 h 672738"/>
                <a:gd name="connsiteX153" fmla="*/ 654995 w 1284391"/>
                <a:gd name="connsiteY153" fmla="*/ 207697 h 672738"/>
                <a:gd name="connsiteX154" fmla="*/ 665684 w 1284391"/>
                <a:gd name="connsiteY154" fmla="*/ 229267 h 672738"/>
                <a:gd name="connsiteX155" fmla="*/ 635536 w 1284391"/>
                <a:gd name="connsiteY155" fmla="*/ 243375 h 672738"/>
                <a:gd name="connsiteX156" fmla="*/ 567549 w 1284391"/>
                <a:gd name="connsiteY156" fmla="*/ 223242 h 672738"/>
                <a:gd name="connsiteX157" fmla="*/ 567803 w 1284391"/>
                <a:gd name="connsiteY157" fmla="*/ 227042 h 67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1284391" h="672738">
                  <a:moveTo>
                    <a:pt x="567803" y="227042"/>
                  </a:moveTo>
                  <a:lnTo>
                    <a:pt x="565718" y="264016"/>
                  </a:lnTo>
                  <a:lnTo>
                    <a:pt x="556198" y="278137"/>
                  </a:lnTo>
                  <a:lnTo>
                    <a:pt x="605654" y="302452"/>
                  </a:lnTo>
                  <a:lnTo>
                    <a:pt x="585432" y="375510"/>
                  </a:lnTo>
                  <a:lnTo>
                    <a:pt x="585038" y="392377"/>
                  </a:lnTo>
                  <a:lnTo>
                    <a:pt x="563367" y="390546"/>
                  </a:lnTo>
                  <a:lnTo>
                    <a:pt x="552932" y="405710"/>
                  </a:lnTo>
                  <a:lnTo>
                    <a:pt x="526978" y="401655"/>
                  </a:lnTo>
                  <a:lnTo>
                    <a:pt x="489775" y="377989"/>
                  </a:lnTo>
                  <a:lnTo>
                    <a:pt x="489127" y="423860"/>
                  </a:lnTo>
                  <a:lnTo>
                    <a:pt x="514051" y="446103"/>
                  </a:lnTo>
                  <a:lnTo>
                    <a:pt x="404299" y="454580"/>
                  </a:lnTo>
                  <a:lnTo>
                    <a:pt x="409650" y="487258"/>
                  </a:lnTo>
                  <a:lnTo>
                    <a:pt x="386022" y="524245"/>
                  </a:lnTo>
                  <a:lnTo>
                    <a:pt x="335778" y="534197"/>
                  </a:lnTo>
                  <a:lnTo>
                    <a:pt x="332651" y="533155"/>
                  </a:lnTo>
                  <a:lnTo>
                    <a:pt x="308248" y="519936"/>
                  </a:lnTo>
                  <a:lnTo>
                    <a:pt x="305897" y="486089"/>
                  </a:lnTo>
                  <a:lnTo>
                    <a:pt x="297012" y="489216"/>
                  </a:lnTo>
                  <a:lnTo>
                    <a:pt x="286323" y="485695"/>
                  </a:lnTo>
                  <a:lnTo>
                    <a:pt x="280451" y="482823"/>
                  </a:lnTo>
                  <a:lnTo>
                    <a:pt x="270282" y="487258"/>
                  </a:lnTo>
                  <a:lnTo>
                    <a:pt x="258653" y="479823"/>
                  </a:lnTo>
                  <a:lnTo>
                    <a:pt x="249781" y="480992"/>
                  </a:lnTo>
                  <a:lnTo>
                    <a:pt x="250289" y="488046"/>
                  </a:lnTo>
                  <a:lnTo>
                    <a:pt x="242727" y="487525"/>
                  </a:lnTo>
                  <a:lnTo>
                    <a:pt x="236079" y="483865"/>
                  </a:lnTo>
                  <a:lnTo>
                    <a:pt x="224462" y="547263"/>
                  </a:lnTo>
                  <a:lnTo>
                    <a:pt x="172655" y="548166"/>
                  </a:lnTo>
                  <a:lnTo>
                    <a:pt x="176570" y="521640"/>
                  </a:lnTo>
                  <a:lnTo>
                    <a:pt x="175922" y="506336"/>
                  </a:lnTo>
                  <a:lnTo>
                    <a:pt x="103753" y="462308"/>
                  </a:lnTo>
                  <a:lnTo>
                    <a:pt x="100360" y="448047"/>
                  </a:lnTo>
                  <a:lnTo>
                    <a:pt x="74533" y="446357"/>
                  </a:lnTo>
                  <a:lnTo>
                    <a:pt x="62509" y="445556"/>
                  </a:lnTo>
                  <a:lnTo>
                    <a:pt x="67211" y="429096"/>
                  </a:lnTo>
                  <a:lnTo>
                    <a:pt x="0" y="394448"/>
                  </a:lnTo>
                  <a:lnTo>
                    <a:pt x="3267" y="367541"/>
                  </a:lnTo>
                  <a:lnTo>
                    <a:pt x="23628" y="368723"/>
                  </a:lnTo>
                  <a:lnTo>
                    <a:pt x="41906" y="383480"/>
                  </a:lnTo>
                  <a:lnTo>
                    <a:pt x="111049" y="394588"/>
                  </a:lnTo>
                  <a:lnTo>
                    <a:pt x="109880" y="440472"/>
                  </a:lnTo>
                  <a:lnTo>
                    <a:pt x="244557" y="447005"/>
                  </a:lnTo>
                  <a:lnTo>
                    <a:pt x="261398" y="406892"/>
                  </a:lnTo>
                  <a:lnTo>
                    <a:pt x="225505" y="351844"/>
                  </a:lnTo>
                  <a:lnTo>
                    <a:pt x="191314" y="353293"/>
                  </a:lnTo>
                  <a:lnTo>
                    <a:pt x="209973" y="312252"/>
                  </a:lnTo>
                  <a:lnTo>
                    <a:pt x="241545" y="305464"/>
                  </a:lnTo>
                  <a:lnTo>
                    <a:pt x="259568" y="343353"/>
                  </a:lnTo>
                  <a:lnTo>
                    <a:pt x="275494" y="336820"/>
                  </a:lnTo>
                  <a:lnTo>
                    <a:pt x="319598" y="319712"/>
                  </a:lnTo>
                  <a:lnTo>
                    <a:pt x="341002" y="313421"/>
                  </a:lnTo>
                  <a:lnTo>
                    <a:pt x="412916" y="307689"/>
                  </a:lnTo>
                  <a:lnTo>
                    <a:pt x="409777" y="257750"/>
                  </a:lnTo>
                  <a:lnTo>
                    <a:pt x="424915" y="236702"/>
                  </a:lnTo>
                  <a:lnTo>
                    <a:pt x="415128" y="199715"/>
                  </a:lnTo>
                  <a:lnTo>
                    <a:pt x="389809" y="201292"/>
                  </a:lnTo>
                  <a:lnTo>
                    <a:pt x="371926" y="184565"/>
                  </a:lnTo>
                  <a:lnTo>
                    <a:pt x="362533" y="164686"/>
                  </a:lnTo>
                  <a:lnTo>
                    <a:pt x="344790" y="151099"/>
                  </a:lnTo>
                  <a:lnTo>
                    <a:pt x="338384" y="135148"/>
                  </a:lnTo>
                  <a:lnTo>
                    <a:pt x="351056" y="125869"/>
                  </a:lnTo>
                  <a:lnTo>
                    <a:pt x="365024" y="145087"/>
                  </a:lnTo>
                  <a:lnTo>
                    <a:pt x="381459" y="138033"/>
                  </a:lnTo>
                  <a:lnTo>
                    <a:pt x="398554" y="146523"/>
                  </a:lnTo>
                  <a:lnTo>
                    <a:pt x="401541" y="128602"/>
                  </a:lnTo>
                  <a:lnTo>
                    <a:pt x="413171" y="111634"/>
                  </a:lnTo>
                  <a:lnTo>
                    <a:pt x="382628" y="93839"/>
                  </a:lnTo>
                  <a:lnTo>
                    <a:pt x="369575" y="103779"/>
                  </a:lnTo>
                  <a:lnTo>
                    <a:pt x="353140" y="103131"/>
                  </a:lnTo>
                  <a:lnTo>
                    <a:pt x="344650" y="76986"/>
                  </a:lnTo>
                  <a:lnTo>
                    <a:pt x="359127" y="63005"/>
                  </a:lnTo>
                  <a:lnTo>
                    <a:pt x="386810" y="50447"/>
                  </a:lnTo>
                  <a:lnTo>
                    <a:pt x="408608" y="30327"/>
                  </a:lnTo>
                  <a:lnTo>
                    <a:pt x="460808" y="0"/>
                  </a:lnTo>
                  <a:lnTo>
                    <a:pt x="480891" y="21048"/>
                  </a:lnTo>
                  <a:lnTo>
                    <a:pt x="473455" y="37521"/>
                  </a:lnTo>
                  <a:lnTo>
                    <a:pt x="463401" y="59738"/>
                  </a:lnTo>
                  <a:lnTo>
                    <a:pt x="508955" y="64835"/>
                  </a:lnTo>
                  <a:lnTo>
                    <a:pt x="526558" y="66932"/>
                  </a:lnTo>
                  <a:lnTo>
                    <a:pt x="519657" y="99737"/>
                  </a:lnTo>
                  <a:lnTo>
                    <a:pt x="532189" y="130572"/>
                  </a:lnTo>
                  <a:lnTo>
                    <a:pt x="542103" y="134093"/>
                  </a:lnTo>
                  <a:lnTo>
                    <a:pt x="563494" y="100118"/>
                  </a:lnTo>
                  <a:lnTo>
                    <a:pt x="582293" y="70198"/>
                  </a:lnTo>
                  <a:lnTo>
                    <a:pt x="597557" y="71889"/>
                  </a:lnTo>
                  <a:lnTo>
                    <a:pt x="597697" y="65623"/>
                  </a:lnTo>
                  <a:lnTo>
                    <a:pt x="593262" y="43647"/>
                  </a:lnTo>
                  <a:lnTo>
                    <a:pt x="587910" y="16460"/>
                  </a:lnTo>
                  <a:lnTo>
                    <a:pt x="618186" y="8236"/>
                  </a:lnTo>
                  <a:lnTo>
                    <a:pt x="643759" y="35817"/>
                  </a:lnTo>
                  <a:lnTo>
                    <a:pt x="704704" y="91107"/>
                  </a:lnTo>
                  <a:lnTo>
                    <a:pt x="725842" y="93979"/>
                  </a:lnTo>
                  <a:lnTo>
                    <a:pt x="747118" y="86391"/>
                  </a:lnTo>
                  <a:lnTo>
                    <a:pt x="781576" y="72931"/>
                  </a:lnTo>
                  <a:lnTo>
                    <a:pt x="822553" y="97894"/>
                  </a:lnTo>
                  <a:lnTo>
                    <a:pt x="853083" y="116324"/>
                  </a:lnTo>
                  <a:lnTo>
                    <a:pt x="933869" y="135936"/>
                  </a:lnTo>
                  <a:lnTo>
                    <a:pt x="939729" y="180243"/>
                  </a:lnTo>
                  <a:lnTo>
                    <a:pt x="934378" y="192127"/>
                  </a:lnTo>
                  <a:lnTo>
                    <a:pt x="937009" y="202461"/>
                  </a:lnTo>
                  <a:lnTo>
                    <a:pt x="953570" y="193831"/>
                  </a:lnTo>
                  <a:lnTo>
                    <a:pt x="971314" y="198813"/>
                  </a:lnTo>
                  <a:lnTo>
                    <a:pt x="1020655" y="145989"/>
                  </a:lnTo>
                  <a:lnTo>
                    <a:pt x="1023133" y="89264"/>
                  </a:lnTo>
                  <a:lnTo>
                    <a:pt x="1061493" y="84701"/>
                  </a:lnTo>
                  <a:lnTo>
                    <a:pt x="1083952" y="119476"/>
                  </a:lnTo>
                  <a:lnTo>
                    <a:pt x="1110554" y="121942"/>
                  </a:lnTo>
                  <a:lnTo>
                    <a:pt x="1108749" y="150311"/>
                  </a:lnTo>
                  <a:lnTo>
                    <a:pt x="1146054" y="172401"/>
                  </a:lnTo>
                  <a:lnTo>
                    <a:pt x="1148659" y="182722"/>
                  </a:lnTo>
                  <a:lnTo>
                    <a:pt x="1167597" y="212654"/>
                  </a:lnTo>
                  <a:lnTo>
                    <a:pt x="1167979" y="234338"/>
                  </a:lnTo>
                  <a:lnTo>
                    <a:pt x="1250837" y="232126"/>
                  </a:lnTo>
                  <a:lnTo>
                    <a:pt x="1239753" y="301931"/>
                  </a:lnTo>
                  <a:lnTo>
                    <a:pt x="1261297" y="295258"/>
                  </a:lnTo>
                  <a:lnTo>
                    <a:pt x="1273550" y="322051"/>
                  </a:lnTo>
                  <a:lnTo>
                    <a:pt x="1253468" y="358123"/>
                  </a:lnTo>
                  <a:lnTo>
                    <a:pt x="1284391" y="421636"/>
                  </a:lnTo>
                  <a:lnTo>
                    <a:pt x="1274083" y="430545"/>
                  </a:lnTo>
                  <a:lnTo>
                    <a:pt x="1241584" y="445048"/>
                  </a:lnTo>
                  <a:lnTo>
                    <a:pt x="1233894" y="463211"/>
                  </a:lnTo>
                  <a:lnTo>
                    <a:pt x="1179469" y="492101"/>
                  </a:lnTo>
                  <a:lnTo>
                    <a:pt x="1136407" y="466083"/>
                  </a:lnTo>
                  <a:lnTo>
                    <a:pt x="1118663" y="482823"/>
                  </a:lnTo>
                  <a:lnTo>
                    <a:pt x="1097501" y="501379"/>
                  </a:lnTo>
                  <a:lnTo>
                    <a:pt x="1117342" y="536803"/>
                  </a:lnTo>
                  <a:lnTo>
                    <a:pt x="1038004" y="565286"/>
                  </a:lnTo>
                  <a:lnTo>
                    <a:pt x="1026133" y="585292"/>
                  </a:lnTo>
                  <a:lnTo>
                    <a:pt x="970805" y="600722"/>
                  </a:lnTo>
                  <a:lnTo>
                    <a:pt x="945207" y="668671"/>
                  </a:lnTo>
                  <a:lnTo>
                    <a:pt x="933743" y="672738"/>
                  </a:lnTo>
                  <a:lnTo>
                    <a:pt x="860125" y="654957"/>
                  </a:lnTo>
                  <a:lnTo>
                    <a:pt x="814330" y="587898"/>
                  </a:lnTo>
                  <a:lnTo>
                    <a:pt x="756397" y="571947"/>
                  </a:lnTo>
                  <a:lnTo>
                    <a:pt x="730544" y="575213"/>
                  </a:lnTo>
                  <a:lnTo>
                    <a:pt x="642844" y="587377"/>
                  </a:lnTo>
                  <a:lnTo>
                    <a:pt x="636438" y="554444"/>
                  </a:lnTo>
                  <a:lnTo>
                    <a:pt x="637760" y="547772"/>
                  </a:lnTo>
                  <a:lnTo>
                    <a:pt x="619368" y="459804"/>
                  </a:lnTo>
                  <a:lnTo>
                    <a:pt x="680568" y="459944"/>
                  </a:lnTo>
                  <a:lnTo>
                    <a:pt x="702353" y="444654"/>
                  </a:lnTo>
                  <a:lnTo>
                    <a:pt x="724151" y="404007"/>
                  </a:lnTo>
                  <a:lnTo>
                    <a:pt x="718927" y="373413"/>
                  </a:lnTo>
                  <a:lnTo>
                    <a:pt x="723109" y="348196"/>
                  </a:lnTo>
                  <a:lnTo>
                    <a:pt x="736823" y="331863"/>
                  </a:lnTo>
                  <a:lnTo>
                    <a:pt x="751948" y="323615"/>
                  </a:lnTo>
                  <a:lnTo>
                    <a:pt x="774789" y="282332"/>
                  </a:lnTo>
                  <a:lnTo>
                    <a:pt x="754160" y="249133"/>
                  </a:lnTo>
                  <a:lnTo>
                    <a:pt x="693863" y="234885"/>
                  </a:lnTo>
                  <a:lnTo>
                    <a:pt x="690609" y="232393"/>
                  </a:lnTo>
                  <a:lnTo>
                    <a:pt x="685919" y="200898"/>
                  </a:lnTo>
                  <a:lnTo>
                    <a:pt x="654995" y="207697"/>
                  </a:lnTo>
                  <a:lnTo>
                    <a:pt x="665684" y="229267"/>
                  </a:lnTo>
                  <a:lnTo>
                    <a:pt x="635536" y="243375"/>
                  </a:lnTo>
                  <a:lnTo>
                    <a:pt x="567549" y="223242"/>
                  </a:lnTo>
                  <a:lnTo>
                    <a:pt x="567803" y="227042"/>
                  </a:lnTo>
                  <a:close/>
                </a:path>
              </a:pathLst>
            </a:custGeom>
            <a:noFill/>
            <a:ln w="3810" cap="flat">
              <a:solidFill>
                <a:srgbClr val="E6E4E2"/>
              </a:solidFill>
              <a:prstDash val="solid"/>
              <a:miter/>
            </a:ln>
          </p:spPr>
          <p:txBody>
            <a:bodyPr rtlCol="0" anchor="ctr"/>
            <a:lstStyle/>
            <a:p>
              <a:endParaRPr lang="de-CH"/>
            </a:p>
          </p:txBody>
        </p:sp>
        <p:sp>
          <p:nvSpPr>
            <p:cNvPr id="108" name="Freihandform: Form 107">
              <a:extLst>
                <a:ext uri="{FF2B5EF4-FFF2-40B4-BE49-F238E27FC236}">
                  <a16:creationId xmlns:a16="http://schemas.microsoft.com/office/drawing/2014/main" id="{F1C06306-1A11-0523-11F4-B6098003AD37}"/>
                </a:ext>
              </a:extLst>
            </p:cNvPr>
            <p:cNvSpPr/>
            <p:nvPr/>
          </p:nvSpPr>
          <p:spPr>
            <a:xfrm>
              <a:off x="6465557" y="486499"/>
              <a:ext cx="953494" cy="760870"/>
            </a:xfrm>
            <a:custGeom>
              <a:avLst/>
              <a:gdLst>
                <a:gd name="connsiteX0" fmla="*/ 786050 w 953494"/>
                <a:gd name="connsiteY0" fmla="*/ 301982 h 760870"/>
                <a:gd name="connsiteX1" fmla="*/ 737497 w 953494"/>
                <a:gd name="connsiteY1" fmla="*/ 294648 h 760870"/>
                <a:gd name="connsiteX2" fmla="*/ 738666 w 953494"/>
                <a:gd name="connsiteY2" fmla="*/ 255844 h 760870"/>
                <a:gd name="connsiteX3" fmla="*/ 758126 w 953494"/>
                <a:gd name="connsiteY3" fmla="*/ 247607 h 760870"/>
                <a:gd name="connsiteX4" fmla="*/ 767658 w 953494"/>
                <a:gd name="connsiteY4" fmla="*/ 231008 h 760870"/>
                <a:gd name="connsiteX5" fmla="*/ 796497 w 953494"/>
                <a:gd name="connsiteY5" fmla="*/ 233232 h 760870"/>
                <a:gd name="connsiteX6" fmla="*/ 791019 w 953494"/>
                <a:gd name="connsiteY6" fmla="*/ 211269 h 760870"/>
                <a:gd name="connsiteX7" fmla="*/ 815423 w 953494"/>
                <a:gd name="connsiteY7" fmla="*/ 197796 h 760870"/>
                <a:gd name="connsiteX8" fmla="*/ 823494 w 953494"/>
                <a:gd name="connsiteY8" fmla="*/ 242498 h 760870"/>
                <a:gd name="connsiteX9" fmla="*/ 837856 w 953494"/>
                <a:gd name="connsiteY9" fmla="*/ 256365 h 760870"/>
                <a:gd name="connsiteX10" fmla="*/ 857964 w 953494"/>
                <a:gd name="connsiteY10" fmla="*/ 251128 h 760870"/>
                <a:gd name="connsiteX11" fmla="*/ 856782 w 953494"/>
                <a:gd name="connsiteY11" fmla="*/ 269952 h 760870"/>
                <a:gd name="connsiteX12" fmla="*/ 895142 w 953494"/>
                <a:gd name="connsiteY12" fmla="*/ 278849 h 760870"/>
                <a:gd name="connsiteX13" fmla="*/ 896590 w 953494"/>
                <a:gd name="connsiteY13" fmla="*/ 302363 h 760870"/>
                <a:gd name="connsiteX14" fmla="*/ 945652 w 953494"/>
                <a:gd name="connsiteY14" fmla="*/ 296008 h 760870"/>
                <a:gd name="connsiteX15" fmla="*/ 952452 w 953494"/>
                <a:gd name="connsiteY15" fmla="*/ 329461 h 760870"/>
                <a:gd name="connsiteX16" fmla="*/ 906504 w 953494"/>
                <a:gd name="connsiteY16" fmla="*/ 328546 h 760870"/>
                <a:gd name="connsiteX17" fmla="*/ 904280 w 953494"/>
                <a:gd name="connsiteY17" fmla="*/ 369066 h 760870"/>
                <a:gd name="connsiteX18" fmla="*/ 937428 w 953494"/>
                <a:gd name="connsiteY18" fmla="*/ 383835 h 760870"/>
                <a:gd name="connsiteX19" fmla="*/ 953494 w 953494"/>
                <a:gd name="connsiteY19" fmla="*/ 441870 h 760870"/>
                <a:gd name="connsiteX20" fmla="*/ 932751 w 953494"/>
                <a:gd name="connsiteY20" fmla="*/ 436112 h 760870"/>
                <a:gd name="connsiteX21" fmla="*/ 924515 w 953494"/>
                <a:gd name="connsiteY21" fmla="*/ 435858 h 760870"/>
                <a:gd name="connsiteX22" fmla="*/ 923460 w 953494"/>
                <a:gd name="connsiteY22" fmla="*/ 437422 h 760870"/>
                <a:gd name="connsiteX23" fmla="*/ 922036 w 953494"/>
                <a:gd name="connsiteY23" fmla="*/ 439786 h 760870"/>
                <a:gd name="connsiteX24" fmla="*/ 928303 w 953494"/>
                <a:gd name="connsiteY24" fmla="*/ 446141 h 760870"/>
                <a:gd name="connsiteX25" fmla="*/ 905983 w 953494"/>
                <a:gd name="connsiteY25" fmla="*/ 457771 h 760870"/>
                <a:gd name="connsiteX26" fmla="*/ 902844 w 953494"/>
                <a:gd name="connsiteY26" fmla="*/ 426669 h 760870"/>
                <a:gd name="connsiteX27" fmla="*/ 875059 w 953494"/>
                <a:gd name="connsiteY27" fmla="*/ 398567 h 760870"/>
                <a:gd name="connsiteX28" fmla="*/ 811369 w 953494"/>
                <a:gd name="connsiteY28" fmla="*/ 378828 h 760870"/>
                <a:gd name="connsiteX29" fmla="*/ 798061 w 953494"/>
                <a:gd name="connsiteY29" fmla="*/ 385361 h 760870"/>
                <a:gd name="connsiteX30" fmla="*/ 792977 w 953494"/>
                <a:gd name="connsiteY30" fmla="*/ 388106 h 760870"/>
                <a:gd name="connsiteX31" fmla="*/ 778881 w 953494"/>
                <a:gd name="connsiteY31" fmla="*/ 386543 h 760870"/>
                <a:gd name="connsiteX32" fmla="*/ 794133 w 953494"/>
                <a:gd name="connsiteY32" fmla="*/ 343328 h 760870"/>
                <a:gd name="connsiteX33" fmla="*/ 811369 w 953494"/>
                <a:gd name="connsiteY33" fmla="*/ 333910 h 760870"/>
                <a:gd name="connsiteX34" fmla="*/ 796625 w 953494"/>
                <a:gd name="connsiteY34" fmla="*/ 322687 h 760870"/>
                <a:gd name="connsiteX35" fmla="*/ 340011 w 953494"/>
                <a:gd name="connsiteY35" fmla="*/ 693456 h 760870"/>
                <a:gd name="connsiteX36" fmla="*/ 329957 w 953494"/>
                <a:gd name="connsiteY36" fmla="*/ 746394 h 760870"/>
                <a:gd name="connsiteX37" fmla="*/ 312773 w 953494"/>
                <a:gd name="connsiteY37" fmla="*/ 760871 h 760870"/>
                <a:gd name="connsiteX38" fmla="*/ 295550 w 953494"/>
                <a:gd name="connsiteY38" fmla="*/ 698006 h 760870"/>
                <a:gd name="connsiteX39" fmla="*/ 271681 w 953494"/>
                <a:gd name="connsiteY39" fmla="*/ 693837 h 760870"/>
                <a:gd name="connsiteX40" fmla="*/ 276116 w 953494"/>
                <a:gd name="connsiteY40" fmla="*/ 657626 h 760870"/>
                <a:gd name="connsiteX41" fmla="*/ 292551 w 953494"/>
                <a:gd name="connsiteY41" fmla="*/ 644407 h 760870"/>
                <a:gd name="connsiteX42" fmla="*/ 314870 w 953494"/>
                <a:gd name="connsiteY42" fmla="*/ 627693 h 760870"/>
                <a:gd name="connsiteX43" fmla="*/ 327656 w 953494"/>
                <a:gd name="connsiteY43" fmla="*/ 621681 h 760870"/>
                <a:gd name="connsiteX44" fmla="*/ 364071 w 953494"/>
                <a:gd name="connsiteY44" fmla="*/ 625990 h 760870"/>
                <a:gd name="connsiteX45" fmla="*/ 392987 w 953494"/>
                <a:gd name="connsiteY45" fmla="*/ 602387 h 760870"/>
                <a:gd name="connsiteX46" fmla="*/ 390508 w 953494"/>
                <a:gd name="connsiteY46" fmla="*/ 634404 h 760870"/>
                <a:gd name="connsiteX47" fmla="*/ 371443 w 953494"/>
                <a:gd name="connsiteY47" fmla="*/ 645005 h 760870"/>
                <a:gd name="connsiteX48" fmla="*/ 326029 w 953494"/>
                <a:gd name="connsiteY48" fmla="*/ 411137 h 760870"/>
                <a:gd name="connsiteX49" fmla="*/ 292106 w 953494"/>
                <a:gd name="connsiteY49" fmla="*/ 419119 h 760870"/>
                <a:gd name="connsiteX50" fmla="*/ 282052 w 953494"/>
                <a:gd name="connsiteY50" fmla="*/ 451136 h 760870"/>
                <a:gd name="connsiteX51" fmla="*/ 253085 w 953494"/>
                <a:gd name="connsiteY51" fmla="*/ 443434 h 760870"/>
                <a:gd name="connsiteX52" fmla="*/ 262999 w 953494"/>
                <a:gd name="connsiteY52" fmla="*/ 477281 h 760870"/>
                <a:gd name="connsiteX53" fmla="*/ 259733 w 953494"/>
                <a:gd name="connsiteY53" fmla="*/ 491656 h 760870"/>
                <a:gd name="connsiteX54" fmla="*/ 190170 w 953494"/>
                <a:gd name="connsiteY54" fmla="*/ 480547 h 760870"/>
                <a:gd name="connsiteX55" fmla="*/ 187170 w 953494"/>
                <a:gd name="connsiteY55" fmla="*/ 497668 h 760870"/>
                <a:gd name="connsiteX56" fmla="*/ 158852 w 953494"/>
                <a:gd name="connsiteY56" fmla="*/ 495317 h 760870"/>
                <a:gd name="connsiteX57" fmla="*/ 146968 w 953494"/>
                <a:gd name="connsiteY57" fmla="*/ 513746 h 760870"/>
                <a:gd name="connsiteX58" fmla="*/ 124535 w 953494"/>
                <a:gd name="connsiteY58" fmla="*/ 494796 h 760870"/>
                <a:gd name="connsiteX59" fmla="*/ 122831 w 953494"/>
                <a:gd name="connsiteY59" fmla="*/ 471269 h 760870"/>
                <a:gd name="connsiteX60" fmla="*/ 95695 w 953494"/>
                <a:gd name="connsiteY60" fmla="*/ 460147 h 760870"/>
                <a:gd name="connsiteX61" fmla="*/ 86429 w 953494"/>
                <a:gd name="connsiteY61" fmla="*/ 464863 h 760870"/>
                <a:gd name="connsiteX62" fmla="*/ 50841 w 953494"/>
                <a:gd name="connsiteY62" fmla="*/ 437409 h 760870"/>
                <a:gd name="connsiteX63" fmla="*/ 21607 w 953494"/>
                <a:gd name="connsiteY63" fmla="*/ 425970 h 760870"/>
                <a:gd name="connsiteX64" fmla="*/ 8999 w 953494"/>
                <a:gd name="connsiteY64" fmla="*/ 396863 h 760870"/>
                <a:gd name="connsiteX65" fmla="*/ 37851 w 953494"/>
                <a:gd name="connsiteY65" fmla="*/ 373744 h 760870"/>
                <a:gd name="connsiteX66" fmla="*/ 0 w 953494"/>
                <a:gd name="connsiteY66" fmla="*/ 332690 h 760870"/>
                <a:gd name="connsiteX67" fmla="*/ 25967 w 953494"/>
                <a:gd name="connsiteY67" fmla="*/ 294788 h 760870"/>
                <a:gd name="connsiteX68" fmla="*/ 44244 w 953494"/>
                <a:gd name="connsiteY68" fmla="*/ 291915 h 760870"/>
                <a:gd name="connsiteX69" fmla="*/ 82083 w 953494"/>
                <a:gd name="connsiteY69" fmla="*/ 256327 h 760870"/>
                <a:gd name="connsiteX70" fmla="*/ 105062 w 953494"/>
                <a:gd name="connsiteY70" fmla="*/ 257598 h 760870"/>
                <a:gd name="connsiteX71" fmla="*/ 108952 w 953494"/>
                <a:gd name="connsiteY71" fmla="*/ 237605 h 760870"/>
                <a:gd name="connsiteX72" fmla="*/ 99712 w 953494"/>
                <a:gd name="connsiteY72" fmla="*/ 230283 h 760870"/>
                <a:gd name="connsiteX73" fmla="*/ 91475 w 953494"/>
                <a:gd name="connsiteY73" fmla="*/ 210799 h 760870"/>
                <a:gd name="connsiteX74" fmla="*/ 105062 w 953494"/>
                <a:gd name="connsiteY74" fmla="*/ 196563 h 760870"/>
                <a:gd name="connsiteX75" fmla="*/ 105698 w 953494"/>
                <a:gd name="connsiteY75" fmla="*/ 177752 h 760870"/>
                <a:gd name="connsiteX76" fmla="*/ 129847 w 953494"/>
                <a:gd name="connsiteY76" fmla="*/ 164673 h 760870"/>
                <a:gd name="connsiteX77" fmla="*/ 131678 w 953494"/>
                <a:gd name="connsiteY77" fmla="*/ 138668 h 760870"/>
                <a:gd name="connsiteX78" fmla="*/ 166529 w 953494"/>
                <a:gd name="connsiteY78" fmla="*/ 102584 h 760870"/>
                <a:gd name="connsiteX79" fmla="*/ 187679 w 953494"/>
                <a:gd name="connsiteY79" fmla="*/ 106778 h 760870"/>
                <a:gd name="connsiteX80" fmla="*/ 214167 w 953494"/>
                <a:gd name="connsiteY80" fmla="*/ 96051 h 760870"/>
                <a:gd name="connsiteX81" fmla="*/ 236079 w 953494"/>
                <a:gd name="connsiteY81" fmla="*/ 104414 h 760870"/>
                <a:gd name="connsiteX82" fmla="*/ 249132 w 953494"/>
                <a:gd name="connsiteY82" fmla="*/ 88349 h 760870"/>
                <a:gd name="connsiteX83" fmla="*/ 299770 w 953494"/>
                <a:gd name="connsiteY83" fmla="*/ 70300 h 760870"/>
                <a:gd name="connsiteX84" fmla="*/ 326652 w 953494"/>
                <a:gd name="connsiteY84" fmla="*/ 89264 h 760870"/>
                <a:gd name="connsiteX85" fmla="*/ 348450 w 953494"/>
                <a:gd name="connsiteY85" fmla="*/ 77621 h 760870"/>
                <a:gd name="connsiteX86" fmla="*/ 340100 w 953494"/>
                <a:gd name="connsiteY86" fmla="*/ 60640 h 760870"/>
                <a:gd name="connsiteX87" fmla="*/ 314133 w 953494"/>
                <a:gd name="connsiteY87" fmla="*/ 48223 h 760870"/>
                <a:gd name="connsiteX88" fmla="*/ 318683 w 953494"/>
                <a:gd name="connsiteY88" fmla="*/ 0 h 760870"/>
                <a:gd name="connsiteX89" fmla="*/ 339439 w 953494"/>
                <a:gd name="connsiteY89" fmla="*/ 4563 h 760870"/>
                <a:gd name="connsiteX90" fmla="*/ 343366 w 953494"/>
                <a:gd name="connsiteY90" fmla="*/ 24429 h 760870"/>
                <a:gd name="connsiteX91" fmla="*/ 371405 w 953494"/>
                <a:gd name="connsiteY91" fmla="*/ 15672 h 760870"/>
                <a:gd name="connsiteX92" fmla="*/ 383810 w 953494"/>
                <a:gd name="connsiteY92" fmla="*/ 22726 h 760870"/>
                <a:gd name="connsiteX93" fmla="*/ 402596 w 953494"/>
                <a:gd name="connsiteY93" fmla="*/ 12672 h 760870"/>
                <a:gd name="connsiteX94" fmla="*/ 421000 w 953494"/>
                <a:gd name="connsiteY94" fmla="*/ 18290 h 760870"/>
                <a:gd name="connsiteX95" fmla="*/ 437701 w 953494"/>
                <a:gd name="connsiteY95" fmla="*/ 36987 h 760870"/>
                <a:gd name="connsiteX96" fmla="*/ 429274 w 953494"/>
                <a:gd name="connsiteY96" fmla="*/ 81269 h 760870"/>
                <a:gd name="connsiteX97" fmla="*/ 441146 w 953494"/>
                <a:gd name="connsiteY97" fmla="*/ 94475 h 760870"/>
                <a:gd name="connsiteX98" fmla="*/ 433710 w 953494"/>
                <a:gd name="connsiteY98" fmla="*/ 118383 h 760870"/>
                <a:gd name="connsiteX99" fmla="*/ 462804 w 953494"/>
                <a:gd name="connsiteY99" fmla="*/ 140079 h 760870"/>
                <a:gd name="connsiteX100" fmla="*/ 485682 w 953494"/>
                <a:gd name="connsiteY100" fmla="*/ 125577 h 760870"/>
                <a:gd name="connsiteX101" fmla="*/ 497706 w 953494"/>
                <a:gd name="connsiteY101" fmla="*/ 97614 h 760870"/>
                <a:gd name="connsiteX102" fmla="*/ 484119 w 953494"/>
                <a:gd name="connsiteY102" fmla="*/ 56840 h 760870"/>
                <a:gd name="connsiteX103" fmla="*/ 492864 w 953494"/>
                <a:gd name="connsiteY103" fmla="*/ 25598 h 760870"/>
                <a:gd name="connsiteX104" fmla="*/ 511522 w 953494"/>
                <a:gd name="connsiteY104" fmla="*/ 18544 h 760870"/>
                <a:gd name="connsiteX105" fmla="*/ 517877 w 953494"/>
                <a:gd name="connsiteY105" fmla="*/ 44549 h 760870"/>
                <a:gd name="connsiteX106" fmla="*/ 534464 w 953494"/>
                <a:gd name="connsiteY106" fmla="*/ 58530 h 760870"/>
                <a:gd name="connsiteX107" fmla="*/ 556783 w 953494"/>
                <a:gd name="connsiteY107" fmla="*/ 59967 h 760870"/>
                <a:gd name="connsiteX108" fmla="*/ 568527 w 953494"/>
                <a:gd name="connsiteY108" fmla="*/ 95555 h 760870"/>
                <a:gd name="connsiteX109" fmla="*/ 570612 w 953494"/>
                <a:gd name="connsiteY109" fmla="*/ 141439 h 760870"/>
                <a:gd name="connsiteX110" fmla="*/ 596452 w 953494"/>
                <a:gd name="connsiteY110" fmla="*/ 140397 h 760870"/>
                <a:gd name="connsiteX111" fmla="*/ 623855 w 953494"/>
                <a:gd name="connsiteY111" fmla="*/ 122234 h 760870"/>
                <a:gd name="connsiteX112" fmla="*/ 653088 w 953494"/>
                <a:gd name="connsiteY112" fmla="*/ 130864 h 760870"/>
                <a:gd name="connsiteX113" fmla="*/ 666396 w 953494"/>
                <a:gd name="connsiteY113" fmla="*/ 153590 h 760870"/>
                <a:gd name="connsiteX114" fmla="*/ 682589 w 953494"/>
                <a:gd name="connsiteY114" fmla="*/ 163669 h 760870"/>
                <a:gd name="connsiteX115" fmla="*/ 675522 w 953494"/>
                <a:gd name="connsiteY115" fmla="*/ 184222 h 760870"/>
                <a:gd name="connsiteX116" fmla="*/ 641840 w 953494"/>
                <a:gd name="connsiteY116" fmla="*/ 187870 h 760870"/>
                <a:gd name="connsiteX117" fmla="*/ 622902 w 953494"/>
                <a:gd name="connsiteY117" fmla="*/ 220293 h 760870"/>
                <a:gd name="connsiteX118" fmla="*/ 633604 w 953494"/>
                <a:gd name="connsiteY118" fmla="*/ 252717 h 760870"/>
                <a:gd name="connsiteX119" fmla="*/ 657207 w 953494"/>
                <a:gd name="connsiteY119" fmla="*/ 258195 h 760870"/>
                <a:gd name="connsiteX120" fmla="*/ 670654 w 953494"/>
                <a:gd name="connsiteY120" fmla="*/ 267601 h 760870"/>
                <a:gd name="connsiteX121" fmla="*/ 654982 w 953494"/>
                <a:gd name="connsiteY121" fmla="*/ 337786 h 760870"/>
                <a:gd name="connsiteX122" fmla="*/ 634900 w 953494"/>
                <a:gd name="connsiteY122" fmla="*/ 344459 h 760870"/>
                <a:gd name="connsiteX123" fmla="*/ 594316 w 953494"/>
                <a:gd name="connsiteY123" fmla="*/ 273752 h 760870"/>
                <a:gd name="connsiteX124" fmla="*/ 570701 w 953494"/>
                <a:gd name="connsiteY124" fmla="*/ 292563 h 760870"/>
                <a:gd name="connsiteX125" fmla="*/ 541366 w 953494"/>
                <a:gd name="connsiteY125" fmla="*/ 271922 h 760870"/>
                <a:gd name="connsiteX126" fmla="*/ 524270 w 953494"/>
                <a:gd name="connsiteY126" fmla="*/ 284734 h 760870"/>
                <a:gd name="connsiteX127" fmla="*/ 551025 w 953494"/>
                <a:gd name="connsiteY127" fmla="*/ 324339 h 760870"/>
                <a:gd name="connsiteX128" fmla="*/ 524131 w 953494"/>
                <a:gd name="connsiteY128" fmla="*/ 348387 h 760870"/>
                <a:gd name="connsiteX129" fmla="*/ 516695 w 953494"/>
                <a:gd name="connsiteY129" fmla="*/ 355187 h 760870"/>
                <a:gd name="connsiteX130" fmla="*/ 487335 w 953494"/>
                <a:gd name="connsiteY130" fmla="*/ 337024 h 760870"/>
                <a:gd name="connsiteX131" fmla="*/ 462944 w 953494"/>
                <a:gd name="connsiteY131" fmla="*/ 342629 h 760870"/>
                <a:gd name="connsiteX132" fmla="*/ 448454 w 953494"/>
                <a:gd name="connsiteY132" fmla="*/ 344472 h 760870"/>
                <a:gd name="connsiteX133" fmla="*/ 446484 w 953494"/>
                <a:gd name="connsiteY133" fmla="*/ 384725 h 760870"/>
                <a:gd name="connsiteX134" fmla="*/ 426389 w 953494"/>
                <a:gd name="connsiteY134" fmla="*/ 383556 h 760870"/>
                <a:gd name="connsiteX135" fmla="*/ 410743 w 953494"/>
                <a:gd name="connsiteY135" fmla="*/ 404108 h 760870"/>
                <a:gd name="connsiteX136" fmla="*/ 394550 w 953494"/>
                <a:gd name="connsiteY136" fmla="*/ 402024 h 760870"/>
                <a:gd name="connsiteX137" fmla="*/ 385539 w 953494"/>
                <a:gd name="connsiteY137" fmla="*/ 420314 h 760870"/>
                <a:gd name="connsiteX138" fmla="*/ 354487 w 953494"/>
                <a:gd name="connsiteY138" fmla="*/ 435998 h 760870"/>
                <a:gd name="connsiteX139" fmla="*/ 334253 w 953494"/>
                <a:gd name="connsiteY139" fmla="*/ 426199 h 760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953494" h="760870">
                  <a:moveTo>
                    <a:pt x="786050" y="301982"/>
                  </a:moveTo>
                  <a:lnTo>
                    <a:pt x="737497" y="294648"/>
                  </a:lnTo>
                  <a:lnTo>
                    <a:pt x="738666" y="255844"/>
                  </a:lnTo>
                  <a:lnTo>
                    <a:pt x="758126" y="247607"/>
                  </a:lnTo>
                  <a:lnTo>
                    <a:pt x="767658" y="231008"/>
                  </a:lnTo>
                  <a:lnTo>
                    <a:pt x="796497" y="233232"/>
                  </a:lnTo>
                  <a:lnTo>
                    <a:pt x="791019" y="211269"/>
                  </a:lnTo>
                  <a:lnTo>
                    <a:pt x="815423" y="197796"/>
                  </a:lnTo>
                  <a:lnTo>
                    <a:pt x="823494" y="242498"/>
                  </a:lnTo>
                  <a:lnTo>
                    <a:pt x="837856" y="256365"/>
                  </a:lnTo>
                  <a:lnTo>
                    <a:pt x="857964" y="251128"/>
                  </a:lnTo>
                  <a:lnTo>
                    <a:pt x="856782" y="269952"/>
                  </a:lnTo>
                  <a:lnTo>
                    <a:pt x="895142" y="278849"/>
                  </a:lnTo>
                  <a:lnTo>
                    <a:pt x="896590" y="302363"/>
                  </a:lnTo>
                  <a:lnTo>
                    <a:pt x="945652" y="296008"/>
                  </a:lnTo>
                  <a:lnTo>
                    <a:pt x="952452" y="329461"/>
                  </a:lnTo>
                  <a:lnTo>
                    <a:pt x="906504" y="328546"/>
                  </a:lnTo>
                  <a:lnTo>
                    <a:pt x="904280" y="369066"/>
                  </a:lnTo>
                  <a:lnTo>
                    <a:pt x="937428" y="383835"/>
                  </a:lnTo>
                  <a:lnTo>
                    <a:pt x="953494" y="441870"/>
                  </a:lnTo>
                  <a:lnTo>
                    <a:pt x="932751" y="436112"/>
                  </a:lnTo>
                  <a:lnTo>
                    <a:pt x="924515" y="435858"/>
                  </a:lnTo>
                  <a:lnTo>
                    <a:pt x="923460" y="437422"/>
                  </a:lnTo>
                  <a:lnTo>
                    <a:pt x="922036" y="439786"/>
                  </a:lnTo>
                  <a:lnTo>
                    <a:pt x="928303" y="446141"/>
                  </a:lnTo>
                  <a:lnTo>
                    <a:pt x="905983" y="457771"/>
                  </a:lnTo>
                  <a:lnTo>
                    <a:pt x="902844" y="426669"/>
                  </a:lnTo>
                  <a:lnTo>
                    <a:pt x="875059" y="398567"/>
                  </a:lnTo>
                  <a:lnTo>
                    <a:pt x="811369" y="378828"/>
                  </a:lnTo>
                  <a:lnTo>
                    <a:pt x="798061" y="385361"/>
                  </a:lnTo>
                  <a:lnTo>
                    <a:pt x="792977" y="388106"/>
                  </a:lnTo>
                  <a:lnTo>
                    <a:pt x="778881" y="386543"/>
                  </a:lnTo>
                  <a:lnTo>
                    <a:pt x="794133" y="343328"/>
                  </a:lnTo>
                  <a:lnTo>
                    <a:pt x="811369" y="333910"/>
                  </a:lnTo>
                  <a:lnTo>
                    <a:pt x="796625" y="322687"/>
                  </a:lnTo>
                  <a:close/>
                  <a:moveTo>
                    <a:pt x="340011" y="693456"/>
                  </a:moveTo>
                  <a:lnTo>
                    <a:pt x="329957" y="746394"/>
                  </a:lnTo>
                  <a:lnTo>
                    <a:pt x="312773" y="760871"/>
                  </a:lnTo>
                  <a:lnTo>
                    <a:pt x="295550" y="698006"/>
                  </a:lnTo>
                  <a:lnTo>
                    <a:pt x="271681" y="693837"/>
                  </a:lnTo>
                  <a:lnTo>
                    <a:pt x="276116" y="657626"/>
                  </a:lnTo>
                  <a:lnTo>
                    <a:pt x="292551" y="644407"/>
                  </a:lnTo>
                  <a:lnTo>
                    <a:pt x="314870" y="627693"/>
                  </a:lnTo>
                  <a:lnTo>
                    <a:pt x="327656" y="621681"/>
                  </a:lnTo>
                  <a:lnTo>
                    <a:pt x="364071" y="625990"/>
                  </a:lnTo>
                  <a:lnTo>
                    <a:pt x="392987" y="602387"/>
                  </a:lnTo>
                  <a:lnTo>
                    <a:pt x="390508" y="634404"/>
                  </a:lnTo>
                  <a:lnTo>
                    <a:pt x="371443" y="645005"/>
                  </a:lnTo>
                  <a:close/>
                  <a:moveTo>
                    <a:pt x="326029" y="411137"/>
                  </a:moveTo>
                  <a:lnTo>
                    <a:pt x="292106" y="419119"/>
                  </a:lnTo>
                  <a:lnTo>
                    <a:pt x="282052" y="451136"/>
                  </a:lnTo>
                  <a:lnTo>
                    <a:pt x="253085" y="443434"/>
                  </a:lnTo>
                  <a:lnTo>
                    <a:pt x="262999" y="477281"/>
                  </a:lnTo>
                  <a:lnTo>
                    <a:pt x="259733" y="491656"/>
                  </a:lnTo>
                  <a:lnTo>
                    <a:pt x="190170" y="480547"/>
                  </a:lnTo>
                  <a:lnTo>
                    <a:pt x="187170" y="497668"/>
                  </a:lnTo>
                  <a:lnTo>
                    <a:pt x="158852" y="495317"/>
                  </a:lnTo>
                  <a:lnTo>
                    <a:pt x="146968" y="513746"/>
                  </a:lnTo>
                  <a:lnTo>
                    <a:pt x="124535" y="494796"/>
                  </a:lnTo>
                  <a:lnTo>
                    <a:pt x="122831" y="471269"/>
                  </a:lnTo>
                  <a:lnTo>
                    <a:pt x="95695" y="460147"/>
                  </a:lnTo>
                  <a:lnTo>
                    <a:pt x="86429" y="464863"/>
                  </a:lnTo>
                  <a:lnTo>
                    <a:pt x="50841" y="437409"/>
                  </a:lnTo>
                  <a:lnTo>
                    <a:pt x="21607" y="425970"/>
                  </a:lnTo>
                  <a:lnTo>
                    <a:pt x="8999" y="396863"/>
                  </a:lnTo>
                  <a:lnTo>
                    <a:pt x="37851" y="373744"/>
                  </a:lnTo>
                  <a:lnTo>
                    <a:pt x="0" y="332690"/>
                  </a:lnTo>
                  <a:lnTo>
                    <a:pt x="25967" y="294788"/>
                  </a:lnTo>
                  <a:lnTo>
                    <a:pt x="44244" y="291915"/>
                  </a:lnTo>
                  <a:lnTo>
                    <a:pt x="82083" y="256327"/>
                  </a:lnTo>
                  <a:lnTo>
                    <a:pt x="105062" y="257598"/>
                  </a:lnTo>
                  <a:lnTo>
                    <a:pt x="108952" y="237605"/>
                  </a:lnTo>
                  <a:lnTo>
                    <a:pt x="99712" y="230283"/>
                  </a:lnTo>
                  <a:lnTo>
                    <a:pt x="91475" y="210799"/>
                  </a:lnTo>
                  <a:lnTo>
                    <a:pt x="105062" y="196563"/>
                  </a:lnTo>
                  <a:lnTo>
                    <a:pt x="105698" y="177752"/>
                  </a:lnTo>
                  <a:lnTo>
                    <a:pt x="129847" y="164673"/>
                  </a:lnTo>
                  <a:lnTo>
                    <a:pt x="131678" y="138668"/>
                  </a:lnTo>
                  <a:lnTo>
                    <a:pt x="166529" y="102584"/>
                  </a:lnTo>
                  <a:lnTo>
                    <a:pt x="187679" y="106778"/>
                  </a:lnTo>
                  <a:lnTo>
                    <a:pt x="214167" y="96051"/>
                  </a:lnTo>
                  <a:lnTo>
                    <a:pt x="236079" y="104414"/>
                  </a:lnTo>
                  <a:lnTo>
                    <a:pt x="249132" y="88349"/>
                  </a:lnTo>
                  <a:lnTo>
                    <a:pt x="299770" y="70300"/>
                  </a:lnTo>
                  <a:lnTo>
                    <a:pt x="326652" y="89264"/>
                  </a:lnTo>
                  <a:lnTo>
                    <a:pt x="348450" y="77621"/>
                  </a:lnTo>
                  <a:lnTo>
                    <a:pt x="340100" y="60640"/>
                  </a:lnTo>
                  <a:lnTo>
                    <a:pt x="314133" y="48223"/>
                  </a:lnTo>
                  <a:lnTo>
                    <a:pt x="318683" y="0"/>
                  </a:lnTo>
                  <a:lnTo>
                    <a:pt x="339439" y="4563"/>
                  </a:lnTo>
                  <a:lnTo>
                    <a:pt x="343366" y="24429"/>
                  </a:lnTo>
                  <a:lnTo>
                    <a:pt x="371405" y="15672"/>
                  </a:lnTo>
                  <a:lnTo>
                    <a:pt x="383810" y="22726"/>
                  </a:lnTo>
                  <a:lnTo>
                    <a:pt x="402596" y="12672"/>
                  </a:lnTo>
                  <a:lnTo>
                    <a:pt x="421000" y="18290"/>
                  </a:lnTo>
                  <a:lnTo>
                    <a:pt x="437701" y="36987"/>
                  </a:lnTo>
                  <a:lnTo>
                    <a:pt x="429274" y="81269"/>
                  </a:lnTo>
                  <a:lnTo>
                    <a:pt x="441146" y="94475"/>
                  </a:lnTo>
                  <a:lnTo>
                    <a:pt x="433710" y="118383"/>
                  </a:lnTo>
                  <a:lnTo>
                    <a:pt x="462804" y="140079"/>
                  </a:lnTo>
                  <a:lnTo>
                    <a:pt x="485682" y="125577"/>
                  </a:lnTo>
                  <a:lnTo>
                    <a:pt x="497706" y="97614"/>
                  </a:lnTo>
                  <a:lnTo>
                    <a:pt x="484119" y="56840"/>
                  </a:lnTo>
                  <a:lnTo>
                    <a:pt x="492864" y="25598"/>
                  </a:lnTo>
                  <a:lnTo>
                    <a:pt x="511522" y="18544"/>
                  </a:lnTo>
                  <a:lnTo>
                    <a:pt x="517877" y="44549"/>
                  </a:lnTo>
                  <a:lnTo>
                    <a:pt x="534464" y="58530"/>
                  </a:lnTo>
                  <a:lnTo>
                    <a:pt x="556783" y="59967"/>
                  </a:lnTo>
                  <a:lnTo>
                    <a:pt x="568527" y="95555"/>
                  </a:lnTo>
                  <a:lnTo>
                    <a:pt x="570612" y="141439"/>
                  </a:lnTo>
                  <a:lnTo>
                    <a:pt x="596452" y="140397"/>
                  </a:lnTo>
                  <a:lnTo>
                    <a:pt x="623855" y="122234"/>
                  </a:lnTo>
                  <a:lnTo>
                    <a:pt x="653088" y="130864"/>
                  </a:lnTo>
                  <a:lnTo>
                    <a:pt x="666396" y="153590"/>
                  </a:lnTo>
                  <a:lnTo>
                    <a:pt x="682589" y="163669"/>
                  </a:lnTo>
                  <a:lnTo>
                    <a:pt x="675522" y="184222"/>
                  </a:lnTo>
                  <a:lnTo>
                    <a:pt x="641840" y="187870"/>
                  </a:lnTo>
                  <a:lnTo>
                    <a:pt x="622902" y="220293"/>
                  </a:lnTo>
                  <a:lnTo>
                    <a:pt x="633604" y="252717"/>
                  </a:lnTo>
                  <a:lnTo>
                    <a:pt x="657207" y="258195"/>
                  </a:lnTo>
                  <a:lnTo>
                    <a:pt x="670654" y="267601"/>
                  </a:lnTo>
                  <a:lnTo>
                    <a:pt x="654982" y="337786"/>
                  </a:lnTo>
                  <a:lnTo>
                    <a:pt x="634900" y="344459"/>
                  </a:lnTo>
                  <a:lnTo>
                    <a:pt x="594316" y="273752"/>
                  </a:lnTo>
                  <a:lnTo>
                    <a:pt x="570701" y="292563"/>
                  </a:lnTo>
                  <a:lnTo>
                    <a:pt x="541366" y="271922"/>
                  </a:lnTo>
                  <a:lnTo>
                    <a:pt x="524270" y="284734"/>
                  </a:lnTo>
                  <a:lnTo>
                    <a:pt x="551025" y="324339"/>
                  </a:lnTo>
                  <a:lnTo>
                    <a:pt x="524131" y="348387"/>
                  </a:lnTo>
                  <a:lnTo>
                    <a:pt x="516695" y="355187"/>
                  </a:lnTo>
                  <a:lnTo>
                    <a:pt x="487335" y="337024"/>
                  </a:lnTo>
                  <a:lnTo>
                    <a:pt x="462944" y="342629"/>
                  </a:lnTo>
                  <a:lnTo>
                    <a:pt x="448454" y="344472"/>
                  </a:lnTo>
                  <a:lnTo>
                    <a:pt x="446484" y="384725"/>
                  </a:lnTo>
                  <a:lnTo>
                    <a:pt x="426389" y="383556"/>
                  </a:lnTo>
                  <a:lnTo>
                    <a:pt x="410743" y="404108"/>
                  </a:lnTo>
                  <a:lnTo>
                    <a:pt x="394550" y="402024"/>
                  </a:lnTo>
                  <a:lnTo>
                    <a:pt x="385539" y="420314"/>
                  </a:lnTo>
                  <a:lnTo>
                    <a:pt x="354487" y="435998"/>
                  </a:lnTo>
                  <a:lnTo>
                    <a:pt x="334253" y="426199"/>
                  </a:lnTo>
                  <a:close/>
                </a:path>
              </a:pathLst>
            </a:custGeom>
            <a:solidFill>
              <a:srgbClr val="FFFFFF"/>
            </a:solidFill>
            <a:ln w="12700" cap="flat">
              <a:noFill/>
              <a:prstDash val="solid"/>
              <a:miter/>
            </a:ln>
          </p:spPr>
          <p:txBody>
            <a:bodyPr rtlCol="0" anchor="ctr"/>
            <a:lstStyle/>
            <a:p>
              <a:endParaRPr lang="de-CH"/>
            </a:p>
          </p:txBody>
        </p:sp>
        <p:sp>
          <p:nvSpPr>
            <p:cNvPr id="109" name="Freihandform: Form 108">
              <a:extLst>
                <a:ext uri="{FF2B5EF4-FFF2-40B4-BE49-F238E27FC236}">
                  <a16:creationId xmlns:a16="http://schemas.microsoft.com/office/drawing/2014/main" id="{935FEDCB-DAE7-A691-C37D-7BFD8CCC12EC}"/>
                </a:ext>
              </a:extLst>
            </p:cNvPr>
            <p:cNvSpPr/>
            <p:nvPr/>
          </p:nvSpPr>
          <p:spPr>
            <a:xfrm>
              <a:off x="6465557" y="486499"/>
              <a:ext cx="953494" cy="760870"/>
            </a:xfrm>
            <a:custGeom>
              <a:avLst/>
              <a:gdLst>
                <a:gd name="connsiteX0" fmla="*/ 786050 w 953494"/>
                <a:gd name="connsiteY0" fmla="*/ 301982 h 760870"/>
                <a:gd name="connsiteX1" fmla="*/ 737497 w 953494"/>
                <a:gd name="connsiteY1" fmla="*/ 294648 h 760870"/>
                <a:gd name="connsiteX2" fmla="*/ 738666 w 953494"/>
                <a:gd name="connsiteY2" fmla="*/ 255844 h 760870"/>
                <a:gd name="connsiteX3" fmla="*/ 758126 w 953494"/>
                <a:gd name="connsiteY3" fmla="*/ 247607 h 760870"/>
                <a:gd name="connsiteX4" fmla="*/ 767658 w 953494"/>
                <a:gd name="connsiteY4" fmla="*/ 231008 h 760870"/>
                <a:gd name="connsiteX5" fmla="*/ 796497 w 953494"/>
                <a:gd name="connsiteY5" fmla="*/ 233232 h 760870"/>
                <a:gd name="connsiteX6" fmla="*/ 791019 w 953494"/>
                <a:gd name="connsiteY6" fmla="*/ 211269 h 760870"/>
                <a:gd name="connsiteX7" fmla="*/ 815423 w 953494"/>
                <a:gd name="connsiteY7" fmla="*/ 197796 h 760870"/>
                <a:gd name="connsiteX8" fmla="*/ 823494 w 953494"/>
                <a:gd name="connsiteY8" fmla="*/ 242498 h 760870"/>
                <a:gd name="connsiteX9" fmla="*/ 837856 w 953494"/>
                <a:gd name="connsiteY9" fmla="*/ 256365 h 760870"/>
                <a:gd name="connsiteX10" fmla="*/ 857964 w 953494"/>
                <a:gd name="connsiteY10" fmla="*/ 251128 h 760870"/>
                <a:gd name="connsiteX11" fmla="*/ 856782 w 953494"/>
                <a:gd name="connsiteY11" fmla="*/ 269952 h 760870"/>
                <a:gd name="connsiteX12" fmla="*/ 895142 w 953494"/>
                <a:gd name="connsiteY12" fmla="*/ 278849 h 760870"/>
                <a:gd name="connsiteX13" fmla="*/ 896590 w 953494"/>
                <a:gd name="connsiteY13" fmla="*/ 302363 h 760870"/>
                <a:gd name="connsiteX14" fmla="*/ 945652 w 953494"/>
                <a:gd name="connsiteY14" fmla="*/ 296008 h 760870"/>
                <a:gd name="connsiteX15" fmla="*/ 952452 w 953494"/>
                <a:gd name="connsiteY15" fmla="*/ 329461 h 760870"/>
                <a:gd name="connsiteX16" fmla="*/ 906504 w 953494"/>
                <a:gd name="connsiteY16" fmla="*/ 328546 h 760870"/>
                <a:gd name="connsiteX17" fmla="*/ 904280 w 953494"/>
                <a:gd name="connsiteY17" fmla="*/ 369066 h 760870"/>
                <a:gd name="connsiteX18" fmla="*/ 937428 w 953494"/>
                <a:gd name="connsiteY18" fmla="*/ 383835 h 760870"/>
                <a:gd name="connsiteX19" fmla="*/ 953494 w 953494"/>
                <a:gd name="connsiteY19" fmla="*/ 441870 h 760870"/>
                <a:gd name="connsiteX20" fmla="*/ 932751 w 953494"/>
                <a:gd name="connsiteY20" fmla="*/ 436112 h 760870"/>
                <a:gd name="connsiteX21" fmla="*/ 924515 w 953494"/>
                <a:gd name="connsiteY21" fmla="*/ 435858 h 760870"/>
                <a:gd name="connsiteX22" fmla="*/ 923460 w 953494"/>
                <a:gd name="connsiteY22" fmla="*/ 437422 h 760870"/>
                <a:gd name="connsiteX23" fmla="*/ 922036 w 953494"/>
                <a:gd name="connsiteY23" fmla="*/ 439786 h 760870"/>
                <a:gd name="connsiteX24" fmla="*/ 928303 w 953494"/>
                <a:gd name="connsiteY24" fmla="*/ 446141 h 760870"/>
                <a:gd name="connsiteX25" fmla="*/ 905983 w 953494"/>
                <a:gd name="connsiteY25" fmla="*/ 457771 h 760870"/>
                <a:gd name="connsiteX26" fmla="*/ 902844 w 953494"/>
                <a:gd name="connsiteY26" fmla="*/ 426669 h 760870"/>
                <a:gd name="connsiteX27" fmla="*/ 875059 w 953494"/>
                <a:gd name="connsiteY27" fmla="*/ 398567 h 760870"/>
                <a:gd name="connsiteX28" fmla="*/ 811369 w 953494"/>
                <a:gd name="connsiteY28" fmla="*/ 378828 h 760870"/>
                <a:gd name="connsiteX29" fmla="*/ 798061 w 953494"/>
                <a:gd name="connsiteY29" fmla="*/ 385361 h 760870"/>
                <a:gd name="connsiteX30" fmla="*/ 792977 w 953494"/>
                <a:gd name="connsiteY30" fmla="*/ 388106 h 760870"/>
                <a:gd name="connsiteX31" fmla="*/ 778881 w 953494"/>
                <a:gd name="connsiteY31" fmla="*/ 386543 h 760870"/>
                <a:gd name="connsiteX32" fmla="*/ 794133 w 953494"/>
                <a:gd name="connsiteY32" fmla="*/ 343328 h 760870"/>
                <a:gd name="connsiteX33" fmla="*/ 811369 w 953494"/>
                <a:gd name="connsiteY33" fmla="*/ 333910 h 760870"/>
                <a:gd name="connsiteX34" fmla="*/ 796625 w 953494"/>
                <a:gd name="connsiteY34" fmla="*/ 322687 h 760870"/>
                <a:gd name="connsiteX35" fmla="*/ 340011 w 953494"/>
                <a:gd name="connsiteY35" fmla="*/ 693456 h 760870"/>
                <a:gd name="connsiteX36" fmla="*/ 329957 w 953494"/>
                <a:gd name="connsiteY36" fmla="*/ 746394 h 760870"/>
                <a:gd name="connsiteX37" fmla="*/ 312773 w 953494"/>
                <a:gd name="connsiteY37" fmla="*/ 760871 h 760870"/>
                <a:gd name="connsiteX38" fmla="*/ 295550 w 953494"/>
                <a:gd name="connsiteY38" fmla="*/ 698006 h 760870"/>
                <a:gd name="connsiteX39" fmla="*/ 271681 w 953494"/>
                <a:gd name="connsiteY39" fmla="*/ 693837 h 760870"/>
                <a:gd name="connsiteX40" fmla="*/ 276116 w 953494"/>
                <a:gd name="connsiteY40" fmla="*/ 657626 h 760870"/>
                <a:gd name="connsiteX41" fmla="*/ 292551 w 953494"/>
                <a:gd name="connsiteY41" fmla="*/ 644407 h 760870"/>
                <a:gd name="connsiteX42" fmla="*/ 314870 w 953494"/>
                <a:gd name="connsiteY42" fmla="*/ 627693 h 760870"/>
                <a:gd name="connsiteX43" fmla="*/ 327656 w 953494"/>
                <a:gd name="connsiteY43" fmla="*/ 621681 h 760870"/>
                <a:gd name="connsiteX44" fmla="*/ 364071 w 953494"/>
                <a:gd name="connsiteY44" fmla="*/ 625990 h 760870"/>
                <a:gd name="connsiteX45" fmla="*/ 392987 w 953494"/>
                <a:gd name="connsiteY45" fmla="*/ 602387 h 760870"/>
                <a:gd name="connsiteX46" fmla="*/ 390508 w 953494"/>
                <a:gd name="connsiteY46" fmla="*/ 634404 h 760870"/>
                <a:gd name="connsiteX47" fmla="*/ 371443 w 953494"/>
                <a:gd name="connsiteY47" fmla="*/ 645005 h 760870"/>
                <a:gd name="connsiteX48" fmla="*/ 326029 w 953494"/>
                <a:gd name="connsiteY48" fmla="*/ 411137 h 760870"/>
                <a:gd name="connsiteX49" fmla="*/ 292106 w 953494"/>
                <a:gd name="connsiteY49" fmla="*/ 419119 h 760870"/>
                <a:gd name="connsiteX50" fmla="*/ 282052 w 953494"/>
                <a:gd name="connsiteY50" fmla="*/ 451136 h 760870"/>
                <a:gd name="connsiteX51" fmla="*/ 253085 w 953494"/>
                <a:gd name="connsiteY51" fmla="*/ 443434 h 760870"/>
                <a:gd name="connsiteX52" fmla="*/ 262999 w 953494"/>
                <a:gd name="connsiteY52" fmla="*/ 477281 h 760870"/>
                <a:gd name="connsiteX53" fmla="*/ 259733 w 953494"/>
                <a:gd name="connsiteY53" fmla="*/ 491656 h 760870"/>
                <a:gd name="connsiteX54" fmla="*/ 190170 w 953494"/>
                <a:gd name="connsiteY54" fmla="*/ 480547 h 760870"/>
                <a:gd name="connsiteX55" fmla="*/ 187170 w 953494"/>
                <a:gd name="connsiteY55" fmla="*/ 497668 h 760870"/>
                <a:gd name="connsiteX56" fmla="*/ 158852 w 953494"/>
                <a:gd name="connsiteY56" fmla="*/ 495317 h 760870"/>
                <a:gd name="connsiteX57" fmla="*/ 146968 w 953494"/>
                <a:gd name="connsiteY57" fmla="*/ 513746 h 760870"/>
                <a:gd name="connsiteX58" fmla="*/ 124535 w 953494"/>
                <a:gd name="connsiteY58" fmla="*/ 494796 h 760870"/>
                <a:gd name="connsiteX59" fmla="*/ 122831 w 953494"/>
                <a:gd name="connsiteY59" fmla="*/ 471269 h 760870"/>
                <a:gd name="connsiteX60" fmla="*/ 95695 w 953494"/>
                <a:gd name="connsiteY60" fmla="*/ 460147 h 760870"/>
                <a:gd name="connsiteX61" fmla="*/ 86429 w 953494"/>
                <a:gd name="connsiteY61" fmla="*/ 464863 h 760870"/>
                <a:gd name="connsiteX62" fmla="*/ 50841 w 953494"/>
                <a:gd name="connsiteY62" fmla="*/ 437409 h 760870"/>
                <a:gd name="connsiteX63" fmla="*/ 21607 w 953494"/>
                <a:gd name="connsiteY63" fmla="*/ 425970 h 760870"/>
                <a:gd name="connsiteX64" fmla="*/ 8999 w 953494"/>
                <a:gd name="connsiteY64" fmla="*/ 396863 h 760870"/>
                <a:gd name="connsiteX65" fmla="*/ 37851 w 953494"/>
                <a:gd name="connsiteY65" fmla="*/ 373744 h 760870"/>
                <a:gd name="connsiteX66" fmla="*/ 0 w 953494"/>
                <a:gd name="connsiteY66" fmla="*/ 332690 h 760870"/>
                <a:gd name="connsiteX67" fmla="*/ 25967 w 953494"/>
                <a:gd name="connsiteY67" fmla="*/ 294788 h 760870"/>
                <a:gd name="connsiteX68" fmla="*/ 44244 w 953494"/>
                <a:gd name="connsiteY68" fmla="*/ 291915 h 760870"/>
                <a:gd name="connsiteX69" fmla="*/ 82083 w 953494"/>
                <a:gd name="connsiteY69" fmla="*/ 256327 h 760870"/>
                <a:gd name="connsiteX70" fmla="*/ 105062 w 953494"/>
                <a:gd name="connsiteY70" fmla="*/ 257598 h 760870"/>
                <a:gd name="connsiteX71" fmla="*/ 108952 w 953494"/>
                <a:gd name="connsiteY71" fmla="*/ 237605 h 760870"/>
                <a:gd name="connsiteX72" fmla="*/ 99712 w 953494"/>
                <a:gd name="connsiteY72" fmla="*/ 230283 h 760870"/>
                <a:gd name="connsiteX73" fmla="*/ 91475 w 953494"/>
                <a:gd name="connsiteY73" fmla="*/ 210799 h 760870"/>
                <a:gd name="connsiteX74" fmla="*/ 105062 w 953494"/>
                <a:gd name="connsiteY74" fmla="*/ 196563 h 760870"/>
                <a:gd name="connsiteX75" fmla="*/ 105698 w 953494"/>
                <a:gd name="connsiteY75" fmla="*/ 177752 h 760870"/>
                <a:gd name="connsiteX76" fmla="*/ 129847 w 953494"/>
                <a:gd name="connsiteY76" fmla="*/ 164673 h 760870"/>
                <a:gd name="connsiteX77" fmla="*/ 131678 w 953494"/>
                <a:gd name="connsiteY77" fmla="*/ 138668 h 760870"/>
                <a:gd name="connsiteX78" fmla="*/ 166529 w 953494"/>
                <a:gd name="connsiteY78" fmla="*/ 102584 h 760870"/>
                <a:gd name="connsiteX79" fmla="*/ 187679 w 953494"/>
                <a:gd name="connsiteY79" fmla="*/ 106778 h 760870"/>
                <a:gd name="connsiteX80" fmla="*/ 214167 w 953494"/>
                <a:gd name="connsiteY80" fmla="*/ 96051 h 760870"/>
                <a:gd name="connsiteX81" fmla="*/ 236079 w 953494"/>
                <a:gd name="connsiteY81" fmla="*/ 104414 h 760870"/>
                <a:gd name="connsiteX82" fmla="*/ 249132 w 953494"/>
                <a:gd name="connsiteY82" fmla="*/ 88349 h 760870"/>
                <a:gd name="connsiteX83" fmla="*/ 299770 w 953494"/>
                <a:gd name="connsiteY83" fmla="*/ 70300 h 760870"/>
                <a:gd name="connsiteX84" fmla="*/ 326652 w 953494"/>
                <a:gd name="connsiteY84" fmla="*/ 89264 h 760870"/>
                <a:gd name="connsiteX85" fmla="*/ 348450 w 953494"/>
                <a:gd name="connsiteY85" fmla="*/ 77621 h 760870"/>
                <a:gd name="connsiteX86" fmla="*/ 340100 w 953494"/>
                <a:gd name="connsiteY86" fmla="*/ 60640 h 760870"/>
                <a:gd name="connsiteX87" fmla="*/ 314133 w 953494"/>
                <a:gd name="connsiteY87" fmla="*/ 48223 h 760870"/>
                <a:gd name="connsiteX88" fmla="*/ 318683 w 953494"/>
                <a:gd name="connsiteY88" fmla="*/ 0 h 760870"/>
                <a:gd name="connsiteX89" fmla="*/ 339439 w 953494"/>
                <a:gd name="connsiteY89" fmla="*/ 4563 h 760870"/>
                <a:gd name="connsiteX90" fmla="*/ 343366 w 953494"/>
                <a:gd name="connsiteY90" fmla="*/ 24429 h 760870"/>
                <a:gd name="connsiteX91" fmla="*/ 371405 w 953494"/>
                <a:gd name="connsiteY91" fmla="*/ 15672 h 760870"/>
                <a:gd name="connsiteX92" fmla="*/ 383810 w 953494"/>
                <a:gd name="connsiteY92" fmla="*/ 22726 h 760870"/>
                <a:gd name="connsiteX93" fmla="*/ 402596 w 953494"/>
                <a:gd name="connsiteY93" fmla="*/ 12672 h 760870"/>
                <a:gd name="connsiteX94" fmla="*/ 421000 w 953494"/>
                <a:gd name="connsiteY94" fmla="*/ 18290 h 760870"/>
                <a:gd name="connsiteX95" fmla="*/ 437701 w 953494"/>
                <a:gd name="connsiteY95" fmla="*/ 36987 h 760870"/>
                <a:gd name="connsiteX96" fmla="*/ 429274 w 953494"/>
                <a:gd name="connsiteY96" fmla="*/ 81269 h 760870"/>
                <a:gd name="connsiteX97" fmla="*/ 441146 w 953494"/>
                <a:gd name="connsiteY97" fmla="*/ 94475 h 760870"/>
                <a:gd name="connsiteX98" fmla="*/ 433710 w 953494"/>
                <a:gd name="connsiteY98" fmla="*/ 118383 h 760870"/>
                <a:gd name="connsiteX99" fmla="*/ 462804 w 953494"/>
                <a:gd name="connsiteY99" fmla="*/ 140079 h 760870"/>
                <a:gd name="connsiteX100" fmla="*/ 485682 w 953494"/>
                <a:gd name="connsiteY100" fmla="*/ 125577 h 760870"/>
                <a:gd name="connsiteX101" fmla="*/ 497706 w 953494"/>
                <a:gd name="connsiteY101" fmla="*/ 97614 h 760870"/>
                <a:gd name="connsiteX102" fmla="*/ 484119 w 953494"/>
                <a:gd name="connsiteY102" fmla="*/ 56840 h 760870"/>
                <a:gd name="connsiteX103" fmla="*/ 492864 w 953494"/>
                <a:gd name="connsiteY103" fmla="*/ 25598 h 760870"/>
                <a:gd name="connsiteX104" fmla="*/ 511522 w 953494"/>
                <a:gd name="connsiteY104" fmla="*/ 18544 h 760870"/>
                <a:gd name="connsiteX105" fmla="*/ 517877 w 953494"/>
                <a:gd name="connsiteY105" fmla="*/ 44549 h 760870"/>
                <a:gd name="connsiteX106" fmla="*/ 534464 w 953494"/>
                <a:gd name="connsiteY106" fmla="*/ 58530 h 760870"/>
                <a:gd name="connsiteX107" fmla="*/ 556783 w 953494"/>
                <a:gd name="connsiteY107" fmla="*/ 59967 h 760870"/>
                <a:gd name="connsiteX108" fmla="*/ 568527 w 953494"/>
                <a:gd name="connsiteY108" fmla="*/ 95555 h 760870"/>
                <a:gd name="connsiteX109" fmla="*/ 570612 w 953494"/>
                <a:gd name="connsiteY109" fmla="*/ 141439 h 760870"/>
                <a:gd name="connsiteX110" fmla="*/ 596452 w 953494"/>
                <a:gd name="connsiteY110" fmla="*/ 140397 h 760870"/>
                <a:gd name="connsiteX111" fmla="*/ 623855 w 953494"/>
                <a:gd name="connsiteY111" fmla="*/ 122234 h 760870"/>
                <a:gd name="connsiteX112" fmla="*/ 653088 w 953494"/>
                <a:gd name="connsiteY112" fmla="*/ 130864 h 760870"/>
                <a:gd name="connsiteX113" fmla="*/ 666396 w 953494"/>
                <a:gd name="connsiteY113" fmla="*/ 153590 h 760870"/>
                <a:gd name="connsiteX114" fmla="*/ 682589 w 953494"/>
                <a:gd name="connsiteY114" fmla="*/ 163669 h 760870"/>
                <a:gd name="connsiteX115" fmla="*/ 675522 w 953494"/>
                <a:gd name="connsiteY115" fmla="*/ 184222 h 760870"/>
                <a:gd name="connsiteX116" fmla="*/ 641840 w 953494"/>
                <a:gd name="connsiteY116" fmla="*/ 187870 h 760870"/>
                <a:gd name="connsiteX117" fmla="*/ 622902 w 953494"/>
                <a:gd name="connsiteY117" fmla="*/ 220293 h 760870"/>
                <a:gd name="connsiteX118" fmla="*/ 633604 w 953494"/>
                <a:gd name="connsiteY118" fmla="*/ 252717 h 760870"/>
                <a:gd name="connsiteX119" fmla="*/ 657207 w 953494"/>
                <a:gd name="connsiteY119" fmla="*/ 258195 h 760870"/>
                <a:gd name="connsiteX120" fmla="*/ 670654 w 953494"/>
                <a:gd name="connsiteY120" fmla="*/ 267601 h 760870"/>
                <a:gd name="connsiteX121" fmla="*/ 654982 w 953494"/>
                <a:gd name="connsiteY121" fmla="*/ 337786 h 760870"/>
                <a:gd name="connsiteX122" fmla="*/ 634900 w 953494"/>
                <a:gd name="connsiteY122" fmla="*/ 344459 h 760870"/>
                <a:gd name="connsiteX123" fmla="*/ 594316 w 953494"/>
                <a:gd name="connsiteY123" fmla="*/ 273752 h 760870"/>
                <a:gd name="connsiteX124" fmla="*/ 570701 w 953494"/>
                <a:gd name="connsiteY124" fmla="*/ 292563 h 760870"/>
                <a:gd name="connsiteX125" fmla="*/ 541366 w 953494"/>
                <a:gd name="connsiteY125" fmla="*/ 271922 h 760870"/>
                <a:gd name="connsiteX126" fmla="*/ 524270 w 953494"/>
                <a:gd name="connsiteY126" fmla="*/ 284734 h 760870"/>
                <a:gd name="connsiteX127" fmla="*/ 551025 w 953494"/>
                <a:gd name="connsiteY127" fmla="*/ 324339 h 760870"/>
                <a:gd name="connsiteX128" fmla="*/ 524131 w 953494"/>
                <a:gd name="connsiteY128" fmla="*/ 348387 h 760870"/>
                <a:gd name="connsiteX129" fmla="*/ 516695 w 953494"/>
                <a:gd name="connsiteY129" fmla="*/ 355187 h 760870"/>
                <a:gd name="connsiteX130" fmla="*/ 487335 w 953494"/>
                <a:gd name="connsiteY130" fmla="*/ 337024 h 760870"/>
                <a:gd name="connsiteX131" fmla="*/ 462944 w 953494"/>
                <a:gd name="connsiteY131" fmla="*/ 342629 h 760870"/>
                <a:gd name="connsiteX132" fmla="*/ 448454 w 953494"/>
                <a:gd name="connsiteY132" fmla="*/ 344472 h 760870"/>
                <a:gd name="connsiteX133" fmla="*/ 446484 w 953494"/>
                <a:gd name="connsiteY133" fmla="*/ 384725 h 760870"/>
                <a:gd name="connsiteX134" fmla="*/ 426389 w 953494"/>
                <a:gd name="connsiteY134" fmla="*/ 383556 h 760870"/>
                <a:gd name="connsiteX135" fmla="*/ 410743 w 953494"/>
                <a:gd name="connsiteY135" fmla="*/ 404108 h 760870"/>
                <a:gd name="connsiteX136" fmla="*/ 394550 w 953494"/>
                <a:gd name="connsiteY136" fmla="*/ 402024 h 760870"/>
                <a:gd name="connsiteX137" fmla="*/ 385539 w 953494"/>
                <a:gd name="connsiteY137" fmla="*/ 420314 h 760870"/>
                <a:gd name="connsiteX138" fmla="*/ 354487 w 953494"/>
                <a:gd name="connsiteY138" fmla="*/ 435998 h 760870"/>
                <a:gd name="connsiteX139" fmla="*/ 334253 w 953494"/>
                <a:gd name="connsiteY139" fmla="*/ 426199 h 760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953494" h="760870">
                  <a:moveTo>
                    <a:pt x="786050" y="301982"/>
                  </a:moveTo>
                  <a:lnTo>
                    <a:pt x="737497" y="294648"/>
                  </a:lnTo>
                  <a:lnTo>
                    <a:pt x="738666" y="255844"/>
                  </a:lnTo>
                  <a:lnTo>
                    <a:pt x="758126" y="247607"/>
                  </a:lnTo>
                  <a:lnTo>
                    <a:pt x="767658" y="231008"/>
                  </a:lnTo>
                  <a:lnTo>
                    <a:pt x="796497" y="233232"/>
                  </a:lnTo>
                  <a:lnTo>
                    <a:pt x="791019" y="211269"/>
                  </a:lnTo>
                  <a:lnTo>
                    <a:pt x="815423" y="197796"/>
                  </a:lnTo>
                  <a:lnTo>
                    <a:pt x="823494" y="242498"/>
                  </a:lnTo>
                  <a:lnTo>
                    <a:pt x="837856" y="256365"/>
                  </a:lnTo>
                  <a:lnTo>
                    <a:pt x="857964" y="251128"/>
                  </a:lnTo>
                  <a:lnTo>
                    <a:pt x="856782" y="269952"/>
                  </a:lnTo>
                  <a:lnTo>
                    <a:pt x="895142" y="278849"/>
                  </a:lnTo>
                  <a:lnTo>
                    <a:pt x="896590" y="302363"/>
                  </a:lnTo>
                  <a:lnTo>
                    <a:pt x="945652" y="296008"/>
                  </a:lnTo>
                  <a:lnTo>
                    <a:pt x="952452" y="329461"/>
                  </a:lnTo>
                  <a:lnTo>
                    <a:pt x="906504" y="328546"/>
                  </a:lnTo>
                  <a:lnTo>
                    <a:pt x="904280" y="369066"/>
                  </a:lnTo>
                  <a:lnTo>
                    <a:pt x="937428" y="383835"/>
                  </a:lnTo>
                  <a:lnTo>
                    <a:pt x="953494" y="441870"/>
                  </a:lnTo>
                  <a:lnTo>
                    <a:pt x="932751" y="436112"/>
                  </a:lnTo>
                  <a:lnTo>
                    <a:pt x="924515" y="435858"/>
                  </a:lnTo>
                  <a:lnTo>
                    <a:pt x="923460" y="437422"/>
                  </a:lnTo>
                  <a:lnTo>
                    <a:pt x="922036" y="439786"/>
                  </a:lnTo>
                  <a:lnTo>
                    <a:pt x="928303" y="446141"/>
                  </a:lnTo>
                  <a:lnTo>
                    <a:pt x="905983" y="457771"/>
                  </a:lnTo>
                  <a:lnTo>
                    <a:pt x="902844" y="426669"/>
                  </a:lnTo>
                  <a:lnTo>
                    <a:pt x="875059" y="398567"/>
                  </a:lnTo>
                  <a:lnTo>
                    <a:pt x="811369" y="378828"/>
                  </a:lnTo>
                  <a:lnTo>
                    <a:pt x="798061" y="385361"/>
                  </a:lnTo>
                  <a:lnTo>
                    <a:pt x="792977" y="388106"/>
                  </a:lnTo>
                  <a:lnTo>
                    <a:pt x="778881" y="386543"/>
                  </a:lnTo>
                  <a:lnTo>
                    <a:pt x="794133" y="343328"/>
                  </a:lnTo>
                  <a:lnTo>
                    <a:pt x="811369" y="333910"/>
                  </a:lnTo>
                  <a:lnTo>
                    <a:pt x="796625" y="322687"/>
                  </a:lnTo>
                  <a:close/>
                  <a:moveTo>
                    <a:pt x="340011" y="693456"/>
                  </a:moveTo>
                  <a:lnTo>
                    <a:pt x="329957" y="746394"/>
                  </a:lnTo>
                  <a:lnTo>
                    <a:pt x="312773" y="760871"/>
                  </a:lnTo>
                  <a:lnTo>
                    <a:pt x="295550" y="698006"/>
                  </a:lnTo>
                  <a:lnTo>
                    <a:pt x="271681" y="693837"/>
                  </a:lnTo>
                  <a:lnTo>
                    <a:pt x="276116" y="657626"/>
                  </a:lnTo>
                  <a:lnTo>
                    <a:pt x="292551" y="644407"/>
                  </a:lnTo>
                  <a:lnTo>
                    <a:pt x="314870" y="627693"/>
                  </a:lnTo>
                  <a:lnTo>
                    <a:pt x="327656" y="621681"/>
                  </a:lnTo>
                  <a:lnTo>
                    <a:pt x="364071" y="625990"/>
                  </a:lnTo>
                  <a:lnTo>
                    <a:pt x="392987" y="602387"/>
                  </a:lnTo>
                  <a:lnTo>
                    <a:pt x="390508" y="634404"/>
                  </a:lnTo>
                  <a:lnTo>
                    <a:pt x="371443" y="645005"/>
                  </a:lnTo>
                  <a:close/>
                  <a:moveTo>
                    <a:pt x="326029" y="411137"/>
                  </a:moveTo>
                  <a:lnTo>
                    <a:pt x="292106" y="419119"/>
                  </a:lnTo>
                  <a:lnTo>
                    <a:pt x="282052" y="451136"/>
                  </a:lnTo>
                  <a:lnTo>
                    <a:pt x="253085" y="443434"/>
                  </a:lnTo>
                  <a:lnTo>
                    <a:pt x="262999" y="477281"/>
                  </a:lnTo>
                  <a:lnTo>
                    <a:pt x="259733" y="491656"/>
                  </a:lnTo>
                  <a:lnTo>
                    <a:pt x="190170" y="480547"/>
                  </a:lnTo>
                  <a:lnTo>
                    <a:pt x="187170" y="497668"/>
                  </a:lnTo>
                  <a:lnTo>
                    <a:pt x="158852" y="495317"/>
                  </a:lnTo>
                  <a:lnTo>
                    <a:pt x="146968" y="513746"/>
                  </a:lnTo>
                  <a:lnTo>
                    <a:pt x="124535" y="494796"/>
                  </a:lnTo>
                  <a:lnTo>
                    <a:pt x="122831" y="471269"/>
                  </a:lnTo>
                  <a:lnTo>
                    <a:pt x="95695" y="460147"/>
                  </a:lnTo>
                  <a:lnTo>
                    <a:pt x="86429" y="464863"/>
                  </a:lnTo>
                  <a:lnTo>
                    <a:pt x="50841" y="437409"/>
                  </a:lnTo>
                  <a:lnTo>
                    <a:pt x="21607" y="425970"/>
                  </a:lnTo>
                  <a:lnTo>
                    <a:pt x="8999" y="396863"/>
                  </a:lnTo>
                  <a:lnTo>
                    <a:pt x="37851" y="373744"/>
                  </a:lnTo>
                  <a:lnTo>
                    <a:pt x="0" y="332690"/>
                  </a:lnTo>
                  <a:lnTo>
                    <a:pt x="25967" y="294788"/>
                  </a:lnTo>
                  <a:lnTo>
                    <a:pt x="44244" y="291915"/>
                  </a:lnTo>
                  <a:lnTo>
                    <a:pt x="82083" y="256327"/>
                  </a:lnTo>
                  <a:lnTo>
                    <a:pt x="105062" y="257598"/>
                  </a:lnTo>
                  <a:lnTo>
                    <a:pt x="108952" y="237605"/>
                  </a:lnTo>
                  <a:lnTo>
                    <a:pt x="99712" y="230283"/>
                  </a:lnTo>
                  <a:lnTo>
                    <a:pt x="91475" y="210799"/>
                  </a:lnTo>
                  <a:lnTo>
                    <a:pt x="105062" y="196563"/>
                  </a:lnTo>
                  <a:lnTo>
                    <a:pt x="105698" y="177752"/>
                  </a:lnTo>
                  <a:lnTo>
                    <a:pt x="129847" y="164673"/>
                  </a:lnTo>
                  <a:lnTo>
                    <a:pt x="131678" y="138668"/>
                  </a:lnTo>
                  <a:lnTo>
                    <a:pt x="166529" y="102584"/>
                  </a:lnTo>
                  <a:lnTo>
                    <a:pt x="187679" y="106778"/>
                  </a:lnTo>
                  <a:lnTo>
                    <a:pt x="214167" y="96051"/>
                  </a:lnTo>
                  <a:lnTo>
                    <a:pt x="236079" y="104414"/>
                  </a:lnTo>
                  <a:lnTo>
                    <a:pt x="249132" y="88349"/>
                  </a:lnTo>
                  <a:lnTo>
                    <a:pt x="299770" y="70300"/>
                  </a:lnTo>
                  <a:lnTo>
                    <a:pt x="326652" y="89264"/>
                  </a:lnTo>
                  <a:lnTo>
                    <a:pt x="348450" y="77621"/>
                  </a:lnTo>
                  <a:lnTo>
                    <a:pt x="340100" y="60640"/>
                  </a:lnTo>
                  <a:lnTo>
                    <a:pt x="314133" y="48223"/>
                  </a:lnTo>
                  <a:lnTo>
                    <a:pt x="318683" y="0"/>
                  </a:lnTo>
                  <a:lnTo>
                    <a:pt x="339439" y="4563"/>
                  </a:lnTo>
                  <a:lnTo>
                    <a:pt x="343366" y="24429"/>
                  </a:lnTo>
                  <a:lnTo>
                    <a:pt x="371405" y="15672"/>
                  </a:lnTo>
                  <a:lnTo>
                    <a:pt x="383810" y="22726"/>
                  </a:lnTo>
                  <a:lnTo>
                    <a:pt x="402596" y="12672"/>
                  </a:lnTo>
                  <a:lnTo>
                    <a:pt x="421000" y="18290"/>
                  </a:lnTo>
                  <a:lnTo>
                    <a:pt x="437701" y="36987"/>
                  </a:lnTo>
                  <a:lnTo>
                    <a:pt x="429274" y="81269"/>
                  </a:lnTo>
                  <a:lnTo>
                    <a:pt x="441146" y="94475"/>
                  </a:lnTo>
                  <a:lnTo>
                    <a:pt x="433710" y="118383"/>
                  </a:lnTo>
                  <a:lnTo>
                    <a:pt x="462804" y="140079"/>
                  </a:lnTo>
                  <a:lnTo>
                    <a:pt x="485682" y="125577"/>
                  </a:lnTo>
                  <a:lnTo>
                    <a:pt x="497706" y="97614"/>
                  </a:lnTo>
                  <a:lnTo>
                    <a:pt x="484119" y="56840"/>
                  </a:lnTo>
                  <a:lnTo>
                    <a:pt x="492864" y="25598"/>
                  </a:lnTo>
                  <a:lnTo>
                    <a:pt x="511522" y="18544"/>
                  </a:lnTo>
                  <a:lnTo>
                    <a:pt x="517877" y="44549"/>
                  </a:lnTo>
                  <a:lnTo>
                    <a:pt x="534464" y="58530"/>
                  </a:lnTo>
                  <a:lnTo>
                    <a:pt x="556783" y="59967"/>
                  </a:lnTo>
                  <a:lnTo>
                    <a:pt x="568527" y="95555"/>
                  </a:lnTo>
                  <a:lnTo>
                    <a:pt x="570612" y="141439"/>
                  </a:lnTo>
                  <a:lnTo>
                    <a:pt x="596452" y="140397"/>
                  </a:lnTo>
                  <a:lnTo>
                    <a:pt x="623855" y="122234"/>
                  </a:lnTo>
                  <a:lnTo>
                    <a:pt x="653088" y="130864"/>
                  </a:lnTo>
                  <a:lnTo>
                    <a:pt x="666396" y="153590"/>
                  </a:lnTo>
                  <a:lnTo>
                    <a:pt x="682589" y="163669"/>
                  </a:lnTo>
                  <a:lnTo>
                    <a:pt x="675522" y="184222"/>
                  </a:lnTo>
                  <a:lnTo>
                    <a:pt x="641840" y="187870"/>
                  </a:lnTo>
                  <a:lnTo>
                    <a:pt x="622902" y="220293"/>
                  </a:lnTo>
                  <a:lnTo>
                    <a:pt x="633604" y="252717"/>
                  </a:lnTo>
                  <a:lnTo>
                    <a:pt x="657207" y="258195"/>
                  </a:lnTo>
                  <a:lnTo>
                    <a:pt x="670654" y="267601"/>
                  </a:lnTo>
                  <a:lnTo>
                    <a:pt x="654982" y="337786"/>
                  </a:lnTo>
                  <a:lnTo>
                    <a:pt x="634900" y="344459"/>
                  </a:lnTo>
                  <a:lnTo>
                    <a:pt x="594316" y="273752"/>
                  </a:lnTo>
                  <a:lnTo>
                    <a:pt x="570701" y="292563"/>
                  </a:lnTo>
                  <a:lnTo>
                    <a:pt x="541366" y="271922"/>
                  </a:lnTo>
                  <a:lnTo>
                    <a:pt x="524270" y="284734"/>
                  </a:lnTo>
                  <a:lnTo>
                    <a:pt x="551025" y="324339"/>
                  </a:lnTo>
                  <a:lnTo>
                    <a:pt x="524131" y="348387"/>
                  </a:lnTo>
                  <a:lnTo>
                    <a:pt x="516695" y="355187"/>
                  </a:lnTo>
                  <a:lnTo>
                    <a:pt x="487335" y="337024"/>
                  </a:lnTo>
                  <a:lnTo>
                    <a:pt x="462944" y="342629"/>
                  </a:lnTo>
                  <a:lnTo>
                    <a:pt x="448454" y="344472"/>
                  </a:lnTo>
                  <a:lnTo>
                    <a:pt x="446484" y="384725"/>
                  </a:lnTo>
                  <a:lnTo>
                    <a:pt x="426389" y="383556"/>
                  </a:lnTo>
                  <a:lnTo>
                    <a:pt x="410743" y="404108"/>
                  </a:lnTo>
                  <a:lnTo>
                    <a:pt x="394550" y="402024"/>
                  </a:lnTo>
                  <a:lnTo>
                    <a:pt x="385539" y="420314"/>
                  </a:lnTo>
                  <a:lnTo>
                    <a:pt x="354487" y="435998"/>
                  </a:lnTo>
                  <a:lnTo>
                    <a:pt x="334253" y="426199"/>
                  </a:lnTo>
                  <a:close/>
                </a:path>
              </a:pathLst>
            </a:custGeom>
            <a:noFill/>
            <a:ln w="3810" cap="flat">
              <a:solidFill>
                <a:srgbClr val="E6E4E2"/>
              </a:solidFill>
              <a:prstDash val="solid"/>
              <a:miter/>
            </a:ln>
          </p:spPr>
          <p:txBody>
            <a:bodyPr rtlCol="0" anchor="ctr"/>
            <a:lstStyle/>
            <a:p>
              <a:endParaRPr lang="de-CH"/>
            </a:p>
          </p:txBody>
        </p:sp>
        <p:sp>
          <p:nvSpPr>
            <p:cNvPr id="110" name="Freihandform: Form 109">
              <a:extLst>
                <a:ext uri="{FF2B5EF4-FFF2-40B4-BE49-F238E27FC236}">
                  <a16:creationId xmlns:a16="http://schemas.microsoft.com/office/drawing/2014/main" id="{0AF1FE78-B687-4E11-91C7-89540E554647}"/>
                </a:ext>
              </a:extLst>
            </p:cNvPr>
            <p:cNvSpPr/>
            <p:nvPr/>
          </p:nvSpPr>
          <p:spPr>
            <a:xfrm>
              <a:off x="8073894" y="1455080"/>
              <a:ext cx="880486" cy="676907"/>
            </a:xfrm>
            <a:custGeom>
              <a:avLst/>
              <a:gdLst>
                <a:gd name="connsiteX0" fmla="*/ 205663 w 880486"/>
                <a:gd name="connsiteY0" fmla="*/ 228847 h 676907"/>
                <a:gd name="connsiteX1" fmla="*/ 268439 w 880486"/>
                <a:gd name="connsiteY1" fmla="*/ 216950 h 676907"/>
                <a:gd name="connsiteX2" fmla="*/ 297812 w 880486"/>
                <a:gd name="connsiteY2" fmla="*/ 218921 h 676907"/>
                <a:gd name="connsiteX3" fmla="*/ 344904 w 880486"/>
                <a:gd name="connsiteY3" fmla="*/ 199690 h 676907"/>
                <a:gd name="connsiteX4" fmla="*/ 361478 w 880486"/>
                <a:gd name="connsiteY4" fmla="*/ 193030 h 676907"/>
                <a:gd name="connsiteX5" fmla="*/ 414213 w 880486"/>
                <a:gd name="connsiteY5" fmla="*/ 212642 h 676907"/>
                <a:gd name="connsiteX6" fmla="*/ 470977 w 880486"/>
                <a:gd name="connsiteY6" fmla="*/ 191861 h 676907"/>
                <a:gd name="connsiteX7" fmla="*/ 487157 w 880486"/>
                <a:gd name="connsiteY7" fmla="*/ 109791 h 676907"/>
                <a:gd name="connsiteX8" fmla="*/ 522262 w 880486"/>
                <a:gd name="connsiteY8" fmla="*/ 118790 h 676907"/>
                <a:gd name="connsiteX9" fmla="*/ 553707 w 880486"/>
                <a:gd name="connsiteY9" fmla="*/ 97360 h 676907"/>
                <a:gd name="connsiteX10" fmla="*/ 600557 w 880486"/>
                <a:gd name="connsiteY10" fmla="*/ 86124 h 676907"/>
                <a:gd name="connsiteX11" fmla="*/ 634620 w 880486"/>
                <a:gd name="connsiteY11" fmla="*/ 60895 h 676907"/>
                <a:gd name="connsiteX12" fmla="*/ 666078 w 880486"/>
                <a:gd name="connsiteY12" fmla="*/ 54235 h 676907"/>
                <a:gd name="connsiteX13" fmla="*/ 669866 w 880486"/>
                <a:gd name="connsiteY13" fmla="*/ 29005 h 676907"/>
                <a:gd name="connsiteX14" fmla="*/ 670781 w 880486"/>
                <a:gd name="connsiteY14" fmla="*/ 17769 h 676907"/>
                <a:gd name="connsiteX15" fmla="*/ 681864 w 880486"/>
                <a:gd name="connsiteY15" fmla="*/ 5224 h 676907"/>
                <a:gd name="connsiteX16" fmla="*/ 706001 w 880486"/>
                <a:gd name="connsiteY16" fmla="*/ 0 h 676907"/>
                <a:gd name="connsiteX17" fmla="*/ 709014 w 880486"/>
                <a:gd name="connsiteY17" fmla="*/ 15939 h 676907"/>
                <a:gd name="connsiteX18" fmla="*/ 723096 w 880486"/>
                <a:gd name="connsiteY18" fmla="*/ 15023 h 676907"/>
                <a:gd name="connsiteX19" fmla="*/ 741513 w 880486"/>
                <a:gd name="connsiteY19" fmla="*/ 18163 h 676907"/>
                <a:gd name="connsiteX20" fmla="*/ 778042 w 880486"/>
                <a:gd name="connsiteY20" fmla="*/ 18163 h 676907"/>
                <a:gd name="connsiteX21" fmla="*/ 796841 w 880486"/>
                <a:gd name="connsiteY21" fmla="*/ 27823 h 676907"/>
                <a:gd name="connsiteX22" fmla="*/ 796574 w 880486"/>
                <a:gd name="connsiteY22" fmla="*/ 32004 h 676907"/>
                <a:gd name="connsiteX23" fmla="*/ 880487 w 880486"/>
                <a:gd name="connsiteY23" fmla="*/ 82985 h 676907"/>
                <a:gd name="connsiteX24" fmla="*/ 873051 w 880486"/>
                <a:gd name="connsiteY24" fmla="*/ 85870 h 676907"/>
                <a:gd name="connsiteX25" fmla="*/ 853083 w 880486"/>
                <a:gd name="connsiteY25" fmla="*/ 92276 h 676907"/>
                <a:gd name="connsiteX26" fmla="*/ 779211 w 880486"/>
                <a:gd name="connsiteY26" fmla="*/ 104427 h 676907"/>
                <a:gd name="connsiteX27" fmla="*/ 752596 w 880486"/>
                <a:gd name="connsiteY27" fmla="*/ 90039 h 676907"/>
                <a:gd name="connsiteX28" fmla="*/ 737459 w 880486"/>
                <a:gd name="connsiteY28" fmla="*/ 104935 h 676907"/>
                <a:gd name="connsiteX29" fmla="*/ 737204 w 880486"/>
                <a:gd name="connsiteY29" fmla="*/ 111608 h 676907"/>
                <a:gd name="connsiteX30" fmla="*/ 788224 w 880486"/>
                <a:gd name="connsiteY30" fmla="*/ 144934 h 676907"/>
                <a:gd name="connsiteX31" fmla="*/ 788477 w 880486"/>
                <a:gd name="connsiteY31" fmla="*/ 175782 h 676907"/>
                <a:gd name="connsiteX32" fmla="*/ 788351 w 880486"/>
                <a:gd name="connsiteY32" fmla="*/ 178133 h 676907"/>
                <a:gd name="connsiteX33" fmla="*/ 757159 w 880486"/>
                <a:gd name="connsiteY33" fmla="*/ 204139 h 676907"/>
                <a:gd name="connsiteX34" fmla="*/ 733811 w 880486"/>
                <a:gd name="connsiteY34" fmla="*/ 216696 h 676907"/>
                <a:gd name="connsiteX35" fmla="*/ 706522 w 880486"/>
                <a:gd name="connsiteY35" fmla="*/ 182582 h 676907"/>
                <a:gd name="connsiteX36" fmla="*/ 724406 w 880486"/>
                <a:gd name="connsiteY36" fmla="*/ 176697 h 676907"/>
                <a:gd name="connsiteX37" fmla="*/ 747640 w 880486"/>
                <a:gd name="connsiteY37" fmla="*/ 181527 h 676907"/>
                <a:gd name="connsiteX38" fmla="*/ 755202 w 880486"/>
                <a:gd name="connsiteY38" fmla="*/ 154086 h 676907"/>
                <a:gd name="connsiteX39" fmla="*/ 734980 w 880486"/>
                <a:gd name="connsiteY39" fmla="*/ 149383 h 676907"/>
                <a:gd name="connsiteX40" fmla="*/ 714237 w 880486"/>
                <a:gd name="connsiteY40" fmla="*/ 117747 h 676907"/>
                <a:gd name="connsiteX41" fmla="*/ 673247 w 880486"/>
                <a:gd name="connsiteY41" fmla="*/ 138656 h 676907"/>
                <a:gd name="connsiteX42" fmla="*/ 666726 w 880486"/>
                <a:gd name="connsiteY42" fmla="*/ 166389 h 676907"/>
                <a:gd name="connsiteX43" fmla="*/ 678865 w 880486"/>
                <a:gd name="connsiteY43" fmla="*/ 178655 h 676907"/>
                <a:gd name="connsiteX44" fmla="*/ 642971 w 880486"/>
                <a:gd name="connsiteY44" fmla="*/ 201533 h 676907"/>
                <a:gd name="connsiteX45" fmla="*/ 640239 w 880486"/>
                <a:gd name="connsiteY45" fmla="*/ 224933 h 676907"/>
                <a:gd name="connsiteX46" fmla="*/ 638014 w 880486"/>
                <a:gd name="connsiteY46" fmla="*/ 229902 h 676907"/>
                <a:gd name="connsiteX47" fmla="*/ 629918 w 880486"/>
                <a:gd name="connsiteY47" fmla="*/ 345184 h 676907"/>
                <a:gd name="connsiteX48" fmla="*/ 631634 w 880486"/>
                <a:gd name="connsiteY48" fmla="*/ 365825 h 676907"/>
                <a:gd name="connsiteX49" fmla="*/ 583602 w 880486"/>
                <a:gd name="connsiteY49" fmla="*/ 367783 h 676907"/>
                <a:gd name="connsiteX50" fmla="*/ 577590 w 880486"/>
                <a:gd name="connsiteY50" fmla="*/ 345184 h 676907"/>
                <a:gd name="connsiteX51" fmla="*/ 532837 w 880486"/>
                <a:gd name="connsiteY51" fmla="*/ 352225 h 676907"/>
                <a:gd name="connsiteX52" fmla="*/ 494465 w 880486"/>
                <a:gd name="connsiteY52" fmla="*/ 331190 h 676907"/>
                <a:gd name="connsiteX53" fmla="*/ 484424 w 880486"/>
                <a:gd name="connsiteY53" fmla="*/ 299948 h 676907"/>
                <a:gd name="connsiteX54" fmla="*/ 445925 w 880486"/>
                <a:gd name="connsiteY54" fmla="*/ 307015 h 676907"/>
                <a:gd name="connsiteX55" fmla="*/ 423606 w 880486"/>
                <a:gd name="connsiteY55" fmla="*/ 279561 h 676907"/>
                <a:gd name="connsiteX56" fmla="*/ 393203 w 880486"/>
                <a:gd name="connsiteY56" fmla="*/ 283743 h 676907"/>
                <a:gd name="connsiteX57" fmla="*/ 374023 w 880486"/>
                <a:gd name="connsiteY57" fmla="*/ 253937 h 676907"/>
                <a:gd name="connsiteX58" fmla="*/ 319979 w 880486"/>
                <a:gd name="connsiteY58" fmla="*/ 267270 h 676907"/>
                <a:gd name="connsiteX59" fmla="*/ 337862 w 880486"/>
                <a:gd name="connsiteY59" fmla="*/ 282561 h 676907"/>
                <a:gd name="connsiteX60" fmla="*/ 341523 w 880486"/>
                <a:gd name="connsiteY60" fmla="*/ 297088 h 676907"/>
                <a:gd name="connsiteX61" fmla="*/ 335511 w 880486"/>
                <a:gd name="connsiteY61" fmla="*/ 305579 h 676907"/>
                <a:gd name="connsiteX62" fmla="*/ 352352 w 880486"/>
                <a:gd name="connsiteY62" fmla="*/ 339947 h 676907"/>
                <a:gd name="connsiteX63" fmla="*/ 324555 w 880486"/>
                <a:gd name="connsiteY63" fmla="*/ 351056 h 676907"/>
                <a:gd name="connsiteX64" fmla="*/ 308896 w 880486"/>
                <a:gd name="connsiteY64" fmla="*/ 382043 h 676907"/>
                <a:gd name="connsiteX65" fmla="*/ 242727 w 880486"/>
                <a:gd name="connsiteY65" fmla="*/ 449204 h 676907"/>
                <a:gd name="connsiteX66" fmla="*/ 261004 w 880486"/>
                <a:gd name="connsiteY66" fmla="*/ 488288 h 676907"/>
                <a:gd name="connsiteX67" fmla="*/ 255513 w 880486"/>
                <a:gd name="connsiteY67" fmla="*/ 523978 h 676907"/>
                <a:gd name="connsiteX68" fmla="*/ 252641 w 880486"/>
                <a:gd name="connsiteY68" fmla="*/ 542662 h 676907"/>
                <a:gd name="connsiteX69" fmla="*/ 273397 w 880486"/>
                <a:gd name="connsiteY69" fmla="*/ 567244 h 676907"/>
                <a:gd name="connsiteX70" fmla="*/ 314247 w 880486"/>
                <a:gd name="connsiteY70" fmla="*/ 666053 h 676907"/>
                <a:gd name="connsiteX71" fmla="*/ 273397 w 880486"/>
                <a:gd name="connsiteY71" fmla="*/ 676907 h 676907"/>
                <a:gd name="connsiteX72" fmla="*/ 244811 w 880486"/>
                <a:gd name="connsiteY72" fmla="*/ 639768 h 676907"/>
                <a:gd name="connsiteX73" fmla="*/ 221730 w 880486"/>
                <a:gd name="connsiteY73" fmla="*/ 644623 h 676907"/>
                <a:gd name="connsiteX74" fmla="*/ 196665 w 880486"/>
                <a:gd name="connsiteY74" fmla="*/ 625406 h 676907"/>
                <a:gd name="connsiteX75" fmla="*/ 173557 w 880486"/>
                <a:gd name="connsiteY75" fmla="*/ 607637 h 676907"/>
                <a:gd name="connsiteX76" fmla="*/ 140155 w 880486"/>
                <a:gd name="connsiteY76" fmla="*/ 628926 h 676907"/>
                <a:gd name="connsiteX77" fmla="*/ 92772 w 880486"/>
                <a:gd name="connsiteY77" fmla="*/ 623575 h 676907"/>
                <a:gd name="connsiteX78" fmla="*/ 58327 w 880486"/>
                <a:gd name="connsiteY78" fmla="*/ 604624 h 676907"/>
                <a:gd name="connsiteX79" fmla="*/ 36135 w 880486"/>
                <a:gd name="connsiteY79" fmla="*/ 592219 h 676907"/>
                <a:gd name="connsiteX80" fmla="*/ 71648 w 880486"/>
                <a:gd name="connsiteY80" fmla="*/ 542281 h 676907"/>
                <a:gd name="connsiteX81" fmla="*/ 57285 w 880486"/>
                <a:gd name="connsiteY81" fmla="*/ 497833 h 676907"/>
                <a:gd name="connsiteX82" fmla="*/ 40317 w 880486"/>
                <a:gd name="connsiteY82" fmla="*/ 459271 h 676907"/>
                <a:gd name="connsiteX83" fmla="*/ 87433 w 880486"/>
                <a:gd name="connsiteY83" fmla="*/ 425156 h 676907"/>
                <a:gd name="connsiteX84" fmla="*/ 69436 w 880486"/>
                <a:gd name="connsiteY84" fmla="*/ 394321 h 676907"/>
                <a:gd name="connsiteX85" fmla="*/ 32754 w 880486"/>
                <a:gd name="connsiteY85" fmla="*/ 405163 h 676907"/>
                <a:gd name="connsiteX86" fmla="*/ 16561 w 880486"/>
                <a:gd name="connsiteY86" fmla="*/ 379031 h 676907"/>
                <a:gd name="connsiteX87" fmla="*/ 0 w 880486"/>
                <a:gd name="connsiteY87" fmla="*/ 336032 h 676907"/>
                <a:gd name="connsiteX88" fmla="*/ 38232 w 880486"/>
                <a:gd name="connsiteY88" fmla="*/ 333668 h 676907"/>
                <a:gd name="connsiteX89" fmla="*/ 59242 w 880486"/>
                <a:gd name="connsiteY89" fmla="*/ 303088 h 676907"/>
                <a:gd name="connsiteX90" fmla="*/ 54171 w 880486"/>
                <a:gd name="connsiteY90" fmla="*/ 269228 h 676907"/>
                <a:gd name="connsiteX91" fmla="*/ 80900 w 880486"/>
                <a:gd name="connsiteY91" fmla="*/ 258259 h 676907"/>
                <a:gd name="connsiteX92" fmla="*/ 81167 w 880486"/>
                <a:gd name="connsiteY92" fmla="*/ 228720 h 676907"/>
                <a:gd name="connsiteX93" fmla="*/ 205663 w 880486"/>
                <a:gd name="connsiteY93" fmla="*/ 228847 h 676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880486" h="676907">
                  <a:moveTo>
                    <a:pt x="205663" y="228847"/>
                  </a:moveTo>
                  <a:lnTo>
                    <a:pt x="268439" y="216950"/>
                  </a:lnTo>
                  <a:lnTo>
                    <a:pt x="297812" y="218921"/>
                  </a:lnTo>
                  <a:lnTo>
                    <a:pt x="344904" y="199690"/>
                  </a:lnTo>
                  <a:lnTo>
                    <a:pt x="361478" y="193030"/>
                  </a:lnTo>
                  <a:lnTo>
                    <a:pt x="414213" y="212642"/>
                  </a:lnTo>
                  <a:lnTo>
                    <a:pt x="470977" y="191861"/>
                  </a:lnTo>
                  <a:lnTo>
                    <a:pt x="487157" y="109791"/>
                  </a:lnTo>
                  <a:lnTo>
                    <a:pt x="522262" y="118790"/>
                  </a:lnTo>
                  <a:lnTo>
                    <a:pt x="553707" y="97360"/>
                  </a:lnTo>
                  <a:lnTo>
                    <a:pt x="600557" y="86124"/>
                  </a:lnTo>
                  <a:lnTo>
                    <a:pt x="634620" y="60895"/>
                  </a:lnTo>
                  <a:lnTo>
                    <a:pt x="666078" y="54235"/>
                  </a:lnTo>
                  <a:lnTo>
                    <a:pt x="669866" y="29005"/>
                  </a:lnTo>
                  <a:lnTo>
                    <a:pt x="670781" y="17769"/>
                  </a:lnTo>
                  <a:lnTo>
                    <a:pt x="681864" y="5224"/>
                  </a:lnTo>
                  <a:lnTo>
                    <a:pt x="706001" y="0"/>
                  </a:lnTo>
                  <a:lnTo>
                    <a:pt x="709014" y="15939"/>
                  </a:lnTo>
                  <a:lnTo>
                    <a:pt x="723096" y="15023"/>
                  </a:lnTo>
                  <a:lnTo>
                    <a:pt x="741513" y="18163"/>
                  </a:lnTo>
                  <a:lnTo>
                    <a:pt x="778042" y="18163"/>
                  </a:lnTo>
                  <a:lnTo>
                    <a:pt x="796841" y="27823"/>
                  </a:lnTo>
                  <a:lnTo>
                    <a:pt x="796574" y="32004"/>
                  </a:lnTo>
                  <a:lnTo>
                    <a:pt x="880487" y="82985"/>
                  </a:lnTo>
                  <a:lnTo>
                    <a:pt x="873051" y="85870"/>
                  </a:lnTo>
                  <a:lnTo>
                    <a:pt x="853083" y="92276"/>
                  </a:lnTo>
                  <a:lnTo>
                    <a:pt x="779211" y="104427"/>
                  </a:lnTo>
                  <a:lnTo>
                    <a:pt x="752596" y="90039"/>
                  </a:lnTo>
                  <a:lnTo>
                    <a:pt x="737459" y="104935"/>
                  </a:lnTo>
                  <a:lnTo>
                    <a:pt x="737204" y="111608"/>
                  </a:lnTo>
                  <a:lnTo>
                    <a:pt x="788224" y="144934"/>
                  </a:lnTo>
                  <a:lnTo>
                    <a:pt x="788477" y="175782"/>
                  </a:lnTo>
                  <a:lnTo>
                    <a:pt x="788351" y="178133"/>
                  </a:lnTo>
                  <a:lnTo>
                    <a:pt x="757159" y="204139"/>
                  </a:lnTo>
                  <a:lnTo>
                    <a:pt x="733811" y="216696"/>
                  </a:lnTo>
                  <a:lnTo>
                    <a:pt x="706522" y="182582"/>
                  </a:lnTo>
                  <a:lnTo>
                    <a:pt x="724406" y="176697"/>
                  </a:lnTo>
                  <a:lnTo>
                    <a:pt x="747640" y="181527"/>
                  </a:lnTo>
                  <a:lnTo>
                    <a:pt x="755202" y="154086"/>
                  </a:lnTo>
                  <a:lnTo>
                    <a:pt x="734980" y="149383"/>
                  </a:lnTo>
                  <a:lnTo>
                    <a:pt x="714237" y="117747"/>
                  </a:lnTo>
                  <a:lnTo>
                    <a:pt x="673247" y="138656"/>
                  </a:lnTo>
                  <a:lnTo>
                    <a:pt x="666726" y="166389"/>
                  </a:lnTo>
                  <a:lnTo>
                    <a:pt x="678865" y="178655"/>
                  </a:lnTo>
                  <a:lnTo>
                    <a:pt x="642971" y="201533"/>
                  </a:lnTo>
                  <a:lnTo>
                    <a:pt x="640239" y="224933"/>
                  </a:lnTo>
                  <a:lnTo>
                    <a:pt x="638014" y="229902"/>
                  </a:lnTo>
                  <a:lnTo>
                    <a:pt x="629918" y="345184"/>
                  </a:lnTo>
                  <a:lnTo>
                    <a:pt x="631634" y="365825"/>
                  </a:lnTo>
                  <a:lnTo>
                    <a:pt x="583602" y="367783"/>
                  </a:lnTo>
                  <a:lnTo>
                    <a:pt x="577590" y="345184"/>
                  </a:lnTo>
                  <a:lnTo>
                    <a:pt x="532837" y="352225"/>
                  </a:lnTo>
                  <a:lnTo>
                    <a:pt x="494465" y="331190"/>
                  </a:lnTo>
                  <a:lnTo>
                    <a:pt x="484424" y="299948"/>
                  </a:lnTo>
                  <a:lnTo>
                    <a:pt x="445925" y="307015"/>
                  </a:lnTo>
                  <a:lnTo>
                    <a:pt x="423606" y="279561"/>
                  </a:lnTo>
                  <a:lnTo>
                    <a:pt x="393203" y="283743"/>
                  </a:lnTo>
                  <a:lnTo>
                    <a:pt x="374023" y="253937"/>
                  </a:lnTo>
                  <a:lnTo>
                    <a:pt x="319979" y="267270"/>
                  </a:lnTo>
                  <a:lnTo>
                    <a:pt x="337862" y="282561"/>
                  </a:lnTo>
                  <a:lnTo>
                    <a:pt x="341523" y="297088"/>
                  </a:lnTo>
                  <a:lnTo>
                    <a:pt x="335511" y="305579"/>
                  </a:lnTo>
                  <a:lnTo>
                    <a:pt x="352352" y="339947"/>
                  </a:lnTo>
                  <a:lnTo>
                    <a:pt x="324555" y="351056"/>
                  </a:lnTo>
                  <a:lnTo>
                    <a:pt x="308896" y="382043"/>
                  </a:lnTo>
                  <a:lnTo>
                    <a:pt x="242727" y="449204"/>
                  </a:lnTo>
                  <a:lnTo>
                    <a:pt x="261004" y="488288"/>
                  </a:lnTo>
                  <a:lnTo>
                    <a:pt x="255513" y="523978"/>
                  </a:lnTo>
                  <a:lnTo>
                    <a:pt x="252641" y="542662"/>
                  </a:lnTo>
                  <a:lnTo>
                    <a:pt x="273397" y="567244"/>
                  </a:lnTo>
                  <a:lnTo>
                    <a:pt x="314247" y="666053"/>
                  </a:lnTo>
                  <a:lnTo>
                    <a:pt x="273397" y="676907"/>
                  </a:lnTo>
                  <a:lnTo>
                    <a:pt x="244811" y="639768"/>
                  </a:lnTo>
                  <a:lnTo>
                    <a:pt x="221730" y="644623"/>
                  </a:lnTo>
                  <a:lnTo>
                    <a:pt x="196665" y="625406"/>
                  </a:lnTo>
                  <a:lnTo>
                    <a:pt x="173557" y="607637"/>
                  </a:lnTo>
                  <a:lnTo>
                    <a:pt x="140155" y="628926"/>
                  </a:lnTo>
                  <a:lnTo>
                    <a:pt x="92772" y="623575"/>
                  </a:lnTo>
                  <a:lnTo>
                    <a:pt x="58327" y="604624"/>
                  </a:lnTo>
                  <a:lnTo>
                    <a:pt x="36135" y="592219"/>
                  </a:lnTo>
                  <a:lnTo>
                    <a:pt x="71648" y="542281"/>
                  </a:lnTo>
                  <a:lnTo>
                    <a:pt x="57285" y="497833"/>
                  </a:lnTo>
                  <a:lnTo>
                    <a:pt x="40317" y="459271"/>
                  </a:lnTo>
                  <a:lnTo>
                    <a:pt x="87433" y="425156"/>
                  </a:lnTo>
                  <a:lnTo>
                    <a:pt x="69436" y="394321"/>
                  </a:lnTo>
                  <a:lnTo>
                    <a:pt x="32754" y="405163"/>
                  </a:lnTo>
                  <a:lnTo>
                    <a:pt x="16561" y="379031"/>
                  </a:lnTo>
                  <a:lnTo>
                    <a:pt x="0" y="336032"/>
                  </a:lnTo>
                  <a:lnTo>
                    <a:pt x="38232" y="333668"/>
                  </a:lnTo>
                  <a:lnTo>
                    <a:pt x="59242" y="303088"/>
                  </a:lnTo>
                  <a:lnTo>
                    <a:pt x="54171" y="269228"/>
                  </a:lnTo>
                  <a:lnTo>
                    <a:pt x="80900" y="258259"/>
                  </a:lnTo>
                  <a:lnTo>
                    <a:pt x="81167" y="228720"/>
                  </a:lnTo>
                  <a:lnTo>
                    <a:pt x="205663" y="228847"/>
                  </a:lnTo>
                  <a:close/>
                </a:path>
              </a:pathLst>
            </a:custGeom>
            <a:solidFill>
              <a:srgbClr val="FFFFFF"/>
            </a:solidFill>
            <a:ln w="12700" cap="flat">
              <a:noFill/>
              <a:prstDash val="solid"/>
              <a:miter/>
            </a:ln>
          </p:spPr>
          <p:txBody>
            <a:bodyPr rtlCol="0" anchor="ctr"/>
            <a:lstStyle/>
            <a:p>
              <a:endParaRPr lang="de-CH"/>
            </a:p>
          </p:txBody>
        </p:sp>
        <p:sp>
          <p:nvSpPr>
            <p:cNvPr id="111" name="Freihandform: Form 110">
              <a:extLst>
                <a:ext uri="{FF2B5EF4-FFF2-40B4-BE49-F238E27FC236}">
                  <a16:creationId xmlns:a16="http://schemas.microsoft.com/office/drawing/2014/main" id="{46F7928C-D35E-AB53-AF9C-B94CEAC1DB54}"/>
                </a:ext>
              </a:extLst>
            </p:cNvPr>
            <p:cNvSpPr/>
            <p:nvPr/>
          </p:nvSpPr>
          <p:spPr>
            <a:xfrm>
              <a:off x="8073894" y="1455080"/>
              <a:ext cx="880486" cy="676907"/>
            </a:xfrm>
            <a:custGeom>
              <a:avLst/>
              <a:gdLst>
                <a:gd name="connsiteX0" fmla="*/ 205663 w 880486"/>
                <a:gd name="connsiteY0" fmla="*/ 228847 h 676907"/>
                <a:gd name="connsiteX1" fmla="*/ 268439 w 880486"/>
                <a:gd name="connsiteY1" fmla="*/ 216950 h 676907"/>
                <a:gd name="connsiteX2" fmla="*/ 297812 w 880486"/>
                <a:gd name="connsiteY2" fmla="*/ 218921 h 676907"/>
                <a:gd name="connsiteX3" fmla="*/ 344904 w 880486"/>
                <a:gd name="connsiteY3" fmla="*/ 199690 h 676907"/>
                <a:gd name="connsiteX4" fmla="*/ 361478 w 880486"/>
                <a:gd name="connsiteY4" fmla="*/ 193030 h 676907"/>
                <a:gd name="connsiteX5" fmla="*/ 414213 w 880486"/>
                <a:gd name="connsiteY5" fmla="*/ 212642 h 676907"/>
                <a:gd name="connsiteX6" fmla="*/ 470977 w 880486"/>
                <a:gd name="connsiteY6" fmla="*/ 191861 h 676907"/>
                <a:gd name="connsiteX7" fmla="*/ 487157 w 880486"/>
                <a:gd name="connsiteY7" fmla="*/ 109791 h 676907"/>
                <a:gd name="connsiteX8" fmla="*/ 522262 w 880486"/>
                <a:gd name="connsiteY8" fmla="*/ 118790 h 676907"/>
                <a:gd name="connsiteX9" fmla="*/ 553707 w 880486"/>
                <a:gd name="connsiteY9" fmla="*/ 97360 h 676907"/>
                <a:gd name="connsiteX10" fmla="*/ 600557 w 880486"/>
                <a:gd name="connsiteY10" fmla="*/ 86124 h 676907"/>
                <a:gd name="connsiteX11" fmla="*/ 634620 w 880486"/>
                <a:gd name="connsiteY11" fmla="*/ 60895 h 676907"/>
                <a:gd name="connsiteX12" fmla="*/ 666078 w 880486"/>
                <a:gd name="connsiteY12" fmla="*/ 54235 h 676907"/>
                <a:gd name="connsiteX13" fmla="*/ 669866 w 880486"/>
                <a:gd name="connsiteY13" fmla="*/ 29005 h 676907"/>
                <a:gd name="connsiteX14" fmla="*/ 670781 w 880486"/>
                <a:gd name="connsiteY14" fmla="*/ 17769 h 676907"/>
                <a:gd name="connsiteX15" fmla="*/ 681864 w 880486"/>
                <a:gd name="connsiteY15" fmla="*/ 5224 h 676907"/>
                <a:gd name="connsiteX16" fmla="*/ 706001 w 880486"/>
                <a:gd name="connsiteY16" fmla="*/ 0 h 676907"/>
                <a:gd name="connsiteX17" fmla="*/ 709014 w 880486"/>
                <a:gd name="connsiteY17" fmla="*/ 15939 h 676907"/>
                <a:gd name="connsiteX18" fmla="*/ 723096 w 880486"/>
                <a:gd name="connsiteY18" fmla="*/ 15023 h 676907"/>
                <a:gd name="connsiteX19" fmla="*/ 741513 w 880486"/>
                <a:gd name="connsiteY19" fmla="*/ 18163 h 676907"/>
                <a:gd name="connsiteX20" fmla="*/ 778042 w 880486"/>
                <a:gd name="connsiteY20" fmla="*/ 18163 h 676907"/>
                <a:gd name="connsiteX21" fmla="*/ 796841 w 880486"/>
                <a:gd name="connsiteY21" fmla="*/ 27823 h 676907"/>
                <a:gd name="connsiteX22" fmla="*/ 796574 w 880486"/>
                <a:gd name="connsiteY22" fmla="*/ 32004 h 676907"/>
                <a:gd name="connsiteX23" fmla="*/ 880487 w 880486"/>
                <a:gd name="connsiteY23" fmla="*/ 82985 h 676907"/>
                <a:gd name="connsiteX24" fmla="*/ 873051 w 880486"/>
                <a:gd name="connsiteY24" fmla="*/ 85870 h 676907"/>
                <a:gd name="connsiteX25" fmla="*/ 853083 w 880486"/>
                <a:gd name="connsiteY25" fmla="*/ 92276 h 676907"/>
                <a:gd name="connsiteX26" fmla="*/ 779211 w 880486"/>
                <a:gd name="connsiteY26" fmla="*/ 104427 h 676907"/>
                <a:gd name="connsiteX27" fmla="*/ 752596 w 880486"/>
                <a:gd name="connsiteY27" fmla="*/ 90039 h 676907"/>
                <a:gd name="connsiteX28" fmla="*/ 737459 w 880486"/>
                <a:gd name="connsiteY28" fmla="*/ 104935 h 676907"/>
                <a:gd name="connsiteX29" fmla="*/ 737204 w 880486"/>
                <a:gd name="connsiteY29" fmla="*/ 111608 h 676907"/>
                <a:gd name="connsiteX30" fmla="*/ 788224 w 880486"/>
                <a:gd name="connsiteY30" fmla="*/ 144934 h 676907"/>
                <a:gd name="connsiteX31" fmla="*/ 788477 w 880486"/>
                <a:gd name="connsiteY31" fmla="*/ 175782 h 676907"/>
                <a:gd name="connsiteX32" fmla="*/ 788351 w 880486"/>
                <a:gd name="connsiteY32" fmla="*/ 178133 h 676907"/>
                <a:gd name="connsiteX33" fmla="*/ 757159 w 880486"/>
                <a:gd name="connsiteY33" fmla="*/ 204139 h 676907"/>
                <a:gd name="connsiteX34" fmla="*/ 733811 w 880486"/>
                <a:gd name="connsiteY34" fmla="*/ 216696 h 676907"/>
                <a:gd name="connsiteX35" fmla="*/ 706522 w 880486"/>
                <a:gd name="connsiteY35" fmla="*/ 182582 h 676907"/>
                <a:gd name="connsiteX36" fmla="*/ 724406 w 880486"/>
                <a:gd name="connsiteY36" fmla="*/ 176697 h 676907"/>
                <a:gd name="connsiteX37" fmla="*/ 747640 w 880486"/>
                <a:gd name="connsiteY37" fmla="*/ 181527 h 676907"/>
                <a:gd name="connsiteX38" fmla="*/ 755202 w 880486"/>
                <a:gd name="connsiteY38" fmla="*/ 154086 h 676907"/>
                <a:gd name="connsiteX39" fmla="*/ 734980 w 880486"/>
                <a:gd name="connsiteY39" fmla="*/ 149383 h 676907"/>
                <a:gd name="connsiteX40" fmla="*/ 714237 w 880486"/>
                <a:gd name="connsiteY40" fmla="*/ 117747 h 676907"/>
                <a:gd name="connsiteX41" fmla="*/ 673247 w 880486"/>
                <a:gd name="connsiteY41" fmla="*/ 138656 h 676907"/>
                <a:gd name="connsiteX42" fmla="*/ 666726 w 880486"/>
                <a:gd name="connsiteY42" fmla="*/ 166389 h 676907"/>
                <a:gd name="connsiteX43" fmla="*/ 678865 w 880486"/>
                <a:gd name="connsiteY43" fmla="*/ 178655 h 676907"/>
                <a:gd name="connsiteX44" fmla="*/ 642971 w 880486"/>
                <a:gd name="connsiteY44" fmla="*/ 201533 h 676907"/>
                <a:gd name="connsiteX45" fmla="*/ 640239 w 880486"/>
                <a:gd name="connsiteY45" fmla="*/ 224933 h 676907"/>
                <a:gd name="connsiteX46" fmla="*/ 638014 w 880486"/>
                <a:gd name="connsiteY46" fmla="*/ 229902 h 676907"/>
                <a:gd name="connsiteX47" fmla="*/ 629918 w 880486"/>
                <a:gd name="connsiteY47" fmla="*/ 345184 h 676907"/>
                <a:gd name="connsiteX48" fmla="*/ 631634 w 880486"/>
                <a:gd name="connsiteY48" fmla="*/ 365825 h 676907"/>
                <a:gd name="connsiteX49" fmla="*/ 583602 w 880486"/>
                <a:gd name="connsiteY49" fmla="*/ 367783 h 676907"/>
                <a:gd name="connsiteX50" fmla="*/ 577590 w 880486"/>
                <a:gd name="connsiteY50" fmla="*/ 345184 h 676907"/>
                <a:gd name="connsiteX51" fmla="*/ 532837 w 880486"/>
                <a:gd name="connsiteY51" fmla="*/ 352225 h 676907"/>
                <a:gd name="connsiteX52" fmla="*/ 494465 w 880486"/>
                <a:gd name="connsiteY52" fmla="*/ 331190 h 676907"/>
                <a:gd name="connsiteX53" fmla="*/ 484424 w 880486"/>
                <a:gd name="connsiteY53" fmla="*/ 299948 h 676907"/>
                <a:gd name="connsiteX54" fmla="*/ 445925 w 880486"/>
                <a:gd name="connsiteY54" fmla="*/ 307015 h 676907"/>
                <a:gd name="connsiteX55" fmla="*/ 423606 w 880486"/>
                <a:gd name="connsiteY55" fmla="*/ 279561 h 676907"/>
                <a:gd name="connsiteX56" fmla="*/ 393203 w 880486"/>
                <a:gd name="connsiteY56" fmla="*/ 283743 h 676907"/>
                <a:gd name="connsiteX57" fmla="*/ 374023 w 880486"/>
                <a:gd name="connsiteY57" fmla="*/ 253937 h 676907"/>
                <a:gd name="connsiteX58" fmla="*/ 319979 w 880486"/>
                <a:gd name="connsiteY58" fmla="*/ 267270 h 676907"/>
                <a:gd name="connsiteX59" fmla="*/ 337862 w 880486"/>
                <a:gd name="connsiteY59" fmla="*/ 282561 h 676907"/>
                <a:gd name="connsiteX60" fmla="*/ 341523 w 880486"/>
                <a:gd name="connsiteY60" fmla="*/ 297088 h 676907"/>
                <a:gd name="connsiteX61" fmla="*/ 335511 w 880486"/>
                <a:gd name="connsiteY61" fmla="*/ 305579 h 676907"/>
                <a:gd name="connsiteX62" fmla="*/ 352352 w 880486"/>
                <a:gd name="connsiteY62" fmla="*/ 339947 h 676907"/>
                <a:gd name="connsiteX63" fmla="*/ 324555 w 880486"/>
                <a:gd name="connsiteY63" fmla="*/ 351056 h 676907"/>
                <a:gd name="connsiteX64" fmla="*/ 308896 w 880486"/>
                <a:gd name="connsiteY64" fmla="*/ 382043 h 676907"/>
                <a:gd name="connsiteX65" fmla="*/ 242727 w 880486"/>
                <a:gd name="connsiteY65" fmla="*/ 449204 h 676907"/>
                <a:gd name="connsiteX66" fmla="*/ 261004 w 880486"/>
                <a:gd name="connsiteY66" fmla="*/ 488288 h 676907"/>
                <a:gd name="connsiteX67" fmla="*/ 255513 w 880486"/>
                <a:gd name="connsiteY67" fmla="*/ 523978 h 676907"/>
                <a:gd name="connsiteX68" fmla="*/ 252641 w 880486"/>
                <a:gd name="connsiteY68" fmla="*/ 542662 h 676907"/>
                <a:gd name="connsiteX69" fmla="*/ 273397 w 880486"/>
                <a:gd name="connsiteY69" fmla="*/ 567244 h 676907"/>
                <a:gd name="connsiteX70" fmla="*/ 314247 w 880486"/>
                <a:gd name="connsiteY70" fmla="*/ 666053 h 676907"/>
                <a:gd name="connsiteX71" fmla="*/ 273397 w 880486"/>
                <a:gd name="connsiteY71" fmla="*/ 676907 h 676907"/>
                <a:gd name="connsiteX72" fmla="*/ 244811 w 880486"/>
                <a:gd name="connsiteY72" fmla="*/ 639768 h 676907"/>
                <a:gd name="connsiteX73" fmla="*/ 221730 w 880486"/>
                <a:gd name="connsiteY73" fmla="*/ 644623 h 676907"/>
                <a:gd name="connsiteX74" fmla="*/ 196665 w 880486"/>
                <a:gd name="connsiteY74" fmla="*/ 625406 h 676907"/>
                <a:gd name="connsiteX75" fmla="*/ 173557 w 880486"/>
                <a:gd name="connsiteY75" fmla="*/ 607637 h 676907"/>
                <a:gd name="connsiteX76" fmla="*/ 140155 w 880486"/>
                <a:gd name="connsiteY76" fmla="*/ 628926 h 676907"/>
                <a:gd name="connsiteX77" fmla="*/ 92772 w 880486"/>
                <a:gd name="connsiteY77" fmla="*/ 623575 h 676907"/>
                <a:gd name="connsiteX78" fmla="*/ 58327 w 880486"/>
                <a:gd name="connsiteY78" fmla="*/ 604624 h 676907"/>
                <a:gd name="connsiteX79" fmla="*/ 36135 w 880486"/>
                <a:gd name="connsiteY79" fmla="*/ 592219 h 676907"/>
                <a:gd name="connsiteX80" fmla="*/ 71648 w 880486"/>
                <a:gd name="connsiteY80" fmla="*/ 542281 h 676907"/>
                <a:gd name="connsiteX81" fmla="*/ 57285 w 880486"/>
                <a:gd name="connsiteY81" fmla="*/ 497833 h 676907"/>
                <a:gd name="connsiteX82" fmla="*/ 40317 w 880486"/>
                <a:gd name="connsiteY82" fmla="*/ 459271 h 676907"/>
                <a:gd name="connsiteX83" fmla="*/ 87433 w 880486"/>
                <a:gd name="connsiteY83" fmla="*/ 425156 h 676907"/>
                <a:gd name="connsiteX84" fmla="*/ 69436 w 880486"/>
                <a:gd name="connsiteY84" fmla="*/ 394321 h 676907"/>
                <a:gd name="connsiteX85" fmla="*/ 32754 w 880486"/>
                <a:gd name="connsiteY85" fmla="*/ 405163 h 676907"/>
                <a:gd name="connsiteX86" fmla="*/ 16561 w 880486"/>
                <a:gd name="connsiteY86" fmla="*/ 379031 h 676907"/>
                <a:gd name="connsiteX87" fmla="*/ 0 w 880486"/>
                <a:gd name="connsiteY87" fmla="*/ 336032 h 676907"/>
                <a:gd name="connsiteX88" fmla="*/ 38232 w 880486"/>
                <a:gd name="connsiteY88" fmla="*/ 333668 h 676907"/>
                <a:gd name="connsiteX89" fmla="*/ 59242 w 880486"/>
                <a:gd name="connsiteY89" fmla="*/ 303088 h 676907"/>
                <a:gd name="connsiteX90" fmla="*/ 54171 w 880486"/>
                <a:gd name="connsiteY90" fmla="*/ 269228 h 676907"/>
                <a:gd name="connsiteX91" fmla="*/ 80900 w 880486"/>
                <a:gd name="connsiteY91" fmla="*/ 258259 h 676907"/>
                <a:gd name="connsiteX92" fmla="*/ 81167 w 880486"/>
                <a:gd name="connsiteY92" fmla="*/ 228720 h 676907"/>
                <a:gd name="connsiteX93" fmla="*/ 205663 w 880486"/>
                <a:gd name="connsiteY93" fmla="*/ 228847 h 676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880486" h="676907">
                  <a:moveTo>
                    <a:pt x="205663" y="228847"/>
                  </a:moveTo>
                  <a:lnTo>
                    <a:pt x="268439" y="216950"/>
                  </a:lnTo>
                  <a:lnTo>
                    <a:pt x="297812" y="218921"/>
                  </a:lnTo>
                  <a:lnTo>
                    <a:pt x="344904" y="199690"/>
                  </a:lnTo>
                  <a:lnTo>
                    <a:pt x="361478" y="193030"/>
                  </a:lnTo>
                  <a:lnTo>
                    <a:pt x="414213" y="212642"/>
                  </a:lnTo>
                  <a:lnTo>
                    <a:pt x="470977" y="191861"/>
                  </a:lnTo>
                  <a:lnTo>
                    <a:pt x="487157" y="109791"/>
                  </a:lnTo>
                  <a:lnTo>
                    <a:pt x="522262" y="118790"/>
                  </a:lnTo>
                  <a:lnTo>
                    <a:pt x="553707" y="97360"/>
                  </a:lnTo>
                  <a:lnTo>
                    <a:pt x="600557" y="86124"/>
                  </a:lnTo>
                  <a:lnTo>
                    <a:pt x="634620" y="60895"/>
                  </a:lnTo>
                  <a:lnTo>
                    <a:pt x="666078" y="54235"/>
                  </a:lnTo>
                  <a:lnTo>
                    <a:pt x="669866" y="29005"/>
                  </a:lnTo>
                  <a:lnTo>
                    <a:pt x="670781" y="17769"/>
                  </a:lnTo>
                  <a:lnTo>
                    <a:pt x="681864" y="5224"/>
                  </a:lnTo>
                  <a:lnTo>
                    <a:pt x="706001" y="0"/>
                  </a:lnTo>
                  <a:lnTo>
                    <a:pt x="709014" y="15939"/>
                  </a:lnTo>
                  <a:lnTo>
                    <a:pt x="723096" y="15023"/>
                  </a:lnTo>
                  <a:lnTo>
                    <a:pt x="741513" y="18163"/>
                  </a:lnTo>
                  <a:lnTo>
                    <a:pt x="778042" y="18163"/>
                  </a:lnTo>
                  <a:lnTo>
                    <a:pt x="796841" y="27823"/>
                  </a:lnTo>
                  <a:lnTo>
                    <a:pt x="796574" y="32004"/>
                  </a:lnTo>
                  <a:lnTo>
                    <a:pt x="880487" y="82985"/>
                  </a:lnTo>
                  <a:lnTo>
                    <a:pt x="873051" y="85870"/>
                  </a:lnTo>
                  <a:lnTo>
                    <a:pt x="853083" y="92276"/>
                  </a:lnTo>
                  <a:lnTo>
                    <a:pt x="779211" y="104427"/>
                  </a:lnTo>
                  <a:lnTo>
                    <a:pt x="752596" y="90039"/>
                  </a:lnTo>
                  <a:lnTo>
                    <a:pt x="737459" y="104935"/>
                  </a:lnTo>
                  <a:lnTo>
                    <a:pt x="737204" y="111608"/>
                  </a:lnTo>
                  <a:lnTo>
                    <a:pt x="788224" y="144934"/>
                  </a:lnTo>
                  <a:lnTo>
                    <a:pt x="788477" y="175782"/>
                  </a:lnTo>
                  <a:lnTo>
                    <a:pt x="788351" y="178133"/>
                  </a:lnTo>
                  <a:lnTo>
                    <a:pt x="757159" y="204139"/>
                  </a:lnTo>
                  <a:lnTo>
                    <a:pt x="733811" y="216696"/>
                  </a:lnTo>
                  <a:lnTo>
                    <a:pt x="706522" y="182582"/>
                  </a:lnTo>
                  <a:lnTo>
                    <a:pt x="724406" y="176697"/>
                  </a:lnTo>
                  <a:lnTo>
                    <a:pt x="747640" y="181527"/>
                  </a:lnTo>
                  <a:lnTo>
                    <a:pt x="755202" y="154086"/>
                  </a:lnTo>
                  <a:lnTo>
                    <a:pt x="734980" y="149383"/>
                  </a:lnTo>
                  <a:lnTo>
                    <a:pt x="714237" y="117747"/>
                  </a:lnTo>
                  <a:lnTo>
                    <a:pt x="673247" y="138656"/>
                  </a:lnTo>
                  <a:lnTo>
                    <a:pt x="666726" y="166389"/>
                  </a:lnTo>
                  <a:lnTo>
                    <a:pt x="678865" y="178655"/>
                  </a:lnTo>
                  <a:lnTo>
                    <a:pt x="642971" y="201533"/>
                  </a:lnTo>
                  <a:lnTo>
                    <a:pt x="640239" y="224933"/>
                  </a:lnTo>
                  <a:lnTo>
                    <a:pt x="638014" y="229902"/>
                  </a:lnTo>
                  <a:lnTo>
                    <a:pt x="629918" y="345184"/>
                  </a:lnTo>
                  <a:lnTo>
                    <a:pt x="631634" y="365825"/>
                  </a:lnTo>
                  <a:lnTo>
                    <a:pt x="583602" y="367783"/>
                  </a:lnTo>
                  <a:lnTo>
                    <a:pt x="577590" y="345184"/>
                  </a:lnTo>
                  <a:lnTo>
                    <a:pt x="532837" y="352225"/>
                  </a:lnTo>
                  <a:lnTo>
                    <a:pt x="494465" y="331190"/>
                  </a:lnTo>
                  <a:lnTo>
                    <a:pt x="484424" y="299948"/>
                  </a:lnTo>
                  <a:lnTo>
                    <a:pt x="445925" y="307015"/>
                  </a:lnTo>
                  <a:lnTo>
                    <a:pt x="423606" y="279561"/>
                  </a:lnTo>
                  <a:lnTo>
                    <a:pt x="393203" y="283743"/>
                  </a:lnTo>
                  <a:lnTo>
                    <a:pt x="374023" y="253937"/>
                  </a:lnTo>
                  <a:lnTo>
                    <a:pt x="319979" y="267270"/>
                  </a:lnTo>
                  <a:lnTo>
                    <a:pt x="337862" y="282561"/>
                  </a:lnTo>
                  <a:lnTo>
                    <a:pt x="341523" y="297088"/>
                  </a:lnTo>
                  <a:lnTo>
                    <a:pt x="335511" y="305579"/>
                  </a:lnTo>
                  <a:lnTo>
                    <a:pt x="352352" y="339947"/>
                  </a:lnTo>
                  <a:lnTo>
                    <a:pt x="324555" y="351056"/>
                  </a:lnTo>
                  <a:lnTo>
                    <a:pt x="308896" y="382043"/>
                  </a:lnTo>
                  <a:lnTo>
                    <a:pt x="242727" y="449204"/>
                  </a:lnTo>
                  <a:lnTo>
                    <a:pt x="261004" y="488288"/>
                  </a:lnTo>
                  <a:lnTo>
                    <a:pt x="255513" y="523978"/>
                  </a:lnTo>
                  <a:lnTo>
                    <a:pt x="252641" y="542662"/>
                  </a:lnTo>
                  <a:lnTo>
                    <a:pt x="273397" y="567244"/>
                  </a:lnTo>
                  <a:lnTo>
                    <a:pt x="314247" y="666053"/>
                  </a:lnTo>
                  <a:lnTo>
                    <a:pt x="273397" y="676907"/>
                  </a:lnTo>
                  <a:lnTo>
                    <a:pt x="244811" y="639768"/>
                  </a:lnTo>
                  <a:lnTo>
                    <a:pt x="221730" y="644623"/>
                  </a:lnTo>
                  <a:lnTo>
                    <a:pt x="196665" y="625406"/>
                  </a:lnTo>
                  <a:lnTo>
                    <a:pt x="173557" y="607637"/>
                  </a:lnTo>
                  <a:lnTo>
                    <a:pt x="140155" y="628926"/>
                  </a:lnTo>
                  <a:lnTo>
                    <a:pt x="92772" y="623575"/>
                  </a:lnTo>
                  <a:lnTo>
                    <a:pt x="58327" y="604624"/>
                  </a:lnTo>
                  <a:lnTo>
                    <a:pt x="36135" y="592219"/>
                  </a:lnTo>
                  <a:lnTo>
                    <a:pt x="71648" y="542281"/>
                  </a:lnTo>
                  <a:lnTo>
                    <a:pt x="57285" y="497833"/>
                  </a:lnTo>
                  <a:lnTo>
                    <a:pt x="40317" y="459271"/>
                  </a:lnTo>
                  <a:lnTo>
                    <a:pt x="87433" y="425156"/>
                  </a:lnTo>
                  <a:lnTo>
                    <a:pt x="69436" y="394321"/>
                  </a:lnTo>
                  <a:lnTo>
                    <a:pt x="32754" y="405163"/>
                  </a:lnTo>
                  <a:lnTo>
                    <a:pt x="16561" y="379031"/>
                  </a:lnTo>
                  <a:lnTo>
                    <a:pt x="0" y="336032"/>
                  </a:lnTo>
                  <a:lnTo>
                    <a:pt x="38232" y="333668"/>
                  </a:lnTo>
                  <a:lnTo>
                    <a:pt x="59242" y="303088"/>
                  </a:lnTo>
                  <a:lnTo>
                    <a:pt x="54171" y="269228"/>
                  </a:lnTo>
                  <a:lnTo>
                    <a:pt x="80900" y="258259"/>
                  </a:lnTo>
                  <a:lnTo>
                    <a:pt x="81167" y="228720"/>
                  </a:lnTo>
                  <a:lnTo>
                    <a:pt x="205663" y="228847"/>
                  </a:lnTo>
                  <a:close/>
                </a:path>
              </a:pathLst>
            </a:custGeom>
            <a:noFill/>
            <a:ln w="3810" cap="flat">
              <a:solidFill>
                <a:srgbClr val="E6E4E2"/>
              </a:solidFill>
              <a:prstDash val="solid"/>
              <a:miter/>
            </a:ln>
          </p:spPr>
          <p:txBody>
            <a:bodyPr rtlCol="0" anchor="ctr"/>
            <a:lstStyle/>
            <a:p>
              <a:endParaRPr lang="de-CH"/>
            </a:p>
          </p:txBody>
        </p:sp>
        <p:sp>
          <p:nvSpPr>
            <p:cNvPr id="112" name="Freihandform: Form 111">
              <a:extLst>
                <a:ext uri="{FF2B5EF4-FFF2-40B4-BE49-F238E27FC236}">
                  <a16:creationId xmlns:a16="http://schemas.microsoft.com/office/drawing/2014/main" id="{0DBFF30F-D645-10CE-34B4-C6FF16C0CD81}"/>
                </a:ext>
              </a:extLst>
            </p:cNvPr>
            <p:cNvSpPr/>
            <p:nvPr/>
          </p:nvSpPr>
          <p:spPr>
            <a:xfrm>
              <a:off x="8316659" y="1545120"/>
              <a:ext cx="610318" cy="620359"/>
            </a:xfrm>
            <a:custGeom>
              <a:avLst/>
              <a:gdLst>
                <a:gd name="connsiteX0" fmla="*/ 430482 w 610318"/>
                <a:gd name="connsiteY0" fmla="*/ 48617 h 620359"/>
                <a:gd name="connsiteX1" fmla="*/ 471472 w 610318"/>
                <a:gd name="connsiteY1" fmla="*/ 27708 h 620359"/>
                <a:gd name="connsiteX2" fmla="*/ 492216 w 610318"/>
                <a:gd name="connsiteY2" fmla="*/ 59344 h 620359"/>
                <a:gd name="connsiteX3" fmla="*/ 512450 w 610318"/>
                <a:gd name="connsiteY3" fmla="*/ 64047 h 620359"/>
                <a:gd name="connsiteX4" fmla="*/ 504888 w 610318"/>
                <a:gd name="connsiteY4" fmla="*/ 91488 h 620359"/>
                <a:gd name="connsiteX5" fmla="*/ 481641 w 610318"/>
                <a:gd name="connsiteY5" fmla="*/ 86658 h 620359"/>
                <a:gd name="connsiteX6" fmla="*/ 463770 w 610318"/>
                <a:gd name="connsiteY6" fmla="*/ 92543 h 620359"/>
                <a:gd name="connsiteX7" fmla="*/ 491046 w 610318"/>
                <a:gd name="connsiteY7" fmla="*/ 126657 h 620359"/>
                <a:gd name="connsiteX8" fmla="*/ 397486 w 610318"/>
                <a:gd name="connsiteY8" fmla="*/ 134893 h 620359"/>
                <a:gd name="connsiteX9" fmla="*/ 400206 w 610318"/>
                <a:gd name="connsiteY9" fmla="*/ 111494 h 620359"/>
                <a:gd name="connsiteX10" fmla="*/ 436100 w 610318"/>
                <a:gd name="connsiteY10" fmla="*/ 88616 h 620359"/>
                <a:gd name="connsiteX11" fmla="*/ 423962 w 610318"/>
                <a:gd name="connsiteY11" fmla="*/ 76338 h 620359"/>
                <a:gd name="connsiteX12" fmla="*/ 509832 w 610318"/>
                <a:gd name="connsiteY12" fmla="*/ 0 h 620359"/>
                <a:gd name="connsiteX13" fmla="*/ 536460 w 610318"/>
                <a:gd name="connsiteY13" fmla="*/ 14388 h 620359"/>
                <a:gd name="connsiteX14" fmla="*/ 610319 w 610318"/>
                <a:gd name="connsiteY14" fmla="*/ 2237 h 620359"/>
                <a:gd name="connsiteX15" fmla="*/ 603964 w 610318"/>
                <a:gd name="connsiteY15" fmla="*/ 21836 h 620359"/>
                <a:gd name="connsiteX16" fmla="*/ 555030 w 610318"/>
                <a:gd name="connsiteY16" fmla="*/ 38563 h 620359"/>
                <a:gd name="connsiteX17" fmla="*/ 589347 w 610318"/>
                <a:gd name="connsiteY17" fmla="*/ 71241 h 620359"/>
                <a:gd name="connsiteX18" fmla="*/ 545764 w 610318"/>
                <a:gd name="connsiteY18" fmla="*/ 85730 h 620359"/>
                <a:gd name="connsiteX19" fmla="*/ 545509 w 610318"/>
                <a:gd name="connsiteY19" fmla="*/ 54895 h 620359"/>
                <a:gd name="connsiteX20" fmla="*/ 494478 w 610318"/>
                <a:gd name="connsiteY20" fmla="*/ 21569 h 620359"/>
                <a:gd name="connsiteX21" fmla="*/ 494732 w 610318"/>
                <a:gd name="connsiteY21" fmla="*/ 14896 h 620359"/>
                <a:gd name="connsiteX22" fmla="*/ 251701 w 610318"/>
                <a:gd name="connsiteY22" fmla="*/ 241151 h 620359"/>
                <a:gd name="connsiteX23" fmla="*/ 290073 w 610318"/>
                <a:gd name="connsiteY23" fmla="*/ 262186 h 620359"/>
                <a:gd name="connsiteX24" fmla="*/ 334825 w 610318"/>
                <a:gd name="connsiteY24" fmla="*/ 255145 h 620359"/>
                <a:gd name="connsiteX25" fmla="*/ 340837 w 610318"/>
                <a:gd name="connsiteY25" fmla="*/ 277743 h 620359"/>
                <a:gd name="connsiteX26" fmla="*/ 388869 w 610318"/>
                <a:gd name="connsiteY26" fmla="*/ 275786 h 620359"/>
                <a:gd name="connsiteX27" fmla="*/ 389377 w 610318"/>
                <a:gd name="connsiteY27" fmla="*/ 306125 h 620359"/>
                <a:gd name="connsiteX28" fmla="*/ 385069 w 610318"/>
                <a:gd name="connsiteY28" fmla="*/ 342324 h 620359"/>
                <a:gd name="connsiteX29" fmla="*/ 381166 w 610318"/>
                <a:gd name="connsiteY29" fmla="*/ 374328 h 620359"/>
                <a:gd name="connsiteX30" fmla="*/ 378167 w 610318"/>
                <a:gd name="connsiteY30" fmla="*/ 399825 h 620359"/>
                <a:gd name="connsiteX31" fmla="*/ 358975 w 610318"/>
                <a:gd name="connsiteY31" fmla="*/ 432363 h 620359"/>
                <a:gd name="connsiteX32" fmla="*/ 357703 w 610318"/>
                <a:gd name="connsiteY32" fmla="*/ 466617 h 620359"/>
                <a:gd name="connsiteX33" fmla="*/ 331228 w 610318"/>
                <a:gd name="connsiteY33" fmla="*/ 500464 h 620359"/>
                <a:gd name="connsiteX34" fmla="*/ 190526 w 610318"/>
                <a:gd name="connsiteY34" fmla="*/ 609772 h 620359"/>
                <a:gd name="connsiteX35" fmla="*/ 152560 w 610318"/>
                <a:gd name="connsiteY35" fmla="*/ 620360 h 620359"/>
                <a:gd name="connsiteX36" fmla="*/ 128539 w 610318"/>
                <a:gd name="connsiteY36" fmla="*/ 602565 h 620359"/>
                <a:gd name="connsiteX37" fmla="*/ 71521 w 610318"/>
                <a:gd name="connsiteY37" fmla="*/ 576026 h 620359"/>
                <a:gd name="connsiteX38" fmla="*/ 30670 w 610318"/>
                <a:gd name="connsiteY38" fmla="*/ 477217 h 620359"/>
                <a:gd name="connsiteX39" fmla="*/ 9914 w 610318"/>
                <a:gd name="connsiteY39" fmla="*/ 452636 h 620359"/>
                <a:gd name="connsiteX40" fmla="*/ 12799 w 610318"/>
                <a:gd name="connsiteY40" fmla="*/ 433952 h 620359"/>
                <a:gd name="connsiteX41" fmla="*/ 18277 w 610318"/>
                <a:gd name="connsiteY41" fmla="*/ 398262 h 620359"/>
                <a:gd name="connsiteX42" fmla="*/ 0 w 610318"/>
                <a:gd name="connsiteY42" fmla="*/ 359178 h 620359"/>
                <a:gd name="connsiteX43" fmla="*/ 66169 w 610318"/>
                <a:gd name="connsiteY43" fmla="*/ 292017 h 620359"/>
                <a:gd name="connsiteX44" fmla="*/ 81828 w 610318"/>
                <a:gd name="connsiteY44" fmla="*/ 261029 h 620359"/>
                <a:gd name="connsiteX45" fmla="*/ 109626 w 610318"/>
                <a:gd name="connsiteY45" fmla="*/ 249921 h 620359"/>
                <a:gd name="connsiteX46" fmla="*/ 92798 w 610318"/>
                <a:gd name="connsiteY46" fmla="*/ 215603 h 620359"/>
                <a:gd name="connsiteX47" fmla="*/ 98797 w 610318"/>
                <a:gd name="connsiteY47" fmla="*/ 207126 h 620359"/>
                <a:gd name="connsiteX48" fmla="*/ 95136 w 610318"/>
                <a:gd name="connsiteY48" fmla="*/ 192598 h 620359"/>
                <a:gd name="connsiteX49" fmla="*/ 77253 w 610318"/>
                <a:gd name="connsiteY49" fmla="*/ 177346 h 620359"/>
                <a:gd name="connsiteX50" fmla="*/ 131297 w 610318"/>
                <a:gd name="connsiteY50" fmla="*/ 164013 h 620359"/>
                <a:gd name="connsiteX51" fmla="*/ 150476 w 610318"/>
                <a:gd name="connsiteY51" fmla="*/ 193818 h 620359"/>
                <a:gd name="connsiteX52" fmla="*/ 180892 w 610318"/>
                <a:gd name="connsiteY52" fmla="*/ 189636 h 620359"/>
                <a:gd name="connsiteX53" fmla="*/ 203198 w 610318"/>
                <a:gd name="connsiteY53" fmla="*/ 217090 h 620359"/>
                <a:gd name="connsiteX54" fmla="*/ 241697 w 610318"/>
                <a:gd name="connsiteY54" fmla="*/ 210023 h 620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10318" h="620359">
                  <a:moveTo>
                    <a:pt x="430482" y="48617"/>
                  </a:moveTo>
                  <a:lnTo>
                    <a:pt x="471472" y="27708"/>
                  </a:lnTo>
                  <a:lnTo>
                    <a:pt x="492216" y="59344"/>
                  </a:lnTo>
                  <a:lnTo>
                    <a:pt x="512450" y="64047"/>
                  </a:lnTo>
                  <a:lnTo>
                    <a:pt x="504888" y="91488"/>
                  </a:lnTo>
                  <a:lnTo>
                    <a:pt x="481641" y="86658"/>
                  </a:lnTo>
                  <a:lnTo>
                    <a:pt x="463770" y="92543"/>
                  </a:lnTo>
                  <a:lnTo>
                    <a:pt x="491046" y="126657"/>
                  </a:lnTo>
                  <a:lnTo>
                    <a:pt x="397486" y="134893"/>
                  </a:lnTo>
                  <a:lnTo>
                    <a:pt x="400206" y="111494"/>
                  </a:lnTo>
                  <a:lnTo>
                    <a:pt x="436100" y="88616"/>
                  </a:lnTo>
                  <a:lnTo>
                    <a:pt x="423962" y="76338"/>
                  </a:lnTo>
                  <a:close/>
                  <a:moveTo>
                    <a:pt x="509832" y="0"/>
                  </a:moveTo>
                  <a:lnTo>
                    <a:pt x="536460" y="14388"/>
                  </a:lnTo>
                  <a:lnTo>
                    <a:pt x="610319" y="2237"/>
                  </a:lnTo>
                  <a:lnTo>
                    <a:pt x="603964" y="21836"/>
                  </a:lnTo>
                  <a:lnTo>
                    <a:pt x="555030" y="38563"/>
                  </a:lnTo>
                  <a:lnTo>
                    <a:pt x="589347" y="71241"/>
                  </a:lnTo>
                  <a:lnTo>
                    <a:pt x="545764" y="85730"/>
                  </a:lnTo>
                  <a:lnTo>
                    <a:pt x="545509" y="54895"/>
                  </a:lnTo>
                  <a:lnTo>
                    <a:pt x="494478" y="21569"/>
                  </a:lnTo>
                  <a:lnTo>
                    <a:pt x="494732" y="14896"/>
                  </a:lnTo>
                  <a:close/>
                  <a:moveTo>
                    <a:pt x="251701" y="241151"/>
                  </a:moveTo>
                  <a:lnTo>
                    <a:pt x="290073" y="262186"/>
                  </a:lnTo>
                  <a:lnTo>
                    <a:pt x="334825" y="255145"/>
                  </a:lnTo>
                  <a:lnTo>
                    <a:pt x="340837" y="277743"/>
                  </a:lnTo>
                  <a:lnTo>
                    <a:pt x="388869" y="275786"/>
                  </a:lnTo>
                  <a:lnTo>
                    <a:pt x="389377" y="306125"/>
                  </a:lnTo>
                  <a:lnTo>
                    <a:pt x="385069" y="342324"/>
                  </a:lnTo>
                  <a:lnTo>
                    <a:pt x="381166" y="374328"/>
                  </a:lnTo>
                  <a:lnTo>
                    <a:pt x="378167" y="399825"/>
                  </a:lnTo>
                  <a:lnTo>
                    <a:pt x="358975" y="432363"/>
                  </a:lnTo>
                  <a:lnTo>
                    <a:pt x="357703" y="466617"/>
                  </a:lnTo>
                  <a:lnTo>
                    <a:pt x="331228" y="500464"/>
                  </a:lnTo>
                  <a:lnTo>
                    <a:pt x="190526" y="609772"/>
                  </a:lnTo>
                  <a:lnTo>
                    <a:pt x="152560" y="620360"/>
                  </a:lnTo>
                  <a:lnTo>
                    <a:pt x="128539" y="602565"/>
                  </a:lnTo>
                  <a:lnTo>
                    <a:pt x="71521" y="576026"/>
                  </a:lnTo>
                  <a:lnTo>
                    <a:pt x="30670" y="477217"/>
                  </a:lnTo>
                  <a:lnTo>
                    <a:pt x="9914" y="452636"/>
                  </a:lnTo>
                  <a:lnTo>
                    <a:pt x="12799" y="433952"/>
                  </a:lnTo>
                  <a:lnTo>
                    <a:pt x="18277" y="398262"/>
                  </a:lnTo>
                  <a:lnTo>
                    <a:pt x="0" y="359178"/>
                  </a:lnTo>
                  <a:lnTo>
                    <a:pt x="66169" y="292017"/>
                  </a:lnTo>
                  <a:lnTo>
                    <a:pt x="81828" y="261029"/>
                  </a:lnTo>
                  <a:lnTo>
                    <a:pt x="109626" y="249921"/>
                  </a:lnTo>
                  <a:lnTo>
                    <a:pt x="92798" y="215603"/>
                  </a:lnTo>
                  <a:lnTo>
                    <a:pt x="98797" y="207126"/>
                  </a:lnTo>
                  <a:lnTo>
                    <a:pt x="95136" y="192598"/>
                  </a:lnTo>
                  <a:lnTo>
                    <a:pt x="77253" y="177346"/>
                  </a:lnTo>
                  <a:lnTo>
                    <a:pt x="131297" y="164013"/>
                  </a:lnTo>
                  <a:lnTo>
                    <a:pt x="150476" y="193818"/>
                  </a:lnTo>
                  <a:lnTo>
                    <a:pt x="180892" y="189636"/>
                  </a:lnTo>
                  <a:lnTo>
                    <a:pt x="203198" y="217090"/>
                  </a:lnTo>
                  <a:lnTo>
                    <a:pt x="241697" y="210023"/>
                  </a:lnTo>
                  <a:close/>
                </a:path>
              </a:pathLst>
            </a:custGeom>
            <a:solidFill>
              <a:srgbClr val="FFFFFF"/>
            </a:solidFill>
            <a:ln w="12700" cap="flat">
              <a:noFill/>
              <a:prstDash val="solid"/>
              <a:miter/>
            </a:ln>
          </p:spPr>
          <p:txBody>
            <a:bodyPr rtlCol="0" anchor="ctr"/>
            <a:lstStyle/>
            <a:p>
              <a:endParaRPr lang="de-CH"/>
            </a:p>
          </p:txBody>
        </p:sp>
        <p:sp>
          <p:nvSpPr>
            <p:cNvPr id="113" name="Freihandform: Form 112">
              <a:extLst>
                <a:ext uri="{FF2B5EF4-FFF2-40B4-BE49-F238E27FC236}">
                  <a16:creationId xmlns:a16="http://schemas.microsoft.com/office/drawing/2014/main" id="{173B6277-AFC0-8FA8-848E-B7F4FE68E3CE}"/>
                </a:ext>
              </a:extLst>
            </p:cNvPr>
            <p:cNvSpPr/>
            <p:nvPr/>
          </p:nvSpPr>
          <p:spPr>
            <a:xfrm>
              <a:off x="8316659" y="1545120"/>
              <a:ext cx="610318" cy="620359"/>
            </a:xfrm>
            <a:custGeom>
              <a:avLst/>
              <a:gdLst>
                <a:gd name="connsiteX0" fmla="*/ 430482 w 610318"/>
                <a:gd name="connsiteY0" fmla="*/ 48617 h 620359"/>
                <a:gd name="connsiteX1" fmla="*/ 471472 w 610318"/>
                <a:gd name="connsiteY1" fmla="*/ 27708 h 620359"/>
                <a:gd name="connsiteX2" fmla="*/ 492216 w 610318"/>
                <a:gd name="connsiteY2" fmla="*/ 59344 h 620359"/>
                <a:gd name="connsiteX3" fmla="*/ 512450 w 610318"/>
                <a:gd name="connsiteY3" fmla="*/ 64047 h 620359"/>
                <a:gd name="connsiteX4" fmla="*/ 504888 w 610318"/>
                <a:gd name="connsiteY4" fmla="*/ 91488 h 620359"/>
                <a:gd name="connsiteX5" fmla="*/ 481641 w 610318"/>
                <a:gd name="connsiteY5" fmla="*/ 86658 h 620359"/>
                <a:gd name="connsiteX6" fmla="*/ 463770 w 610318"/>
                <a:gd name="connsiteY6" fmla="*/ 92543 h 620359"/>
                <a:gd name="connsiteX7" fmla="*/ 491046 w 610318"/>
                <a:gd name="connsiteY7" fmla="*/ 126657 h 620359"/>
                <a:gd name="connsiteX8" fmla="*/ 397486 w 610318"/>
                <a:gd name="connsiteY8" fmla="*/ 134893 h 620359"/>
                <a:gd name="connsiteX9" fmla="*/ 400206 w 610318"/>
                <a:gd name="connsiteY9" fmla="*/ 111494 h 620359"/>
                <a:gd name="connsiteX10" fmla="*/ 436100 w 610318"/>
                <a:gd name="connsiteY10" fmla="*/ 88616 h 620359"/>
                <a:gd name="connsiteX11" fmla="*/ 423962 w 610318"/>
                <a:gd name="connsiteY11" fmla="*/ 76338 h 620359"/>
                <a:gd name="connsiteX12" fmla="*/ 509832 w 610318"/>
                <a:gd name="connsiteY12" fmla="*/ 0 h 620359"/>
                <a:gd name="connsiteX13" fmla="*/ 536460 w 610318"/>
                <a:gd name="connsiteY13" fmla="*/ 14388 h 620359"/>
                <a:gd name="connsiteX14" fmla="*/ 610319 w 610318"/>
                <a:gd name="connsiteY14" fmla="*/ 2237 h 620359"/>
                <a:gd name="connsiteX15" fmla="*/ 603964 w 610318"/>
                <a:gd name="connsiteY15" fmla="*/ 21836 h 620359"/>
                <a:gd name="connsiteX16" fmla="*/ 555030 w 610318"/>
                <a:gd name="connsiteY16" fmla="*/ 38563 h 620359"/>
                <a:gd name="connsiteX17" fmla="*/ 589347 w 610318"/>
                <a:gd name="connsiteY17" fmla="*/ 71241 h 620359"/>
                <a:gd name="connsiteX18" fmla="*/ 545764 w 610318"/>
                <a:gd name="connsiteY18" fmla="*/ 85730 h 620359"/>
                <a:gd name="connsiteX19" fmla="*/ 545509 w 610318"/>
                <a:gd name="connsiteY19" fmla="*/ 54895 h 620359"/>
                <a:gd name="connsiteX20" fmla="*/ 494478 w 610318"/>
                <a:gd name="connsiteY20" fmla="*/ 21569 h 620359"/>
                <a:gd name="connsiteX21" fmla="*/ 494732 w 610318"/>
                <a:gd name="connsiteY21" fmla="*/ 14896 h 620359"/>
                <a:gd name="connsiteX22" fmla="*/ 251701 w 610318"/>
                <a:gd name="connsiteY22" fmla="*/ 241151 h 620359"/>
                <a:gd name="connsiteX23" fmla="*/ 290073 w 610318"/>
                <a:gd name="connsiteY23" fmla="*/ 262186 h 620359"/>
                <a:gd name="connsiteX24" fmla="*/ 334825 w 610318"/>
                <a:gd name="connsiteY24" fmla="*/ 255145 h 620359"/>
                <a:gd name="connsiteX25" fmla="*/ 340837 w 610318"/>
                <a:gd name="connsiteY25" fmla="*/ 277743 h 620359"/>
                <a:gd name="connsiteX26" fmla="*/ 388869 w 610318"/>
                <a:gd name="connsiteY26" fmla="*/ 275786 h 620359"/>
                <a:gd name="connsiteX27" fmla="*/ 389377 w 610318"/>
                <a:gd name="connsiteY27" fmla="*/ 306125 h 620359"/>
                <a:gd name="connsiteX28" fmla="*/ 385069 w 610318"/>
                <a:gd name="connsiteY28" fmla="*/ 342324 h 620359"/>
                <a:gd name="connsiteX29" fmla="*/ 381166 w 610318"/>
                <a:gd name="connsiteY29" fmla="*/ 374328 h 620359"/>
                <a:gd name="connsiteX30" fmla="*/ 378167 w 610318"/>
                <a:gd name="connsiteY30" fmla="*/ 399825 h 620359"/>
                <a:gd name="connsiteX31" fmla="*/ 358975 w 610318"/>
                <a:gd name="connsiteY31" fmla="*/ 432363 h 620359"/>
                <a:gd name="connsiteX32" fmla="*/ 357703 w 610318"/>
                <a:gd name="connsiteY32" fmla="*/ 466617 h 620359"/>
                <a:gd name="connsiteX33" fmla="*/ 331228 w 610318"/>
                <a:gd name="connsiteY33" fmla="*/ 500464 h 620359"/>
                <a:gd name="connsiteX34" fmla="*/ 190526 w 610318"/>
                <a:gd name="connsiteY34" fmla="*/ 609772 h 620359"/>
                <a:gd name="connsiteX35" fmla="*/ 152560 w 610318"/>
                <a:gd name="connsiteY35" fmla="*/ 620360 h 620359"/>
                <a:gd name="connsiteX36" fmla="*/ 128539 w 610318"/>
                <a:gd name="connsiteY36" fmla="*/ 602565 h 620359"/>
                <a:gd name="connsiteX37" fmla="*/ 71521 w 610318"/>
                <a:gd name="connsiteY37" fmla="*/ 576026 h 620359"/>
                <a:gd name="connsiteX38" fmla="*/ 30670 w 610318"/>
                <a:gd name="connsiteY38" fmla="*/ 477217 h 620359"/>
                <a:gd name="connsiteX39" fmla="*/ 9914 w 610318"/>
                <a:gd name="connsiteY39" fmla="*/ 452636 h 620359"/>
                <a:gd name="connsiteX40" fmla="*/ 12799 w 610318"/>
                <a:gd name="connsiteY40" fmla="*/ 433952 h 620359"/>
                <a:gd name="connsiteX41" fmla="*/ 18277 w 610318"/>
                <a:gd name="connsiteY41" fmla="*/ 398262 h 620359"/>
                <a:gd name="connsiteX42" fmla="*/ 0 w 610318"/>
                <a:gd name="connsiteY42" fmla="*/ 359178 h 620359"/>
                <a:gd name="connsiteX43" fmla="*/ 66169 w 610318"/>
                <a:gd name="connsiteY43" fmla="*/ 292017 h 620359"/>
                <a:gd name="connsiteX44" fmla="*/ 81828 w 610318"/>
                <a:gd name="connsiteY44" fmla="*/ 261029 h 620359"/>
                <a:gd name="connsiteX45" fmla="*/ 109626 w 610318"/>
                <a:gd name="connsiteY45" fmla="*/ 249921 h 620359"/>
                <a:gd name="connsiteX46" fmla="*/ 92798 w 610318"/>
                <a:gd name="connsiteY46" fmla="*/ 215603 h 620359"/>
                <a:gd name="connsiteX47" fmla="*/ 98797 w 610318"/>
                <a:gd name="connsiteY47" fmla="*/ 207126 h 620359"/>
                <a:gd name="connsiteX48" fmla="*/ 95136 w 610318"/>
                <a:gd name="connsiteY48" fmla="*/ 192598 h 620359"/>
                <a:gd name="connsiteX49" fmla="*/ 77253 w 610318"/>
                <a:gd name="connsiteY49" fmla="*/ 177346 h 620359"/>
                <a:gd name="connsiteX50" fmla="*/ 131297 w 610318"/>
                <a:gd name="connsiteY50" fmla="*/ 164013 h 620359"/>
                <a:gd name="connsiteX51" fmla="*/ 150476 w 610318"/>
                <a:gd name="connsiteY51" fmla="*/ 193818 h 620359"/>
                <a:gd name="connsiteX52" fmla="*/ 180892 w 610318"/>
                <a:gd name="connsiteY52" fmla="*/ 189636 h 620359"/>
                <a:gd name="connsiteX53" fmla="*/ 203198 w 610318"/>
                <a:gd name="connsiteY53" fmla="*/ 217090 h 620359"/>
                <a:gd name="connsiteX54" fmla="*/ 241697 w 610318"/>
                <a:gd name="connsiteY54" fmla="*/ 210023 h 620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10318" h="620359">
                  <a:moveTo>
                    <a:pt x="430482" y="48617"/>
                  </a:moveTo>
                  <a:lnTo>
                    <a:pt x="471472" y="27708"/>
                  </a:lnTo>
                  <a:lnTo>
                    <a:pt x="492216" y="59344"/>
                  </a:lnTo>
                  <a:lnTo>
                    <a:pt x="512450" y="64047"/>
                  </a:lnTo>
                  <a:lnTo>
                    <a:pt x="504888" y="91488"/>
                  </a:lnTo>
                  <a:lnTo>
                    <a:pt x="481641" y="86658"/>
                  </a:lnTo>
                  <a:lnTo>
                    <a:pt x="463770" y="92543"/>
                  </a:lnTo>
                  <a:lnTo>
                    <a:pt x="491046" y="126657"/>
                  </a:lnTo>
                  <a:lnTo>
                    <a:pt x="397486" y="134893"/>
                  </a:lnTo>
                  <a:lnTo>
                    <a:pt x="400206" y="111494"/>
                  </a:lnTo>
                  <a:lnTo>
                    <a:pt x="436100" y="88616"/>
                  </a:lnTo>
                  <a:lnTo>
                    <a:pt x="423962" y="76338"/>
                  </a:lnTo>
                  <a:close/>
                  <a:moveTo>
                    <a:pt x="509832" y="0"/>
                  </a:moveTo>
                  <a:lnTo>
                    <a:pt x="536460" y="14388"/>
                  </a:lnTo>
                  <a:lnTo>
                    <a:pt x="610319" y="2237"/>
                  </a:lnTo>
                  <a:lnTo>
                    <a:pt x="603964" y="21836"/>
                  </a:lnTo>
                  <a:lnTo>
                    <a:pt x="555030" y="38563"/>
                  </a:lnTo>
                  <a:lnTo>
                    <a:pt x="589347" y="71241"/>
                  </a:lnTo>
                  <a:lnTo>
                    <a:pt x="545764" y="85730"/>
                  </a:lnTo>
                  <a:lnTo>
                    <a:pt x="545509" y="54895"/>
                  </a:lnTo>
                  <a:lnTo>
                    <a:pt x="494478" y="21569"/>
                  </a:lnTo>
                  <a:lnTo>
                    <a:pt x="494732" y="14896"/>
                  </a:lnTo>
                  <a:close/>
                  <a:moveTo>
                    <a:pt x="251701" y="241151"/>
                  </a:moveTo>
                  <a:lnTo>
                    <a:pt x="290073" y="262186"/>
                  </a:lnTo>
                  <a:lnTo>
                    <a:pt x="334825" y="255145"/>
                  </a:lnTo>
                  <a:lnTo>
                    <a:pt x="340837" y="277743"/>
                  </a:lnTo>
                  <a:lnTo>
                    <a:pt x="388869" y="275786"/>
                  </a:lnTo>
                  <a:lnTo>
                    <a:pt x="389377" y="306125"/>
                  </a:lnTo>
                  <a:lnTo>
                    <a:pt x="385069" y="342324"/>
                  </a:lnTo>
                  <a:lnTo>
                    <a:pt x="381166" y="374328"/>
                  </a:lnTo>
                  <a:lnTo>
                    <a:pt x="378167" y="399825"/>
                  </a:lnTo>
                  <a:lnTo>
                    <a:pt x="358975" y="432363"/>
                  </a:lnTo>
                  <a:lnTo>
                    <a:pt x="357703" y="466617"/>
                  </a:lnTo>
                  <a:lnTo>
                    <a:pt x="331228" y="500464"/>
                  </a:lnTo>
                  <a:lnTo>
                    <a:pt x="190526" y="609772"/>
                  </a:lnTo>
                  <a:lnTo>
                    <a:pt x="152560" y="620360"/>
                  </a:lnTo>
                  <a:lnTo>
                    <a:pt x="128539" y="602565"/>
                  </a:lnTo>
                  <a:lnTo>
                    <a:pt x="71521" y="576026"/>
                  </a:lnTo>
                  <a:lnTo>
                    <a:pt x="30670" y="477217"/>
                  </a:lnTo>
                  <a:lnTo>
                    <a:pt x="9914" y="452636"/>
                  </a:lnTo>
                  <a:lnTo>
                    <a:pt x="12799" y="433952"/>
                  </a:lnTo>
                  <a:lnTo>
                    <a:pt x="18277" y="398262"/>
                  </a:lnTo>
                  <a:lnTo>
                    <a:pt x="0" y="359178"/>
                  </a:lnTo>
                  <a:lnTo>
                    <a:pt x="66169" y="292017"/>
                  </a:lnTo>
                  <a:lnTo>
                    <a:pt x="81828" y="261029"/>
                  </a:lnTo>
                  <a:lnTo>
                    <a:pt x="109626" y="249921"/>
                  </a:lnTo>
                  <a:lnTo>
                    <a:pt x="92798" y="215603"/>
                  </a:lnTo>
                  <a:lnTo>
                    <a:pt x="98797" y="207126"/>
                  </a:lnTo>
                  <a:lnTo>
                    <a:pt x="95136" y="192598"/>
                  </a:lnTo>
                  <a:lnTo>
                    <a:pt x="77253" y="177346"/>
                  </a:lnTo>
                  <a:lnTo>
                    <a:pt x="131297" y="164013"/>
                  </a:lnTo>
                  <a:lnTo>
                    <a:pt x="150476" y="193818"/>
                  </a:lnTo>
                  <a:lnTo>
                    <a:pt x="180892" y="189636"/>
                  </a:lnTo>
                  <a:lnTo>
                    <a:pt x="203198" y="217090"/>
                  </a:lnTo>
                  <a:lnTo>
                    <a:pt x="241697" y="210023"/>
                  </a:lnTo>
                  <a:close/>
                </a:path>
              </a:pathLst>
            </a:custGeom>
            <a:noFill/>
            <a:ln w="3810" cap="flat">
              <a:solidFill>
                <a:srgbClr val="E6E4E2"/>
              </a:solidFill>
              <a:prstDash val="solid"/>
              <a:miter/>
            </a:ln>
          </p:spPr>
          <p:txBody>
            <a:bodyPr rtlCol="0" anchor="ctr"/>
            <a:lstStyle/>
            <a:p>
              <a:endParaRPr lang="de-CH"/>
            </a:p>
          </p:txBody>
        </p:sp>
        <p:sp>
          <p:nvSpPr>
            <p:cNvPr id="114" name="Freihandform: Form 113">
              <a:extLst>
                <a:ext uri="{FF2B5EF4-FFF2-40B4-BE49-F238E27FC236}">
                  <a16:creationId xmlns:a16="http://schemas.microsoft.com/office/drawing/2014/main" id="{B8D9CE72-145F-5AD6-5156-781242ABF0D2}"/>
                </a:ext>
              </a:extLst>
            </p:cNvPr>
            <p:cNvSpPr/>
            <p:nvPr/>
          </p:nvSpPr>
          <p:spPr>
            <a:xfrm>
              <a:off x="7281438" y="1280595"/>
              <a:ext cx="1765612" cy="1951613"/>
            </a:xfrm>
            <a:custGeom>
              <a:avLst/>
              <a:gdLst>
                <a:gd name="connsiteX0" fmla="*/ 1279613 w 1765612"/>
                <a:gd name="connsiteY0" fmla="*/ 284276 h 1951613"/>
                <a:gd name="connsiteX1" fmla="*/ 1263432 w 1765612"/>
                <a:gd name="connsiteY1" fmla="*/ 366346 h 1951613"/>
                <a:gd name="connsiteX2" fmla="*/ 1206668 w 1765612"/>
                <a:gd name="connsiteY2" fmla="*/ 387127 h 1951613"/>
                <a:gd name="connsiteX3" fmla="*/ 1153934 w 1765612"/>
                <a:gd name="connsiteY3" fmla="*/ 367541 h 1951613"/>
                <a:gd name="connsiteX4" fmla="*/ 1137411 w 1765612"/>
                <a:gd name="connsiteY4" fmla="*/ 374214 h 1951613"/>
                <a:gd name="connsiteX5" fmla="*/ 1090307 w 1765612"/>
                <a:gd name="connsiteY5" fmla="*/ 393432 h 1951613"/>
                <a:gd name="connsiteX6" fmla="*/ 1060933 w 1765612"/>
                <a:gd name="connsiteY6" fmla="*/ 391462 h 1951613"/>
                <a:gd name="connsiteX7" fmla="*/ 998158 w 1765612"/>
                <a:gd name="connsiteY7" fmla="*/ 403358 h 1951613"/>
                <a:gd name="connsiteX8" fmla="*/ 873661 w 1765612"/>
                <a:gd name="connsiteY8" fmla="*/ 403231 h 1951613"/>
                <a:gd name="connsiteX9" fmla="*/ 873394 w 1765612"/>
                <a:gd name="connsiteY9" fmla="*/ 432770 h 1951613"/>
                <a:gd name="connsiteX10" fmla="*/ 846703 w 1765612"/>
                <a:gd name="connsiteY10" fmla="*/ 443751 h 1951613"/>
                <a:gd name="connsiteX11" fmla="*/ 851787 w 1765612"/>
                <a:gd name="connsiteY11" fmla="*/ 477599 h 1951613"/>
                <a:gd name="connsiteX12" fmla="*/ 830777 w 1765612"/>
                <a:gd name="connsiteY12" fmla="*/ 508179 h 1951613"/>
                <a:gd name="connsiteX13" fmla="*/ 792532 w 1765612"/>
                <a:gd name="connsiteY13" fmla="*/ 510543 h 1951613"/>
                <a:gd name="connsiteX14" fmla="*/ 809055 w 1765612"/>
                <a:gd name="connsiteY14" fmla="*/ 553542 h 1951613"/>
                <a:gd name="connsiteX15" fmla="*/ 825235 w 1765612"/>
                <a:gd name="connsiteY15" fmla="*/ 579687 h 1951613"/>
                <a:gd name="connsiteX16" fmla="*/ 861917 w 1765612"/>
                <a:gd name="connsiteY16" fmla="*/ 568832 h 1951613"/>
                <a:gd name="connsiteX17" fmla="*/ 879914 w 1765612"/>
                <a:gd name="connsiteY17" fmla="*/ 599667 h 1951613"/>
                <a:gd name="connsiteX18" fmla="*/ 832810 w 1765612"/>
                <a:gd name="connsiteY18" fmla="*/ 633794 h 1951613"/>
                <a:gd name="connsiteX19" fmla="*/ 849779 w 1765612"/>
                <a:gd name="connsiteY19" fmla="*/ 672357 h 1951613"/>
                <a:gd name="connsiteX20" fmla="*/ 864128 w 1765612"/>
                <a:gd name="connsiteY20" fmla="*/ 716843 h 1951613"/>
                <a:gd name="connsiteX21" fmla="*/ 828629 w 1765612"/>
                <a:gd name="connsiteY21" fmla="*/ 766781 h 1951613"/>
                <a:gd name="connsiteX22" fmla="*/ 850808 w 1765612"/>
                <a:gd name="connsiteY22" fmla="*/ 779186 h 1951613"/>
                <a:gd name="connsiteX23" fmla="*/ 885266 w 1765612"/>
                <a:gd name="connsiteY23" fmla="*/ 798137 h 1951613"/>
                <a:gd name="connsiteX24" fmla="*/ 932649 w 1765612"/>
                <a:gd name="connsiteY24" fmla="*/ 803488 h 1951613"/>
                <a:gd name="connsiteX25" fmla="*/ 966052 w 1765612"/>
                <a:gd name="connsiteY25" fmla="*/ 782199 h 1951613"/>
                <a:gd name="connsiteX26" fmla="*/ 989159 w 1765612"/>
                <a:gd name="connsiteY26" fmla="*/ 799993 h 1951613"/>
                <a:gd name="connsiteX27" fmla="*/ 1014211 w 1765612"/>
                <a:gd name="connsiteY27" fmla="*/ 819211 h 1951613"/>
                <a:gd name="connsiteX28" fmla="*/ 1037305 w 1765612"/>
                <a:gd name="connsiteY28" fmla="*/ 814368 h 1951613"/>
                <a:gd name="connsiteX29" fmla="*/ 1065878 w 1765612"/>
                <a:gd name="connsiteY29" fmla="*/ 851495 h 1951613"/>
                <a:gd name="connsiteX30" fmla="*/ 1106728 w 1765612"/>
                <a:gd name="connsiteY30" fmla="*/ 840640 h 1951613"/>
                <a:gd name="connsiteX31" fmla="*/ 1163746 w 1765612"/>
                <a:gd name="connsiteY31" fmla="*/ 867179 h 1951613"/>
                <a:gd name="connsiteX32" fmla="*/ 1187768 w 1765612"/>
                <a:gd name="connsiteY32" fmla="*/ 884973 h 1951613"/>
                <a:gd name="connsiteX33" fmla="*/ 1225734 w 1765612"/>
                <a:gd name="connsiteY33" fmla="*/ 874399 h 1951613"/>
                <a:gd name="connsiteX34" fmla="*/ 1366436 w 1765612"/>
                <a:gd name="connsiteY34" fmla="*/ 765091 h 1951613"/>
                <a:gd name="connsiteX35" fmla="*/ 1392911 w 1765612"/>
                <a:gd name="connsiteY35" fmla="*/ 731243 h 1951613"/>
                <a:gd name="connsiteX36" fmla="*/ 1394182 w 1765612"/>
                <a:gd name="connsiteY36" fmla="*/ 697002 h 1951613"/>
                <a:gd name="connsiteX37" fmla="*/ 1413375 w 1765612"/>
                <a:gd name="connsiteY37" fmla="*/ 664464 h 1951613"/>
                <a:gd name="connsiteX38" fmla="*/ 1416387 w 1765612"/>
                <a:gd name="connsiteY38" fmla="*/ 638955 h 1951613"/>
                <a:gd name="connsiteX39" fmla="*/ 1420289 w 1765612"/>
                <a:gd name="connsiteY39" fmla="*/ 606950 h 1951613"/>
                <a:gd name="connsiteX40" fmla="*/ 1424598 w 1765612"/>
                <a:gd name="connsiteY40" fmla="*/ 570752 h 1951613"/>
                <a:gd name="connsiteX41" fmla="*/ 1424089 w 1765612"/>
                <a:gd name="connsiteY41" fmla="*/ 540425 h 1951613"/>
                <a:gd name="connsiteX42" fmla="*/ 1422373 w 1765612"/>
                <a:gd name="connsiteY42" fmla="*/ 519771 h 1951613"/>
                <a:gd name="connsiteX43" fmla="*/ 1430470 w 1765612"/>
                <a:gd name="connsiteY43" fmla="*/ 404489 h 1951613"/>
                <a:gd name="connsiteX44" fmla="*/ 1432707 w 1765612"/>
                <a:gd name="connsiteY44" fmla="*/ 399520 h 1951613"/>
                <a:gd name="connsiteX45" fmla="*/ 1526267 w 1765612"/>
                <a:gd name="connsiteY45" fmla="*/ 391284 h 1951613"/>
                <a:gd name="connsiteX46" fmla="*/ 1549615 w 1765612"/>
                <a:gd name="connsiteY46" fmla="*/ 378726 h 1951613"/>
                <a:gd name="connsiteX47" fmla="*/ 1580819 w 1765612"/>
                <a:gd name="connsiteY47" fmla="*/ 352734 h 1951613"/>
                <a:gd name="connsiteX48" fmla="*/ 1580946 w 1765612"/>
                <a:gd name="connsiteY48" fmla="*/ 350369 h 1951613"/>
                <a:gd name="connsiteX49" fmla="*/ 1624580 w 1765612"/>
                <a:gd name="connsiteY49" fmla="*/ 335765 h 1951613"/>
                <a:gd name="connsiteX50" fmla="*/ 1590262 w 1765612"/>
                <a:gd name="connsiteY50" fmla="*/ 303088 h 1951613"/>
                <a:gd name="connsiteX51" fmla="*/ 1639197 w 1765612"/>
                <a:gd name="connsiteY51" fmla="*/ 286374 h 1951613"/>
                <a:gd name="connsiteX52" fmla="*/ 1645552 w 1765612"/>
                <a:gd name="connsiteY52" fmla="*/ 266762 h 1951613"/>
                <a:gd name="connsiteX53" fmla="*/ 1665520 w 1765612"/>
                <a:gd name="connsiteY53" fmla="*/ 260407 h 1951613"/>
                <a:gd name="connsiteX54" fmla="*/ 1672955 w 1765612"/>
                <a:gd name="connsiteY54" fmla="*/ 257521 h 1951613"/>
                <a:gd name="connsiteX55" fmla="*/ 1589068 w 1765612"/>
                <a:gd name="connsiteY55" fmla="*/ 206541 h 1951613"/>
                <a:gd name="connsiteX56" fmla="*/ 1589335 w 1765612"/>
                <a:gd name="connsiteY56" fmla="*/ 202372 h 1951613"/>
                <a:gd name="connsiteX57" fmla="*/ 1570536 w 1765612"/>
                <a:gd name="connsiteY57" fmla="*/ 192699 h 1951613"/>
                <a:gd name="connsiteX58" fmla="*/ 1534007 w 1765612"/>
                <a:gd name="connsiteY58" fmla="*/ 192699 h 1951613"/>
                <a:gd name="connsiteX59" fmla="*/ 1515603 w 1765612"/>
                <a:gd name="connsiteY59" fmla="*/ 189573 h 1951613"/>
                <a:gd name="connsiteX60" fmla="*/ 1501507 w 1765612"/>
                <a:gd name="connsiteY60" fmla="*/ 190475 h 1951613"/>
                <a:gd name="connsiteX61" fmla="*/ 1498495 w 1765612"/>
                <a:gd name="connsiteY61" fmla="*/ 174537 h 1951613"/>
                <a:gd name="connsiteX62" fmla="*/ 1474345 w 1765612"/>
                <a:gd name="connsiteY62" fmla="*/ 179760 h 1951613"/>
                <a:gd name="connsiteX63" fmla="*/ 1463262 w 1765612"/>
                <a:gd name="connsiteY63" fmla="*/ 192305 h 1951613"/>
                <a:gd name="connsiteX64" fmla="*/ 1462347 w 1765612"/>
                <a:gd name="connsiteY64" fmla="*/ 203541 h 1951613"/>
                <a:gd name="connsiteX65" fmla="*/ 1458534 w 1765612"/>
                <a:gd name="connsiteY65" fmla="*/ 228784 h 1951613"/>
                <a:gd name="connsiteX66" fmla="*/ 1427089 w 1765612"/>
                <a:gd name="connsiteY66" fmla="*/ 235444 h 1951613"/>
                <a:gd name="connsiteX67" fmla="*/ 1393013 w 1765612"/>
                <a:gd name="connsiteY67" fmla="*/ 260661 h 1951613"/>
                <a:gd name="connsiteX68" fmla="*/ 1346163 w 1765612"/>
                <a:gd name="connsiteY68" fmla="*/ 271897 h 1951613"/>
                <a:gd name="connsiteX69" fmla="*/ 1314718 w 1765612"/>
                <a:gd name="connsiteY69" fmla="*/ 293339 h 1951613"/>
                <a:gd name="connsiteX70" fmla="*/ 1081333 w 1765612"/>
                <a:gd name="connsiteY70" fmla="*/ 73185 h 1951613"/>
                <a:gd name="connsiteX71" fmla="*/ 1078715 w 1765612"/>
                <a:gd name="connsiteY71" fmla="*/ 91221 h 1951613"/>
                <a:gd name="connsiteX72" fmla="*/ 1133013 w 1765612"/>
                <a:gd name="connsiteY72" fmla="*/ 87306 h 1951613"/>
                <a:gd name="connsiteX73" fmla="*/ 1152586 w 1765612"/>
                <a:gd name="connsiteY73" fmla="*/ 92797 h 1951613"/>
                <a:gd name="connsiteX74" fmla="*/ 1138491 w 1765612"/>
                <a:gd name="connsiteY74" fmla="*/ 113578 h 1951613"/>
                <a:gd name="connsiteX75" fmla="*/ 1137843 w 1765612"/>
                <a:gd name="connsiteY75" fmla="*/ 135796 h 1951613"/>
                <a:gd name="connsiteX76" fmla="*/ 1151404 w 1765612"/>
                <a:gd name="connsiteY76" fmla="*/ 135796 h 1951613"/>
                <a:gd name="connsiteX77" fmla="*/ 1184451 w 1765612"/>
                <a:gd name="connsiteY77" fmla="*/ 147044 h 1951613"/>
                <a:gd name="connsiteX78" fmla="*/ 1188505 w 1765612"/>
                <a:gd name="connsiteY78" fmla="*/ 159055 h 1951613"/>
                <a:gd name="connsiteX79" fmla="*/ 1204686 w 1765612"/>
                <a:gd name="connsiteY79" fmla="*/ 156170 h 1951613"/>
                <a:gd name="connsiteX80" fmla="*/ 1224005 w 1765612"/>
                <a:gd name="connsiteY80" fmla="*/ 109778 h 1951613"/>
                <a:gd name="connsiteX81" fmla="*/ 1239525 w 1765612"/>
                <a:gd name="connsiteY81" fmla="*/ 95657 h 1951613"/>
                <a:gd name="connsiteX82" fmla="*/ 1248015 w 1765612"/>
                <a:gd name="connsiteY82" fmla="*/ 100500 h 1951613"/>
                <a:gd name="connsiteX83" fmla="*/ 1276079 w 1765612"/>
                <a:gd name="connsiteY83" fmla="*/ 69525 h 1951613"/>
                <a:gd name="connsiteX84" fmla="*/ 1304041 w 1765612"/>
                <a:gd name="connsiteY84" fmla="*/ 84294 h 1951613"/>
                <a:gd name="connsiteX85" fmla="*/ 1304969 w 1765612"/>
                <a:gd name="connsiteY85" fmla="*/ 111481 h 1951613"/>
                <a:gd name="connsiteX86" fmla="*/ 1335245 w 1765612"/>
                <a:gd name="connsiteY86" fmla="*/ 134220 h 1951613"/>
                <a:gd name="connsiteX87" fmla="*/ 1359255 w 1765612"/>
                <a:gd name="connsiteY87" fmla="*/ 118675 h 1951613"/>
                <a:gd name="connsiteX88" fmla="*/ 1371011 w 1765612"/>
                <a:gd name="connsiteY88" fmla="*/ 141147 h 1951613"/>
                <a:gd name="connsiteX89" fmla="*/ 1401923 w 1765612"/>
                <a:gd name="connsiteY89" fmla="*/ 147299 h 1951613"/>
                <a:gd name="connsiteX90" fmla="*/ 1430381 w 1765612"/>
                <a:gd name="connsiteY90" fmla="*/ 146117 h 1951613"/>
                <a:gd name="connsiteX91" fmla="*/ 1467965 w 1765612"/>
                <a:gd name="connsiteY91" fmla="*/ 139456 h 1951613"/>
                <a:gd name="connsiteX92" fmla="*/ 1493017 w 1765612"/>
                <a:gd name="connsiteY92" fmla="*/ 128335 h 1951613"/>
                <a:gd name="connsiteX93" fmla="*/ 1515895 w 1765612"/>
                <a:gd name="connsiteY93" fmla="*/ 88476 h 1951613"/>
                <a:gd name="connsiteX94" fmla="*/ 1529202 w 1765612"/>
                <a:gd name="connsiteY94" fmla="*/ 80850 h 1951613"/>
                <a:gd name="connsiteX95" fmla="*/ 1538989 w 1765612"/>
                <a:gd name="connsiteY95" fmla="*/ 104503 h 1951613"/>
                <a:gd name="connsiteX96" fmla="*/ 1577883 w 1765612"/>
                <a:gd name="connsiteY96" fmla="*/ 140575 h 1951613"/>
                <a:gd name="connsiteX97" fmla="*/ 1599490 w 1765612"/>
                <a:gd name="connsiteY97" fmla="*/ 186192 h 1951613"/>
                <a:gd name="connsiteX98" fmla="*/ 1616445 w 1765612"/>
                <a:gd name="connsiteY98" fmla="*/ 193373 h 1951613"/>
                <a:gd name="connsiteX99" fmla="*/ 1623373 w 1765612"/>
                <a:gd name="connsiteY99" fmla="*/ 185531 h 1951613"/>
                <a:gd name="connsiteX100" fmla="*/ 1625063 w 1765612"/>
                <a:gd name="connsiteY100" fmla="*/ 170762 h 1951613"/>
                <a:gd name="connsiteX101" fmla="*/ 1633960 w 1765612"/>
                <a:gd name="connsiteY101" fmla="*/ 167762 h 1951613"/>
                <a:gd name="connsiteX102" fmla="*/ 1644001 w 1765612"/>
                <a:gd name="connsiteY102" fmla="*/ 189064 h 1951613"/>
                <a:gd name="connsiteX103" fmla="*/ 1656712 w 1765612"/>
                <a:gd name="connsiteY103" fmla="*/ 205588 h 1951613"/>
                <a:gd name="connsiteX104" fmla="*/ 1694842 w 1765612"/>
                <a:gd name="connsiteY104" fmla="*/ 206859 h 1951613"/>
                <a:gd name="connsiteX105" fmla="*/ 1725245 w 1765612"/>
                <a:gd name="connsiteY105" fmla="*/ 214701 h 1951613"/>
                <a:gd name="connsiteX106" fmla="*/ 1731905 w 1765612"/>
                <a:gd name="connsiteY106" fmla="*/ 229076 h 1951613"/>
                <a:gd name="connsiteX107" fmla="*/ 1715458 w 1765612"/>
                <a:gd name="connsiteY107" fmla="*/ 247760 h 1951613"/>
                <a:gd name="connsiteX108" fmla="*/ 1702748 w 1765612"/>
                <a:gd name="connsiteY108" fmla="*/ 271909 h 1951613"/>
                <a:gd name="connsiteX109" fmla="*/ 1713717 w 1765612"/>
                <a:gd name="connsiteY109" fmla="*/ 299096 h 1951613"/>
                <a:gd name="connsiteX110" fmla="*/ 1718013 w 1765612"/>
                <a:gd name="connsiteY110" fmla="*/ 326017 h 1951613"/>
                <a:gd name="connsiteX111" fmla="*/ 1719855 w 1765612"/>
                <a:gd name="connsiteY111" fmla="*/ 361605 h 1951613"/>
                <a:gd name="connsiteX112" fmla="*/ 1765613 w 1765612"/>
                <a:gd name="connsiteY112" fmla="*/ 400028 h 1951613"/>
                <a:gd name="connsiteX113" fmla="*/ 1764341 w 1765612"/>
                <a:gd name="connsiteY113" fmla="*/ 433227 h 1951613"/>
                <a:gd name="connsiteX114" fmla="*/ 1735159 w 1765612"/>
                <a:gd name="connsiteY114" fmla="*/ 466681 h 1951613"/>
                <a:gd name="connsiteX115" fmla="*/ 1668202 w 1765612"/>
                <a:gd name="connsiteY115" fmla="*/ 477535 h 1951613"/>
                <a:gd name="connsiteX116" fmla="*/ 1628012 w 1765612"/>
                <a:gd name="connsiteY116" fmla="*/ 529647 h 1951613"/>
                <a:gd name="connsiteX117" fmla="*/ 1619115 w 1765612"/>
                <a:gd name="connsiteY117" fmla="*/ 545064 h 1951613"/>
                <a:gd name="connsiteX118" fmla="*/ 1604370 w 1765612"/>
                <a:gd name="connsiteY118" fmla="*/ 610166 h 1951613"/>
                <a:gd name="connsiteX119" fmla="*/ 1596541 w 1765612"/>
                <a:gd name="connsiteY119" fmla="*/ 628469 h 1951613"/>
                <a:gd name="connsiteX120" fmla="*/ 1586615 w 1765612"/>
                <a:gd name="connsiteY120" fmla="*/ 643225 h 1951613"/>
                <a:gd name="connsiteX121" fmla="*/ 1553568 w 1765612"/>
                <a:gd name="connsiteY121" fmla="*/ 668061 h 1951613"/>
                <a:gd name="connsiteX122" fmla="*/ 1536460 w 1765612"/>
                <a:gd name="connsiteY122" fmla="*/ 683479 h 1951613"/>
                <a:gd name="connsiteX123" fmla="*/ 1531770 w 1765612"/>
                <a:gd name="connsiteY123" fmla="*/ 694740 h 1951613"/>
                <a:gd name="connsiteX124" fmla="*/ 1524589 w 1765612"/>
                <a:gd name="connsiteY124" fmla="*/ 723605 h 1951613"/>
                <a:gd name="connsiteX125" fmla="*/ 1519899 w 1765612"/>
                <a:gd name="connsiteY125" fmla="*/ 734853 h 1951613"/>
                <a:gd name="connsiteX126" fmla="*/ 1511281 w 1765612"/>
                <a:gd name="connsiteY126" fmla="*/ 743877 h 1951613"/>
                <a:gd name="connsiteX127" fmla="*/ 1491581 w 1765612"/>
                <a:gd name="connsiteY127" fmla="*/ 759689 h 1951613"/>
                <a:gd name="connsiteX128" fmla="*/ 1485708 w 1765612"/>
                <a:gd name="connsiteY128" fmla="*/ 771458 h 1951613"/>
                <a:gd name="connsiteX129" fmla="*/ 1486229 w 1765612"/>
                <a:gd name="connsiteY129" fmla="*/ 789888 h 1951613"/>
                <a:gd name="connsiteX130" fmla="*/ 1482048 w 1765612"/>
                <a:gd name="connsiteY130" fmla="*/ 807009 h 1951613"/>
                <a:gd name="connsiteX131" fmla="*/ 1469909 w 1765612"/>
                <a:gd name="connsiteY131" fmla="*/ 842953 h 1951613"/>
                <a:gd name="connsiteX132" fmla="*/ 1453386 w 1765612"/>
                <a:gd name="connsiteY132" fmla="*/ 876140 h 1951613"/>
                <a:gd name="connsiteX133" fmla="*/ 1435490 w 1765612"/>
                <a:gd name="connsiteY133" fmla="*/ 908169 h 1951613"/>
                <a:gd name="connsiteX134" fmla="*/ 1431982 w 1765612"/>
                <a:gd name="connsiteY134" fmla="*/ 919278 h 1951613"/>
                <a:gd name="connsiteX135" fmla="*/ 1428462 w 1765612"/>
                <a:gd name="connsiteY135" fmla="*/ 941369 h 1951613"/>
                <a:gd name="connsiteX136" fmla="*/ 1424280 w 1765612"/>
                <a:gd name="connsiteY136" fmla="*/ 956150 h 1951613"/>
                <a:gd name="connsiteX137" fmla="*/ 1410438 w 1765612"/>
                <a:gd name="connsiteY137" fmla="*/ 986464 h 1951613"/>
                <a:gd name="connsiteX138" fmla="*/ 1405749 w 1765612"/>
                <a:gd name="connsiteY138" fmla="*/ 1009737 h 1951613"/>
                <a:gd name="connsiteX139" fmla="*/ 1406002 w 1765612"/>
                <a:gd name="connsiteY139" fmla="*/ 1057438 h 1951613"/>
                <a:gd name="connsiteX140" fmla="*/ 1423225 w 1765612"/>
                <a:gd name="connsiteY140" fmla="*/ 1109194 h 1951613"/>
                <a:gd name="connsiteX141" fmla="*/ 1439291 w 1765612"/>
                <a:gd name="connsiteY141" fmla="*/ 1138084 h 1951613"/>
                <a:gd name="connsiteX142" fmla="*/ 1455598 w 1765612"/>
                <a:gd name="connsiteY142" fmla="*/ 1172580 h 1951613"/>
                <a:gd name="connsiteX143" fmla="*/ 1465384 w 1765612"/>
                <a:gd name="connsiteY143" fmla="*/ 1211664 h 1951613"/>
                <a:gd name="connsiteX144" fmla="*/ 1469553 w 1765612"/>
                <a:gd name="connsiteY144" fmla="*/ 1231924 h 1951613"/>
                <a:gd name="connsiteX145" fmla="*/ 1476227 w 1765612"/>
                <a:gd name="connsiteY145" fmla="*/ 1264208 h 1951613"/>
                <a:gd name="connsiteX146" fmla="*/ 1476862 w 1765612"/>
                <a:gd name="connsiteY146" fmla="*/ 1289031 h 1951613"/>
                <a:gd name="connsiteX147" fmla="*/ 1464470 w 1765612"/>
                <a:gd name="connsiteY147" fmla="*/ 1321582 h 1951613"/>
                <a:gd name="connsiteX148" fmla="*/ 1423110 w 1765612"/>
                <a:gd name="connsiteY148" fmla="*/ 1355823 h 1951613"/>
                <a:gd name="connsiteX149" fmla="*/ 1398834 w 1765612"/>
                <a:gd name="connsiteY149" fmla="*/ 1372944 h 1951613"/>
                <a:gd name="connsiteX150" fmla="*/ 1384078 w 1765612"/>
                <a:gd name="connsiteY150" fmla="*/ 1390738 h 1951613"/>
                <a:gd name="connsiteX151" fmla="*/ 1392034 w 1765612"/>
                <a:gd name="connsiteY151" fmla="*/ 1423276 h 1951613"/>
                <a:gd name="connsiteX152" fmla="*/ 1395173 w 1765612"/>
                <a:gd name="connsiteY152" fmla="*/ 1430978 h 1951613"/>
                <a:gd name="connsiteX153" fmla="*/ 1411697 w 1765612"/>
                <a:gd name="connsiteY153" fmla="*/ 1456602 h 1951613"/>
                <a:gd name="connsiteX154" fmla="*/ 1425398 w 1765612"/>
                <a:gd name="connsiteY154" fmla="*/ 1476455 h 1951613"/>
                <a:gd name="connsiteX155" fmla="*/ 1465219 w 1765612"/>
                <a:gd name="connsiteY155" fmla="*/ 1545218 h 1951613"/>
                <a:gd name="connsiteX156" fmla="*/ 1539587 w 1765612"/>
                <a:gd name="connsiteY156" fmla="*/ 1643239 h 1951613"/>
                <a:gd name="connsiteX157" fmla="*/ 1495750 w 1765612"/>
                <a:gd name="connsiteY157" fmla="*/ 1656584 h 1951613"/>
                <a:gd name="connsiteX158" fmla="*/ 1486217 w 1765612"/>
                <a:gd name="connsiteY158" fmla="*/ 1707285 h 1951613"/>
                <a:gd name="connsiteX159" fmla="*/ 1447591 w 1765612"/>
                <a:gd name="connsiteY159" fmla="*/ 1714225 h 1951613"/>
                <a:gd name="connsiteX160" fmla="*/ 1442367 w 1765612"/>
                <a:gd name="connsiteY160" fmla="*/ 1740916 h 1951613"/>
                <a:gd name="connsiteX161" fmla="*/ 1410006 w 1765612"/>
                <a:gd name="connsiteY161" fmla="*/ 1845344 h 1951613"/>
                <a:gd name="connsiteX162" fmla="*/ 1384420 w 1765612"/>
                <a:gd name="connsiteY162" fmla="*/ 1876064 h 1951613"/>
                <a:gd name="connsiteX163" fmla="*/ 1386772 w 1765612"/>
                <a:gd name="connsiteY163" fmla="*/ 1903251 h 1951613"/>
                <a:gd name="connsiteX164" fmla="*/ 1371901 w 1765612"/>
                <a:gd name="connsiteY164" fmla="*/ 1919203 h 1951613"/>
                <a:gd name="connsiteX165" fmla="*/ 1346188 w 1765612"/>
                <a:gd name="connsiteY165" fmla="*/ 1951614 h 1951613"/>
                <a:gd name="connsiteX166" fmla="*/ 1337838 w 1765612"/>
                <a:gd name="connsiteY166" fmla="*/ 1943898 h 1951613"/>
                <a:gd name="connsiteX167" fmla="*/ 1278583 w 1765612"/>
                <a:gd name="connsiteY167" fmla="*/ 1888876 h 1951613"/>
                <a:gd name="connsiteX168" fmla="*/ 1197936 w 1765612"/>
                <a:gd name="connsiteY168" fmla="*/ 1886779 h 1951613"/>
                <a:gd name="connsiteX169" fmla="*/ 1130077 w 1765612"/>
                <a:gd name="connsiteY169" fmla="*/ 1878822 h 1951613"/>
                <a:gd name="connsiteX170" fmla="*/ 1031153 w 1765612"/>
                <a:gd name="connsiteY170" fmla="*/ 1858295 h 1951613"/>
                <a:gd name="connsiteX171" fmla="*/ 975050 w 1765612"/>
                <a:gd name="connsiteY171" fmla="*/ 1862108 h 1951613"/>
                <a:gd name="connsiteX172" fmla="*/ 939678 w 1765612"/>
                <a:gd name="connsiteY172" fmla="*/ 1838327 h 1951613"/>
                <a:gd name="connsiteX173" fmla="*/ 946859 w 1765612"/>
                <a:gd name="connsiteY173" fmla="*/ 1806056 h 1951613"/>
                <a:gd name="connsiteX174" fmla="*/ 910000 w 1765612"/>
                <a:gd name="connsiteY174" fmla="*/ 1740828 h 1951613"/>
                <a:gd name="connsiteX175" fmla="*/ 931149 w 1765612"/>
                <a:gd name="connsiteY175" fmla="*/ 1672332 h 1951613"/>
                <a:gd name="connsiteX176" fmla="*/ 938776 w 1765612"/>
                <a:gd name="connsiteY176" fmla="*/ 1593262 h 1951613"/>
                <a:gd name="connsiteX177" fmla="*/ 903276 w 1765612"/>
                <a:gd name="connsiteY177" fmla="*/ 1500986 h 1951613"/>
                <a:gd name="connsiteX178" fmla="*/ 872771 w 1765612"/>
                <a:gd name="connsiteY178" fmla="*/ 1491313 h 1951613"/>
                <a:gd name="connsiteX179" fmla="*/ 827231 w 1765612"/>
                <a:gd name="connsiteY179" fmla="*/ 1479671 h 1951613"/>
                <a:gd name="connsiteX180" fmla="*/ 793027 w 1765612"/>
                <a:gd name="connsiteY180" fmla="*/ 1514446 h 1951613"/>
                <a:gd name="connsiteX181" fmla="*/ 743458 w 1765612"/>
                <a:gd name="connsiteY181" fmla="*/ 1502943 h 1951613"/>
                <a:gd name="connsiteX182" fmla="*/ 705874 w 1765612"/>
                <a:gd name="connsiteY182" fmla="*/ 1476938 h 1951613"/>
                <a:gd name="connsiteX183" fmla="*/ 791223 w 1765612"/>
                <a:gd name="connsiteY183" fmla="*/ 1408456 h 1951613"/>
                <a:gd name="connsiteX184" fmla="*/ 814978 w 1765612"/>
                <a:gd name="connsiteY184" fmla="*/ 1391449 h 1951613"/>
                <a:gd name="connsiteX185" fmla="*/ 810796 w 1765612"/>
                <a:gd name="connsiteY185" fmla="*/ 1338918 h 1951613"/>
                <a:gd name="connsiteX186" fmla="*/ 803361 w 1765612"/>
                <a:gd name="connsiteY186" fmla="*/ 1244278 h 1951613"/>
                <a:gd name="connsiteX187" fmla="*/ 845889 w 1765612"/>
                <a:gd name="connsiteY187" fmla="*/ 1251218 h 1951613"/>
                <a:gd name="connsiteX188" fmla="*/ 858599 w 1765612"/>
                <a:gd name="connsiteY188" fmla="*/ 1244863 h 1951613"/>
                <a:gd name="connsiteX189" fmla="*/ 868641 w 1765612"/>
                <a:gd name="connsiteY189" fmla="*/ 1248905 h 1951613"/>
                <a:gd name="connsiteX190" fmla="*/ 872161 w 1765612"/>
                <a:gd name="connsiteY190" fmla="*/ 1254802 h 1951613"/>
                <a:gd name="connsiteX191" fmla="*/ 927629 w 1765612"/>
                <a:gd name="connsiteY191" fmla="*/ 1249171 h 1951613"/>
                <a:gd name="connsiteX192" fmla="*/ 940809 w 1765612"/>
                <a:gd name="connsiteY192" fmla="*/ 1240020 h 1951613"/>
                <a:gd name="connsiteX193" fmla="*/ 985180 w 1765612"/>
                <a:gd name="connsiteY193" fmla="*/ 1248650 h 1951613"/>
                <a:gd name="connsiteX194" fmla="*/ 999403 w 1765612"/>
                <a:gd name="connsiteY194" fmla="*/ 1247214 h 1951613"/>
                <a:gd name="connsiteX195" fmla="*/ 1015075 w 1765612"/>
                <a:gd name="connsiteY195" fmla="*/ 1240287 h 1951613"/>
                <a:gd name="connsiteX196" fmla="*/ 1027213 w 1765612"/>
                <a:gd name="connsiteY196" fmla="*/ 1235978 h 1951613"/>
                <a:gd name="connsiteX197" fmla="*/ 1027975 w 1765612"/>
                <a:gd name="connsiteY197" fmla="*/ 1224082 h 1951613"/>
                <a:gd name="connsiteX198" fmla="*/ 1034331 w 1765612"/>
                <a:gd name="connsiteY198" fmla="*/ 1207876 h 1951613"/>
                <a:gd name="connsiteX199" fmla="*/ 1030149 w 1765612"/>
                <a:gd name="connsiteY199" fmla="*/ 1202639 h 1951613"/>
                <a:gd name="connsiteX200" fmla="*/ 982651 w 1765612"/>
                <a:gd name="connsiteY200" fmla="*/ 1202258 h 1951613"/>
                <a:gd name="connsiteX201" fmla="*/ 970779 w 1765612"/>
                <a:gd name="connsiteY201" fmla="*/ 1205245 h 1951613"/>
                <a:gd name="connsiteX202" fmla="*/ 930832 w 1765612"/>
                <a:gd name="connsiteY202" fmla="*/ 1200428 h 1951613"/>
                <a:gd name="connsiteX203" fmla="*/ 856718 w 1765612"/>
                <a:gd name="connsiteY203" fmla="*/ 1206567 h 1951613"/>
                <a:gd name="connsiteX204" fmla="*/ 842190 w 1765612"/>
                <a:gd name="connsiteY204" fmla="*/ 1206414 h 1951613"/>
                <a:gd name="connsiteX205" fmla="*/ 803171 w 1765612"/>
                <a:gd name="connsiteY205" fmla="*/ 1195179 h 1951613"/>
                <a:gd name="connsiteX206" fmla="*/ 745873 w 1765612"/>
                <a:gd name="connsiteY206" fmla="*/ 1195700 h 1951613"/>
                <a:gd name="connsiteX207" fmla="*/ 737649 w 1765612"/>
                <a:gd name="connsiteY207" fmla="*/ 1190349 h 1951613"/>
                <a:gd name="connsiteX208" fmla="*/ 725905 w 1765612"/>
                <a:gd name="connsiteY208" fmla="*/ 1189167 h 1951613"/>
                <a:gd name="connsiteX209" fmla="*/ 719893 w 1765612"/>
                <a:gd name="connsiteY209" fmla="*/ 1194009 h 1951613"/>
                <a:gd name="connsiteX210" fmla="*/ 714034 w 1765612"/>
                <a:gd name="connsiteY210" fmla="*/ 1192166 h 1951613"/>
                <a:gd name="connsiteX211" fmla="*/ 709852 w 1765612"/>
                <a:gd name="connsiteY211" fmla="*/ 1185125 h 1951613"/>
                <a:gd name="connsiteX212" fmla="*/ 686884 w 1765612"/>
                <a:gd name="connsiteY212" fmla="*/ 1185633 h 1951613"/>
                <a:gd name="connsiteX213" fmla="*/ 672903 w 1765612"/>
                <a:gd name="connsiteY213" fmla="*/ 1179888 h 1951613"/>
                <a:gd name="connsiteX214" fmla="*/ 648894 w 1765612"/>
                <a:gd name="connsiteY214" fmla="*/ 1180409 h 1951613"/>
                <a:gd name="connsiteX215" fmla="*/ 642373 w 1765612"/>
                <a:gd name="connsiteY215" fmla="*/ 1190577 h 1951613"/>
                <a:gd name="connsiteX216" fmla="*/ 634010 w 1765612"/>
                <a:gd name="connsiteY216" fmla="*/ 1194225 h 1951613"/>
                <a:gd name="connsiteX217" fmla="*/ 623842 w 1765612"/>
                <a:gd name="connsiteY217" fmla="*/ 1192662 h 1951613"/>
                <a:gd name="connsiteX218" fmla="*/ 620029 w 1765612"/>
                <a:gd name="connsiteY218" fmla="*/ 1194098 h 1951613"/>
                <a:gd name="connsiteX219" fmla="*/ 620296 w 1765612"/>
                <a:gd name="connsiteY219" fmla="*/ 1198534 h 1951613"/>
                <a:gd name="connsiteX220" fmla="*/ 593795 w 1765612"/>
                <a:gd name="connsiteY220" fmla="*/ 1208079 h 1951613"/>
                <a:gd name="connsiteX221" fmla="*/ 557126 w 1765612"/>
                <a:gd name="connsiteY221" fmla="*/ 1209134 h 1951613"/>
                <a:gd name="connsiteX222" fmla="*/ 520978 w 1765612"/>
                <a:gd name="connsiteY222" fmla="*/ 1175008 h 1951613"/>
                <a:gd name="connsiteX223" fmla="*/ 433418 w 1765612"/>
                <a:gd name="connsiteY223" fmla="*/ 1086138 h 1951613"/>
                <a:gd name="connsiteX224" fmla="*/ 426504 w 1765612"/>
                <a:gd name="connsiteY224" fmla="*/ 1082998 h 1951613"/>
                <a:gd name="connsiteX225" fmla="*/ 377556 w 1765612"/>
                <a:gd name="connsiteY225" fmla="*/ 1053765 h 1951613"/>
                <a:gd name="connsiteX226" fmla="*/ 356292 w 1765612"/>
                <a:gd name="connsiteY226" fmla="*/ 1067378 h 1951613"/>
                <a:gd name="connsiteX227" fmla="*/ 338803 w 1765612"/>
                <a:gd name="connsiteY227" fmla="*/ 1053117 h 1951613"/>
                <a:gd name="connsiteX228" fmla="*/ 329397 w 1765612"/>
                <a:gd name="connsiteY228" fmla="*/ 1006979 h 1951613"/>
                <a:gd name="connsiteX229" fmla="*/ 362024 w 1765612"/>
                <a:gd name="connsiteY229" fmla="*/ 966204 h 1951613"/>
                <a:gd name="connsiteX230" fmla="*/ 359152 w 1765612"/>
                <a:gd name="connsiteY230" fmla="*/ 955617 h 1951613"/>
                <a:gd name="connsiteX231" fmla="*/ 352632 w 1765612"/>
                <a:gd name="connsiteY231" fmla="*/ 951422 h 1951613"/>
                <a:gd name="connsiteX232" fmla="*/ 345006 w 1765612"/>
                <a:gd name="connsiteY232" fmla="*/ 952693 h 1951613"/>
                <a:gd name="connsiteX233" fmla="*/ 326614 w 1765612"/>
                <a:gd name="connsiteY233" fmla="*/ 956227 h 1951613"/>
                <a:gd name="connsiteX234" fmla="*/ 295283 w 1765612"/>
                <a:gd name="connsiteY234" fmla="*/ 951638 h 1951613"/>
                <a:gd name="connsiteX235" fmla="*/ 304676 w 1765612"/>
                <a:gd name="connsiteY235" fmla="*/ 938928 h 1951613"/>
                <a:gd name="connsiteX236" fmla="*/ 305451 w 1765612"/>
                <a:gd name="connsiteY236" fmla="*/ 932649 h 1951613"/>
                <a:gd name="connsiteX237" fmla="*/ 248561 w 1765612"/>
                <a:gd name="connsiteY237" fmla="*/ 930679 h 1951613"/>
                <a:gd name="connsiteX238" fmla="*/ 244506 w 1765612"/>
                <a:gd name="connsiteY238" fmla="*/ 938928 h 1951613"/>
                <a:gd name="connsiteX239" fmla="*/ 227423 w 1765612"/>
                <a:gd name="connsiteY239" fmla="*/ 941407 h 1951613"/>
                <a:gd name="connsiteX240" fmla="*/ 201584 w 1765612"/>
                <a:gd name="connsiteY240" fmla="*/ 952846 h 1951613"/>
                <a:gd name="connsiteX241" fmla="*/ 177167 w 1765612"/>
                <a:gd name="connsiteY241" fmla="*/ 961476 h 1951613"/>
                <a:gd name="connsiteX242" fmla="*/ 166211 w 1765612"/>
                <a:gd name="connsiteY242" fmla="*/ 961476 h 1951613"/>
                <a:gd name="connsiteX243" fmla="*/ 160606 w 1765612"/>
                <a:gd name="connsiteY243" fmla="*/ 954930 h 1951613"/>
                <a:gd name="connsiteX244" fmla="*/ 141159 w 1765612"/>
                <a:gd name="connsiteY244" fmla="*/ 952846 h 1951613"/>
                <a:gd name="connsiteX245" fmla="*/ 127852 w 1765612"/>
                <a:gd name="connsiteY245" fmla="*/ 942512 h 1951613"/>
                <a:gd name="connsiteX246" fmla="*/ 109320 w 1765612"/>
                <a:gd name="connsiteY246" fmla="*/ 944216 h 1951613"/>
                <a:gd name="connsiteX247" fmla="*/ 105927 w 1765612"/>
                <a:gd name="connsiteY247" fmla="*/ 951397 h 1951613"/>
                <a:gd name="connsiteX248" fmla="*/ 107490 w 1765612"/>
                <a:gd name="connsiteY248" fmla="*/ 959519 h 1951613"/>
                <a:gd name="connsiteX249" fmla="*/ 97449 w 1765612"/>
                <a:gd name="connsiteY249" fmla="*/ 962912 h 1951613"/>
                <a:gd name="connsiteX250" fmla="*/ 75257 w 1765612"/>
                <a:gd name="connsiteY250" fmla="*/ 958985 h 1951613"/>
                <a:gd name="connsiteX251" fmla="*/ 61428 w 1765612"/>
                <a:gd name="connsiteY251" fmla="*/ 944737 h 1951613"/>
                <a:gd name="connsiteX252" fmla="*/ 41855 w 1765612"/>
                <a:gd name="connsiteY252" fmla="*/ 942767 h 1951613"/>
                <a:gd name="connsiteX253" fmla="*/ 32322 w 1765612"/>
                <a:gd name="connsiteY253" fmla="*/ 929446 h 1951613"/>
                <a:gd name="connsiteX254" fmla="*/ 44320 w 1765612"/>
                <a:gd name="connsiteY254" fmla="*/ 921820 h 1951613"/>
                <a:gd name="connsiteX255" fmla="*/ 38969 w 1765612"/>
                <a:gd name="connsiteY255" fmla="*/ 901840 h 1951613"/>
                <a:gd name="connsiteX256" fmla="*/ 17362 w 1765612"/>
                <a:gd name="connsiteY256" fmla="*/ 898955 h 1951613"/>
                <a:gd name="connsiteX257" fmla="*/ 7842 w 1765612"/>
                <a:gd name="connsiteY257" fmla="*/ 895815 h 1951613"/>
                <a:gd name="connsiteX258" fmla="*/ 0 w 1765612"/>
                <a:gd name="connsiteY258" fmla="*/ 897391 h 1951613"/>
                <a:gd name="connsiteX259" fmla="*/ 25318 w 1765612"/>
                <a:gd name="connsiteY259" fmla="*/ 867713 h 1951613"/>
                <a:gd name="connsiteX260" fmla="*/ 64339 w 1765612"/>
                <a:gd name="connsiteY260" fmla="*/ 859489 h 1951613"/>
                <a:gd name="connsiteX261" fmla="*/ 149497 w 1765612"/>
                <a:gd name="connsiteY261" fmla="*/ 873331 h 1951613"/>
                <a:gd name="connsiteX262" fmla="*/ 179493 w 1765612"/>
                <a:gd name="connsiteY262" fmla="*/ 850605 h 1951613"/>
                <a:gd name="connsiteX263" fmla="*/ 281417 w 1765612"/>
                <a:gd name="connsiteY263" fmla="*/ 825502 h 1951613"/>
                <a:gd name="connsiteX264" fmla="*/ 306087 w 1765612"/>
                <a:gd name="connsiteY264" fmla="*/ 764493 h 1951613"/>
                <a:gd name="connsiteX265" fmla="*/ 280667 w 1765612"/>
                <a:gd name="connsiteY265" fmla="*/ 747118 h 1951613"/>
                <a:gd name="connsiteX266" fmla="*/ 322305 w 1765612"/>
                <a:gd name="connsiteY266" fmla="*/ 693392 h 1951613"/>
                <a:gd name="connsiteX267" fmla="*/ 358580 w 1765612"/>
                <a:gd name="connsiteY267" fmla="*/ 685169 h 1951613"/>
                <a:gd name="connsiteX268" fmla="*/ 377900 w 1765612"/>
                <a:gd name="connsiteY268" fmla="*/ 648182 h 1951613"/>
                <a:gd name="connsiteX269" fmla="*/ 352479 w 1765612"/>
                <a:gd name="connsiteY269" fmla="*/ 568705 h 1951613"/>
                <a:gd name="connsiteX270" fmla="*/ 290898 w 1765612"/>
                <a:gd name="connsiteY270" fmla="*/ 481399 h 1951613"/>
                <a:gd name="connsiteX271" fmla="*/ 346365 w 1765612"/>
                <a:gd name="connsiteY271" fmla="*/ 434371 h 1951613"/>
                <a:gd name="connsiteX272" fmla="*/ 355746 w 1765612"/>
                <a:gd name="connsiteY272" fmla="*/ 376324 h 1951613"/>
                <a:gd name="connsiteX273" fmla="*/ 383416 w 1765612"/>
                <a:gd name="connsiteY273" fmla="*/ 366397 h 1951613"/>
                <a:gd name="connsiteX274" fmla="*/ 375790 w 1765612"/>
                <a:gd name="connsiteY274" fmla="*/ 320399 h 1951613"/>
                <a:gd name="connsiteX275" fmla="*/ 399799 w 1765612"/>
                <a:gd name="connsiteY275" fmla="*/ 302490 h 1951613"/>
                <a:gd name="connsiteX276" fmla="*/ 425627 w 1765612"/>
                <a:gd name="connsiteY276" fmla="*/ 306786 h 1951613"/>
                <a:gd name="connsiteX277" fmla="*/ 445455 w 1765612"/>
                <a:gd name="connsiteY277" fmla="*/ 282383 h 1951613"/>
                <a:gd name="connsiteX278" fmla="*/ 470265 w 1765612"/>
                <a:gd name="connsiteY278" fmla="*/ 300024 h 1951613"/>
                <a:gd name="connsiteX279" fmla="*/ 477815 w 1765612"/>
                <a:gd name="connsiteY279" fmla="*/ 281862 h 1951613"/>
                <a:gd name="connsiteX280" fmla="*/ 506400 w 1765612"/>
                <a:gd name="connsiteY280" fmla="*/ 274426 h 1951613"/>
                <a:gd name="connsiteX281" fmla="*/ 527537 w 1765612"/>
                <a:gd name="connsiteY281" fmla="*/ 266444 h 1951613"/>
                <a:gd name="connsiteX282" fmla="*/ 488262 w 1765612"/>
                <a:gd name="connsiteY282" fmla="*/ 245015 h 1951613"/>
                <a:gd name="connsiteX283" fmla="*/ 453945 w 1765612"/>
                <a:gd name="connsiteY283" fmla="*/ 237160 h 1951613"/>
                <a:gd name="connsiteX284" fmla="*/ 456029 w 1765612"/>
                <a:gd name="connsiteY284" fmla="*/ 217167 h 1951613"/>
                <a:gd name="connsiteX285" fmla="*/ 419742 w 1765612"/>
                <a:gd name="connsiteY285" fmla="*/ 194288 h 1951613"/>
                <a:gd name="connsiteX286" fmla="*/ 423008 w 1765612"/>
                <a:gd name="connsiteY286" fmla="*/ 140041 h 1951613"/>
                <a:gd name="connsiteX287" fmla="*/ 482644 w 1765612"/>
                <a:gd name="connsiteY287" fmla="*/ 119705 h 1951613"/>
                <a:gd name="connsiteX288" fmla="*/ 510836 w 1765612"/>
                <a:gd name="connsiteY288" fmla="*/ 144273 h 1951613"/>
                <a:gd name="connsiteX289" fmla="*/ 560304 w 1765612"/>
                <a:gd name="connsiteY289" fmla="*/ 120226 h 1951613"/>
                <a:gd name="connsiteX290" fmla="*/ 582356 w 1765612"/>
                <a:gd name="connsiteY290" fmla="*/ 156691 h 1951613"/>
                <a:gd name="connsiteX291" fmla="*/ 658693 w 1765612"/>
                <a:gd name="connsiteY291" fmla="*/ 149891 h 1951613"/>
                <a:gd name="connsiteX292" fmla="*/ 713246 w 1765612"/>
                <a:gd name="connsiteY292" fmla="*/ 138134 h 1951613"/>
                <a:gd name="connsiteX293" fmla="*/ 731905 w 1765612"/>
                <a:gd name="connsiteY293" fmla="*/ 90039 h 1951613"/>
                <a:gd name="connsiteX294" fmla="*/ 756054 w 1765612"/>
                <a:gd name="connsiteY294" fmla="*/ 110286 h 1951613"/>
                <a:gd name="connsiteX295" fmla="*/ 821562 w 1765612"/>
                <a:gd name="connsiteY295" fmla="*/ 132123 h 1951613"/>
                <a:gd name="connsiteX296" fmla="*/ 820520 w 1765612"/>
                <a:gd name="connsiteY296" fmla="*/ 159437 h 1951613"/>
                <a:gd name="connsiteX297" fmla="*/ 877029 w 1765612"/>
                <a:gd name="connsiteY297" fmla="*/ 155776 h 1951613"/>
                <a:gd name="connsiteX298" fmla="*/ 890591 w 1765612"/>
                <a:gd name="connsiteY298" fmla="*/ 155382 h 1951613"/>
                <a:gd name="connsiteX299" fmla="*/ 906123 w 1765612"/>
                <a:gd name="connsiteY299" fmla="*/ 174448 h 1951613"/>
                <a:gd name="connsiteX300" fmla="*/ 965746 w 1765612"/>
                <a:gd name="connsiteY300" fmla="*/ 147260 h 1951613"/>
                <a:gd name="connsiteX301" fmla="*/ 1001259 w 1765612"/>
                <a:gd name="connsiteY301" fmla="*/ 163784 h 1951613"/>
                <a:gd name="connsiteX302" fmla="*/ 1045744 w 1765612"/>
                <a:gd name="connsiteY302" fmla="*/ 122476 h 1951613"/>
                <a:gd name="connsiteX303" fmla="*/ 1044028 w 1765612"/>
                <a:gd name="connsiteY303" fmla="*/ 104046 h 1951613"/>
                <a:gd name="connsiteX304" fmla="*/ 1038169 w 1765612"/>
                <a:gd name="connsiteY304" fmla="*/ 93992 h 1951613"/>
                <a:gd name="connsiteX305" fmla="*/ 1023388 w 1765612"/>
                <a:gd name="connsiteY305" fmla="*/ 99356 h 1951613"/>
                <a:gd name="connsiteX306" fmla="*/ 1017528 w 1765612"/>
                <a:gd name="connsiteY306" fmla="*/ 90458 h 1951613"/>
                <a:gd name="connsiteX307" fmla="*/ 1036327 w 1765612"/>
                <a:gd name="connsiteY307" fmla="*/ 69144 h 1951613"/>
                <a:gd name="connsiteX308" fmla="*/ 1008262 w 1765612"/>
                <a:gd name="connsiteY308" fmla="*/ 49023 h 1951613"/>
                <a:gd name="connsiteX309" fmla="*/ 991612 w 1765612"/>
                <a:gd name="connsiteY309" fmla="*/ 67301 h 1951613"/>
                <a:gd name="connsiteX310" fmla="*/ 960828 w 1765612"/>
                <a:gd name="connsiteY310" fmla="*/ 56726 h 1951613"/>
                <a:gd name="connsiteX311" fmla="*/ 988091 w 1765612"/>
                <a:gd name="connsiteY311" fmla="*/ 28356 h 1951613"/>
                <a:gd name="connsiteX312" fmla="*/ 1079833 w 1765612"/>
                <a:gd name="connsiteY312" fmla="*/ 0 h 1951613"/>
                <a:gd name="connsiteX313" fmla="*/ 1089354 w 1765612"/>
                <a:gd name="connsiteY313" fmla="*/ 33047 h 1951613"/>
                <a:gd name="connsiteX314" fmla="*/ 1110897 w 1765612"/>
                <a:gd name="connsiteY314" fmla="*/ 40368 h 195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Lst>
              <a:rect l="l" t="t" r="r" b="b"/>
              <a:pathLst>
                <a:path w="1765612" h="1951613">
                  <a:moveTo>
                    <a:pt x="1279613" y="284276"/>
                  </a:moveTo>
                  <a:lnTo>
                    <a:pt x="1263432" y="366346"/>
                  </a:lnTo>
                  <a:lnTo>
                    <a:pt x="1206668" y="387127"/>
                  </a:lnTo>
                  <a:lnTo>
                    <a:pt x="1153934" y="367541"/>
                  </a:lnTo>
                  <a:lnTo>
                    <a:pt x="1137411" y="374214"/>
                  </a:lnTo>
                  <a:lnTo>
                    <a:pt x="1090307" y="393432"/>
                  </a:lnTo>
                  <a:lnTo>
                    <a:pt x="1060933" y="391462"/>
                  </a:lnTo>
                  <a:lnTo>
                    <a:pt x="998158" y="403358"/>
                  </a:lnTo>
                  <a:lnTo>
                    <a:pt x="873661" y="403231"/>
                  </a:lnTo>
                  <a:lnTo>
                    <a:pt x="873394" y="432770"/>
                  </a:lnTo>
                  <a:lnTo>
                    <a:pt x="846703" y="443751"/>
                  </a:lnTo>
                  <a:lnTo>
                    <a:pt x="851787" y="477599"/>
                  </a:lnTo>
                  <a:lnTo>
                    <a:pt x="830777" y="508179"/>
                  </a:lnTo>
                  <a:lnTo>
                    <a:pt x="792532" y="510543"/>
                  </a:lnTo>
                  <a:lnTo>
                    <a:pt x="809055" y="553542"/>
                  </a:lnTo>
                  <a:lnTo>
                    <a:pt x="825235" y="579687"/>
                  </a:lnTo>
                  <a:lnTo>
                    <a:pt x="861917" y="568832"/>
                  </a:lnTo>
                  <a:lnTo>
                    <a:pt x="879914" y="599667"/>
                  </a:lnTo>
                  <a:lnTo>
                    <a:pt x="832810" y="633794"/>
                  </a:lnTo>
                  <a:lnTo>
                    <a:pt x="849779" y="672357"/>
                  </a:lnTo>
                  <a:lnTo>
                    <a:pt x="864128" y="716843"/>
                  </a:lnTo>
                  <a:lnTo>
                    <a:pt x="828629" y="766781"/>
                  </a:lnTo>
                  <a:lnTo>
                    <a:pt x="850808" y="779186"/>
                  </a:lnTo>
                  <a:lnTo>
                    <a:pt x="885266" y="798137"/>
                  </a:lnTo>
                  <a:lnTo>
                    <a:pt x="932649" y="803488"/>
                  </a:lnTo>
                  <a:lnTo>
                    <a:pt x="966052" y="782199"/>
                  </a:lnTo>
                  <a:lnTo>
                    <a:pt x="989159" y="799993"/>
                  </a:lnTo>
                  <a:lnTo>
                    <a:pt x="1014211" y="819211"/>
                  </a:lnTo>
                  <a:lnTo>
                    <a:pt x="1037305" y="814368"/>
                  </a:lnTo>
                  <a:lnTo>
                    <a:pt x="1065878" y="851495"/>
                  </a:lnTo>
                  <a:lnTo>
                    <a:pt x="1106728" y="840640"/>
                  </a:lnTo>
                  <a:lnTo>
                    <a:pt x="1163746" y="867179"/>
                  </a:lnTo>
                  <a:lnTo>
                    <a:pt x="1187768" y="884973"/>
                  </a:lnTo>
                  <a:lnTo>
                    <a:pt x="1225734" y="874399"/>
                  </a:lnTo>
                  <a:lnTo>
                    <a:pt x="1366436" y="765091"/>
                  </a:lnTo>
                  <a:lnTo>
                    <a:pt x="1392911" y="731243"/>
                  </a:lnTo>
                  <a:lnTo>
                    <a:pt x="1394182" y="697002"/>
                  </a:lnTo>
                  <a:lnTo>
                    <a:pt x="1413375" y="664464"/>
                  </a:lnTo>
                  <a:lnTo>
                    <a:pt x="1416387" y="638955"/>
                  </a:lnTo>
                  <a:lnTo>
                    <a:pt x="1420289" y="606950"/>
                  </a:lnTo>
                  <a:lnTo>
                    <a:pt x="1424598" y="570752"/>
                  </a:lnTo>
                  <a:lnTo>
                    <a:pt x="1424089" y="540425"/>
                  </a:lnTo>
                  <a:lnTo>
                    <a:pt x="1422373" y="519771"/>
                  </a:lnTo>
                  <a:lnTo>
                    <a:pt x="1430470" y="404489"/>
                  </a:lnTo>
                  <a:lnTo>
                    <a:pt x="1432707" y="399520"/>
                  </a:lnTo>
                  <a:lnTo>
                    <a:pt x="1526267" y="391284"/>
                  </a:lnTo>
                  <a:lnTo>
                    <a:pt x="1549615" y="378726"/>
                  </a:lnTo>
                  <a:lnTo>
                    <a:pt x="1580819" y="352734"/>
                  </a:lnTo>
                  <a:lnTo>
                    <a:pt x="1580946" y="350369"/>
                  </a:lnTo>
                  <a:lnTo>
                    <a:pt x="1624580" y="335765"/>
                  </a:lnTo>
                  <a:lnTo>
                    <a:pt x="1590262" y="303088"/>
                  </a:lnTo>
                  <a:lnTo>
                    <a:pt x="1639197" y="286374"/>
                  </a:lnTo>
                  <a:lnTo>
                    <a:pt x="1645552" y="266762"/>
                  </a:lnTo>
                  <a:lnTo>
                    <a:pt x="1665520" y="260407"/>
                  </a:lnTo>
                  <a:lnTo>
                    <a:pt x="1672955" y="257521"/>
                  </a:lnTo>
                  <a:lnTo>
                    <a:pt x="1589068" y="206541"/>
                  </a:lnTo>
                  <a:lnTo>
                    <a:pt x="1589335" y="202372"/>
                  </a:lnTo>
                  <a:lnTo>
                    <a:pt x="1570536" y="192699"/>
                  </a:lnTo>
                  <a:lnTo>
                    <a:pt x="1534007" y="192699"/>
                  </a:lnTo>
                  <a:lnTo>
                    <a:pt x="1515603" y="189573"/>
                  </a:lnTo>
                  <a:lnTo>
                    <a:pt x="1501507" y="190475"/>
                  </a:lnTo>
                  <a:lnTo>
                    <a:pt x="1498495" y="174537"/>
                  </a:lnTo>
                  <a:lnTo>
                    <a:pt x="1474345" y="179760"/>
                  </a:lnTo>
                  <a:lnTo>
                    <a:pt x="1463262" y="192305"/>
                  </a:lnTo>
                  <a:lnTo>
                    <a:pt x="1462347" y="203541"/>
                  </a:lnTo>
                  <a:lnTo>
                    <a:pt x="1458534" y="228784"/>
                  </a:lnTo>
                  <a:lnTo>
                    <a:pt x="1427089" y="235444"/>
                  </a:lnTo>
                  <a:lnTo>
                    <a:pt x="1393013" y="260661"/>
                  </a:lnTo>
                  <a:lnTo>
                    <a:pt x="1346163" y="271897"/>
                  </a:lnTo>
                  <a:lnTo>
                    <a:pt x="1314718" y="293339"/>
                  </a:lnTo>
                  <a:close/>
                  <a:moveTo>
                    <a:pt x="1081333" y="73185"/>
                  </a:moveTo>
                  <a:lnTo>
                    <a:pt x="1078715" y="91221"/>
                  </a:lnTo>
                  <a:lnTo>
                    <a:pt x="1133013" y="87306"/>
                  </a:lnTo>
                  <a:lnTo>
                    <a:pt x="1152586" y="92797"/>
                  </a:lnTo>
                  <a:lnTo>
                    <a:pt x="1138491" y="113578"/>
                  </a:lnTo>
                  <a:lnTo>
                    <a:pt x="1137843" y="135796"/>
                  </a:lnTo>
                  <a:lnTo>
                    <a:pt x="1151404" y="135796"/>
                  </a:lnTo>
                  <a:lnTo>
                    <a:pt x="1184451" y="147044"/>
                  </a:lnTo>
                  <a:lnTo>
                    <a:pt x="1188505" y="159055"/>
                  </a:lnTo>
                  <a:lnTo>
                    <a:pt x="1204686" y="156170"/>
                  </a:lnTo>
                  <a:lnTo>
                    <a:pt x="1224005" y="109778"/>
                  </a:lnTo>
                  <a:lnTo>
                    <a:pt x="1239525" y="95657"/>
                  </a:lnTo>
                  <a:lnTo>
                    <a:pt x="1248015" y="100500"/>
                  </a:lnTo>
                  <a:lnTo>
                    <a:pt x="1276079" y="69525"/>
                  </a:lnTo>
                  <a:lnTo>
                    <a:pt x="1304041" y="84294"/>
                  </a:lnTo>
                  <a:lnTo>
                    <a:pt x="1304969" y="111481"/>
                  </a:lnTo>
                  <a:lnTo>
                    <a:pt x="1335245" y="134220"/>
                  </a:lnTo>
                  <a:lnTo>
                    <a:pt x="1359255" y="118675"/>
                  </a:lnTo>
                  <a:lnTo>
                    <a:pt x="1371011" y="141147"/>
                  </a:lnTo>
                  <a:lnTo>
                    <a:pt x="1401923" y="147299"/>
                  </a:lnTo>
                  <a:lnTo>
                    <a:pt x="1430381" y="146117"/>
                  </a:lnTo>
                  <a:lnTo>
                    <a:pt x="1467965" y="139456"/>
                  </a:lnTo>
                  <a:lnTo>
                    <a:pt x="1493017" y="128335"/>
                  </a:lnTo>
                  <a:lnTo>
                    <a:pt x="1515895" y="88476"/>
                  </a:lnTo>
                  <a:lnTo>
                    <a:pt x="1529202" y="80850"/>
                  </a:lnTo>
                  <a:lnTo>
                    <a:pt x="1538989" y="104503"/>
                  </a:lnTo>
                  <a:lnTo>
                    <a:pt x="1577883" y="140575"/>
                  </a:lnTo>
                  <a:lnTo>
                    <a:pt x="1599490" y="186192"/>
                  </a:lnTo>
                  <a:lnTo>
                    <a:pt x="1616445" y="193373"/>
                  </a:lnTo>
                  <a:lnTo>
                    <a:pt x="1623373" y="185531"/>
                  </a:lnTo>
                  <a:lnTo>
                    <a:pt x="1625063" y="170762"/>
                  </a:lnTo>
                  <a:lnTo>
                    <a:pt x="1633960" y="167762"/>
                  </a:lnTo>
                  <a:lnTo>
                    <a:pt x="1644001" y="189064"/>
                  </a:lnTo>
                  <a:lnTo>
                    <a:pt x="1656712" y="205588"/>
                  </a:lnTo>
                  <a:lnTo>
                    <a:pt x="1694842" y="206859"/>
                  </a:lnTo>
                  <a:lnTo>
                    <a:pt x="1725245" y="214701"/>
                  </a:lnTo>
                  <a:lnTo>
                    <a:pt x="1731905" y="229076"/>
                  </a:lnTo>
                  <a:lnTo>
                    <a:pt x="1715458" y="247760"/>
                  </a:lnTo>
                  <a:lnTo>
                    <a:pt x="1702748" y="271909"/>
                  </a:lnTo>
                  <a:lnTo>
                    <a:pt x="1713717" y="299096"/>
                  </a:lnTo>
                  <a:lnTo>
                    <a:pt x="1718013" y="326017"/>
                  </a:lnTo>
                  <a:lnTo>
                    <a:pt x="1719855" y="361605"/>
                  </a:lnTo>
                  <a:lnTo>
                    <a:pt x="1765613" y="400028"/>
                  </a:lnTo>
                  <a:lnTo>
                    <a:pt x="1764341" y="433227"/>
                  </a:lnTo>
                  <a:lnTo>
                    <a:pt x="1735159" y="466681"/>
                  </a:lnTo>
                  <a:lnTo>
                    <a:pt x="1668202" y="477535"/>
                  </a:lnTo>
                  <a:lnTo>
                    <a:pt x="1628012" y="529647"/>
                  </a:lnTo>
                  <a:lnTo>
                    <a:pt x="1619115" y="545064"/>
                  </a:lnTo>
                  <a:lnTo>
                    <a:pt x="1604370" y="610166"/>
                  </a:lnTo>
                  <a:lnTo>
                    <a:pt x="1596541" y="628469"/>
                  </a:lnTo>
                  <a:lnTo>
                    <a:pt x="1586615" y="643225"/>
                  </a:lnTo>
                  <a:lnTo>
                    <a:pt x="1553568" y="668061"/>
                  </a:lnTo>
                  <a:lnTo>
                    <a:pt x="1536460" y="683479"/>
                  </a:lnTo>
                  <a:lnTo>
                    <a:pt x="1531770" y="694740"/>
                  </a:lnTo>
                  <a:lnTo>
                    <a:pt x="1524589" y="723605"/>
                  </a:lnTo>
                  <a:lnTo>
                    <a:pt x="1519899" y="734853"/>
                  </a:lnTo>
                  <a:lnTo>
                    <a:pt x="1511281" y="743877"/>
                  </a:lnTo>
                  <a:lnTo>
                    <a:pt x="1491581" y="759689"/>
                  </a:lnTo>
                  <a:lnTo>
                    <a:pt x="1485708" y="771458"/>
                  </a:lnTo>
                  <a:lnTo>
                    <a:pt x="1486229" y="789888"/>
                  </a:lnTo>
                  <a:lnTo>
                    <a:pt x="1482048" y="807009"/>
                  </a:lnTo>
                  <a:lnTo>
                    <a:pt x="1469909" y="842953"/>
                  </a:lnTo>
                  <a:lnTo>
                    <a:pt x="1453386" y="876140"/>
                  </a:lnTo>
                  <a:lnTo>
                    <a:pt x="1435490" y="908169"/>
                  </a:lnTo>
                  <a:lnTo>
                    <a:pt x="1431982" y="919278"/>
                  </a:lnTo>
                  <a:lnTo>
                    <a:pt x="1428462" y="941369"/>
                  </a:lnTo>
                  <a:lnTo>
                    <a:pt x="1424280" y="956150"/>
                  </a:lnTo>
                  <a:lnTo>
                    <a:pt x="1410438" y="986464"/>
                  </a:lnTo>
                  <a:lnTo>
                    <a:pt x="1405749" y="1009737"/>
                  </a:lnTo>
                  <a:lnTo>
                    <a:pt x="1406002" y="1057438"/>
                  </a:lnTo>
                  <a:lnTo>
                    <a:pt x="1423225" y="1109194"/>
                  </a:lnTo>
                  <a:lnTo>
                    <a:pt x="1439291" y="1138084"/>
                  </a:lnTo>
                  <a:lnTo>
                    <a:pt x="1455598" y="1172580"/>
                  </a:lnTo>
                  <a:lnTo>
                    <a:pt x="1465384" y="1211664"/>
                  </a:lnTo>
                  <a:lnTo>
                    <a:pt x="1469553" y="1231924"/>
                  </a:lnTo>
                  <a:lnTo>
                    <a:pt x="1476227" y="1264208"/>
                  </a:lnTo>
                  <a:lnTo>
                    <a:pt x="1476862" y="1289031"/>
                  </a:lnTo>
                  <a:lnTo>
                    <a:pt x="1464470" y="1321582"/>
                  </a:lnTo>
                  <a:lnTo>
                    <a:pt x="1423110" y="1355823"/>
                  </a:lnTo>
                  <a:lnTo>
                    <a:pt x="1398834" y="1372944"/>
                  </a:lnTo>
                  <a:lnTo>
                    <a:pt x="1384078" y="1390738"/>
                  </a:lnTo>
                  <a:lnTo>
                    <a:pt x="1392034" y="1423276"/>
                  </a:lnTo>
                  <a:lnTo>
                    <a:pt x="1395173" y="1430978"/>
                  </a:lnTo>
                  <a:lnTo>
                    <a:pt x="1411697" y="1456602"/>
                  </a:lnTo>
                  <a:lnTo>
                    <a:pt x="1425398" y="1476455"/>
                  </a:lnTo>
                  <a:lnTo>
                    <a:pt x="1465219" y="1545218"/>
                  </a:lnTo>
                  <a:lnTo>
                    <a:pt x="1539587" y="1643239"/>
                  </a:lnTo>
                  <a:lnTo>
                    <a:pt x="1495750" y="1656584"/>
                  </a:lnTo>
                  <a:lnTo>
                    <a:pt x="1486217" y="1707285"/>
                  </a:lnTo>
                  <a:lnTo>
                    <a:pt x="1447591" y="1714225"/>
                  </a:lnTo>
                  <a:lnTo>
                    <a:pt x="1442367" y="1740916"/>
                  </a:lnTo>
                  <a:lnTo>
                    <a:pt x="1410006" y="1845344"/>
                  </a:lnTo>
                  <a:lnTo>
                    <a:pt x="1384420" y="1876064"/>
                  </a:lnTo>
                  <a:lnTo>
                    <a:pt x="1386772" y="1903251"/>
                  </a:lnTo>
                  <a:lnTo>
                    <a:pt x="1371901" y="1919203"/>
                  </a:lnTo>
                  <a:lnTo>
                    <a:pt x="1346188" y="1951614"/>
                  </a:lnTo>
                  <a:lnTo>
                    <a:pt x="1337838" y="1943898"/>
                  </a:lnTo>
                  <a:lnTo>
                    <a:pt x="1278583" y="1888876"/>
                  </a:lnTo>
                  <a:lnTo>
                    <a:pt x="1197936" y="1886779"/>
                  </a:lnTo>
                  <a:lnTo>
                    <a:pt x="1130077" y="1878822"/>
                  </a:lnTo>
                  <a:lnTo>
                    <a:pt x="1031153" y="1858295"/>
                  </a:lnTo>
                  <a:lnTo>
                    <a:pt x="975050" y="1862108"/>
                  </a:lnTo>
                  <a:lnTo>
                    <a:pt x="939678" y="1838327"/>
                  </a:lnTo>
                  <a:lnTo>
                    <a:pt x="946859" y="1806056"/>
                  </a:lnTo>
                  <a:lnTo>
                    <a:pt x="910000" y="1740828"/>
                  </a:lnTo>
                  <a:lnTo>
                    <a:pt x="931149" y="1672332"/>
                  </a:lnTo>
                  <a:lnTo>
                    <a:pt x="938776" y="1593262"/>
                  </a:lnTo>
                  <a:lnTo>
                    <a:pt x="903276" y="1500986"/>
                  </a:lnTo>
                  <a:lnTo>
                    <a:pt x="872771" y="1491313"/>
                  </a:lnTo>
                  <a:lnTo>
                    <a:pt x="827231" y="1479671"/>
                  </a:lnTo>
                  <a:lnTo>
                    <a:pt x="793027" y="1514446"/>
                  </a:lnTo>
                  <a:lnTo>
                    <a:pt x="743458" y="1502943"/>
                  </a:lnTo>
                  <a:lnTo>
                    <a:pt x="705874" y="1476938"/>
                  </a:lnTo>
                  <a:lnTo>
                    <a:pt x="791223" y="1408456"/>
                  </a:lnTo>
                  <a:lnTo>
                    <a:pt x="814978" y="1391449"/>
                  </a:lnTo>
                  <a:lnTo>
                    <a:pt x="810796" y="1338918"/>
                  </a:lnTo>
                  <a:lnTo>
                    <a:pt x="803361" y="1244278"/>
                  </a:lnTo>
                  <a:lnTo>
                    <a:pt x="845889" y="1251218"/>
                  </a:lnTo>
                  <a:lnTo>
                    <a:pt x="858599" y="1244863"/>
                  </a:lnTo>
                  <a:lnTo>
                    <a:pt x="868641" y="1248905"/>
                  </a:lnTo>
                  <a:lnTo>
                    <a:pt x="872161" y="1254802"/>
                  </a:lnTo>
                  <a:lnTo>
                    <a:pt x="927629" y="1249171"/>
                  </a:lnTo>
                  <a:lnTo>
                    <a:pt x="940809" y="1240020"/>
                  </a:lnTo>
                  <a:lnTo>
                    <a:pt x="985180" y="1248650"/>
                  </a:lnTo>
                  <a:lnTo>
                    <a:pt x="999403" y="1247214"/>
                  </a:lnTo>
                  <a:lnTo>
                    <a:pt x="1015075" y="1240287"/>
                  </a:lnTo>
                  <a:lnTo>
                    <a:pt x="1027213" y="1235978"/>
                  </a:lnTo>
                  <a:lnTo>
                    <a:pt x="1027975" y="1224082"/>
                  </a:lnTo>
                  <a:lnTo>
                    <a:pt x="1034331" y="1207876"/>
                  </a:lnTo>
                  <a:lnTo>
                    <a:pt x="1030149" y="1202639"/>
                  </a:lnTo>
                  <a:lnTo>
                    <a:pt x="982651" y="1202258"/>
                  </a:lnTo>
                  <a:lnTo>
                    <a:pt x="970779" y="1205245"/>
                  </a:lnTo>
                  <a:lnTo>
                    <a:pt x="930832" y="1200428"/>
                  </a:lnTo>
                  <a:lnTo>
                    <a:pt x="856718" y="1206567"/>
                  </a:lnTo>
                  <a:lnTo>
                    <a:pt x="842190" y="1206414"/>
                  </a:lnTo>
                  <a:lnTo>
                    <a:pt x="803171" y="1195179"/>
                  </a:lnTo>
                  <a:lnTo>
                    <a:pt x="745873" y="1195700"/>
                  </a:lnTo>
                  <a:lnTo>
                    <a:pt x="737649" y="1190349"/>
                  </a:lnTo>
                  <a:lnTo>
                    <a:pt x="725905" y="1189167"/>
                  </a:lnTo>
                  <a:lnTo>
                    <a:pt x="719893" y="1194009"/>
                  </a:lnTo>
                  <a:lnTo>
                    <a:pt x="714034" y="1192166"/>
                  </a:lnTo>
                  <a:lnTo>
                    <a:pt x="709852" y="1185125"/>
                  </a:lnTo>
                  <a:lnTo>
                    <a:pt x="686884" y="1185633"/>
                  </a:lnTo>
                  <a:lnTo>
                    <a:pt x="672903" y="1179888"/>
                  </a:lnTo>
                  <a:lnTo>
                    <a:pt x="648894" y="1180409"/>
                  </a:lnTo>
                  <a:lnTo>
                    <a:pt x="642373" y="1190577"/>
                  </a:lnTo>
                  <a:lnTo>
                    <a:pt x="634010" y="1194225"/>
                  </a:lnTo>
                  <a:lnTo>
                    <a:pt x="623842" y="1192662"/>
                  </a:lnTo>
                  <a:lnTo>
                    <a:pt x="620029" y="1194098"/>
                  </a:lnTo>
                  <a:lnTo>
                    <a:pt x="620296" y="1198534"/>
                  </a:lnTo>
                  <a:lnTo>
                    <a:pt x="593795" y="1208079"/>
                  </a:lnTo>
                  <a:lnTo>
                    <a:pt x="557126" y="1209134"/>
                  </a:lnTo>
                  <a:lnTo>
                    <a:pt x="520978" y="1175008"/>
                  </a:lnTo>
                  <a:lnTo>
                    <a:pt x="433418" y="1086138"/>
                  </a:lnTo>
                  <a:lnTo>
                    <a:pt x="426504" y="1082998"/>
                  </a:lnTo>
                  <a:lnTo>
                    <a:pt x="377556" y="1053765"/>
                  </a:lnTo>
                  <a:lnTo>
                    <a:pt x="356292" y="1067378"/>
                  </a:lnTo>
                  <a:lnTo>
                    <a:pt x="338803" y="1053117"/>
                  </a:lnTo>
                  <a:lnTo>
                    <a:pt x="329397" y="1006979"/>
                  </a:lnTo>
                  <a:lnTo>
                    <a:pt x="362024" y="966204"/>
                  </a:lnTo>
                  <a:lnTo>
                    <a:pt x="359152" y="955617"/>
                  </a:lnTo>
                  <a:lnTo>
                    <a:pt x="352632" y="951422"/>
                  </a:lnTo>
                  <a:lnTo>
                    <a:pt x="345006" y="952693"/>
                  </a:lnTo>
                  <a:lnTo>
                    <a:pt x="326614" y="956227"/>
                  </a:lnTo>
                  <a:lnTo>
                    <a:pt x="295283" y="951638"/>
                  </a:lnTo>
                  <a:lnTo>
                    <a:pt x="304676" y="938928"/>
                  </a:lnTo>
                  <a:lnTo>
                    <a:pt x="305451" y="932649"/>
                  </a:lnTo>
                  <a:lnTo>
                    <a:pt x="248561" y="930679"/>
                  </a:lnTo>
                  <a:lnTo>
                    <a:pt x="244506" y="938928"/>
                  </a:lnTo>
                  <a:lnTo>
                    <a:pt x="227423" y="941407"/>
                  </a:lnTo>
                  <a:lnTo>
                    <a:pt x="201584" y="952846"/>
                  </a:lnTo>
                  <a:lnTo>
                    <a:pt x="177167" y="961476"/>
                  </a:lnTo>
                  <a:lnTo>
                    <a:pt x="166211" y="961476"/>
                  </a:lnTo>
                  <a:lnTo>
                    <a:pt x="160606" y="954930"/>
                  </a:lnTo>
                  <a:lnTo>
                    <a:pt x="141159" y="952846"/>
                  </a:lnTo>
                  <a:lnTo>
                    <a:pt x="127852" y="942512"/>
                  </a:lnTo>
                  <a:lnTo>
                    <a:pt x="109320" y="944216"/>
                  </a:lnTo>
                  <a:lnTo>
                    <a:pt x="105927" y="951397"/>
                  </a:lnTo>
                  <a:lnTo>
                    <a:pt x="107490" y="959519"/>
                  </a:lnTo>
                  <a:lnTo>
                    <a:pt x="97449" y="962912"/>
                  </a:lnTo>
                  <a:lnTo>
                    <a:pt x="75257" y="958985"/>
                  </a:lnTo>
                  <a:lnTo>
                    <a:pt x="61428" y="944737"/>
                  </a:lnTo>
                  <a:lnTo>
                    <a:pt x="41855" y="942767"/>
                  </a:lnTo>
                  <a:lnTo>
                    <a:pt x="32322" y="929446"/>
                  </a:lnTo>
                  <a:lnTo>
                    <a:pt x="44320" y="921820"/>
                  </a:lnTo>
                  <a:lnTo>
                    <a:pt x="38969" y="901840"/>
                  </a:lnTo>
                  <a:lnTo>
                    <a:pt x="17362" y="898955"/>
                  </a:lnTo>
                  <a:lnTo>
                    <a:pt x="7842" y="895815"/>
                  </a:lnTo>
                  <a:lnTo>
                    <a:pt x="0" y="897391"/>
                  </a:lnTo>
                  <a:lnTo>
                    <a:pt x="25318" y="867713"/>
                  </a:lnTo>
                  <a:lnTo>
                    <a:pt x="64339" y="859489"/>
                  </a:lnTo>
                  <a:lnTo>
                    <a:pt x="149497" y="873331"/>
                  </a:lnTo>
                  <a:lnTo>
                    <a:pt x="179493" y="850605"/>
                  </a:lnTo>
                  <a:lnTo>
                    <a:pt x="281417" y="825502"/>
                  </a:lnTo>
                  <a:lnTo>
                    <a:pt x="306087" y="764493"/>
                  </a:lnTo>
                  <a:lnTo>
                    <a:pt x="280667" y="747118"/>
                  </a:lnTo>
                  <a:lnTo>
                    <a:pt x="322305" y="693392"/>
                  </a:lnTo>
                  <a:lnTo>
                    <a:pt x="358580" y="685169"/>
                  </a:lnTo>
                  <a:lnTo>
                    <a:pt x="377900" y="648182"/>
                  </a:lnTo>
                  <a:lnTo>
                    <a:pt x="352479" y="568705"/>
                  </a:lnTo>
                  <a:lnTo>
                    <a:pt x="290898" y="481399"/>
                  </a:lnTo>
                  <a:lnTo>
                    <a:pt x="346365" y="434371"/>
                  </a:lnTo>
                  <a:lnTo>
                    <a:pt x="355746" y="376324"/>
                  </a:lnTo>
                  <a:lnTo>
                    <a:pt x="383416" y="366397"/>
                  </a:lnTo>
                  <a:lnTo>
                    <a:pt x="375790" y="320399"/>
                  </a:lnTo>
                  <a:lnTo>
                    <a:pt x="399799" y="302490"/>
                  </a:lnTo>
                  <a:lnTo>
                    <a:pt x="425627" y="306786"/>
                  </a:lnTo>
                  <a:lnTo>
                    <a:pt x="445455" y="282383"/>
                  </a:lnTo>
                  <a:lnTo>
                    <a:pt x="470265" y="300024"/>
                  </a:lnTo>
                  <a:lnTo>
                    <a:pt x="477815" y="281862"/>
                  </a:lnTo>
                  <a:lnTo>
                    <a:pt x="506400" y="274426"/>
                  </a:lnTo>
                  <a:lnTo>
                    <a:pt x="527537" y="266444"/>
                  </a:lnTo>
                  <a:lnTo>
                    <a:pt x="488262" y="245015"/>
                  </a:lnTo>
                  <a:lnTo>
                    <a:pt x="453945" y="237160"/>
                  </a:lnTo>
                  <a:lnTo>
                    <a:pt x="456029" y="217167"/>
                  </a:lnTo>
                  <a:lnTo>
                    <a:pt x="419742" y="194288"/>
                  </a:lnTo>
                  <a:lnTo>
                    <a:pt x="423008" y="140041"/>
                  </a:lnTo>
                  <a:lnTo>
                    <a:pt x="482644" y="119705"/>
                  </a:lnTo>
                  <a:lnTo>
                    <a:pt x="510836" y="144273"/>
                  </a:lnTo>
                  <a:lnTo>
                    <a:pt x="560304" y="120226"/>
                  </a:lnTo>
                  <a:lnTo>
                    <a:pt x="582356" y="156691"/>
                  </a:lnTo>
                  <a:lnTo>
                    <a:pt x="658693" y="149891"/>
                  </a:lnTo>
                  <a:lnTo>
                    <a:pt x="713246" y="138134"/>
                  </a:lnTo>
                  <a:lnTo>
                    <a:pt x="731905" y="90039"/>
                  </a:lnTo>
                  <a:lnTo>
                    <a:pt x="756054" y="110286"/>
                  </a:lnTo>
                  <a:lnTo>
                    <a:pt x="821562" y="132123"/>
                  </a:lnTo>
                  <a:lnTo>
                    <a:pt x="820520" y="159437"/>
                  </a:lnTo>
                  <a:lnTo>
                    <a:pt x="877029" y="155776"/>
                  </a:lnTo>
                  <a:lnTo>
                    <a:pt x="890591" y="155382"/>
                  </a:lnTo>
                  <a:lnTo>
                    <a:pt x="906123" y="174448"/>
                  </a:lnTo>
                  <a:lnTo>
                    <a:pt x="965746" y="147260"/>
                  </a:lnTo>
                  <a:lnTo>
                    <a:pt x="1001259" y="163784"/>
                  </a:lnTo>
                  <a:lnTo>
                    <a:pt x="1045744" y="122476"/>
                  </a:lnTo>
                  <a:lnTo>
                    <a:pt x="1044028" y="104046"/>
                  </a:lnTo>
                  <a:lnTo>
                    <a:pt x="1038169" y="93992"/>
                  </a:lnTo>
                  <a:lnTo>
                    <a:pt x="1023388" y="99356"/>
                  </a:lnTo>
                  <a:lnTo>
                    <a:pt x="1017528" y="90458"/>
                  </a:lnTo>
                  <a:lnTo>
                    <a:pt x="1036327" y="69144"/>
                  </a:lnTo>
                  <a:lnTo>
                    <a:pt x="1008262" y="49023"/>
                  </a:lnTo>
                  <a:lnTo>
                    <a:pt x="991612" y="67301"/>
                  </a:lnTo>
                  <a:lnTo>
                    <a:pt x="960828" y="56726"/>
                  </a:lnTo>
                  <a:lnTo>
                    <a:pt x="988091" y="28356"/>
                  </a:lnTo>
                  <a:lnTo>
                    <a:pt x="1079833" y="0"/>
                  </a:lnTo>
                  <a:lnTo>
                    <a:pt x="1089354" y="33047"/>
                  </a:lnTo>
                  <a:lnTo>
                    <a:pt x="1110897" y="40368"/>
                  </a:lnTo>
                  <a:close/>
                </a:path>
              </a:pathLst>
            </a:custGeom>
            <a:solidFill>
              <a:schemeClr val="accent2"/>
            </a:solidFill>
            <a:ln w="12700" cap="flat">
              <a:noFill/>
              <a:prstDash val="solid"/>
              <a:miter/>
            </a:ln>
          </p:spPr>
          <p:txBody>
            <a:bodyPr rtlCol="0" anchor="ctr"/>
            <a:lstStyle/>
            <a:p>
              <a:endParaRPr lang="de-CH"/>
            </a:p>
          </p:txBody>
        </p:sp>
        <p:sp>
          <p:nvSpPr>
            <p:cNvPr id="115" name="Freihandform: Form 114">
              <a:extLst>
                <a:ext uri="{FF2B5EF4-FFF2-40B4-BE49-F238E27FC236}">
                  <a16:creationId xmlns:a16="http://schemas.microsoft.com/office/drawing/2014/main" id="{AB9FDEB9-0D54-4F39-675D-66EF2DA4729E}"/>
                </a:ext>
              </a:extLst>
            </p:cNvPr>
            <p:cNvSpPr/>
            <p:nvPr/>
          </p:nvSpPr>
          <p:spPr>
            <a:xfrm>
              <a:off x="7281438" y="1280595"/>
              <a:ext cx="1765612" cy="1951613"/>
            </a:xfrm>
            <a:custGeom>
              <a:avLst/>
              <a:gdLst>
                <a:gd name="connsiteX0" fmla="*/ 1279613 w 1765612"/>
                <a:gd name="connsiteY0" fmla="*/ 284276 h 1951613"/>
                <a:gd name="connsiteX1" fmla="*/ 1263432 w 1765612"/>
                <a:gd name="connsiteY1" fmla="*/ 366346 h 1951613"/>
                <a:gd name="connsiteX2" fmla="*/ 1206668 w 1765612"/>
                <a:gd name="connsiteY2" fmla="*/ 387127 h 1951613"/>
                <a:gd name="connsiteX3" fmla="*/ 1153934 w 1765612"/>
                <a:gd name="connsiteY3" fmla="*/ 367541 h 1951613"/>
                <a:gd name="connsiteX4" fmla="*/ 1137411 w 1765612"/>
                <a:gd name="connsiteY4" fmla="*/ 374214 h 1951613"/>
                <a:gd name="connsiteX5" fmla="*/ 1090307 w 1765612"/>
                <a:gd name="connsiteY5" fmla="*/ 393432 h 1951613"/>
                <a:gd name="connsiteX6" fmla="*/ 1060933 w 1765612"/>
                <a:gd name="connsiteY6" fmla="*/ 391462 h 1951613"/>
                <a:gd name="connsiteX7" fmla="*/ 998158 w 1765612"/>
                <a:gd name="connsiteY7" fmla="*/ 403358 h 1951613"/>
                <a:gd name="connsiteX8" fmla="*/ 873661 w 1765612"/>
                <a:gd name="connsiteY8" fmla="*/ 403231 h 1951613"/>
                <a:gd name="connsiteX9" fmla="*/ 873394 w 1765612"/>
                <a:gd name="connsiteY9" fmla="*/ 432770 h 1951613"/>
                <a:gd name="connsiteX10" fmla="*/ 846703 w 1765612"/>
                <a:gd name="connsiteY10" fmla="*/ 443751 h 1951613"/>
                <a:gd name="connsiteX11" fmla="*/ 851787 w 1765612"/>
                <a:gd name="connsiteY11" fmla="*/ 477599 h 1951613"/>
                <a:gd name="connsiteX12" fmla="*/ 830777 w 1765612"/>
                <a:gd name="connsiteY12" fmla="*/ 508179 h 1951613"/>
                <a:gd name="connsiteX13" fmla="*/ 792532 w 1765612"/>
                <a:gd name="connsiteY13" fmla="*/ 510543 h 1951613"/>
                <a:gd name="connsiteX14" fmla="*/ 809055 w 1765612"/>
                <a:gd name="connsiteY14" fmla="*/ 553542 h 1951613"/>
                <a:gd name="connsiteX15" fmla="*/ 825235 w 1765612"/>
                <a:gd name="connsiteY15" fmla="*/ 579687 h 1951613"/>
                <a:gd name="connsiteX16" fmla="*/ 861917 w 1765612"/>
                <a:gd name="connsiteY16" fmla="*/ 568832 h 1951613"/>
                <a:gd name="connsiteX17" fmla="*/ 879914 w 1765612"/>
                <a:gd name="connsiteY17" fmla="*/ 599667 h 1951613"/>
                <a:gd name="connsiteX18" fmla="*/ 832810 w 1765612"/>
                <a:gd name="connsiteY18" fmla="*/ 633794 h 1951613"/>
                <a:gd name="connsiteX19" fmla="*/ 849779 w 1765612"/>
                <a:gd name="connsiteY19" fmla="*/ 672357 h 1951613"/>
                <a:gd name="connsiteX20" fmla="*/ 864128 w 1765612"/>
                <a:gd name="connsiteY20" fmla="*/ 716843 h 1951613"/>
                <a:gd name="connsiteX21" fmla="*/ 828629 w 1765612"/>
                <a:gd name="connsiteY21" fmla="*/ 766781 h 1951613"/>
                <a:gd name="connsiteX22" fmla="*/ 850808 w 1765612"/>
                <a:gd name="connsiteY22" fmla="*/ 779186 h 1951613"/>
                <a:gd name="connsiteX23" fmla="*/ 885266 w 1765612"/>
                <a:gd name="connsiteY23" fmla="*/ 798137 h 1951613"/>
                <a:gd name="connsiteX24" fmla="*/ 932649 w 1765612"/>
                <a:gd name="connsiteY24" fmla="*/ 803488 h 1951613"/>
                <a:gd name="connsiteX25" fmla="*/ 966052 w 1765612"/>
                <a:gd name="connsiteY25" fmla="*/ 782199 h 1951613"/>
                <a:gd name="connsiteX26" fmla="*/ 989159 w 1765612"/>
                <a:gd name="connsiteY26" fmla="*/ 799993 h 1951613"/>
                <a:gd name="connsiteX27" fmla="*/ 1014211 w 1765612"/>
                <a:gd name="connsiteY27" fmla="*/ 819211 h 1951613"/>
                <a:gd name="connsiteX28" fmla="*/ 1037305 w 1765612"/>
                <a:gd name="connsiteY28" fmla="*/ 814368 h 1951613"/>
                <a:gd name="connsiteX29" fmla="*/ 1065878 w 1765612"/>
                <a:gd name="connsiteY29" fmla="*/ 851495 h 1951613"/>
                <a:gd name="connsiteX30" fmla="*/ 1106728 w 1765612"/>
                <a:gd name="connsiteY30" fmla="*/ 840640 h 1951613"/>
                <a:gd name="connsiteX31" fmla="*/ 1163746 w 1765612"/>
                <a:gd name="connsiteY31" fmla="*/ 867179 h 1951613"/>
                <a:gd name="connsiteX32" fmla="*/ 1187768 w 1765612"/>
                <a:gd name="connsiteY32" fmla="*/ 884973 h 1951613"/>
                <a:gd name="connsiteX33" fmla="*/ 1225734 w 1765612"/>
                <a:gd name="connsiteY33" fmla="*/ 874399 h 1951613"/>
                <a:gd name="connsiteX34" fmla="*/ 1366436 w 1765612"/>
                <a:gd name="connsiteY34" fmla="*/ 765091 h 1951613"/>
                <a:gd name="connsiteX35" fmla="*/ 1392911 w 1765612"/>
                <a:gd name="connsiteY35" fmla="*/ 731243 h 1951613"/>
                <a:gd name="connsiteX36" fmla="*/ 1394182 w 1765612"/>
                <a:gd name="connsiteY36" fmla="*/ 697002 h 1951613"/>
                <a:gd name="connsiteX37" fmla="*/ 1413375 w 1765612"/>
                <a:gd name="connsiteY37" fmla="*/ 664464 h 1951613"/>
                <a:gd name="connsiteX38" fmla="*/ 1416387 w 1765612"/>
                <a:gd name="connsiteY38" fmla="*/ 638955 h 1951613"/>
                <a:gd name="connsiteX39" fmla="*/ 1420289 w 1765612"/>
                <a:gd name="connsiteY39" fmla="*/ 606950 h 1951613"/>
                <a:gd name="connsiteX40" fmla="*/ 1424598 w 1765612"/>
                <a:gd name="connsiteY40" fmla="*/ 570752 h 1951613"/>
                <a:gd name="connsiteX41" fmla="*/ 1424089 w 1765612"/>
                <a:gd name="connsiteY41" fmla="*/ 540425 h 1951613"/>
                <a:gd name="connsiteX42" fmla="*/ 1422373 w 1765612"/>
                <a:gd name="connsiteY42" fmla="*/ 519771 h 1951613"/>
                <a:gd name="connsiteX43" fmla="*/ 1430470 w 1765612"/>
                <a:gd name="connsiteY43" fmla="*/ 404489 h 1951613"/>
                <a:gd name="connsiteX44" fmla="*/ 1432707 w 1765612"/>
                <a:gd name="connsiteY44" fmla="*/ 399520 h 1951613"/>
                <a:gd name="connsiteX45" fmla="*/ 1526267 w 1765612"/>
                <a:gd name="connsiteY45" fmla="*/ 391284 h 1951613"/>
                <a:gd name="connsiteX46" fmla="*/ 1549615 w 1765612"/>
                <a:gd name="connsiteY46" fmla="*/ 378726 h 1951613"/>
                <a:gd name="connsiteX47" fmla="*/ 1580819 w 1765612"/>
                <a:gd name="connsiteY47" fmla="*/ 352734 h 1951613"/>
                <a:gd name="connsiteX48" fmla="*/ 1580946 w 1765612"/>
                <a:gd name="connsiteY48" fmla="*/ 350369 h 1951613"/>
                <a:gd name="connsiteX49" fmla="*/ 1624580 w 1765612"/>
                <a:gd name="connsiteY49" fmla="*/ 335765 h 1951613"/>
                <a:gd name="connsiteX50" fmla="*/ 1590262 w 1765612"/>
                <a:gd name="connsiteY50" fmla="*/ 303088 h 1951613"/>
                <a:gd name="connsiteX51" fmla="*/ 1639197 w 1765612"/>
                <a:gd name="connsiteY51" fmla="*/ 286374 h 1951613"/>
                <a:gd name="connsiteX52" fmla="*/ 1645552 w 1765612"/>
                <a:gd name="connsiteY52" fmla="*/ 266762 h 1951613"/>
                <a:gd name="connsiteX53" fmla="*/ 1665520 w 1765612"/>
                <a:gd name="connsiteY53" fmla="*/ 260407 h 1951613"/>
                <a:gd name="connsiteX54" fmla="*/ 1672955 w 1765612"/>
                <a:gd name="connsiteY54" fmla="*/ 257521 h 1951613"/>
                <a:gd name="connsiteX55" fmla="*/ 1589068 w 1765612"/>
                <a:gd name="connsiteY55" fmla="*/ 206541 h 1951613"/>
                <a:gd name="connsiteX56" fmla="*/ 1589335 w 1765612"/>
                <a:gd name="connsiteY56" fmla="*/ 202372 h 1951613"/>
                <a:gd name="connsiteX57" fmla="*/ 1570536 w 1765612"/>
                <a:gd name="connsiteY57" fmla="*/ 192699 h 1951613"/>
                <a:gd name="connsiteX58" fmla="*/ 1534007 w 1765612"/>
                <a:gd name="connsiteY58" fmla="*/ 192699 h 1951613"/>
                <a:gd name="connsiteX59" fmla="*/ 1515603 w 1765612"/>
                <a:gd name="connsiteY59" fmla="*/ 189573 h 1951613"/>
                <a:gd name="connsiteX60" fmla="*/ 1501507 w 1765612"/>
                <a:gd name="connsiteY60" fmla="*/ 190475 h 1951613"/>
                <a:gd name="connsiteX61" fmla="*/ 1498495 w 1765612"/>
                <a:gd name="connsiteY61" fmla="*/ 174537 h 1951613"/>
                <a:gd name="connsiteX62" fmla="*/ 1474345 w 1765612"/>
                <a:gd name="connsiteY62" fmla="*/ 179760 h 1951613"/>
                <a:gd name="connsiteX63" fmla="*/ 1463262 w 1765612"/>
                <a:gd name="connsiteY63" fmla="*/ 192305 h 1951613"/>
                <a:gd name="connsiteX64" fmla="*/ 1462347 w 1765612"/>
                <a:gd name="connsiteY64" fmla="*/ 203541 h 1951613"/>
                <a:gd name="connsiteX65" fmla="*/ 1458534 w 1765612"/>
                <a:gd name="connsiteY65" fmla="*/ 228784 h 1951613"/>
                <a:gd name="connsiteX66" fmla="*/ 1427089 w 1765612"/>
                <a:gd name="connsiteY66" fmla="*/ 235444 h 1951613"/>
                <a:gd name="connsiteX67" fmla="*/ 1393013 w 1765612"/>
                <a:gd name="connsiteY67" fmla="*/ 260661 h 1951613"/>
                <a:gd name="connsiteX68" fmla="*/ 1346163 w 1765612"/>
                <a:gd name="connsiteY68" fmla="*/ 271897 h 1951613"/>
                <a:gd name="connsiteX69" fmla="*/ 1314718 w 1765612"/>
                <a:gd name="connsiteY69" fmla="*/ 293339 h 1951613"/>
                <a:gd name="connsiteX70" fmla="*/ 1081333 w 1765612"/>
                <a:gd name="connsiteY70" fmla="*/ 73185 h 1951613"/>
                <a:gd name="connsiteX71" fmla="*/ 1078715 w 1765612"/>
                <a:gd name="connsiteY71" fmla="*/ 91221 h 1951613"/>
                <a:gd name="connsiteX72" fmla="*/ 1133013 w 1765612"/>
                <a:gd name="connsiteY72" fmla="*/ 87306 h 1951613"/>
                <a:gd name="connsiteX73" fmla="*/ 1152586 w 1765612"/>
                <a:gd name="connsiteY73" fmla="*/ 92797 h 1951613"/>
                <a:gd name="connsiteX74" fmla="*/ 1138491 w 1765612"/>
                <a:gd name="connsiteY74" fmla="*/ 113578 h 1951613"/>
                <a:gd name="connsiteX75" fmla="*/ 1137843 w 1765612"/>
                <a:gd name="connsiteY75" fmla="*/ 135796 h 1951613"/>
                <a:gd name="connsiteX76" fmla="*/ 1151404 w 1765612"/>
                <a:gd name="connsiteY76" fmla="*/ 135796 h 1951613"/>
                <a:gd name="connsiteX77" fmla="*/ 1184451 w 1765612"/>
                <a:gd name="connsiteY77" fmla="*/ 147044 h 1951613"/>
                <a:gd name="connsiteX78" fmla="*/ 1188505 w 1765612"/>
                <a:gd name="connsiteY78" fmla="*/ 159055 h 1951613"/>
                <a:gd name="connsiteX79" fmla="*/ 1204686 w 1765612"/>
                <a:gd name="connsiteY79" fmla="*/ 156170 h 1951613"/>
                <a:gd name="connsiteX80" fmla="*/ 1224005 w 1765612"/>
                <a:gd name="connsiteY80" fmla="*/ 109778 h 1951613"/>
                <a:gd name="connsiteX81" fmla="*/ 1239525 w 1765612"/>
                <a:gd name="connsiteY81" fmla="*/ 95657 h 1951613"/>
                <a:gd name="connsiteX82" fmla="*/ 1248015 w 1765612"/>
                <a:gd name="connsiteY82" fmla="*/ 100500 h 1951613"/>
                <a:gd name="connsiteX83" fmla="*/ 1276079 w 1765612"/>
                <a:gd name="connsiteY83" fmla="*/ 69525 h 1951613"/>
                <a:gd name="connsiteX84" fmla="*/ 1304041 w 1765612"/>
                <a:gd name="connsiteY84" fmla="*/ 84294 h 1951613"/>
                <a:gd name="connsiteX85" fmla="*/ 1304969 w 1765612"/>
                <a:gd name="connsiteY85" fmla="*/ 111481 h 1951613"/>
                <a:gd name="connsiteX86" fmla="*/ 1335245 w 1765612"/>
                <a:gd name="connsiteY86" fmla="*/ 134220 h 1951613"/>
                <a:gd name="connsiteX87" fmla="*/ 1359255 w 1765612"/>
                <a:gd name="connsiteY87" fmla="*/ 118675 h 1951613"/>
                <a:gd name="connsiteX88" fmla="*/ 1371011 w 1765612"/>
                <a:gd name="connsiteY88" fmla="*/ 141147 h 1951613"/>
                <a:gd name="connsiteX89" fmla="*/ 1401923 w 1765612"/>
                <a:gd name="connsiteY89" fmla="*/ 147299 h 1951613"/>
                <a:gd name="connsiteX90" fmla="*/ 1430381 w 1765612"/>
                <a:gd name="connsiteY90" fmla="*/ 146117 h 1951613"/>
                <a:gd name="connsiteX91" fmla="*/ 1467965 w 1765612"/>
                <a:gd name="connsiteY91" fmla="*/ 139456 h 1951613"/>
                <a:gd name="connsiteX92" fmla="*/ 1493017 w 1765612"/>
                <a:gd name="connsiteY92" fmla="*/ 128335 h 1951613"/>
                <a:gd name="connsiteX93" fmla="*/ 1515895 w 1765612"/>
                <a:gd name="connsiteY93" fmla="*/ 88476 h 1951613"/>
                <a:gd name="connsiteX94" fmla="*/ 1529202 w 1765612"/>
                <a:gd name="connsiteY94" fmla="*/ 80850 h 1951613"/>
                <a:gd name="connsiteX95" fmla="*/ 1538989 w 1765612"/>
                <a:gd name="connsiteY95" fmla="*/ 104503 h 1951613"/>
                <a:gd name="connsiteX96" fmla="*/ 1577883 w 1765612"/>
                <a:gd name="connsiteY96" fmla="*/ 140575 h 1951613"/>
                <a:gd name="connsiteX97" fmla="*/ 1599490 w 1765612"/>
                <a:gd name="connsiteY97" fmla="*/ 186192 h 1951613"/>
                <a:gd name="connsiteX98" fmla="*/ 1616445 w 1765612"/>
                <a:gd name="connsiteY98" fmla="*/ 193373 h 1951613"/>
                <a:gd name="connsiteX99" fmla="*/ 1623373 w 1765612"/>
                <a:gd name="connsiteY99" fmla="*/ 185531 h 1951613"/>
                <a:gd name="connsiteX100" fmla="*/ 1625063 w 1765612"/>
                <a:gd name="connsiteY100" fmla="*/ 170762 h 1951613"/>
                <a:gd name="connsiteX101" fmla="*/ 1633960 w 1765612"/>
                <a:gd name="connsiteY101" fmla="*/ 167762 h 1951613"/>
                <a:gd name="connsiteX102" fmla="*/ 1644001 w 1765612"/>
                <a:gd name="connsiteY102" fmla="*/ 189064 h 1951613"/>
                <a:gd name="connsiteX103" fmla="*/ 1656712 w 1765612"/>
                <a:gd name="connsiteY103" fmla="*/ 205588 h 1951613"/>
                <a:gd name="connsiteX104" fmla="*/ 1694842 w 1765612"/>
                <a:gd name="connsiteY104" fmla="*/ 206859 h 1951613"/>
                <a:gd name="connsiteX105" fmla="*/ 1725245 w 1765612"/>
                <a:gd name="connsiteY105" fmla="*/ 214701 h 1951613"/>
                <a:gd name="connsiteX106" fmla="*/ 1731905 w 1765612"/>
                <a:gd name="connsiteY106" fmla="*/ 229076 h 1951613"/>
                <a:gd name="connsiteX107" fmla="*/ 1715458 w 1765612"/>
                <a:gd name="connsiteY107" fmla="*/ 247760 h 1951613"/>
                <a:gd name="connsiteX108" fmla="*/ 1702748 w 1765612"/>
                <a:gd name="connsiteY108" fmla="*/ 271909 h 1951613"/>
                <a:gd name="connsiteX109" fmla="*/ 1713717 w 1765612"/>
                <a:gd name="connsiteY109" fmla="*/ 299096 h 1951613"/>
                <a:gd name="connsiteX110" fmla="*/ 1718013 w 1765612"/>
                <a:gd name="connsiteY110" fmla="*/ 326017 h 1951613"/>
                <a:gd name="connsiteX111" fmla="*/ 1719855 w 1765612"/>
                <a:gd name="connsiteY111" fmla="*/ 361605 h 1951613"/>
                <a:gd name="connsiteX112" fmla="*/ 1765613 w 1765612"/>
                <a:gd name="connsiteY112" fmla="*/ 400028 h 1951613"/>
                <a:gd name="connsiteX113" fmla="*/ 1764341 w 1765612"/>
                <a:gd name="connsiteY113" fmla="*/ 433227 h 1951613"/>
                <a:gd name="connsiteX114" fmla="*/ 1735159 w 1765612"/>
                <a:gd name="connsiteY114" fmla="*/ 466681 h 1951613"/>
                <a:gd name="connsiteX115" fmla="*/ 1668202 w 1765612"/>
                <a:gd name="connsiteY115" fmla="*/ 477535 h 1951613"/>
                <a:gd name="connsiteX116" fmla="*/ 1628012 w 1765612"/>
                <a:gd name="connsiteY116" fmla="*/ 529647 h 1951613"/>
                <a:gd name="connsiteX117" fmla="*/ 1619115 w 1765612"/>
                <a:gd name="connsiteY117" fmla="*/ 545064 h 1951613"/>
                <a:gd name="connsiteX118" fmla="*/ 1604370 w 1765612"/>
                <a:gd name="connsiteY118" fmla="*/ 610166 h 1951613"/>
                <a:gd name="connsiteX119" fmla="*/ 1596541 w 1765612"/>
                <a:gd name="connsiteY119" fmla="*/ 628469 h 1951613"/>
                <a:gd name="connsiteX120" fmla="*/ 1586615 w 1765612"/>
                <a:gd name="connsiteY120" fmla="*/ 643225 h 1951613"/>
                <a:gd name="connsiteX121" fmla="*/ 1553568 w 1765612"/>
                <a:gd name="connsiteY121" fmla="*/ 668061 h 1951613"/>
                <a:gd name="connsiteX122" fmla="*/ 1536460 w 1765612"/>
                <a:gd name="connsiteY122" fmla="*/ 683479 h 1951613"/>
                <a:gd name="connsiteX123" fmla="*/ 1531770 w 1765612"/>
                <a:gd name="connsiteY123" fmla="*/ 694740 h 1951613"/>
                <a:gd name="connsiteX124" fmla="*/ 1524589 w 1765612"/>
                <a:gd name="connsiteY124" fmla="*/ 723605 h 1951613"/>
                <a:gd name="connsiteX125" fmla="*/ 1519899 w 1765612"/>
                <a:gd name="connsiteY125" fmla="*/ 734853 h 1951613"/>
                <a:gd name="connsiteX126" fmla="*/ 1511281 w 1765612"/>
                <a:gd name="connsiteY126" fmla="*/ 743877 h 1951613"/>
                <a:gd name="connsiteX127" fmla="*/ 1491581 w 1765612"/>
                <a:gd name="connsiteY127" fmla="*/ 759689 h 1951613"/>
                <a:gd name="connsiteX128" fmla="*/ 1485708 w 1765612"/>
                <a:gd name="connsiteY128" fmla="*/ 771458 h 1951613"/>
                <a:gd name="connsiteX129" fmla="*/ 1486229 w 1765612"/>
                <a:gd name="connsiteY129" fmla="*/ 789888 h 1951613"/>
                <a:gd name="connsiteX130" fmla="*/ 1482048 w 1765612"/>
                <a:gd name="connsiteY130" fmla="*/ 807009 h 1951613"/>
                <a:gd name="connsiteX131" fmla="*/ 1469909 w 1765612"/>
                <a:gd name="connsiteY131" fmla="*/ 842953 h 1951613"/>
                <a:gd name="connsiteX132" fmla="*/ 1453386 w 1765612"/>
                <a:gd name="connsiteY132" fmla="*/ 876140 h 1951613"/>
                <a:gd name="connsiteX133" fmla="*/ 1435490 w 1765612"/>
                <a:gd name="connsiteY133" fmla="*/ 908169 h 1951613"/>
                <a:gd name="connsiteX134" fmla="*/ 1431982 w 1765612"/>
                <a:gd name="connsiteY134" fmla="*/ 919278 h 1951613"/>
                <a:gd name="connsiteX135" fmla="*/ 1428462 w 1765612"/>
                <a:gd name="connsiteY135" fmla="*/ 941369 h 1951613"/>
                <a:gd name="connsiteX136" fmla="*/ 1424280 w 1765612"/>
                <a:gd name="connsiteY136" fmla="*/ 956150 h 1951613"/>
                <a:gd name="connsiteX137" fmla="*/ 1410438 w 1765612"/>
                <a:gd name="connsiteY137" fmla="*/ 986464 h 1951613"/>
                <a:gd name="connsiteX138" fmla="*/ 1405749 w 1765612"/>
                <a:gd name="connsiteY138" fmla="*/ 1009737 h 1951613"/>
                <a:gd name="connsiteX139" fmla="*/ 1406002 w 1765612"/>
                <a:gd name="connsiteY139" fmla="*/ 1057438 h 1951613"/>
                <a:gd name="connsiteX140" fmla="*/ 1423225 w 1765612"/>
                <a:gd name="connsiteY140" fmla="*/ 1109194 h 1951613"/>
                <a:gd name="connsiteX141" fmla="*/ 1439291 w 1765612"/>
                <a:gd name="connsiteY141" fmla="*/ 1138084 h 1951613"/>
                <a:gd name="connsiteX142" fmla="*/ 1455598 w 1765612"/>
                <a:gd name="connsiteY142" fmla="*/ 1172580 h 1951613"/>
                <a:gd name="connsiteX143" fmla="*/ 1465384 w 1765612"/>
                <a:gd name="connsiteY143" fmla="*/ 1211664 h 1951613"/>
                <a:gd name="connsiteX144" fmla="*/ 1469553 w 1765612"/>
                <a:gd name="connsiteY144" fmla="*/ 1231924 h 1951613"/>
                <a:gd name="connsiteX145" fmla="*/ 1476227 w 1765612"/>
                <a:gd name="connsiteY145" fmla="*/ 1264208 h 1951613"/>
                <a:gd name="connsiteX146" fmla="*/ 1476862 w 1765612"/>
                <a:gd name="connsiteY146" fmla="*/ 1289031 h 1951613"/>
                <a:gd name="connsiteX147" fmla="*/ 1464470 w 1765612"/>
                <a:gd name="connsiteY147" fmla="*/ 1321582 h 1951613"/>
                <a:gd name="connsiteX148" fmla="*/ 1423110 w 1765612"/>
                <a:gd name="connsiteY148" fmla="*/ 1355823 h 1951613"/>
                <a:gd name="connsiteX149" fmla="*/ 1398834 w 1765612"/>
                <a:gd name="connsiteY149" fmla="*/ 1372944 h 1951613"/>
                <a:gd name="connsiteX150" fmla="*/ 1384078 w 1765612"/>
                <a:gd name="connsiteY150" fmla="*/ 1390738 h 1951613"/>
                <a:gd name="connsiteX151" fmla="*/ 1392034 w 1765612"/>
                <a:gd name="connsiteY151" fmla="*/ 1423276 h 1951613"/>
                <a:gd name="connsiteX152" fmla="*/ 1395173 w 1765612"/>
                <a:gd name="connsiteY152" fmla="*/ 1430978 h 1951613"/>
                <a:gd name="connsiteX153" fmla="*/ 1411697 w 1765612"/>
                <a:gd name="connsiteY153" fmla="*/ 1456602 h 1951613"/>
                <a:gd name="connsiteX154" fmla="*/ 1425398 w 1765612"/>
                <a:gd name="connsiteY154" fmla="*/ 1476455 h 1951613"/>
                <a:gd name="connsiteX155" fmla="*/ 1465219 w 1765612"/>
                <a:gd name="connsiteY155" fmla="*/ 1545218 h 1951613"/>
                <a:gd name="connsiteX156" fmla="*/ 1539587 w 1765612"/>
                <a:gd name="connsiteY156" fmla="*/ 1643239 h 1951613"/>
                <a:gd name="connsiteX157" fmla="*/ 1495750 w 1765612"/>
                <a:gd name="connsiteY157" fmla="*/ 1656584 h 1951613"/>
                <a:gd name="connsiteX158" fmla="*/ 1486217 w 1765612"/>
                <a:gd name="connsiteY158" fmla="*/ 1707285 h 1951613"/>
                <a:gd name="connsiteX159" fmla="*/ 1447591 w 1765612"/>
                <a:gd name="connsiteY159" fmla="*/ 1714225 h 1951613"/>
                <a:gd name="connsiteX160" fmla="*/ 1442367 w 1765612"/>
                <a:gd name="connsiteY160" fmla="*/ 1740916 h 1951613"/>
                <a:gd name="connsiteX161" fmla="*/ 1410006 w 1765612"/>
                <a:gd name="connsiteY161" fmla="*/ 1845344 h 1951613"/>
                <a:gd name="connsiteX162" fmla="*/ 1384420 w 1765612"/>
                <a:gd name="connsiteY162" fmla="*/ 1876064 h 1951613"/>
                <a:gd name="connsiteX163" fmla="*/ 1386772 w 1765612"/>
                <a:gd name="connsiteY163" fmla="*/ 1903251 h 1951613"/>
                <a:gd name="connsiteX164" fmla="*/ 1371901 w 1765612"/>
                <a:gd name="connsiteY164" fmla="*/ 1919203 h 1951613"/>
                <a:gd name="connsiteX165" fmla="*/ 1346188 w 1765612"/>
                <a:gd name="connsiteY165" fmla="*/ 1951614 h 1951613"/>
                <a:gd name="connsiteX166" fmla="*/ 1337838 w 1765612"/>
                <a:gd name="connsiteY166" fmla="*/ 1943898 h 1951613"/>
                <a:gd name="connsiteX167" fmla="*/ 1278583 w 1765612"/>
                <a:gd name="connsiteY167" fmla="*/ 1888876 h 1951613"/>
                <a:gd name="connsiteX168" fmla="*/ 1197936 w 1765612"/>
                <a:gd name="connsiteY168" fmla="*/ 1886779 h 1951613"/>
                <a:gd name="connsiteX169" fmla="*/ 1130077 w 1765612"/>
                <a:gd name="connsiteY169" fmla="*/ 1878822 h 1951613"/>
                <a:gd name="connsiteX170" fmla="*/ 1031153 w 1765612"/>
                <a:gd name="connsiteY170" fmla="*/ 1858295 h 1951613"/>
                <a:gd name="connsiteX171" fmla="*/ 975050 w 1765612"/>
                <a:gd name="connsiteY171" fmla="*/ 1862108 h 1951613"/>
                <a:gd name="connsiteX172" fmla="*/ 939678 w 1765612"/>
                <a:gd name="connsiteY172" fmla="*/ 1838327 h 1951613"/>
                <a:gd name="connsiteX173" fmla="*/ 946859 w 1765612"/>
                <a:gd name="connsiteY173" fmla="*/ 1806056 h 1951613"/>
                <a:gd name="connsiteX174" fmla="*/ 910000 w 1765612"/>
                <a:gd name="connsiteY174" fmla="*/ 1740828 h 1951613"/>
                <a:gd name="connsiteX175" fmla="*/ 931149 w 1765612"/>
                <a:gd name="connsiteY175" fmla="*/ 1672332 h 1951613"/>
                <a:gd name="connsiteX176" fmla="*/ 938776 w 1765612"/>
                <a:gd name="connsiteY176" fmla="*/ 1593262 h 1951613"/>
                <a:gd name="connsiteX177" fmla="*/ 903276 w 1765612"/>
                <a:gd name="connsiteY177" fmla="*/ 1500986 h 1951613"/>
                <a:gd name="connsiteX178" fmla="*/ 872771 w 1765612"/>
                <a:gd name="connsiteY178" fmla="*/ 1491313 h 1951613"/>
                <a:gd name="connsiteX179" fmla="*/ 827231 w 1765612"/>
                <a:gd name="connsiteY179" fmla="*/ 1479671 h 1951613"/>
                <a:gd name="connsiteX180" fmla="*/ 793027 w 1765612"/>
                <a:gd name="connsiteY180" fmla="*/ 1514446 h 1951613"/>
                <a:gd name="connsiteX181" fmla="*/ 743458 w 1765612"/>
                <a:gd name="connsiteY181" fmla="*/ 1502943 h 1951613"/>
                <a:gd name="connsiteX182" fmla="*/ 705874 w 1765612"/>
                <a:gd name="connsiteY182" fmla="*/ 1476938 h 1951613"/>
                <a:gd name="connsiteX183" fmla="*/ 791223 w 1765612"/>
                <a:gd name="connsiteY183" fmla="*/ 1408456 h 1951613"/>
                <a:gd name="connsiteX184" fmla="*/ 814978 w 1765612"/>
                <a:gd name="connsiteY184" fmla="*/ 1391449 h 1951613"/>
                <a:gd name="connsiteX185" fmla="*/ 810796 w 1765612"/>
                <a:gd name="connsiteY185" fmla="*/ 1338918 h 1951613"/>
                <a:gd name="connsiteX186" fmla="*/ 803361 w 1765612"/>
                <a:gd name="connsiteY186" fmla="*/ 1244278 h 1951613"/>
                <a:gd name="connsiteX187" fmla="*/ 845889 w 1765612"/>
                <a:gd name="connsiteY187" fmla="*/ 1251218 h 1951613"/>
                <a:gd name="connsiteX188" fmla="*/ 858599 w 1765612"/>
                <a:gd name="connsiteY188" fmla="*/ 1244863 h 1951613"/>
                <a:gd name="connsiteX189" fmla="*/ 868641 w 1765612"/>
                <a:gd name="connsiteY189" fmla="*/ 1248905 h 1951613"/>
                <a:gd name="connsiteX190" fmla="*/ 872161 w 1765612"/>
                <a:gd name="connsiteY190" fmla="*/ 1254802 h 1951613"/>
                <a:gd name="connsiteX191" fmla="*/ 927629 w 1765612"/>
                <a:gd name="connsiteY191" fmla="*/ 1249171 h 1951613"/>
                <a:gd name="connsiteX192" fmla="*/ 940809 w 1765612"/>
                <a:gd name="connsiteY192" fmla="*/ 1240020 h 1951613"/>
                <a:gd name="connsiteX193" fmla="*/ 985180 w 1765612"/>
                <a:gd name="connsiteY193" fmla="*/ 1248650 h 1951613"/>
                <a:gd name="connsiteX194" fmla="*/ 999403 w 1765612"/>
                <a:gd name="connsiteY194" fmla="*/ 1247214 h 1951613"/>
                <a:gd name="connsiteX195" fmla="*/ 1015075 w 1765612"/>
                <a:gd name="connsiteY195" fmla="*/ 1240287 h 1951613"/>
                <a:gd name="connsiteX196" fmla="*/ 1027213 w 1765612"/>
                <a:gd name="connsiteY196" fmla="*/ 1235978 h 1951613"/>
                <a:gd name="connsiteX197" fmla="*/ 1027975 w 1765612"/>
                <a:gd name="connsiteY197" fmla="*/ 1224082 h 1951613"/>
                <a:gd name="connsiteX198" fmla="*/ 1034331 w 1765612"/>
                <a:gd name="connsiteY198" fmla="*/ 1207876 h 1951613"/>
                <a:gd name="connsiteX199" fmla="*/ 1030149 w 1765612"/>
                <a:gd name="connsiteY199" fmla="*/ 1202639 h 1951613"/>
                <a:gd name="connsiteX200" fmla="*/ 982651 w 1765612"/>
                <a:gd name="connsiteY200" fmla="*/ 1202258 h 1951613"/>
                <a:gd name="connsiteX201" fmla="*/ 970779 w 1765612"/>
                <a:gd name="connsiteY201" fmla="*/ 1205245 h 1951613"/>
                <a:gd name="connsiteX202" fmla="*/ 930832 w 1765612"/>
                <a:gd name="connsiteY202" fmla="*/ 1200428 h 1951613"/>
                <a:gd name="connsiteX203" fmla="*/ 856718 w 1765612"/>
                <a:gd name="connsiteY203" fmla="*/ 1206567 h 1951613"/>
                <a:gd name="connsiteX204" fmla="*/ 842190 w 1765612"/>
                <a:gd name="connsiteY204" fmla="*/ 1206414 h 1951613"/>
                <a:gd name="connsiteX205" fmla="*/ 803171 w 1765612"/>
                <a:gd name="connsiteY205" fmla="*/ 1195179 h 1951613"/>
                <a:gd name="connsiteX206" fmla="*/ 745873 w 1765612"/>
                <a:gd name="connsiteY206" fmla="*/ 1195700 h 1951613"/>
                <a:gd name="connsiteX207" fmla="*/ 737649 w 1765612"/>
                <a:gd name="connsiteY207" fmla="*/ 1190349 h 1951613"/>
                <a:gd name="connsiteX208" fmla="*/ 725905 w 1765612"/>
                <a:gd name="connsiteY208" fmla="*/ 1189167 h 1951613"/>
                <a:gd name="connsiteX209" fmla="*/ 719893 w 1765612"/>
                <a:gd name="connsiteY209" fmla="*/ 1194009 h 1951613"/>
                <a:gd name="connsiteX210" fmla="*/ 714034 w 1765612"/>
                <a:gd name="connsiteY210" fmla="*/ 1192166 h 1951613"/>
                <a:gd name="connsiteX211" fmla="*/ 709852 w 1765612"/>
                <a:gd name="connsiteY211" fmla="*/ 1185125 h 1951613"/>
                <a:gd name="connsiteX212" fmla="*/ 686884 w 1765612"/>
                <a:gd name="connsiteY212" fmla="*/ 1185633 h 1951613"/>
                <a:gd name="connsiteX213" fmla="*/ 672903 w 1765612"/>
                <a:gd name="connsiteY213" fmla="*/ 1179888 h 1951613"/>
                <a:gd name="connsiteX214" fmla="*/ 648894 w 1765612"/>
                <a:gd name="connsiteY214" fmla="*/ 1180409 h 1951613"/>
                <a:gd name="connsiteX215" fmla="*/ 642373 w 1765612"/>
                <a:gd name="connsiteY215" fmla="*/ 1190577 h 1951613"/>
                <a:gd name="connsiteX216" fmla="*/ 634010 w 1765612"/>
                <a:gd name="connsiteY216" fmla="*/ 1194225 h 1951613"/>
                <a:gd name="connsiteX217" fmla="*/ 623842 w 1765612"/>
                <a:gd name="connsiteY217" fmla="*/ 1192662 h 1951613"/>
                <a:gd name="connsiteX218" fmla="*/ 620029 w 1765612"/>
                <a:gd name="connsiteY218" fmla="*/ 1194098 h 1951613"/>
                <a:gd name="connsiteX219" fmla="*/ 620296 w 1765612"/>
                <a:gd name="connsiteY219" fmla="*/ 1198534 h 1951613"/>
                <a:gd name="connsiteX220" fmla="*/ 593795 w 1765612"/>
                <a:gd name="connsiteY220" fmla="*/ 1208079 h 1951613"/>
                <a:gd name="connsiteX221" fmla="*/ 557126 w 1765612"/>
                <a:gd name="connsiteY221" fmla="*/ 1209134 h 1951613"/>
                <a:gd name="connsiteX222" fmla="*/ 520978 w 1765612"/>
                <a:gd name="connsiteY222" fmla="*/ 1175008 h 1951613"/>
                <a:gd name="connsiteX223" fmla="*/ 433418 w 1765612"/>
                <a:gd name="connsiteY223" fmla="*/ 1086138 h 1951613"/>
                <a:gd name="connsiteX224" fmla="*/ 426504 w 1765612"/>
                <a:gd name="connsiteY224" fmla="*/ 1082998 h 1951613"/>
                <a:gd name="connsiteX225" fmla="*/ 377556 w 1765612"/>
                <a:gd name="connsiteY225" fmla="*/ 1053765 h 1951613"/>
                <a:gd name="connsiteX226" fmla="*/ 356292 w 1765612"/>
                <a:gd name="connsiteY226" fmla="*/ 1067378 h 1951613"/>
                <a:gd name="connsiteX227" fmla="*/ 338803 w 1765612"/>
                <a:gd name="connsiteY227" fmla="*/ 1053117 h 1951613"/>
                <a:gd name="connsiteX228" fmla="*/ 329397 w 1765612"/>
                <a:gd name="connsiteY228" fmla="*/ 1006979 h 1951613"/>
                <a:gd name="connsiteX229" fmla="*/ 362024 w 1765612"/>
                <a:gd name="connsiteY229" fmla="*/ 966204 h 1951613"/>
                <a:gd name="connsiteX230" fmla="*/ 359152 w 1765612"/>
                <a:gd name="connsiteY230" fmla="*/ 955617 h 1951613"/>
                <a:gd name="connsiteX231" fmla="*/ 352632 w 1765612"/>
                <a:gd name="connsiteY231" fmla="*/ 951422 h 1951613"/>
                <a:gd name="connsiteX232" fmla="*/ 345006 w 1765612"/>
                <a:gd name="connsiteY232" fmla="*/ 952693 h 1951613"/>
                <a:gd name="connsiteX233" fmla="*/ 326614 w 1765612"/>
                <a:gd name="connsiteY233" fmla="*/ 956227 h 1951613"/>
                <a:gd name="connsiteX234" fmla="*/ 295283 w 1765612"/>
                <a:gd name="connsiteY234" fmla="*/ 951638 h 1951613"/>
                <a:gd name="connsiteX235" fmla="*/ 304676 w 1765612"/>
                <a:gd name="connsiteY235" fmla="*/ 938928 h 1951613"/>
                <a:gd name="connsiteX236" fmla="*/ 305451 w 1765612"/>
                <a:gd name="connsiteY236" fmla="*/ 932649 h 1951613"/>
                <a:gd name="connsiteX237" fmla="*/ 248561 w 1765612"/>
                <a:gd name="connsiteY237" fmla="*/ 930679 h 1951613"/>
                <a:gd name="connsiteX238" fmla="*/ 244506 w 1765612"/>
                <a:gd name="connsiteY238" fmla="*/ 938928 h 1951613"/>
                <a:gd name="connsiteX239" fmla="*/ 227423 w 1765612"/>
                <a:gd name="connsiteY239" fmla="*/ 941407 h 1951613"/>
                <a:gd name="connsiteX240" fmla="*/ 201584 w 1765612"/>
                <a:gd name="connsiteY240" fmla="*/ 952846 h 1951613"/>
                <a:gd name="connsiteX241" fmla="*/ 177167 w 1765612"/>
                <a:gd name="connsiteY241" fmla="*/ 961476 h 1951613"/>
                <a:gd name="connsiteX242" fmla="*/ 166211 w 1765612"/>
                <a:gd name="connsiteY242" fmla="*/ 961476 h 1951613"/>
                <a:gd name="connsiteX243" fmla="*/ 160606 w 1765612"/>
                <a:gd name="connsiteY243" fmla="*/ 954930 h 1951613"/>
                <a:gd name="connsiteX244" fmla="*/ 141159 w 1765612"/>
                <a:gd name="connsiteY244" fmla="*/ 952846 h 1951613"/>
                <a:gd name="connsiteX245" fmla="*/ 127852 w 1765612"/>
                <a:gd name="connsiteY245" fmla="*/ 942512 h 1951613"/>
                <a:gd name="connsiteX246" fmla="*/ 109320 w 1765612"/>
                <a:gd name="connsiteY246" fmla="*/ 944216 h 1951613"/>
                <a:gd name="connsiteX247" fmla="*/ 105927 w 1765612"/>
                <a:gd name="connsiteY247" fmla="*/ 951397 h 1951613"/>
                <a:gd name="connsiteX248" fmla="*/ 107490 w 1765612"/>
                <a:gd name="connsiteY248" fmla="*/ 959519 h 1951613"/>
                <a:gd name="connsiteX249" fmla="*/ 97449 w 1765612"/>
                <a:gd name="connsiteY249" fmla="*/ 962912 h 1951613"/>
                <a:gd name="connsiteX250" fmla="*/ 75257 w 1765612"/>
                <a:gd name="connsiteY250" fmla="*/ 958985 h 1951613"/>
                <a:gd name="connsiteX251" fmla="*/ 61428 w 1765612"/>
                <a:gd name="connsiteY251" fmla="*/ 944737 h 1951613"/>
                <a:gd name="connsiteX252" fmla="*/ 41855 w 1765612"/>
                <a:gd name="connsiteY252" fmla="*/ 942767 h 1951613"/>
                <a:gd name="connsiteX253" fmla="*/ 32322 w 1765612"/>
                <a:gd name="connsiteY253" fmla="*/ 929446 h 1951613"/>
                <a:gd name="connsiteX254" fmla="*/ 44320 w 1765612"/>
                <a:gd name="connsiteY254" fmla="*/ 921820 h 1951613"/>
                <a:gd name="connsiteX255" fmla="*/ 38969 w 1765612"/>
                <a:gd name="connsiteY255" fmla="*/ 901840 h 1951613"/>
                <a:gd name="connsiteX256" fmla="*/ 17362 w 1765612"/>
                <a:gd name="connsiteY256" fmla="*/ 898955 h 1951613"/>
                <a:gd name="connsiteX257" fmla="*/ 7842 w 1765612"/>
                <a:gd name="connsiteY257" fmla="*/ 895815 h 1951613"/>
                <a:gd name="connsiteX258" fmla="*/ 0 w 1765612"/>
                <a:gd name="connsiteY258" fmla="*/ 897391 h 1951613"/>
                <a:gd name="connsiteX259" fmla="*/ 25318 w 1765612"/>
                <a:gd name="connsiteY259" fmla="*/ 867713 h 1951613"/>
                <a:gd name="connsiteX260" fmla="*/ 64339 w 1765612"/>
                <a:gd name="connsiteY260" fmla="*/ 859489 h 1951613"/>
                <a:gd name="connsiteX261" fmla="*/ 149497 w 1765612"/>
                <a:gd name="connsiteY261" fmla="*/ 873331 h 1951613"/>
                <a:gd name="connsiteX262" fmla="*/ 179493 w 1765612"/>
                <a:gd name="connsiteY262" fmla="*/ 850605 h 1951613"/>
                <a:gd name="connsiteX263" fmla="*/ 281417 w 1765612"/>
                <a:gd name="connsiteY263" fmla="*/ 825502 h 1951613"/>
                <a:gd name="connsiteX264" fmla="*/ 306087 w 1765612"/>
                <a:gd name="connsiteY264" fmla="*/ 764493 h 1951613"/>
                <a:gd name="connsiteX265" fmla="*/ 280667 w 1765612"/>
                <a:gd name="connsiteY265" fmla="*/ 747118 h 1951613"/>
                <a:gd name="connsiteX266" fmla="*/ 322305 w 1765612"/>
                <a:gd name="connsiteY266" fmla="*/ 693392 h 1951613"/>
                <a:gd name="connsiteX267" fmla="*/ 358580 w 1765612"/>
                <a:gd name="connsiteY267" fmla="*/ 685169 h 1951613"/>
                <a:gd name="connsiteX268" fmla="*/ 377900 w 1765612"/>
                <a:gd name="connsiteY268" fmla="*/ 648182 h 1951613"/>
                <a:gd name="connsiteX269" fmla="*/ 352479 w 1765612"/>
                <a:gd name="connsiteY269" fmla="*/ 568705 h 1951613"/>
                <a:gd name="connsiteX270" fmla="*/ 290898 w 1765612"/>
                <a:gd name="connsiteY270" fmla="*/ 481399 h 1951613"/>
                <a:gd name="connsiteX271" fmla="*/ 346365 w 1765612"/>
                <a:gd name="connsiteY271" fmla="*/ 434371 h 1951613"/>
                <a:gd name="connsiteX272" fmla="*/ 355746 w 1765612"/>
                <a:gd name="connsiteY272" fmla="*/ 376324 h 1951613"/>
                <a:gd name="connsiteX273" fmla="*/ 383416 w 1765612"/>
                <a:gd name="connsiteY273" fmla="*/ 366397 h 1951613"/>
                <a:gd name="connsiteX274" fmla="*/ 375790 w 1765612"/>
                <a:gd name="connsiteY274" fmla="*/ 320399 h 1951613"/>
                <a:gd name="connsiteX275" fmla="*/ 399799 w 1765612"/>
                <a:gd name="connsiteY275" fmla="*/ 302490 h 1951613"/>
                <a:gd name="connsiteX276" fmla="*/ 425627 w 1765612"/>
                <a:gd name="connsiteY276" fmla="*/ 306786 h 1951613"/>
                <a:gd name="connsiteX277" fmla="*/ 445455 w 1765612"/>
                <a:gd name="connsiteY277" fmla="*/ 282383 h 1951613"/>
                <a:gd name="connsiteX278" fmla="*/ 470265 w 1765612"/>
                <a:gd name="connsiteY278" fmla="*/ 300024 h 1951613"/>
                <a:gd name="connsiteX279" fmla="*/ 477815 w 1765612"/>
                <a:gd name="connsiteY279" fmla="*/ 281862 h 1951613"/>
                <a:gd name="connsiteX280" fmla="*/ 506400 w 1765612"/>
                <a:gd name="connsiteY280" fmla="*/ 274426 h 1951613"/>
                <a:gd name="connsiteX281" fmla="*/ 527537 w 1765612"/>
                <a:gd name="connsiteY281" fmla="*/ 266444 h 1951613"/>
                <a:gd name="connsiteX282" fmla="*/ 488262 w 1765612"/>
                <a:gd name="connsiteY282" fmla="*/ 245015 h 1951613"/>
                <a:gd name="connsiteX283" fmla="*/ 453945 w 1765612"/>
                <a:gd name="connsiteY283" fmla="*/ 237160 h 1951613"/>
                <a:gd name="connsiteX284" fmla="*/ 456029 w 1765612"/>
                <a:gd name="connsiteY284" fmla="*/ 217167 h 1951613"/>
                <a:gd name="connsiteX285" fmla="*/ 419742 w 1765612"/>
                <a:gd name="connsiteY285" fmla="*/ 194288 h 1951613"/>
                <a:gd name="connsiteX286" fmla="*/ 423008 w 1765612"/>
                <a:gd name="connsiteY286" fmla="*/ 140041 h 1951613"/>
                <a:gd name="connsiteX287" fmla="*/ 482644 w 1765612"/>
                <a:gd name="connsiteY287" fmla="*/ 119705 h 1951613"/>
                <a:gd name="connsiteX288" fmla="*/ 510836 w 1765612"/>
                <a:gd name="connsiteY288" fmla="*/ 144273 h 1951613"/>
                <a:gd name="connsiteX289" fmla="*/ 560304 w 1765612"/>
                <a:gd name="connsiteY289" fmla="*/ 120226 h 1951613"/>
                <a:gd name="connsiteX290" fmla="*/ 582356 w 1765612"/>
                <a:gd name="connsiteY290" fmla="*/ 156691 h 1951613"/>
                <a:gd name="connsiteX291" fmla="*/ 658693 w 1765612"/>
                <a:gd name="connsiteY291" fmla="*/ 149891 h 1951613"/>
                <a:gd name="connsiteX292" fmla="*/ 713246 w 1765612"/>
                <a:gd name="connsiteY292" fmla="*/ 138134 h 1951613"/>
                <a:gd name="connsiteX293" fmla="*/ 731905 w 1765612"/>
                <a:gd name="connsiteY293" fmla="*/ 90039 h 1951613"/>
                <a:gd name="connsiteX294" fmla="*/ 756054 w 1765612"/>
                <a:gd name="connsiteY294" fmla="*/ 110286 h 1951613"/>
                <a:gd name="connsiteX295" fmla="*/ 821562 w 1765612"/>
                <a:gd name="connsiteY295" fmla="*/ 132123 h 1951613"/>
                <a:gd name="connsiteX296" fmla="*/ 820520 w 1765612"/>
                <a:gd name="connsiteY296" fmla="*/ 159437 h 1951613"/>
                <a:gd name="connsiteX297" fmla="*/ 877029 w 1765612"/>
                <a:gd name="connsiteY297" fmla="*/ 155776 h 1951613"/>
                <a:gd name="connsiteX298" fmla="*/ 890591 w 1765612"/>
                <a:gd name="connsiteY298" fmla="*/ 155382 h 1951613"/>
                <a:gd name="connsiteX299" fmla="*/ 906123 w 1765612"/>
                <a:gd name="connsiteY299" fmla="*/ 174448 h 1951613"/>
                <a:gd name="connsiteX300" fmla="*/ 965746 w 1765612"/>
                <a:gd name="connsiteY300" fmla="*/ 147260 h 1951613"/>
                <a:gd name="connsiteX301" fmla="*/ 1001259 w 1765612"/>
                <a:gd name="connsiteY301" fmla="*/ 163784 h 1951613"/>
                <a:gd name="connsiteX302" fmla="*/ 1045744 w 1765612"/>
                <a:gd name="connsiteY302" fmla="*/ 122476 h 1951613"/>
                <a:gd name="connsiteX303" fmla="*/ 1044028 w 1765612"/>
                <a:gd name="connsiteY303" fmla="*/ 104046 h 1951613"/>
                <a:gd name="connsiteX304" fmla="*/ 1038169 w 1765612"/>
                <a:gd name="connsiteY304" fmla="*/ 93992 h 1951613"/>
                <a:gd name="connsiteX305" fmla="*/ 1023388 w 1765612"/>
                <a:gd name="connsiteY305" fmla="*/ 99356 h 1951613"/>
                <a:gd name="connsiteX306" fmla="*/ 1017528 w 1765612"/>
                <a:gd name="connsiteY306" fmla="*/ 90458 h 1951613"/>
                <a:gd name="connsiteX307" fmla="*/ 1036327 w 1765612"/>
                <a:gd name="connsiteY307" fmla="*/ 69144 h 1951613"/>
                <a:gd name="connsiteX308" fmla="*/ 1008262 w 1765612"/>
                <a:gd name="connsiteY308" fmla="*/ 49023 h 1951613"/>
                <a:gd name="connsiteX309" fmla="*/ 991612 w 1765612"/>
                <a:gd name="connsiteY309" fmla="*/ 67301 h 1951613"/>
                <a:gd name="connsiteX310" fmla="*/ 960828 w 1765612"/>
                <a:gd name="connsiteY310" fmla="*/ 56726 h 1951613"/>
                <a:gd name="connsiteX311" fmla="*/ 988091 w 1765612"/>
                <a:gd name="connsiteY311" fmla="*/ 28356 h 1951613"/>
                <a:gd name="connsiteX312" fmla="*/ 1079833 w 1765612"/>
                <a:gd name="connsiteY312" fmla="*/ 0 h 1951613"/>
                <a:gd name="connsiteX313" fmla="*/ 1089354 w 1765612"/>
                <a:gd name="connsiteY313" fmla="*/ 33047 h 1951613"/>
                <a:gd name="connsiteX314" fmla="*/ 1110897 w 1765612"/>
                <a:gd name="connsiteY314" fmla="*/ 40368 h 195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Lst>
              <a:rect l="l" t="t" r="r" b="b"/>
              <a:pathLst>
                <a:path w="1765612" h="1951613">
                  <a:moveTo>
                    <a:pt x="1279613" y="284276"/>
                  </a:moveTo>
                  <a:lnTo>
                    <a:pt x="1263432" y="366346"/>
                  </a:lnTo>
                  <a:lnTo>
                    <a:pt x="1206668" y="387127"/>
                  </a:lnTo>
                  <a:lnTo>
                    <a:pt x="1153934" y="367541"/>
                  </a:lnTo>
                  <a:lnTo>
                    <a:pt x="1137411" y="374214"/>
                  </a:lnTo>
                  <a:lnTo>
                    <a:pt x="1090307" y="393432"/>
                  </a:lnTo>
                  <a:lnTo>
                    <a:pt x="1060933" y="391462"/>
                  </a:lnTo>
                  <a:lnTo>
                    <a:pt x="998158" y="403358"/>
                  </a:lnTo>
                  <a:lnTo>
                    <a:pt x="873661" y="403231"/>
                  </a:lnTo>
                  <a:lnTo>
                    <a:pt x="873394" y="432770"/>
                  </a:lnTo>
                  <a:lnTo>
                    <a:pt x="846703" y="443751"/>
                  </a:lnTo>
                  <a:lnTo>
                    <a:pt x="851787" y="477599"/>
                  </a:lnTo>
                  <a:lnTo>
                    <a:pt x="830777" y="508179"/>
                  </a:lnTo>
                  <a:lnTo>
                    <a:pt x="792532" y="510543"/>
                  </a:lnTo>
                  <a:lnTo>
                    <a:pt x="809055" y="553542"/>
                  </a:lnTo>
                  <a:lnTo>
                    <a:pt x="825235" y="579687"/>
                  </a:lnTo>
                  <a:lnTo>
                    <a:pt x="861917" y="568832"/>
                  </a:lnTo>
                  <a:lnTo>
                    <a:pt x="879914" y="599667"/>
                  </a:lnTo>
                  <a:lnTo>
                    <a:pt x="832810" y="633794"/>
                  </a:lnTo>
                  <a:lnTo>
                    <a:pt x="849779" y="672357"/>
                  </a:lnTo>
                  <a:lnTo>
                    <a:pt x="864128" y="716843"/>
                  </a:lnTo>
                  <a:lnTo>
                    <a:pt x="828629" y="766781"/>
                  </a:lnTo>
                  <a:lnTo>
                    <a:pt x="850808" y="779186"/>
                  </a:lnTo>
                  <a:lnTo>
                    <a:pt x="885266" y="798137"/>
                  </a:lnTo>
                  <a:lnTo>
                    <a:pt x="932649" y="803488"/>
                  </a:lnTo>
                  <a:lnTo>
                    <a:pt x="966052" y="782199"/>
                  </a:lnTo>
                  <a:lnTo>
                    <a:pt x="989159" y="799993"/>
                  </a:lnTo>
                  <a:lnTo>
                    <a:pt x="1014211" y="819211"/>
                  </a:lnTo>
                  <a:lnTo>
                    <a:pt x="1037305" y="814368"/>
                  </a:lnTo>
                  <a:lnTo>
                    <a:pt x="1065878" y="851495"/>
                  </a:lnTo>
                  <a:lnTo>
                    <a:pt x="1106728" y="840640"/>
                  </a:lnTo>
                  <a:lnTo>
                    <a:pt x="1163746" y="867179"/>
                  </a:lnTo>
                  <a:lnTo>
                    <a:pt x="1187768" y="884973"/>
                  </a:lnTo>
                  <a:lnTo>
                    <a:pt x="1225734" y="874399"/>
                  </a:lnTo>
                  <a:lnTo>
                    <a:pt x="1366436" y="765091"/>
                  </a:lnTo>
                  <a:lnTo>
                    <a:pt x="1392911" y="731243"/>
                  </a:lnTo>
                  <a:lnTo>
                    <a:pt x="1394182" y="697002"/>
                  </a:lnTo>
                  <a:lnTo>
                    <a:pt x="1413375" y="664464"/>
                  </a:lnTo>
                  <a:lnTo>
                    <a:pt x="1416387" y="638955"/>
                  </a:lnTo>
                  <a:lnTo>
                    <a:pt x="1420289" y="606950"/>
                  </a:lnTo>
                  <a:lnTo>
                    <a:pt x="1424598" y="570752"/>
                  </a:lnTo>
                  <a:lnTo>
                    <a:pt x="1424089" y="540425"/>
                  </a:lnTo>
                  <a:lnTo>
                    <a:pt x="1422373" y="519771"/>
                  </a:lnTo>
                  <a:lnTo>
                    <a:pt x="1430470" y="404489"/>
                  </a:lnTo>
                  <a:lnTo>
                    <a:pt x="1432707" y="399520"/>
                  </a:lnTo>
                  <a:lnTo>
                    <a:pt x="1526267" y="391284"/>
                  </a:lnTo>
                  <a:lnTo>
                    <a:pt x="1549615" y="378726"/>
                  </a:lnTo>
                  <a:lnTo>
                    <a:pt x="1580819" y="352734"/>
                  </a:lnTo>
                  <a:lnTo>
                    <a:pt x="1580946" y="350369"/>
                  </a:lnTo>
                  <a:lnTo>
                    <a:pt x="1624580" y="335765"/>
                  </a:lnTo>
                  <a:lnTo>
                    <a:pt x="1590262" y="303088"/>
                  </a:lnTo>
                  <a:lnTo>
                    <a:pt x="1639197" y="286374"/>
                  </a:lnTo>
                  <a:lnTo>
                    <a:pt x="1645552" y="266762"/>
                  </a:lnTo>
                  <a:lnTo>
                    <a:pt x="1665520" y="260407"/>
                  </a:lnTo>
                  <a:lnTo>
                    <a:pt x="1672955" y="257521"/>
                  </a:lnTo>
                  <a:lnTo>
                    <a:pt x="1589068" y="206541"/>
                  </a:lnTo>
                  <a:lnTo>
                    <a:pt x="1589335" y="202372"/>
                  </a:lnTo>
                  <a:lnTo>
                    <a:pt x="1570536" y="192699"/>
                  </a:lnTo>
                  <a:lnTo>
                    <a:pt x="1534007" y="192699"/>
                  </a:lnTo>
                  <a:lnTo>
                    <a:pt x="1515603" y="189573"/>
                  </a:lnTo>
                  <a:lnTo>
                    <a:pt x="1501507" y="190475"/>
                  </a:lnTo>
                  <a:lnTo>
                    <a:pt x="1498495" y="174537"/>
                  </a:lnTo>
                  <a:lnTo>
                    <a:pt x="1474345" y="179760"/>
                  </a:lnTo>
                  <a:lnTo>
                    <a:pt x="1463262" y="192305"/>
                  </a:lnTo>
                  <a:lnTo>
                    <a:pt x="1462347" y="203541"/>
                  </a:lnTo>
                  <a:lnTo>
                    <a:pt x="1458534" y="228784"/>
                  </a:lnTo>
                  <a:lnTo>
                    <a:pt x="1427089" y="235444"/>
                  </a:lnTo>
                  <a:lnTo>
                    <a:pt x="1393013" y="260661"/>
                  </a:lnTo>
                  <a:lnTo>
                    <a:pt x="1346163" y="271897"/>
                  </a:lnTo>
                  <a:lnTo>
                    <a:pt x="1314718" y="293339"/>
                  </a:lnTo>
                  <a:close/>
                  <a:moveTo>
                    <a:pt x="1081333" y="73185"/>
                  </a:moveTo>
                  <a:lnTo>
                    <a:pt x="1078715" y="91221"/>
                  </a:lnTo>
                  <a:lnTo>
                    <a:pt x="1133013" y="87306"/>
                  </a:lnTo>
                  <a:lnTo>
                    <a:pt x="1152586" y="92797"/>
                  </a:lnTo>
                  <a:lnTo>
                    <a:pt x="1138491" y="113578"/>
                  </a:lnTo>
                  <a:lnTo>
                    <a:pt x="1137843" y="135796"/>
                  </a:lnTo>
                  <a:lnTo>
                    <a:pt x="1151404" y="135796"/>
                  </a:lnTo>
                  <a:lnTo>
                    <a:pt x="1184451" y="147044"/>
                  </a:lnTo>
                  <a:lnTo>
                    <a:pt x="1188505" y="159055"/>
                  </a:lnTo>
                  <a:lnTo>
                    <a:pt x="1204686" y="156170"/>
                  </a:lnTo>
                  <a:lnTo>
                    <a:pt x="1224005" y="109778"/>
                  </a:lnTo>
                  <a:lnTo>
                    <a:pt x="1239525" y="95657"/>
                  </a:lnTo>
                  <a:lnTo>
                    <a:pt x="1248015" y="100500"/>
                  </a:lnTo>
                  <a:lnTo>
                    <a:pt x="1276079" y="69525"/>
                  </a:lnTo>
                  <a:lnTo>
                    <a:pt x="1304041" y="84294"/>
                  </a:lnTo>
                  <a:lnTo>
                    <a:pt x="1304969" y="111481"/>
                  </a:lnTo>
                  <a:lnTo>
                    <a:pt x="1335245" y="134220"/>
                  </a:lnTo>
                  <a:lnTo>
                    <a:pt x="1359255" y="118675"/>
                  </a:lnTo>
                  <a:lnTo>
                    <a:pt x="1371011" y="141147"/>
                  </a:lnTo>
                  <a:lnTo>
                    <a:pt x="1401923" y="147299"/>
                  </a:lnTo>
                  <a:lnTo>
                    <a:pt x="1430381" y="146117"/>
                  </a:lnTo>
                  <a:lnTo>
                    <a:pt x="1467965" y="139456"/>
                  </a:lnTo>
                  <a:lnTo>
                    <a:pt x="1493017" y="128335"/>
                  </a:lnTo>
                  <a:lnTo>
                    <a:pt x="1515895" y="88476"/>
                  </a:lnTo>
                  <a:lnTo>
                    <a:pt x="1529202" y="80850"/>
                  </a:lnTo>
                  <a:lnTo>
                    <a:pt x="1538989" y="104503"/>
                  </a:lnTo>
                  <a:lnTo>
                    <a:pt x="1577883" y="140575"/>
                  </a:lnTo>
                  <a:lnTo>
                    <a:pt x="1599490" y="186192"/>
                  </a:lnTo>
                  <a:lnTo>
                    <a:pt x="1616445" y="193373"/>
                  </a:lnTo>
                  <a:lnTo>
                    <a:pt x="1623373" y="185531"/>
                  </a:lnTo>
                  <a:lnTo>
                    <a:pt x="1625063" y="170762"/>
                  </a:lnTo>
                  <a:lnTo>
                    <a:pt x="1633960" y="167762"/>
                  </a:lnTo>
                  <a:lnTo>
                    <a:pt x="1644001" y="189064"/>
                  </a:lnTo>
                  <a:lnTo>
                    <a:pt x="1656712" y="205588"/>
                  </a:lnTo>
                  <a:lnTo>
                    <a:pt x="1694842" y="206859"/>
                  </a:lnTo>
                  <a:lnTo>
                    <a:pt x="1725245" y="214701"/>
                  </a:lnTo>
                  <a:lnTo>
                    <a:pt x="1731905" y="229076"/>
                  </a:lnTo>
                  <a:lnTo>
                    <a:pt x="1715458" y="247760"/>
                  </a:lnTo>
                  <a:lnTo>
                    <a:pt x="1702748" y="271909"/>
                  </a:lnTo>
                  <a:lnTo>
                    <a:pt x="1713717" y="299096"/>
                  </a:lnTo>
                  <a:lnTo>
                    <a:pt x="1718013" y="326017"/>
                  </a:lnTo>
                  <a:lnTo>
                    <a:pt x="1719855" y="361605"/>
                  </a:lnTo>
                  <a:lnTo>
                    <a:pt x="1765613" y="400028"/>
                  </a:lnTo>
                  <a:lnTo>
                    <a:pt x="1764341" y="433227"/>
                  </a:lnTo>
                  <a:lnTo>
                    <a:pt x="1735159" y="466681"/>
                  </a:lnTo>
                  <a:lnTo>
                    <a:pt x="1668202" y="477535"/>
                  </a:lnTo>
                  <a:lnTo>
                    <a:pt x="1628012" y="529647"/>
                  </a:lnTo>
                  <a:lnTo>
                    <a:pt x="1619115" y="545064"/>
                  </a:lnTo>
                  <a:lnTo>
                    <a:pt x="1604370" y="610166"/>
                  </a:lnTo>
                  <a:lnTo>
                    <a:pt x="1596541" y="628469"/>
                  </a:lnTo>
                  <a:lnTo>
                    <a:pt x="1586615" y="643225"/>
                  </a:lnTo>
                  <a:lnTo>
                    <a:pt x="1553568" y="668061"/>
                  </a:lnTo>
                  <a:lnTo>
                    <a:pt x="1536460" y="683479"/>
                  </a:lnTo>
                  <a:lnTo>
                    <a:pt x="1531770" y="694740"/>
                  </a:lnTo>
                  <a:lnTo>
                    <a:pt x="1524589" y="723605"/>
                  </a:lnTo>
                  <a:lnTo>
                    <a:pt x="1519899" y="734853"/>
                  </a:lnTo>
                  <a:lnTo>
                    <a:pt x="1511281" y="743877"/>
                  </a:lnTo>
                  <a:lnTo>
                    <a:pt x="1491581" y="759689"/>
                  </a:lnTo>
                  <a:lnTo>
                    <a:pt x="1485708" y="771458"/>
                  </a:lnTo>
                  <a:lnTo>
                    <a:pt x="1486229" y="789888"/>
                  </a:lnTo>
                  <a:lnTo>
                    <a:pt x="1482048" y="807009"/>
                  </a:lnTo>
                  <a:lnTo>
                    <a:pt x="1469909" y="842953"/>
                  </a:lnTo>
                  <a:lnTo>
                    <a:pt x="1453386" y="876140"/>
                  </a:lnTo>
                  <a:lnTo>
                    <a:pt x="1435490" y="908169"/>
                  </a:lnTo>
                  <a:lnTo>
                    <a:pt x="1431982" y="919278"/>
                  </a:lnTo>
                  <a:lnTo>
                    <a:pt x="1428462" y="941369"/>
                  </a:lnTo>
                  <a:lnTo>
                    <a:pt x="1424280" y="956150"/>
                  </a:lnTo>
                  <a:lnTo>
                    <a:pt x="1410438" y="986464"/>
                  </a:lnTo>
                  <a:lnTo>
                    <a:pt x="1405749" y="1009737"/>
                  </a:lnTo>
                  <a:lnTo>
                    <a:pt x="1406002" y="1057438"/>
                  </a:lnTo>
                  <a:lnTo>
                    <a:pt x="1423225" y="1109194"/>
                  </a:lnTo>
                  <a:lnTo>
                    <a:pt x="1439291" y="1138084"/>
                  </a:lnTo>
                  <a:lnTo>
                    <a:pt x="1455598" y="1172580"/>
                  </a:lnTo>
                  <a:lnTo>
                    <a:pt x="1465384" y="1211664"/>
                  </a:lnTo>
                  <a:lnTo>
                    <a:pt x="1469553" y="1231924"/>
                  </a:lnTo>
                  <a:lnTo>
                    <a:pt x="1476227" y="1264208"/>
                  </a:lnTo>
                  <a:lnTo>
                    <a:pt x="1476862" y="1289031"/>
                  </a:lnTo>
                  <a:lnTo>
                    <a:pt x="1464470" y="1321582"/>
                  </a:lnTo>
                  <a:lnTo>
                    <a:pt x="1423110" y="1355823"/>
                  </a:lnTo>
                  <a:lnTo>
                    <a:pt x="1398834" y="1372944"/>
                  </a:lnTo>
                  <a:lnTo>
                    <a:pt x="1384078" y="1390738"/>
                  </a:lnTo>
                  <a:lnTo>
                    <a:pt x="1392034" y="1423276"/>
                  </a:lnTo>
                  <a:lnTo>
                    <a:pt x="1395173" y="1430978"/>
                  </a:lnTo>
                  <a:lnTo>
                    <a:pt x="1411697" y="1456602"/>
                  </a:lnTo>
                  <a:lnTo>
                    <a:pt x="1425398" y="1476455"/>
                  </a:lnTo>
                  <a:lnTo>
                    <a:pt x="1465219" y="1545218"/>
                  </a:lnTo>
                  <a:lnTo>
                    <a:pt x="1539587" y="1643239"/>
                  </a:lnTo>
                  <a:lnTo>
                    <a:pt x="1495750" y="1656584"/>
                  </a:lnTo>
                  <a:lnTo>
                    <a:pt x="1486217" y="1707285"/>
                  </a:lnTo>
                  <a:lnTo>
                    <a:pt x="1447591" y="1714225"/>
                  </a:lnTo>
                  <a:lnTo>
                    <a:pt x="1442367" y="1740916"/>
                  </a:lnTo>
                  <a:lnTo>
                    <a:pt x="1410006" y="1845344"/>
                  </a:lnTo>
                  <a:lnTo>
                    <a:pt x="1384420" y="1876064"/>
                  </a:lnTo>
                  <a:lnTo>
                    <a:pt x="1386772" y="1903251"/>
                  </a:lnTo>
                  <a:lnTo>
                    <a:pt x="1371901" y="1919203"/>
                  </a:lnTo>
                  <a:lnTo>
                    <a:pt x="1346188" y="1951614"/>
                  </a:lnTo>
                  <a:lnTo>
                    <a:pt x="1337838" y="1943898"/>
                  </a:lnTo>
                  <a:lnTo>
                    <a:pt x="1278583" y="1888876"/>
                  </a:lnTo>
                  <a:lnTo>
                    <a:pt x="1197936" y="1886779"/>
                  </a:lnTo>
                  <a:lnTo>
                    <a:pt x="1130077" y="1878822"/>
                  </a:lnTo>
                  <a:lnTo>
                    <a:pt x="1031153" y="1858295"/>
                  </a:lnTo>
                  <a:lnTo>
                    <a:pt x="975050" y="1862108"/>
                  </a:lnTo>
                  <a:lnTo>
                    <a:pt x="939678" y="1838327"/>
                  </a:lnTo>
                  <a:lnTo>
                    <a:pt x="946859" y="1806056"/>
                  </a:lnTo>
                  <a:lnTo>
                    <a:pt x="910000" y="1740828"/>
                  </a:lnTo>
                  <a:lnTo>
                    <a:pt x="931149" y="1672332"/>
                  </a:lnTo>
                  <a:lnTo>
                    <a:pt x="938776" y="1593262"/>
                  </a:lnTo>
                  <a:lnTo>
                    <a:pt x="903276" y="1500986"/>
                  </a:lnTo>
                  <a:lnTo>
                    <a:pt x="872771" y="1491313"/>
                  </a:lnTo>
                  <a:lnTo>
                    <a:pt x="827231" y="1479671"/>
                  </a:lnTo>
                  <a:lnTo>
                    <a:pt x="793027" y="1514446"/>
                  </a:lnTo>
                  <a:lnTo>
                    <a:pt x="743458" y="1502943"/>
                  </a:lnTo>
                  <a:lnTo>
                    <a:pt x="705874" y="1476938"/>
                  </a:lnTo>
                  <a:lnTo>
                    <a:pt x="791223" y="1408456"/>
                  </a:lnTo>
                  <a:lnTo>
                    <a:pt x="814978" y="1391449"/>
                  </a:lnTo>
                  <a:lnTo>
                    <a:pt x="810796" y="1338918"/>
                  </a:lnTo>
                  <a:lnTo>
                    <a:pt x="803361" y="1244278"/>
                  </a:lnTo>
                  <a:lnTo>
                    <a:pt x="845889" y="1251218"/>
                  </a:lnTo>
                  <a:lnTo>
                    <a:pt x="858599" y="1244863"/>
                  </a:lnTo>
                  <a:lnTo>
                    <a:pt x="868641" y="1248905"/>
                  </a:lnTo>
                  <a:lnTo>
                    <a:pt x="872161" y="1254802"/>
                  </a:lnTo>
                  <a:lnTo>
                    <a:pt x="927629" y="1249171"/>
                  </a:lnTo>
                  <a:lnTo>
                    <a:pt x="940809" y="1240020"/>
                  </a:lnTo>
                  <a:lnTo>
                    <a:pt x="985180" y="1248650"/>
                  </a:lnTo>
                  <a:lnTo>
                    <a:pt x="999403" y="1247214"/>
                  </a:lnTo>
                  <a:lnTo>
                    <a:pt x="1015075" y="1240287"/>
                  </a:lnTo>
                  <a:lnTo>
                    <a:pt x="1027213" y="1235978"/>
                  </a:lnTo>
                  <a:lnTo>
                    <a:pt x="1027975" y="1224082"/>
                  </a:lnTo>
                  <a:lnTo>
                    <a:pt x="1034331" y="1207876"/>
                  </a:lnTo>
                  <a:lnTo>
                    <a:pt x="1030149" y="1202639"/>
                  </a:lnTo>
                  <a:lnTo>
                    <a:pt x="982651" y="1202258"/>
                  </a:lnTo>
                  <a:lnTo>
                    <a:pt x="970779" y="1205245"/>
                  </a:lnTo>
                  <a:lnTo>
                    <a:pt x="930832" y="1200428"/>
                  </a:lnTo>
                  <a:lnTo>
                    <a:pt x="856718" y="1206567"/>
                  </a:lnTo>
                  <a:lnTo>
                    <a:pt x="842190" y="1206414"/>
                  </a:lnTo>
                  <a:lnTo>
                    <a:pt x="803171" y="1195179"/>
                  </a:lnTo>
                  <a:lnTo>
                    <a:pt x="745873" y="1195700"/>
                  </a:lnTo>
                  <a:lnTo>
                    <a:pt x="737649" y="1190349"/>
                  </a:lnTo>
                  <a:lnTo>
                    <a:pt x="725905" y="1189167"/>
                  </a:lnTo>
                  <a:lnTo>
                    <a:pt x="719893" y="1194009"/>
                  </a:lnTo>
                  <a:lnTo>
                    <a:pt x="714034" y="1192166"/>
                  </a:lnTo>
                  <a:lnTo>
                    <a:pt x="709852" y="1185125"/>
                  </a:lnTo>
                  <a:lnTo>
                    <a:pt x="686884" y="1185633"/>
                  </a:lnTo>
                  <a:lnTo>
                    <a:pt x="672903" y="1179888"/>
                  </a:lnTo>
                  <a:lnTo>
                    <a:pt x="648894" y="1180409"/>
                  </a:lnTo>
                  <a:lnTo>
                    <a:pt x="642373" y="1190577"/>
                  </a:lnTo>
                  <a:lnTo>
                    <a:pt x="634010" y="1194225"/>
                  </a:lnTo>
                  <a:lnTo>
                    <a:pt x="623842" y="1192662"/>
                  </a:lnTo>
                  <a:lnTo>
                    <a:pt x="620029" y="1194098"/>
                  </a:lnTo>
                  <a:lnTo>
                    <a:pt x="620296" y="1198534"/>
                  </a:lnTo>
                  <a:lnTo>
                    <a:pt x="593795" y="1208079"/>
                  </a:lnTo>
                  <a:lnTo>
                    <a:pt x="557126" y="1209134"/>
                  </a:lnTo>
                  <a:lnTo>
                    <a:pt x="520978" y="1175008"/>
                  </a:lnTo>
                  <a:lnTo>
                    <a:pt x="433418" y="1086138"/>
                  </a:lnTo>
                  <a:lnTo>
                    <a:pt x="426504" y="1082998"/>
                  </a:lnTo>
                  <a:lnTo>
                    <a:pt x="377556" y="1053765"/>
                  </a:lnTo>
                  <a:lnTo>
                    <a:pt x="356292" y="1067378"/>
                  </a:lnTo>
                  <a:lnTo>
                    <a:pt x="338803" y="1053117"/>
                  </a:lnTo>
                  <a:lnTo>
                    <a:pt x="329397" y="1006979"/>
                  </a:lnTo>
                  <a:lnTo>
                    <a:pt x="362024" y="966204"/>
                  </a:lnTo>
                  <a:lnTo>
                    <a:pt x="359152" y="955617"/>
                  </a:lnTo>
                  <a:lnTo>
                    <a:pt x="352632" y="951422"/>
                  </a:lnTo>
                  <a:lnTo>
                    <a:pt x="345006" y="952693"/>
                  </a:lnTo>
                  <a:lnTo>
                    <a:pt x="326614" y="956227"/>
                  </a:lnTo>
                  <a:lnTo>
                    <a:pt x="295283" y="951638"/>
                  </a:lnTo>
                  <a:lnTo>
                    <a:pt x="304676" y="938928"/>
                  </a:lnTo>
                  <a:lnTo>
                    <a:pt x="305451" y="932649"/>
                  </a:lnTo>
                  <a:lnTo>
                    <a:pt x="248561" y="930679"/>
                  </a:lnTo>
                  <a:lnTo>
                    <a:pt x="244506" y="938928"/>
                  </a:lnTo>
                  <a:lnTo>
                    <a:pt x="227423" y="941407"/>
                  </a:lnTo>
                  <a:lnTo>
                    <a:pt x="201584" y="952846"/>
                  </a:lnTo>
                  <a:lnTo>
                    <a:pt x="177167" y="961476"/>
                  </a:lnTo>
                  <a:lnTo>
                    <a:pt x="166211" y="961476"/>
                  </a:lnTo>
                  <a:lnTo>
                    <a:pt x="160606" y="954930"/>
                  </a:lnTo>
                  <a:lnTo>
                    <a:pt x="141159" y="952846"/>
                  </a:lnTo>
                  <a:lnTo>
                    <a:pt x="127852" y="942512"/>
                  </a:lnTo>
                  <a:lnTo>
                    <a:pt x="109320" y="944216"/>
                  </a:lnTo>
                  <a:lnTo>
                    <a:pt x="105927" y="951397"/>
                  </a:lnTo>
                  <a:lnTo>
                    <a:pt x="107490" y="959519"/>
                  </a:lnTo>
                  <a:lnTo>
                    <a:pt x="97449" y="962912"/>
                  </a:lnTo>
                  <a:lnTo>
                    <a:pt x="75257" y="958985"/>
                  </a:lnTo>
                  <a:lnTo>
                    <a:pt x="61428" y="944737"/>
                  </a:lnTo>
                  <a:lnTo>
                    <a:pt x="41855" y="942767"/>
                  </a:lnTo>
                  <a:lnTo>
                    <a:pt x="32322" y="929446"/>
                  </a:lnTo>
                  <a:lnTo>
                    <a:pt x="44320" y="921820"/>
                  </a:lnTo>
                  <a:lnTo>
                    <a:pt x="38969" y="901840"/>
                  </a:lnTo>
                  <a:lnTo>
                    <a:pt x="17362" y="898955"/>
                  </a:lnTo>
                  <a:lnTo>
                    <a:pt x="7842" y="895815"/>
                  </a:lnTo>
                  <a:lnTo>
                    <a:pt x="0" y="897391"/>
                  </a:lnTo>
                  <a:lnTo>
                    <a:pt x="25318" y="867713"/>
                  </a:lnTo>
                  <a:lnTo>
                    <a:pt x="64339" y="859489"/>
                  </a:lnTo>
                  <a:lnTo>
                    <a:pt x="149497" y="873331"/>
                  </a:lnTo>
                  <a:lnTo>
                    <a:pt x="179493" y="850605"/>
                  </a:lnTo>
                  <a:lnTo>
                    <a:pt x="281417" y="825502"/>
                  </a:lnTo>
                  <a:lnTo>
                    <a:pt x="306087" y="764493"/>
                  </a:lnTo>
                  <a:lnTo>
                    <a:pt x="280667" y="747118"/>
                  </a:lnTo>
                  <a:lnTo>
                    <a:pt x="322305" y="693392"/>
                  </a:lnTo>
                  <a:lnTo>
                    <a:pt x="358580" y="685169"/>
                  </a:lnTo>
                  <a:lnTo>
                    <a:pt x="377900" y="648182"/>
                  </a:lnTo>
                  <a:lnTo>
                    <a:pt x="352479" y="568705"/>
                  </a:lnTo>
                  <a:lnTo>
                    <a:pt x="290898" y="481399"/>
                  </a:lnTo>
                  <a:lnTo>
                    <a:pt x="346365" y="434371"/>
                  </a:lnTo>
                  <a:lnTo>
                    <a:pt x="355746" y="376324"/>
                  </a:lnTo>
                  <a:lnTo>
                    <a:pt x="383416" y="366397"/>
                  </a:lnTo>
                  <a:lnTo>
                    <a:pt x="375790" y="320399"/>
                  </a:lnTo>
                  <a:lnTo>
                    <a:pt x="399799" y="302490"/>
                  </a:lnTo>
                  <a:lnTo>
                    <a:pt x="425627" y="306786"/>
                  </a:lnTo>
                  <a:lnTo>
                    <a:pt x="445455" y="282383"/>
                  </a:lnTo>
                  <a:lnTo>
                    <a:pt x="470265" y="300024"/>
                  </a:lnTo>
                  <a:lnTo>
                    <a:pt x="477815" y="281862"/>
                  </a:lnTo>
                  <a:lnTo>
                    <a:pt x="506400" y="274426"/>
                  </a:lnTo>
                  <a:lnTo>
                    <a:pt x="527537" y="266444"/>
                  </a:lnTo>
                  <a:lnTo>
                    <a:pt x="488262" y="245015"/>
                  </a:lnTo>
                  <a:lnTo>
                    <a:pt x="453945" y="237160"/>
                  </a:lnTo>
                  <a:lnTo>
                    <a:pt x="456029" y="217167"/>
                  </a:lnTo>
                  <a:lnTo>
                    <a:pt x="419742" y="194288"/>
                  </a:lnTo>
                  <a:lnTo>
                    <a:pt x="423008" y="140041"/>
                  </a:lnTo>
                  <a:lnTo>
                    <a:pt x="482644" y="119705"/>
                  </a:lnTo>
                  <a:lnTo>
                    <a:pt x="510836" y="144273"/>
                  </a:lnTo>
                  <a:lnTo>
                    <a:pt x="560304" y="120226"/>
                  </a:lnTo>
                  <a:lnTo>
                    <a:pt x="582356" y="156691"/>
                  </a:lnTo>
                  <a:lnTo>
                    <a:pt x="658693" y="149891"/>
                  </a:lnTo>
                  <a:lnTo>
                    <a:pt x="713246" y="138134"/>
                  </a:lnTo>
                  <a:lnTo>
                    <a:pt x="731905" y="90039"/>
                  </a:lnTo>
                  <a:lnTo>
                    <a:pt x="756054" y="110286"/>
                  </a:lnTo>
                  <a:lnTo>
                    <a:pt x="821562" y="132123"/>
                  </a:lnTo>
                  <a:lnTo>
                    <a:pt x="820520" y="159437"/>
                  </a:lnTo>
                  <a:lnTo>
                    <a:pt x="877029" y="155776"/>
                  </a:lnTo>
                  <a:lnTo>
                    <a:pt x="890591" y="155382"/>
                  </a:lnTo>
                  <a:lnTo>
                    <a:pt x="906123" y="174448"/>
                  </a:lnTo>
                  <a:lnTo>
                    <a:pt x="965746" y="147260"/>
                  </a:lnTo>
                  <a:lnTo>
                    <a:pt x="1001259" y="163784"/>
                  </a:lnTo>
                  <a:lnTo>
                    <a:pt x="1045744" y="122476"/>
                  </a:lnTo>
                  <a:lnTo>
                    <a:pt x="1044028" y="104046"/>
                  </a:lnTo>
                  <a:lnTo>
                    <a:pt x="1038169" y="93992"/>
                  </a:lnTo>
                  <a:lnTo>
                    <a:pt x="1023388" y="99356"/>
                  </a:lnTo>
                  <a:lnTo>
                    <a:pt x="1017528" y="90458"/>
                  </a:lnTo>
                  <a:lnTo>
                    <a:pt x="1036327" y="69144"/>
                  </a:lnTo>
                  <a:lnTo>
                    <a:pt x="1008262" y="49023"/>
                  </a:lnTo>
                  <a:lnTo>
                    <a:pt x="991612" y="67301"/>
                  </a:lnTo>
                  <a:lnTo>
                    <a:pt x="960828" y="56726"/>
                  </a:lnTo>
                  <a:lnTo>
                    <a:pt x="988091" y="28356"/>
                  </a:lnTo>
                  <a:lnTo>
                    <a:pt x="1079833" y="0"/>
                  </a:lnTo>
                  <a:lnTo>
                    <a:pt x="1089354" y="33047"/>
                  </a:lnTo>
                  <a:lnTo>
                    <a:pt x="1110897" y="40368"/>
                  </a:lnTo>
                  <a:close/>
                </a:path>
              </a:pathLst>
            </a:custGeom>
            <a:noFill/>
            <a:ln w="3810" cap="flat">
              <a:solidFill>
                <a:srgbClr val="E6E4E2"/>
              </a:solidFill>
              <a:prstDash val="solid"/>
              <a:miter/>
            </a:ln>
          </p:spPr>
          <p:txBody>
            <a:bodyPr rtlCol="0" anchor="ctr"/>
            <a:lstStyle/>
            <a:p>
              <a:endParaRPr lang="de-CH"/>
            </a:p>
          </p:txBody>
        </p:sp>
        <p:sp>
          <p:nvSpPr>
            <p:cNvPr id="116" name="Freihandform: Form 115">
              <a:extLst>
                <a:ext uri="{FF2B5EF4-FFF2-40B4-BE49-F238E27FC236}">
                  <a16:creationId xmlns:a16="http://schemas.microsoft.com/office/drawing/2014/main" id="{4A0325BD-D7C6-39CF-12B8-77289746EFFB}"/>
                </a:ext>
              </a:extLst>
            </p:cNvPr>
            <p:cNvSpPr/>
            <p:nvPr/>
          </p:nvSpPr>
          <p:spPr>
            <a:xfrm>
              <a:off x="7015922" y="2657288"/>
              <a:ext cx="3780078" cy="2693126"/>
            </a:xfrm>
            <a:custGeom>
              <a:avLst/>
              <a:gdLst>
                <a:gd name="connsiteX0" fmla="*/ 2039988 w 3780078"/>
                <a:gd name="connsiteY0" fmla="*/ 12926 h 2693126"/>
                <a:gd name="connsiteX1" fmla="*/ 1999544 w 3780078"/>
                <a:gd name="connsiteY1" fmla="*/ 10575 h 2693126"/>
                <a:gd name="connsiteX2" fmla="*/ 1977479 w 3780078"/>
                <a:gd name="connsiteY2" fmla="*/ 34495 h 2693126"/>
                <a:gd name="connsiteX3" fmla="*/ 1949682 w 3780078"/>
                <a:gd name="connsiteY3" fmla="*/ 31890 h 2693126"/>
                <a:gd name="connsiteX4" fmla="*/ 1940289 w 3780078"/>
                <a:gd name="connsiteY4" fmla="*/ 11236 h 2693126"/>
                <a:gd name="connsiteX5" fmla="*/ 1914182 w 3780078"/>
                <a:gd name="connsiteY5" fmla="*/ 4055 h 2693126"/>
                <a:gd name="connsiteX6" fmla="*/ 1882865 w 3780078"/>
                <a:gd name="connsiteY6" fmla="*/ 23132 h 2693126"/>
                <a:gd name="connsiteX7" fmla="*/ 1822707 w 3780078"/>
                <a:gd name="connsiteY7" fmla="*/ 51489 h 2693126"/>
                <a:gd name="connsiteX8" fmla="*/ 1815665 w 3780078"/>
                <a:gd name="connsiteY8" fmla="*/ 21162 h 2693126"/>
                <a:gd name="connsiteX9" fmla="*/ 1786559 w 3780078"/>
                <a:gd name="connsiteY9" fmla="*/ 3000 h 2693126"/>
                <a:gd name="connsiteX10" fmla="*/ 1768155 w 3780078"/>
                <a:gd name="connsiteY10" fmla="*/ 9800 h 2693126"/>
                <a:gd name="connsiteX11" fmla="*/ 1657614 w 3780078"/>
                <a:gd name="connsiteY11" fmla="*/ 46659 h 2693126"/>
                <a:gd name="connsiteX12" fmla="*/ 1660741 w 3780078"/>
                <a:gd name="connsiteY12" fmla="*/ 54374 h 2693126"/>
                <a:gd name="connsiteX13" fmla="*/ 1677328 w 3780078"/>
                <a:gd name="connsiteY13" fmla="*/ 79985 h 2693126"/>
                <a:gd name="connsiteX14" fmla="*/ 1691029 w 3780078"/>
                <a:gd name="connsiteY14" fmla="*/ 99839 h 2693126"/>
                <a:gd name="connsiteX15" fmla="*/ 1730837 w 3780078"/>
                <a:gd name="connsiteY15" fmla="*/ 168601 h 2693126"/>
                <a:gd name="connsiteX16" fmla="*/ 1805218 w 3780078"/>
                <a:gd name="connsiteY16" fmla="*/ 266622 h 2693126"/>
                <a:gd name="connsiteX17" fmla="*/ 1761393 w 3780078"/>
                <a:gd name="connsiteY17" fmla="*/ 279968 h 2693126"/>
                <a:gd name="connsiteX18" fmla="*/ 1751847 w 3780078"/>
                <a:gd name="connsiteY18" fmla="*/ 330656 h 2693126"/>
                <a:gd name="connsiteX19" fmla="*/ 1713221 w 3780078"/>
                <a:gd name="connsiteY19" fmla="*/ 337608 h 2693126"/>
                <a:gd name="connsiteX20" fmla="*/ 1707997 w 3780078"/>
                <a:gd name="connsiteY20" fmla="*/ 364262 h 2693126"/>
                <a:gd name="connsiteX21" fmla="*/ 1675637 w 3780078"/>
                <a:gd name="connsiteY21" fmla="*/ 468701 h 2693126"/>
                <a:gd name="connsiteX22" fmla="*/ 1650064 w 3780078"/>
                <a:gd name="connsiteY22" fmla="*/ 499397 h 2693126"/>
                <a:gd name="connsiteX23" fmla="*/ 1652403 w 3780078"/>
                <a:gd name="connsiteY23" fmla="*/ 526596 h 2693126"/>
                <a:gd name="connsiteX24" fmla="*/ 1637519 w 3780078"/>
                <a:gd name="connsiteY24" fmla="*/ 542548 h 2693126"/>
                <a:gd name="connsiteX25" fmla="*/ 1611819 w 3780078"/>
                <a:gd name="connsiteY25" fmla="*/ 574959 h 2693126"/>
                <a:gd name="connsiteX26" fmla="*/ 1603468 w 3780078"/>
                <a:gd name="connsiteY26" fmla="*/ 567244 h 2693126"/>
                <a:gd name="connsiteX27" fmla="*/ 1544213 w 3780078"/>
                <a:gd name="connsiteY27" fmla="*/ 512221 h 2693126"/>
                <a:gd name="connsiteX28" fmla="*/ 1463568 w 3780078"/>
                <a:gd name="connsiteY28" fmla="*/ 510124 h 2693126"/>
                <a:gd name="connsiteX29" fmla="*/ 1395708 w 3780078"/>
                <a:gd name="connsiteY29" fmla="*/ 502167 h 2693126"/>
                <a:gd name="connsiteX30" fmla="*/ 1296784 w 3780078"/>
                <a:gd name="connsiteY30" fmla="*/ 481640 h 2693126"/>
                <a:gd name="connsiteX31" fmla="*/ 1240669 w 3780078"/>
                <a:gd name="connsiteY31" fmla="*/ 485415 h 2693126"/>
                <a:gd name="connsiteX32" fmla="*/ 1205322 w 3780078"/>
                <a:gd name="connsiteY32" fmla="*/ 461634 h 2693126"/>
                <a:gd name="connsiteX33" fmla="*/ 1162628 w 3780078"/>
                <a:gd name="connsiteY33" fmla="*/ 489216 h 2693126"/>
                <a:gd name="connsiteX34" fmla="*/ 1133534 w 3780078"/>
                <a:gd name="connsiteY34" fmla="*/ 535748 h 2693126"/>
                <a:gd name="connsiteX35" fmla="*/ 1099865 w 3780078"/>
                <a:gd name="connsiteY35" fmla="*/ 567777 h 2693126"/>
                <a:gd name="connsiteX36" fmla="*/ 1018697 w 3780078"/>
                <a:gd name="connsiteY36" fmla="*/ 568019 h 2693126"/>
                <a:gd name="connsiteX37" fmla="*/ 1004208 w 3780078"/>
                <a:gd name="connsiteY37" fmla="*/ 585534 h 2693126"/>
                <a:gd name="connsiteX38" fmla="*/ 984113 w 3780078"/>
                <a:gd name="connsiteY38" fmla="*/ 620843 h 2693126"/>
                <a:gd name="connsiteX39" fmla="*/ 974974 w 3780078"/>
                <a:gd name="connsiteY39" fmla="*/ 633502 h 2693126"/>
                <a:gd name="connsiteX40" fmla="*/ 928773 w 3780078"/>
                <a:gd name="connsiteY40" fmla="*/ 664223 h 2693126"/>
                <a:gd name="connsiteX41" fmla="*/ 893934 w 3780078"/>
                <a:gd name="connsiteY41" fmla="*/ 604091 h 2693126"/>
                <a:gd name="connsiteX42" fmla="*/ 833789 w 3780078"/>
                <a:gd name="connsiteY42" fmla="*/ 593388 h 2693126"/>
                <a:gd name="connsiteX43" fmla="*/ 808738 w 3780078"/>
                <a:gd name="connsiteY43" fmla="*/ 603048 h 2693126"/>
                <a:gd name="connsiteX44" fmla="*/ 793053 w 3780078"/>
                <a:gd name="connsiteY44" fmla="*/ 623067 h 2693126"/>
                <a:gd name="connsiteX45" fmla="*/ 772971 w 3780078"/>
                <a:gd name="connsiteY45" fmla="*/ 713246 h 2693126"/>
                <a:gd name="connsiteX46" fmla="*/ 722054 w 3780078"/>
                <a:gd name="connsiteY46" fmla="*/ 785656 h 2693126"/>
                <a:gd name="connsiteX47" fmla="*/ 615568 w 3780078"/>
                <a:gd name="connsiteY47" fmla="*/ 803170 h 2693126"/>
                <a:gd name="connsiteX48" fmla="*/ 558016 w 3780078"/>
                <a:gd name="connsiteY48" fmla="*/ 832696 h 2693126"/>
                <a:gd name="connsiteX49" fmla="*/ 529838 w 3780078"/>
                <a:gd name="connsiteY49" fmla="*/ 789304 h 2693126"/>
                <a:gd name="connsiteX50" fmla="*/ 495774 w 3780078"/>
                <a:gd name="connsiteY50" fmla="*/ 780686 h 2693126"/>
                <a:gd name="connsiteX51" fmla="*/ 453500 w 3780078"/>
                <a:gd name="connsiteY51" fmla="*/ 781080 h 2693126"/>
                <a:gd name="connsiteX52" fmla="*/ 390991 w 3780078"/>
                <a:gd name="connsiteY52" fmla="*/ 838314 h 2693126"/>
                <a:gd name="connsiteX53" fmla="*/ 354843 w 3780078"/>
                <a:gd name="connsiteY53" fmla="*/ 845127 h 2693126"/>
                <a:gd name="connsiteX54" fmla="*/ 351704 w 3780078"/>
                <a:gd name="connsiteY54" fmla="*/ 867344 h 2693126"/>
                <a:gd name="connsiteX55" fmla="*/ 366194 w 3780078"/>
                <a:gd name="connsiteY55" fmla="*/ 921706 h 2693126"/>
                <a:gd name="connsiteX56" fmla="*/ 336706 w 3780078"/>
                <a:gd name="connsiteY56" fmla="*/ 933069 h 2693126"/>
                <a:gd name="connsiteX57" fmla="*/ 325610 w 3780078"/>
                <a:gd name="connsiteY57" fmla="*/ 1013207 h 2693126"/>
                <a:gd name="connsiteX58" fmla="*/ 262720 w 3780078"/>
                <a:gd name="connsiteY58" fmla="*/ 1041042 h 2693126"/>
                <a:gd name="connsiteX59" fmla="*/ 233092 w 3780078"/>
                <a:gd name="connsiteY59" fmla="*/ 988371 h 2693126"/>
                <a:gd name="connsiteX60" fmla="*/ 191835 w 3780078"/>
                <a:gd name="connsiteY60" fmla="*/ 1019867 h 2693126"/>
                <a:gd name="connsiteX61" fmla="*/ 183357 w 3780078"/>
                <a:gd name="connsiteY61" fmla="*/ 1080647 h 2693126"/>
                <a:gd name="connsiteX62" fmla="*/ 114443 w 3780078"/>
                <a:gd name="connsiteY62" fmla="*/ 1130966 h 2693126"/>
                <a:gd name="connsiteX63" fmla="*/ 80646 w 3780078"/>
                <a:gd name="connsiteY63" fmla="*/ 1123137 h 2693126"/>
                <a:gd name="connsiteX64" fmla="*/ 40202 w 3780078"/>
                <a:gd name="connsiteY64" fmla="*/ 1152790 h 2693126"/>
                <a:gd name="connsiteX65" fmla="*/ 43215 w 3780078"/>
                <a:gd name="connsiteY65" fmla="*/ 1198292 h 2693126"/>
                <a:gd name="connsiteX66" fmla="*/ 54044 w 3780078"/>
                <a:gd name="connsiteY66" fmla="*/ 1235660 h 2693126"/>
                <a:gd name="connsiteX67" fmla="*/ 5758 w 3780078"/>
                <a:gd name="connsiteY67" fmla="*/ 1278939 h 2693126"/>
                <a:gd name="connsiteX68" fmla="*/ 0 w 3780078"/>
                <a:gd name="connsiteY68" fmla="*/ 1322064 h 2693126"/>
                <a:gd name="connsiteX69" fmla="*/ 56510 w 3780078"/>
                <a:gd name="connsiteY69" fmla="*/ 1379566 h 2693126"/>
                <a:gd name="connsiteX70" fmla="*/ 57298 w 3780078"/>
                <a:gd name="connsiteY70" fmla="*/ 1486090 h 2693126"/>
                <a:gd name="connsiteX71" fmla="*/ 101542 w 3780078"/>
                <a:gd name="connsiteY71" fmla="*/ 1506604 h 2693126"/>
                <a:gd name="connsiteX72" fmla="*/ 206210 w 3780078"/>
                <a:gd name="connsiteY72" fmla="*/ 1495622 h 2693126"/>
                <a:gd name="connsiteX73" fmla="*/ 277578 w 3780078"/>
                <a:gd name="connsiteY73" fmla="*/ 1519555 h 2693126"/>
                <a:gd name="connsiteX74" fmla="*/ 372854 w 3780078"/>
                <a:gd name="connsiteY74" fmla="*/ 1529864 h 2693126"/>
                <a:gd name="connsiteX75" fmla="*/ 519530 w 3780078"/>
                <a:gd name="connsiteY75" fmla="*/ 1466605 h 2693126"/>
                <a:gd name="connsiteX76" fmla="*/ 547060 w 3780078"/>
                <a:gd name="connsiteY76" fmla="*/ 1436812 h 2693126"/>
                <a:gd name="connsiteX77" fmla="*/ 524360 w 3780078"/>
                <a:gd name="connsiteY77" fmla="*/ 1368584 h 2693126"/>
                <a:gd name="connsiteX78" fmla="*/ 556847 w 3780078"/>
                <a:gd name="connsiteY78" fmla="*/ 1349887 h 2693126"/>
                <a:gd name="connsiteX79" fmla="*/ 597443 w 3780078"/>
                <a:gd name="connsiteY79" fmla="*/ 1360996 h 2693126"/>
                <a:gd name="connsiteX80" fmla="*/ 628240 w 3780078"/>
                <a:gd name="connsiteY80" fmla="*/ 1327937 h 2693126"/>
                <a:gd name="connsiteX81" fmla="*/ 642069 w 3780078"/>
                <a:gd name="connsiteY81" fmla="*/ 1362966 h 2693126"/>
                <a:gd name="connsiteX82" fmla="*/ 638675 w 3780078"/>
                <a:gd name="connsiteY82" fmla="*/ 1408964 h 2693126"/>
                <a:gd name="connsiteX83" fmla="*/ 660994 w 3780078"/>
                <a:gd name="connsiteY83" fmla="*/ 1408583 h 2693126"/>
                <a:gd name="connsiteX84" fmla="*/ 727418 w 3780078"/>
                <a:gd name="connsiteY84" fmla="*/ 1382311 h 2693126"/>
                <a:gd name="connsiteX85" fmla="*/ 786533 w 3780078"/>
                <a:gd name="connsiteY85" fmla="*/ 1414188 h 2693126"/>
                <a:gd name="connsiteX86" fmla="*/ 807416 w 3780078"/>
                <a:gd name="connsiteY86" fmla="*/ 1463224 h 2693126"/>
                <a:gd name="connsiteX87" fmla="*/ 772971 w 3780078"/>
                <a:gd name="connsiteY87" fmla="*/ 1516658 h 2693126"/>
                <a:gd name="connsiteX88" fmla="*/ 754694 w 3780078"/>
                <a:gd name="connsiteY88" fmla="*/ 1617183 h 2693126"/>
                <a:gd name="connsiteX89" fmla="*/ 762396 w 3780078"/>
                <a:gd name="connsiteY89" fmla="*/ 1629219 h 2693126"/>
                <a:gd name="connsiteX90" fmla="*/ 769311 w 3780078"/>
                <a:gd name="connsiteY90" fmla="*/ 1684356 h 2693126"/>
                <a:gd name="connsiteX91" fmla="*/ 805319 w 3780078"/>
                <a:gd name="connsiteY91" fmla="*/ 1730634 h 2693126"/>
                <a:gd name="connsiteX92" fmla="*/ 802980 w 3780078"/>
                <a:gd name="connsiteY92" fmla="*/ 1736900 h 2693126"/>
                <a:gd name="connsiteX93" fmla="*/ 811203 w 3780078"/>
                <a:gd name="connsiteY93" fmla="*/ 1764888 h 2693126"/>
                <a:gd name="connsiteX94" fmla="*/ 834946 w 3780078"/>
                <a:gd name="connsiteY94" fmla="*/ 1780433 h 2693126"/>
                <a:gd name="connsiteX95" fmla="*/ 885050 w 3780078"/>
                <a:gd name="connsiteY95" fmla="*/ 1775603 h 2693126"/>
                <a:gd name="connsiteX96" fmla="*/ 920155 w 3780078"/>
                <a:gd name="connsiteY96" fmla="*/ 1827753 h 2693126"/>
                <a:gd name="connsiteX97" fmla="*/ 902946 w 3780078"/>
                <a:gd name="connsiteY97" fmla="*/ 1897557 h 2693126"/>
                <a:gd name="connsiteX98" fmla="*/ 939996 w 3780078"/>
                <a:gd name="connsiteY98" fmla="*/ 1968264 h 2693126"/>
                <a:gd name="connsiteX99" fmla="*/ 908551 w 3780078"/>
                <a:gd name="connsiteY99" fmla="*/ 2041055 h 2693126"/>
                <a:gd name="connsiteX100" fmla="*/ 925265 w 3780078"/>
                <a:gd name="connsiteY100" fmla="*/ 2086151 h 2693126"/>
                <a:gd name="connsiteX101" fmla="*/ 919253 w 3780078"/>
                <a:gd name="connsiteY101" fmla="*/ 2147846 h 2693126"/>
                <a:gd name="connsiteX102" fmla="*/ 879190 w 3780078"/>
                <a:gd name="connsiteY102" fmla="*/ 2176597 h 2693126"/>
                <a:gd name="connsiteX103" fmla="*/ 867306 w 3780078"/>
                <a:gd name="connsiteY103" fmla="*/ 2209936 h 2693126"/>
                <a:gd name="connsiteX104" fmla="*/ 868221 w 3780078"/>
                <a:gd name="connsiteY104" fmla="*/ 2235280 h 2693126"/>
                <a:gd name="connsiteX105" fmla="*/ 888075 w 3780078"/>
                <a:gd name="connsiteY105" fmla="*/ 2262607 h 2693126"/>
                <a:gd name="connsiteX106" fmla="*/ 866658 w 3780078"/>
                <a:gd name="connsiteY106" fmla="*/ 2297369 h 2693126"/>
                <a:gd name="connsiteX107" fmla="*/ 846945 w 3780078"/>
                <a:gd name="connsiteY107" fmla="*/ 2328077 h 2693126"/>
                <a:gd name="connsiteX108" fmla="*/ 864561 w 3780078"/>
                <a:gd name="connsiteY108" fmla="*/ 2378257 h 2693126"/>
                <a:gd name="connsiteX109" fmla="*/ 895230 w 3780078"/>
                <a:gd name="connsiteY109" fmla="*/ 2418409 h 2693126"/>
                <a:gd name="connsiteX110" fmla="*/ 893019 w 3780078"/>
                <a:gd name="connsiteY110" fmla="*/ 2440893 h 2693126"/>
                <a:gd name="connsiteX111" fmla="*/ 887147 w 3780078"/>
                <a:gd name="connsiteY111" fmla="*/ 2498661 h 2693126"/>
                <a:gd name="connsiteX112" fmla="*/ 923167 w 3780078"/>
                <a:gd name="connsiteY112" fmla="*/ 2567270 h 2693126"/>
                <a:gd name="connsiteX113" fmla="*/ 985943 w 3780078"/>
                <a:gd name="connsiteY113" fmla="*/ 2601778 h 2693126"/>
                <a:gd name="connsiteX114" fmla="*/ 1029145 w 3780078"/>
                <a:gd name="connsiteY114" fmla="*/ 2665304 h 2693126"/>
                <a:gd name="connsiteX115" fmla="*/ 1071280 w 3780078"/>
                <a:gd name="connsiteY115" fmla="*/ 2691576 h 2693126"/>
                <a:gd name="connsiteX116" fmla="*/ 1086417 w 3780078"/>
                <a:gd name="connsiteY116" fmla="*/ 2689860 h 2693126"/>
                <a:gd name="connsiteX117" fmla="*/ 1098709 w 3780078"/>
                <a:gd name="connsiteY117" fmla="*/ 2689860 h 2693126"/>
                <a:gd name="connsiteX118" fmla="*/ 1121930 w 3780078"/>
                <a:gd name="connsiteY118" fmla="*/ 2693127 h 2693126"/>
                <a:gd name="connsiteX119" fmla="*/ 1142533 w 3780078"/>
                <a:gd name="connsiteY119" fmla="*/ 2663461 h 2693126"/>
                <a:gd name="connsiteX120" fmla="*/ 1156769 w 3780078"/>
                <a:gd name="connsiteY120" fmla="*/ 2577591 h 2693126"/>
                <a:gd name="connsiteX121" fmla="*/ 1186256 w 3780078"/>
                <a:gd name="connsiteY121" fmla="*/ 2572494 h 2693126"/>
                <a:gd name="connsiteX122" fmla="*/ 1199843 w 3780078"/>
                <a:gd name="connsiteY122" fmla="*/ 2558894 h 2693126"/>
                <a:gd name="connsiteX123" fmla="*/ 1203351 w 3780078"/>
                <a:gd name="connsiteY123" fmla="*/ 2515642 h 2693126"/>
                <a:gd name="connsiteX124" fmla="*/ 1226954 w 3780078"/>
                <a:gd name="connsiteY124" fmla="*/ 2502715 h 2693126"/>
                <a:gd name="connsiteX125" fmla="*/ 1251765 w 3780078"/>
                <a:gd name="connsiteY125" fmla="*/ 2505575 h 2693126"/>
                <a:gd name="connsiteX126" fmla="*/ 1258806 w 3780078"/>
                <a:gd name="connsiteY126" fmla="*/ 2457073 h 2693126"/>
                <a:gd name="connsiteX127" fmla="*/ 1266521 w 3780078"/>
                <a:gd name="connsiteY127" fmla="*/ 2398530 h 2693126"/>
                <a:gd name="connsiteX128" fmla="*/ 1274732 w 3780078"/>
                <a:gd name="connsiteY128" fmla="*/ 2365458 h 2693126"/>
                <a:gd name="connsiteX129" fmla="*/ 1294306 w 3780078"/>
                <a:gd name="connsiteY129" fmla="*/ 2352404 h 2693126"/>
                <a:gd name="connsiteX130" fmla="*/ 1322624 w 3780078"/>
                <a:gd name="connsiteY130" fmla="*/ 2305072 h 2693126"/>
                <a:gd name="connsiteX131" fmla="*/ 1321073 w 3780078"/>
                <a:gd name="connsiteY131" fmla="*/ 2253837 h 2693126"/>
                <a:gd name="connsiteX132" fmla="*/ 1341931 w 3780078"/>
                <a:gd name="connsiteY132" fmla="*/ 2243249 h 2693126"/>
                <a:gd name="connsiteX133" fmla="*/ 1350942 w 3780078"/>
                <a:gd name="connsiteY133" fmla="*/ 2216469 h 2693126"/>
                <a:gd name="connsiteX134" fmla="*/ 1338296 w 3780078"/>
                <a:gd name="connsiteY134" fmla="*/ 2190070 h 2693126"/>
                <a:gd name="connsiteX135" fmla="*/ 1347422 w 3780078"/>
                <a:gd name="connsiteY135" fmla="*/ 2167967 h 2693126"/>
                <a:gd name="connsiteX136" fmla="*/ 1341143 w 3780078"/>
                <a:gd name="connsiteY136" fmla="*/ 2130471 h 2693126"/>
                <a:gd name="connsiteX137" fmla="*/ 1307613 w 3780078"/>
                <a:gd name="connsiteY137" fmla="*/ 2120532 h 2693126"/>
                <a:gd name="connsiteX138" fmla="*/ 1299008 w 3780078"/>
                <a:gd name="connsiteY138" fmla="*/ 2095569 h 2693126"/>
                <a:gd name="connsiteX139" fmla="*/ 1301754 w 3780078"/>
                <a:gd name="connsiteY139" fmla="*/ 2064582 h 2693126"/>
                <a:gd name="connsiteX140" fmla="*/ 1314794 w 3780078"/>
                <a:gd name="connsiteY140" fmla="*/ 2045631 h 2693126"/>
                <a:gd name="connsiteX141" fmla="*/ 1295742 w 3780078"/>
                <a:gd name="connsiteY141" fmla="*/ 2014376 h 2693126"/>
                <a:gd name="connsiteX142" fmla="*/ 1311935 w 3780078"/>
                <a:gd name="connsiteY142" fmla="*/ 1987609 h 2693126"/>
                <a:gd name="connsiteX143" fmla="*/ 1300838 w 3780078"/>
                <a:gd name="connsiteY143" fmla="*/ 1951385 h 2693126"/>
                <a:gd name="connsiteX144" fmla="*/ 1240148 w 3780078"/>
                <a:gd name="connsiteY144" fmla="*/ 1907484 h 2693126"/>
                <a:gd name="connsiteX145" fmla="*/ 1233488 w 3780078"/>
                <a:gd name="connsiteY145" fmla="*/ 1861066 h 2693126"/>
                <a:gd name="connsiteX146" fmla="*/ 1268465 w 3780078"/>
                <a:gd name="connsiteY146" fmla="*/ 1849449 h 2693126"/>
                <a:gd name="connsiteX147" fmla="*/ 1290137 w 3780078"/>
                <a:gd name="connsiteY147" fmla="*/ 1831400 h 2693126"/>
                <a:gd name="connsiteX148" fmla="*/ 1296784 w 3780078"/>
                <a:gd name="connsiteY148" fmla="*/ 1815195 h 2693126"/>
                <a:gd name="connsiteX149" fmla="*/ 1289615 w 3780078"/>
                <a:gd name="connsiteY149" fmla="*/ 1801862 h 2693126"/>
                <a:gd name="connsiteX150" fmla="*/ 1298360 w 3780078"/>
                <a:gd name="connsiteY150" fmla="*/ 1759918 h 2693126"/>
                <a:gd name="connsiteX151" fmla="*/ 1288319 w 3780078"/>
                <a:gd name="connsiteY151" fmla="*/ 1751682 h 2693126"/>
                <a:gd name="connsiteX152" fmla="*/ 1301487 w 3780078"/>
                <a:gd name="connsiteY152" fmla="*/ 1718330 h 2693126"/>
                <a:gd name="connsiteX153" fmla="*/ 1322115 w 3780078"/>
                <a:gd name="connsiteY153" fmla="*/ 1715471 h 2693126"/>
                <a:gd name="connsiteX154" fmla="*/ 1360729 w 3780078"/>
                <a:gd name="connsiteY154" fmla="*/ 1687368 h 2693126"/>
                <a:gd name="connsiteX155" fmla="*/ 1445964 w 3780078"/>
                <a:gd name="connsiteY155" fmla="*/ 1681229 h 2693126"/>
                <a:gd name="connsiteX156" fmla="*/ 1466173 w 3780078"/>
                <a:gd name="connsiteY156" fmla="*/ 1668557 h 2693126"/>
                <a:gd name="connsiteX157" fmla="*/ 1489140 w 3780078"/>
                <a:gd name="connsiteY157" fmla="*/ 1684483 h 2693126"/>
                <a:gd name="connsiteX158" fmla="*/ 1477930 w 3780078"/>
                <a:gd name="connsiteY158" fmla="*/ 1709992 h 2693126"/>
                <a:gd name="connsiteX159" fmla="*/ 1525301 w 3780078"/>
                <a:gd name="connsiteY159" fmla="*/ 1775603 h 2693126"/>
                <a:gd name="connsiteX160" fmla="*/ 1570842 w 3780078"/>
                <a:gd name="connsiteY160" fmla="*/ 1792990 h 2693126"/>
                <a:gd name="connsiteX161" fmla="*/ 1602414 w 3780078"/>
                <a:gd name="connsiteY161" fmla="*/ 1765803 h 2693126"/>
                <a:gd name="connsiteX162" fmla="*/ 1598893 w 3780078"/>
                <a:gd name="connsiteY162" fmla="*/ 1726198 h 2693126"/>
                <a:gd name="connsiteX163" fmla="*/ 1617831 w 3780078"/>
                <a:gd name="connsiteY163" fmla="*/ 1700701 h 2693126"/>
                <a:gd name="connsiteX164" fmla="*/ 1650966 w 3780078"/>
                <a:gd name="connsiteY164" fmla="*/ 1679793 h 2693126"/>
                <a:gd name="connsiteX165" fmla="*/ 1668596 w 3780078"/>
                <a:gd name="connsiteY165" fmla="*/ 1673006 h 2693126"/>
                <a:gd name="connsiteX166" fmla="*/ 1674582 w 3780078"/>
                <a:gd name="connsiteY166" fmla="*/ 1719805 h 2693126"/>
                <a:gd name="connsiteX167" fmla="*/ 1638447 w 3780078"/>
                <a:gd name="connsiteY167" fmla="*/ 1729198 h 2693126"/>
                <a:gd name="connsiteX168" fmla="*/ 1641447 w 3780078"/>
                <a:gd name="connsiteY168" fmla="*/ 1759918 h 2693126"/>
                <a:gd name="connsiteX169" fmla="*/ 1673921 w 3780078"/>
                <a:gd name="connsiteY169" fmla="*/ 1758736 h 2693126"/>
                <a:gd name="connsiteX170" fmla="*/ 1676806 w 3780078"/>
                <a:gd name="connsiteY170" fmla="*/ 1795990 h 2693126"/>
                <a:gd name="connsiteX171" fmla="*/ 1661529 w 3780078"/>
                <a:gd name="connsiteY171" fmla="*/ 1809577 h 2693126"/>
                <a:gd name="connsiteX172" fmla="*/ 1662203 w 3780078"/>
                <a:gd name="connsiteY172" fmla="*/ 1930997 h 2693126"/>
                <a:gd name="connsiteX173" fmla="*/ 1694423 w 3780078"/>
                <a:gd name="connsiteY173" fmla="*/ 2022371 h 2693126"/>
                <a:gd name="connsiteX174" fmla="*/ 1678650 w 3780078"/>
                <a:gd name="connsiteY174" fmla="*/ 2038437 h 2693126"/>
                <a:gd name="connsiteX175" fmla="*/ 1679679 w 3780078"/>
                <a:gd name="connsiteY175" fmla="*/ 2061709 h 2693126"/>
                <a:gd name="connsiteX176" fmla="*/ 1748835 w 3780078"/>
                <a:gd name="connsiteY176" fmla="*/ 2092557 h 2693126"/>
                <a:gd name="connsiteX177" fmla="*/ 1763337 w 3780078"/>
                <a:gd name="connsiteY177" fmla="*/ 2124193 h 2693126"/>
                <a:gd name="connsiteX178" fmla="*/ 1793079 w 3780078"/>
                <a:gd name="connsiteY178" fmla="*/ 2189536 h 2693126"/>
                <a:gd name="connsiteX179" fmla="*/ 1825707 w 3780078"/>
                <a:gd name="connsiteY179" fmla="*/ 2244177 h 2693126"/>
                <a:gd name="connsiteX180" fmla="*/ 1863024 w 3780078"/>
                <a:gd name="connsiteY180" fmla="*/ 2282460 h 2693126"/>
                <a:gd name="connsiteX181" fmla="*/ 1881047 w 3780078"/>
                <a:gd name="connsiteY181" fmla="*/ 2267564 h 2693126"/>
                <a:gd name="connsiteX182" fmla="*/ 1927897 w 3780078"/>
                <a:gd name="connsiteY182" fmla="*/ 2301017 h 2693126"/>
                <a:gd name="connsiteX183" fmla="*/ 1981915 w 3780078"/>
                <a:gd name="connsiteY183" fmla="*/ 2298297 h 2693126"/>
                <a:gd name="connsiteX184" fmla="*/ 2015330 w 3780078"/>
                <a:gd name="connsiteY184" fmla="*/ 2319981 h 2693126"/>
                <a:gd name="connsiteX185" fmla="*/ 2059829 w 3780078"/>
                <a:gd name="connsiteY185" fmla="*/ 2319066 h 2693126"/>
                <a:gd name="connsiteX186" fmla="*/ 2128731 w 3780078"/>
                <a:gd name="connsiteY186" fmla="*/ 2270703 h 2693126"/>
                <a:gd name="connsiteX187" fmla="*/ 2151711 w 3780078"/>
                <a:gd name="connsiteY187" fmla="*/ 2299199 h 2693126"/>
                <a:gd name="connsiteX188" fmla="*/ 2208728 w 3780078"/>
                <a:gd name="connsiteY188" fmla="*/ 2294891 h 2693126"/>
                <a:gd name="connsiteX189" fmla="*/ 2211741 w 3780078"/>
                <a:gd name="connsiteY189" fmla="*/ 2260383 h 2693126"/>
                <a:gd name="connsiteX190" fmla="*/ 2232865 w 3780078"/>
                <a:gd name="connsiteY190" fmla="*/ 2243643 h 2693126"/>
                <a:gd name="connsiteX191" fmla="*/ 2236005 w 3780078"/>
                <a:gd name="connsiteY191" fmla="*/ 2212274 h 2693126"/>
                <a:gd name="connsiteX192" fmla="*/ 2214207 w 3780078"/>
                <a:gd name="connsiteY192" fmla="*/ 2208093 h 2693126"/>
                <a:gd name="connsiteX193" fmla="*/ 2232357 w 3780078"/>
                <a:gd name="connsiteY193" fmla="*/ 2175300 h 2693126"/>
                <a:gd name="connsiteX194" fmla="*/ 2221769 w 3780078"/>
                <a:gd name="connsiteY194" fmla="*/ 2151761 h 2693126"/>
                <a:gd name="connsiteX195" fmla="*/ 2249719 w 3780078"/>
                <a:gd name="connsiteY195" fmla="*/ 2121295 h 2693126"/>
                <a:gd name="connsiteX196" fmla="*/ 2319778 w 3780078"/>
                <a:gd name="connsiteY196" fmla="*/ 2166530 h 2693126"/>
                <a:gd name="connsiteX197" fmla="*/ 2349024 w 3780078"/>
                <a:gd name="connsiteY197" fmla="*/ 2147707 h 2693126"/>
                <a:gd name="connsiteX198" fmla="*/ 2404872 w 3780078"/>
                <a:gd name="connsiteY198" fmla="*/ 2131374 h 2693126"/>
                <a:gd name="connsiteX199" fmla="*/ 2444426 w 3780078"/>
                <a:gd name="connsiteY199" fmla="*/ 2085897 h 2693126"/>
                <a:gd name="connsiteX200" fmla="*/ 2534860 w 3780078"/>
                <a:gd name="connsiteY200" fmla="*/ 2079236 h 2693126"/>
                <a:gd name="connsiteX201" fmla="*/ 2556632 w 3780078"/>
                <a:gd name="connsiteY201" fmla="*/ 2041195 h 2693126"/>
                <a:gd name="connsiteX202" fmla="*/ 2598143 w 3780078"/>
                <a:gd name="connsiteY202" fmla="*/ 2020414 h 2693126"/>
                <a:gd name="connsiteX203" fmla="*/ 2626996 w 3780078"/>
                <a:gd name="connsiteY203" fmla="*/ 2067455 h 2693126"/>
                <a:gd name="connsiteX204" fmla="*/ 2660513 w 3780078"/>
                <a:gd name="connsiteY204" fmla="*/ 2063794 h 2693126"/>
                <a:gd name="connsiteX205" fmla="*/ 2652302 w 3780078"/>
                <a:gd name="connsiteY205" fmla="*/ 2041970 h 2693126"/>
                <a:gd name="connsiteX206" fmla="*/ 2689479 w 3780078"/>
                <a:gd name="connsiteY206" fmla="*/ 2028904 h 2693126"/>
                <a:gd name="connsiteX207" fmla="*/ 2746269 w 3780078"/>
                <a:gd name="connsiteY207" fmla="*/ 2101060 h 2693126"/>
                <a:gd name="connsiteX208" fmla="*/ 2781628 w 3780078"/>
                <a:gd name="connsiteY208" fmla="*/ 2101060 h 2693126"/>
                <a:gd name="connsiteX209" fmla="*/ 2782276 w 3780078"/>
                <a:gd name="connsiteY209" fmla="*/ 2127192 h 2693126"/>
                <a:gd name="connsiteX210" fmla="*/ 2757492 w 3780078"/>
                <a:gd name="connsiteY210" fmla="*/ 2153197 h 2693126"/>
                <a:gd name="connsiteX211" fmla="*/ 2747959 w 3780078"/>
                <a:gd name="connsiteY211" fmla="*/ 2189790 h 2693126"/>
                <a:gd name="connsiteX212" fmla="*/ 2789331 w 3780078"/>
                <a:gd name="connsiteY212" fmla="*/ 2219328 h 2693126"/>
                <a:gd name="connsiteX213" fmla="*/ 2792330 w 3780078"/>
                <a:gd name="connsiteY213" fmla="*/ 2254231 h 2693126"/>
                <a:gd name="connsiteX214" fmla="*/ 2775743 w 3780078"/>
                <a:gd name="connsiteY214" fmla="*/ 2270309 h 2693126"/>
                <a:gd name="connsiteX215" fmla="*/ 2790500 w 3780078"/>
                <a:gd name="connsiteY215" fmla="*/ 2307690 h 2693126"/>
                <a:gd name="connsiteX216" fmla="*/ 2861232 w 3780078"/>
                <a:gd name="connsiteY216" fmla="*/ 2322586 h 2693126"/>
                <a:gd name="connsiteX217" fmla="*/ 2916179 w 3780078"/>
                <a:gd name="connsiteY217" fmla="*/ 2350167 h 2693126"/>
                <a:gd name="connsiteX218" fmla="*/ 2927008 w 3780078"/>
                <a:gd name="connsiteY218" fmla="*/ 2405457 h 2693126"/>
                <a:gd name="connsiteX219" fmla="*/ 2890847 w 3780078"/>
                <a:gd name="connsiteY219" fmla="*/ 2463619 h 2693126"/>
                <a:gd name="connsiteX220" fmla="*/ 2951157 w 3780078"/>
                <a:gd name="connsiteY220" fmla="*/ 2497339 h 2693126"/>
                <a:gd name="connsiteX221" fmla="*/ 2981026 w 3780078"/>
                <a:gd name="connsiteY221" fmla="*/ 2465195 h 2693126"/>
                <a:gd name="connsiteX222" fmla="*/ 3047322 w 3780078"/>
                <a:gd name="connsiteY222" fmla="*/ 2477880 h 2693126"/>
                <a:gd name="connsiteX223" fmla="*/ 3085694 w 3780078"/>
                <a:gd name="connsiteY223" fmla="*/ 2473685 h 2693126"/>
                <a:gd name="connsiteX224" fmla="*/ 3104874 w 3780078"/>
                <a:gd name="connsiteY224" fmla="*/ 2452256 h 2693126"/>
                <a:gd name="connsiteX225" fmla="*/ 3122885 w 3780078"/>
                <a:gd name="connsiteY225" fmla="*/ 2422845 h 2693126"/>
                <a:gd name="connsiteX226" fmla="*/ 3150161 w 3780078"/>
                <a:gd name="connsiteY226" fmla="*/ 2397996 h 2693126"/>
                <a:gd name="connsiteX227" fmla="*/ 3165031 w 3780078"/>
                <a:gd name="connsiteY227" fmla="*/ 2367288 h 2693126"/>
                <a:gd name="connsiteX228" fmla="*/ 3160456 w 3780078"/>
                <a:gd name="connsiteY228" fmla="*/ 2339046 h 2693126"/>
                <a:gd name="connsiteX229" fmla="*/ 3139459 w 3780078"/>
                <a:gd name="connsiteY229" fmla="*/ 2324683 h 2693126"/>
                <a:gd name="connsiteX230" fmla="*/ 3118843 w 3780078"/>
                <a:gd name="connsiteY230" fmla="*/ 2259073 h 2693126"/>
                <a:gd name="connsiteX231" fmla="*/ 3090512 w 3780078"/>
                <a:gd name="connsiteY231" fmla="*/ 2242474 h 2693126"/>
                <a:gd name="connsiteX232" fmla="*/ 3083991 w 3780078"/>
                <a:gd name="connsiteY232" fmla="*/ 2228226 h 2693126"/>
                <a:gd name="connsiteX233" fmla="*/ 3034676 w 3780078"/>
                <a:gd name="connsiteY233" fmla="*/ 2200378 h 2693126"/>
                <a:gd name="connsiteX234" fmla="*/ 3016005 w 3780078"/>
                <a:gd name="connsiteY234" fmla="*/ 2149016 h 2693126"/>
                <a:gd name="connsiteX235" fmla="*/ 3024876 w 3780078"/>
                <a:gd name="connsiteY235" fmla="*/ 2092811 h 2693126"/>
                <a:gd name="connsiteX236" fmla="*/ 3064418 w 3780078"/>
                <a:gd name="connsiteY236" fmla="*/ 2064976 h 2693126"/>
                <a:gd name="connsiteX237" fmla="*/ 3051746 w 3780078"/>
                <a:gd name="connsiteY237" fmla="*/ 2015431 h 2693126"/>
                <a:gd name="connsiteX238" fmla="*/ 3088046 w 3780078"/>
                <a:gd name="connsiteY238" fmla="*/ 1991142 h 2693126"/>
                <a:gd name="connsiteX239" fmla="*/ 3108801 w 3780078"/>
                <a:gd name="connsiteY239" fmla="*/ 2004717 h 2693126"/>
                <a:gd name="connsiteX240" fmla="*/ 3133586 w 3780078"/>
                <a:gd name="connsiteY240" fmla="*/ 1978063 h 2693126"/>
                <a:gd name="connsiteX241" fmla="*/ 3124715 w 3780078"/>
                <a:gd name="connsiteY241" fmla="*/ 1937277 h 2693126"/>
                <a:gd name="connsiteX242" fmla="*/ 3136459 w 3780078"/>
                <a:gd name="connsiteY242" fmla="*/ 1926689 h 2693126"/>
                <a:gd name="connsiteX243" fmla="*/ 3120012 w 3780078"/>
                <a:gd name="connsiteY243" fmla="*/ 1892320 h 2693126"/>
                <a:gd name="connsiteX244" fmla="*/ 3098735 w 3780078"/>
                <a:gd name="connsiteY244" fmla="*/ 1901205 h 2693126"/>
                <a:gd name="connsiteX245" fmla="*/ 3080471 w 3780078"/>
                <a:gd name="connsiteY245" fmla="*/ 1858588 h 2693126"/>
                <a:gd name="connsiteX246" fmla="*/ 3056855 w 3780078"/>
                <a:gd name="connsiteY246" fmla="*/ 1846818 h 2693126"/>
                <a:gd name="connsiteX247" fmla="*/ 3004260 w 3780078"/>
                <a:gd name="connsiteY247" fmla="*/ 1862782 h 2693126"/>
                <a:gd name="connsiteX248" fmla="*/ 2995388 w 3780078"/>
                <a:gd name="connsiteY248" fmla="*/ 1882254 h 2693126"/>
                <a:gd name="connsiteX249" fmla="*/ 2959355 w 3780078"/>
                <a:gd name="connsiteY249" fmla="*/ 1885253 h 2693126"/>
                <a:gd name="connsiteX250" fmla="*/ 2949314 w 3780078"/>
                <a:gd name="connsiteY250" fmla="*/ 1864612 h 2693126"/>
                <a:gd name="connsiteX251" fmla="*/ 2907574 w 3780078"/>
                <a:gd name="connsiteY251" fmla="*/ 1866569 h 2693126"/>
                <a:gd name="connsiteX252" fmla="*/ 2902095 w 3780078"/>
                <a:gd name="connsiteY252" fmla="*/ 1826177 h 2693126"/>
                <a:gd name="connsiteX253" fmla="*/ 2867104 w 3780078"/>
                <a:gd name="connsiteY253" fmla="*/ 1828668 h 2693126"/>
                <a:gd name="connsiteX254" fmla="*/ 2863062 w 3780078"/>
                <a:gd name="connsiteY254" fmla="*/ 1812462 h 2693126"/>
                <a:gd name="connsiteX255" fmla="*/ 2885509 w 3780078"/>
                <a:gd name="connsiteY255" fmla="*/ 1753233 h 2693126"/>
                <a:gd name="connsiteX256" fmla="*/ 2867104 w 3780078"/>
                <a:gd name="connsiteY256" fmla="*/ 1721750 h 2693126"/>
                <a:gd name="connsiteX257" fmla="*/ 2880285 w 3780078"/>
                <a:gd name="connsiteY257" fmla="*/ 1674175 h 2693126"/>
                <a:gd name="connsiteX258" fmla="*/ 2865529 w 3780078"/>
                <a:gd name="connsiteY258" fmla="*/ 1634570 h 2693126"/>
                <a:gd name="connsiteX259" fmla="*/ 2886678 w 3780078"/>
                <a:gd name="connsiteY259" fmla="*/ 1616140 h 2693126"/>
                <a:gd name="connsiteX260" fmla="*/ 2890326 w 3780078"/>
                <a:gd name="connsiteY260" fmla="*/ 1564766 h 2693126"/>
                <a:gd name="connsiteX261" fmla="*/ 2863444 w 3780078"/>
                <a:gd name="connsiteY261" fmla="*/ 1530919 h 2693126"/>
                <a:gd name="connsiteX262" fmla="*/ 2905083 w 3780078"/>
                <a:gd name="connsiteY262" fmla="*/ 1515628 h 2693126"/>
                <a:gd name="connsiteX263" fmla="*/ 2950483 w 3780078"/>
                <a:gd name="connsiteY263" fmla="*/ 1458890 h 2693126"/>
                <a:gd name="connsiteX264" fmla="*/ 2939273 w 3780078"/>
                <a:gd name="connsiteY264" fmla="*/ 1434601 h 2693126"/>
                <a:gd name="connsiteX265" fmla="*/ 2968240 w 3780078"/>
                <a:gd name="connsiteY265" fmla="*/ 1428716 h 2693126"/>
                <a:gd name="connsiteX266" fmla="*/ 2982983 w 3780078"/>
                <a:gd name="connsiteY266" fmla="*/ 1400334 h 2693126"/>
                <a:gd name="connsiteX267" fmla="*/ 2971239 w 3780078"/>
                <a:gd name="connsiteY267" fmla="*/ 1354730 h 2693126"/>
                <a:gd name="connsiteX268" fmla="*/ 2975167 w 3780078"/>
                <a:gd name="connsiteY268" fmla="*/ 1327416 h 2693126"/>
                <a:gd name="connsiteX269" fmla="*/ 3027240 w 3780078"/>
                <a:gd name="connsiteY269" fmla="*/ 1341791 h 2693126"/>
                <a:gd name="connsiteX270" fmla="*/ 3141289 w 3780078"/>
                <a:gd name="connsiteY270" fmla="*/ 1281404 h 2693126"/>
                <a:gd name="connsiteX271" fmla="*/ 3160075 w 3780078"/>
                <a:gd name="connsiteY271" fmla="*/ 1278532 h 2693126"/>
                <a:gd name="connsiteX272" fmla="*/ 3215669 w 3780078"/>
                <a:gd name="connsiteY272" fmla="*/ 1295653 h 2693126"/>
                <a:gd name="connsiteX273" fmla="*/ 3226257 w 3780078"/>
                <a:gd name="connsiteY273" fmla="*/ 1260102 h 2693126"/>
                <a:gd name="connsiteX274" fmla="*/ 3238128 w 3780078"/>
                <a:gd name="connsiteY274" fmla="*/ 1249527 h 2693126"/>
                <a:gd name="connsiteX275" fmla="*/ 3250393 w 3780078"/>
                <a:gd name="connsiteY275" fmla="*/ 1240630 h 2693126"/>
                <a:gd name="connsiteX276" fmla="*/ 3267348 w 3780078"/>
                <a:gd name="connsiteY276" fmla="*/ 1278011 h 2693126"/>
                <a:gd name="connsiteX277" fmla="*/ 3292400 w 3780078"/>
                <a:gd name="connsiteY277" fmla="*/ 1306888 h 2693126"/>
                <a:gd name="connsiteX278" fmla="*/ 3264730 w 3780078"/>
                <a:gd name="connsiteY278" fmla="*/ 1367936 h 2693126"/>
                <a:gd name="connsiteX279" fmla="*/ 3270603 w 3780078"/>
                <a:gd name="connsiteY279" fmla="*/ 1409625 h 2693126"/>
                <a:gd name="connsiteX280" fmla="*/ 3291892 w 3780078"/>
                <a:gd name="connsiteY280" fmla="*/ 1428983 h 2693126"/>
                <a:gd name="connsiteX281" fmla="*/ 3322689 w 3780078"/>
                <a:gd name="connsiteY281" fmla="*/ 1408964 h 2693126"/>
                <a:gd name="connsiteX282" fmla="*/ 3348516 w 3780078"/>
                <a:gd name="connsiteY282" fmla="*/ 1429364 h 2693126"/>
                <a:gd name="connsiteX283" fmla="*/ 3375665 w 3780078"/>
                <a:gd name="connsiteY283" fmla="*/ 1461241 h 2693126"/>
                <a:gd name="connsiteX284" fmla="*/ 3368878 w 3780078"/>
                <a:gd name="connsiteY284" fmla="*/ 1482683 h 2693126"/>
                <a:gd name="connsiteX285" fmla="*/ 3417558 w 3780078"/>
                <a:gd name="connsiteY285" fmla="*/ 1504392 h 2693126"/>
                <a:gd name="connsiteX286" fmla="*/ 3440411 w 3780078"/>
                <a:gd name="connsiteY286" fmla="*/ 1481768 h 2693126"/>
                <a:gd name="connsiteX287" fmla="*/ 3467280 w 3780078"/>
                <a:gd name="connsiteY287" fmla="*/ 1507786 h 2693126"/>
                <a:gd name="connsiteX288" fmla="*/ 3495459 w 3780078"/>
                <a:gd name="connsiteY288" fmla="*/ 1495495 h 2693126"/>
                <a:gd name="connsiteX289" fmla="*/ 3499640 w 3780078"/>
                <a:gd name="connsiteY289" fmla="*/ 1471320 h 2693126"/>
                <a:gd name="connsiteX290" fmla="*/ 3528620 w 3780078"/>
                <a:gd name="connsiteY290" fmla="*/ 1474193 h 2693126"/>
                <a:gd name="connsiteX291" fmla="*/ 3588116 w 3780078"/>
                <a:gd name="connsiteY291" fmla="*/ 1499829 h 2693126"/>
                <a:gd name="connsiteX292" fmla="*/ 3628318 w 3780078"/>
                <a:gd name="connsiteY292" fmla="*/ 1482569 h 2693126"/>
                <a:gd name="connsiteX293" fmla="*/ 3698657 w 3780078"/>
                <a:gd name="connsiteY293" fmla="*/ 1539295 h 2693126"/>
                <a:gd name="connsiteX294" fmla="*/ 3719273 w 3780078"/>
                <a:gd name="connsiteY294" fmla="*/ 1522161 h 2693126"/>
                <a:gd name="connsiteX295" fmla="*/ 3723975 w 3780078"/>
                <a:gd name="connsiteY295" fmla="*/ 1506731 h 2693126"/>
                <a:gd name="connsiteX296" fmla="*/ 3746422 w 3780078"/>
                <a:gd name="connsiteY296" fmla="*/ 1499156 h 2693126"/>
                <a:gd name="connsiteX297" fmla="*/ 3758293 w 3780078"/>
                <a:gd name="connsiteY297" fmla="*/ 1454708 h 2693126"/>
                <a:gd name="connsiteX298" fmla="*/ 3751124 w 3780078"/>
                <a:gd name="connsiteY298" fmla="*/ 1422170 h 2693126"/>
                <a:gd name="connsiteX299" fmla="*/ 3768868 w 3780078"/>
                <a:gd name="connsiteY299" fmla="*/ 1389111 h 2693126"/>
                <a:gd name="connsiteX300" fmla="*/ 3774727 w 3780078"/>
                <a:gd name="connsiteY300" fmla="*/ 1358912 h 2693126"/>
                <a:gd name="connsiteX301" fmla="*/ 3765996 w 3780078"/>
                <a:gd name="connsiteY301" fmla="*/ 1315125 h 2693126"/>
                <a:gd name="connsiteX302" fmla="*/ 3780078 w 3780078"/>
                <a:gd name="connsiteY302" fmla="*/ 1277884 h 2693126"/>
                <a:gd name="connsiteX303" fmla="*/ 3757124 w 3780078"/>
                <a:gd name="connsiteY303" fmla="*/ 1258399 h 2693126"/>
                <a:gd name="connsiteX304" fmla="*/ 3712740 w 3780078"/>
                <a:gd name="connsiteY304" fmla="*/ 1220497 h 2693126"/>
                <a:gd name="connsiteX305" fmla="*/ 3683265 w 3780078"/>
                <a:gd name="connsiteY305" fmla="*/ 1201013 h 2693126"/>
                <a:gd name="connsiteX306" fmla="*/ 3635347 w 3780078"/>
                <a:gd name="connsiteY306" fmla="*/ 1214498 h 2693126"/>
                <a:gd name="connsiteX307" fmla="*/ 3596340 w 3780078"/>
                <a:gd name="connsiteY307" fmla="*/ 1219582 h 2693126"/>
                <a:gd name="connsiteX308" fmla="*/ 3583172 w 3780078"/>
                <a:gd name="connsiteY308" fmla="*/ 1217752 h 2693126"/>
                <a:gd name="connsiteX309" fmla="*/ 3575190 w 3780078"/>
                <a:gd name="connsiteY309" fmla="*/ 1185214 h 2693126"/>
                <a:gd name="connsiteX310" fmla="*/ 3566064 w 3780078"/>
                <a:gd name="connsiteY310" fmla="*/ 1168220 h 2693126"/>
                <a:gd name="connsiteX311" fmla="*/ 3562022 w 3780078"/>
                <a:gd name="connsiteY311" fmla="*/ 1115422 h 2693126"/>
                <a:gd name="connsiteX312" fmla="*/ 3541127 w 3780078"/>
                <a:gd name="connsiteY312" fmla="*/ 1081575 h 2693126"/>
                <a:gd name="connsiteX313" fmla="*/ 3568670 w 3780078"/>
                <a:gd name="connsiteY313" fmla="*/ 1063272 h 2693126"/>
                <a:gd name="connsiteX314" fmla="*/ 3578736 w 3780078"/>
                <a:gd name="connsiteY314" fmla="*/ 1019994 h 2693126"/>
                <a:gd name="connsiteX315" fmla="*/ 3606521 w 3780078"/>
                <a:gd name="connsiteY315" fmla="*/ 1010588 h 2693126"/>
                <a:gd name="connsiteX316" fmla="*/ 3613041 w 3780078"/>
                <a:gd name="connsiteY316" fmla="*/ 977402 h 2693126"/>
                <a:gd name="connsiteX317" fmla="*/ 3573627 w 3780078"/>
                <a:gd name="connsiteY317" fmla="*/ 935700 h 2693126"/>
                <a:gd name="connsiteX318" fmla="*/ 3657946 w 3780078"/>
                <a:gd name="connsiteY318" fmla="*/ 878199 h 2693126"/>
                <a:gd name="connsiteX319" fmla="*/ 3663818 w 3780078"/>
                <a:gd name="connsiteY319" fmla="*/ 849169 h 2693126"/>
                <a:gd name="connsiteX320" fmla="*/ 3653764 w 3780078"/>
                <a:gd name="connsiteY320" fmla="*/ 817152 h 2693126"/>
                <a:gd name="connsiteX321" fmla="*/ 3620616 w 3780078"/>
                <a:gd name="connsiteY321" fmla="*/ 764875 h 2693126"/>
                <a:gd name="connsiteX322" fmla="*/ 3675168 w 3780078"/>
                <a:gd name="connsiteY322" fmla="*/ 723045 h 2693126"/>
                <a:gd name="connsiteX323" fmla="*/ 3692124 w 3780078"/>
                <a:gd name="connsiteY323" fmla="*/ 679386 h 2693126"/>
                <a:gd name="connsiteX324" fmla="*/ 3687434 w 3780078"/>
                <a:gd name="connsiteY324" fmla="*/ 645144 h 2693126"/>
                <a:gd name="connsiteX325" fmla="*/ 3704529 w 3780078"/>
                <a:gd name="connsiteY325" fmla="*/ 627388 h 2693126"/>
                <a:gd name="connsiteX326" fmla="*/ 3712231 w 3780078"/>
                <a:gd name="connsiteY326" fmla="*/ 578365 h 2693126"/>
                <a:gd name="connsiteX327" fmla="*/ 3702712 w 3780078"/>
                <a:gd name="connsiteY327" fmla="*/ 557037 h 2693126"/>
                <a:gd name="connsiteX328" fmla="*/ 3705698 w 3780078"/>
                <a:gd name="connsiteY328" fmla="*/ 516288 h 2693126"/>
                <a:gd name="connsiteX329" fmla="*/ 3687942 w 3780078"/>
                <a:gd name="connsiteY329" fmla="*/ 472489 h 2693126"/>
                <a:gd name="connsiteX330" fmla="*/ 3707528 w 3780078"/>
                <a:gd name="connsiteY330" fmla="*/ 445302 h 2693126"/>
                <a:gd name="connsiteX331" fmla="*/ 3710401 w 3780078"/>
                <a:gd name="connsiteY331" fmla="*/ 405570 h 2693126"/>
                <a:gd name="connsiteX332" fmla="*/ 3726975 w 3780078"/>
                <a:gd name="connsiteY332" fmla="*/ 386746 h 2693126"/>
                <a:gd name="connsiteX333" fmla="*/ 3732847 w 3780078"/>
                <a:gd name="connsiteY333" fmla="*/ 354208 h 2693126"/>
                <a:gd name="connsiteX334" fmla="*/ 3723975 w 3780078"/>
                <a:gd name="connsiteY334" fmla="*/ 337062 h 2693126"/>
                <a:gd name="connsiteX335" fmla="*/ 3737029 w 3780078"/>
                <a:gd name="connsiteY335" fmla="*/ 318136 h 2693126"/>
                <a:gd name="connsiteX336" fmla="*/ 3701529 w 3780078"/>
                <a:gd name="connsiteY336" fmla="*/ 307409 h 2693126"/>
                <a:gd name="connsiteX337" fmla="*/ 3657946 w 3780078"/>
                <a:gd name="connsiteY337" fmla="*/ 276167 h 2693126"/>
                <a:gd name="connsiteX338" fmla="*/ 3595424 w 3780078"/>
                <a:gd name="connsiteY338" fmla="*/ 253556 h 2693126"/>
                <a:gd name="connsiteX339" fmla="*/ 3599606 w 3780078"/>
                <a:gd name="connsiteY339" fmla="*/ 210811 h 2693126"/>
                <a:gd name="connsiteX340" fmla="*/ 3594522 w 3780078"/>
                <a:gd name="connsiteY340" fmla="*/ 205066 h 2693126"/>
                <a:gd name="connsiteX341" fmla="*/ 3538788 w 3780078"/>
                <a:gd name="connsiteY341" fmla="*/ 142850 h 2693126"/>
                <a:gd name="connsiteX342" fmla="*/ 3501471 w 3780078"/>
                <a:gd name="connsiteY342" fmla="*/ 140638 h 2693126"/>
                <a:gd name="connsiteX343" fmla="*/ 3480194 w 3780078"/>
                <a:gd name="connsiteY343" fmla="*/ 165461 h 2693126"/>
                <a:gd name="connsiteX344" fmla="*/ 3441186 w 3780078"/>
                <a:gd name="connsiteY344" fmla="*/ 165461 h 2693126"/>
                <a:gd name="connsiteX345" fmla="*/ 3401645 w 3780078"/>
                <a:gd name="connsiteY345" fmla="*/ 244798 h 2693126"/>
                <a:gd name="connsiteX346" fmla="*/ 3400984 w 3780078"/>
                <a:gd name="connsiteY346" fmla="*/ 283094 h 2693126"/>
                <a:gd name="connsiteX347" fmla="*/ 3365624 w 3780078"/>
                <a:gd name="connsiteY347" fmla="*/ 291445 h 2693126"/>
                <a:gd name="connsiteX348" fmla="*/ 3356218 w 3780078"/>
                <a:gd name="connsiteY348" fmla="*/ 327542 h 2693126"/>
                <a:gd name="connsiteX349" fmla="*/ 3380101 w 3780078"/>
                <a:gd name="connsiteY349" fmla="*/ 369880 h 2693126"/>
                <a:gd name="connsiteX350" fmla="*/ 3331954 w 3780078"/>
                <a:gd name="connsiteY350" fmla="*/ 380467 h 2693126"/>
                <a:gd name="connsiteX351" fmla="*/ 3260422 w 3780078"/>
                <a:gd name="connsiteY351" fmla="*/ 360614 h 2693126"/>
                <a:gd name="connsiteX352" fmla="*/ 3225710 w 3780078"/>
                <a:gd name="connsiteY352" fmla="*/ 357602 h 2693126"/>
                <a:gd name="connsiteX353" fmla="*/ 3216190 w 3780078"/>
                <a:gd name="connsiteY353" fmla="*/ 434168 h 2693126"/>
                <a:gd name="connsiteX354" fmla="*/ 3196743 w 3780078"/>
                <a:gd name="connsiteY354" fmla="*/ 474192 h 2693126"/>
                <a:gd name="connsiteX355" fmla="*/ 3214500 w 3780078"/>
                <a:gd name="connsiteY355" fmla="*/ 497846 h 2693126"/>
                <a:gd name="connsiteX356" fmla="*/ 3214754 w 3780078"/>
                <a:gd name="connsiteY356" fmla="*/ 540705 h 2693126"/>
                <a:gd name="connsiteX357" fmla="*/ 3136459 w 3780078"/>
                <a:gd name="connsiteY357" fmla="*/ 551953 h 2693126"/>
                <a:gd name="connsiteX358" fmla="*/ 3108255 w 3780078"/>
                <a:gd name="connsiteY358" fmla="*/ 575734 h 2693126"/>
                <a:gd name="connsiteX359" fmla="*/ 3066248 w 3780078"/>
                <a:gd name="connsiteY359" fmla="*/ 605552 h 2693126"/>
                <a:gd name="connsiteX360" fmla="*/ 3036748 w 3780078"/>
                <a:gd name="connsiteY360" fmla="*/ 599655 h 2693126"/>
                <a:gd name="connsiteX361" fmla="*/ 3020847 w 3780078"/>
                <a:gd name="connsiteY361" fmla="*/ 612733 h 2693126"/>
                <a:gd name="connsiteX362" fmla="*/ 2988220 w 3780078"/>
                <a:gd name="connsiteY362" fmla="*/ 613763 h 2693126"/>
                <a:gd name="connsiteX363" fmla="*/ 2957563 w 3780078"/>
                <a:gd name="connsiteY363" fmla="*/ 634036 h 2693126"/>
                <a:gd name="connsiteX364" fmla="*/ 2941358 w 3780078"/>
                <a:gd name="connsiteY364" fmla="*/ 613394 h 2693126"/>
                <a:gd name="connsiteX365" fmla="*/ 2929207 w 3780078"/>
                <a:gd name="connsiteY365" fmla="*/ 575353 h 2693126"/>
                <a:gd name="connsiteX366" fmla="*/ 2854318 w 3780078"/>
                <a:gd name="connsiteY366" fmla="*/ 575353 h 2693126"/>
                <a:gd name="connsiteX367" fmla="*/ 2850149 w 3780078"/>
                <a:gd name="connsiteY367" fmla="*/ 535087 h 2693126"/>
                <a:gd name="connsiteX368" fmla="*/ 2769757 w 3780078"/>
                <a:gd name="connsiteY368" fmla="*/ 459931 h 2693126"/>
                <a:gd name="connsiteX369" fmla="*/ 2745862 w 3780078"/>
                <a:gd name="connsiteY369" fmla="*/ 468956 h 2693126"/>
                <a:gd name="connsiteX370" fmla="*/ 2708926 w 3780078"/>
                <a:gd name="connsiteY370" fmla="*/ 458521 h 2693126"/>
                <a:gd name="connsiteX371" fmla="*/ 2696546 w 3780078"/>
                <a:gd name="connsiteY371" fmla="*/ 422169 h 2693126"/>
                <a:gd name="connsiteX372" fmla="*/ 2617057 w 3780078"/>
                <a:gd name="connsiteY372" fmla="*/ 431448 h 2693126"/>
                <a:gd name="connsiteX373" fmla="*/ 2590442 w 3780078"/>
                <a:gd name="connsiteY373" fmla="*/ 423326 h 2693126"/>
                <a:gd name="connsiteX374" fmla="*/ 2565123 w 3780078"/>
                <a:gd name="connsiteY374" fmla="*/ 406866 h 2693126"/>
                <a:gd name="connsiteX375" fmla="*/ 2482901 w 3780078"/>
                <a:gd name="connsiteY375" fmla="*/ 366105 h 2693126"/>
                <a:gd name="connsiteX376" fmla="*/ 2482901 w 3780078"/>
                <a:gd name="connsiteY376" fmla="*/ 305579 h 2693126"/>
                <a:gd name="connsiteX377" fmla="*/ 2468805 w 3780078"/>
                <a:gd name="connsiteY377" fmla="*/ 287289 h 2693126"/>
                <a:gd name="connsiteX378" fmla="*/ 2509401 w 3780078"/>
                <a:gd name="connsiteY378" fmla="*/ 216963 h 2693126"/>
                <a:gd name="connsiteX379" fmla="*/ 2507049 w 3780078"/>
                <a:gd name="connsiteY379" fmla="*/ 174994 h 2693126"/>
                <a:gd name="connsiteX380" fmla="*/ 2464496 w 3780078"/>
                <a:gd name="connsiteY380" fmla="*/ 149002 h 2693126"/>
                <a:gd name="connsiteX381" fmla="*/ 2486434 w 3780078"/>
                <a:gd name="connsiteY381" fmla="*/ 130038 h 2693126"/>
                <a:gd name="connsiteX382" fmla="*/ 2482252 w 3780078"/>
                <a:gd name="connsiteY382" fmla="*/ 112269 h 2693126"/>
                <a:gd name="connsiteX383" fmla="*/ 2442711 w 3780078"/>
                <a:gd name="connsiteY383" fmla="*/ 105342 h 2693126"/>
                <a:gd name="connsiteX384" fmla="*/ 2422501 w 3780078"/>
                <a:gd name="connsiteY384" fmla="*/ 123378 h 2693126"/>
                <a:gd name="connsiteX385" fmla="*/ 2382947 w 3780078"/>
                <a:gd name="connsiteY385" fmla="*/ 137626 h 2693126"/>
                <a:gd name="connsiteX386" fmla="*/ 2281939 w 3780078"/>
                <a:gd name="connsiteY386" fmla="*/ 65216 h 2693126"/>
                <a:gd name="connsiteX387" fmla="*/ 2217740 w 3780078"/>
                <a:gd name="connsiteY387" fmla="*/ 69144 h 2693126"/>
                <a:gd name="connsiteX388" fmla="*/ 2204166 w 3780078"/>
                <a:gd name="connsiteY388" fmla="*/ 54501 h 2693126"/>
                <a:gd name="connsiteX389" fmla="*/ 2136954 w 3780078"/>
                <a:gd name="connsiteY389" fmla="*/ 45350 h 2693126"/>
                <a:gd name="connsiteX390" fmla="*/ 2129773 w 3780078"/>
                <a:gd name="connsiteY390" fmla="*/ 20654 h 2693126"/>
                <a:gd name="connsiteX391" fmla="*/ 2091934 w 3780078"/>
                <a:gd name="connsiteY391" fmla="*/ 23005 h 2693126"/>
                <a:gd name="connsiteX392" fmla="*/ 2075487 w 3780078"/>
                <a:gd name="connsiteY392" fmla="*/ 0 h 2693126"/>
                <a:gd name="connsiteX393" fmla="*/ 2039988 w 3780078"/>
                <a:gd name="connsiteY393" fmla="*/ 12926 h 2693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3780078" h="2693126">
                  <a:moveTo>
                    <a:pt x="2039988" y="12926"/>
                  </a:moveTo>
                  <a:lnTo>
                    <a:pt x="1999544" y="10575"/>
                  </a:lnTo>
                  <a:lnTo>
                    <a:pt x="1977479" y="34495"/>
                  </a:lnTo>
                  <a:lnTo>
                    <a:pt x="1949682" y="31890"/>
                  </a:lnTo>
                  <a:lnTo>
                    <a:pt x="1940289" y="11236"/>
                  </a:lnTo>
                  <a:lnTo>
                    <a:pt x="1914182" y="4055"/>
                  </a:lnTo>
                  <a:lnTo>
                    <a:pt x="1882865" y="23132"/>
                  </a:lnTo>
                  <a:lnTo>
                    <a:pt x="1822707" y="51489"/>
                  </a:lnTo>
                  <a:lnTo>
                    <a:pt x="1815665" y="21162"/>
                  </a:lnTo>
                  <a:lnTo>
                    <a:pt x="1786559" y="3000"/>
                  </a:lnTo>
                  <a:lnTo>
                    <a:pt x="1768155" y="9800"/>
                  </a:lnTo>
                  <a:lnTo>
                    <a:pt x="1657614" y="46659"/>
                  </a:lnTo>
                  <a:lnTo>
                    <a:pt x="1660741" y="54374"/>
                  </a:lnTo>
                  <a:lnTo>
                    <a:pt x="1677328" y="79985"/>
                  </a:lnTo>
                  <a:lnTo>
                    <a:pt x="1691029" y="99839"/>
                  </a:lnTo>
                  <a:lnTo>
                    <a:pt x="1730837" y="168601"/>
                  </a:lnTo>
                  <a:lnTo>
                    <a:pt x="1805218" y="266622"/>
                  </a:lnTo>
                  <a:lnTo>
                    <a:pt x="1761393" y="279968"/>
                  </a:lnTo>
                  <a:lnTo>
                    <a:pt x="1751847" y="330656"/>
                  </a:lnTo>
                  <a:lnTo>
                    <a:pt x="1713221" y="337608"/>
                  </a:lnTo>
                  <a:lnTo>
                    <a:pt x="1707997" y="364262"/>
                  </a:lnTo>
                  <a:lnTo>
                    <a:pt x="1675637" y="468701"/>
                  </a:lnTo>
                  <a:lnTo>
                    <a:pt x="1650064" y="499397"/>
                  </a:lnTo>
                  <a:lnTo>
                    <a:pt x="1652403" y="526596"/>
                  </a:lnTo>
                  <a:lnTo>
                    <a:pt x="1637519" y="542548"/>
                  </a:lnTo>
                  <a:lnTo>
                    <a:pt x="1611819" y="574959"/>
                  </a:lnTo>
                  <a:lnTo>
                    <a:pt x="1603468" y="567244"/>
                  </a:lnTo>
                  <a:lnTo>
                    <a:pt x="1544213" y="512221"/>
                  </a:lnTo>
                  <a:lnTo>
                    <a:pt x="1463568" y="510124"/>
                  </a:lnTo>
                  <a:lnTo>
                    <a:pt x="1395708" y="502167"/>
                  </a:lnTo>
                  <a:lnTo>
                    <a:pt x="1296784" y="481640"/>
                  </a:lnTo>
                  <a:lnTo>
                    <a:pt x="1240669" y="485415"/>
                  </a:lnTo>
                  <a:lnTo>
                    <a:pt x="1205322" y="461634"/>
                  </a:lnTo>
                  <a:lnTo>
                    <a:pt x="1162628" y="489216"/>
                  </a:lnTo>
                  <a:lnTo>
                    <a:pt x="1133534" y="535748"/>
                  </a:lnTo>
                  <a:lnTo>
                    <a:pt x="1099865" y="567777"/>
                  </a:lnTo>
                  <a:lnTo>
                    <a:pt x="1018697" y="568019"/>
                  </a:lnTo>
                  <a:lnTo>
                    <a:pt x="1004208" y="585534"/>
                  </a:lnTo>
                  <a:lnTo>
                    <a:pt x="984113" y="620843"/>
                  </a:lnTo>
                  <a:lnTo>
                    <a:pt x="974974" y="633502"/>
                  </a:lnTo>
                  <a:lnTo>
                    <a:pt x="928773" y="664223"/>
                  </a:lnTo>
                  <a:lnTo>
                    <a:pt x="893934" y="604091"/>
                  </a:lnTo>
                  <a:lnTo>
                    <a:pt x="833789" y="593388"/>
                  </a:lnTo>
                  <a:lnTo>
                    <a:pt x="808738" y="603048"/>
                  </a:lnTo>
                  <a:lnTo>
                    <a:pt x="793053" y="623067"/>
                  </a:lnTo>
                  <a:lnTo>
                    <a:pt x="772971" y="713246"/>
                  </a:lnTo>
                  <a:lnTo>
                    <a:pt x="722054" y="785656"/>
                  </a:lnTo>
                  <a:lnTo>
                    <a:pt x="615568" y="803170"/>
                  </a:lnTo>
                  <a:lnTo>
                    <a:pt x="558016" y="832696"/>
                  </a:lnTo>
                  <a:lnTo>
                    <a:pt x="529838" y="789304"/>
                  </a:lnTo>
                  <a:lnTo>
                    <a:pt x="495774" y="780686"/>
                  </a:lnTo>
                  <a:lnTo>
                    <a:pt x="453500" y="781080"/>
                  </a:lnTo>
                  <a:lnTo>
                    <a:pt x="390991" y="838314"/>
                  </a:lnTo>
                  <a:lnTo>
                    <a:pt x="354843" y="845127"/>
                  </a:lnTo>
                  <a:lnTo>
                    <a:pt x="351704" y="867344"/>
                  </a:lnTo>
                  <a:lnTo>
                    <a:pt x="366194" y="921706"/>
                  </a:lnTo>
                  <a:lnTo>
                    <a:pt x="336706" y="933069"/>
                  </a:lnTo>
                  <a:lnTo>
                    <a:pt x="325610" y="1013207"/>
                  </a:lnTo>
                  <a:lnTo>
                    <a:pt x="262720" y="1041042"/>
                  </a:lnTo>
                  <a:lnTo>
                    <a:pt x="233092" y="988371"/>
                  </a:lnTo>
                  <a:lnTo>
                    <a:pt x="191835" y="1019867"/>
                  </a:lnTo>
                  <a:lnTo>
                    <a:pt x="183357" y="1080647"/>
                  </a:lnTo>
                  <a:lnTo>
                    <a:pt x="114443" y="1130966"/>
                  </a:lnTo>
                  <a:lnTo>
                    <a:pt x="80646" y="1123137"/>
                  </a:lnTo>
                  <a:lnTo>
                    <a:pt x="40202" y="1152790"/>
                  </a:lnTo>
                  <a:lnTo>
                    <a:pt x="43215" y="1198292"/>
                  </a:lnTo>
                  <a:lnTo>
                    <a:pt x="54044" y="1235660"/>
                  </a:lnTo>
                  <a:lnTo>
                    <a:pt x="5758" y="1278939"/>
                  </a:lnTo>
                  <a:lnTo>
                    <a:pt x="0" y="1322064"/>
                  </a:lnTo>
                  <a:lnTo>
                    <a:pt x="56510" y="1379566"/>
                  </a:lnTo>
                  <a:lnTo>
                    <a:pt x="57298" y="1486090"/>
                  </a:lnTo>
                  <a:lnTo>
                    <a:pt x="101542" y="1506604"/>
                  </a:lnTo>
                  <a:lnTo>
                    <a:pt x="206210" y="1495622"/>
                  </a:lnTo>
                  <a:lnTo>
                    <a:pt x="277578" y="1519555"/>
                  </a:lnTo>
                  <a:lnTo>
                    <a:pt x="372854" y="1529864"/>
                  </a:lnTo>
                  <a:lnTo>
                    <a:pt x="519530" y="1466605"/>
                  </a:lnTo>
                  <a:lnTo>
                    <a:pt x="547060" y="1436812"/>
                  </a:lnTo>
                  <a:lnTo>
                    <a:pt x="524360" y="1368584"/>
                  </a:lnTo>
                  <a:lnTo>
                    <a:pt x="556847" y="1349887"/>
                  </a:lnTo>
                  <a:lnTo>
                    <a:pt x="597443" y="1360996"/>
                  </a:lnTo>
                  <a:lnTo>
                    <a:pt x="628240" y="1327937"/>
                  </a:lnTo>
                  <a:lnTo>
                    <a:pt x="642069" y="1362966"/>
                  </a:lnTo>
                  <a:lnTo>
                    <a:pt x="638675" y="1408964"/>
                  </a:lnTo>
                  <a:lnTo>
                    <a:pt x="660994" y="1408583"/>
                  </a:lnTo>
                  <a:lnTo>
                    <a:pt x="727418" y="1382311"/>
                  </a:lnTo>
                  <a:lnTo>
                    <a:pt x="786533" y="1414188"/>
                  </a:lnTo>
                  <a:lnTo>
                    <a:pt x="807416" y="1463224"/>
                  </a:lnTo>
                  <a:lnTo>
                    <a:pt x="772971" y="1516658"/>
                  </a:lnTo>
                  <a:lnTo>
                    <a:pt x="754694" y="1617183"/>
                  </a:lnTo>
                  <a:lnTo>
                    <a:pt x="762396" y="1629219"/>
                  </a:lnTo>
                  <a:lnTo>
                    <a:pt x="769311" y="1684356"/>
                  </a:lnTo>
                  <a:lnTo>
                    <a:pt x="805319" y="1730634"/>
                  </a:lnTo>
                  <a:lnTo>
                    <a:pt x="802980" y="1736900"/>
                  </a:lnTo>
                  <a:lnTo>
                    <a:pt x="811203" y="1764888"/>
                  </a:lnTo>
                  <a:lnTo>
                    <a:pt x="834946" y="1780433"/>
                  </a:lnTo>
                  <a:lnTo>
                    <a:pt x="885050" y="1775603"/>
                  </a:lnTo>
                  <a:lnTo>
                    <a:pt x="920155" y="1827753"/>
                  </a:lnTo>
                  <a:lnTo>
                    <a:pt x="902946" y="1897557"/>
                  </a:lnTo>
                  <a:lnTo>
                    <a:pt x="939996" y="1968264"/>
                  </a:lnTo>
                  <a:lnTo>
                    <a:pt x="908551" y="2041055"/>
                  </a:lnTo>
                  <a:lnTo>
                    <a:pt x="925265" y="2086151"/>
                  </a:lnTo>
                  <a:lnTo>
                    <a:pt x="919253" y="2147846"/>
                  </a:lnTo>
                  <a:lnTo>
                    <a:pt x="879190" y="2176597"/>
                  </a:lnTo>
                  <a:lnTo>
                    <a:pt x="867306" y="2209936"/>
                  </a:lnTo>
                  <a:lnTo>
                    <a:pt x="868221" y="2235280"/>
                  </a:lnTo>
                  <a:lnTo>
                    <a:pt x="888075" y="2262607"/>
                  </a:lnTo>
                  <a:lnTo>
                    <a:pt x="866658" y="2297369"/>
                  </a:lnTo>
                  <a:lnTo>
                    <a:pt x="846945" y="2328077"/>
                  </a:lnTo>
                  <a:lnTo>
                    <a:pt x="864561" y="2378257"/>
                  </a:lnTo>
                  <a:lnTo>
                    <a:pt x="895230" y="2418409"/>
                  </a:lnTo>
                  <a:lnTo>
                    <a:pt x="893019" y="2440893"/>
                  </a:lnTo>
                  <a:lnTo>
                    <a:pt x="887147" y="2498661"/>
                  </a:lnTo>
                  <a:lnTo>
                    <a:pt x="923167" y="2567270"/>
                  </a:lnTo>
                  <a:lnTo>
                    <a:pt x="985943" y="2601778"/>
                  </a:lnTo>
                  <a:lnTo>
                    <a:pt x="1029145" y="2665304"/>
                  </a:lnTo>
                  <a:lnTo>
                    <a:pt x="1071280" y="2691576"/>
                  </a:lnTo>
                  <a:lnTo>
                    <a:pt x="1086417" y="2689860"/>
                  </a:lnTo>
                  <a:lnTo>
                    <a:pt x="1098709" y="2689860"/>
                  </a:lnTo>
                  <a:lnTo>
                    <a:pt x="1121930" y="2693127"/>
                  </a:lnTo>
                  <a:lnTo>
                    <a:pt x="1142533" y="2663461"/>
                  </a:lnTo>
                  <a:lnTo>
                    <a:pt x="1156769" y="2577591"/>
                  </a:lnTo>
                  <a:lnTo>
                    <a:pt x="1186256" y="2572494"/>
                  </a:lnTo>
                  <a:lnTo>
                    <a:pt x="1199843" y="2558894"/>
                  </a:lnTo>
                  <a:lnTo>
                    <a:pt x="1203351" y="2515642"/>
                  </a:lnTo>
                  <a:lnTo>
                    <a:pt x="1226954" y="2502715"/>
                  </a:lnTo>
                  <a:lnTo>
                    <a:pt x="1251765" y="2505575"/>
                  </a:lnTo>
                  <a:lnTo>
                    <a:pt x="1258806" y="2457073"/>
                  </a:lnTo>
                  <a:lnTo>
                    <a:pt x="1266521" y="2398530"/>
                  </a:lnTo>
                  <a:lnTo>
                    <a:pt x="1274732" y="2365458"/>
                  </a:lnTo>
                  <a:lnTo>
                    <a:pt x="1294306" y="2352404"/>
                  </a:lnTo>
                  <a:lnTo>
                    <a:pt x="1322624" y="2305072"/>
                  </a:lnTo>
                  <a:lnTo>
                    <a:pt x="1321073" y="2253837"/>
                  </a:lnTo>
                  <a:lnTo>
                    <a:pt x="1341931" y="2243249"/>
                  </a:lnTo>
                  <a:lnTo>
                    <a:pt x="1350942" y="2216469"/>
                  </a:lnTo>
                  <a:lnTo>
                    <a:pt x="1338296" y="2190070"/>
                  </a:lnTo>
                  <a:lnTo>
                    <a:pt x="1347422" y="2167967"/>
                  </a:lnTo>
                  <a:lnTo>
                    <a:pt x="1341143" y="2130471"/>
                  </a:lnTo>
                  <a:lnTo>
                    <a:pt x="1307613" y="2120532"/>
                  </a:lnTo>
                  <a:lnTo>
                    <a:pt x="1299008" y="2095569"/>
                  </a:lnTo>
                  <a:lnTo>
                    <a:pt x="1301754" y="2064582"/>
                  </a:lnTo>
                  <a:lnTo>
                    <a:pt x="1314794" y="2045631"/>
                  </a:lnTo>
                  <a:lnTo>
                    <a:pt x="1295742" y="2014376"/>
                  </a:lnTo>
                  <a:lnTo>
                    <a:pt x="1311935" y="1987609"/>
                  </a:lnTo>
                  <a:lnTo>
                    <a:pt x="1300838" y="1951385"/>
                  </a:lnTo>
                  <a:lnTo>
                    <a:pt x="1240148" y="1907484"/>
                  </a:lnTo>
                  <a:lnTo>
                    <a:pt x="1233488" y="1861066"/>
                  </a:lnTo>
                  <a:lnTo>
                    <a:pt x="1268465" y="1849449"/>
                  </a:lnTo>
                  <a:lnTo>
                    <a:pt x="1290137" y="1831400"/>
                  </a:lnTo>
                  <a:lnTo>
                    <a:pt x="1296784" y="1815195"/>
                  </a:lnTo>
                  <a:lnTo>
                    <a:pt x="1289615" y="1801862"/>
                  </a:lnTo>
                  <a:lnTo>
                    <a:pt x="1298360" y="1759918"/>
                  </a:lnTo>
                  <a:lnTo>
                    <a:pt x="1288319" y="1751682"/>
                  </a:lnTo>
                  <a:lnTo>
                    <a:pt x="1301487" y="1718330"/>
                  </a:lnTo>
                  <a:lnTo>
                    <a:pt x="1322115" y="1715471"/>
                  </a:lnTo>
                  <a:lnTo>
                    <a:pt x="1360729" y="1687368"/>
                  </a:lnTo>
                  <a:lnTo>
                    <a:pt x="1445964" y="1681229"/>
                  </a:lnTo>
                  <a:lnTo>
                    <a:pt x="1466173" y="1668557"/>
                  </a:lnTo>
                  <a:lnTo>
                    <a:pt x="1489140" y="1684483"/>
                  </a:lnTo>
                  <a:lnTo>
                    <a:pt x="1477930" y="1709992"/>
                  </a:lnTo>
                  <a:lnTo>
                    <a:pt x="1525301" y="1775603"/>
                  </a:lnTo>
                  <a:lnTo>
                    <a:pt x="1570842" y="1792990"/>
                  </a:lnTo>
                  <a:lnTo>
                    <a:pt x="1602414" y="1765803"/>
                  </a:lnTo>
                  <a:lnTo>
                    <a:pt x="1598893" y="1726198"/>
                  </a:lnTo>
                  <a:lnTo>
                    <a:pt x="1617831" y="1700701"/>
                  </a:lnTo>
                  <a:lnTo>
                    <a:pt x="1650966" y="1679793"/>
                  </a:lnTo>
                  <a:lnTo>
                    <a:pt x="1668596" y="1673006"/>
                  </a:lnTo>
                  <a:lnTo>
                    <a:pt x="1674582" y="1719805"/>
                  </a:lnTo>
                  <a:lnTo>
                    <a:pt x="1638447" y="1729198"/>
                  </a:lnTo>
                  <a:lnTo>
                    <a:pt x="1641447" y="1759918"/>
                  </a:lnTo>
                  <a:lnTo>
                    <a:pt x="1673921" y="1758736"/>
                  </a:lnTo>
                  <a:lnTo>
                    <a:pt x="1676806" y="1795990"/>
                  </a:lnTo>
                  <a:lnTo>
                    <a:pt x="1661529" y="1809577"/>
                  </a:lnTo>
                  <a:lnTo>
                    <a:pt x="1662203" y="1930997"/>
                  </a:lnTo>
                  <a:lnTo>
                    <a:pt x="1694423" y="2022371"/>
                  </a:lnTo>
                  <a:lnTo>
                    <a:pt x="1678650" y="2038437"/>
                  </a:lnTo>
                  <a:lnTo>
                    <a:pt x="1679679" y="2061709"/>
                  </a:lnTo>
                  <a:lnTo>
                    <a:pt x="1748835" y="2092557"/>
                  </a:lnTo>
                  <a:lnTo>
                    <a:pt x="1763337" y="2124193"/>
                  </a:lnTo>
                  <a:lnTo>
                    <a:pt x="1793079" y="2189536"/>
                  </a:lnTo>
                  <a:lnTo>
                    <a:pt x="1825707" y="2244177"/>
                  </a:lnTo>
                  <a:lnTo>
                    <a:pt x="1863024" y="2282460"/>
                  </a:lnTo>
                  <a:lnTo>
                    <a:pt x="1881047" y="2267564"/>
                  </a:lnTo>
                  <a:lnTo>
                    <a:pt x="1927897" y="2301017"/>
                  </a:lnTo>
                  <a:lnTo>
                    <a:pt x="1981915" y="2298297"/>
                  </a:lnTo>
                  <a:lnTo>
                    <a:pt x="2015330" y="2319981"/>
                  </a:lnTo>
                  <a:lnTo>
                    <a:pt x="2059829" y="2319066"/>
                  </a:lnTo>
                  <a:lnTo>
                    <a:pt x="2128731" y="2270703"/>
                  </a:lnTo>
                  <a:lnTo>
                    <a:pt x="2151711" y="2299199"/>
                  </a:lnTo>
                  <a:lnTo>
                    <a:pt x="2208728" y="2294891"/>
                  </a:lnTo>
                  <a:lnTo>
                    <a:pt x="2211741" y="2260383"/>
                  </a:lnTo>
                  <a:lnTo>
                    <a:pt x="2232865" y="2243643"/>
                  </a:lnTo>
                  <a:lnTo>
                    <a:pt x="2236005" y="2212274"/>
                  </a:lnTo>
                  <a:lnTo>
                    <a:pt x="2214207" y="2208093"/>
                  </a:lnTo>
                  <a:lnTo>
                    <a:pt x="2232357" y="2175300"/>
                  </a:lnTo>
                  <a:lnTo>
                    <a:pt x="2221769" y="2151761"/>
                  </a:lnTo>
                  <a:lnTo>
                    <a:pt x="2249719" y="2121295"/>
                  </a:lnTo>
                  <a:lnTo>
                    <a:pt x="2319778" y="2166530"/>
                  </a:lnTo>
                  <a:lnTo>
                    <a:pt x="2349024" y="2147707"/>
                  </a:lnTo>
                  <a:lnTo>
                    <a:pt x="2404872" y="2131374"/>
                  </a:lnTo>
                  <a:lnTo>
                    <a:pt x="2444426" y="2085897"/>
                  </a:lnTo>
                  <a:lnTo>
                    <a:pt x="2534860" y="2079236"/>
                  </a:lnTo>
                  <a:lnTo>
                    <a:pt x="2556632" y="2041195"/>
                  </a:lnTo>
                  <a:lnTo>
                    <a:pt x="2598143" y="2020414"/>
                  </a:lnTo>
                  <a:lnTo>
                    <a:pt x="2626996" y="2067455"/>
                  </a:lnTo>
                  <a:lnTo>
                    <a:pt x="2660513" y="2063794"/>
                  </a:lnTo>
                  <a:lnTo>
                    <a:pt x="2652302" y="2041970"/>
                  </a:lnTo>
                  <a:lnTo>
                    <a:pt x="2689479" y="2028904"/>
                  </a:lnTo>
                  <a:lnTo>
                    <a:pt x="2746269" y="2101060"/>
                  </a:lnTo>
                  <a:lnTo>
                    <a:pt x="2781628" y="2101060"/>
                  </a:lnTo>
                  <a:lnTo>
                    <a:pt x="2782276" y="2127192"/>
                  </a:lnTo>
                  <a:lnTo>
                    <a:pt x="2757492" y="2153197"/>
                  </a:lnTo>
                  <a:lnTo>
                    <a:pt x="2747959" y="2189790"/>
                  </a:lnTo>
                  <a:lnTo>
                    <a:pt x="2789331" y="2219328"/>
                  </a:lnTo>
                  <a:lnTo>
                    <a:pt x="2792330" y="2254231"/>
                  </a:lnTo>
                  <a:lnTo>
                    <a:pt x="2775743" y="2270309"/>
                  </a:lnTo>
                  <a:lnTo>
                    <a:pt x="2790500" y="2307690"/>
                  </a:lnTo>
                  <a:lnTo>
                    <a:pt x="2861232" y="2322586"/>
                  </a:lnTo>
                  <a:lnTo>
                    <a:pt x="2916179" y="2350167"/>
                  </a:lnTo>
                  <a:lnTo>
                    <a:pt x="2927008" y="2405457"/>
                  </a:lnTo>
                  <a:lnTo>
                    <a:pt x="2890847" y="2463619"/>
                  </a:lnTo>
                  <a:lnTo>
                    <a:pt x="2951157" y="2497339"/>
                  </a:lnTo>
                  <a:lnTo>
                    <a:pt x="2981026" y="2465195"/>
                  </a:lnTo>
                  <a:lnTo>
                    <a:pt x="3047322" y="2477880"/>
                  </a:lnTo>
                  <a:lnTo>
                    <a:pt x="3085694" y="2473685"/>
                  </a:lnTo>
                  <a:lnTo>
                    <a:pt x="3104874" y="2452256"/>
                  </a:lnTo>
                  <a:lnTo>
                    <a:pt x="3122885" y="2422845"/>
                  </a:lnTo>
                  <a:lnTo>
                    <a:pt x="3150161" y="2397996"/>
                  </a:lnTo>
                  <a:lnTo>
                    <a:pt x="3165031" y="2367288"/>
                  </a:lnTo>
                  <a:lnTo>
                    <a:pt x="3160456" y="2339046"/>
                  </a:lnTo>
                  <a:lnTo>
                    <a:pt x="3139459" y="2324683"/>
                  </a:lnTo>
                  <a:lnTo>
                    <a:pt x="3118843" y="2259073"/>
                  </a:lnTo>
                  <a:lnTo>
                    <a:pt x="3090512" y="2242474"/>
                  </a:lnTo>
                  <a:lnTo>
                    <a:pt x="3083991" y="2228226"/>
                  </a:lnTo>
                  <a:lnTo>
                    <a:pt x="3034676" y="2200378"/>
                  </a:lnTo>
                  <a:lnTo>
                    <a:pt x="3016005" y="2149016"/>
                  </a:lnTo>
                  <a:lnTo>
                    <a:pt x="3024876" y="2092811"/>
                  </a:lnTo>
                  <a:lnTo>
                    <a:pt x="3064418" y="2064976"/>
                  </a:lnTo>
                  <a:lnTo>
                    <a:pt x="3051746" y="2015431"/>
                  </a:lnTo>
                  <a:lnTo>
                    <a:pt x="3088046" y="1991142"/>
                  </a:lnTo>
                  <a:lnTo>
                    <a:pt x="3108801" y="2004717"/>
                  </a:lnTo>
                  <a:lnTo>
                    <a:pt x="3133586" y="1978063"/>
                  </a:lnTo>
                  <a:lnTo>
                    <a:pt x="3124715" y="1937277"/>
                  </a:lnTo>
                  <a:lnTo>
                    <a:pt x="3136459" y="1926689"/>
                  </a:lnTo>
                  <a:lnTo>
                    <a:pt x="3120012" y="1892320"/>
                  </a:lnTo>
                  <a:lnTo>
                    <a:pt x="3098735" y="1901205"/>
                  </a:lnTo>
                  <a:lnTo>
                    <a:pt x="3080471" y="1858588"/>
                  </a:lnTo>
                  <a:lnTo>
                    <a:pt x="3056855" y="1846818"/>
                  </a:lnTo>
                  <a:lnTo>
                    <a:pt x="3004260" y="1862782"/>
                  </a:lnTo>
                  <a:lnTo>
                    <a:pt x="2995388" y="1882254"/>
                  </a:lnTo>
                  <a:lnTo>
                    <a:pt x="2959355" y="1885253"/>
                  </a:lnTo>
                  <a:lnTo>
                    <a:pt x="2949314" y="1864612"/>
                  </a:lnTo>
                  <a:lnTo>
                    <a:pt x="2907574" y="1866569"/>
                  </a:lnTo>
                  <a:lnTo>
                    <a:pt x="2902095" y="1826177"/>
                  </a:lnTo>
                  <a:lnTo>
                    <a:pt x="2867104" y="1828668"/>
                  </a:lnTo>
                  <a:lnTo>
                    <a:pt x="2863062" y="1812462"/>
                  </a:lnTo>
                  <a:lnTo>
                    <a:pt x="2885509" y="1753233"/>
                  </a:lnTo>
                  <a:lnTo>
                    <a:pt x="2867104" y="1721750"/>
                  </a:lnTo>
                  <a:lnTo>
                    <a:pt x="2880285" y="1674175"/>
                  </a:lnTo>
                  <a:lnTo>
                    <a:pt x="2865529" y="1634570"/>
                  </a:lnTo>
                  <a:lnTo>
                    <a:pt x="2886678" y="1616140"/>
                  </a:lnTo>
                  <a:lnTo>
                    <a:pt x="2890326" y="1564766"/>
                  </a:lnTo>
                  <a:lnTo>
                    <a:pt x="2863444" y="1530919"/>
                  </a:lnTo>
                  <a:lnTo>
                    <a:pt x="2905083" y="1515628"/>
                  </a:lnTo>
                  <a:lnTo>
                    <a:pt x="2950483" y="1458890"/>
                  </a:lnTo>
                  <a:lnTo>
                    <a:pt x="2939273" y="1434601"/>
                  </a:lnTo>
                  <a:lnTo>
                    <a:pt x="2968240" y="1428716"/>
                  </a:lnTo>
                  <a:lnTo>
                    <a:pt x="2982983" y="1400334"/>
                  </a:lnTo>
                  <a:lnTo>
                    <a:pt x="2971239" y="1354730"/>
                  </a:lnTo>
                  <a:lnTo>
                    <a:pt x="2975167" y="1327416"/>
                  </a:lnTo>
                  <a:lnTo>
                    <a:pt x="3027240" y="1341791"/>
                  </a:lnTo>
                  <a:lnTo>
                    <a:pt x="3141289" y="1281404"/>
                  </a:lnTo>
                  <a:lnTo>
                    <a:pt x="3160075" y="1278532"/>
                  </a:lnTo>
                  <a:lnTo>
                    <a:pt x="3215669" y="1295653"/>
                  </a:lnTo>
                  <a:lnTo>
                    <a:pt x="3226257" y="1260102"/>
                  </a:lnTo>
                  <a:lnTo>
                    <a:pt x="3238128" y="1249527"/>
                  </a:lnTo>
                  <a:lnTo>
                    <a:pt x="3250393" y="1240630"/>
                  </a:lnTo>
                  <a:lnTo>
                    <a:pt x="3267348" y="1278011"/>
                  </a:lnTo>
                  <a:lnTo>
                    <a:pt x="3292400" y="1306888"/>
                  </a:lnTo>
                  <a:lnTo>
                    <a:pt x="3264730" y="1367936"/>
                  </a:lnTo>
                  <a:lnTo>
                    <a:pt x="3270603" y="1409625"/>
                  </a:lnTo>
                  <a:lnTo>
                    <a:pt x="3291892" y="1428983"/>
                  </a:lnTo>
                  <a:lnTo>
                    <a:pt x="3322689" y="1408964"/>
                  </a:lnTo>
                  <a:lnTo>
                    <a:pt x="3348516" y="1429364"/>
                  </a:lnTo>
                  <a:lnTo>
                    <a:pt x="3375665" y="1461241"/>
                  </a:lnTo>
                  <a:lnTo>
                    <a:pt x="3368878" y="1482683"/>
                  </a:lnTo>
                  <a:lnTo>
                    <a:pt x="3417558" y="1504392"/>
                  </a:lnTo>
                  <a:lnTo>
                    <a:pt x="3440411" y="1481768"/>
                  </a:lnTo>
                  <a:lnTo>
                    <a:pt x="3467280" y="1507786"/>
                  </a:lnTo>
                  <a:lnTo>
                    <a:pt x="3495459" y="1495495"/>
                  </a:lnTo>
                  <a:lnTo>
                    <a:pt x="3499640" y="1471320"/>
                  </a:lnTo>
                  <a:lnTo>
                    <a:pt x="3528620" y="1474193"/>
                  </a:lnTo>
                  <a:lnTo>
                    <a:pt x="3588116" y="1499829"/>
                  </a:lnTo>
                  <a:lnTo>
                    <a:pt x="3628318" y="1482569"/>
                  </a:lnTo>
                  <a:lnTo>
                    <a:pt x="3698657" y="1539295"/>
                  </a:lnTo>
                  <a:lnTo>
                    <a:pt x="3719273" y="1522161"/>
                  </a:lnTo>
                  <a:lnTo>
                    <a:pt x="3723975" y="1506731"/>
                  </a:lnTo>
                  <a:lnTo>
                    <a:pt x="3746422" y="1499156"/>
                  </a:lnTo>
                  <a:lnTo>
                    <a:pt x="3758293" y="1454708"/>
                  </a:lnTo>
                  <a:lnTo>
                    <a:pt x="3751124" y="1422170"/>
                  </a:lnTo>
                  <a:lnTo>
                    <a:pt x="3768868" y="1389111"/>
                  </a:lnTo>
                  <a:lnTo>
                    <a:pt x="3774727" y="1358912"/>
                  </a:lnTo>
                  <a:lnTo>
                    <a:pt x="3765996" y="1315125"/>
                  </a:lnTo>
                  <a:lnTo>
                    <a:pt x="3780078" y="1277884"/>
                  </a:lnTo>
                  <a:lnTo>
                    <a:pt x="3757124" y="1258399"/>
                  </a:lnTo>
                  <a:lnTo>
                    <a:pt x="3712740" y="1220497"/>
                  </a:lnTo>
                  <a:lnTo>
                    <a:pt x="3683265" y="1201013"/>
                  </a:lnTo>
                  <a:lnTo>
                    <a:pt x="3635347" y="1214498"/>
                  </a:lnTo>
                  <a:lnTo>
                    <a:pt x="3596340" y="1219582"/>
                  </a:lnTo>
                  <a:lnTo>
                    <a:pt x="3583172" y="1217752"/>
                  </a:lnTo>
                  <a:lnTo>
                    <a:pt x="3575190" y="1185214"/>
                  </a:lnTo>
                  <a:lnTo>
                    <a:pt x="3566064" y="1168220"/>
                  </a:lnTo>
                  <a:lnTo>
                    <a:pt x="3562022" y="1115422"/>
                  </a:lnTo>
                  <a:lnTo>
                    <a:pt x="3541127" y="1081575"/>
                  </a:lnTo>
                  <a:lnTo>
                    <a:pt x="3568670" y="1063272"/>
                  </a:lnTo>
                  <a:lnTo>
                    <a:pt x="3578736" y="1019994"/>
                  </a:lnTo>
                  <a:lnTo>
                    <a:pt x="3606521" y="1010588"/>
                  </a:lnTo>
                  <a:lnTo>
                    <a:pt x="3613041" y="977402"/>
                  </a:lnTo>
                  <a:lnTo>
                    <a:pt x="3573627" y="935700"/>
                  </a:lnTo>
                  <a:lnTo>
                    <a:pt x="3657946" y="878199"/>
                  </a:lnTo>
                  <a:lnTo>
                    <a:pt x="3663818" y="849169"/>
                  </a:lnTo>
                  <a:lnTo>
                    <a:pt x="3653764" y="817152"/>
                  </a:lnTo>
                  <a:lnTo>
                    <a:pt x="3620616" y="764875"/>
                  </a:lnTo>
                  <a:lnTo>
                    <a:pt x="3675168" y="723045"/>
                  </a:lnTo>
                  <a:lnTo>
                    <a:pt x="3692124" y="679386"/>
                  </a:lnTo>
                  <a:lnTo>
                    <a:pt x="3687434" y="645144"/>
                  </a:lnTo>
                  <a:lnTo>
                    <a:pt x="3704529" y="627388"/>
                  </a:lnTo>
                  <a:lnTo>
                    <a:pt x="3712231" y="578365"/>
                  </a:lnTo>
                  <a:lnTo>
                    <a:pt x="3702712" y="557037"/>
                  </a:lnTo>
                  <a:lnTo>
                    <a:pt x="3705698" y="516288"/>
                  </a:lnTo>
                  <a:lnTo>
                    <a:pt x="3687942" y="472489"/>
                  </a:lnTo>
                  <a:lnTo>
                    <a:pt x="3707528" y="445302"/>
                  </a:lnTo>
                  <a:lnTo>
                    <a:pt x="3710401" y="405570"/>
                  </a:lnTo>
                  <a:lnTo>
                    <a:pt x="3726975" y="386746"/>
                  </a:lnTo>
                  <a:lnTo>
                    <a:pt x="3732847" y="354208"/>
                  </a:lnTo>
                  <a:lnTo>
                    <a:pt x="3723975" y="337062"/>
                  </a:lnTo>
                  <a:lnTo>
                    <a:pt x="3737029" y="318136"/>
                  </a:lnTo>
                  <a:lnTo>
                    <a:pt x="3701529" y="307409"/>
                  </a:lnTo>
                  <a:lnTo>
                    <a:pt x="3657946" y="276167"/>
                  </a:lnTo>
                  <a:lnTo>
                    <a:pt x="3595424" y="253556"/>
                  </a:lnTo>
                  <a:lnTo>
                    <a:pt x="3599606" y="210811"/>
                  </a:lnTo>
                  <a:lnTo>
                    <a:pt x="3594522" y="205066"/>
                  </a:lnTo>
                  <a:lnTo>
                    <a:pt x="3538788" y="142850"/>
                  </a:lnTo>
                  <a:lnTo>
                    <a:pt x="3501471" y="140638"/>
                  </a:lnTo>
                  <a:lnTo>
                    <a:pt x="3480194" y="165461"/>
                  </a:lnTo>
                  <a:lnTo>
                    <a:pt x="3441186" y="165461"/>
                  </a:lnTo>
                  <a:lnTo>
                    <a:pt x="3401645" y="244798"/>
                  </a:lnTo>
                  <a:lnTo>
                    <a:pt x="3400984" y="283094"/>
                  </a:lnTo>
                  <a:lnTo>
                    <a:pt x="3365624" y="291445"/>
                  </a:lnTo>
                  <a:lnTo>
                    <a:pt x="3356218" y="327542"/>
                  </a:lnTo>
                  <a:lnTo>
                    <a:pt x="3380101" y="369880"/>
                  </a:lnTo>
                  <a:lnTo>
                    <a:pt x="3331954" y="380467"/>
                  </a:lnTo>
                  <a:lnTo>
                    <a:pt x="3260422" y="360614"/>
                  </a:lnTo>
                  <a:lnTo>
                    <a:pt x="3225710" y="357602"/>
                  </a:lnTo>
                  <a:lnTo>
                    <a:pt x="3216190" y="434168"/>
                  </a:lnTo>
                  <a:lnTo>
                    <a:pt x="3196743" y="474192"/>
                  </a:lnTo>
                  <a:lnTo>
                    <a:pt x="3214500" y="497846"/>
                  </a:lnTo>
                  <a:lnTo>
                    <a:pt x="3214754" y="540705"/>
                  </a:lnTo>
                  <a:lnTo>
                    <a:pt x="3136459" y="551953"/>
                  </a:lnTo>
                  <a:lnTo>
                    <a:pt x="3108255" y="575734"/>
                  </a:lnTo>
                  <a:lnTo>
                    <a:pt x="3066248" y="605552"/>
                  </a:lnTo>
                  <a:lnTo>
                    <a:pt x="3036748" y="599655"/>
                  </a:lnTo>
                  <a:lnTo>
                    <a:pt x="3020847" y="612733"/>
                  </a:lnTo>
                  <a:lnTo>
                    <a:pt x="2988220" y="613763"/>
                  </a:lnTo>
                  <a:lnTo>
                    <a:pt x="2957563" y="634036"/>
                  </a:lnTo>
                  <a:lnTo>
                    <a:pt x="2941358" y="613394"/>
                  </a:lnTo>
                  <a:lnTo>
                    <a:pt x="2929207" y="575353"/>
                  </a:lnTo>
                  <a:lnTo>
                    <a:pt x="2854318" y="575353"/>
                  </a:lnTo>
                  <a:lnTo>
                    <a:pt x="2850149" y="535087"/>
                  </a:lnTo>
                  <a:lnTo>
                    <a:pt x="2769757" y="459931"/>
                  </a:lnTo>
                  <a:lnTo>
                    <a:pt x="2745862" y="468956"/>
                  </a:lnTo>
                  <a:lnTo>
                    <a:pt x="2708926" y="458521"/>
                  </a:lnTo>
                  <a:lnTo>
                    <a:pt x="2696546" y="422169"/>
                  </a:lnTo>
                  <a:lnTo>
                    <a:pt x="2617057" y="431448"/>
                  </a:lnTo>
                  <a:lnTo>
                    <a:pt x="2590442" y="423326"/>
                  </a:lnTo>
                  <a:lnTo>
                    <a:pt x="2565123" y="406866"/>
                  </a:lnTo>
                  <a:lnTo>
                    <a:pt x="2482901" y="366105"/>
                  </a:lnTo>
                  <a:lnTo>
                    <a:pt x="2482901" y="305579"/>
                  </a:lnTo>
                  <a:lnTo>
                    <a:pt x="2468805" y="287289"/>
                  </a:lnTo>
                  <a:lnTo>
                    <a:pt x="2509401" y="216963"/>
                  </a:lnTo>
                  <a:lnTo>
                    <a:pt x="2507049" y="174994"/>
                  </a:lnTo>
                  <a:lnTo>
                    <a:pt x="2464496" y="149002"/>
                  </a:lnTo>
                  <a:lnTo>
                    <a:pt x="2486434" y="130038"/>
                  </a:lnTo>
                  <a:lnTo>
                    <a:pt x="2482252" y="112269"/>
                  </a:lnTo>
                  <a:lnTo>
                    <a:pt x="2442711" y="105342"/>
                  </a:lnTo>
                  <a:lnTo>
                    <a:pt x="2422501" y="123378"/>
                  </a:lnTo>
                  <a:lnTo>
                    <a:pt x="2382947" y="137626"/>
                  </a:lnTo>
                  <a:lnTo>
                    <a:pt x="2281939" y="65216"/>
                  </a:lnTo>
                  <a:lnTo>
                    <a:pt x="2217740" y="69144"/>
                  </a:lnTo>
                  <a:lnTo>
                    <a:pt x="2204166" y="54501"/>
                  </a:lnTo>
                  <a:lnTo>
                    <a:pt x="2136954" y="45350"/>
                  </a:lnTo>
                  <a:lnTo>
                    <a:pt x="2129773" y="20654"/>
                  </a:lnTo>
                  <a:lnTo>
                    <a:pt x="2091934" y="23005"/>
                  </a:lnTo>
                  <a:lnTo>
                    <a:pt x="2075487" y="0"/>
                  </a:lnTo>
                  <a:lnTo>
                    <a:pt x="2039988" y="12926"/>
                  </a:lnTo>
                  <a:close/>
                </a:path>
              </a:pathLst>
            </a:custGeom>
            <a:solidFill>
              <a:srgbClr val="FFFFFF"/>
            </a:solidFill>
            <a:ln w="12700" cap="flat">
              <a:noFill/>
              <a:prstDash val="solid"/>
              <a:miter/>
            </a:ln>
          </p:spPr>
          <p:txBody>
            <a:bodyPr rtlCol="0" anchor="ctr"/>
            <a:lstStyle/>
            <a:p>
              <a:endParaRPr lang="de-CH"/>
            </a:p>
          </p:txBody>
        </p:sp>
        <p:sp>
          <p:nvSpPr>
            <p:cNvPr id="117" name="Freihandform: Form 116">
              <a:extLst>
                <a:ext uri="{FF2B5EF4-FFF2-40B4-BE49-F238E27FC236}">
                  <a16:creationId xmlns:a16="http://schemas.microsoft.com/office/drawing/2014/main" id="{BE3EBE49-61AA-1CA6-DF7D-F02B7CD6481A}"/>
                </a:ext>
              </a:extLst>
            </p:cNvPr>
            <p:cNvSpPr/>
            <p:nvPr/>
          </p:nvSpPr>
          <p:spPr>
            <a:xfrm>
              <a:off x="7015909" y="2657288"/>
              <a:ext cx="3780091" cy="2693126"/>
            </a:xfrm>
            <a:custGeom>
              <a:avLst/>
              <a:gdLst>
                <a:gd name="connsiteX0" fmla="*/ 3090525 w 3780091"/>
                <a:gd name="connsiteY0" fmla="*/ 2242461 h 2693126"/>
                <a:gd name="connsiteX1" fmla="*/ 3118842 w 3780091"/>
                <a:gd name="connsiteY1" fmla="*/ 2259073 h 2693126"/>
                <a:gd name="connsiteX2" fmla="*/ 3139459 w 3780091"/>
                <a:gd name="connsiteY2" fmla="*/ 2324671 h 2693126"/>
                <a:gd name="connsiteX3" fmla="*/ 3160469 w 3780091"/>
                <a:gd name="connsiteY3" fmla="*/ 2339046 h 2693126"/>
                <a:gd name="connsiteX4" fmla="*/ 3165032 w 3780091"/>
                <a:gd name="connsiteY4" fmla="*/ 2367275 h 2693126"/>
                <a:gd name="connsiteX5" fmla="*/ 3150161 w 3780091"/>
                <a:gd name="connsiteY5" fmla="*/ 2397996 h 2693126"/>
                <a:gd name="connsiteX6" fmla="*/ 3122897 w 3780091"/>
                <a:gd name="connsiteY6" fmla="*/ 2422832 h 2693126"/>
                <a:gd name="connsiteX7" fmla="*/ 3104874 w 3780091"/>
                <a:gd name="connsiteY7" fmla="*/ 2452243 h 2693126"/>
                <a:gd name="connsiteX8" fmla="*/ 3085695 w 3780091"/>
                <a:gd name="connsiteY8" fmla="*/ 2473685 h 2693126"/>
                <a:gd name="connsiteX9" fmla="*/ 3047323 w 3780091"/>
                <a:gd name="connsiteY9" fmla="*/ 2477867 h 2693126"/>
                <a:gd name="connsiteX10" fmla="*/ 2981026 w 3780091"/>
                <a:gd name="connsiteY10" fmla="*/ 2465182 h 2693126"/>
                <a:gd name="connsiteX11" fmla="*/ 2951157 w 3780091"/>
                <a:gd name="connsiteY11" fmla="*/ 2497326 h 2693126"/>
                <a:gd name="connsiteX12" fmla="*/ 2890847 w 3780091"/>
                <a:gd name="connsiteY12" fmla="*/ 2463606 h 2693126"/>
                <a:gd name="connsiteX13" fmla="*/ 2927008 w 3780091"/>
                <a:gd name="connsiteY13" fmla="*/ 2405444 h 2693126"/>
                <a:gd name="connsiteX14" fmla="*/ 2916166 w 3780091"/>
                <a:gd name="connsiteY14" fmla="*/ 2350155 h 2693126"/>
                <a:gd name="connsiteX15" fmla="*/ 2861233 w 3780091"/>
                <a:gd name="connsiteY15" fmla="*/ 2322586 h 2693126"/>
                <a:gd name="connsiteX16" fmla="*/ 2790500 w 3780091"/>
                <a:gd name="connsiteY16" fmla="*/ 2307690 h 2693126"/>
                <a:gd name="connsiteX17" fmla="*/ 2775756 w 3780091"/>
                <a:gd name="connsiteY17" fmla="*/ 2270296 h 2693126"/>
                <a:gd name="connsiteX18" fmla="*/ 2792330 w 3780091"/>
                <a:gd name="connsiteY18" fmla="*/ 2254218 h 2693126"/>
                <a:gd name="connsiteX19" fmla="*/ 2789331 w 3780091"/>
                <a:gd name="connsiteY19" fmla="*/ 2219316 h 2693126"/>
                <a:gd name="connsiteX20" fmla="*/ 2747959 w 3780091"/>
                <a:gd name="connsiteY20" fmla="*/ 2189777 h 2693126"/>
                <a:gd name="connsiteX21" fmla="*/ 2757491 w 3780091"/>
                <a:gd name="connsiteY21" fmla="*/ 2153185 h 2693126"/>
                <a:gd name="connsiteX22" fmla="*/ 2782277 w 3780091"/>
                <a:gd name="connsiteY22" fmla="*/ 2127192 h 2693126"/>
                <a:gd name="connsiteX23" fmla="*/ 2781629 w 3780091"/>
                <a:gd name="connsiteY23" fmla="*/ 2101047 h 2693126"/>
                <a:gd name="connsiteX24" fmla="*/ 2746268 w 3780091"/>
                <a:gd name="connsiteY24" fmla="*/ 2101047 h 2693126"/>
                <a:gd name="connsiteX25" fmla="*/ 2689492 w 3780091"/>
                <a:gd name="connsiteY25" fmla="*/ 2028891 h 2693126"/>
                <a:gd name="connsiteX26" fmla="*/ 2652302 w 3780091"/>
                <a:gd name="connsiteY26" fmla="*/ 2041970 h 2693126"/>
                <a:gd name="connsiteX27" fmla="*/ 2660526 w 3780091"/>
                <a:gd name="connsiteY27" fmla="*/ 2063794 h 2693126"/>
                <a:gd name="connsiteX28" fmla="*/ 2626996 w 3780091"/>
                <a:gd name="connsiteY28" fmla="*/ 2067455 h 2693126"/>
                <a:gd name="connsiteX29" fmla="*/ 2598144 w 3780091"/>
                <a:gd name="connsiteY29" fmla="*/ 2020401 h 2693126"/>
                <a:gd name="connsiteX30" fmla="*/ 2556645 w 3780091"/>
                <a:gd name="connsiteY30" fmla="*/ 2041182 h 2693126"/>
                <a:gd name="connsiteX31" fmla="*/ 2534860 w 3780091"/>
                <a:gd name="connsiteY31" fmla="*/ 2079224 h 2693126"/>
                <a:gd name="connsiteX32" fmla="*/ 2444414 w 3780091"/>
                <a:gd name="connsiteY32" fmla="*/ 2085884 h 2693126"/>
                <a:gd name="connsiteX33" fmla="*/ 2404873 w 3780091"/>
                <a:gd name="connsiteY33" fmla="*/ 2131361 h 2693126"/>
                <a:gd name="connsiteX34" fmla="*/ 2349011 w 3780091"/>
                <a:gd name="connsiteY34" fmla="*/ 2147707 h 2693126"/>
                <a:gd name="connsiteX35" fmla="*/ 2319778 w 3780091"/>
                <a:gd name="connsiteY35" fmla="*/ 2166530 h 2693126"/>
                <a:gd name="connsiteX36" fmla="*/ 2249719 w 3780091"/>
                <a:gd name="connsiteY36" fmla="*/ 2121295 h 2693126"/>
                <a:gd name="connsiteX37" fmla="*/ 2221782 w 3780091"/>
                <a:gd name="connsiteY37" fmla="*/ 2151748 h 2693126"/>
                <a:gd name="connsiteX38" fmla="*/ 2232357 w 3780091"/>
                <a:gd name="connsiteY38" fmla="*/ 2175288 h 2693126"/>
                <a:gd name="connsiteX39" fmla="*/ 2214207 w 3780091"/>
                <a:gd name="connsiteY39" fmla="*/ 2208093 h 2693126"/>
                <a:gd name="connsiteX40" fmla="*/ 2236005 w 3780091"/>
                <a:gd name="connsiteY40" fmla="*/ 2212274 h 2693126"/>
                <a:gd name="connsiteX41" fmla="*/ 2232865 w 3780091"/>
                <a:gd name="connsiteY41" fmla="*/ 2243631 h 2693126"/>
                <a:gd name="connsiteX42" fmla="*/ 2211728 w 3780091"/>
                <a:gd name="connsiteY42" fmla="*/ 2260370 h 2693126"/>
                <a:gd name="connsiteX43" fmla="*/ 2208741 w 3780091"/>
                <a:gd name="connsiteY43" fmla="*/ 2294878 h 2693126"/>
                <a:gd name="connsiteX44" fmla="*/ 2151710 w 3780091"/>
                <a:gd name="connsiteY44" fmla="*/ 2299187 h 2693126"/>
                <a:gd name="connsiteX45" fmla="*/ 2128730 w 3780091"/>
                <a:gd name="connsiteY45" fmla="*/ 2270691 h 2693126"/>
                <a:gd name="connsiteX46" fmla="*/ 2059829 w 3780091"/>
                <a:gd name="connsiteY46" fmla="*/ 2319053 h 2693126"/>
                <a:gd name="connsiteX47" fmla="*/ 2015318 w 3780091"/>
                <a:gd name="connsiteY47" fmla="*/ 2319981 h 2693126"/>
                <a:gd name="connsiteX48" fmla="*/ 1981915 w 3780091"/>
                <a:gd name="connsiteY48" fmla="*/ 2298284 h 2693126"/>
                <a:gd name="connsiteX49" fmla="*/ 1927897 w 3780091"/>
                <a:gd name="connsiteY49" fmla="*/ 2301005 h 2693126"/>
                <a:gd name="connsiteX50" fmla="*/ 1881047 w 3780091"/>
                <a:gd name="connsiteY50" fmla="*/ 2267551 h 2693126"/>
                <a:gd name="connsiteX51" fmla="*/ 1863024 w 3780091"/>
                <a:gd name="connsiteY51" fmla="*/ 2282447 h 2693126"/>
                <a:gd name="connsiteX52" fmla="*/ 1825706 w 3780091"/>
                <a:gd name="connsiteY52" fmla="*/ 2244164 h 2693126"/>
                <a:gd name="connsiteX53" fmla="*/ 1793092 w 3780091"/>
                <a:gd name="connsiteY53" fmla="*/ 2189536 h 2693126"/>
                <a:gd name="connsiteX54" fmla="*/ 1763338 w 3780091"/>
                <a:gd name="connsiteY54" fmla="*/ 2124180 h 2693126"/>
                <a:gd name="connsiteX55" fmla="*/ 1748848 w 3780091"/>
                <a:gd name="connsiteY55" fmla="*/ 2092544 h 2693126"/>
                <a:gd name="connsiteX56" fmla="*/ 1679679 w 3780091"/>
                <a:gd name="connsiteY56" fmla="*/ 2061697 h 2693126"/>
                <a:gd name="connsiteX57" fmla="*/ 1678649 w 3780091"/>
                <a:gd name="connsiteY57" fmla="*/ 2038424 h 2693126"/>
                <a:gd name="connsiteX58" fmla="*/ 1694423 w 3780091"/>
                <a:gd name="connsiteY58" fmla="*/ 2022359 h 2693126"/>
                <a:gd name="connsiteX59" fmla="*/ 1662190 w 3780091"/>
                <a:gd name="connsiteY59" fmla="*/ 1930997 h 2693126"/>
                <a:gd name="connsiteX60" fmla="*/ 1661542 w 3780091"/>
                <a:gd name="connsiteY60" fmla="*/ 1809564 h 2693126"/>
                <a:gd name="connsiteX61" fmla="*/ 1676819 w 3780091"/>
                <a:gd name="connsiteY61" fmla="*/ 1795977 h 2693126"/>
                <a:gd name="connsiteX62" fmla="*/ 1673934 w 3780091"/>
                <a:gd name="connsiteY62" fmla="*/ 1758724 h 2693126"/>
                <a:gd name="connsiteX63" fmla="*/ 1641446 w 3780091"/>
                <a:gd name="connsiteY63" fmla="*/ 1759905 h 2693126"/>
                <a:gd name="connsiteX64" fmla="*/ 1638447 w 3780091"/>
                <a:gd name="connsiteY64" fmla="*/ 1729185 h 2693126"/>
                <a:gd name="connsiteX65" fmla="*/ 1674595 w 3780091"/>
                <a:gd name="connsiteY65" fmla="*/ 1719792 h 2693126"/>
                <a:gd name="connsiteX66" fmla="*/ 1668596 w 3780091"/>
                <a:gd name="connsiteY66" fmla="*/ 1672993 h 2693126"/>
                <a:gd name="connsiteX67" fmla="*/ 1650967 w 3780091"/>
                <a:gd name="connsiteY67" fmla="*/ 1679781 h 2693126"/>
                <a:gd name="connsiteX68" fmla="*/ 1617831 w 3780091"/>
                <a:gd name="connsiteY68" fmla="*/ 1700689 h 2693126"/>
                <a:gd name="connsiteX69" fmla="*/ 1598893 w 3780091"/>
                <a:gd name="connsiteY69" fmla="*/ 1726185 h 2693126"/>
                <a:gd name="connsiteX70" fmla="*/ 1602427 w 3780091"/>
                <a:gd name="connsiteY70" fmla="*/ 1765790 h 2693126"/>
                <a:gd name="connsiteX71" fmla="*/ 1570841 w 3780091"/>
                <a:gd name="connsiteY71" fmla="*/ 1792978 h 2693126"/>
                <a:gd name="connsiteX72" fmla="*/ 1525314 w 3780091"/>
                <a:gd name="connsiteY72" fmla="*/ 1775590 h 2693126"/>
                <a:gd name="connsiteX73" fmla="*/ 1477930 w 3780091"/>
                <a:gd name="connsiteY73" fmla="*/ 1709980 h 2693126"/>
                <a:gd name="connsiteX74" fmla="*/ 1489153 w 3780091"/>
                <a:gd name="connsiteY74" fmla="*/ 1684483 h 2693126"/>
                <a:gd name="connsiteX75" fmla="*/ 1466173 w 3780091"/>
                <a:gd name="connsiteY75" fmla="*/ 1668545 h 2693126"/>
                <a:gd name="connsiteX76" fmla="*/ 1445964 w 3780091"/>
                <a:gd name="connsiteY76" fmla="*/ 1681217 h 2693126"/>
                <a:gd name="connsiteX77" fmla="*/ 1360729 w 3780091"/>
                <a:gd name="connsiteY77" fmla="*/ 1687368 h 2693126"/>
                <a:gd name="connsiteX78" fmla="*/ 1322116 w 3780091"/>
                <a:gd name="connsiteY78" fmla="*/ 1715471 h 2693126"/>
                <a:gd name="connsiteX79" fmla="*/ 1301487 w 3780091"/>
                <a:gd name="connsiteY79" fmla="*/ 1718330 h 2693126"/>
                <a:gd name="connsiteX80" fmla="*/ 1288319 w 3780091"/>
                <a:gd name="connsiteY80" fmla="*/ 1751669 h 2693126"/>
                <a:gd name="connsiteX81" fmla="*/ 1298360 w 3780091"/>
                <a:gd name="connsiteY81" fmla="*/ 1759905 h 2693126"/>
                <a:gd name="connsiteX82" fmla="*/ 1289616 w 3780091"/>
                <a:gd name="connsiteY82" fmla="*/ 1801862 h 2693126"/>
                <a:gd name="connsiteX83" fmla="*/ 1296797 w 3780091"/>
                <a:gd name="connsiteY83" fmla="*/ 1815182 h 2693126"/>
                <a:gd name="connsiteX84" fmla="*/ 1290137 w 3780091"/>
                <a:gd name="connsiteY84" fmla="*/ 1831400 h 2693126"/>
                <a:gd name="connsiteX85" fmla="*/ 1268478 w 3780091"/>
                <a:gd name="connsiteY85" fmla="*/ 1849449 h 2693126"/>
                <a:gd name="connsiteX86" fmla="*/ 1233487 w 3780091"/>
                <a:gd name="connsiteY86" fmla="*/ 1861053 h 2693126"/>
                <a:gd name="connsiteX87" fmla="*/ 1240160 w 3780091"/>
                <a:gd name="connsiteY87" fmla="*/ 1907471 h 2693126"/>
                <a:gd name="connsiteX88" fmla="*/ 1300839 w 3780091"/>
                <a:gd name="connsiteY88" fmla="*/ 1951372 h 2693126"/>
                <a:gd name="connsiteX89" fmla="*/ 1311935 w 3780091"/>
                <a:gd name="connsiteY89" fmla="*/ 1987596 h 2693126"/>
                <a:gd name="connsiteX90" fmla="*/ 1295742 w 3780091"/>
                <a:gd name="connsiteY90" fmla="*/ 2014376 h 2693126"/>
                <a:gd name="connsiteX91" fmla="*/ 1314795 w 3780091"/>
                <a:gd name="connsiteY91" fmla="*/ 2045631 h 2693126"/>
                <a:gd name="connsiteX92" fmla="*/ 1301741 w 3780091"/>
                <a:gd name="connsiteY92" fmla="*/ 2064569 h 2693126"/>
                <a:gd name="connsiteX93" fmla="*/ 1299009 w 3780091"/>
                <a:gd name="connsiteY93" fmla="*/ 2095557 h 2693126"/>
                <a:gd name="connsiteX94" fmla="*/ 1307626 w 3780091"/>
                <a:gd name="connsiteY94" fmla="*/ 2120520 h 2693126"/>
                <a:gd name="connsiteX95" fmla="*/ 1341155 w 3780091"/>
                <a:gd name="connsiteY95" fmla="*/ 2130459 h 2693126"/>
                <a:gd name="connsiteX96" fmla="*/ 1347421 w 3780091"/>
                <a:gd name="connsiteY96" fmla="*/ 2167954 h 2693126"/>
                <a:gd name="connsiteX97" fmla="*/ 1338308 w 3780091"/>
                <a:gd name="connsiteY97" fmla="*/ 2190057 h 2693126"/>
                <a:gd name="connsiteX98" fmla="*/ 1350943 w 3780091"/>
                <a:gd name="connsiteY98" fmla="*/ 2216456 h 2693126"/>
                <a:gd name="connsiteX99" fmla="*/ 1341944 w 3780091"/>
                <a:gd name="connsiteY99" fmla="*/ 2243237 h 2693126"/>
                <a:gd name="connsiteX100" fmla="*/ 1321073 w 3780091"/>
                <a:gd name="connsiteY100" fmla="*/ 2253837 h 2693126"/>
                <a:gd name="connsiteX101" fmla="*/ 1322624 w 3780091"/>
                <a:gd name="connsiteY101" fmla="*/ 2305072 h 2693126"/>
                <a:gd name="connsiteX102" fmla="*/ 1294306 w 3780091"/>
                <a:gd name="connsiteY102" fmla="*/ 2352392 h 2693126"/>
                <a:gd name="connsiteX103" fmla="*/ 1274732 w 3780091"/>
                <a:gd name="connsiteY103" fmla="*/ 2365458 h 2693126"/>
                <a:gd name="connsiteX104" fmla="*/ 1266521 w 3780091"/>
                <a:gd name="connsiteY104" fmla="*/ 2398530 h 2693126"/>
                <a:gd name="connsiteX105" fmla="*/ 1258818 w 3780091"/>
                <a:gd name="connsiteY105" fmla="*/ 2457073 h 2693126"/>
                <a:gd name="connsiteX106" fmla="*/ 1251764 w 3780091"/>
                <a:gd name="connsiteY106" fmla="*/ 2505562 h 2693126"/>
                <a:gd name="connsiteX107" fmla="*/ 1226967 w 3780091"/>
                <a:gd name="connsiteY107" fmla="*/ 2502690 h 2693126"/>
                <a:gd name="connsiteX108" fmla="*/ 1203352 w 3780091"/>
                <a:gd name="connsiteY108" fmla="*/ 2515629 h 2693126"/>
                <a:gd name="connsiteX109" fmla="*/ 1199830 w 3780091"/>
                <a:gd name="connsiteY109" fmla="*/ 2558894 h 2693126"/>
                <a:gd name="connsiteX110" fmla="*/ 1186269 w 3780091"/>
                <a:gd name="connsiteY110" fmla="*/ 2572494 h 2693126"/>
                <a:gd name="connsiteX111" fmla="*/ 1156768 w 3780091"/>
                <a:gd name="connsiteY111" fmla="*/ 2577578 h 2693126"/>
                <a:gd name="connsiteX112" fmla="*/ 1142546 w 3780091"/>
                <a:gd name="connsiteY112" fmla="*/ 2663461 h 2693126"/>
                <a:gd name="connsiteX113" fmla="*/ 1121930 w 3780091"/>
                <a:gd name="connsiteY113" fmla="*/ 2693127 h 2693126"/>
                <a:gd name="connsiteX114" fmla="*/ 1098696 w 3780091"/>
                <a:gd name="connsiteY114" fmla="*/ 2689848 h 2693126"/>
                <a:gd name="connsiteX115" fmla="*/ 1086430 w 3780091"/>
                <a:gd name="connsiteY115" fmla="*/ 2689848 h 2693126"/>
                <a:gd name="connsiteX116" fmla="*/ 1071280 w 3780091"/>
                <a:gd name="connsiteY116" fmla="*/ 2691564 h 2693126"/>
                <a:gd name="connsiteX117" fmla="*/ 1029146 w 3780091"/>
                <a:gd name="connsiteY117" fmla="*/ 2665291 h 2693126"/>
                <a:gd name="connsiteX118" fmla="*/ 985943 w 3780091"/>
                <a:gd name="connsiteY118" fmla="*/ 2601766 h 2693126"/>
                <a:gd name="connsiteX119" fmla="*/ 923168 w 3780091"/>
                <a:gd name="connsiteY119" fmla="*/ 2567270 h 2693126"/>
                <a:gd name="connsiteX120" fmla="*/ 887160 w 3780091"/>
                <a:gd name="connsiteY120" fmla="*/ 2498648 h 2693126"/>
                <a:gd name="connsiteX121" fmla="*/ 893019 w 3780091"/>
                <a:gd name="connsiteY121" fmla="*/ 2440880 h 2693126"/>
                <a:gd name="connsiteX122" fmla="*/ 895231 w 3780091"/>
                <a:gd name="connsiteY122" fmla="*/ 2418383 h 2693126"/>
                <a:gd name="connsiteX123" fmla="*/ 864574 w 3780091"/>
                <a:gd name="connsiteY123" fmla="*/ 2378257 h 2693126"/>
                <a:gd name="connsiteX124" fmla="*/ 846957 w 3780091"/>
                <a:gd name="connsiteY124" fmla="*/ 2328077 h 2693126"/>
                <a:gd name="connsiteX125" fmla="*/ 866671 w 3780091"/>
                <a:gd name="connsiteY125" fmla="*/ 2297356 h 2693126"/>
                <a:gd name="connsiteX126" fmla="*/ 888075 w 3780091"/>
                <a:gd name="connsiteY126" fmla="*/ 2262594 h 2693126"/>
                <a:gd name="connsiteX127" fmla="*/ 868234 w 3780091"/>
                <a:gd name="connsiteY127" fmla="*/ 2235280 h 2693126"/>
                <a:gd name="connsiteX128" fmla="*/ 867319 w 3780091"/>
                <a:gd name="connsiteY128" fmla="*/ 2209923 h 2693126"/>
                <a:gd name="connsiteX129" fmla="*/ 879190 w 3780091"/>
                <a:gd name="connsiteY129" fmla="*/ 2176584 h 2693126"/>
                <a:gd name="connsiteX130" fmla="*/ 919266 w 3780091"/>
                <a:gd name="connsiteY130" fmla="*/ 2147834 h 2693126"/>
                <a:gd name="connsiteX131" fmla="*/ 925265 w 3780091"/>
                <a:gd name="connsiteY131" fmla="*/ 2086139 h 2693126"/>
                <a:gd name="connsiteX132" fmla="*/ 908551 w 3780091"/>
                <a:gd name="connsiteY132" fmla="*/ 2041043 h 2693126"/>
                <a:gd name="connsiteX133" fmla="*/ 940009 w 3780091"/>
                <a:gd name="connsiteY133" fmla="*/ 1968251 h 2693126"/>
                <a:gd name="connsiteX134" fmla="*/ 902946 w 3780091"/>
                <a:gd name="connsiteY134" fmla="*/ 1897544 h 2693126"/>
                <a:gd name="connsiteX135" fmla="*/ 920168 w 3780091"/>
                <a:gd name="connsiteY135" fmla="*/ 1827740 h 2693126"/>
                <a:gd name="connsiteX136" fmla="*/ 885062 w 3780091"/>
                <a:gd name="connsiteY136" fmla="*/ 1775590 h 2693126"/>
                <a:gd name="connsiteX137" fmla="*/ 834959 w 3780091"/>
                <a:gd name="connsiteY137" fmla="*/ 1780420 h 2693126"/>
                <a:gd name="connsiteX138" fmla="*/ 811203 w 3780091"/>
                <a:gd name="connsiteY138" fmla="*/ 1764875 h 2693126"/>
                <a:gd name="connsiteX139" fmla="*/ 802980 w 3780091"/>
                <a:gd name="connsiteY139" fmla="*/ 1736887 h 2693126"/>
                <a:gd name="connsiteX140" fmla="*/ 805319 w 3780091"/>
                <a:gd name="connsiteY140" fmla="*/ 1730621 h 2693126"/>
                <a:gd name="connsiteX141" fmla="*/ 769311 w 3780091"/>
                <a:gd name="connsiteY141" fmla="*/ 1684356 h 2693126"/>
                <a:gd name="connsiteX142" fmla="*/ 762396 w 3780091"/>
                <a:gd name="connsiteY142" fmla="*/ 1629207 h 2693126"/>
                <a:gd name="connsiteX143" fmla="*/ 754694 w 3780091"/>
                <a:gd name="connsiteY143" fmla="*/ 1617183 h 2693126"/>
                <a:gd name="connsiteX144" fmla="*/ 772971 w 3780091"/>
                <a:gd name="connsiteY144" fmla="*/ 1516658 h 2693126"/>
                <a:gd name="connsiteX145" fmla="*/ 807416 w 3780091"/>
                <a:gd name="connsiteY145" fmla="*/ 1463211 h 2693126"/>
                <a:gd name="connsiteX146" fmla="*/ 786533 w 3780091"/>
                <a:gd name="connsiteY146" fmla="*/ 1414188 h 2693126"/>
                <a:gd name="connsiteX147" fmla="*/ 727418 w 3780091"/>
                <a:gd name="connsiteY147" fmla="*/ 1382311 h 2693126"/>
                <a:gd name="connsiteX148" fmla="*/ 661007 w 3780091"/>
                <a:gd name="connsiteY148" fmla="*/ 1408583 h 2693126"/>
                <a:gd name="connsiteX149" fmla="*/ 638688 w 3780091"/>
                <a:gd name="connsiteY149" fmla="*/ 1408964 h 2693126"/>
                <a:gd name="connsiteX150" fmla="*/ 642069 w 3780091"/>
                <a:gd name="connsiteY150" fmla="*/ 1362953 h 2693126"/>
                <a:gd name="connsiteX151" fmla="*/ 628240 w 3780091"/>
                <a:gd name="connsiteY151" fmla="*/ 1327937 h 2693126"/>
                <a:gd name="connsiteX152" fmla="*/ 597443 w 3780091"/>
                <a:gd name="connsiteY152" fmla="*/ 1360996 h 2693126"/>
                <a:gd name="connsiteX153" fmla="*/ 556860 w 3780091"/>
                <a:gd name="connsiteY153" fmla="*/ 1349887 h 2693126"/>
                <a:gd name="connsiteX154" fmla="*/ 524360 w 3780091"/>
                <a:gd name="connsiteY154" fmla="*/ 1368571 h 2693126"/>
                <a:gd name="connsiteX155" fmla="*/ 547060 w 3780091"/>
                <a:gd name="connsiteY155" fmla="*/ 1436812 h 2693126"/>
                <a:gd name="connsiteX156" fmla="*/ 519530 w 3780091"/>
                <a:gd name="connsiteY156" fmla="*/ 1466605 h 2693126"/>
                <a:gd name="connsiteX157" fmla="*/ 372854 w 3780091"/>
                <a:gd name="connsiteY157" fmla="*/ 1529864 h 2693126"/>
                <a:gd name="connsiteX158" fmla="*/ 277578 w 3780091"/>
                <a:gd name="connsiteY158" fmla="*/ 1519543 h 2693126"/>
                <a:gd name="connsiteX159" fmla="*/ 206210 w 3780091"/>
                <a:gd name="connsiteY159" fmla="*/ 1495622 h 2693126"/>
                <a:gd name="connsiteX160" fmla="*/ 101542 w 3780091"/>
                <a:gd name="connsiteY160" fmla="*/ 1506604 h 2693126"/>
                <a:gd name="connsiteX161" fmla="*/ 57310 w 3780091"/>
                <a:gd name="connsiteY161" fmla="*/ 1486077 h 2693126"/>
                <a:gd name="connsiteX162" fmla="*/ 56510 w 3780091"/>
                <a:gd name="connsiteY162" fmla="*/ 1379553 h 2693126"/>
                <a:gd name="connsiteX163" fmla="*/ 0 w 3780091"/>
                <a:gd name="connsiteY163" fmla="*/ 1322052 h 2693126"/>
                <a:gd name="connsiteX164" fmla="*/ 5758 w 3780091"/>
                <a:gd name="connsiteY164" fmla="*/ 1278926 h 2693126"/>
                <a:gd name="connsiteX165" fmla="*/ 54044 w 3780091"/>
                <a:gd name="connsiteY165" fmla="*/ 1235648 h 2693126"/>
                <a:gd name="connsiteX166" fmla="*/ 43215 w 3780091"/>
                <a:gd name="connsiteY166" fmla="*/ 1198280 h 2693126"/>
                <a:gd name="connsiteX167" fmla="*/ 40202 w 3780091"/>
                <a:gd name="connsiteY167" fmla="*/ 1152790 h 2693126"/>
                <a:gd name="connsiteX168" fmla="*/ 80646 w 3780091"/>
                <a:gd name="connsiteY168" fmla="*/ 1123124 h 2693126"/>
                <a:gd name="connsiteX169" fmla="*/ 114455 w 3780091"/>
                <a:gd name="connsiteY169" fmla="*/ 1130966 h 2693126"/>
                <a:gd name="connsiteX170" fmla="*/ 183370 w 3780091"/>
                <a:gd name="connsiteY170" fmla="*/ 1080647 h 2693126"/>
                <a:gd name="connsiteX171" fmla="*/ 191848 w 3780091"/>
                <a:gd name="connsiteY171" fmla="*/ 1019867 h 2693126"/>
                <a:gd name="connsiteX172" fmla="*/ 233093 w 3780091"/>
                <a:gd name="connsiteY172" fmla="*/ 988358 h 2693126"/>
                <a:gd name="connsiteX173" fmla="*/ 262720 w 3780091"/>
                <a:gd name="connsiteY173" fmla="*/ 1041042 h 2693126"/>
                <a:gd name="connsiteX174" fmla="*/ 325610 w 3780091"/>
                <a:gd name="connsiteY174" fmla="*/ 1013194 h 2693126"/>
                <a:gd name="connsiteX175" fmla="*/ 336706 w 3780091"/>
                <a:gd name="connsiteY175" fmla="*/ 933069 h 2693126"/>
                <a:gd name="connsiteX176" fmla="*/ 366207 w 3780091"/>
                <a:gd name="connsiteY176" fmla="*/ 921706 h 2693126"/>
                <a:gd name="connsiteX177" fmla="*/ 351704 w 3780091"/>
                <a:gd name="connsiteY177" fmla="*/ 867332 h 2693126"/>
                <a:gd name="connsiteX178" fmla="*/ 354843 w 3780091"/>
                <a:gd name="connsiteY178" fmla="*/ 845114 h 2693126"/>
                <a:gd name="connsiteX179" fmla="*/ 390991 w 3780091"/>
                <a:gd name="connsiteY179" fmla="*/ 838301 h 2693126"/>
                <a:gd name="connsiteX180" fmla="*/ 453500 w 3780091"/>
                <a:gd name="connsiteY180" fmla="*/ 781080 h 2693126"/>
                <a:gd name="connsiteX181" fmla="*/ 495787 w 3780091"/>
                <a:gd name="connsiteY181" fmla="*/ 780673 h 2693126"/>
                <a:gd name="connsiteX182" fmla="*/ 529838 w 3780091"/>
                <a:gd name="connsiteY182" fmla="*/ 789291 h 2693126"/>
                <a:gd name="connsiteX183" fmla="*/ 558029 w 3780091"/>
                <a:gd name="connsiteY183" fmla="*/ 832684 h 2693126"/>
                <a:gd name="connsiteX184" fmla="*/ 615581 w 3780091"/>
                <a:gd name="connsiteY184" fmla="*/ 803158 h 2693126"/>
                <a:gd name="connsiteX185" fmla="*/ 722067 w 3780091"/>
                <a:gd name="connsiteY185" fmla="*/ 785643 h 2693126"/>
                <a:gd name="connsiteX186" fmla="*/ 772971 w 3780091"/>
                <a:gd name="connsiteY186" fmla="*/ 713233 h 2693126"/>
                <a:gd name="connsiteX187" fmla="*/ 793053 w 3780091"/>
                <a:gd name="connsiteY187" fmla="*/ 623054 h 2693126"/>
                <a:gd name="connsiteX188" fmla="*/ 808725 w 3780091"/>
                <a:gd name="connsiteY188" fmla="*/ 603048 h 2693126"/>
                <a:gd name="connsiteX189" fmla="*/ 833789 w 3780091"/>
                <a:gd name="connsiteY189" fmla="*/ 593376 h 2693126"/>
                <a:gd name="connsiteX190" fmla="*/ 893934 w 3780091"/>
                <a:gd name="connsiteY190" fmla="*/ 604091 h 2693126"/>
                <a:gd name="connsiteX191" fmla="*/ 928773 w 3780091"/>
                <a:gd name="connsiteY191" fmla="*/ 664223 h 2693126"/>
                <a:gd name="connsiteX192" fmla="*/ 974974 w 3780091"/>
                <a:gd name="connsiteY192" fmla="*/ 633489 h 2693126"/>
                <a:gd name="connsiteX193" fmla="*/ 984113 w 3780091"/>
                <a:gd name="connsiteY193" fmla="*/ 620830 h 2693126"/>
                <a:gd name="connsiteX194" fmla="*/ 1004208 w 3780091"/>
                <a:gd name="connsiteY194" fmla="*/ 585534 h 2693126"/>
                <a:gd name="connsiteX195" fmla="*/ 1018698 w 3780091"/>
                <a:gd name="connsiteY195" fmla="*/ 568019 h 2693126"/>
                <a:gd name="connsiteX196" fmla="*/ 1099878 w 3780091"/>
                <a:gd name="connsiteY196" fmla="*/ 567765 h 2693126"/>
                <a:gd name="connsiteX197" fmla="*/ 1133534 w 3780091"/>
                <a:gd name="connsiteY197" fmla="*/ 535735 h 2693126"/>
                <a:gd name="connsiteX198" fmla="*/ 1162628 w 3780091"/>
                <a:gd name="connsiteY198" fmla="*/ 489216 h 2693126"/>
                <a:gd name="connsiteX199" fmla="*/ 1205309 w 3780091"/>
                <a:gd name="connsiteY199" fmla="*/ 461634 h 2693126"/>
                <a:gd name="connsiteX200" fmla="*/ 1240682 w 3780091"/>
                <a:gd name="connsiteY200" fmla="*/ 485403 h 2693126"/>
                <a:gd name="connsiteX201" fmla="*/ 1296797 w 3780091"/>
                <a:gd name="connsiteY201" fmla="*/ 481628 h 2693126"/>
                <a:gd name="connsiteX202" fmla="*/ 1395708 w 3780091"/>
                <a:gd name="connsiteY202" fmla="*/ 502155 h 2693126"/>
                <a:gd name="connsiteX203" fmla="*/ 1463580 w 3780091"/>
                <a:gd name="connsiteY203" fmla="*/ 510124 h 2693126"/>
                <a:gd name="connsiteX204" fmla="*/ 1544226 w 3780091"/>
                <a:gd name="connsiteY204" fmla="*/ 512208 h 2693126"/>
                <a:gd name="connsiteX205" fmla="*/ 1603469 w 3780091"/>
                <a:gd name="connsiteY205" fmla="*/ 567231 h 2693126"/>
                <a:gd name="connsiteX206" fmla="*/ 1611819 w 3780091"/>
                <a:gd name="connsiteY206" fmla="*/ 574946 h 2693126"/>
                <a:gd name="connsiteX207" fmla="*/ 1637532 w 3780091"/>
                <a:gd name="connsiteY207" fmla="*/ 542535 h 2693126"/>
                <a:gd name="connsiteX208" fmla="*/ 1652403 w 3780091"/>
                <a:gd name="connsiteY208" fmla="*/ 526584 h 2693126"/>
                <a:gd name="connsiteX209" fmla="*/ 1650064 w 3780091"/>
                <a:gd name="connsiteY209" fmla="*/ 499397 h 2693126"/>
                <a:gd name="connsiteX210" fmla="*/ 1675637 w 3780091"/>
                <a:gd name="connsiteY210" fmla="*/ 468689 h 2693126"/>
                <a:gd name="connsiteX211" fmla="*/ 1708010 w 3780091"/>
                <a:gd name="connsiteY211" fmla="*/ 364249 h 2693126"/>
                <a:gd name="connsiteX212" fmla="*/ 1713221 w 3780091"/>
                <a:gd name="connsiteY212" fmla="*/ 337596 h 2693126"/>
                <a:gd name="connsiteX213" fmla="*/ 1751848 w 3780091"/>
                <a:gd name="connsiteY213" fmla="*/ 330656 h 2693126"/>
                <a:gd name="connsiteX214" fmla="*/ 1761380 w 3780091"/>
                <a:gd name="connsiteY214" fmla="*/ 279955 h 2693126"/>
                <a:gd name="connsiteX215" fmla="*/ 1805218 w 3780091"/>
                <a:gd name="connsiteY215" fmla="*/ 266622 h 2693126"/>
                <a:gd name="connsiteX216" fmla="*/ 1730850 w 3780091"/>
                <a:gd name="connsiteY216" fmla="*/ 168588 h 2693126"/>
                <a:gd name="connsiteX217" fmla="*/ 1691029 w 3780091"/>
                <a:gd name="connsiteY217" fmla="*/ 99839 h 2693126"/>
                <a:gd name="connsiteX218" fmla="*/ 1677327 w 3780091"/>
                <a:gd name="connsiteY218" fmla="*/ 79973 h 2693126"/>
                <a:gd name="connsiteX219" fmla="*/ 1660754 w 3780091"/>
                <a:gd name="connsiteY219" fmla="*/ 54361 h 2693126"/>
                <a:gd name="connsiteX220" fmla="*/ 1657614 w 3780091"/>
                <a:gd name="connsiteY220" fmla="*/ 46646 h 2693126"/>
                <a:gd name="connsiteX221" fmla="*/ 1768168 w 3780091"/>
                <a:gd name="connsiteY221" fmla="*/ 9800 h 2693126"/>
                <a:gd name="connsiteX222" fmla="*/ 1786572 w 3780091"/>
                <a:gd name="connsiteY222" fmla="*/ 2987 h 2693126"/>
                <a:gd name="connsiteX223" fmla="*/ 1815678 w 3780091"/>
                <a:gd name="connsiteY223" fmla="*/ 21162 h 2693126"/>
                <a:gd name="connsiteX224" fmla="*/ 1822707 w 3780091"/>
                <a:gd name="connsiteY224" fmla="*/ 51489 h 2693126"/>
                <a:gd name="connsiteX225" fmla="*/ 1882877 w 3780091"/>
                <a:gd name="connsiteY225" fmla="*/ 23120 h 2693126"/>
                <a:gd name="connsiteX226" fmla="*/ 1914182 w 3780091"/>
                <a:gd name="connsiteY226" fmla="*/ 4042 h 2693126"/>
                <a:gd name="connsiteX227" fmla="*/ 1940289 w 3780091"/>
                <a:gd name="connsiteY227" fmla="*/ 11223 h 2693126"/>
                <a:gd name="connsiteX228" fmla="*/ 1949694 w 3780091"/>
                <a:gd name="connsiteY228" fmla="*/ 31877 h 2693126"/>
                <a:gd name="connsiteX229" fmla="*/ 1977492 w 3780091"/>
                <a:gd name="connsiteY229" fmla="*/ 34483 h 2693126"/>
                <a:gd name="connsiteX230" fmla="*/ 1999544 w 3780091"/>
                <a:gd name="connsiteY230" fmla="*/ 10575 h 2693126"/>
                <a:gd name="connsiteX231" fmla="*/ 2039988 w 3780091"/>
                <a:gd name="connsiteY231" fmla="*/ 12926 h 2693126"/>
                <a:gd name="connsiteX232" fmla="*/ 2075488 w 3780091"/>
                <a:gd name="connsiteY232" fmla="*/ 0 h 2693126"/>
                <a:gd name="connsiteX233" fmla="*/ 2091947 w 3780091"/>
                <a:gd name="connsiteY233" fmla="*/ 22993 h 2693126"/>
                <a:gd name="connsiteX234" fmla="*/ 2129773 w 3780091"/>
                <a:gd name="connsiteY234" fmla="*/ 20641 h 2693126"/>
                <a:gd name="connsiteX235" fmla="*/ 2136954 w 3780091"/>
                <a:gd name="connsiteY235" fmla="*/ 45337 h 2693126"/>
                <a:gd name="connsiteX236" fmla="*/ 2204165 w 3780091"/>
                <a:gd name="connsiteY236" fmla="*/ 54501 h 2693126"/>
                <a:gd name="connsiteX237" fmla="*/ 2217740 w 3780091"/>
                <a:gd name="connsiteY237" fmla="*/ 69131 h 2693126"/>
                <a:gd name="connsiteX238" fmla="*/ 2281939 w 3780091"/>
                <a:gd name="connsiteY238" fmla="*/ 65203 h 2693126"/>
                <a:gd name="connsiteX239" fmla="*/ 2382948 w 3780091"/>
                <a:gd name="connsiteY239" fmla="*/ 137613 h 2693126"/>
                <a:gd name="connsiteX240" fmla="*/ 2422502 w 3780091"/>
                <a:gd name="connsiteY240" fmla="*/ 123378 h 2693126"/>
                <a:gd name="connsiteX241" fmla="*/ 2442711 w 3780091"/>
                <a:gd name="connsiteY241" fmla="*/ 105342 h 2693126"/>
                <a:gd name="connsiteX242" fmla="*/ 2482252 w 3780091"/>
                <a:gd name="connsiteY242" fmla="*/ 112269 h 2693126"/>
                <a:gd name="connsiteX243" fmla="*/ 2486434 w 3780091"/>
                <a:gd name="connsiteY243" fmla="*/ 130038 h 2693126"/>
                <a:gd name="connsiteX244" fmla="*/ 2464509 w 3780091"/>
                <a:gd name="connsiteY244" fmla="*/ 148989 h 2693126"/>
                <a:gd name="connsiteX245" fmla="*/ 2507062 w 3780091"/>
                <a:gd name="connsiteY245" fmla="*/ 174994 h 2693126"/>
                <a:gd name="connsiteX246" fmla="*/ 2509401 w 3780091"/>
                <a:gd name="connsiteY246" fmla="*/ 216950 h 2693126"/>
                <a:gd name="connsiteX247" fmla="*/ 2468805 w 3780091"/>
                <a:gd name="connsiteY247" fmla="*/ 287276 h 2693126"/>
                <a:gd name="connsiteX248" fmla="*/ 2482913 w 3780091"/>
                <a:gd name="connsiteY248" fmla="*/ 305566 h 2693126"/>
                <a:gd name="connsiteX249" fmla="*/ 2482913 w 3780091"/>
                <a:gd name="connsiteY249" fmla="*/ 366092 h 2693126"/>
                <a:gd name="connsiteX250" fmla="*/ 2565136 w 3780091"/>
                <a:gd name="connsiteY250" fmla="*/ 406854 h 2693126"/>
                <a:gd name="connsiteX251" fmla="*/ 2590441 w 3780091"/>
                <a:gd name="connsiteY251" fmla="*/ 423326 h 2693126"/>
                <a:gd name="connsiteX252" fmla="*/ 2617069 w 3780091"/>
                <a:gd name="connsiteY252" fmla="*/ 431435 h 2693126"/>
                <a:gd name="connsiteX253" fmla="*/ 2696546 w 3780091"/>
                <a:gd name="connsiteY253" fmla="*/ 422144 h 2693126"/>
                <a:gd name="connsiteX254" fmla="*/ 2708938 w 3780091"/>
                <a:gd name="connsiteY254" fmla="*/ 458508 h 2693126"/>
                <a:gd name="connsiteX255" fmla="*/ 2745874 w 3780091"/>
                <a:gd name="connsiteY255" fmla="*/ 468943 h 2693126"/>
                <a:gd name="connsiteX256" fmla="*/ 2769757 w 3780091"/>
                <a:gd name="connsiteY256" fmla="*/ 459931 h 2693126"/>
                <a:gd name="connsiteX257" fmla="*/ 2850149 w 3780091"/>
                <a:gd name="connsiteY257" fmla="*/ 535087 h 2693126"/>
                <a:gd name="connsiteX258" fmla="*/ 2854331 w 3780091"/>
                <a:gd name="connsiteY258" fmla="*/ 575340 h 2693126"/>
                <a:gd name="connsiteX259" fmla="*/ 2929220 w 3780091"/>
                <a:gd name="connsiteY259" fmla="*/ 575340 h 2693126"/>
                <a:gd name="connsiteX260" fmla="*/ 2941371 w 3780091"/>
                <a:gd name="connsiteY260" fmla="*/ 613382 h 2693126"/>
                <a:gd name="connsiteX261" fmla="*/ 2957563 w 3780091"/>
                <a:gd name="connsiteY261" fmla="*/ 634036 h 2693126"/>
                <a:gd name="connsiteX262" fmla="*/ 2988220 w 3780091"/>
                <a:gd name="connsiteY262" fmla="*/ 613763 h 2693126"/>
                <a:gd name="connsiteX263" fmla="*/ 3020834 w 3780091"/>
                <a:gd name="connsiteY263" fmla="*/ 612721 h 2693126"/>
                <a:gd name="connsiteX264" fmla="*/ 3036761 w 3780091"/>
                <a:gd name="connsiteY264" fmla="*/ 599642 h 2693126"/>
                <a:gd name="connsiteX265" fmla="*/ 3066248 w 3780091"/>
                <a:gd name="connsiteY265" fmla="*/ 605539 h 2693126"/>
                <a:gd name="connsiteX266" fmla="*/ 3108268 w 3780091"/>
                <a:gd name="connsiteY266" fmla="*/ 575721 h 2693126"/>
                <a:gd name="connsiteX267" fmla="*/ 3136459 w 3780091"/>
                <a:gd name="connsiteY267" fmla="*/ 551941 h 2693126"/>
                <a:gd name="connsiteX268" fmla="*/ 3214754 w 3780091"/>
                <a:gd name="connsiteY268" fmla="*/ 540705 h 2693126"/>
                <a:gd name="connsiteX269" fmla="*/ 3214499 w 3780091"/>
                <a:gd name="connsiteY269" fmla="*/ 497833 h 2693126"/>
                <a:gd name="connsiteX270" fmla="*/ 3196744 w 3780091"/>
                <a:gd name="connsiteY270" fmla="*/ 474179 h 2693126"/>
                <a:gd name="connsiteX271" fmla="*/ 3216190 w 3780091"/>
                <a:gd name="connsiteY271" fmla="*/ 434168 h 2693126"/>
                <a:gd name="connsiteX272" fmla="*/ 3225710 w 3780091"/>
                <a:gd name="connsiteY272" fmla="*/ 357589 h 2693126"/>
                <a:gd name="connsiteX273" fmla="*/ 3260434 w 3780091"/>
                <a:gd name="connsiteY273" fmla="*/ 360601 h 2693126"/>
                <a:gd name="connsiteX274" fmla="*/ 3331955 w 3780091"/>
                <a:gd name="connsiteY274" fmla="*/ 380455 h 2693126"/>
                <a:gd name="connsiteX275" fmla="*/ 3380101 w 3780091"/>
                <a:gd name="connsiteY275" fmla="*/ 369867 h 2693126"/>
                <a:gd name="connsiteX276" fmla="*/ 3356219 w 3780091"/>
                <a:gd name="connsiteY276" fmla="*/ 327529 h 2693126"/>
                <a:gd name="connsiteX277" fmla="*/ 3365624 w 3780091"/>
                <a:gd name="connsiteY277" fmla="*/ 291445 h 2693126"/>
                <a:gd name="connsiteX278" fmla="*/ 3400984 w 3780091"/>
                <a:gd name="connsiteY278" fmla="*/ 283082 h 2693126"/>
                <a:gd name="connsiteX279" fmla="*/ 3401645 w 3780091"/>
                <a:gd name="connsiteY279" fmla="*/ 244798 h 2693126"/>
                <a:gd name="connsiteX280" fmla="*/ 3441186 w 3780091"/>
                <a:gd name="connsiteY280" fmla="*/ 165461 h 2693126"/>
                <a:gd name="connsiteX281" fmla="*/ 3480194 w 3780091"/>
                <a:gd name="connsiteY281" fmla="*/ 165461 h 2693126"/>
                <a:gd name="connsiteX282" fmla="*/ 3501471 w 3780091"/>
                <a:gd name="connsiteY282" fmla="*/ 140626 h 2693126"/>
                <a:gd name="connsiteX283" fmla="*/ 3538788 w 3780091"/>
                <a:gd name="connsiteY283" fmla="*/ 142850 h 2693126"/>
                <a:gd name="connsiteX284" fmla="*/ 3594522 w 3780091"/>
                <a:gd name="connsiteY284" fmla="*/ 205054 h 2693126"/>
                <a:gd name="connsiteX285" fmla="*/ 3599606 w 3780091"/>
                <a:gd name="connsiteY285" fmla="*/ 210799 h 2693126"/>
                <a:gd name="connsiteX286" fmla="*/ 3595425 w 3780091"/>
                <a:gd name="connsiteY286" fmla="*/ 253543 h 2693126"/>
                <a:gd name="connsiteX287" fmla="*/ 3657946 w 3780091"/>
                <a:gd name="connsiteY287" fmla="*/ 276154 h 2693126"/>
                <a:gd name="connsiteX288" fmla="*/ 3701530 w 3780091"/>
                <a:gd name="connsiteY288" fmla="*/ 307396 h 2693126"/>
                <a:gd name="connsiteX289" fmla="*/ 3737029 w 3780091"/>
                <a:gd name="connsiteY289" fmla="*/ 318124 h 2693126"/>
                <a:gd name="connsiteX290" fmla="*/ 3723976 w 3780091"/>
                <a:gd name="connsiteY290" fmla="*/ 337062 h 2693126"/>
                <a:gd name="connsiteX291" fmla="*/ 3732848 w 3780091"/>
                <a:gd name="connsiteY291" fmla="*/ 354195 h 2693126"/>
                <a:gd name="connsiteX292" fmla="*/ 3726975 w 3780091"/>
                <a:gd name="connsiteY292" fmla="*/ 386733 h 2693126"/>
                <a:gd name="connsiteX293" fmla="*/ 3710414 w 3780091"/>
                <a:gd name="connsiteY293" fmla="*/ 405557 h 2693126"/>
                <a:gd name="connsiteX294" fmla="*/ 3707529 w 3780091"/>
                <a:gd name="connsiteY294" fmla="*/ 445289 h 2693126"/>
                <a:gd name="connsiteX295" fmla="*/ 3687942 w 3780091"/>
                <a:gd name="connsiteY295" fmla="*/ 472476 h 2693126"/>
                <a:gd name="connsiteX296" fmla="*/ 3705698 w 3780091"/>
                <a:gd name="connsiteY296" fmla="*/ 516276 h 2693126"/>
                <a:gd name="connsiteX297" fmla="*/ 3702711 w 3780091"/>
                <a:gd name="connsiteY297" fmla="*/ 557037 h 2693126"/>
                <a:gd name="connsiteX298" fmla="*/ 3712218 w 3780091"/>
                <a:gd name="connsiteY298" fmla="*/ 578352 h 2693126"/>
                <a:gd name="connsiteX299" fmla="*/ 3704529 w 3780091"/>
                <a:gd name="connsiteY299" fmla="*/ 627363 h 2693126"/>
                <a:gd name="connsiteX300" fmla="*/ 3687434 w 3780091"/>
                <a:gd name="connsiteY300" fmla="*/ 645132 h 2693126"/>
                <a:gd name="connsiteX301" fmla="*/ 3692137 w 3780091"/>
                <a:gd name="connsiteY301" fmla="*/ 679386 h 2693126"/>
                <a:gd name="connsiteX302" fmla="*/ 3675168 w 3780091"/>
                <a:gd name="connsiteY302" fmla="*/ 723033 h 2693126"/>
                <a:gd name="connsiteX303" fmla="*/ 3620616 w 3780091"/>
                <a:gd name="connsiteY303" fmla="*/ 764862 h 2693126"/>
                <a:gd name="connsiteX304" fmla="*/ 3653764 w 3780091"/>
                <a:gd name="connsiteY304" fmla="*/ 817139 h 2693126"/>
                <a:gd name="connsiteX305" fmla="*/ 3663818 w 3780091"/>
                <a:gd name="connsiteY305" fmla="*/ 849156 h 2693126"/>
                <a:gd name="connsiteX306" fmla="*/ 3657946 w 3780091"/>
                <a:gd name="connsiteY306" fmla="*/ 878186 h 2693126"/>
                <a:gd name="connsiteX307" fmla="*/ 3573640 w 3780091"/>
                <a:gd name="connsiteY307" fmla="*/ 935700 h 2693126"/>
                <a:gd name="connsiteX308" fmla="*/ 3613054 w 3780091"/>
                <a:gd name="connsiteY308" fmla="*/ 977389 h 2693126"/>
                <a:gd name="connsiteX309" fmla="*/ 3606521 w 3780091"/>
                <a:gd name="connsiteY309" fmla="*/ 1010588 h 2693126"/>
                <a:gd name="connsiteX310" fmla="*/ 3578736 w 3780091"/>
                <a:gd name="connsiteY310" fmla="*/ 1019994 h 2693126"/>
                <a:gd name="connsiteX311" fmla="*/ 3568670 w 3780091"/>
                <a:gd name="connsiteY311" fmla="*/ 1063259 h 2693126"/>
                <a:gd name="connsiteX312" fmla="*/ 3541139 w 3780091"/>
                <a:gd name="connsiteY312" fmla="*/ 1081562 h 2693126"/>
                <a:gd name="connsiteX313" fmla="*/ 3562022 w 3780091"/>
                <a:gd name="connsiteY313" fmla="*/ 1115409 h 2693126"/>
                <a:gd name="connsiteX314" fmla="*/ 3566064 w 3780091"/>
                <a:gd name="connsiteY314" fmla="*/ 1168208 h 2693126"/>
                <a:gd name="connsiteX315" fmla="*/ 3575203 w 3780091"/>
                <a:gd name="connsiteY315" fmla="*/ 1185201 h 2693126"/>
                <a:gd name="connsiteX316" fmla="*/ 3583172 w 3780091"/>
                <a:gd name="connsiteY316" fmla="*/ 1217752 h 2693126"/>
                <a:gd name="connsiteX317" fmla="*/ 3596340 w 3780091"/>
                <a:gd name="connsiteY317" fmla="*/ 1219582 h 2693126"/>
                <a:gd name="connsiteX318" fmla="*/ 3635360 w 3780091"/>
                <a:gd name="connsiteY318" fmla="*/ 1214485 h 2693126"/>
                <a:gd name="connsiteX319" fmla="*/ 3683265 w 3780091"/>
                <a:gd name="connsiteY319" fmla="*/ 1201013 h 2693126"/>
                <a:gd name="connsiteX320" fmla="*/ 3712753 w 3780091"/>
                <a:gd name="connsiteY320" fmla="*/ 1220484 h 2693126"/>
                <a:gd name="connsiteX321" fmla="*/ 3757124 w 3780091"/>
                <a:gd name="connsiteY321" fmla="*/ 1258399 h 2693126"/>
                <a:gd name="connsiteX322" fmla="*/ 3780091 w 3780091"/>
                <a:gd name="connsiteY322" fmla="*/ 1277871 h 2693126"/>
                <a:gd name="connsiteX323" fmla="*/ 3765995 w 3780091"/>
                <a:gd name="connsiteY323" fmla="*/ 1315112 h 2693126"/>
                <a:gd name="connsiteX324" fmla="*/ 3774740 w 3780091"/>
                <a:gd name="connsiteY324" fmla="*/ 1358899 h 2693126"/>
                <a:gd name="connsiteX325" fmla="*/ 3768881 w 3780091"/>
                <a:gd name="connsiteY325" fmla="*/ 1389098 h 2693126"/>
                <a:gd name="connsiteX326" fmla="*/ 3751125 w 3780091"/>
                <a:gd name="connsiteY326" fmla="*/ 1422170 h 2693126"/>
                <a:gd name="connsiteX327" fmla="*/ 3758293 w 3780091"/>
                <a:gd name="connsiteY327" fmla="*/ 1454708 h 2693126"/>
                <a:gd name="connsiteX328" fmla="*/ 3746422 w 3780091"/>
                <a:gd name="connsiteY328" fmla="*/ 1499143 h 2693126"/>
                <a:gd name="connsiteX329" fmla="*/ 3723976 w 3780091"/>
                <a:gd name="connsiteY329" fmla="*/ 1506731 h 2693126"/>
                <a:gd name="connsiteX330" fmla="*/ 3719273 w 3780091"/>
                <a:gd name="connsiteY330" fmla="*/ 1522148 h 2693126"/>
                <a:gd name="connsiteX331" fmla="*/ 3698657 w 3780091"/>
                <a:gd name="connsiteY331" fmla="*/ 1539282 h 2693126"/>
                <a:gd name="connsiteX332" fmla="*/ 3628319 w 3780091"/>
                <a:gd name="connsiteY332" fmla="*/ 1482556 h 2693126"/>
                <a:gd name="connsiteX333" fmla="*/ 3588116 w 3780091"/>
                <a:gd name="connsiteY333" fmla="*/ 1499817 h 2693126"/>
                <a:gd name="connsiteX334" fmla="*/ 3528620 w 3780091"/>
                <a:gd name="connsiteY334" fmla="*/ 1474180 h 2693126"/>
                <a:gd name="connsiteX335" fmla="*/ 3499640 w 3780091"/>
                <a:gd name="connsiteY335" fmla="*/ 1471308 h 2693126"/>
                <a:gd name="connsiteX336" fmla="*/ 3495459 w 3780091"/>
                <a:gd name="connsiteY336" fmla="*/ 1495495 h 2693126"/>
                <a:gd name="connsiteX337" fmla="*/ 3467280 w 3780091"/>
                <a:gd name="connsiteY337" fmla="*/ 1507773 h 2693126"/>
                <a:gd name="connsiteX338" fmla="*/ 3440411 w 3780091"/>
                <a:gd name="connsiteY338" fmla="*/ 1481768 h 2693126"/>
                <a:gd name="connsiteX339" fmla="*/ 3417558 w 3780091"/>
                <a:gd name="connsiteY339" fmla="*/ 1504379 h 2693126"/>
                <a:gd name="connsiteX340" fmla="*/ 3368891 w 3780091"/>
                <a:gd name="connsiteY340" fmla="*/ 1482683 h 2693126"/>
                <a:gd name="connsiteX341" fmla="*/ 3375666 w 3780091"/>
                <a:gd name="connsiteY341" fmla="*/ 1461241 h 2693126"/>
                <a:gd name="connsiteX342" fmla="*/ 3348516 w 3780091"/>
                <a:gd name="connsiteY342" fmla="*/ 1429351 h 2693126"/>
                <a:gd name="connsiteX343" fmla="*/ 3322689 w 3780091"/>
                <a:gd name="connsiteY343" fmla="*/ 1408964 h 2693126"/>
                <a:gd name="connsiteX344" fmla="*/ 3291893 w 3780091"/>
                <a:gd name="connsiteY344" fmla="*/ 1428970 h 2693126"/>
                <a:gd name="connsiteX345" fmla="*/ 3270602 w 3780091"/>
                <a:gd name="connsiteY345" fmla="*/ 1409625 h 2693126"/>
                <a:gd name="connsiteX346" fmla="*/ 3264743 w 3780091"/>
                <a:gd name="connsiteY346" fmla="*/ 1367923 h 2693126"/>
                <a:gd name="connsiteX347" fmla="*/ 3292401 w 3780091"/>
                <a:gd name="connsiteY347" fmla="*/ 1306888 h 2693126"/>
                <a:gd name="connsiteX348" fmla="*/ 3267349 w 3780091"/>
                <a:gd name="connsiteY348" fmla="*/ 1277998 h 2693126"/>
                <a:gd name="connsiteX349" fmla="*/ 3250394 w 3780091"/>
                <a:gd name="connsiteY349" fmla="*/ 1240630 h 2693126"/>
                <a:gd name="connsiteX350" fmla="*/ 3238128 w 3780091"/>
                <a:gd name="connsiteY350" fmla="*/ 1249514 h 2693126"/>
                <a:gd name="connsiteX351" fmla="*/ 3226257 w 3780091"/>
                <a:gd name="connsiteY351" fmla="*/ 1260089 h 2693126"/>
                <a:gd name="connsiteX352" fmla="*/ 3215669 w 3780091"/>
                <a:gd name="connsiteY352" fmla="*/ 1295640 h 2693126"/>
                <a:gd name="connsiteX353" fmla="*/ 3160088 w 3780091"/>
                <a:gd name="connsiteY353" fmla="*/ 1278532 h 2693126"/>
                <a:gd name="connsiteX354" fmla="*/ 3141289 w 3780091"/>
                <a:gd name="connsiteY354" fmla="*/ 1281392 h 2693126"/>
                <a:gd name="connsiteX355" fmla="*/ 3027240 w 3780091"/>
                <a:gd name="connsiteY355" fmla="*/ 1341778 h 2693126"/>
                <a:gd name="connsiteX356" fmla="*/ 2975167 w 3780091"/>
                <a:gd name="connsiteY356" fmla="*/ 1327403 h 2693126"/>
                <a:gd name="connsiteX357" fmla="*/ 2971239 w 3780091"/>
                <a:gd name="connsiteY357" fmla="*/ 1354730 h 2693126"/>
                <a:gd name="connsiteX358" fmla="*/ 2982996 w 3780091"/>
                <a:gd name="connsiteY358" fmla="*/ 1400334 h 2693126"/>
                <a:gd name="connsiteX359" fmla="*/ 2968239 w 3780091"/>
                <a:gd name="connsiteY359" fmla="*/ 1428703 h 2693126"/>
                <a:gd name="connsiteX360" fmla="*/ 2939273 w 3780091"/>
                <a:gd name="connsiteY360" fmla="*/ 1434588 h 2693126"/>
                <a:gd name="connsiteX361" fmla="*/ 2950496 w 3780091"/>
                <a:gd name="connsiteY361" fmla="*/ 1458890 h 2693126"/>
                <a:gd name="connsiteX362" fmla="*/ 2905082 w 3780091"/>
                <a:gd name="connsiteY362" fmla="*/ 1515615 h 2693126"/>
                <a:gd name="connsiteX363" fmla="*/ 2863457 w 3780091"/>
                <a:gd name="connsiteY363" fmla="*/ 1530906 h 2693126"/>
                <a:gd name="connsiteX364" fmla="*/ 2890339 w 3780091"/>
                <a:gd name="connsiteY364" fmla="*/ 1564753 h 2693126"/>
                <a:gd name="connsiteX365" fmla="*/ 2886678 w 3780091"/>
                <a:gd name="connsiteY365" fmla="*/ 1616128 h 2693126"/>
                <a:gd name="connsiteX366" fmla="*/ 2865541 w 3780091"/>
                <a:gd name="connsiteY366" fmla="*/ 1634557 h 2693126"/>
                <a:gd name="connsiteX367" fmla="*/ 2880285 w 3780091"/>
                <a:gd name="connsiteY367" fmla="*/ 1674175 h 2693126"/>
                <a:gd name="connsiteX368" fmla="*/ 2867105 w 3780091"/>
                <a:gd name="connsiteY368" fmla="*/ 1721737 h 2693126"/>
                <a:gd name="connsiteX369" fmla="*/ 2885509 w 3780091"/>
                <a:gd name="connsiteY369" fmla="*/ 1753233 h 2693126"/>
                <a:gd name="connsiteX370" fmla="*/ 2863063 w 3780091"/>
                <a:gd name="connsiteY370" fmla="*/ 1812449 h 2693126"/>
                <a:gd name="connsiteX371" fmla="*/ 2867105 w 3780091"/>
                <a:gd name="connsiteY371" fmla="*/ 1828655 h 2693126"/>
                <a:gd name="connsiteX372" fmla="*/ 2902096 w 3780091"/>
                <a:gd name="connsiteY372" fmla="*/ 1826164 h 2693126"/>
                <a:gd name="connsiteX373" fmla="*/ 2907574 w 3780091"/>
                <a:gd name="connsiteY373" fmla="*/ 1866557 h 2693126"/>
                <a:gd name="connsiteX374" fmla="*/ 2949314 w 3780091"/>
                <a:gd name="connsiteY374" fmla="*/ 1864599 h 2693126"/>
                <a:gd name="connsiteX375" fmla="*/ 2959355 w 3780091"/>
                <a:gd name="connsiteY375" fmla="*/ 1885241 h 2693126"/>
                <a:gd name="connsiteX376" fmla="*/ 2995389 w 3780091"/>
                <a:gd name="connsiteY376" fmla="*/ 1882241 h 2693126"/>
                <a:gd name="connsiteX377" fmla="*/ 3004261 w 3780091"/>
                <a:gd name="connsiteY377" fmla="*/ 1862769 h 2693126"/>
                <a:gd name="connsiteX378" fmla="*/ 3056855 w 3780091"/>
                <a:gd name="connsiteY378" fmla="*/ 1846818 h 2693126"/>
                <a:gd name="connsiteX379" fmla="*/ 3080484 w 3780091"/>
                <a:gd name="connsiteY379" fmla="*/ 1858588 h 2693126"/>
                <a:gd name="connsiteX380" fmla="*/ 3098748 w 3780091"/>
                <a:gd name="connsiteY380" fmla="*/ 1901192 h 2693126"/>
                <a:gd name="connsiteX381" fmla="*/ 3120012 w 3780091"/>
                <a:gd name="connsiteY381" fmla="*/ 1892308 h 2693126"/>
                <a:gd name="connsiteX382" fmla="*/ 3136459 w 3780091"/>
                <a:gd name="connsiteY382" fmla="*/ 1926676 h 2693126"/>
                <a:gd name="connsiteX383" fmla="*/ 3124715 w 3780091"/>
                <a:gd name="connsiteY383" fmla="*/ 1937264 h 2693126"/>
                <a:gd name="connsiteX384" fmla="*/ 3133599 w 3780091"/>
                <a:gd name="connsiteY384" fmla="*/ 1978051 h 2693126"/>
                <a:gd name="connsiteX385" fmla="*/ 3108802 w 3780091"/>
                <a:gd name="connsiteY385" fmla="*/ 2004704 h 2693126"/>
                <a:gd name="connsiteX386" fmla="*/ 3088046 w 3780091"/>
                <a:gd name="connsiteY386" fmla="*/ 1991130 h 2693126"/>
                <a:gd name="connsiteX387" fmla="*/ 3051759 w 3780091"/>
                <a:gd name="connsiteY387" fmla="*/ 2015431 h 2693126"/>
                <a:gd name="connsiteX388" fmla="*/ 3064431 w 3780091"/>
                <a:gd name="connsiteY388" fmla="*/ 2064963 h 2693126"/>
                <a:gd name="connsiteX389" fmla="*/ 3024889 w 3780091"/>
                <a:gd name="connsiteY389" fmla="*/ 2092798 h 2693126"/>
                <a:gd name="connsiteX390" fmla="*/ 3016004 w 3780091"/>
                <a:gd name="connsiteY390" fmla="*/ 2149016 h 2693126"/>
                <a:gd name="connsiteX391" fmla="*/ 3034676 w 3780091"/>
                <a:gd name="connsiteY391" fmla="*/ 2200378 h 2693126"/>
                <a:gd name="connsiteX392" fmla="*/ 3084004 w 3780091"/>
                <a:gd name="connsiteY392" fmla="*/ 2228213 h 2693126"/>
                <a:gd name="connsiteX393" fmla="*/ 3090525 w 3780091"/>
                <a:gd name="connsiteY393" fmla="*/ 2242461 h 2693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3780091" h="2693126">
                  <a:moveTo>
                    <a:pt x="3090525" y="2242461"/>
                  </a:moveTo>
                  <a:lnTo>
                    <a:pt x="3118842" y="2259073"/>
                  </a:lnTo>
                  <a:lnTo>
                    <a:pt x="3139459" y="2324671"/>
                  </a:lnTo>
                  <a:lnTo>
                    <a:pt x="3160469" y="2339046"/>
                  </a:lnTo>
                  <a:lnTo>
                    <a:pt x="3165032" y="2367275"/>
                  </a:lnTo>
                  <a:lnTo>
                    <a:pt x="3150161" y="2397996"/>
                  </a:lnTo>
                  <a:lnTo>
                    <a:pt x="3122897" y="2422832"/>
                  </a:lnTo>
                  <a:lnTo>
                    <a:pt x="3104874" y="2452243"/>
                  </a:lnTo>
                  <a:lnTo>
                    <a:pt x="3085695" y="2473685"/>
                  </a:lnTo>
                  <a:lnTo>
                    <a:pt x="3047323" y="2477867"/>
                  </a:lnTo>
                  <a:lnTo>
                    <a:pt x="2981026" y="2465182"/>
                  </a:lnTo>
                  <a:lnTo>
                    <a:pt x="2951157" y="2497326"/>
                  </a:lnTo>
                  <a:lnTo>
                    <a:pt x="2890847" y="2463606"/>
                  </a:lnTo>
                  <a:lnTo>
                    <a:pt x="2927008" y="2405444"/>
                  </a:lnTo>
                  <a:lnTo>
                    <a:pt x="2916166" y="2350155"/>
                  </a:lnTo>
                  <a:lnTo>
                    <a:pt x="2861233" y="2322586"/>
                  </a:lnTo>
                  <a:lnTo>
                    <a:pt x="2790500" y="2307690"/>
                  </a:lnTo>
                  <a:lnTo>
                    <a:pt x="2775756" y="2270296"/>
                  </a:lnTo>
                  <a:lnTo>
                    <a:pt x="2792330" y="2254218"/>
                  </a:lnTo>
                  <a:lnTo>
                    <a:pt x="2789331" y="2219316"/>
                  </a:lnTo>
                  <a:lnTo>
                    <a:pt x="2747959" y="2189777"/>
                  </a:lnTo>
                  <a:lnTo>
                    <a:pt x="2757491" y="2153185"/>
                  </a:lnTo>
                  <a:lnTo>
                    <a:pt x="2782277" y="2127192"/>
                  </a:lnTo>
                  <a:lnTo>
                    <a:pt x="2781629" y="2101047"/>
                  </a:lnTo>
                  <a:lnTo>
                    <a:pt x="2746268" y="2101047"/>
                  </a:lnTo>
                  <a:lnTo>
                    <a:pt x="2689492" y="2028891"/>
                  </a:lnTo>
                  <a:lnTo>
                    <a:pt x="2652302" y="2041970"/>
                  </a:lnTo>
                  <a:lnTo>
                    <a:pt x="2660526" y="2063794"/>
                  </a:lnTo>
                  <a:lnTo>
                    <a:pt x="2626996" y="2067455"/>
                  </a:lnTo>
                  <a:lnTo>
                    <a:pt x="2598144" y="2020401"/>
                  </a:lnTo>
                  <a:lnTo>
                    <a:pt x="2556645" y="2041182"/>
                  </a:lnTo>
                  <a:lnTo>
                    <a:pt x="2534860" y="2079224"/>
                  </a:lnTo>
                  <a:lnTo>
                    <a:pt x="2444414" y="2085884"/>
                  </a:lnTo>
                  <a:lnTo>
                    <a:pt x="2404873" y="2131361"/>
                  </a:lnTo>
                  <a:lnTo>
                    <a:pt x="2349011" y="2147707"/>
                  </a:lnTo>
                  <a:lnTo>
                    <a:pt x="2319778" y="2166530"/>
                  </a:lnTo>
                  <a:lnTo>
                    <a:pt x="2249719" y="2121295"/>
                  </a:lnTo>
                  <a:lnTo>
                    <a:pt x="2221782" y="2151748"/>
                  </a:lnTo>
                  <a:lnTo>
                    <a:pt x="2232357" y="2175288"/>
                  </a:lnTo>
                  <a:lnTo>
                    <a:pt x="2214207" y="2208093"/>
                  </a:lnTo>
                  <a:lnTo>
                    <a:pt x="2236005" y="2212274"/>
                  </a:lnTo>
                  <a:lnTo>
                    <a:pt x="2232865" y="2243631"/>
                  </a:lnTo>
                  <a:lnTo>
                    <a:pt x="2211728" y="2260370"/>
                  </a:lnTo>
                  <a:lnTo>
                    <a:pt x="2208741" y="2294878"/>
                  </a:lnTo>
                  <a:lnTo>
                    <a:pt x="2151710" y="2299187"/>
                  </a:lnTo>
                  <a:lnTo>
                    <a:pt x="2128730" y="2270691"/>
                  </a:lnTo>
                  <a:lnTo>
                    <a:pt x="2059829" y="2319053"/>
                  </a:lnTo>
                  <a:lnTo>
                    <a:pt x="2015318" y="2319981"/>
                  </a:lnTo>
                  <a:lnTo>
                    <a:pt x="1981915" y="2298284"/>
                  </a:lnTo>
                  <a:lnTo>
                    <a:pt x="1927897" y="2301005"/>
                  </a:lnTo>
                  <a:lnTo>
                    <a:pt x="1881047" y="2267551"/>
                  </a:lnTo>
                  <a:lnTo>
                    <a:pt x="1863024" y="2282447"/>
                  </a:lnTo>
                  <a:lnTo>
                    <a:pt x="1825706" y="2244164"/>
                  </a:lnTo>
                  <a:lnTo>
                    <a:pt x="1793092" y="2189536"/>
                  </a:lnTo>
                  <a:lnTo>
                    <a:pt x="1763338" y="2124180"/>
                  </a:lnTo>
                  <a:lnTo>
                    <a:pt x="1748848" y="2092544"/>
                  </a:lnTo>
                  <a:lnTo>
                    <a:pt x="1679679" y="2061697"/>
                  </a:lnTo>
                  <a:lnTo>
                    <a:pt x="1678649" y="2038424"/>
                  </a:lnTo>
                  <a:lnTo>
                    <a:pt x="1694423" y="2022359"/>
                  </a:lnTo>
                  <a:lnTo>
                    <a:pt x="1662190" y="1930997"/>
                  </a:lnTo>
                  <a:lnTo>
                    <a:pt x="1661542" y="1809564"/>
                  </a:lnTo>
                  <a:lnTo>
                    <a:pt x="1676819" y="1795977"/>
                  </a:lnTo>
                  <a:lnTo>
                    <a:pt x="1673934" y="1758724"/>
                  </a:lnTo>
                  <a:lnTo>
                    <a:pt x="1641446" y="1759905"/>
                  </a:lnTo>
                  <a:lnTo>
                    <a:pt x="1638447" y="1729185"/>
                  </a:lnTo>
                  <a:lnTo>
                    <a:pt x="1674595" y="1719792"/>
                  </a:lnTo>
                  <a:lnTo>
                    <a:pt x="1668596" y="1672993"/>
                  </a:lnTo>
                  <a:lnTo>
                    <a:pt x="1650967" y="1679781"/>
                  </a:lnTo>
                  <a:lnTo>
                    <a:pt x="1617831" y="1700689"/>
                  </a:lnTo>
                  <a:lnTo>
                    <a:pt x="1598893" y="1726185"/>
                  </a:lnTo>
                  <a:lnTo>
                    <a:pt x="1602427" y="1765790"/>
                  </a:lnTo>
                  <a:lnTo>
                    <a:pt x="1570841" y="1792978"/>
                  </a:lnTo>
                  <a:lnTo>
                    <a:pt x="1525314" y="1775590"/>
                  </a:lnTo>
                  <a:lnTo>
                    <a:pt x="1477930" y="1709980"/>
                  </a:lnTo>
                  <a:lnTo>
                    <a:pt x="1489153" y="1684483"/>
                  </a:lnTo>
                  <a:lnTo>
                    <a:pt x="1466173" y="1668545"/>
                  </a:lnTo>
                  <a:lnTo>
                    <a:pt x="1445964" y="1681217"/>
                  </a:lnTo>
                  <a:lnTo>
                    <a:pt x="1360729" y="1687368"/>
                  </a:lnTo>
                  <a:lnTo>
                    <a:pt x="1322116" y="1715471"/>
                  </a:lnTo>
                  <a:lnTo>
                    <a:pt x="1301487" y="1718330"/>
                  </a:lnTo>
                  <a:lnTo>
                    <a:pt x="1288319" y="1751669"/>
                  </a:lnTo>
                  <a:lnTo>
                    <a:pt x="1298360" y="1759905"/>
                  </a:lnTo>
                  <a:lnTo>
                    <a:pt x="1289616" y="1801862"/>
                  </a:lnTo>
                  <a:lnTo>
                    <a:pt x="1296797" y="1815182"/>
                  </a:lnTo>
                  <a:lnTo>
                    <a:pt x="1290137" y="1831400"/>
                  </a:lnTo>
                  <a:lnTo>
                    <a:pt x="1268478" y="1849449"/>
                  </a:lnTo>
                  <a:lnTo>
                    <a:pt x="1233487" y="1861053"/>
                  </a:lnTo>
                  <a:lnTo>
                    <a:pt x="1240160" y="1907471"/>
                  </a:lnTo>
                  <a:lnTo>
                    <a:pt x="1300839" y="1951372"/>
                  </a:lnTo>
                  <a:lnTo>
                    <a:pt x="1311935" y="1987596"/>
                  </a:lnTo>
                  <a:lnTo>
                    <a:pt x="1295742" y="2014376"/>
                  </a:lnTo>
                  <a:lnTo>
                    <a:pt x="1314795" y="2045631"/>
                  </a:lnTo>
                  <a:lnTo>
                    <a:pt x="1301741" y="2064569"/>
                  </a:lnTo>
                  <a:lnTo>
                    <a:pt x="1299009" y="2095557"/>
                  </a:lnTo>
                  <a:lnTo>
                    <a:pt x="1307626" y="2120520"/>
                  </a:lnTo>
                  <a:lnTo>
                    <a:pt x="1341155" y="2130459"/>
                  </a:lnTo>
                  <a:lnTo>
                    <a:pt x="1347421" y="2167954"/>
                  </a:lnTo>
                  <a:lnTo>
                    <a:pt x="1338308" y="2190057"/>
                  </a:lnTo>
                  <a:lnTo>
                    <a:pt x="1350943" y="2216456"/>
                  </a:lnTo>
                  <a:lnTo>
                    <a:pt x="1341944" y="2243237"/>
                  </a:lnTo>
                  <a:lnTo>
                    <a:pt x="1321073" y="2253837"/>
                  </a:lnTo>
                  <a:lnTo>
                    <a:pt x="1322624" y="2305072"/>
                  </a:lnTo>
                  <a:lnTo>
                    <a:pt x="1294306" y="2352392"/>
                  </a:lnTo>
                  <a:lnTo>
                    <a:pt x="1274732" y="2365458"/>
                  </a:lnTo>
                  <a:lnTo>
                    <a:pt x="1266521" y="2398530"/>
                  </a:lnTo>
                  <a:lnTo>
                    <a:pt x="1258818" y="2457073"/>
                  </a:lnTo>
                  <a:lnTo>
                    <a:pt x="1251764" y="2505562"/>
                  </a:lnTo>
                  <a:lnTo>
                    <a:pt x="1226967" y="2502690"/>
                  </a:lnTo>
                  <a:lnTo>
                    <a:pt x="1203352" y="2515629"/>
                  </a:lnTo>
                  <a:lnTo>
                    <a:pt x="1199830" y="2558894"/>
                  </a:lnTo>
                  <a:lnTo>
                    <a:pt x="1186269" y="2572494"/>
                  </a:lnTo>
                  <a:lnTo>
                    <a:pt x="1156768" y="2577578"/>
                  </a:lnTo>
                  <a:lnTo>
                    <a:pt x="1142546" y="2663461"/>
                  </a:lnTo>
                  <a:lnTo>
                    <a:pt x="1121930" y="2693127"/>
                  </a:lnTo>
                  <a:lnTo>
                    <a:pt x="1098696" y="2689848"/>
                  </a:lnTo>
                  <a:lnTo>
                    <a:pt x="1086430" y="2689848"/>
                  </a:lnTo>
                  <a:lnTo>
                    <a:pt x="1071280" y="2691564"/>
                  </a:lnTo>
                  <a:lnTo>
                    <a:pt x="1029146" y="2665291"/>
                  </a:lnTo>
                  <a:lnTo>
                    <a:pt x="985943" y="2601766"/>
                  </a:lnTo>
                  <a:lnTo>
                    <a:pt x="923168" y="2567270"/>
                  </a:lnTo>
                  <a:lnTo>
                    <a:pt x="887160" y="2498648"/>
                  </a:lnTo>
                  <a:lnTo>
                    <a:pt x="893019" y="2440880"/>
                  </a:lnTo>
                  <a:lnTo>
                    <a:pt x="895231" y="2418383"/>
                  </a:lnTo>
                  <a:lnTo>
                    <a:pt x="864574" y="2378257"/>
                  </a:lnTo>
                  <a:lnTo>
                    <a:pt x="846957" y="2328077"/>
                  </a:lnTo>
                  <a:lnTo>
                    <a:pt x="866671" y="2297356"/>
                  </a:lnTo>
                  <a:lnTo>
                    <a:pt x="888075" y="2262594"/>
                  </a:lnTo>
                  <a:lnTo>
                    <a:pt x="868234" y="2235280"/>
                  </a:lnTo>
                  <a:lnTo>
                    <a:pt x="867319" y="2209923"/>
                  </a:lnTo>
                  <a:lnTo>
                    <a:pt x="879190" y="2176584"/>
                  </a:lnTo>
                  <a:lnTo>
                    <a:pt x="919266" y="2147834"/>
                  </a:lnTo>
                  <a:lnTo>
                    <a:pt x="925265" y="2086139"/>
                  </a:lnTo>
                  <a:lnTo>
                    <a:pt x="908551" y="2041043"/>
                  </a:lnTo>
                  <a:lnTo>
                    <a:pt x="940009" y="1968251"/>
                  </a:lnTo>
                  <a:lnTo>
                    <a:pt x="902946" y="1897544"/>
                  </a:lnTo>
                  <a:lnTo>
                    <a:pt x="920168" y="1827740"/>
                  </a:lnTo>
                  <a:lnTo>
                    <a:pt x="885062" y="1775590"/>
                  </a:lnTo>
                  <a:lnTo>
                    <a:pt x="834959" y="1780420"/>
                  </a:lnTo>
                  <a:lnTo>
                    <a:pt x="811203" y="1764875"/>
                  </a:lnTo>
                  <a:lnTo>
                    <a:pt x="802980" y="1736887"/>
                  </a:lnTo>
                  <a:lnTo>
                    <a:pt x="805319" y="1730621"/>
                  </a:lnTo>
                  <a:lnTo>
                    <a:pt x="769311" y="1684356"/>
                  </a:lnTo>
                  <a:lnTo>
                    <a:pt x="762396" y="1629207"/>
                  </a:lnTo>
                  <a:lnTo>
                    <a:pt x="754694" y="1617183"/>
                  </a:lnTo>
                  <a:lnTo>
                    <a:pt x="772971" y="1516658"/>
                  </a:lnTo>
                  <a:lnTo>
                    <a:pt x="807416" y="1463211"/>
                  </a:lnTo>
                  <a:lnTo>
                    <a:pt x="786533" y="1414188"/>
                  </a:lnTo>
                  <a:lnTo>
                    <a:pt x="727418" y="1382311"/>
                  </a:lnTo>
                  <a:lnTo>
                    <a:pt x="661007" y="1408583"/>
                  </a:lnTo>
                  <a:lnTo>
                    <a:pt x="638688" y="1408964"/>
                  </a:lnTo>
                  <a:lnTo>
                    <a:pt x="642069" y="1362953"/>
                  </a:lnTo>
                  <a:lnTo>
                    <a:pt x="628240" y="1327937"/>
                  </a:lnTo>
                  <a:lnTo>
                    <a:pt x="597443" y="1360996"/>
                  </a:lnTo>
                  <a:lnTo>
                    <a:pt x="556860" y="1349887"/>
                  </a:lnTo>
                  <a:lnTo>
                    <a:pt x="524360" y="1368571"/>
                  </a:lnTo>
                  <a:lnTo>
                    <a:pt x="547060" y="1436812"/>
                  </a:lnTo>
                  <a:lnTo>
                    <a:pt x="519530" y="1466605"/>
                  </a:lnTo>
                  <a:lnTo>
                    <a:pt x="372854" y="1529864"/>
                  </a:lnTo>
                  <a:lnTo>
                    <a:pt x="277578" y="1519543"/>
                  </a:lnTo>
                  <a:lnTo>
                    <a:pt x="206210" y="1495622"/>
                  </a:lnTo>
                  <a:lnTo>
                    <a:pt x="101542" y="1506604"/>
                  </a:lnTo>
                  <a:lnTo>
                    <a:pt x="57310" y="1486077"/>
                  </a:lnTo>
                  <a:lnTo>
                    <a:pt x="56510" y="1379553"/>
                  </a:lnTo>
                  <a:lnTo>
                    <a:pt x="0" y="1322052"/>
                  </a:lnTo>
                  <a:lnTo>
                    <a:pt x="5758" y="1278926"/>
                  </a:lnTo>
                  <a:lnTo>
                    <a:pt x="54044" y="1235648"/>
                  </a:lnTo>
                  <a:lnTo>
                    <a:pt x="43215" y="1198280"/>
                  </a:lnTo>
                  <a:lnTo>
                    <a:pt x="40202" y="1152790"/>
                  </a:lnTo>
                  <a:lnTo>
                    <a:pt x="80646" y="1123124"/>
                  </a:lnTo>
                  <a:lnTo>
                    <a:pt x="114455" y="1130966"/>
                  </a:lnTo>
                  <a:lnTo>
                    <a:pt x="183370" y="1080647"/>
                  </a:lnTo>
                  <a:lnTo>
                    <a:pt x="191848" y="1019867"/>
                  </a:lnTo>
                  <a:lnTo>
                    <a:pt x="233093" y="988358"/>
                  </a:lnTo>
                  <a:lnTo>
                    <a:pt x="262720" y="1041042"/>
                  </a:lnTo>
                  <a:lnTo>
                    <a:pt x="325610" y="1013194"/>
                  </a:lnTo>
                  <a:lnTo>
                    <a:pt x="336706" y="933069"/>
                  </a:lnTo>
                  <a:lnTo>
                    <a:pt x="366207" y="921706"/>
                  </a:lnTo>
                  <a:lnTo>
                    <a:pt x="351704" y="867332"/>
                  </a:lnTo>
                  <a:lnTo>
                    <a:pt x="354843" y="845114"/>
                  </a:lnTo>
                  <a:lnTo>
                    <a:pt x="390991" y="838301"/>
                  </a:lnTo>
                  <a:lnTo>
                    <a:pt x="453500" y="781080"/>
                  </a:lnTo>
                  <a:lnTo>
                    <a:pt x="495787" y="780673"/>
                  </a:lnTo>
                  <a:lnTo>
                    <a:pt x="529838" y="789291"/>
                  </a:lnTo>
                  <a:lnTo>
                    <a:pt x="558029" y="832684"/>
                  </a:lnTo>
                  <a:lnTo>
                    <a:pt x="615581" y="803158"/>
                  </a:lnTo>
                  <a:lnTo>
                    <a:pt x="722067" y="785643"/>
                  </a:lnTo>
                  <a:lnTo>
                    <a:pt x="772971" y="713233"/>
                  </a:lnTo>
                  <a:lnTo>
                    <a:pt x="793053" y="623054"/>
                  </a:lnTo>
                  <a:lnTo>
                    <a:pt x="808725" y="603048"/>
                  </a:lnTo>
                  <a:lnTo>
                    <a:pt x="833789" y="593376"/>
                  </a:lnTo>
                  <a:lnTo>
                    <a:pt x="893934" y="604091"/>
                  </a:lnTo>
                  <a:lnTo>
                    <a:pt x="928773" y="664223"/>
                  </a:lnTo>
                  <a:lnTo>
                    <a:pt x="974974" y="633489"/>
                  </a:lnTo>
                  <a:lnTo>
                    <a:pt x="984113" y="620830"/>
                  </a:lnTo>
                  <a:lnTo>
                    <a:pt x="1004208" y="585534"/>
                  </a:lnTo>
                  <a:lnTo>
                    <a:pt x="1018698" y="568019"/>
                  </a:lnTo>
                  <a:lnTo>
                    <a:pt x="1099878" y="567765"/>
                  </a:lnTo>
                  <a:lnTo>
                    <a:pt x="1133534" y="535735"/>
                  </a:lnTo>
                  <a:lnTo>
                    <a:pt x="1162628" y="489216"/>
                  </a:lnTo>
                  <a:lnTo>
                    <a:pt x="1205309" y="461634"/>
                  </a:lnTo>
                  <a:lnTo>
                    <a:pt x="1240682" y="485403"/>
                  </a:lnTo>
                  <a:lnTo>
                    <a:pt x="1296797" y="481628"/>
                  </a:lnTo>
                  <a:lnTo>
                    <a:pt x="1395708" y="502155"/>
                  </a:lnTo>
                  <a:lnTo>
                    <a:pt x="1463580" y="510124"/>
                  </a:lnTo>
                  <a:lnTo>
                    <a:pt x="1544226" y="512208"/>
                  </a:lnTo>
                  <a:lnTo>
                    <a:pt x="1603469" y="567231"/>
                  </a:lnTo>
                  <a:lnTo>
                    <a:pt x="1611819" y="574946"/>
                  </a:lnTo>
                  <a:lnTo>
                    <a:pt x="1637532" y="542535"/>
                  </a:lnTo>
                  <a:lnTo>
                    <a:pt x="1652403" y="526584"/>
                  </a:lnTo>
                  <a:lnTo>
                    <a:pt x="1650064" y="499397"/>
                  </a:lnTo>
                  <a:lnTo>
                    <a:pt x="1675637" y="468689"/>
                  </a:lnTo>
                  <a:lnTo>
                    <a:pt x="1708010" y="364249"/>
                  </a:lnTo>
                  <a:lnTo>
                    <a:pt x="1713221" y="337596"/>
                  </a:lnTo>
                  <a:lnTo>
                    <a:pt x="1751848" y="330656"/>
                  </a:lnTo>
                  <a:lnTo>
                    <a:pt x="1761380" y="279955"/>
                  </a:lnTo>
                  <a:lnTo>
                    <a:pt x="1805218" y="266622"/>
                  </a:lnTo>
                  <a:lnTo>
                    <a:pt x="1730850" y="168588"/>
                  </a:lnTo>
                  <a:lnTo>
                    <a:pt x="1691029" y="99839"/>
                  </a:lnTo>
                  <a:lnTo>
                    <a:pt x="1677327" y="79973"/>
                  </a:lnTo>
                  <a:lnTo>
                    <a:pt x="1660754" y="54361"/>
                  </a:lnTo>
                  <a:lnTo>
                    <a:pt x="1657614" y="46646"/>
                  </a:lnTo>
                  <a:lnTo>
                    <a:pt x="1768168" y="9800"/>
                  </a:lnTo>
                  <a:lnTo>
                    <a:pt x="1786572" y="2987"/>
                  </a:lnTo>
                  <a:lnTo>
                    <a:pt x="1815678" y="21162"/>
                  </a:lnTo>
                  <a:lnTo>
                    <a:pt x="1822707" y="51489"/>
                  </a:lnTo>
                  <a:lnTo>
                    <a:pt x="1882877" y="23120"/>
                  </a:lnTo>
                  <a:lnTo>
                    <a:pt x="1914182" y="4042"/>
                  </a:lnTo>
                  <a:lnTo>
                    <a:pt x="1940289" y="11223"/>
                  </a:lnTo>
                  <a:lnTo>
                    <a:pt x="1949694" y="31877"/>
                  </a:lnTo>
                  <a:lnTo>
                    <a:pt x="1977492" y="34483"/>
                  </a:lnTo>
                  <a:lnTo>
                    <a:pt x="1999544" y="10575"/>
                  </a:lnTo>
                  <a:lnTo>
                    <a:pt x="2039988" y="12926"/>
                  </a:lnTo>
                  <a:lnTo>
                    <a:pt x="2075488" y="0"/>
                  </a:lnTo>
                  <a:lnTo>
                    <a:pt x="2091947" y="22993"/>
                  </a:lnTo>
                  <a:lnTo>
                    <a:pt x="2129773" y="20641"/>
                  </a:lnTo>
                  <a:lnTo>
                    <a:pt x="2136954" y="45337"/>
                  </a:lnTo>
                  <a:lnTo>
                    <a:pt x="2204165" y="54501"/>
                  </a:lnTo>
                  <a:lnTo>
                    <a:pt x="2217740" y="69131"/>
                  </a:lnTo>
                  <a:lnTo>
                    <a:pt x="2281939" y="65203"/>
                  </a:lnTo>
                  <a:lnTo>
                    <a:pt x="2382948" y="137613"/>
                  </a:lnTo>
                  <a:lnTo>
                    <a:pt x="2422502" y="123378"/>
                  </a:lnTo>
                  <a:lnTo>
                    <a:pt x="2442711" y="105342"/>
                  </a:lnTo>
                  <a:lnTo>
                    <a:pt x="2482252" y="112269"/>
                  </a:lnTo>
                  <a:lnTo>
                    <a:pt x="2486434" y="130038"/>
                  </a:lnTo>
                  <a:lnTo>
                    <a:pt x="2464509" y="148989"/>
                  </a:lnTo>
                  <a:lnTo>
                    <a:pt x="2507062" y="174994"/>
                  </a:lnTo>
                  <a:lnTo>
                    <a:pt x="2509401" y="216950"/>
                  </a:lnTo>
                  <a:lnTo>
                    <a:pt x="2468805" y="287276"/>
                  </a:lnTo>
                  <a:lnTo>
                    <a:pt x="2482913" y="305566"/>
                  </a:lnTo>
                  <a:lnTo>
                    <a:pt x="2482913" y="366092"/>
                  </a:lnTo>
                  <a:lnTo>
                    <a:pt x="2565136" y="406854"/>
                  </a:lnTo>
                  <a:lnTo>
                    <a:pt x="2590441" y="423326"/>
                  </a:lnTo>
                  <a:lnTo>
                    <a:pt x="2617069" y="431435"/>
                  </a:lnTo>
                  <a:lnTo>
                    <a:pt x="2696546" y="422144"/>
                  </a:lnTo>
                  <a:lnTo>
                    <a:pt x="2708938" y="458508"/>
                  </a:lnTo>
                  <a:lnTo>
                    <a:pt x="2745874" y="468943"/>
                  </a:lnTo>
                  <a:lnTo>
                    <a:pt x="2769757" y="459931"/>
                  </a:lnTo>
                  <a:lnTo>
                    <a:pt x="2850149" y="535087"/>
                  </a:lnTo>
                  <a:lnTo>
                    <a:pt x="2854331" y="575340"/>
                  </a:lnTo>
                  <a:lnTo>
                    <a:pt x="2929220" y="575340"/>
                  </a:lnTo>
                  <a:lnTo>
                    <a:pt x="2941371" y="613382"/>
                  </a:lnTo>
                  <a:lnTo>
                    <a:pt x="2957563" y="634036"/>
                  </a:lnTo>
                  <a:lnTo>
                    <a:pt x="2988220" y="613763"/>
                  </a:lnTo>
                  <a:lnTo>
                    <a:pt x="3020834" y="612721"/>
                  </a:lnTo>
                  <a:lnTo>
                    <a:pt x="3036761" y="599642"/>
                  </a:lnTo>
                  <a:lnTo>
                    <a:pt x="3066248" y="605539"/>
                  </a:lnTo>
                  <a:lnTo>
                    <a:pt x="3108268" y="575721"/>
                  </a:lnTo>
                  <a:lnTo>
                    <a:pt x="3136459" y="551941"/>
                  </a:lnTo>
                  <a:lnTo>
                    <a:pt x="3214754" y="540705"/>
                  </a:lnTo>
                  <a:lnTo>
                    <a:pt x="3214499" y="497833"/>
                  </a:lnTo>
                  <a:lnTo>
                    <a:pt x="3196744" y="474179"/>
                  </a:lnTo>
                  <a:lnTo>
                    <a:pt x="3216190" y="434168"/>
                  </a:lnTo>
                  <a:lnTo>
                    <a:pt x="3225710" y="357589"/>
                  </a:lnTo>
                  <a:lnTo>
                    <a:pt x="3260434" y="360601"/>
                  </a:lnTo>
                  <a:lnTo>
                    <a:pt x="3331955" y="380455"/>
                  </a:lnTo>
                  <a:lnTo>
                    <a:pt x="3380101" y="369867"/>
                  </a:lnTo>
                  <a:lnTo>
                    <a:pt x="3356219" y="327529"/>
                  </a:lnTo>
                  <a:lnTo>
                    <a:pt x="3365624" y="291445"/>
                  </a:lnTo>
                  <a:lnTo>
                    <a:pt x="3400984" y="283082"/>
                  </a:lnTo>
                  <a:lnTo>
                    <a:pt x="3401645" y="244798"/>
                  </a:lnTo>
                  <a:lnTo>
                    <a:pt x="3441186" y="165461"/>
                  </a:lnTo>
                  <a:lnTo>
                    <a:pt x="3480194" y="165461"/>
                  </a:lnTo>
                  <a:lnTo>
                    <a:pt x="3501471" y="140626"/>
                  </a:lnTo>
                  <a:lnTo>
                    <a:pt x="3538788" y="142850"/>
                  </a:lnTo>
                  <a:lnTo>
                    <a:pt x="3594522" y="205054"/>
                  </a:lnTo>
                  <a:lnTo>
                    <a:pt x="3599606" y="210799"/>
                  </a:lnTo>
                  <a:lnTo>
                    <a:pt x="3595425" y="253543"/>
                  </a:lnTo>
                  <a:lnTo>
                    <a:pt x="3657946" y="276154"/>
                  </a:lnTo>
                  <a:lnTo>
                    <a:pt x="3701530" y="307396"/>
                  </a:lnTo>
                  <a:lnTo>
                    <a:pt x="3737029" y="318124"/>
                  </a:lnTo>
                  <a:lnTo>
                    <a:pt x="3723976" y="337062"/>
                  </a:lnTo>
                  <a:lnTo>
                    <a:pt x="3732848" y="354195"/>
                  </a:lnTo>
                  <a:lnTo>
                    <a:pt x="3726975" y="386733"/>
                  </a:lnTo>
                  <a:lnTo>
                    <a:pt x="3710414" y="405557"/>
                  </a:lnTo>
                  <a:lnTo>
                    <a:pt x="3707529" y="445289"/>
                  </a:lnTo>
                  <a:lnTo>
                    <a:pt x="3687942" y="472476"/>
                  </a:lnTo>
                  <a:lnTo>
                    <a:pt x="3705698" y="516276"/>
                  </a:lnTo>
                  <a:lnTo>
                    <a:pt x="3702711" y="557037"/>
                  </a:lnTo>
                  <a:lnTo>
                    <a:pt x="3712218" y="578352"/>
                  </a:lnTo>
                  <a:lnTo>
                    <a:pt x="3704529" y="627363"/>
                  </a:lnTo>
                  <a:lnTo>
                    <a:pt x="3687434" y="645132"/>
                  </a:lnTo>
                  <a:lnTo>
                    <a:pt x="3692137" y="679386"/>
                  </a:lnTo>
                  <a:lnTo>
                    <a:pt x="3675168" y="723033"/>
                  </a:lnTo>
                  <a:lnTo>
                    <a:pt x="3620616" y="764862"/>
                  </a:lnTo>
                  <a:lnTo>
                    <a:pt x="3653764" y="817139"/>
                  </a:lnTo>
                  <a:lnTo>
                    <a:pt x="3663818" y="849156"/>
                  </a:lnTo>
                  <a:lnTo>
                    <a:pt x="3657946" y="878186"/>
                  </a:lnTo>
                  <a:lnTo>
                    <a:pt x="3573640" y="935700"/>
                  </a:lnTo>
                  <a:lnTo>
                    <a:pt x="3613054" y="977389"/>
                  </a:lnTo>
                  <a:lnTo>
                    <a:pt x="3606521" y="1010588"/>
                  </a:lnTo>
                  <a:lnTo>
                    <a:pt x="3578736" y="1019994"/>
                  </a:lnTo>
                  <a:lnTo>
                    <a:pt x="3568670" y="1063259"/>
                  </a:lnTo>
                  <a:lnTo>
                    <a:pt x="3541139" y="1081562"/>
                  </a:lnTo>
                  <a:lnTo>
                    <a:pt x="3562022" y="1115409"/>
                  </a:lnTo>
                  <a:lnTo>
                    <a:pt x="3566064" y="1168208"/>
                  </a:lnTo>
                  <a:lnTo>
                    <a:pt x="3575203" y="1185201"/>
                  </a:lnTo>
                  <a:lnTo>
                    <a:pt x="3583172" y="1217752"/>
                  </a:lnTo>
                  <a:lnTo>
                    <a:pt x="3596340" y="1219582"/>
                  </a:lnTo>
                  <a:lnTo>
                    <a:pt x="3635360" y="1214485"/>
                  </a:lnTo>
                  <a:lnTo>
                    <a:pt x="3683265" y="1201013"/>
                  </a:lnTo>
                  <a:lnTo>
                    <a:pt x="3712753" y="1220484"/>
                  </a:lnTo>
                  <a:lnTo>
                    <a:pt x="3757124" y="1258399"/>
                  </a:lnTo>
                  <a:lnTo>
                    <a:pt x="3780091" y="1277871"/>
                  </a:lnTo>
                  <a:lnTo>
                    <a:pt x="3765995" y="1315112"/>
                  </a:lnTo>
                  <a:lnTo>
                    <a:pt x="3774740" y="1358899"/>
                  </a:lnTo>
                  <a:lnTo>
                    <a:pt x="3768881" y="1389098"/>
                  </a:lnTo>
                  <a:lnTo>
                    <a:pt x="3751125" y="1422170"/>
                  </a:lnTo>
                  <a:lnTo>
                    <a:pt x="3758293" y="1454708"/>
                  </a:lnTo>
                  <a:lnTo>
                    <a:pt x="3746422" y="1499143"/>
                  </a:lnTo>
                  <a:lnTo>
                    <a:pt x="3723976" y="1506731"/>
                  </a:lnTo>
                  <a:lnTo>
                    <a:pt x="3719273" y="1522148"/>
                  </a:lnTo>
                  <a:lnTo>
                    <a:pt x="3698657" y="1539282"/>
                  </a:lnTo>
                  <a:lnTo>
                    <a:pt x="3628319" y="1482556"/>
                  </a:lnTo>
                  <a:lnTo>
                    <a:pt x="3588116" y="1499817"/>
                  </a:lnTo>
                  <a:lnTo>
                    <a:pt x="3528620" y="1474180"/>
                  </a:lnTo>
                  <a:lnTo>
                    <a:pt x="3499640" y="1471308"/>
                  </a:lnTo>
                  <a:lnTo>
                    <a:pt x="3495459" y="1495495"/>
                  </a:lnTo>
                  <a:lnTo>
                    <a:pt x="3467280" y="1507773"/>
                  </a:lnTo>
                  <a:lnTo>
                    <a:pt x="3440411" y="1481768"/>
                  </a:lnTo>
                  <a:lnTo>
                    <a:pt x="3417558" y="1504379"/>
                  </a:lnTo>
                  <a:lnTo>
                    <a:pt x="3368891" y="1482683"/>
                  </a:lnTo>
                  <a:lnTo>
                    <a:pt x="3375666" y="1461241"/>
                  </a:lnTo>
                  <a:lnTo>
                    <a:pt x="3348516" y="1429351"/>
                  </a:lnTo>
                  <a:lnTo>
                    <a:pt x="3322689" y="1408964"/>
                  </a:lnTo>
                  <a:lnTo>
                    <a:pt x="3291893" y="1428970"/>
                  </a:lnTo>
                  <a:lnTo>
                    <a:pt x="3270602" y="1409625"/>
                  </a:lnTo>
                  <a:lnTo>
                    <a:pt x="3264743" y="1367923"/>
                  </a:lnTo>
                  <a:lnTo>
                    <a:pt x="3292401" y="1306888"/>
                  </a:lnTo>
                  <a:lnTo>
                    <a:pt x="3267349" y="1277998"/>
                  </a:lnTo>
                  <a:lnTo>
                    <a:pt x="3250394" y="1240630"/>
                  </a:lnTo>
                  <a:lnTo>
                    <a:pt x="3238128" y="1249514"/>
                  </a:lnTo>
                  <a:lnTo>
                    <a:pt x="3226257" y="1260089"/>
                  </a:lnTo>
                  <a:lnTo>
                    <a:pt x="3215669" y="1295640"/>
                  </a:lnTo>
                  <a:lnTo>
                    <a:pt x="3160088" y="1278532"/>
                  </a:lnTo>
                  <a:lnTo>
                    <a:pt x="3141289" y="1281392"/>
                  </a:lnTo>
                  <a:lnTo>
                    <a:pt x="3027240" y="1341778"/>
                  </a:lnTo>
                  <a:lnTo>
                    <a:pt x="2975167" y="1327403"/>
                  </a:lnTo>
                  <a:lnTo>
                    <a:pt x="2971239" y="1354730"/>
                  </a:lnTo>
                  <a:lnTo>
                    <a:pt x="2982996" y="1400334"/>
                  </a:lnTo>
                  <a:lnTo>
                    <a:pt x="2968239" y="1428703"/>
                  </a:lnTo>
                  <a:lnTo>
                    <a:pt x="2939273" y="1434588"/>
                  </a:lnTo>
                  <a:lnTo>
                    <a:pt x="2950496" y="1458890"/>
                  </a:lnTo>
                  <a:lnTo>
                    <a:pt x="2905082" y="1515615"/>
                  </a:lnTo>
                  <a:lnTo>
                    <a:pt x="2863457" y="1530906"/>
                  </a:lnTo>
                  <a:lnTo>
                    <a:pt x="2890339" y="1564753"/>
                  </a:lnTo>
                  <a:lnTo>
                    <a:pt x="2886678" y="1616128"/>
                  </a:lnTo>
                  <a:lnTo>
                    <a:pt x="2865541" y="1634557"/>
                  </a:lnTo>
                  <a:lnTo>
                    <a:pt x="2880285" y="1674175"/>
                  </a:lnTo>
                  <a:lnTo>
                    <a:pt x="2867105" y="1721737"/>
                  </a:lnTo>
                  <a:lnTo>
                    <a:pt x="2885509" y="1753233"/>
                  </a:lnTo>
                  <a:lnTo>
                    <a:pt x="2863063" y="1812449"/>
                  </a:lnTo>
                  <a:lnTo>
                    <a:pt x="2867105" y="1828655"/>
                  </a:lnTo>
                  <a:lnTo>
                    <a:pt x="2902096" y="1826164"/>
                  </a:lnTo>
                  <a:lnTo>
                    <a:pt x="2907574" y="1866557"/>
                  </a:lnTo>
                  <a:lnTo>
                    <a:pt x="2949314" y="1864599"/>
                  </a:lnTo>
                  <a:lnTo>
                    <a:pt x="2959355" y="1885241"/>
                  </a:lnTo>
                  <a:lnTo>
                    <a:pt x="2995389" y="1882241"/>
                  </a:lnTo>
                  <a:lnTo>
                    <a:pt x="3004261" y="1862769"/>
                  </a:lnTo>
                  <a:lnTo>
                    <a:pt x="3056855" y="1846818"/>
                  </a:lnTo>
                  <a:lnTo>
                    <a:pt x="3080484" y="1858588"/>
                  </a:lnTo>
                  <a:lnTo>
                    <a:pt x="3098748" y="1901192"/>
                  </a:lnTo>
                  <a:lnTo>
                    <a:pt x="3120012" y="1892308"/>
                  </a:lnTo>
                  <a:lnTo>
                    <a:pt x="3136459" y="1926676"/>
                  </a:lnTo>
                  <a:lnTo>
                    <a:pt x="3124715" y="1937264"/>
                  </a:lnTo>
                  <a:lnTo>
                    <a:pt x="3133599" y="1978051"/>
                  </a:lnTo>
                  <a:lnTo>
                    <a:pt x="3108802" y="2004704"/>
                  </a:lnTo>
                  <a:lnTo>
                    <a:pt x="3088046" y="1991130"/>
                  </a:lnTo>
                  <a:lnTo>
                    <a:pt x="3051759" y="2015431"/>
                  </a:lnTo>
                  <a:lnTo>
                    <a:pt x="3064431" y="2064963"/>
                  </a:lnTo>
                  <a:lnTo>
                    <a:pt x="3024889" y="2092798"/>
                  </a:lnTo>
                  <a:lnTo>
                    <a:pt x="3016004" y="2149016"/>
                  </a:lnTo>
                  <a:lnTo>
                    <a:pt x="3034676" y="2200378"/>
                  </a:lnTo>
                  <a:lnTo>
                    <a:pt x="3084004" y="2228213"/>
                  </a:lnTo>
                  <a:lnTo>
                    <a:pt x="3090525" y="2242461"/>
                  </a:lnTo>
                  <a:close/>
                </a:path>
              </a:pathLst>
            </a:custGeom>
            <a:noFill/>
            <a:ln w="3810" cap="flat">
              <a:solidFill>
                <a:srgbClr val="E6E4E2"/>
              </a:solidFill>
              <a:prstDash val="solid"/>
              <a:miter/>
            </a:ln>
          </p:spPr>
          <p:txBody>
            <a:bodyPr rtlCol="0" anchor="ctr"/>
            <a:lstStyle/>
            <a:p>
              <a:endParaRPr lang="de-CH"/>
            </a:p>
          </p:txBody>
        </p:sp>
        <p:sp>
          <p:nvSpPr>
            <p:cNvPr id="118" name="Freihandform: Form 117">
              <a:extLst>
                <a:ext uri="{FF2B5EF4-FFF2-40B4-BE49-F238E27FC236}">
                  <a16:creationId xmlns:a16="http://schemas.microsoft.com/office/drawing/2014/main" id="{9F7EABBF-89B3-7906-EE8C-1D6AFD264F50}"/>
                </a:ext>
              </a:extLst>
            </p:cNvPr>
            <p:cNvSpPr/>
            <p:nvPr/>
          </p:nvSpPr>
          <p:spPr>
            <a:xfrm>
              <a:off x="5083081" y="1054595"/>
              <a:ext cx="1495787" cy="1435388"/>
            </a:xfrm>
            <a:custGeom>
              <a:avLst/>
              <a:gdLst>
                <a:gd name="connsiteX0" fmla="*/ 636705 w 1495787"/>
                <a:gd name="connsiteY0" fmla="*/ 746318 h 1435388"/>
                <a:gd name="connsiteX1" fmla="*/ 643632 w 1495787"/>
                <a:gd name="connsiteY1" fmla="*/ 711416 h 1435388"/>
                <a:gd name="connsiteX2" fmla="*/ 636070 w 1495787"/>
                <a:gd name="connsiteY2" fmla="*/ 680453 h 1435388"/>
                <a:gd name="connsiteX3" fmla="*/ 634227 w 1495787"/>
                <a:gd name="connsiteY3" fmla="*/ 673247 h 1435388"/>
                <a:gd name="connsiteX4" fmla="*/ 601866 w 1495787"/>
                <a:gd name="connsiteY4" fmla="*/ 675204 h 1435388"/>
                <a:gd name="connsiteX5" fmla="*/ 598219 w 1495787"/>
                <a:gd name="connsiteY5" fmla="*/ 653127 h 1435388"/>
                <a:gd name="connsiteX6" fmla="*/ 594164 w 1495787"/>
                <a:gd name="connsiteY6" fmla="*/ 636133 h 1435388"/>
                <a:gd name="connsiteX7" fmla="*/ 519657 w 1495787"/>
                <a:gd name="connsiteY7" fmla="*/ 595486 h 1435388"/>
                <a:gd name="connsiteX8" fmla="*/ 544848 w 1495787"/>
                <a:gd name="connsiteY8" fmla="*/ 576141 h 1435388"/>
                <a:gd name="connsiteX9" fmla="*/ 554101 w 1495787"/>
                <a:gd name="connsiteY9" fmla="*/ 575213 h 1435388"/>
                <a:gd name="connsiteX10" fmla="*/ 542751 w 1495787"/>
                <a:gd name="connsiteY10" fmla="*/ 522682 h 1435388"/>
                <a:gd name="connsiteX11" fmla="*/ 527995 w 1495787"/>
                <a:gd name="connsiteY11" fmla="*/ 484640 h 1435388"/>
                <a:gd name="connsiteX12" fmla="*/ 491974 w 1495787"/>
                <a:gd name="connsiteY12" fmla="*/ 496283 h 1435388"/>
                <a:gd name="connsiteX13" fmla="*/ 479721 w 1495787"/>
                <a:gd name="connsiteY13" fmla="*/ 469477 h 1435388"/>
                <a:gd name="connsiteX14" fmla="*/ 458178 w 1495787"/>
                <a:gd name="connsiteY14" fmla="*/ 476162 h 1435388"/>
                <a:gd name="connsiteX15" fmla="*/ 469274 w 1495787"/>
                <a:gd name="connsiteY15" fmla="*/ 406358 h 1435388"/>
                <a:gd name="connsiteX16" fmla="*/ 386403 w 1495787"/>
                <a:gd name="connsiteY16" fmla="*/ 408569 h 1435388"/>
                <a:gd name="connsiteX17" fmla="*/ 386022 w 1495787"/>
                <a:gd name="connsiteY17" fmla="*/ 386886 h 1435388"/>
                <a:gd name="connsiteX18" fmla="*/ 367084 w 1495787"/>
                <a:gd name="connsiteY18" fmla="*/ 356953 h 1435388"/>
                <a:gd name="connsiteX19" fmla="*/ 364491 w 1495787"/>
                <a:gd name="connsiteY19" fmla="*/ 346633 h 1435388"/>
                <a:gd name="connsiteX20" fmla="*/ 327173 w 1495787"/>
                <a:gd name="connsiteY20" fmla="*/ 324542 h 1435388"/>
                <a:gd name="connsiteX21" fmla="*/ 328978 w 1495787"/>
                <a:gd name="connsiteY21" fmla="*/ 296173 h 1435388"/>
                <a:gd name="connsiteX22" fmla="*/ 302376 w 1495787"/>
                <a:gd name="connsiteY22" fmla="*/ 293695 h 1435388"/>
                <a:gd name="connsiteX23" fmla="*/ 279917 w 1495787"/>
                <a:gd name="connsiteY23" fmla="*/ 258932 h 1435388"/>
                <a:gd name="connsiteX24" fmla="*/ 241557 w 1495787"/>
                <a:gd name="connsiteY24" fmla="*/ 263495 h 1435388"/>
                <a:gd name="connsiteX25" fmla="*/ 239079 w 1495787"/>
                <a:gd name="connsiteY25" fmla="*/ 320221 h 1435388"/>
                <a:gd name="connsiteX26" fmla="*/ 189738 w 1495787"/>
                <a:gd name="connsiteY26" fmla="*/ 373044 h 1435388"/>
                <a:gd name="connsiteX27" fmla="*/ 171995 w 1495787"/>
                <a:gd name="connsiteY27" fmla="*/ 368062 h 1435388"/>
                <a:gd name="connsiteX28" fmla="*/ 155433 w 1495787"/>
                <a:gd name="connsiteY28" fmla="*/ 376692 h 1435388"/>
                <a:gd name="connsiteX29" fmla="*/ 152802 w 1495787"/>
                <a:gd name="connsiteY29" fmla="*/ 366359 h 1435388"/>
                <a:gd name="connsiteX30" fmla="*/ 158153 w 1495787"/>
                <a:gd name="connsiteY30" fmla="*/ 354475 h 1435388"/>
                <a:gd name="connsiteX31" fmla="*/ 152294 w 1495787"/>
                <a:gd name="connsiteY31" fmla="*/ 310154 h 1435388"/>
                <a:gd name="connsiteX32" fmla="*/ 71508 w 1495787"/>
                <a:gd name="connsiteY32" fmla="*/ 290543 h 1435388"/>
                <a:gd name="connsiteX33" fmla="*/ 40978 w 1495787"/>
                <a:gd name="connsiteY33" fmla="*/ 272125 h 1435388"/>
                <a:gd name="connsiteX34" fmla="*/ 0 w 1495787"/>
                <a:gd name="connsiteY34" fmla="*/ 247163 h 1435388"/>
                <a:gd name="connsiteX35" fmla="*/ 19841 w 1495787"/>
                <a:gd name="connsiteY35" fmla="*/ 239575 h 1435388"/>
                <a:gd name="connsiteX36" fmla="*/ 78956 w 1495787"/>
                <a:gd name="connsiteY36" fmla="*/ 230690 h 1435388"/>
                <a:gd name="connsiteX37" fmla="*/ 90306 w 1495787"/>
                <a:gd name="connsiteY37" fmla="*/ 218539 h 1435388"/>
                <a:gd name="connsiteX38" fmla="*/ 165602 w 1495787"/>
                <a:gd name="connsiteY38" fmla="*/ 193576 h 1435388"/>
                <a:gd name="connsiteX39" fmla="*/ 194441 w 1495787"/>
                <a:gd name="connsiteY39" fmla="*/ 152535 h 1435388"/>
                <a:gd name="connsiteX40" fmla="*/ 206312 w 1495787"/>
                <a:gd name="connsiteY40" fmla="*/ 106397 h 1435388"/>
                <a:gd name="connsiteX41" fmla="*/ 231110 w 1495787"/>
                <a:gd name="connsiteY41" fmla="*/ 102876 h 1435388"/>
                <a:gd name="connsiteX42" fmla="*/ 249387 w 1495787"/>
                <a:gd name="connsiteY42" fmla="*/ 117125 h 1435388"/>
                <a:gd name="connsiteX43" fmla="*/ 272482 w 1495787"/>
                <a:gd name="connsiteY43" fmla="*/ 114760 h 1435388"/>
                <a:gd name="connsiteX44" fmla="*/ 296097 w 1495787"/>
                <a:gd name="connsiteY44" fmla="*/ 101161 h 1435388"/>
                <a:gd name="connsiteX45" fmla="*/ 343862 w 1495787"/>
                <a:gd name="connsiteY45" fmla="*/ 98822 h 1435388"/>
                <a:gd name="connsiteX46" fmla="*/ 370884 w 1495787"/>
                <a:gd name="connsiteY46" fmla="*/ 113184 h 1435388"/>
                <a:gd name="connsiteX47" fmla="*/ 397245 w 1495787"/>
                <a:gd name="connsiteY47" fmla="*/ 153971 h 1435388"/>
                <a:gd name="connsiteX48" fmla="*/ 392809 w 1495787"/>
                <a:gd name="connsiteY48" fmla="*/ 199855 h 1435388"/>
                <a:gd name="connsiteX49" fmla="*/ 411735 w 1495787"/>
                <a:gd name="connsiteY49" fmla="*/ 223102 h 1435388"/>
                <a:gd name="connsiteX50" fmla="*/ 443307 w 1495787"/>
                <a:gd name="connsiteY50" fmla="*/ 223102 h 1435388"/>
                <a:gd name="connsiteX51" fmla="*/ 457262 w 1495787"/>
                <a:gd name="connsiteY51" fmla="*/ 229902 h 1435388"/>
                <a:gd name="connsiteX52" fmla="*/ 487042 w 1495787"/>
                <a:gd name="connsiteY52" fmla="*/ 192915 h 1435388"/>
                <a:gd name="connsiteX53" fmla="*/ 505561 w 1495787"/>
                <a:gd name="connsiteY53" fmla="*/ 191619 h 1435388"/>
                <a:gd name="connsiteX54" fmla="*/ 593249 w 1495787"/>
                <a:gd name="connsiteY54" fmla="*/ 198940 h 1435388"/>
                <a:gd name="connsiteX55" fmla="*/ 620652 w 1495787"/>
                <a:gd name="connsiteY55" fmla="*/ 211752 h 1435388"/>
                <a:gd name="connsiteX56" fmla="*/ 669866 w 1495787"/>
                <a:gd name="connsiteY56" fmla="*/ 196589 h 1435388"/>
                <a:gd name="connsiteX57" fmla="*/ 697142 w 1495787"/>
                <a:gd name="connsiteY57" fmla="*/ 171626 h 1435388"/>
                <a:gd name="connsiteX58" fmla="*/ 727418 w 1495787"/>
                <a:gd name="connsiteY58" fmla="*/ 176316 h 1435388"/>
                <a:gd name="connsiteX59" fmla="*/ 748288 w 1495787"/>
                <a:gd name="connsiteY59" fmla="*/ 188086 h 1435388"/>
                <a:gd name="connsiteX60" fmla="*/ 772679 w 1495787"/>
                <a:gd name="connsiteY60" fmla="*/ 178540 h 1435388"/>
                <a:gd name="connsiteX61" fmla="*/ 787308 w 1495787"/>
                <a:gd name="connsiteY61" fmla="*/ 133190 h 1435388"/>
                <a:gd name="connsiteX62" fmla="*/ 803882 w 1495787"/>
                <a:gd name="connsiteY62" fmla="*/ 111761 h 1435388"/>
                <a:gd name="connsiteX63" fmla="*/ 830625 w 1495787"/>
                <a:gd name="connsiteY63" fmla="*/ 112015 h 1435388"/>
                <a:gd name="connsiteX64" fmla="*/ 851647 w 1495787"/>
                <a:gd name="connsiteY64" fmla="*/ 106397 h 1435388"/>
                <a:gd name="connsiteX65" fmla="*/ 850478 w 1495787"/>
                <a:gd name="connsiteY65" fmla="*/ 86404 h 1435388"/>
                <a:gd name="connsiteX66" fmla="*/ 874361 w 1495787"/>
                <a:gd name="connsiteY66" fmla="*/ 74240 h 1435388"/>
                <a:gd name="connsiteX67" fmla="*/ 897061 w 1495787"/>
                <a:gd name="connsiteY67" fmla="*/ 80379 h 1435388"/>
                <a:gd name="connsiteX68" fmla="*/ 947952 w 1495787"/>
                <a:gd name="connsiteY68" fmla="*/ 46532 h 1435388"/>
                <a:gd name="connsiteX69" fmla="*/ 965048 w 1495787"/>
                <a:gd name="connsiteY69" fmla="*/ 12431 h 1435388"/>
                <a:gd name="connsiteX70" fmla="*/ 995717 w 1495787"/>
                <a:gd name="connsiteY70" fmla="*/ 0 h 1435388"/>
                <a:gd name="connsiteX71" fmla="*/ 1019727 w 1495787"/>
                <a:gd name="connsiteY71" fmla="*/ 12812 h 1435388"/>
                <a:gd name="connsiteX72" fmla="*/ 1027036 w 1495787"/>
                <a:gd name="connsiteY72" fmla="*/ 39745 h 1435388"/>
                <a:gd name="connsiteX73" fmla="*/ 1058226 w 1495787"/>
                <a:gd name="connsiteY73" fmla="*/ 19879 h 1435388"/>
                <a:gd name="connsiteX74" fmla="*/ 1102191 w 1495787"/>
                <a:gd name="connsiteY74" fmla="*/ 19091 h 1435388"/>
                <a:gd name="connsiteX75" fmla="*/ 1114469 w 1495787"/>
                <a:gd name="connsiteY75" fmla="*/ 27848 h 1435388"/>
                <a:gd name="connsiteX76" fmla="*/ 1157404 w 1495787"/>
                <a:gd name="connsiteY76" fmla="*/ 28623 h 1435388"/>
                <a:gd name="connsiteX77" fmla="*/ 1176597 w 1495787"/>
                <a:gd name="connsiteY77" fmla="*/ 41181 h 1435388"/>
                <a:gd name="connsiteX78" fmla="*/ 1171754 w 1495787"/>
                <a:gd name="connsiteY78" fmla="*/ 77520 h 1435388"/>
                <a:gd name="connsiteX79" fmla="*/ 1176190 w 1495787"/>
                <a:gd name="connsiteY79" fmla="*/ 91107 h 1435388"/>
                <a:gd name="connsiteX80" fmla="*/ 1214041 w 1495787"/>
                <a:gd name="connsiteY80" fmla="*/ 121294 h 1435388"/>
                <a:gd name="connsiteX81" fmla="*/ 1231403 w 1495787"/>
                <a:gd name="connsiteY81" fmla="*/ 139596 h 1435388"/>
                <a:gd name="connsiteX82" fmla="*/ 1256327 w 1495787"/>
                <a:gd name="connsiteY82" fmla="*/ 146256 h 1435388"/>
                <a:gd name="connsiteX83" fmla="*/ 1305783 w 1495787"/>
                <a:gd name="connsiteY83" fmla="*/ 147438 h 1435388"/>
                <a:gd name="connsiteX84" fmla="*/ 1343494 w 1495787"/>
                <a:gd name="connsiteY84" fmla="*/ 159056 h 1435388"/>
                <a:gd name="connsiteX85" fmla="*/ 1355366 w 1495787"/>
                <a:gd name="connsiteY85" fmla="*/ 155535 h 1435388"/>
                <a:gd name="connsiteX86" fmla="*/ 1362420 w 1495787"/>
                <a:gd name="connsiteY86" fmla="*/ 131233 h 1435388"/>
                <a:gd name="connsiteX87" fmla="*/ 1379248 w 1495787"/>
                <a:gd name="connsiteY87" fmla="*/ 124166 h 1435388"/>
                <a:gd name="connsiteX88" fmla="*/ 1407706 w 1495787"/>
                <a:gd name="connsiteY88" fmla="*/ 139329 h 1435388"/>
                <a:gd name="connsiteX89" fmla="*/ 1434715 w 1495787"/>
                <a:gd name="connsiteY89" fmla="*/ 151480 h 1435388"/>
                <a:gd name="connsiteX90" fmla="*/ 1420493 w 1495787"/>
                <a:gd name="connsiteY90" fmla="*/ 170571 h 1435388"/>
                <a:gd name="connsiteX91" fmla="*/ 1418929 w 1495787"/>
                <a:gd name="connsiteY91" fmla="*/ 217751 h 1435388"/>
                <a:gd name="connsiteX92" fmla="*/ 1383036 w 1495787"/>
                <a:gd name="connsiteY92" fmla="*/ 236308 h 1435388"/>
                <a:gd name="connsiteX93" fmla="*/ 1389568 w 1495787"/>
                <a:gd name="connsiteY93" fmla="*/ 254992 h 1435388"/>
                <a:gd name="connsiteX94" fmla="*/ 1377951 w 1495787"/>
                <a:gd name="connsiteY94" fmla="*/ 273968 h 1435388"/>
                <a:gd name="connsiteX95" fmla="*/ 1368431 w 1495787"/>
                <a:gd name="connsiteY95" fmla="*/ 272253 h 1435388"/>
                <a:gd name="connsiteX96" fmla="*/ 1357336 w 1495787"/>
                <a:gd name="connsiteY96" fmla="*/ 268605 h 1435388"/>
                <a:gd name="connsiteX97" fmla="*/ 1338677 w 1495787"/>
                <a:gd name="connsiteY97" fmla="*/ 317997 h 1435388"/>
                <a:gd name="connsiteX98" fmla="*/ 1306685 w 1495787"/>
                <a:gd name="connsiteY98" fmla="*/ 325330 h 1435388"/>
                <a:gd name="connsiteX99" fmla="*/ 1311655 w 1495787"/>
                <a:gd name="connsiteY99" fmla="*/ 412255 h 1435388"/>
                <a:gd name="connsiteX100" fmla="*/ 1332030 w 1495787"/>
                <a:gd name="connsiteY100" fmla="*/ 410285 h 1435388"/>
                <a:gd name="connsiteX101" fmla="*/ 1336466 w 1495787"/>
                <a:gd name="connsiteY101" fmla="*/ 440993 h 1435388"/>
                <a:gd name="connsiteX102" fmla="*/ 1317667 w 1495787"/>
                <a:gd name="connsiteY102" fmla="*/ 454059 h 1435388"/>
                <a:gd name="connsiteX103" fmla="*/ 1363602 w 1495787"/>
                <a:gd name="connsiteY103" fmla="*/ 503070 h 1435388"/>
                <a:gd name="connsiteX104" fmla="*/ 1345070 w 1495787"/>
                <a:gd name="connsiteY104" fmla="*/ 517064 h 1435388"/>
                <a:gd name="connsiteX105" fmla="*/ 1355124 w 1495787"/>
                <a:gd name="connsiteY105" fmla="*/ 549869 h 1435388"/>
                <a:gd name="connsiteX106" fmla="*/ 1350548 w 1495787"/>
                <a:gd name="connsiteY106" fmla="*/ 567778 h 1435388"/>
                <a:gd name="connsiteX107" fmla="*/ 1362559 w 1495787"/>
                <a:gd name="connsiteY107" fmla="*/ 569608 h 1435388"/>
                <a:gd name="connsiteX108" fmla="*/ 1353675 w 1495787"/>
                <a:gd name="connsiteY108" fmla="*/ 640836 h 1435388"/>
                <a:gd name="connsiteX109" fmla="*/ 1312837 w 1495787"/>
                <a:gd name="connsiteY109" fmla="*/ 646466 h 1435388"/>
                <a:gd name="connsiteX110" fmla="*/ 1313358 w 1495787"/>
                <a:gd name="connsiteY110" fmla="*/ 658223 h 1435388"/>
                <a:gd name="connsiteX111" fmla="*/ 1382260 w 1495787"/>
                <a:gd name="connsiteY111" fmla="*/ 670768 h 1435388"/>
                <a:gd name="connsiteX112" fmla="*/ 1389048 w 1495787"/>
                <a:gd name="connsiteY112" fmla="*/ 727621 h 1435388"/>
                <a:gd name="connsiteX113" fmla="*/ 1390878 w 1495787"/>
                <a:gd name="connsiteY113" fmla="*/ 740433 h 1435388"/>
                <a:gd name="connsiteX114" fmla="*/ 1406791 w 1495787"/>
                <a:gd name="connsiteY114" fmla="*/ 751669 h 1435388"/>
                <a:gd name="connsiteX115" fmla="*/ 1400665 w 1495787"/>
                <a:gd name="connsiteY115" fmla="*/ 759397 h 1435388"/>
                <a:gd name="connsiteX116" fmla="*/ 1404440 w 1495787"/>
                <a:gd name="connsiteY116" fmla="*/ 795989 h 1435388"/>
                <a:gd name="connsiteX117" fmla="*/ 1424547 w 1495787"/>
                <a:gd name="connsiteY117" fmla="*/ 839763 h 1435388"/>
                <a:gd name="connsiteX118" fmla="*/ 1417112 w 1495787"/>
                <a:gd name="connsiteY118" fmla="*/ 865400 h 1435388"/>
                <a:gd name="connsiteX119" fmla="*/ 1458077 w 1495787"/>
                <a:gd name="connsiteY119" fmla="*/ 871399 h 1435388"/>
                <a:gd name="connsiteX120" fmla="*/ 1492280 w 1495787"/>
                <a:gd name="connsiteY120" fmla="*/ 850618 h 1435388"/>
                <a:gd name="connsiteX121" fmla="*/ 1495788 w 1495787"/>
                <a:gd name="connsiteY121" fmla="*/ 870229 h 1435388"/>
                <a:gd name="connsiteX122" fmla="*/ 1475578 w 1495787"/>
                <a:gd name="connsiteY122" fmla="*/ 902513 h 1435388"/>
                <a:gd name="connsiteX123" fmla="*/ 1465385 w 1495787"/>
                <a:gd name="connsiteY123" fmla="*/ 904471 h 1435388"/>
                <a:gd name="connsiteX124" fmla="*/ 1450234 w 1495787"/>
                <a:gd name="connsiteY124" fmla="*/ 946821 h 1435388"/>
                <a:gd name="connsiteX125" fmla="*/ 1422590 w 1495787"/>
                <a:gd name="connsiteY125" fmla="*/ 970081 h 1435388"/>
                <a:gd name="connsiteX126" fmla="*/ 1369868 w 1495787"/>
                <a:gd name="connsiteY126" fmla="*/ 980668 h 1435388"/>
                <a:gd name="connsiteX127" fmla="*/ 1375994 w 1495787"/>
                <a:gd name="connsiteY127" fmla="*/ 991243 h 1435388"/>
                <a:gd name="connsiteX128" fmla="*/ 1385133 w 1495787"/>
                <a:gd name="connsiteY128" fmla="*/ 1014910 h 1435388"/>
                <a:gd name="connsiteX129" fmla="*/ 1391386 w 1495787"/>
                <a:gd name="connsiteY129" fmla="*/ 1023667 h 1435388"/>
                <a:gd name="connsiteX130" fmla="*/ 1398453 w 1495787"/>
                <a:gd name="connsiteY130" fmla="*/ 1030200 h 1435388"/>
                <a:gd name="connsiteX131" fmla="*/ 1399089 w 1495787"/>
                <a:gd name="connsiteY131" fmla="*/ 1035945 h 1435388"/>
                <a:gd name="connsiteX132" fmla="*/ 1396737 w 1495787"/>
                <a:gd name="connsiteY132" fmla="*/ 1045490 h 1435388"/>
                <a:gd name="connsiteX133" fmla="*/ 1396089 w 1495787"/>
                <a:gd name="connsiteY133" fmla="*/ 1055049 h 1435388"/>
                <a:gd name="connsiteX134" fmla="*/ 1398834 w 1495787"/>
                <a:gd name="connsiteY134" fmla="*/ 1062230 h 1435388"/>
                <a:gd name="connsiteX135" fmla="*/ 1404973 w 1495787"/>
                <a:gd name="connsiteY135" fmla="*/ 1066272 h 1435388"/>
                <a:gd name="connsiteX136" fmla="*/ 1405482 w 1495787"/>
                <a:gd name="connsiteY136" fmla="*/ 1074648 h 1435388"/>
                <a:gd name="connsiteX137" fmla="*/ 1400004 w 1495787"/>
                <a:gd name="connsiteY137" fmla="*/ 1082363 h 1435388"/>
                <a:gd name="connsiteX138" fmla="*/ 1403804 w 1495787"/>
                <a:gd name="connsiteY138" fmla="*/ 1089938 h 1435388"/>
                <a:gd name="connsiteX139" fmla="*/ 1415014 w 1495787"/>
                <a:gd name="connsiteY139" fmla="*/ 1104440 h 1435388"/>
                <a:gd name="connsiteX140" fmla="*/ 1416718 w 1495787"/>
                <a:gd name="connsiteY140" fmla="*/ 1107071 h 1435388"/>
                <a:gd name="connsiteX141" fmla="*/ 1417874 w 1495787"/>
                <a:gd name="connsiteY141" fmla="*/ 1114113 h 1435388"/>
                <a:gd name="connsiteX142" fmla="*/ 1410846 w 1495787"/>
                <a:gd name="connsiteY142" fmla="*/ 1122997 h 1435388"/>
                <a:gd name="connsiteX143" fmla="*/ 1409664 w 1495787"/>
                <a:gd name="connsiteY143" fmla="*/ 1136064 h 1435388"/>
                <a:gd name="connsiteX144" fmla="*/ 1389568 w 1495787"/>
                <a:gd name="connsiteY144" fmla="*/ 1161433 h 1435388"/>
                <a:gd name="connsiteX145" fmla="*/ 1385400 w 1495787"/>
                <a:gd name="connsiteY145" fmla="*/ 1173330 h 1435388"/>
                <a:gd name="connsiteX146" fmla="*/ 1388247 w 1495787"/>
                <a:gd name="connsiteY146" fmla="*/ 1189396 h 1435388"/>
                <a:gd name="connsiteX147" fmla="*/ 1396089 w 1495787"/>
                <a:gd name="connsiteY147" fmla="*/ 1202207 h 1435388"/>
                <a:gd name="connsiteX148" fmla="*/ 1396356 w 1495787"/>
                <a:gd name="connsiteY148" fmla="*/ 1221819 h 1435388"/>
                <a:gd name="connsiteX149" fmla="*/ 1409015 w 1495787"/>
                <a:gd name="connsiteY149" fmla="*/ 1265606 h 1435388"/>
                <a:gd name="connsiteX150" fmla="*/ 1399622 w 1495787"/>
                <a:gd name="connsiteY150" fmla="*/ 1281557 h 1435388"/>
                <a:gd name="connsiteX151" fmla="*/ 1397398 w 1495787"/>
                <a:gd name="connsiteY151" fmla="*/ 1298144 h 1435388"/>
                <a:gd name="connsiteX152" fmla="*/ 1400792 w 1495787"/>
                <a:gd name="connsiteY152" fmla="*/ 1315786 h 1435388"/>
                <a:gd name="connsiteX153" fmla="*/ 1407820 w 1495787"/>
                <a:gd name="connsiteY153" fmla="*/ 1322319 h 1435388"/>
                <a:gd name="connsiteX154" fmla="*/ 1420239 w 1495787"/>
                <a:gd name="connsiteY154" fmla="*/ 1324683 h 1435388"/>
                <a:gd name="connsiteX155" fmla="*/ 1427941 w 1495787"/>
                <a:gd name="connsiteY155" fmla="*/ 1348997 h 1435388"/>
                <a:gd name="connsiteX156" fmla="*/ 1430279 w 1495787"/>
                <a:gd name="connsiteY156" fmla="*/ 1364288 h 1435388"/>
                <a:gd name="connsiteX157" fmla="*/ 1427026 w 1495787"/>
                <a:gd name="connsiteY157" fmla="*/ 1375918 h 1435388"/>
                <a:gd name="connsiteX158" fmla="*/ 1426771 w 1495787"/>
                <a:gd name="connsiteY158" fmla="*/ 1378409 h 1435388"/>
                <a:gd name="connsiteX159" fmla="*/ 1423759 w 1495787"/>
                <a:gd name="connsiteY159" fmla="*/ 1386772 h 1435388"/>
                <a:gd name="connsiteX160" fmla="*/ 1429110 w 1495787"/>
                <a:gd name="connsiteY160" fmla="*/ 1402711 h 1435388"/>
                <a:gd name="connsiteX161" fmla="*/ 1430279 w 1495787"/>
                <a:gd name="connsiteY161" fmla="*/ 1416311 h 1435388"/>
                <a:gd name="connsiteX162" fmla="*/ 1423238 w 1495787"/>
                <a:gd name="connsiteY162" fmla="*/ 1425970 h 1435388"/>
                <a:gd name="connsiteX163" fmla="*/ 1409282 w 1495787"/>
                <a:gd name="connsiteY163" fmla="*/ 1435389 h 1435388"/>
                <a:gd name="connsiteX164" fmla="*/ 1347155 w 1495787"/>
                <a:gd name="connsiteY164" fmla="*/ 1419450 h 1435388"/>
                <a:gd name="connsiteX165" fmla="*/ 1321442 w 1495787"/>
                <a:gd name="connsiteY165" fmla="*/ 1411087 h 1435388"/>
                <a:gd name="connsiteX166" fmla="*/ 1313218 w 1495787"/>
                <a:gd name="connsiteY166" fmla="*/ 1389391 h 1435388"/>
                <a:gd name="connsiteX167" fmla="*/ 1312964 w 1495787"/>
                <a:gd name="connsiteY167" fmla="*/ 1379044 h 1435388"/>
                <a:gd name="connsiteX168" fmla="*/ 1291166 w 1495787"/>
                <a:gd name="connsiteY168" fmla="*/ 1356840 h 1435388"/>
                <a:gd name="connsiteX169" fmla="*/ 1273677 w 1495787"/>
                <a:gd name="connsiteY169" fmla="*/ 1297102 h 1435388"/>
                <a:gd name="connsiteX170" fmla="*/ 1254370 w 1495787"/>
                <a:gd name="connsiteY170" fmla="*/ 1243515 h 1435388"/>
                <a:gd name="connsiteX171" fmla="*/ 1248625 w 1495787"/>
                <a:gd name="connsiteY171" fmla="*/ 1218553 h 1435388"/>
                <a:gd name="connsiteX172" fmla="*/ 1244965 w 1495787"/>
                <a:gd name="connsiteY172" fmla="*/ 1210050 h 1435388"/>
                <a:gd name="connsiteX173" fmla="*/ 1230221 w 1495787"/>
                <a:gd name="connsiteY173" fmla="*/ 1181032 h 1435388"/>
                <a:gd name="connsiteX174" fmla="*/ 1223700 w 1495787"/>
                <a:gd name="connsiteY174" fmla="*/ 1159349 h 1435388"/>
                <a:gd name="connsiteX175" fmla="*/ 1222137 w 1495787"/>
                <a:gd name="connsiteY175" fmla="*/ 1132543 h 1435388"/>
                <a:gd name="connsiteX176" fmla="*/ 1213659 w 1495787"/>
                <a:gd name="connsiteY176" fmla="*/ 1116464 h 1435388"/>
                <a:gd name="connsiteX177" fmla="*/ 1204648 w 1495787"/>
                <a:gd name="connsiteY177" fmla="*/ 1099077 h 1435388"/>
                <a:gd name="connsiteX178" fmla="*/ 1189777 w 1495787"/>
                <a:gd name="connsiteY178" fmla="*/ 1086011 h 1435388"/>
                <a:gd name="connsiteX179" fmla="*/ 1186510 w 1495787"/>
                <a:gd name="connsiteY179" fmla="*/ 1036619 h 1435388"/>
                <a:gd name="connsiteX180" fmla="*/ 1106640 w 1495787"/>
                <a:gd name="connsiteY180" fmla="*/ 992565 h 1435388"/>
                <a:gd name="connsiteX181" fmla="*/ 1074025 w 1495787"/>
                <a:gd name="connsiteY181" fmla="*/ 1036619 h 1435388"/>
                <a:gd name="connsiteX182" fmla="*/ 1045694 w 1495787"/>
                <a:gd name="connsiteY182" fmla="*/ 1035564 h 1435388"/>
                <a:gd name="connsiteX183" fmla="*/ 1047143 w 1495787"/>
                <a:gd name="connsiteY183" fmla="*/ 1025510 h 1435388"/>
                <a:gd name="connsiteX184" fmla="*/ 1045173 w 1495787"/>
                <a:gd name="connsiteY184" fmla="*/ 1019358 h 1435388"/>
                <a:gd name="connsiteX185" fmla="*/ 1031471 w 1495787"/>
                <a:gd name="connsiteY185" fmla="*/ 975051 h 1435388"/>
                <a:gd name="connsiteX186" fmla="*/ 1020769 w 1495787"/>
                <a:gd name="connsiteY186" fmla="*/ 926815 h 1435388"/>
                <a:gd name="connsiteX187" fmla="*/ 1015939 w 1495787"/>
                <a:gd name="connsiteY187" fmla="*/ 917283 h 1435388"/>
                <a:gd name="connsiteX188" fmla="*/ 1004589 w 1495787"/>
                <a:gd name="connsiteY188" fmla="*/ 902641 h 1435388"/>
                <a:gd name="connsiteX189" fmla="*/ 996493 w 1495787"/>
                <a:gd name="connsiteY189" fmla="*/ 897531 h 1435388"/>
                <a:gd name="connsiteX190" fmla="*/ 991015 w 1495787"/>
                <a:gd name="connsiteY190" fmla="*/ 898586 h 1435388"/>
                <a:gd name="connsiteX191" fmla="*/ 992845 w 1495787"/>
                <a:gd name="connsiteY191" fmla="*/ 904865 h 1435388"/>
                <a:gd name="connsiteX192" fmla="*/ 987621 w 1495787"/>
                <a:gd name="connsiteY192" fmla="*/ 908004 h 1435388"/>
                <a:gd name="connsiteX193" fmla="*/ 984367 w 1495787"/>
                <a:gd name="connsiteY193" fmla="*/ 928391 h 1435388"/>
                <a:gd name="connsiteX194" fmla="*/ 989972 w 1495787"/>
                <a:gd name="connsiteY194" fmla="*/ 960154 h 1435388"/>
                <a:gd name="connsiteX195" fmla="*/ 1001590 w 1495787"/>
                <a:gd name="connsiteY195" fmla="*/ 1012431 h 1435388"/>
                <a:gd name="connsiteX196" fmla="*/ 1003153 w 1495787"/>
                <a:gd name="connsiteY196" fmla="*/ 1019485 h 1435388"/>
                <a:gd name="connsiteX197" fmla="*/ 1008123 w 1495787"/>
                <a:gd name="connsiteY197" fmla="*/ 1042618 h 1435388"/>
                <a:gd name="connsiteX198" fmla="*/ 1013982 w 1495787"/>
                <a:gd name="connsiteY198" fmla="*/ 1049685 h 1435388"/>
                <a:gd name="connsiteX199" fmla="*/ 1015813 w 1495787"/>
                <a:gd name="connsiteY199" fmla="*/ 1062751 h 1435388"/>
                <a:gd name="connsiteX200" fmla="*/ 1029120 w 1495787"/>
                <a:gd name="connsiteY200" fmla="*/ 1097272 h 1435388"/>
                <a:gd name="connsiteX201" fmla="*/ 1005110 w 1495787"/>
                <a:gd name="connsiteY201" fmla="*/ 1111901 h 1435388"/>
                <a:gd name="connsiteX202" fmla="*/ 997802 w 1495787"/>
                <a:gd name="connsiteY202" fmla="*/ 1175948 h 1435388"/>
                <a:gd name="connsiteX203" fmla="*/ 941432 w 1495787"/>
                <a:gd name="connsiteY203" fmla="*/ 1188620 h 1435388"/>
                <a:gd name="connsiteX204" fmla="*/ 935954 w 1495787"/>
                <a:gd name="connsiteY204" fmla="*/ 1177905 h 1435388"/>
                <a:gd name="connsiteX205" fmla="*/ 922126 w 1495787"/>
                <a:gd name="connsiteY205" fmla="*/ 1159349 h 1435388"/>
                <a:gd name="connsiteX206" fmla="*/ 900060 w 1495787"/>
                <a:gd name="connsiteY206" fmla="*/ 1136737 h 1435388"/>
                <a:gd name="connsiteX207" fmla="*/ 948601 w 1495787"/>
                <a:gd name="connsiteY207" fmla="*/ 1118053 h 1435388"/>
                <a:gd name="connsiteX208" fmla="*/ 947432 w 1495787"/>
                <a:gd name="connsiteY208" fmla="*/ 1102750 h 1435388"/>
                <a:gd name="connsiteX209" fmla="*/ 937772 w 1495787"/>
                <a:gd name="connsiteY209" fmla="*/ 1094641 h 1435388"/>
                <a:gd name="connsiteX210" fmla="*/ 873039 w 1495787"/>
                <a:gd name="connsiteY210" fmla="*/ 1113465 h 1435388"/>
                <a:gd name="connsiteX211" fmla="*/ 847084 w 1495787"/>
                <a:gd name="connsiteY211" fmla="*/ 1125095 h 1435388"/>
                <a:gd name="connsiteX212" fmla="*/ 835861 w 1495787"/>
                <a:gd name="connsiteY212" fmla="*/ 1131373 h 1435388"/>
                <a:gd name="connsiteX213" fmla="*/ 804797 w 1495787"/>
                <a:gd name="connsiteY213" fmla="*/ 1122222 h 1435388"/>
                <a:gd name="connsiteX214" fmla="*/ 798925 w 1495787"/>
                <a:gd name="connsiteY214" fmla="*/ 1109423 h 1435388"/>
                <a:gd name="connsiteX215" fmla="*/ 786520 w 1495787"/>
                <a:gd name="connsiteY215" fmla="*/ 1078575 h 1435388"/>
                <a:gd name="connsiteX216" fmla="*/ 762257 w 1495787"/>
                <a:gd name="connsiteY216" fmla="*/ 1067860 h 1435388"/>
                <a:gd name="connsiteX217" fmla="*/ 730812 w 1495787"/>
                <a:gd name="connsiteY217" fmla="*/ 1091501 h 1435388"/>
                <a:gd name="connsiteX218" fmla="*/ 698439 w 1495787"/>
                <a:gd name="connsiteY218" fmla="*/ 1090459 h 1435388"/>
                <a:gd name="connsiteX219" fmla="*/ 698184 w 1495787"/>
                <a:gd name="connsiteY219" fmla="*/ 1100539 h 1435388"/>
                <a:gd name="connsiteX220" fmla="*/ 711746 w 1495787"/>
                <a:gd name="connsiteY220" fmla="*/ 1116871 h 1435388"/>
                <a:gd name="connsiteX221" fmla="*/ 615822 w 1495787"/>
                <a:gd name="connsiteY221" fmla="*/ 1124840 h 1435388"/>
                <a:gd name="connsiteX222" fmla="*/ 611526 w 1495787"/>
                <a:gd name="connsiteY222" fmla="*/ 1071508 h 1435388"/>
                <a:gd name="connsiteX223" fmla="*/ 593122 w 1495787"/>
                <a:gd name="connsiteY223" fmla="*/ 1044715 h 1435388"/>
                <a:gd name="connsiteX224" fmla="*/ 578251 w 1495787"/>
                <a:gd name="connsiteY224" fmla="*/ 1019231 h 1435388"/>
                <a:gd name="connsiteX225" fmla="*/ 482734 w 1495787"/>
                <a:gd name="connsiteY225" fmla="*/ 1034776 h 1435388"/>
                <a:gd name="connsiteX226" fmla="*/ 505155 w 1495787"/>
                <a:gd name="connsiteY226" fmla="*/ 1095035 h 1435388"/>
                <a:gd name="connsiteX227" fmla="*/ 448925 w 1495787"/>
                <a:gd name="connsiteY227" fmla="*/ 1150858 h 1435388"/>
                <a:gd name="connsiteX228" fmla="*/ 426224 w 1495787"/>
                <a:gd name="connsiteY228" fmla="*/ 1145494 h 1435388"/>
                <a:gd name="connsiteX229" fmla="*/ 370223 w 1495787"/>
                <a:gd name="connsiteY229" fmla="*/ 1131246 h 1435388"/>
                <a:gd name="connsiteX230" fmla="*/ 256950 w 1495787"/>
                <a:gd name="connsiteY230" fmla="*/ 1155548 h 1435388"/>
                <a:gd name="connsiteX231" fmla="*/ 234516 w 1495787"/>
                <a:gd name="connsiteY231" fmla="*/ 1098950 h 1435388"/>
                <a:gd name="connsiteX232" fmla="*/ 228758 w 1495787"/>
                <a:gd name="connsiteY232" fmla="*/ 1063552 h 1435388"/>
                <a:gd name="connsiteX233" fmla="*/ 235291 w 1495787"/>
                <a:gd name="connsiteY233" fmla="*/ 1060654 h 1435388"/>
                <a:gd name="connsiteX234" fmla="*/ 246642 w 1495787"/>
                <a:gd name="connsiteY234" fmla="*/ 1054794 h 1435388"/>
                <a:gd name="connsiteX235" fmla="*/ 261652 w 1495787"/>
                <a:gd name="connsiteY235" fmla="*/ 1038182 h 1435388"/>
                <a:gd name="connsiteX236" fmla="*/ 267258 w 1495787"/>
                <a:gd name="connsiteY236" fmla="*/ 1029158 h 1435388"/>
                <a:gd name="connsiteX237" fmla="*/ 268300 w 1495787"/>
                <a:gd name="connsiteY237" fmla="*/ 1010220 h 1435388"/>
                <a:gd name="connsiteX238" fmla="*/ 278099 w 1495787"/>
                <a:gd name="connsiteY238" fmla="*/ 994929 h 1435388"/>
                <a:gd name="connsiteX239" fmla="*/ 282014 w 1495787"/>
                <a:gd name="connsiteY239" fmla="*/ 990608 h 1435388"/>
                <a:gd name="connsiteX240" fmla="*/ 299758 w 1495787"/>
                <a:gd name="connsiteY240" fmla="*/ 943949 h 1435388"/>
                <a:gd name="connsiteX241" fmla="*/ 324288 w 1495787"/>
                <a:gd name="connsiteY241" fmla="*/ 929040 h 1435388"/>
                <a:gd name="connsiteX242" fmla="*/ 341523 w 1495787"/>
                <a:gd name="connsiteY242" fmla="*/ 929167 h 1435388"/>
                <a:gd name="connsiteX243" fmla="*/ 354170 w 1495787"/>
                <a:gd name="connsiteY243" fmla="*/ 927349 h 1435388"/>
                <a:gd name="connsiteX244" fmla="*/ 363448 w 1495787"/>
                <a:gd name="connsiteY244" fmla="*/ 919367 h 1435388"/>
                <a:gd name="connsiteX245" fmla="*/ 363448 w 1495787"/>
                <a:gd name="connsiteY245" fmla="*/ 911525 h 1435388"/>
                <a:gd name="connsiteX246" fmla="*/ 374799 w 1495787"/>
                <a:gd name="connsiteY246" fmla="*/ 901725 h 1435388"/>
                <a:gd name="connsiteX247" fmla="*/ 374278 w 1495787"/>
                <a:gd name="connsiteY247" fmla="*/ 895713 h 1435388"/>
                <a:gd name="connsiteX248" fmla="*/ 371532 w 1495787"/>
                <a:gd name="connsiteY248" fmla="*/ 885380 h 1435388"/>
                <a:gd name="connsiteX249" fmla="*/ 378065 w 1495787"/>
                <a:gd name="connsiteY249" fmla="*/ 866950 h 1435388"/>
                <a:gd name="connsiteX250" fmla="*/ 392936 w 1495787"/>
                <a:gd name="connsiteY250" fmla="*/ 842254 h 1435388"/>
                <a:gd name="connsiteX251" fmla="*/ 411468 w 1495787"/>
                <a:gd name="connsiteY251" fmla="*/ 850618 h 1435388"/>
                <a:gd name="connsiteX252" fmla="*/ 416170 w 1495787"/>
                <a:gd name="connsiteY252" fmla="*/ 854278 h 1435388"/>
                <a:gd name="connsiteX253" fmla="*/ 445798 w 1495787"/>
                <a:gd name="connsiteY253" fmla="*/ 860290 h 1435388"/>
                <a:gd name="connsiteX254" fmla="*/ 476328 w 1495787"/>
                <a:gd name="connsiteY254" fmla="*/ 862120 h 1435388"/>
                <a:gd name="connsiteX255" fmla="*/ 478005 w 1495787"/>
                <a:gd name="connsiteY255" fmla="*/ 908004 h 1435388"/>
                <a:gd name="connsiteX256" fmla="*/ 508688 w 1495787"/>
                <a:gd name="connsiteY256" fmla="*/ 896235 h 1435388"/>
                <a:gd name="connsiteX257" fmla="*/ 565337 w 1495787"/>
                <a:gd name="connsiteY257" fmla="*/ 861587 h 1435388"/>
                <a:gd name="connsiteX258" fmla="*/ 583869 w 1495787"/>
                <a:gd name="connsiteY258" fmla="*/ 855053 h 1435388"/>
                <a:gd name="connsiteX259" fmla="*/ 605514 w 1495787"/>
                <a:gd name="connsiteY259" fmla="*/ 809970 h 1435388"/>
                <a:gd name="connsiteX260" fmla="*/ 620004 w 1495787"/>
                <a:gd name="connsiteY260" fmla="*/ 769056 h 1435388"/>
                <a:gd name="connsiteX261" fmla="*/ 627833 w 1495787"/>
                <a:gd name="connsiteY261" fmla="*/ 765142 h 1435388"/>
                <a:gd name="connsiteX262" fmla="*/ 631888 w 1495787"/>
                <a:gd name="connsiteY262" fmla="*/ 756397 h 1435388"/>
                <a:gd name="connsiteX263" fmla="*/ 636705 w 1495787"/>
                <a:gd name="connsiteY263" fmla="*/ 746318 h 1435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Lst>
              <a:rect l="l" t="t" r="r" b="b"/>
              <a:pathLst>
                <a:path w="1495787" h="1435388">
                  <a:moveTo>
                    <a:pt x="636705" y="746318"/>
                  </a:moveTo>
                  <a:lnTo>
                    <a:pt x="643632" y="711416"/>
                  </a:lnTo>
                  <a:lnTo>
                    <a:pt x="636070" y="680453"/>
                  </a:lnTo>
                  <a:lnTo>
                    <a:pt x="634227" y="673247"/>
                  </a:lnTo>
                  <a:lnTo>
                    <a:pt x="601866" y="675204"/>
                  </a:lnTo>
                  <a:lnTo>
                    <a:pt x="598219" y="653127"/>
                  </a:lnTo>
                  <a:lnTo>
                    <a:pt x="594164" y="636133"/>
                  </a:lnTo>
                  <a:lnTo>
                    <a:pt x="519657" y="595486"/>
                  </a:lnTo>
                  <a:lnTo>
                    <a:pt x="544848" y="576141"/>
                  </a:lnTo>
                  <a:lnTo>
                    <a:pt x="554101" y="575213"/>
                  </a:lnTo>
                  <a:lnTo>
                    <a:pt x="542751" y="522682"/>
                  </a:lnTo>
                  <a:lnTo>
                    <a:pt x="527995" y="484640"/>
                  </a:lnTo>
                  <a:lnTo>
                    <a:pt x="491974" y="496283"/>
                  </a:lnTo>
                  <a:lnTo>
                    <a:pt x="479721" y="469477"/>
                  </a:lnTo>
                  <a:lnTo>
                    <a:pt x="458178" y="476162"/>
                  </a:lnTo>
                  <a:lnTo>
                    <a:pt x="469274" y="406358"/>
                  </a:lnTo>
                  <a:lnTo>
                    <a:pt x="386403" y="408569"/>
                  </a:lnTo>
                  <a:lnTo>
                    <a:pt x="386022" y="386886"/>
                  </a:lnTo>
                  <a:lnTo>
                    <a:pt x="367084" y="356953"/>
                  </a:lnTo>
                  <a:lnTo>
                    <a:pt x="364491" y="346633"/>
                  </a:lnTo>
                  <a:lnTo>
                    <a:pt x="327173" y="324542"/>
                  </a:lnTo>
                  <a:lnTo>
                    <a:pt x="328978" y="296173"/>
                  </a:lnTo>
                  <a:lnTo>
                    <a:pt x="302376" y="293695"/>
                  </a:lnTo>
                  <a:lnTo>
                    <a:pt x="279917" y="258932"/>
                  </a:lnTo>
                  <a:lnTo>
                    <a:pt x="241557" y="263495"/>
                  </a:lnTo>
                  <a:lnTo>
                    <a:pt x="239079" y="320221"/>
                  </a:lnTo>
                  <a:lnTo>
                    <a:pt x="189738" y="373044"/>
                  </a:lnTo>
                  <a:lnTo>
                    <a:pt x="171995" y="368062"/>
                  </a:lnTo>
                  <a:lnTo>
                    <a:pt x="155433" y="376692"/>
                  </a:lnTo>
                  <a:lnTo>
                    <a:pt x="152802" y="366359"/>
                  </a:lnTo>
                  <a:lnTo>
                    <a:pt x="158153" y="354475"/>
                  </a:lnTo>
                  <a:lnTo>
                    <a:pt x="152294" y="310154"/>
                  </a:lnTo>
                  <a:lnTo>
                    <a:pt x="71508" y="290543"/>
                  </a:lnTo>
                  <a:lnTo>
                    <a:pt x="40978" y="272125"/>
                  </a:lnTo>
                  <a:lnTo>
                    <a:pt x="0" y="247163"/>
                  </a:lnTo>
                  <a:lnTo>
                    <a:pt x="19841" y="239575"/>
                  </a:lnTo>
                  <a:lnTo>
                    <a:pt x="78956" y="230690"/>
                  </a:lnTo>
                  <a:lnTo>
                    <a:pt x="90306" y="218539"/>
                  </a:lnTo>
                  <a:lnTo>
                    <a:pt x="165602" y="193576"/>
                  </a:lnTo>
                  <a:lnTo>
                    <a:pt x="194441" y="152535"/>
                  </a:lnTo>
                  <a:lnTo>
                    <a:pt x="206312" y="106397"/>
                  </a:lnTo>
                  <a:lnTo>
                    <a:pt x="231110" y="102876"/>
                  </a:lnTo>
                  <a:lnTo>
                    <a:pt x="249387" y="117125"/>
                  </a:lnTo>
                  <a:lnTo>
                    <a:pt x="272482" y="114760"/>
                  </a:lnTo>
                  <a:lnTo>
                    <a:pt x="296097" y="101161"/>
                  </a:lnTo>
                  <a:lnTo>
                    <a:pt x="343862" y="98822"/>
                  </a:lnTo>
                  <a:lnTo>
                    <a:pt x="370884" y="113184"/>
                  </a:lnTo>
                  <a:lnTo>
                    <a:pt x="397245" y="153971"/>
                  </a:lnTo>
                  <a:lnTo>
                    <a:pt x="392809" y="199855"/>
                  </a:lnTo>
                  <a:lnTo>
                    <a:pt x="411735" y="223102"/>
                  </a:lnTo>
                  <a:lnTo>
                    <a:pt x="443307" y="223102"/>
                  </a:lnTo>
                  <a:lnTo>
                    <a:pt x="457262" y="229902"/>
                  </a:lnTo>
                  <a:lnTo>
                    <a:pt x="487042" y="192915"/>
                  </a:lnTo>
                  <a:lnTo>
                    <a:pt x="505561" y="191619"/>
                  </a:lnTo>
                  <a:lnTo>
                    <a:pt x="593249" y="198940"/>
                  </a:lnTo>
                  <a:lnTo>
                    <a:pt x="620652" y="211752"/>
                  </a:lnTo>
                  <a:lnTo>
                    <a:pt x="669866" y="196589"/>
                  </a:lnTo>
                  <a:lnTo>
                    <a:pt x="697142" y="171626"/>
                  </a:lnTo>
                  <a:lnTo>
                    <a:pt x="727418" y="176316"/>
                  </a:lnTo>
                  <a:lnTo>
                    <a:pt x="748288" y="188086"/>
                  </a:lnTo>
                  <a:lnTo>
                    <a:pt x="772679" y="178540"/>
                  </a:lnTo>
                  <a:lnTo>
                    <a:pt x="787308" y="133190"/>
                  </a:lnTo>
                  <a:lnTo>
                    <a:pt x="803882" y="111761"/>
                  </a:lnTo>
                  <a:lnTo>
                    <a:pt x="830625" y="112015"/>
                  </a:lnTo>
                  <a:lnTo>
                    <a:pt x="851647" y="106397"/>
                  </a:lnTo>
                  <a:lnTo>
                    <a:pt x="850478" y="86404"/>
                  </a:lnTo>
                  <a:lnTo>
                    <a:pt x="874361" y="74240"/>
                  </a:lnTo>
                  <a:lnTo>
                    <a:pt x="897061" y="80379"/>
                  </a:lnTo>
                  <a:lnTo>
                    <a:pt x="947952" y="46532"/>
                  </a:lnTo>
                  <a:lnTo>
                    <a:pt x="965048" y="12431"/>
                  </a:lnTo>
                  <a:lnTo>
                    <a:pt x="995717" y="0"/>
                  </a:lnTo>
                  <a:lnTo>
                    <a:pt x="1019727" y="12812"/>
                  </a:lnTo>
                  <a:lnTo>
                    <a:pt x="1027036" y="39745"/>
                  </a:lnTo>
                  <a:lnTo>
                    <a:pt x="1058226" y="19879"/>
                  </a:lnTo>
                  <a:lnTo>
                    <a:pt x="1102191" y="19091"/>
                  </a:lnTo>
                  <a:lnTo>
                    <a:pt x="1114469" y="27848"/>
                  </a:lnTo>
                  <a:lnTo>
                    <a:pt x="1157404" y="28623"/>
                  </a:lnTo>
                  <a:lnTo>
                    <a:pt x="1176597" y="41181"/>
                  </a:lnTo>
                  <a:lnTo>
                    <a:pt x="1171754" y="77520"/>
                  </a:lnTo>
                  <a:lnTo>
                    <a:pt x="1176190" y="91107"/>
                  </a:lnTo>
                  <a:lnTo>
                    <a:pt x="1214041" y="121294"/>
                  </a:lnTo>
                  <a:lnTo>
                    <a:pt x="1231403" y="139596"/>
                  </a:lnTo>
                  <a:lnTo>
                    <a:pt x="1256327" y="146256"/>
                  </a:lnTo>
                  <a:lnTo>
                    <a:pt x="1305783" y="147438"/>
                  </a:lnTo>
                  <a:lnTo>
                    <a:pt x="1343494" y="159056"/>
                  </a:lnTo>
                  <a:lnTo>
                    <a:pt x="1355366" y="155535"/>
                  </a:lnTo>
                  <a:lnTo>
                    <a:pt x="1362420" y="131233"/>
                  </a:lnTo>
                  <a:lnTo>
                    <a:pt x="1379248" y="124166"/>
                  </a:lnTo>
                  <a:lnTo>
                    <a:pt x="1407706" y="139329"/>
                  </a:lnTo>
                  <a:lnTo>
                    <a:pt x="1434715" y="151480"/>
                  </a:lnTo>
                  <a:lnTo>
                    <a:pt x="1420493" y="170571"/>
                  </a:lnTo>
                  <a:lnTo>
                    <a:pt x="1418929" y="217751"/>
                  </a:lnTo>
                  <a:lnTo>
                    <a:pt x="1383036" y="236308"/>
                  </a:lnTo>
                  <a:lnTo>
                    <a:pt x="1389568" y="254992"/>
                  </a:lnTo>
                  <a:lnTo>
                    <a:pt x="1377951" y="273968"/>
                  </a:lnTo>
                  <a:lnTo>
                    <a:pt x="1368431" y="272253"/>
                  </a:lnTo>
                  <a:lnTo>
                    <a:pt x="1357336" y="268605"/>
                  </a:lnTo>
                  <a:lnTo>
                    <a:pt x="1338677" y="317997"/>
                  </a:lnTo>
                  <a:lnTo>
                    <a:pt x="1306685" y="325330"/>
                  </a:lnTo>
                  <a:lnTo>
                    <a:pt x="1311655" y="412255"/>
                  </a:lnTo>
                  <a:lnTo>
                    <a:pt x="1332030" y="410285"/>
                  </a:lnTo>
                  <a:lnTo>
                    <a:pt x="1336466" y="440993"/>
                  </a:lnTo>
                  <a:lnTo>
                    <a:pt x="1317667" y="454059"/>
                  </a:lnTo>
                  <a:lnTo>
                    <a:pt x="1363602" y="503070"/>
                  </a:lnTo>
                  <a:lnTo>
                    <a:pt x="1345070" y="517064"/>
                  </a:lnTo>
                  <a:lnTo>
                    <a:pt x="1355124" y="549869"/>
                  </a:lnTo>
                  <a:lnTo>
                    <a:pt x="1350548" y="567778"/>
                  </a:lnTo>
                  <a:lnTo>
                    <a:pt x="1362559" y="569608"/>
                  </a:lnTo>
                  <a:lnTo>
                    <a:pt x="1353675" y="640836"/>
                  </a:lnTo>
                  <a:lnTo>
                    <a:pt x="1312837" y="646466"/>
                  </a:lnTo>
                  <a:lnTo>
                    <a:pt x="1313358" y="658223"/>
                  </a:lnTo>
                  <a:lnTo>
                    <a:pt x="1382260" y="670768"/>
                  </a:lnTo>
                  <a:lnTo>
                    <a:pt x="1389048" y="727621"/>
                  </a:lnTo>
                  <a:lnTo>
                    <a:pt x="1390878" y="740433"/>
                  </a:lnTo>
                  <a:lnTo>
                    <a:pt x="1406791" y="751669"/>
                  </a:lnTo>
                  <a:lnTo>
                    <a:pt x="1400665" y="759397"/>
                  </a:lnTo>
                  <a:lnTo>
                    <a:pt x="1404440" y="795989"/>
                  </a:lnTo>
                  <a:lnTo>
                    <a:pt x="1424547" y="839763"/>
                  </a:lnTo>
                  <a:lnTo>
                    <a:pt x="1417112" y="865400"/>
                  </a:lnTo>
                  <a:lnTo>
                    <a:pt x="1458077" y="871399"/>
                  </a:lnTo>
                  <a:lnTo>
                    <a:pt x="1492280" y="850618"/>
                  </a:lnTo>
                  <a:lnTo>
                    <a:pt x="1495788" y="870229"/>
                  </a:lnTo>
                  <a:lnTo>
                    <a:pt x="1475578" y="902513"/>
                  </a:lnTo>
                  <a:lnTo>
                    <a:pt x="1465385" y="904471"/>
                  </a:lnTo>
                  <a:lnTo>
                    <a:pt x="1450234" y="946821"/>
                  </a:lnTo>
                  <a:lnTo>
                    <a:pt x="1422590" y="970081"/>
                  </a:lnTo>
                  <a:lnTo>
                    <a:pt x="1369868" y="980668"/>
                  </a:lnTo>
                  <a:lnTo>
                    <a:pt x="1375994" y="991243"/>
                  </a:lnTo>
                  <a:lnTo>
                    <a:pt x="1385133" y="1014910"/>
                  </a:lnTo>
                  <a:lnTo>
                    <a:pt x="1391386" y="1023667"/>
                  </a:lnTo>
                  <a:lnTo>
                    <a:pt x="1398453" y="1030200"/>
                  </a:lnTo>
                  <a:lnTo>
                    <a:pt x="1399089" y="1035945"/>
                  </a:lnTo>
                  <a:lnTo>
                    <a:pt x="1396737" y="1045490"/>
                  </a:lnTo>
                  <a:lnTo>
                    <a:pt x="1396089" y="1055049"/>
                  </a:lnTo>
                  <a:lnTo>
                    <a:pt x="1398834" y="1062230"/>
                  </a:lnTo>
                  <a:lnTo>
                    <a:pt x="1404973" y="1066272"/>
                  </a:lnTo>
                  <a:lnTo>
                    <a:pt x="1405482" y="1074648"/>
                  </a:lnTo>
                  <a:lnTo>
                    <a:pt x="1400004" y="1082363"/>
                  </a:lnTo>
                  <a:lnTo>
                    <a:pt x="1403804" y="1089938"/>
                  </a:lnTo>
                  <a:lnTo>
                    <a:pt x="1415014" y="1104440"/>
                  </a:lnTo>
                  <a:lnTo>
                    <a:pt x="1416718" y="1107071"/>
                  </a:lnTo>
                  <a:lnTo>
                    <a:pt x="1417874" y="1114113"/>
                  </a:lnTo>
                  <a:lnTo>
                    <a:pt x="1410846" y="1122997"/>
                  </a:lnTo>
                  <a:lnTo>
                    <a:pt x="1409664" y="1136064"/>
                  </a:lnTo>
                  <a:lnTo>
                    <a:pt x="1389568" y="1161433"/>
                  </a:lnTo>
                  <a:lnTo>
                    <a:pt x="1385400" y="1173330"/>
                  </a:lnTo>
                  <a:lnTo>
                    <a:pt x="1388247" y="1189396"/>
                  </a:lnTo>
                  <a:lnTo>
                    <a:pt x="1396089" y="1202207"/>
                  </a:lnTo>
                  <a:lnTo>
                    <a:pt x="1396356" y="1221819"/>
                  </a:lnTo>
                  <a:lnTo>
                    <a:pt x="1409015" y="1265606"/>
                  </a:lnTo>
                  <a:lnTo>
                    <a:pt x="1399622" y="1281557"/>
                  </a:lnTo>
                  <a:lnTo>
                    <a:pt x="1397398" y="1298144"/>
                  </a:lnTo>
                  <a:lnTo>
                    <a:pt x="1400792" y="1315786"/>
                  </a:lnTo>
                  <a:lnTo>
                    <a:pt x="1407820" y="1322319"/>
                  </a:lnTo>
                  <a:lnTo>
                    <a:pt x="1420239" y="1324683"/>
                  </a:lnTo>
                  <a:lnTo>
                    <a:pt x="1427941" y="1348997"/>
                  </a:lnTo>
                  <a:lnTo>
                    <a:pt x="1430279" y="1364288"/>
                  </a:lnTo>
                  <a:lnTo>
                    <a:pt x="1427026" y="1375918"/>
                  </a:lnTo>
                  <a:lnTo>
                    <a:pt x="1426771" y="1378409"/>
                  </a:lnTo>
                  <a:lnTo>
                    <a:pt x="1423759" y="1386772"/>
                  </a:lnTo>
                  <a:lnTo>
                    <a:pt x="1429110" y="1402711"/>
                  </a:lnTo>
                  <a:lnTo>
                    <a:pt x="1430279" y="1416311"/>
                  </a:lnTo>
                  <a:lnTo>
                    <a:pt x="1423238" y="1425970"/>
                  </a:lnTo>
                  <a:lnTo>
                    <a:pt x="1409282" y="1435389"/>
                  </a:lnTo>
                  <a:lnTo>
                    <a:pt x="1347155" y="1419450"/>
                  </a:lnTo>
                  <a:lnTo>
                    <a:pt x="1321442" y="1411087"/>
                  </a:lnTo>
                  <a:lnTo>
                    <a:pt x="1313218" y="1389391"/>
                  </a:lnTo>
                  <a:lnTo>
                    <a:pt x="1312964" y="1379044"/>
                  </a:lnTo>
                  <a:lnTo>
                    <a:pt x="1291166" y="1356840"/>
                  </a:lnTo>
                  <a:lnTo>
                    <a:pt x="1273677" y="1297102"/>
                  </a:lnTo>
                  <a:lnTo>
                    <a:pt x="1254370" y="1243515"/>
                  </a:lnTo>
                  <a:lnTo>
                    <a:pt x="1248625" y="1218553"/>
                  </a:lnTo>
                  <a:lnTo>
                    <a:pt x="1244965" y="1210050"/>
                  </a:lnTo>
                  <a:lnTo>
                    <a:pt x="1230221" y="1181032"/>
                  </a:lnTo>
                  <a:lnTo>
                    <a:pt x="1223700" y="1159349"/>
                  </a:lnTo>
                  <a:lnTo>
                    <a:pt x="1222137" y="1132543"/>
                  </a:lnTo>
                  <a:lnTo>
                    <a:pt x="1213659" y="1116464"/>
                  </a:lnTo>
                  <a:lnTo>
                    <a:pt x="1204648" y="1099077"/>
                  </a:lnTo>
                  <a:lnTo>
                    <a:pt x="1189777" y="1086011"/>
                  </a:lnTo>
                  <a:lnTo>
                    <a:pt x="1186510" y="1036619"/>
                  </a:lnTo>
                  <a:lnTo>
                    <a:pt x="1106640" y="992565"/>
                  </a:lnTo>
                  <a:lnTo>
                    <a:pt x="1074025" y="1036619"/>
                  </a:lnTo>
                  <a:lnTo>
                    <a:pt x="1045694" y="1035564"/>
                  </a:lnTo>
                  <a:lnTo>
                    <a:pt x="1047143" y="1025510"/>
                  </a:lnTo>
                  <a:lnTo>
                    <a:pt x="1045173" y="1019358"/>
                  </a:lnTo>
                  <a:lnTo>
                    <a:pt x="1031471" y="975051"/>
                  </a:lnTo>
                  <a:lnTo>
                    <a:pt x="1020769" y="926815"/>
                  </a:lnTo>
                  <a:lnTo>
                    <a:pt x="1015939" y="917283"/>
                  </a:lnTo>
                  <a:lnTo>
                    <a:pt x="1004589" y="902641"/>
                  </a:lnTo>
                  <a:lnTo>
                    <a:pt x="996493" y="897531"/>
                  </a:lnTo>
                  <a:lnTo>
                    <a:pt x="991015" y="898586"/>
                  </a:lnTo>
                  <a:lnTo>
                    <a:pt x="992845" y="904865"/>
                  </a:lnTo>
                  <a:lnTo>
                    <a:pt x="987621" y="908004"/>
                  </a:lnTo>
                  <a:lnTo>
                    <a:pt x="984367" y="928391"/>
                  </a:lnTo>
                  <a:lnTo>
                    <a:pt x="989972" y="960154"/>
                  </a:lnTo>
                  <a:lnTo>
                    <a:pt x="1001590" y="1012431"/>
                  </a:lnTo>
                  <a:lnTo>
                    <a:pt x="1003153" y="1019485"/>
                  </a:lnTo>
                  <a:lnTo>
                    <a:pt x="1008123" y="1042618"/>
                  </a:lnTo>
                  <a:lnTo>
                    <a:pt x="1013982" y="1049685"/>
                  </a:lnTo>
                  <a:lnTo>
                    <a:pt x="1015813" y="1062751"/>
                  </a:lnTo>
                  <a:lnTo>
                    <a:pt x="1029120" y="1097272"/>
                  </a:lnTo>
                  <a:lnTo>
                    <a:pt x="1005110" y="1111901"/>
                  </a:lnTo>
                  <a:lnTo>
                    <a:pt x="997802" y="1175948"/>
                  </a:lnTo>
                  <a:lnTo>
                    <a:pt x="941432" y="1188620"/>
                  </a:lnTo>
                  <a:lnTo>
                    <a:pt x="935954" y="1177905"/>
                  </a:lnTo>
                  <a:lnTo>
                    <a:pt x="922126" y="1159349"/>
                  </a:lnTo>
                  <a:lnTo>
                    <a:pt x="900060" y="1136737"/>
                  </a:lnTo>
                  <a:lnTo>
                    <a:pt x="948601" y="1118053"/>
                  </a:lnTo>
                  <a:lnTo>
                    <a:pt x="947432" y="1102750"/>
                  </a:lnTo>
                  <a:lnTo>
                    <a:pt x="937772" y="1094641"/>
                  </a:lnTo>
                  <a:lnTo>
                    <a:pt x="873039" y="1113465"/>
                  </a:lnTo>
                  <a:lnTo>
                    <a:pt x="847084" y="1125095"/>
                  </a:lnTo>
                  <a:lnTo>
                    <a:pt x="835861" y="1131373"/>
                  </a:lnTo>
                  <a:lnTo>
                    <a:pt x="804797" y="1122222"/>
                  </a:lnTo>
                  <a:lnTo>
                    <a:pt x="798925" y="1109423"/>
                  </a:lnTo>
                  <a:lnTo>
                    <a:pt x="786520" y="1078575"/>
                  </a:lnTo>
                  <a:lnTo>
                    <a:pt x="762257" y="1067860"/>
                  </a:lnTo>
                  <a:lnTo>
                    <a:pt x="730812" y="1091501"/>
                  </a:lnTo>
                  <a:lnTo>
                    <a:pt x="698439" y="1090459"/>
                  </a:lnTo>
                  <a:lnTo>
                    <a:pt x="698184" y="1100539"/>
                  </a:lnTo>
                  <a:lnTo>
                    <a:pt x="711746" y="1116871"/>
                  </a:lnTo>
                  <a:lnTo>
                    <a:pt x="615822" y="1124840"/>
                  </a:lnTo>
                  <a:lnTo>
                    <a:pt x="611526" y="1071508"/>
                  </a:lnTo>
                  <a:lnTo>
                    <a:pt x="593122" y="1044715"/>
                  </a:lnTo>
                  <a:lnTo>
                    <a:pt x="578251" y="1019231"/>
                  </a:lnTo>
                  <a:lnTo>
                    <a:pt x="482734" y="1034776"/>
                  </a:lnTo>
                  <a:lnTo>
                    <a:pt x="505155" y="1095035"/>
                  </a:lnTo>
                  <a:lnTo>
                    <a:pt x="448925" y="1150858"/>
                  </a:lnTo>
                  <a:lnTo>
                    <a:pt x="426224" y="1145494"/>
                  </a:lnTo>
                  <a:lnTo>
                    <a:pt x="370223" y="1131246"/>
                  </a:lnTo>
                  <a:lnTo>
                    <a:pt x="256950" y="1155548"/>
                  </a:lnTo>
                  <a:lnTo>
                    <a:pt x="234516" y="1098950"/>
                  </a:lnTo>
                  <a:lnTo>
                    <a:pt x="228758" y="1063552"/>
                  </a:lnTo>
                  <a:lnTo>
                    <a:pt x="235291" y="1060654"/>
                  </a:lnTo>
                  <a:lnTo>
                    <a:pt x="246642" y="1054794"/>
                  </a:lnTo>
                  <a:lnTo>
                    <a:pt x="261652" y="1038182"/>
                  </a:lnTo>
                  <a:lnTo>
                    <a:pt x="267258" y="1029158"/>
                  </a:lnTo>
                  <a:lnTo>
                    <a:pt x="268300" y="1010220"/>
                  </a:lnTo>
                  <a:lnTo>
                    <a:pt x="278099" y="994929"/>
                  </a:lnTo>
                  <a:lnTo>
                    <a:pt x="282014" y="990608"/>
                  </a:lnTo>
                  <a:lnTo>
                    <a:pt x="299758" y="943949"/>
                  </a:lnTo>
                  <a:lnTo>
                    <a:pt x="324288" y="929040"/>
                  </a:lnTo>
                  <a:lnTo>
                    <a:pt x="341523" y="929167"/>
                  </a:lnTo>
                  <a:lnTo>
                    <a:pt x="354170" y="927349"/>
                  </a:lnTo>
                  <a:lnTo>
                    <a:pt x="363448" y="919367"/>
                  </a:lnTo>
                  <a:lnTo>
                    <a:pt x="363448" y="911525"/>
                  </a:lnTo>
                  <a:lnTo>
                    <a:pt x="374799" y="901725"/>
                  </a:lnTo>
                  <a:lnTo>
                    <a:pt x="374278" y="895713"/>
                  </a:lnTo>
                  <a:lnTo>
                    <a:pt x="371532" y="885380"/>
                  </a:lnTo>
                  <a:lnTo>
                    <a:pt x="378065" y="866950"/>
                  </a:lnTo>
                  <a:lnTo>
                    <a:pt x="392936" y="842254"/>
                  </a:lnTo>
                  <a:lnTo>
                    <a:pt x="411468" y="850618"/>
                  </a:lnTo>
                  <a:lnTo>
                    <a:pt x="416170" y="854278"/>
                  </a:lnTo>
                  <a:lnTo>
                    <a:pt x="445798" y="860290"/>
                  </a:lnTo>
                  <a:lnTo>
                    <a:pt x="476328" y="862120"/>
                  </a:lnTo>
                  <a:lnTo>
                    <a:pt x="478005" y="908004"/>
                  </a:lnTo>
                  <a:lnTo>
                    <a:pt x="508688" y="896235"/>
                  </a:lnTo>
                  <a:lnTo>
                    <a:pt x="565337" y="861587"/>
                  </a:lnTo>
                  <a:lnTo>
                    <a:pt x="583869" y="855053"/>
                  </a:lnTo>
                  <a:lnTo>
                    <a:pt x="605514" y="809970"/>
                  </a:lnTo>
                  <a:lnTo>
                    <a:pt x="620004" y="769056"/>
                  </a:lnTo>
                  <a:lnTo>
                    <a:pt x="627833" y="765142"/>
                  </a:lnTo>
                  <a:lnTo>
                    <a:pt x="631888" y="756397"/>
                  </a:lnTo>
                  <a:lnTo>
                    <a:pt x="636705" y="746318"/>
                  </a:lnTo>
                  <a:close/>
                </a:path>
              </a:pathLst>
            </a:custGeom>
            <a:solidFill>
              <a:srgbClr val="FFFFFF"/>
            </a:solidFill>
            <a:ln w="12700" cap="flat">
              <a:noFill/>
              <a:prstDash val="solid"/>
              <a:miter/>
            </a:ln>
          </p:spPr>
          <p:txBody>
            <a:bodyPr rtlCol="0" anchor="ctr"/>
            <a:lstStyle/>
            <a:p>
              <a:endParaRPr lang="de-CH"/>
            </a:p>
          </p:txBody>
        </p:sp>
        <p:sp>
          <p:nvSpPr>
            <p:cNvPr id="119" name="Freihandform: Form 118">
              <a:extLst>
                <a:ext uri="{FF2B5EF4-FFF2-40B4-BE49-F238E27FC236}">
                  <a16:creationId xmlns:a16="http://schemas.microsoft.com/office/drawing/2014/main" id="{5DD5CF92-5469-4062-2BB3-8629A3E72642}"/>
                </a:ext>
              </a:extLst>
            </p:cNvPr>
            <p:cNvSpPr/>
            <p:nvPr/>
          </p:nvSpPr>
          <p:spPr>
            <a:xfrm>
              <a:off x="5083081" y="1054595"/>
              <a:ext cx="1495787" cy="1435388"/>
            </a:xfrm>
            <a:custGeom>
              <a:avLst/>
              <a:gdLst>
                <a:gd name="connsiteX0" fmla="*/ 636705 w 1495787"/>
                <a:gd name="connsiteY0" fmla="*/ 746318 h 1435388"/>
                <a:gd name="connsiteX1" fmla="*/ 643632 w 1495787"/>
                <a:gd name="connsiteY1" fmla="*/ 711416 h 1435388"/>
                <a:gd name="connsiteX2" fmla="*/ 636070 w 1495787"/>
                <a:gd name="connsiteY2" fmla="*/ 680453 h 1435388"/>
                <a:gd name="connsiteX3" fmla="*/ 634227 w 1495787"/>
                <a:gd name="connsiteY3" fmla="*/ 673247 h 1435388"/>
                <a:gd name="connsiteX4" fmla="*/ 601866 w 1495787"/>
                <a:gd name="connsiteY4" fmla="*/ 675204 h 1435388"/>
                <a:gd name="connsiteX5" fmla="*/ 598219 w 1495787"/>
                <a:gd name="connsiteY5" fmla="*/ 653127 h 1435388"/>
                <a:gd name="connsiteX6" fmla="*/ 594164 w 1495787"/>
                <a:gd name="connsiteY6" fmla="*/ 636133 h 1435388"/>
                <a:gd name="connsiteX7" fmla="*/ 519657 w 1495787"/>
                <a:gd name="connsiteY7" fmla="*/ 595486 h 1435388"/>
                <a:gd name="connsiteX8" fmla="*/ 544848 w 1495787"/>
                <a:gd name="connsiteY8" fmla="*/ 576141 h 1435388"/>
                <a:gd name="connsiteX9" fmla="*/ 554101 w 1495787"/>
                <a:gd name="connsiteY9" fmla="*/ 575213 h 1435388"/>
                <a:gd name="connsiteX10" fmla="*/ 542751 w 1495787"/>
                <a:gd name="connsiteY10" fmla="*/ 522682 h 1435388"/>
                <a:gd name="connsiteX11" fmla="*/ 527995 w 1495787"/>
                <a:gd name="connsiteY11" fmla="*/ 484640 h 1435388"/>
                <a:gd name="connsiteX12" fmla="*/ 491974 w 1495787"/>
                <a:gd name="connsiteY12" fmla="*/ 496283 h 1435388"/>
                <a:gd name="connsiteX13" fmla="*/ 479721 w 1495787"/>
                <a:gd name="connsiteY13" fmla="*/ 469477 h 1435388"/>
                <a:gd name="connsiteX14" fmla="*/ 458178 w 1495787"/>
                <a:gd name="connsiteY14" fmla="*/ 476162 h 1435388"/>
                <a:gd name="connsiteX15" fmla="*/ 469274 w 1495787"/>
                <a:gd name="connsiteY15" fmla="*/ 406358 h 1435388"/>
                <a:gd name="connsiteX16" fmla="*/ 386403 w 1495787"/>
                <a:gd name="connsiteY16" fmla="*/ 408569 h 1435388"/>
                <a:gd name="connsiteX17" fmla="*/ 386022 w 1495787"/>
                <a:gd name="connsiteY17" fmla="*/ 386886 h 1435388"/>
                <a:gd name="connsiteX18" fmla="*/ 367084 w 1495787"/>
                <a:gd name="connsiteY18" fmla="*/ 356953 h 1435388"/>
                <a:gd name="connsiteX19" fmla="*/ 364491 w 1495787"/>
                <a:gd name="connsiteY19" fmla="*/ 346633 h 1435388"/>
                <a:gd name="connsiteX20" fmla="*/ 327173 w 1495787"/>
                <a:gd name="connsiteY20" fmla="*/ 324542 h 1435388"/>
                <a:gd name="connsiteX21" fmla="*/ 328978 w 1495787"/>
                <a:gd name="connsiteY21" fmla="*/ 296173 h 1435388"/>
                <a:gd name="connsiteX22" fmla="*/ 302376 w 1495787"/>
                <a:gd name="connsiteY22" fmla="*/ 293695 h 1435388"/>
                <a:gd name="connsiteX23" fmla="*/ 279917 w 1495787"/>
                <a:gd name="connsiteY23" fmla="*/ 258932 h 1435388"/>
                <a:gd name="connsiteX24" fmla="*/ 241557 w 1495787"/>
                <a:gd name="connsiteY24" fmla="*/ 263495 h 1435388"/>
                <a:gd name="connsiteX25" fmla="*/ 239079 w 1495787"/>
                <a:gd name="connsiteY25" fmla="*/ 320221 h 1435388"/>
                <a:gd name="connsiteX26" fmla="*/ 189738 w 1495787"/>
                <a:gd name="connsiteY26" fmla="*/ 373044 h 1435388"/>
                <a:gd name="connsiteX27" fmla="*/ 171995 w 1495787"/>
                <a:gd name="connsiteY27" fmla="*/ 368062 h 1435388"/>
                <a:gd name="connsiteX28" fmla="*/ 155433 w 1495787"/>
                <a:gd name="connsiteY28" fmla="*/ 376692 h 1435388"/>
                <a:gd name="connsiteX29" fmla="*/ 152802 w 1495787"/>
                <a:gd name="connsiteY29" fmla="*/ 366359 h 1435388"/>
                <a:gd name="connsiteX30" fmla="*/ 158153 w 1495787"/>
                <a:gd name="connsiteY30" fmla="*/ 354475 h 1435388"/>
                <a:gd name="connsiteX31" fmla="*/ 152294 w 1495787"/>
                <a:gd name="connsiteY31" fmla="*/ 310154 h 1435388"/>
                <a:gd name="connsiteX32" fmla="*/ 71508 w 1495787"/>
                <a:gd name="connsiteY32" fmla="*/ 290543 h 1435388"/>
                <a:gd name="connsiteX33" fmla="*/ 40978 w 1495787"/>
                <a:gd name="connsiteY33" fmla="*/ 272125 h 1435388"/>
                <a:gd name="connsiteX34" fmla="*/ 0 w 1495787"/>
                <a:gd name="connsiteY34" fmla="*/ 247163 h 1435388"/>
                <a:gd name="connsiteX35" fmla="*/ 19841 w 1495787"/>
                <a:gd name="connsiteY35" fmla="*/ 239575 h 1435388"/>
                <a:gd name="connsiteX36" fmla="*/ 78956 w 1495787"/>
                <a:gd name="connsiteY36" fmla="*/ 230690 h 1435388"/>
                <a:gd name="connsiteX37" fmla="*/ 90306 w 1495787"/>
                <a:gd name="connsiteY37" fmla="*/ 218539 h 1435388"/>
                <a:gd name="connsiteX38" fmla="*/ 165602 w 1495787"/>
                <a:gd name="connsiteY38" fmla="*/ 193576 h 1435388"/>
                <a:gd name="connsiteX39" fmla="*/ 194441 w 1495787"/>
                <a:gd name="connsiteY39" fmla="*/ 152535 h 1435388"/>
                <a:gd name="connsiteX40" fmla="*/ 206312 w 1495787"/>
                <a:gd name="connsiteY40" fmla="*/ 106397 h 1435388"/>
                <a:gd name="connsiteX41" fmla="*/ 231110 w 1495787"/>
                <a:gd name="connsiteY41" fmla="*/ 102876 h 1435388"/>
                <a:gd name="connsiteX42" fmla="*/ 249387 w 1495787"/>
                <a:gd name="connsiteY42" fmla="*/ 117125 h 1435388"/>
                <a:gd name="connsiteX43" fmla="*/ 272482 w 1495787"/>
                <a:gd name="connsiteY43" fmla="*/ 114760 h 1435388"/>
                <a:gd name="connsiteX44" fmla="*/ 296097 w 1495787"/>
                <a:gd name="connsiteY44" fmla="*/ 101161 h 1435388"/>
                <a:gd name="connsiteX45" fmla="*/ 343862 w 1495787"/>
                <a:gd name="connsiteY45" fmla="*/ 98822 h 1435388"/>
                <a:gd name="connsiteX46" fmla="*/ 370884 w 1495787"/>
                <a:gd name="connsiteY46" fmla="*/ 113184 h 1435388"/>
                <a:gd name="connsiteX47" fmla="*/ 397245 w 1495787"/>
                <a:gd name="connsiteY47" fmla="*/ 153971 h 1435388"/>
                <a:gd name="connsiteX48" fmla="*/ 392809 w 1495787"/>
                <a:gd name="connsiteY48" fmla="*/ 199855 h 1435388"/>
                <a:gd name="connsiteX49" fmla="*/ 411735 w 1495787"/>
                <a:gd name="connsiteY49" fmla="*/ 223102 h 1435388"/>
                <a:gd name="connsiteX50" fmla="*/ 443307 w 1495787"/>
                <a:gd name="connsiteY50" fmla="*/ 223102 h 1435388"/>
                <a:gd name="connsiteX51" fmla="*/ 457262 w 1495787"/>
                <a:gd name="connsiteY51" fmla="*/ 229902 h 1435388"/>
                <a:gd name="connsiteX52" fmla="*/ 487042 w 1495787"/>
                <a:gd name="connsiteY52" fmla="*/ 192915 h 1435388"/>
                <a:gd name="connsiteX53" fmla="*/ 505561 w 1495787"/>
                <a:gd name="connsiteY53" fmla="*/ 191619 h 1435388"/>
                <a:gd name="connsiteX54" fmla="*/ 593249 w 1495787"/>
                <a:gd name="connsiteY54" fmla="*/ 198940 h 1435388"/>
                <a:gd name="connsiteX55" fmla="*/ 620652 w 1495787"/>
                <a:gd name="connsiteY55" fmla="*/ 211752 h 1435388"/>
                <a:gd name="connsiteX56" fmla="*/ 669866 w 1495787"/>
                <a:gd name="connsiteY56" fmla="*/ 196589 h 1435388"/>
                <a:gd name="connsiteX57" fmla="*/ 697142 w 1495787"/>
                <a:gd name="connsiteY57" fmla="*/ 171626 h 1435388"/>
                <a:gd name="connsiteX58" fmla="*/ 727418 w 1495787"/>
                <a:gd name="connsiteY58" fmla="*/ 176316 h 1435388"/>
                <a:gd name="connsiteX59" fmla="*/ 748288 w 1495787"/>
                <a:gd name="connsiteY59" fmla="*/ 188086 h 1435388"/>
                <a:gd name="connsiteX60" fmla="*/ 772679 w 1495787"/>
                <a:gd name="connsiteY60" fmla="*/ 178540 h 1435388"/>
                <a:gd name="connsiteX61" fmla="*/ 787308 w 1495787"/>
                <a:gd name="connsiteY61" fmla="*/ 133190 h 1435388"/>
                <a:gd name="connsiteX62" fmla="*/ 803882 w 1495787"/>
                <a:gd name="connsiteY62" fmla="*/ 111761 h 1435388"/>
                <a:gd name="connsiteX63" fmla="*/ 830625 w 1495787"/>
                <a:gd name="connsiteY63" fmla="*/ 112015 h 1435388"/>
                <a:gd name="connsiteX64" fmla="*/ 851647 w 1495787"/>
                <a:gd name="connsiteY64" fmla="*/ 106397 h 1435388"/>
                <a:gd name="connsiteX65" fmla="*/ 850478 w 1495787"/>
                <a:gd name="connsiteY65" fmla="*/ 86404 h 1435388"/>
                <a:gd name="connsiteX66" fmla="*/ 874361 w 1495787"/>
                <a:gd name="connsiteY66" fmla="*/ 74240 h 1435388"/>
                <a:gd name="connsiteX67" fmla="*/ 897061 w 1495787"/>
                <a:gd name="connsiteY67" fmla="*/ 80379 h 1435388"/>
                <a:gd name="connsiteX68" fmla="*/ 947952 w 1495787"/>
                <a:gd name="connsiteY68" fmla="*/ 46532 h 1435388"/>
                <a:gd name="connsiteX69" fmla="*/ 965048 w 1495787"/>
                <a:gd name="connsiteY69" fmla="*/ 12431 h 1435388"/>
                <a:gd name="connsiteX70" fmla="*/ 995717 w 1495787"/>
                <a:gd name="connsiteY70" fmla="*/ 0 h 1435388"/>
                <a:gd name="connsiteX71" fmla="*/ 1019727 w 1495787"/>
                <a:gd name="connsiteY71" fmla="*/ 12812 h 1435388"/>
                <a:gd name="connsiteX72" fmla="*/ 1027036 w 1495787"/>
                <a:gd name="connsiteY72" fmla="*/ 39745 h 1435388"/>
                <a:gd name="connsiteX73" fmla="*/ 1058226 w 1495787"/>
                <a:gd name="connsiteY73" fmla="*/ 19879 h 1435388"/>
                <a:gd name="connsiteX74" fmla="*/ 1102191 w 1495787"/>
                <a:gd name="connsiteY74" fmla="*/ 19091 h 1435388"/>
                <a:gd name="connsiteX75" fmla="*/ 1114469 w 1495787"/>
                <a:gd name="connsiteY75" fmla="*/ 27848 h 1435388"/>
                <a:gd name="connsiteX76" fmla="*/ 1157404 w 1495787"/>
                <a:gd name="connsiteY76" fmla="*/ 28623 h 1435388"/>
                <a:gd name="connsiteX77" fmla="*/ 1176597 w 1495787"/>
                <a:gd name="connsiteY77" fmla="*/ 41181 h 1435388"/>
                <a:gd name="connsiteX78" fmla="*/ 1171754 w 1495787"/>
                <a:gd name="connsiteY78" fmla="*/ 77520 h 1435388"/>
                <a:gd name="connsiteX79" fmla="*/ 1176190 w 1495787"/>
                <a:gd name="connsiteY79" fmla="*/ 91107 h 1435388"/>
                <a:gd name="connsiteX80" fmla="*/ 1214041 w 1495787"/>
                <a:gd name="connsiteY80" fmla="*/ 121294 h 1435388"/>
                <a:gd name="connsiteX81" fmla="*/ 1231403 w 1495787"/>
                <a:gd name="connsiteY81" fmla="*/ 139596 h 1435388"/>
                <a:gd name="connsiteX82" fmla="*/ 1256327 w 1495787"/>
                <a:gd name="connsiteY82" fmla="*/ 146256 h 1435388"/>
                <a:gd name="connsiteX83" fmla="*/ 1305783 w 1495787"/>
                <a:gd name="connsiteY83" fmla="*/ 147438 h 1435388"/>
                <a:gd name="connsiteX84" fmla="*/ 1343494 w 1495787"/>
                <a:gd name="connsiteY84" fmla="*/ 159056 h 1435388"/>
                <a:gd name="connsiteX85" fmla="*/ 1355366 w 1495787"/>
                <a:gd name="connsiteY85" fmla="*/ 155535 h 1435388"/>
                <a:gd name="connsiteX86" fmla="*/ 1362420 w 1495787"/>
                <a:gd name="connsiteY86" fmla="*/ 131233 h 1435388"/>
                <a:gd name="connsiteX87" fmla="*/ 1379248 w 1495787"/>
                <a:gd name="connsiteY87" fmla="*/ 124166 h 1435388"/>
                <a:gd name="connsiteX88" fmla="*/ 1407706 w 1495787"/>
                <a:gd name="connsiteY88" fmla="*/ 139329 h 1435388"/>
                <a:gd name="connsiteX89" fmla="*/ 1434715 w 1495787"/>
                <a:gd name="connsiteY89" fmla="*/ 151480 h 1435388"/>
                <a:gd name="connsiteX90" fmla="*/ 1420493 w 1495787"/>
                <a:gd name="connsiteY90" fmla="*/ 170571 h 1435388"/>
                <a:gd name="connsiteX91" fmla="*/ 1418929 w 1495787"/>
                <a:gd name="connsiteY91" fmla="*/ 217751 h 1435388"/>
                <a:gd name="connsiteX92" fmla="*/ 1383036 w 1495787"/>
                <a:gd name="connsiteY92" fmla="*/ 236308 h 1435388"/>
                <a:gd name="connsiteX93" fmla="*/ 1389568 w 1495787"/>
                <a:gd name="connsiteY93" fmla="*/ 254992 h 1435388"/>
                <a:gd name="connsiteX94" fmla="*/ 1377951 w 1495787"/>
                <a:gd name="connsiteY94" fmla="*/ 273968 h 1435388"/>
                <a:gd name="connsiteX95" fmla="*/ 1368431 w 1495787"/>
                <a:gd name="connsiteY95" fmla="*/ 272253 h 1435388"/>
                <a:gd name="connsiteX96" fmla="*/ 1357336 w 1495787"/>
                <a:gd name="connsiteY96" fmla="*/ 268605 h 1435388"/>
                <a:gd name="connsiteX97" fmla="*/ 1338677 w 1495787"/>
                <a:gd name="connsiteY97" fmla="*/ 317997 h 1435388"/>
                <a:gd name="connsiteX98" fmla="*/ 1306685 w 1495787"/>
                <a:gd name="connsiteY98" fmla="*/ 325330 h 1435388"/>
                <a:gd name="connsiteX99" fmla="*/ 1311655 w 1495787"/>
                <a:gd name="connsiteY99" fmla="*/ 412255 h 1435388"/>
                <a:gd name="connsiteX100" fmla="*/ 1332030 w 1495787"/>
                <a:gd name="connsiteY100" fmla="*/ 410285 h 1435388"/>
                <a:gd name="connsiteX101" fmla="*/ 1336466 w 1495787"/>
                <a:gd name="connsiteY101" fmla="*/ 440993 h 1435388"/>
                <a:gd name="connsiteX102" fmla="*/ 1317667 w 1495787"/>
                <a:gd name="connsiteY102" fmla="*/ 454059 h 1435388"/>
                <a:gd name="connsiteX103" fmla="*/ 1363602 w 1495787"/>
                <a:gd name="connsiteY103" fmla="*/ 503070 h 1435388"/>
                <a:gd name="connsiteX104" fmla="*/ 1345070 w 1495787"/>
                <a:gd name="connsiteY104" fmla="*/ 517064 h 1435388"/>
                <a:gd name="connsiteX105" fmla="*/ 1355124 w 1495787"/>
                <a:gd name="connsiteY105" fmla="*/ 549869 h 1435388"/>
                <a:gd name="connsiteX106" fmla="*/ 1350548 w 1495787"/>
                <a:gd name="connsiteY106" fmla="*/ 567778 h 1435388"/>
                <a:gd name="connsiteX107" fmla="*/ 1362559 w 1495787"/>
                <a:gd name="connsiteY107" fmla="*/ 569608 h 1435388"/>
                <a:gd name="connsiteX108" fmla="*/ 1353675 w 1495787"/>
                <a:gd name="connsiteY108" fmla="*/ 640836 h 1435388"/>
                <a:gd name="connsiteX109" fmla="*/ 1312837 w 1495787"/>
                <a:gd name="connsiteY109" fmla="*/ 646466 h 1435388"/>
                <a:gd name="connsiteX110" fmla="*/ 1313358 w 1495787"/>
                <a:gd name="connsiteY110" fmla="*/ 658223 h 1435388"/>
                <a:gd name="connsiteX111" fmla="*/ 1382260 w 1495787"/>
                <a:gd name="connsiteY111" fmla="*/ 670768 h 1435388"/>
                <a:gd name="connsiteX112" fmla="*/ 1389048 w 1495787"/>
                <a:gd name="connsiteY112" fmla="*/ 727621 h 1435388"/>
                <a:gd name="connsiteX113" fmla="*/ 1390878 w 1495787"/>
                <a:gd name="connsiteY113" fmla="*/ 740433 h 1435388"/>
                <a:gd name="connsiteX114" fmla="*/ 1406791 w 1495787"/>
                <a:gd name="connsiteY114" fmla="*/ 751669 h 1435388"/>
                <a:gd name="connsiteX115" fmla="*/ 1400665 w 1495787"/>
                <a:gd name="connsiteY115" fmla="*/ 759397 h 1435388"/>
                <a:gd name="connsiteX116" fmla="*/ 1404440 w 1495787"/>
                <a:gd name="connsiteY116" fmla="*/ 795989 h 1435388"/>
                <a:gd name="connsiteX117" fmla="*/ 1424547 w 1495787"/>
                <a:gd name="connsiteY117" fmla="*/ 839763 h 1435388"/>
                <a:gd name="connsiteX118" fmla="*/ 1417112 w 1495787"/>
                <a:gd name="connsiteY118" fmla="*/ 865400 h 1435388"/>
                <a:gd name="connsiteX119" fmla="*/ 1458077 w 1495787"/>
                <a:gd name="connsiteY119" fmla="*/ 871399 h 1435388"/>
                <a:gd name="connsiteX120" fmla="*/ 1492280 w 1495787"/>
                <a:gd name="connsiteY120" fmla="*/ 850618 h 1435388"/>
                <a:gd name="connsiteX121" fmla="*/ 1495788 w 1495787"/>
                <a:gd name="connsiteY121" fmla="*/ 870229 h 1435388"/>
                <a:gd name="connsiteX122" fmla="*/ 1475578 w 1495787"/>
                <a:gd name="connsiteY122" fmla="*/ 902513 h 1435388"/>
                <a:gd name="connsiteX123" fmla="*/ 1465385 w 1495787"/>
                <a:gd name="connsiteY123" fmla="*/ 904471 h 1435388"/>
                <a:gd name="connsiteX124" fmla="*/ 1450234 w 1495787"/>
                <a:gd name="connsiteY124" fmla="*/ 946821 h 1435388"/>
                <a:gd name="connsiteX125" fmla="*/ 1422590 w 1495787"/>
                <a:gd name="connsiteY125" fmla="*/ 970081 h 1435388"/>
                <a:gd name="connsiteX126" fmla="*/ 1369868 w 1495787"/>
                <a:gd name="connsiteY126" fmla="*/ 980668 h 1435388"/>
                <a:gd name="connsiteX127" fmla="*/ 1375994 w 1495787"/>
                <a:gd name="connsiteY127" fmla="*/ 991243 h 1435388"/>
                <a:gd name="connsiteX128" fmla="*/ 1385133 w 1495787"/>
                <a:gd name="connsiteY128" fmla="*/ 1014910 h 1435388"/>
                <a:gd name="connsiteX129" fmla="*/ 1391386 w 1495787"/>
                <a:gd name="connsiteY129" fmla="*/ 1023667 h 1435388"/>
                <a:gd name="connsiteX130" fmla="*/ 1398453 w 1495787"/>
                <a:gd name="connsiteY130" fmla="*/ 1030200 h 1435388"/>
                <a:gd name="connsiteX131" fmla="*/ 1399089 w 1495787"/>
                <a:gd name="connsiteY131" fmla="*/ 1035945 h 1435388"/>
                <a:gd name="connsiteX132" fmla="*/ 1396737 w 1495787"/>
                <a:gd name="connsiteY132" fmla="*/ 1045490 h 1435388"/>
                <a:gd name="connsiteX133" fmla="*/ 1396089 w 1495787"/>
                <a:gd name="connsiteY133" fmla="*/ 1055049 h 1435388"/>
                <a:gd name="connsiteX134" fmla="*/ 1398834 w 1495787"/>
                <a:gd name="connsiteY134" fmla="*/ 1062230 h 1435388"/>
                <a:gd name="connsiteX135" fmla="*/ 1404973 w 1495787"/>
                <a:gd name="connsiteY135" fmla="*/ 1066272 h 1435388"/>
                <a:gd name="connsiteX136" fmla="*/ 1405482 w 1495787"/>
                <a:gd name="connsiteY136" fmla="*/ 1074648 h 1435388"/>
                <a:gd name="connsiteX137" fmla="*/ 1400004 w 1495787"/>
                <a:gd name="connsiteY137" fmla="*/ 1082363 h 1435388"/>
                <a:gd name="connsiteX138" fmla="*/ 1403804 w 1495787"/>
                <a:gd name="connsiteY138" fmla="*/ 1089938 h 1435388"/>
                <a:gd name="connsiteX139" fmla="*/ 1415014 w 1495787"/>
                <a:gd name="connsiteY139" fmla="*/ 1104440 h 1435388"/>
                <a:gd name="connsiteX140" fmla="*/ 1416718 w 1495787"/>
                <a:gd name="connsiteY140" fmla="*/ 1107071 h 1435388"/>
                <a:gd name="connsiteX141" fmla="*/ 1417874 w 1495787"/>
                <a:gd name="connsiteY141" fmla="*/ 1114113 h 1435388"/>
                <a:gd name="connsiteX142" fmla="*/ 1410846 w 1495787"/>
                <a:gd name="connsiteY142" fmla="*/ 1122997 h 1435388"/>
                <a:gd name="connsiteX143" fmla="*/ 1409664 w 1495787"/>
                <a:gd name="connsiteY143" fmla="*/ 1136064 h 1435388"/>
                <a:gd name="connsiteX144" fmla="*/ 1389568 w 1495787"/>
                <a:gd name="connsiteY144" fmla="*/ 1161433 h 1435388"/>
                <a:gd name="connsiteX145" fmla="*/ 1385400 w 1495787"/>
                <a:gd name="connsiteY145" fmla="*/ 1173330 h 1435388"/>
                <a:gd name="connsiteX146" fmla="*/ 1388247 w 1495787"/>
                <a:gd name="connsiteY146" fmla="*/ 1189396 h 1435388"/>
                <a:gd name="connsiteX147" fmla="*/ 1396089 w 1495787"/>
                <a:gd name="connsiteY147" fmla="*/ 1202207 h 1435388"/>
                <a:gd name="connsiteX148" fmla="*/ 1396356 w 1495787"/>
                <a:gd name="connsiteY148" fmla="*/ 1221819 h 1435388"/>
                <a:gd name="connsiteX149" fmla="*/ 1409015 w 1495787"/>
                <a:gd name="connsiteY149" fmla="*/ 1265606 h 1435388"/>
                <a:gd name="connsiteX150" fmla="*/ 1399622 w 1495787"/>
                <a:gd name="connsiteY150" fmla="*/ 1281557 h 1435388"/>
                <a:gd name="connsiteX151" fmla="*/ 1397398 w 1495787"/>
                <a:gd name="connsiteY151" fmla="*/ 1298144 h 1435388"/>
                <a:gd name="connsiteX152" fmla="*/ 1400792 w 1495787"/>
                <a:gd name="connsiteY152" fmla="*/ 1315786 h 1435388"/>
                <a:gd name="connsiteX153" fmla="*/ 1407820 w 1495787"/>
                <a:gd name="connsiteY153" fmla="*/ 1322319 h 1435388"/>
                <a:gd name="connsiteX154" fmla="*/ 1420239 w 1495787"/>
                <a:gd name="connsiteY154" fmla="*/ 1324683 h 1435388"/>
                <a:gd name="connsiteX155" fmla="*/ 1427941 w 1495787"/>
                <a:gd name="connsiteY155" fmla="*/ 1348997 h 1435388"/>
                <a:gd name="connsiteX156" fmla="*/ 1430279 w 1495787"/>
                <a:gd name="connsiteY156" fmla="*/ 1364288 h 1435388"/>
                <a:gd name="connsiteX157" fmla="*/ 1427026 w 1495787"/>
                <a:gd name="connsiteY157" fmla="*/ 1375918 h 1435388"/>
                <a:gd name="connsiteX158" fmla="*/ 1426771 w 1495787"/>
                <a:gd name="connsiteY158" fmla="*/ 1378409 h 1435388"/>
                <a:gd name="connsiteX159" fmla="*/ 1423759 w 1495787"/>
                <a:gd name="connsiteY159" fmla="*/ 1386772 h 1435388"/>
                <a:gd name="connsiteX160" fmla="*/ 1429110 w 1495787"/>
                <a:gd name="connsiteY160" fmla="*/ 1402711 h 1435388"/>
                <a:gd name="connsiteX161" fmla="*/ 1430279 w 1495787"/>
                <a:gd name="connsiteY161" fmla="*/ 1416311 h 1435388"/>
                <a:gd name="connsiteX162" fmla="*/ 1423238 w 1495787"/>
                <a:gd name="connsiteY162" fmla="*/ 1425970 h 1435388"/>
                <a:gd name="connsiteX163" fmla="*/ 1409282 w 1495787"/>
                <a:gd name="connsiteY163" fmla="*/ 1435389 h 1435388"/>
                <a:gd name="connsiteX164" fmla="*/ 1347155 w 1495787"/>
                <a:gd name="connsiteY164" fmla="*/ 1419450 h 1435388"/>
                <a:gd name="connsiteX165" fmla="*/ 1321442 w 1495787"/>
                <a:gd name="connsiteY165" fmla="*/ 1411087 h 1435388"/>
                <a:gd name="connsiteX166" fmla="*/ 1313218 w 1495787"/>
                <a:gd name="connsiteY166" fmla="*/ 1389391 h 1435388"/>
                <a:gd name="connsiteX167" fmla="*/ 1312964 w 1495787"/>
                <a:gd name="connsiteY167" fmla="*/ 1379044 h 1435388"/>
                <a:gd name="connsiteX168" fmla="*/ 1291166 w 1495787"/>
                <a:gd name="connsiteY168" fmla="*/ 1356840 h 1435388"/>
                <a:gd name="connsiteX169" fmla="*/ 1273677 w 1495787"/>
                <a:gd name="connsiteY169" fmla="*/ 1297102 h 1435388"/>
                <a:gd name="connsiteX170" fmla="*/ 1254370 w 1495787"/>
                <a:gd name="connsiteY170" fmla="*/ 1243515 h 1435388"/>
                <a:gd name="connsiteX171" fmla="*/ 1248625 w 1495787"/>
                <a:gd name="connsiteY171" fmla="*/ 1218553 h 1435388"/>
                <a:gd name="connsiteX172" fmla="*/ 1244965 w 1495787"/>
                <a:gd name="connsiteY172" fmla="*/ 1210050 h 1435388"/>
                <a:gd name="connsiteX173" fmla="*/ 1230221 w 1495787"/>
                <a:gd name="connsiteY173" fmla="*/ 1181032 h 1435388"/>
                <a:gd name="connsiteX174" fmla="*/ 1223700 w 1495787"/>
                <a:gd name="connsiteY174" fmla="*/ 1159349 h 1435388"/>
                <a:gd name="connsiteX175" fmla="*/ 1222137 w 1495787"/>
                <a:gd name="connsiteY175" fmla="*/ 1132543 h 1435388"/>
                <a:gd name="connsiteX176" fmla="*/ 1213659 w 1495787"/>
                <a:gd name="connsiteY176" fmla="*/ 1116464 h 1435388"/>
                <a:gd name="connsiteX177" fmla="*/ 1204648 w 1495787"/>
                <a:gd name="connsiteY177" fmla="*/ 1099077 h 1435388"/>
                <a:gd name="connsiteX178" fmla="*/ 1189777 w 1495787"/>
                <a:gd name="connsiteY178" fmla="*/ 1086011 h 1435388"/>
                <a:gd name="connsiteX179" fmla="*/ 1186510 w 1495787"/>
                <a:gd name="connsiteY179" fmla="*/ 1036619 h 1435388"/>
                <a:gd name="connsiteX180" fmla="*/ 1106640 w 1495787"/>
                <a:gd name="connsiteY180" fmla="*/ 992565 h 1435388"/>
                <a:gd name="connsiteX181" fmla="*/ 1074025 w 1495787"/>
                <a:gd name="connsiteY181" fmla="*/ 1036619 h 1435388"/>
                <a:gd name="connsiteX182" fmla="*/ 1045694 w 1495787"/>
                <a:gd name="connsiteY182" fmla="*/ 1035564 h 1435388"/>
                <a:gd name="connsiteX183" fmla="*/ 1047143 w 1495787"/>
                <a:gd name="connsiteY183" fmla="*/ 1025510 h 1435388"/>
                <a:gd name="connsiteX184" fmla="*/ 1045173 w 1495787"/>
                <a:gd name="connsiteY184" fmla="*/ 1019358 h 1435388"/>
                <a:gd name="connsiteX185" fmla="*/ 1031471 w 1495787"/>
                <a:gd name="connsiteY185" fmla="*/ 975051 h 1435388"/>
                <a:gd name="connsiteX186" fmla="*/ 1020769 w 1495787"/>
                <a:gd name="connsiteY186" fmla="*/ 926815 h 1435388"/>
                <a:gd name="connsiteX187" fmla="*/ 1015939 w 1495787"/>
                <a:gd name="connsiteY187" fmla="*/ 917283 h 1435388"/>
                <a:gd name="connsiteX188" fmla="*/ 1004589 w 1495787"/>
                <a:gd name="connsiteY188" fmla="*/ 902641 h 1435388"/>
                <a:gd name="connsiteX189" fmla="*/ 996493 w 1495787"/>
                <a:gd name="connsiteY189" fmla="*/ 897531 h 1435388"/>
                <a:gd name="connsiteX190" fmla="*/ 991015 w 1495787"/>
                <a:gd name="connsiteY190" fmla="*/ 898586 h 1435388"/>
                <a:gd name="connsiteX191" fmla="*/ 992845 w 1495787"/>
                <a:gd name="connsiteY191" fmla="*/ 904865 h 1435388"/>
                <a:gd name="connsiteX192" fmla="*/ 987621 w 1495787"/>
                <a:gd name="connsiteY192" fmla="*/ 908004 h 1435388"/>
                <a:gd name="connsiteX193" fmla="*/ 984367 w 1495787"/>
                <a:gd name="connsiteY193" fmla="*/ 928391 h 1435388"/>
                <a:gd name="connsiteX194" fmla="*/ 989972 w 1495787"/>
                <a:gd name="connsiteY194" fmla="*/ 960154 h 1435388"/>
                <a:gd name="connsiteX195" fmla="*/ 1001590 w 1495787"/>
                <a:gd name="connsiteY195" fmla="*/ 1012431 h 1435388"/>
                <a:gd name="connsiteX196" fmla="*/ 1003153 w 1495787"/>
                <a:gd name="connsiteY196" fmla="*/ 1019485 h 1435388"/>
                <a:gd name="connsiteX197" fmla="*/ 1008123 w 1495787"/>
                <a:gd name="connsiteY197" fmla="*/ 1042618 h 1435388"/>
                <a:gd name="connsiteX198" fmla="*/ 1013982 w 1495787"/>
                <a:gd name="connsiteY198" fmla="*/ 1049685 h 1435388"/>
                <a:gd name="connsiteX199" fmla="*/ 1015813 w 1495787"/>
                <a:gd name="connsiteY199" fmla="*/ 1062751 h 1435388"/>
                <a:gd name="connsiteX200" fmla="*/ 1029120 w 1495787"/>
                <a:gd name="connsiteY200" fmla="*/ 1097272 h 1435388"/>
                <a:gd name="connsiteX201" fmla="*/ 1005110 w 1495787"/>
                <a:gd name="connsiteY201" fmla="*/ 1111901 h 1435388"/>
                <a:gd name="connsiteX202" fmla="*/ 997802 w 1495787"/>
                <a:gd name="connsiteY202" fmla="*/ 1175948 h 1435388"/>
                <a:gd name="connsiteX203" fmla="*/ 941432 w 1495787"/>
                <a:gd name="connsiteY203" fmla="*/ 1188620 h 1435388"/>
                <a:gd name="connsiteX204" fmla="*/ 935954 w 1495787"/>
                <a:gd name="connsiteY204" fmla="*/ 1177905 h 1435388"/>
                <a:gd name="connsiteX205" fmla="*/ 922126 w 1495787"/>
                <a:gd name="connsiteY205" fmla="*/ 1159349 h 1435388"/>
                <a:gd name="connsiteX206" fmla="*/ 900060 w 1495787"/>
                <a:gd name="connsiteY206" fmla="*/ 1136737 h 1435388"/>
                <a:gd name="connsiteX207" fmla="*/ 948601 w 1495787"/>
                <a:gd name="connsiteY207" fmla="*/ 1118053 h 1435388"/>
                <a:gd name="connsiteX208" fmla="*/ 947432 w 1495787"/>
                <a:gd name="connsiteY208" fmla="*/ 1102750 h 1435388"/>
                <a:gd name="connsiteX209" fmla="*/ 937772 w 1495787"/>
                <a:gd name="connsiteY209" fmla="*/ 1094641 h 1435388"/>
                <a:gd name="connsiteX210" fmla="*/ 873039 w 1495787"/>
                <a:gd name="connsiteY210" fmla="*/ 1113465 h 1435388"/>
                <a:gd name="connsiteX211" fmla="*/ 847084 w 1495787"/>
                <a:gd name="connsiteY211" fmla="*/ 1125095 h 1435388"/>
                <a:gd name="connsiteX212" fmla="*/ 835861 w 1495787"/>
                <a:gd name="connsiteY212" fmla="*/ 1131373 h 1435388"/>
                <a:gd name="connsiteX213" fmla="*/ 804797 w 1495787"/>
                <a:gd name="connsiteY213" fmla="*/ 1122222 h 1435388"/>
                <a:gd name="connsiteX214" fmla="*/ 798925 w 1495787"/>
                <a:gd name="connsiteY214" fmla="*/ 1109423 h 1435388"/>
                <a:gd name="connsiteX215" fmla="*/ 786520 w 1495787"/>
                <a:gd name="connsiteY215" fmla="*/ 1078575 h 1435388"/>
                <a:gd name="connsiteX216" fmla="*/ 762257 w 1495787"/>
                <a:gd name="connsiteY216" fmla="*/ 1067860 h 1435388"/>
                <a:gd name="connsiteX217" fmla="*/ 730812 w 1495787"/>
                <a:gd name="connsiteY217" fmla="*/ 1091501 h 1435388"/>
                <a:gd name="connsiteX218" fmla="*/ 698439 w 1495787"/>
                <a:gd name="connsiteY218" fmla="*/ 1090459 h 1435388"/>
                <a:gd name="connsiteX219" fmla="*/ 698184 w 1495787"/>
                <a:gd name="connsiteY219" fmla="*/ 1100539 h 1435388"/>
                <a:gd name="connsiteX220" fmla="*/ 711746 w 1495787"/>
                <a:gd name="connsiteY220" fmla="*/ 1116871 h 1435388"/>
                <a:gd name="connsiteX221" fmla="*/ 615822 w 1495787"/>
                <a:gd name="connsiteY221" fmla="*/ 1124840 h 1435388"/>
                <a:gd name="connsiteX222" fmla="*/ 611526 w 1495787"/>
                <a:gd name="connsiteY222" fmla="*/ 1071508 h 1435388"/>
                <a:gd name="connsiteX223" fmla="*/ 593122 w 1495787"/>
                <a:gd name="connsiteY223" fmla="*/ 1044715 h 1435388"/>
                <a:gd name="connsiteX224" fmla="*/ 578251 w 1495787"/>
                <a:gd name="connsiteY224" fmla="*/ 1019231 h 1435388"/>
                <a:gd name="connsiteX225" fmla="*/ 482734 w 1495787"/>
                <a:gd name="connsiteY225" fmla="*/ 1034776 h 1435388"/>
                <a:gd name="connsiteX226" fmla="*/ 505155 w 1495787"/>
                <a:gd name="connsiteY226" fmla="*/ 1095035 h 1435388"/>
                <a:gd name="connsiteX227" fmla="*/ 448925 w 1495787"/>
                <a:gd name="connsiteY227" fmla="*/ 1150858 h 1435388"/>
                <a:gd name="connsiteX228" fmla="*/ 426224 w 1495787"/>
                <a:gd name="connsiteY228" fmla="*/ 1145494 h 1435388"/>
                <a:gd name="connsiteX229" fmla="*/ 370223 w 1495787"/>
                <a:gd name="connsiteY229" fmla="*/ 1131246 h 1435388"/>
                <a:gd name="connsiteX230" fmla="*/ 256950 w 1495787"/>
                <a:gd name="connsiteY230" fmla="*/ 1155548 h 1435388"/>
                <a:gd name="connsiteX231" fmla="*/ 234516 w 1495787"/>
                <a:gd name="connsiteY231" fmla="*/ 1098950 h 1435388"/>
                <a:gd name="connsiteX232" fmla="*/ 228758 w 1495787"/>
                <a:gd name="connsiteY232" fmla="*/ 1063552 h 1435388"/>
                <a:gd name="connsiteX233" fmla="*/ 235291 w 1495787"/>
                <a:gd name="connsiteY233" fmla="*/ 1060654 h 1435388"/>
                <a:gd name="connsiteX234" fmla="*/ 246642 w 1495787"/>
                <a:gd name="connsiteY234" fmla="*/ 1054794 h 1435388"/>
                <a:gd name="connsiteX235" fmla="*/ 261652 w 1495787"/>
                <a:gd name="connsiteY235" fmla="*/ 1038182 h 1435388"/>
                <a:gd name="connsiteX236" fmla="*/ 267258 w 1495787"/>
                <a:gd name="connsiteY236" fmla="*/ 1029158 h 1435388"/>
                <a:gd name="connsiteX237" fmla="*/ 268300 w 1495787"/>
                <a:gd name="connsiteY237" fmla="*/ 1010220 h 1435388"/>
                <a:gd name="connsiteX238" fmla="*/ 278099 w 1495787"/>
                <a:gd name="connsiteY238" fmla="*/ 994929 h 1435388"/>
                <a:gd name="connsiteX239" fmla="*/ 282014 w 1495787"/>
                <a:gd name="connsiteY239" fmla="*/ 990608 h 1435388"/>
                <a:gd name="connsiteX240" fmla="*/ 299758 w 1495787"/>
                <a:gd name="connsiteY240" fmla="*/ 943949 h 1435388"/>
                <a:gd name="connsiteX241" fmla="*/ 324288 w 1495787"/>
                <a:gd name="connsiteY241" fmla="*/ 929040 h 1435388"/>
                <a:gd name="connsiteX242" fmla="*/ 341523 w 1495787"/>
                <a:gd name="connsiteY242" fmla="*/ 929167 h 1435388"/>
                <a:gd name="connsiteX243" fmla="*/ 354170 w 1495787"/>
                <a:gd name="connsiteY243" fmla="*/ 927349 h 1435388"/>
                <a:gd name="connsiteX244" fmla="*/ 363448 w 1495787"/>
                <a:gd name="connsiteY244" fmla="*/ 919367 h 1435388"/>
                <a:gd name="connsiteX245" fmla="*/ 363448 w 1495787"/>
                <a:gd name="connsiteY245" fmla="*/ 911525 h 1435388"/>
                <a:gd name="connsiteX246" fmla="*/ 374799 w 1495787"/>
                <a:gd name="connsiteY246" fmla="*/ 901725 h 1435388"/>
                <a:gd name="connsiteX247" fmla="*/ 374278 w 1495787"/>
                <a:gd name="connsiteY247" fmla="*/ 895713 h 1435388"/>
                <a:gd name="connsiteX248" fmla="*/ 371532 w 1495787"/>
                <a:gd name="connsiteY248" fmla="*/ 885380 h 1435388"/>
                <a:gd name="connsiteX249" fmla="*/ 378065 w 1495787"/>
                <a:gd name="connsiteY249" fmla="*/ 866950 h 1435388"/>
                <a:gd name="connsiteX250" fmla="*/ 392936 w 1495787"/>
                <a:gd name="connsiteY250" fmla="*/ 842254 h 1435388"/>
                <a:gd name="connsiteX251" fmla="*/ 411468 w 1495787"/>
                <a:gd name="connsiteY251" fmla="*/ 850618 h 1435388"/>
                <a:gd name="connsiteX252" fmla="*/ 416170 w 1495787"/>
                <a:gd name="connsiteY252" fmla="*/ 854278 h 1435388"/>
                <a:gd name="connsiteX253" fmla="*/ 445798 w 1495787"/>
                <a:gd name="connsiteY253" fmla="*/ 860290 h 1435388"/>
                <a:gd name="connsiteX254" fmla="*/ 476328 w 1495787"/>
                <a:gd name="connsiteY254" fmla="*/ 862120 h 1435388"/>
                <a:gd name="connsiteX255" fmla="*/ 478005 w 1495787"/>
                <a:gd name="connsiteY255" fmla="*/ 908004 h 1435388"/>
                <a:gd name="connsiteX256" fmla="*/ 508688 w 1495787"/>
                <a:gd name="connsiteY256" fmla="*/ 896235 h 1435388"/>
                <a:gd name="connsiteX257" fmla="*/ 565337 w 1495787"/>
                <a:gd name="connsiteY257" fmla="*/ 861587 h 1435388"/>
                <a:gd name="connsiteX258" fmla="*/ 583869 w 1495787"/>
                <a:gd name="connsiteY258" fmla="*/ 855053 h 1435388"/>
                <a:gd name="connsiteX259" fmla="*/ 605514 w 1495787"/>
                <a:gd name="connsiteY259" fmla="*/ 809970 h 1435388"/>
                <a:gd name="connsiteX260" fmla="*/ 620004 w 1495787"/>
                <a:gd name="connsiteY260" fmla="*/ 769056 h 1435388"/>
                <a:gd name="connsiteX261" fmla="*/ 627833 w 1495787"/>
                <a:gd name="connsiteY261" fmla="*/ 765142 h 1435388"/>
                <a:gd name="connsiteX262" fmla="*/ 631888 w 1495787"/>
                <a:gd name="connsiteY262" fmla="*/ 756397 h 1435388"/>
                <a:gd name="connsiteX263" fmla="*/ 636705 w 1495787"/>
                <a:gd name="connsiteY263" fmla="*/ 746318 h 1435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Lst>
              <a:rect l="l" t="t" r="r" b="b"/>
              <a:pathLst>
                <a:path w="1495787" h="1435388">
                  <a:moveTo>
                    <a:pt x="636705" y="746318"/>
                  </a:moveTo>
                  <a:lnTo>
                    <a:pt x="643632" y="711416"/>
                  </a:lnTo>
                  <a:lnTo>
                    <a:pt x="636070" y="680453"/>
                  </a:lnTo>
                  <a:lnTo>
                    <a:pt x="634227" y="673247"/>
                  </a:lnTo>
                  <a:lnTo>
                    <a:pt x="601866" y="675204"/>
                  </a:lnTo>
                  <a:lnTo>
                    <a:pt x="598219" y="653127"/>
                  </a:lnTo>
                  <a:lnTo>
                    <a:pt x="594164" y="636133"/>
                  </a:lnTo>
                  <a:lnTo>
                    <a:pt x="519657" y="595486"/>
                  </a:lnTo>
                  <a:lnTo>
                    <a:pt x="544848" y="576141"/>
                  </a:lnTo>
                  <a:lnTo>
                    <a:pt x="554101" y="575213"/>
                  </a:lnTo>
                  <a:lnTo>
                    <a:pt x="542751" y="522682"/>
                  </a:lnTo>
                  <a:lnTo>
                    <a:pt x="527995" y="484640"/>
                  </a:lnTo>
                  <a:lnTo>
                    <a:pt x="491974" y="496283"/>
                  </a:lnTo>
                  <a:lnTo>
                    <a:pt x="479721" y="469477"/>
                  </a:lnTo>
                  <a:lnTo>
                    <a:pt x="458178" y="476162"/>
                  </a:lnTo>
                  <a:lnTo>
                    <a:pt x="469274" y="406358"/>
                  </a:lnTo>
                  <a:lnTo>
                    <a:pt x="386403" y="408569"/>
                  </a:lnTo>
                  <a:lnTo>
                    <a:pt x="386022" y="386886"/>
                  </a:lnTo>
                  <a:lnTo>
                    <a:pt x="367084" y="356953"/>
                  </a:lnTo>
                  <a:lnTo>
                    <a:pt x="364491" y="346633"/>
                  </a:lnTo>
                  <a:lnTo>
                    <a:pt x="327173" y="324542"/>
                  </a:lnTo>
                  <a:lnTo>
                    <a:pt x="328978" y="296173"/>
                  </a:lnTo>
                  <a:lnTo>
                    <a:pt x="302376" y="293695"/>
                  </a:lnTo>
                  <a:lnTo>
                    <a:pt x="279917" y="258932"/>
                  </a:lnTo>
                  <a:lnTo>
                    <a:pt x="241557" y="263495"/>
                  </a:lnTo>
                  <a:lnTo>
                    <a:pt x="239079" y="320221"/>
                  </a:lnTo>
                  <a:lnTo>
                    <a:pt x="189738" y="373044"/>
                  </a:lnTo>
                  <a:lnTo>
                    <a:pt x="171995" y="368062"/>
                  </a:lnTo>
                  <a:lnTo>
                    <a:pt x="155433" y="376692"/>
                  </a:lnTo>
                  <a:lnTo>
                    <a:pt x="152802" y="366359"/>
                  </a:lnTo>
                  <a:lnTo>
                    <a:pt x="158153" y="354475"/>
                  </a:lnTo>
                  <a:lnTo>
                    <a:pt x="152294" y="310154"/>
                  </a:lnTo>
                  <a:lnTo>
                    <a:pt x="71508" y="290543"/>
                  </a:lnTo>
                  <a:lnTo>
                    <a:pt x="40978" y="272125"/>
                  </a:lnTo>
                  <a:lnTo>
                    <a:pt x="0" y="247163"/>
                  </a:lnTo>
                  <a:lnTo>
                    <a:pt x="19841" y="239575"/>
                  </a:lnTo>
                  <a:lnTo>
                    <a:pt x="78956" y="230690"/>
                  </a:lnTo>
                  <a:lnTo>
                    <a:pt x="90306" y="218539"/>
                  </a:lnTo>
                  <a:lnTo>
                    <a:pt x="165602" y="193576"/>
                  </a:lnTo>
                  <a:lnTo>
                    <a:pt x="194441" y="152535"/>
                  </a:lnTo>
                  <a:lnTo>
                    <a:pt x="206312" y="106397"/>
                  </a:lnTo>
                  <a:lnTo>
                    <a:pt x="231110" y="102876"/>
                  </a:lnTo>
                  <a:lnTo>
                    <a:pt x="249387" y="117125"/>
                  </a:lnTo>
                  <a:lnTo>
                    <a:pt x="272482" y="114760"/>
                  </a:lnTo>
                  <a:lnTo>
                    <a:pt x="296097" y="101161"/>
                  </a:lnTo>
                  <a:lnTo>
                    <a:pt x="343862" y="98822"/>
                  </a:lnTo>
                  <a:lnTo>
                    <a:pt x="370884" y="113184"/>
                  </a:lnTo>
                  <a:lnTo>
                    <a:pt x="397245" y="153971"/>
                  </a:lnTo>
                  <a:lnTo>
                    <a:pt x="392809" y="199855"/>
                  </a:lnTo>
                  <a:lnTo>
                    <a:pt x="411735" y="223102"/>
                  </a:lnTo>
                  <a:lnTo>
                    <a:pt x="443307" y="223102"/>
                  </a:lnTo>
                  <a:lnTo>
                    <a:pt x="457262" y="229902"/>
                  </a:lnTo>
                  <a:lnTo>
                    <a:pt x="487042" y="192915"/>
                  </a:lnTo>
                  <a:lnTo>
                    <a:pt x="505561" y="191619"/>
                  </a:lnTo>
                  <a:lnTo>
                    <a:pt x="593249" y="198940"/>
                  </a:lnTo>
                  <a:lnTo>
                    <a:pt x="620652" y="211752"/>
                  </a:lnTo>
                  <a:lnTo>
                    <a:pt x="669866" y="196589"/>
                  </a:lnTo>
                  <a:lnTo>
                    <a:pt x="697142" y="171626"/>
                  </a:lnTo>
                  <a:lnTo>
                    <a:pt x="727418" y="176316"/>
                  </a:lnTo>
                  <a:lnTo>
                    <a:pt x="748288" y="188086"/>
                  </a:lnTo>
                  <a:lnTo>
                    <a:pt x="772679" y="178540"/>
                  </a:lnTo>
                  <a:lnTo>
                    <a:pt x="787308" y="133190"/>
                  </a:lnTo>
                  <a:lnTo>
                    <a:pt x="803882" y="111761"/>
                  </a:lnTo>
                  <a:lnTo>
                    <a:pt x="830625" y="112015"/>
                  </a:lnTo>
                  <a:lnTo>
                    <a:pt x="851647" y="106397"/>
                  </a:lnTo>
                  <a:lnTo>
                    <a:pt x="850478" y="86404"/>
                  </a:lnTo>
                  <a:lnTo>
                    <a:pt x="874361" y="74240"/>
                  </a:lnTo>
                  <a:lnTo>
                    <a:pt x="897061" y="80379"/>
                  </a:lnTo>
                  <a:lnTo>
                    <a:pt x="947952" y="46532"/>
                  </a:lnTo>
                  <a:lnTo>
                    <a:pt x="965048" y="12431"/>
                  </a:lnTo>
                  <a:lnTo>
                    <a:pt x="995717" y="0"/>
                  </a:lnTo>
                  <a:lnTo>
                    <a:pt x="1019727" y="12812"/>
                  </a:lnTo>
                  <a:lnTo>
                    <a:pt x="1027036" y="39745"/>
                  </a:lnTo>
                  <a:lnTo>
                    <a:pt x="1058226" y="19879"/>
                  </a:lnTo>
                  <a:lnTo>
                    <a:pt x="1102191" y="19091"/>
                  </a:lnTo>
                  <a:lnTo>
                    <a:pt x="1114469" y="27848"/>
                  </a:lnTo>
                  <a:lnTo>
                    <a:pt x="1157404" y="28623"/>
                  </a:lnTo>
                  <a:lnTo>
                    <a:pt x="1176597" y="41181"/>
                  </a:lnTo>
                  <a:lnTo>
                    <a:pt x="1171754" y="77520"/>
                  </a:lnTo>
                  <a:lnTo>
                    <a:pt x="1176190" y="91107"/>
                  </a:lnTo>
                  <a:lnTo>
                    <a:pt x="1214041" y="121294"/>
                  </a:lnTo>
                  <a:lnTo>
                    <a:pt x="1231403" y="139596"/>
                  </a:lnTo>
                  <a:lnTo>
                    <a:pt x="1256327" y="146256"/>
                  </a:lnTo>
                  <a:lnTo>
                    <a:pt x="1305783" y="147438"/>
                  </a:lnTo>
                  <a:lnTo>
                    <a:pt x="1343494" y="159056"/>
                  </a:lnTo>
                  <a:lnTo>
                    <a:pt x="1355366" y="155535"/>
                  </a:lnTo>
                  <a:lnTo>
                    <a:pt x="1362420" y="131233"/>
                  </a:lnTo>
                  <a:lnTo>
                    <a:pt x="1379248" y="124166"/>
                  </a:lnTo>
                  <a:lnTo>
                    <a:pt x="1407706" y="139329"/>
                  </a:lnTo>
                  <a:lnTo>
                    <a:pt x="1434715" y="151480"/>
                  </a:lnTo>
                  <a:lnTo>
                    <a:pt x="1420493" y="170571"/>
                  </a:lnTo>
                  <a:lnTo>
                    <a:pt x="1418929" y="217751"/>
                  </a:lnTo>
                  <a:lnTo>
                    <a:pt x="1383036" y="236308"/>
                  </a:lnTo>
                  <a:lnTo>
                    <a:pt x="1389568" y="254992"/>
                  </a:lnTo>
                  <a:lnTo>
                    <a:pt x="1377951" y="273968"/>
                  </a:lnTo>
                  <a:lnTo>
                    <a:pt x="1368431" y="272253"/>
                  </a:lnTo>
                  <a:lnTo>
                    <a:pt x="1357336" y="268605"/>
                  </a:lnTo>
                  <a:lnTo>
                    <a:pt x="1338677" y="317997"/>
                  </a:lnTo>
                  <a:lnTo>
                    <a:pt x="1306685" y="325330"/>
                  </a:lnTo>
                  <a:lnTo>
                    <a:pt x="1311655" y="412255"/>
                  </a:lnTo>
                  <a:lnTo>
                    <a:pt x="1332030" y="410285"/>
                  </a:lnTo>
                  <a:lnTo>
                    <a:pt x="1336466" y="440993"/>
                  </a:lnTo>
                  <a:lnTo>
                    <a:pt x="1317667" y="454059"/>
                  </a:lnTo>
                  <a:lnTo>
                    <a:pt x="1363602" y="503070"/>
                  </a:lnTo>
                  <a:lnTo>
                    <a:pt x="1345070" y="517064"/>
                  </a:lnTo>
                  <a:lnTo>
                    <a:pt x="1355124" y="549869"/>
                  </a:lnTo>
                  <a:lnTo>
                    <a:pt x="1350548" y="567778"/>
                  </a:lnTo>
                  <a:lnTo>
                    <a:pt x="1362559" y="569608"/>
                  </a:lnTo>
                  <a:lnTo>
                    <a:pt x="1353675" y="640836"/>
                  </a:lnTo>
                  <a:lnTo>
                    <a:pt x="1312837" y="646466"/>
                  </a:lnTo>
                  <a:lnTo>
                    <a:pt x="1313358" y="658223"/>
                  </a:lnTo>
                  <a:lnTo>
                    <a:pt x="1382260" y="670768"/>
                  </a:lnTo>
                  <a:lnTo>
                    <a:pt x="1389048" y="727621"/>
                  </a:lnTo>
                  <a:lnTo>
                    <a:pt x="1390878" y="740433"/>
                  </a:lnTo>
                  <a:lnTo>
                    <a:pt x="1406791" y="751669"/>
                  </a:lnTo>
                  <a:lnTo>
                    <a:pt x="1400665" y="759397"/>
                  </a:lnTo>
                  <a:lnTo>
                    <a:pt x="1404440" y="795989"/>
                  </a:lnTo>
                  <a:lnTo>
                    <a:pt x="1424547" y="839763"/>
                  </a:lnTo>
                  <a:lnTo>
                    <a:pt x="1417112" y="865400"/>
                  </a:lnTo>
                  <a:lnTo>
                    <a:pt x="1458077" y="871399"/>
                  </a:lnTo>
                  <a:lnTo>
                    <a:pt x="1492280" y="850618"/>
                  </a:lnTo>
                  <a:lnTo>
                    <a:pt x="1495788" y="870229"/>
                  </a:lnTo>
                  <a:lnTo>
                    <a:pt x="1475578" y="902513"/>
                  </a:lnTo>
                  <a:lnTo>
                    <a:pt x="1465385" y="904471"/>
                  </a:lnTo>
                  <a:lnTo>
                    <a:pt x="1450234" y="946821"/>
                  </a:lnTo>
                  <a:lnTo>
                    <a:pt x="1422590" y="970081"/>
                  </a:lnTo>
                  <a:lnTo>
                    <a:pt x="1369868" y="980668"/>
                  </a:lnTo>
                  <a:lnTo>
                    <a:pt x="1375994" y="991243"/>
                  </a:lnTo>
                  <a:lnTo>
                    <a:pt x="1385133" y="1014910"/>
                  </a:lnTo>
                  <a:lnTo>
                    <a:pt x="1391386" y="1023667"/>
                  </a:lnTo>
                  <a:lnTo>
                    <a:pt x="1398453" y="1030200"/>
                  </a:lnTo>
                  <a:lnTo>
                    <a:pt x="1399089" y="1035945"/>
                  </a:lnTo>
                  <a:lnTo>
                    <a:pt x="1396737" y="1045490"/>
                  </a:lnTo>
                  <a:lnTo>
                    <a:pt x="1396089" y="1055049"/>
                  </a:lnTo>
                  <a:lnTo>
                    <a:pt x="1398834" y="1062230"/>
                  </a:lnTo>
                  <a:lnTo>
                    <a:pt x="1404973" y="1066272"/>
                  </a:lnTo>
                  <a:lnTo>
                    <a:pt x="1405482" y="1074648"/>
                  </a:lnTo>
                  <a:lnTo>
                    <a:pt x="1400004" y="1082363"/>
                  </a:lnTo>
                  <a:lnTo>
                    <a:pt x="1403804" y="1089938"/>
                  </a:lnTo>
                  <a:lnTo>
                    <a:pt x="1415014" y="1104440"/>
                  </a:lnTo>
                  <a:lnTo>
                    <a:pt x="1416718" y="1107071"/>
                  </a:lnTo>
                  <a:lnTo>
                    <a:pt x="1417874" y="1114113"/>
                  </a:lnTo>
                  <a:lnTo>
                    <a:pt x="1410846" y="1122997"/>
                  </a:lnTo>
                  <a:lnTo>
                    <a:pt x="1409664" y="1136064"/>
                  </a:lnTo>
                  <a:lnTo>
                    <a:pt x="1389568" y="1161433"/>
                  </a:lnTo>
                  <a:lnTo>
                    <a:pt x="1385400" y="1173330"/>
                  </a:lnTo>
                  <a:lnTo>
                    <a:pt x="1388247" y="1189396"/>
                  </a:lnTo>
                  <a:lnTo>
                    <a:pt x="1396089" y="1202207"/>
                  </a:lnTo>
                  <a:lnTo>
                    <a:pt x="1396356" y="1221819"/>
                  </a:lnTo>
                  <a:lnTo>
                    <a:pt x="1409015" y="1265606"/>
                  </a:lnTo>
                  <a:lnTo>
                    <a:pt x="1399622" y="1281557"/>
                  </a:lnTo>
                  <a:lnTo>
                    <a:pt x="1397398" y="1298144"/>
                  </a:lnTo>
                  <a:lnTo>
                    <a:pt x="1400792" y="1315786"/>
                  </a:lnTo>
                  <a:lnTo>
                    <a:pt x="1407820" y="1322319"/>
                  </a:lnTo>
                  <a:lnTo>
                    <a:pt x="1420239" y="1324683"/>
                  </a:lnTo>
                  <a:lnTo>
                    <a:pt x="1427941" y="1348997"/>
                  </a:lnTo>
                  <a:lnTo>
                    <a:pt x="1430279" y="1364288"/>
                  </a:lnTo>
                  <a:lnTo>
                    <a:pt x="1427026" y="1375918"/>
                  </a:lnTo>
                  <a:lnTo>
                    <a:pt x="1426771" y="1378409"/>
                  </a:lnTo>
                  <a:lnTo>
                    <a:pt x="1423759" y="1386772"/>
                  </a:lnTo>
                  <a:lnTo>
                    <a:pt x="1429110" y="1402711"/>
                  </a:lnTo>
                  <a:lnTo>
                    <a:pt x="1430279" y="1416311"/>
                  </a:lnTo>
                  <a:lnTo>
                    <a:pt x="1423238" y="1425970"/>
                  </a:lnTo>
                  <a:lnTo>
                    <a:pt x="1409282" y="1435389"/>
                  </a:lnTo>
                  <a:lnTo>
                    <a:pt x="1347155" y="1419450"/>
                  </a:lnTo>
                  <a:lnTo>
                    <a:pt x="1321442" y="1411087"/>
                  </a:lnTo>
                  <a:lnTo>
                    <a:pt x="1313218" y="1389391"/>
                  </a:lnTo>
                  <a:lnTo>
                    <a:pt x="1312964" y="1379044"/>
                  </a:lnTo>
                  <a:lnTo>
                    <a:pt x="1291166" y="1356840"/>
                  </a:lnTo>
                  <a:lnTo>
                    <a:pt x="1273677" y="1297102"/>
                  </a:lnTo>
                  <a:lnTo>
                    <a:pt x="1254370" y="1243515"/>
                  </a:lnTo>
                  <a:lnTo>
                    <a:pt x="1248625" y="1218553"/>
                  </a:lnTo>
                  <a:lnTo>
                    <a:pt x="1244965" y="1210050"/>
                  </a:lnTo>
                  <a:lnTo>
                    <a:pt x="1230221" y="1181032"/>
                  </a:lnTo>
                  <a:lnTo>
                    <a:pt x="1223700" y="1159349"/>
                  </a:lnTo>
                  <a:lnTo>
                    <a:pt x="1222137" y="1132543"/>
                  </a:lnTo>
                  <a:lnTo>
                    <a:pt x="1213659" y="1116464"/>
                  </a:lnTo>
                  <a:lnTo>
                    <a:pt x="1204648" y="1099077"/>
                  </a:lnTo>
                  <a:lnTo>
                    <a:pt x="1189777" y="1086011"/>
                  </a:lnTo>
                  <a:lnTo>
                    <a:pt x="1186510" y="1036619"/>
                  </a:lnTo>
                  <a:lnTo>
                    <a:pt x="1106640" y="992565"/>
                  </a:lnTo>
                  <a:lnTo>
                    <a:pt x="1074025" y="1036619"/>
                  </a:lnTo>
                  <a:lnTo>
                    <a:pt x="1045694" y="1035564"/>
                  </a:lnTo>
                  <a:lnTo>
                    <a:pt x="1047143" y="1025510"/>
                  </a:lnTo>
                  <a:lnTo>
                    <a:pt x="1045173" y="1019358"/>
                  </a:lnTo>
                  <a:lnTo>
                    <a:pt x="1031471" y="975051"/>
                  </a:lnTo>
                  <a:lnTo>
                    <a:pt x="1020769" y="926815"/>
                  </a:lnTo>
                  <a:lnTo>
                    <a:pt x="1015939" y="917283"/>
                  </a:lnTo>
                  <a:lnTo>
                    <a:pt x="1004589" y="902641"/>
                  </a:lnTo>
                  <a:lnTo>
                    <a:pt x="996493" y="897531"/>
                  </a:lnTo>
                  <a:lnTo>
                    <a:pt x="991015" y="898586"/>
                  </a:lnTo>
                  <a:lnTo>
                    <a:pt x="992845" y="904865"/>
                  </a:lnTo>
                  <a:lnTo>
                    <a:pt x="987621" y="908004"/>
                  </a:lnTo>
                  <a:lnTo>
                    <a:pt x="984367" y="928391"/>
                  </a:lnTo>
                  <a:lnTo>
                    <a:pt x="989972" y="960154"/>
                  </a:lnTo>
                  <a:lnTo>
                    <a:pt x="1001590" y="1012431"/>
                  </a:lnTo>
                  <a:lnTo>
                    <a:pt x="1003153" y="1019485"/>
                  </a:lnTo>
                  <a:lnTo>
                    <a:pt x="1008123" y="1042618"/>
                  </a:lnTo>
                  <a:lnTo>
                    <a:pt x="1013982" y="1049685"/>
                  </a:lnTo>
                  <a:lnTo>
                    <a:pt x="1015813" y="1062751"/>
                  </a:lnTo>
                  <a:lnTo>
                    <a:pt x="1029120" y="1097272"/>
                  </a:lnTo>
                  <a:lnTo>
                    <a:pt x="1005110" y="1111901"/>
                  </a:lnTo>
                  <a:lnTo>
                    <a:pt x="997802" y="1175948"/>
                  </a:lnTo>
                  <a:lnTo>
                    <a:pt x="941432" y="1188620"/>
                  </a:lnTo>
                  <a:lnTo>
                    <a:pt x="935954" y="1177905"/>
                  </a:lnTo>
                  <a:lnTo>
                    <a:pt x="922126" y="1159349"/>
                  </a:lnTo>
                  <a:lnTo>
                    <a:pt x="900060" y="1136737"/>
                  </a:lnTo>
                  <a:lnTo>
                    <a:pt x="948601" y="1118053"/>
                  </a:lnTo>
                  <a:lnTo>
                    <a:pt x="947432" y="1102750"/>
                  </a:lnTo>
                  <a:lnTo>
                    <a:pt x="937772" y="1094641"/>
                  </a:lnTo>
                  <a:lnTo>
                    <a:pt x="873039" y="1113465"/>
                  </a:lnTo>
                  <a:lnTo>
                    <a:pt x="847084" y="1125095"/>
                  </a:lnTo>
                  <a:lnTo>
                    <a:pt x="835861" y="1131373"/>
                  </a:lnTo>
                  <a:lnTo>
                    <a:pt x="804797" y="1122222"/>
                  </a:lnTo>
                  <a:lnTo>
                    <a:pt x="798925" y="1109423"/>
                  </a:lnTo>
                  <a:lnTo>
                    <a:pt x="786520" y="1078575"/>
                  </a:lnTo>
                  <a:lnTo>
                    <a:pt x="762257" y="1067860"/>
                  </a:lnTo>
                  <a:lnTo>
                    <a:pt x="730812" y="1091501"/>
                  </a:lnTo>
                  <a:lnTo>
                    <a:pt x="698439" y="1090459"/>
                  </a:lnTo>
                  <a:lnTo>
                    <a:pt x="698184" y="1100539"/>
                  </a:lnTo>
                  <a:lnTo>
                    <a:pt x="711746" y="1116871"/>
                  </a:lnTo>
                  <a:lnTo>
                    <a:pt x="615822" y="1124840"/>
                  </a:lnTo>
                  <a:lnTo>
                    <a:pt x="611526" y="1071508"/>
                  </a:lnTo>
                  <a:lnTo>
                    <a:pt x="593122" y="1044715"/>
                  </a:lnTo>
                  <a:lnTo>
                    <a:pt x="578251" y="1019231"/>
                  </a:lnTo>
                  <a:lnTo>
                    <a:pt x="482734" y="1034776"/>
                  </a:lnTo>
                  <a:lnTo>
                    <a:pt x="505155" y="1095035"/>
                  </a:lnTo>
                  <a:lnTo>
                    <a:pt x="448925" y="1150858"/>
                  </a:lnTo>
                  <a:lnTo>
                    <a:pt x="426224" y="1145494"/>
                  </a:lnTo>
                  <a:lnTo>
                    <a:pt x="370223" y="1131246"/>
                  </a:lnTo>
                  <a:lnTo>
                    <a:pt x="256950" y="1155548"/>
                  </a:lnTo>
                  <a:lnTo>
                    <a:pt x="234516" y="1098950"/>
                  </a:lnTo>
                  <a:lnTo>
                    <a:pt x="228758" y="1063552"/>
                  </a:lnTo>
                  <a:lnTo>
                    <a:pt x="235291" y="1060654"/>
                  </a:lnTo>
                  <a:lnTo>
                    <a:pt x="246642" y="1054794"/>
                  </a:lnTo>
                  <a:lnTo>
                    <a:pt x="261652" y="1038182"/>
                  </a:lnTo>
                  <a:lnTo>
                    <a:pt x="267258" y="1029158"/>
                  </a:lnTo>
                  <a:lnTo>
                    <a:pt x="268300" y="1010220"/>
                  </a:lnTo>
                  <a:lnTo>
                    <a:pt x="278099" y="994929"/>
                  </a:lnTo>
                  <a:lnTo>
                    <a:pt x="282014" y="990608"/>
                  </a:lnTo>
                  <a:lnTo>
                    <a:pt x="299758" y="943949"/>
                  </a:lnTo>
                  <a:lnTo>
                    <a:pt x="324288" y="929040"/>
                  </a:lnTo>
                  <a:lnTo>
                    <a:pt x="341523" y="929167"/>
                  </a:lnTo>
                  <a:lnTo>
                    <a:pt x="354170" y="927349"/>
                  </a:lnTo>
                  <a:lnTo>
                    <a:pt x="363448" y="919367"/>
                  </a:lnTo>
                  <a:lnTo>
                    <a:pt x="363448" y="911525"/>
                  </a:lnTo>
                  <a:lnTo>
                    <a:pt x="374799" y="901725"/>
                  </a:lnTo>
                  <a:lnTo>
                    <a:pt x="374278" y="895713"/>
                  </a:lnTo>
                  <a:lnTo>
                    <a:pt x="371532" y="885380"/>
                  </a:lnTo>
                  <a:lnTo>
                    <a:pt x="378065" y="866950"/>
                  </a:lnTo>
                  <a:lnTo>
                    <a:pt x="392936" y="842254"/>
                  </a:lnTo>
                  <a:lnTo>
                    <a:pt x="411468" y="850618"/>
                  </a:lnTo>
                  <a:lnTo>
                    <a:pt x="416170" y="854278"/>
                  </a:lnTo>
                  <a:lnTo>
                    <a:pt x="445798" y="860290"/>
                  </a:lnTo>
                  <a:lnTo>
                    <a:pt x="476328" y="862120"/>
                  </a:lnTo>
                  <a:lnTo>
                    <a:pt x="478005" y="908004"/>
                  </a:lnTo>
                  <a:lnTo>
                    <a:pt x="508688" y="896235"/>
                  </a:lnTo>
                  <a:lnTo>
                    <a:pt x="565337" y="861587"/>
                  </a:lnTo>
                  <a:lnTo>
                    <a:pt x="583869" y="855053"/>
                  </a:lnTo>
                  <a:lnTo>
                    <a:pt x="605514" y="809970"/>
                  </a:lnTo>
                  <a:lnTo>
                    <a:pt x="620004" y="769056"/>
                  </a:lnTo>
                  <a:lnTo>
                    <a:pt x="627833" y="765142"/>
                  </a:lnTo>
                  <a:lnTo>
                    <a:pt x="631888" y="756397"/>
                  </a:lnTo>
                  <a:lnTo>
                    <a:pt x="636705" y="746318"/>
                  </a:lnTo>
                  <a:close/>
                </a:path>
              </a:pathLst>
            </a:custGeom>
            <a:noFill/>
            <a:ln w="3810" cap="flat">
              <a:solidFill>
                <a:srgbClr val="E6E4E2"/>
              </a:solidFill>
              <a:prstDash val="solid"/>
              <a:miter/>
            </a:ln>
          </p:spPr>
          <p:txBody>
            <a:bodyPr rtlCol="0" anchor="ctr"/>
            <a:lstStyle/>
            <a:p>
              <a:endParaRPr lang="de-CH"/>
            </a:p>
          </p:txBody>
        </p:sp>
        <p:sp>
          <p:nvSpPr>
            <p:cNvPr id="120" name="Freihandform: Form 119">
              <a:extLst>
                <a:ext uri="{FF2B5EF4-FFF2-40B4-BE49-F238E27FC236}">
                  <a16:creationId xmlns:a16="http://schemas.microsoft.com/office/drawing/2014/main" id="{BD7A4446-0A36-8FF4-6CFD-6D9DF6ACC668}"/>
                </a:ext>
              </a:extLst>
            </p:cNvPr>
            <p:cNvSpPr/>
            <p:nvPr/>
          </p:nvSpPr>
          <p:spPr>
            <a:xfrm>
              <a:off x="7001242" y="817893"/>
              <a:ext cx="1639413" cy="943999"/>
            </a:xfrm>
            <a:custGeom>
              <a:avLst/>
              <a:gdLst>
                <a:gd name="connsiteX0" fmla="*/ 1585128 w 1639413"/>
                <a:gd name="connsiteY0" fmla="*/ 574183 h 943999"/>
                <a:gd name="connsiteX1" fmla="*/ 1584212 w 1639413"/>
                <a:gd name="connsiteY1" fmla="*/ 546996 h 943999"/>
                <a:gd name="connsiteX2" fmla="*/ 1618415 w 1639413"/>
                <a:gd name="connsiteY2" fmla="*/ 561105 h 943999"/>
                <a:gd name="connsiteX3" fmla="*/ 1639413 w 1639413"/>
                <a:gd name="connsiteY3" fmla="*/ 581377 h 943999"/>
                <a:gd name="connsiteX4" fmla="*/ 1615416 w 1639413"/>
                <a:gd name="connsiteY4" fmla="*/ 596922 h 943999"/>
                <a:gd name="connsiteX5" fmla="*/ 1493525 w 1639413"/>
                <a:gd name="connsiteY5" fmla="*/ 448454 h 943999"/>
                <a:gd name="connsiteX6" fmla="*/ 1516620 w 1639413"/>
                <a:gd name="connsiteY6" fmla="*/ 470786 h 943999"/>
                <a:gd name="connsiteX7" fmla="*/ 1533842 w 1639413"/>
                <a:gd name="connsiteY7" fmla="*/ 487398 h 943999"/>
                <a:gd name="connsiteX8" fmla="*/ 1558652 w 1639413"/>
                <a:gd name="connsiteY8" fmla="*/ 495101 h 943999"/>
                <a:gd name="connsiteX9" fmla="*/ 1563469 w 1639413"/>
                <a:gd name="connsiteY9" fmla="*/ 507531 h 943999"/>
                <a:gd name="connsiteX10" fmla="*/ 1556301 w 1639413"/>
                <a:gd name="connsiteY10" fmla="*/ 516022 h 943999"/>
                <a:gd name="connsiteX11" fmla="*/ 1556301 w 1639413"/>
                <a:gd name="connsiteY11" fmla="*/ 532227 h 943999"/>
                <a:gd name="connsiteX12" fmla="*/ 1528237 w 1639413"/>
                <a:gd name="connsiteY12" fmla="*/ 563202 h 943999"/>
                <a:gd name="connsiteX13" fmla="*/ 1519746 w 1639413"/>
                <a:gd name="connsiteY13" fmla="*/ 558359 h 943999"/>
                <a:gd name="connsiteX14" fmla="*/ 1504228 w 1639413"/>
                <a:gd name="connsiteY14" fmla="*/ 572480 h 943999"/>
                <a:gd name="connsiteX15" fmla="*/ 1484908 w 1639413"/>
                <a:gd name="connsiteY15" fmla="*/ 618873 h 943999"/>
                <a:gd name="connsiteX16" fmla="*/ 1468728 w 1639413"/>
                <a:gd name="connsiteY16" fmla="*/ 621758 h 943999"/>
                <a:gd name="connsiteX17" fmla="*/ 1464686 w 1639413"/>
                <a:gd name="connsiteY17" fmla="*/ 609747 h 943999"/>
                <a:gd name="connsiteX18" fmla="*/ 1431640 w 1639413"/>
                <a:gd name="connsiteY18" fmla="*/ 598498 h 943999"/>
                <a:gd name="connsiteX19" fmla="*/ 1418064 w 1639413"/>
                <a:gd name="connsiteY19" fmla="*/ 598498 h 943999"/>
                <a:gd name="connsiteX20" fmla="*/ 1418713 w 1639413"/>
                <a:gd name="connsiteY20" fmla="*/ 576281 h 943999"/>
                <a:gd name="connsiteX21" fmla="*/ 1432809 w 1639413"/>
                <a:gd name="connsiteY21" fmla="*/ 555499 h 943999"/>
                <a:gd name="connsiteX22" fmla="*/ 1413235 w 1639413"/>
                <a:gd name="connsiteY22" fmla="*/ 550009 h 943999"/>
                <a:gd name="connsiteX23" fmla="*/ 1358950 w 1639413"/>
                <a:gd name="connsiteY23" fmla="*/ 553923 h 943999"/>
                <a:gd name="connsiteX24" fmla="*/ 1361555 w 1639413"/>
                <a:gd name="connsiteY24" fmla="*/ 535888 h 943999"/>
                <a:gd name="connsiteX25" fmla="*/ 1391055 w 1639413"/>
                <a:gd name="connsiteY25" fmla="*/ 503083 h 943999"/>
                <a:gd name="connsiteX26" fmla="*/ 1369525 w 1639413"/>
                <a:gd name="connsiteY26" fmla="*/ 495761 h 943999"/>
                <a:gd name="connsiteX27" fmla="*/ 1359992 w 1639413"/>
                <a:gd name="connsiteY27" fmla="*/ 462715 h 943999"/>
                <a:gd name="connsiteX28" fmla="*/ 1268249 w 1639413"/>
                <a:gd name="connsiteY28" fmla="*/ 491071 h 943999"/>
                <a:gd name="connsiteX29" fmla="*/ 1240987 w 1639413"/>
                <a:gd name="connsiteY29" fmla="*/ 519441 h 943999"/>
                <a:gd name="connsiteX30" fmla="*/ 1271771 w 1639413"/>
                <a:gd name="connsiteY30" fmla="*/ 530015 h 943999"/>
                <a:gd name="connsiteX31" fmla="*/ 1288485 w 1639413"/>
                <a:gd name="connsiteY31" fmla="*/ 511726 h 943999"/>
                <a:gd name="connsiteX32" fmla="*/ 1316536 w 1639413"/>
                <a:gd name="connsiteY32" fmla="*/ 531846 h 943999"/>
                <a:gd name="connsiteX33" fmla="*/ 1297775 w 1639413"/>
                <a:gd name="connsiteY33" fmla="*/ 553161 h 943999"/>
                <a:gd name="connsiteX34" fmla="*/ 1303635 w 1639413"/>
                <a:gd name="connsiteY34" fmla="*/ 562058 h 943999"/>
                <a:gd name="connsiteX35" fmla="*/ 1318391 w 1639413"/>
                <a:gd name="connsiteY35" fmla="*/ 556694 h 943999"/>
                <a:gd name="connsiteX36" fmla="*/ 1324251 w 1639413"/>
                <a:gd name="connsiteY36" fmla="*/ 566748 h 943999"/>
                <a:gd name="connsiteX37" fmla="*/ 1325967 w 1639413"/>
                <a:gd name="connsiteY37" fmla="*/ 585178 h 943999"/>
                <a:gd name="connsiteX38" fmla="*/ 1281481 w 1639413"/>
                <a:gd name="connsiteY38" fmla="*/ 626486 h 943999"/>
                <a:gd name="connsiteX39" fmla="*/ 1245982 w 1639413"/>
                <a:gd name="connsiteY39" fmla="*/ 609963 h 943999"/>
                <a:gd name="connsiteX40" fmla="*/ 1186358 w 1639413"/>
                <a:gd name="connsiteY40" fmla="*/ 637150 h 943999"/>
                <a:gd name="connsiteX41" fmla="*/ 1170814 w 1639413"/>
                <a:gd name="connsiteY41" fmla="*/ 618084 h 943999"/>
                <a:gd name="connsiteX42" fmla="*/ 1157252 w 1639413"/>
                <a:gd name="connsiteY42" fmla="*/ 618478 h 943999"/>
                <a:gd name="connsiteX43" fmla="*/ 1100742 w 1639413"/>
                <a:gd name="connsiteY43" fmla="*/ 622139 h 943999"/>
                <a:gd name="connsiteX44" fmla="*/ 1101784 w 1639413"/>
                <a:gd name="connsiteY44" fmla="*/ 594825 h 943999"/>
                <a:gd name="connsiteX45" fmla="*/ 1036276 w 1639413"/>
                <a:gd name="connsiteY45" fmla="*/ 572989 h 943999"/>
                <a:gd name="connsiteX46" fmla="*/ 1012126 w 1639413"/>
                <a:gd name="connsiteY46" fmla="*/ 552741 h 943999"/>
                <a:gd name="connsiteX47" fmla="*/ 993455 w 1639413"/>
                <a:gd name="connsiteY47" fmla="*/ 600849 h 943999"/>
                <a:gd name="connsiteX48" fmla="*/ 938916 w 1639413"/>
                <a:gd name="connsiteY48" fmla="*/ 612594 h 943999"/>
                <a:gd name="connsiteX49" fmla="*/ 862565 w 1639413"/>
                <a:gd name="connsiteY49" fmla="*/ 619406 h 943999"/>
                <a:gd name="connsiteX50" fmla="*/ 840513 w 1639413"/>
                <a:gd name="connsiteY50" fmla="*/ 582941 h 943999"/>
                <a:gd name="connsiteX51" fmla="*/ 791045 w 1639413"/>
                <a:gd name="connsiteY51" fmla="*/ 606988 h 943999"/>
                <a:gd name="connsiteX52" fmla="*/ 762854 w 1639413"/>
                <a:gd name="connsiteY52" fmla="*/ 582394 h 943999"/>
                <a:gd name="connsiteX53" fmla="*/ 703205 w 1639413"/>
                <a:gd name="connsiteY53" fmla="*/ 602731 h 943999"/>
                <a:gd name="connsiteX54" fmla="*/ 699938 w 1639413"/>
                <a:gd name="connsiteY54" fmla="*/ 656978 h 943999"/>
                <a:gd name="connsiteX55" fmla="*/ 736226 w 1639413"/>
                <a:gd name="connsiteY55" fmla="*/ 679856 h 943999"/>
                <a:gd name="connsiteX56" fmla="*/ 734142 w 1639413"/>
                <a:gd name="connsiteY56" fmla="*/ 699849 h 943999"/>
                <a:gd name="connsiteX57" fmla="*/ 768459 w 1639413"/>
                <a:gd name="connsiteY57" fmla="*/ 707704 h 943999"/>
                <a:gd name="connsiteX58" fmla="*/ 807733 w 1639413"/>
                <a:gd name="connsiteY58" fmla="*/ 729133 h 943999"/>
                <a:gd name="connsiteX59" fmla="*/ 786596 w 1639413"/>
                <a:gd name="connsiteY59" fmla="*/ 737115 h 943999"/>
                <a:gd name="connsiteX60" fmla="*/ 758024 w 1639413"/>
                <a:gd name="connsiteY60" fmla="*/ 744551 h 943999"/>
                <a:gd name="connsiteX61" fmla="*/ 750461 w 1639413"/>
                <a:gd name="connsiteY61" fmla="*/ 762714 h 943999"/>
                <a:gd name="connsiteX62" fmla="*/ 725664 w 1639413"/>
                <a:gd name="connsiteY62" fmla="*/ 745085 h 943999"/>
                <a:gd name="connsiteX63" fmla="*/ 705823 w 1639413"/>
                <a:gd name="connsiteY63" fmla="*/ 769387 h 943999"/>
                <a:gd name="connsiteX64" fmla="*/ 679983 w 1639413"/>
                <a:gd name="connsiteY64" fmla="*/ 765091 h 943999"/>
                <a:gd name="connsiteX65" fmla="*/ 655973 w 1639413"/>
                <a:gd name="connsiteY65" fmla="*/ 782999 h 943999"/>
                <a:gd name="connsiteX66" fmla="*/ 663600 w 1639413"/>
                <a:gd name="connsiteY66" fmla="*/ 828998 h 943999"/>
                <a:gd name="connsiteX67" fmla="*/ 635917 w 1639413"/>
                <a:gd name="connsiteY67" fmla="*/ 838924 h 943999"/>
                <a:gd name="connsiteX68" fmla="*/ 626537 w 1639413"/>
                <a:gd name="connsiteY68" fmla="*/ 896972 h 943999"/>
                <a:gd name="connsiteX69" fmla="*/ 571069 w 1639413"/>
                <a:gd name="connsiteY69" fmla="*/ 943999 h 943999"/>
                <a:gd name="connsiteX70" fmla="*/ 565985 w 1639413"/>
                <a:gd name="connsiteY70" fmla="*/ 909873 h 943999"/>
                <a:gd name="connsiteX71" fmla="*/ 495507 w 1639413"/>
                <a:gd name="connsiteY71" fmla="*/ 870534 h 943999"/>
                <a:gd name="connsiteX72" fmla="*/ 495380 w 1639413"/>
                <a:gd name="connsiteY72" fmla="*/ 860366 h 943999"/>
                <a:gd name="connsiteX73" fmla="*/ 504913 w 1639413"/>
                <a:gd name="connsiteY73" fmla="*/ 779021 h 943999"/>
                <a:gd name="connsiteX74" fmla="*/ 542103 w 1639413"/>
                <a:gd name="connsiteY74" fmla="*/ 777598 h 943999"/>
                <a:gd name="connsiteX75" fmla="*/ 542891 w 1639413"/>
                <a:gd name="connsiteY75" fmla="*/ 763731 h 943999"/>
                <a:gd name="connsiteX76" fmla="*/ 486775 w 1639413"/>
                <a:gd name="connsiteY76" fmla="*/ 744398 h 943999"/>
                <a:gd name="connsiteX77" fmla="*/ 466439 w 1639413"/>
                <a:gd name="connsiteY77" fmla="*/ 685182 h 943999"/>
                <a:gd name="connsiteX78" fmla="*/ 444374 w 1639413"/>
                <a:gd name="connsiteY78" fmla="*/ 664756 h 943999"/>
                <a:gd name="connsiteX79" fmla="*/ 447259 w 1639413"/>
                <a:gd name="connsiteY79" fmla="*/ 630655 h 943999"/>
                <a:gd name="connsiteX80" fmla="*/ 471650 w 1639413"/>
                <a:gd name="connsiteY80" fmla="*/ 620182 h 943999"/>
                <a:gd name="connsiteX81" fmla="*/ 465791 w 1639413"/>
                <a:gd name="connsiteY81" fmla="*/ 567650 h 943999"/>
                <a:gd name="connsiteX82" fmla="*/ 471523 w 1639413"/>
                <a:gd name="connsiteY82" fmla="*/ 503464 h 943999"/>
                <a:gd name="connsiteX83" fmla="*/ 449229 w 1639413"/>
                <a:gd name="connsiteY83" fmla="*/ 491694 h 943999"/>
                <a:gd name="connsiteX84" fmla="*/ 421814 w 1639413"/>
                <a:gd name="connsiteY84" fmla="*/ 488695 h 943999"/>
                <a:gd name="connsiteX85" fmla="*/ 409294 w 1639413"/>
                <a:gd name="connsiteY85" fmla="*/ 485949 h 943999"/>
                <a:gd name="connsiteX86" fmla="*/ 355403 w 1639413"/>
                <a:gd name="connsiteY86" fmla="*/ 480204 h 943999"/>
                <a:gd name="connsiteX87" fmla="*/ 331380 w 1639413"/>
                <a:gd name="connsiteY87" fmla="*/ 419043 h 943999"/>
                <a:gd name="connsiteX88" fmla="*/ 373197 w 1639413"/>
                <a:gd name="connsiteY88" fmla="*/ 387674 h 943999"/>
                <a:gd name="connsiteX89" fmla="*/ 348400 w 1639413"/>
                <a:gd name="connsiteY89" fmla="*/ 365723 h 943999"/>
                <a:gd name="connsiteX90" fmla="*/ 291369 w 1639413"/>
                <a:gd name="connsiteY90" fmla="*/ 367668 h 943999"/>
                <a:gd name="connsiteX91" fmla="*/ 265656 w 1639413"/>
                <a:gd name="connsiteY91" fmla="*/ 325724 h 943999"/>
                <a:gd name="connsiteX92" fmla="*/ 192839 w 1639413"/>
                <a:gd name="connsiteY92" fmla="*/ 303647 h 943999"/>
                <a:gd name="connsiteX93" fmla="*/ 165029 w 1639413"/>
                <a:gd name="connsiteY93" fmla="*/ 305604 h 943999"/>
                <a:gd name="connsiteX94" fmla="*/ 146956 w 1639413"/>
                <a:gd name="connsiteY94" fmla="*/ 259059 h 943999"/>
                <a:gd name="connsiteX95" fmla="*/ 166275 w 1639413"/>
                <a:gd name="connsiteY95" fmla="*/ 218933 h 943999"/>
                <a:gd name="connsiteX96" fmla="*/ 244036 w 1639413"/>
                <a:gd name="connsiteY96" fmla="*/ 252781 h 943999"/>
                <a:gd name="connsiteX97" fmla="*/ 265046 w 1639413"/>
                <a:gd name="connsiteY97" fmla="*/ 269113 h 943999"/>
                <a:gd name="connsiteX98" fmla="*/ 276917 w 1639413"/>
                <a:gd name="connsiteY98" fmla="*/ 256835 h 943999"/>
                <a:gd name="connsiteX99" fmla="*/ 318162 w 1639413"/>
                <a:gd name="connsiteY99" fmla="*/ 169389 h 943999"/>
                <a:gd name="connsiteX100" fmla="*/ 319865 w 1639413"/>
                <a:gd name="connsiteY100" fmla="*/ 140155 h 943999"/>
                <a:gd name="connsiteX101" fmla="*/ 297813 w 1639413"/>
                <a:gd name="connsiteY101" fmla="*/ 131792 h 943999"/>
                <a:gd name="connsiteX102" fmla="*/ 276002 w 1639413"/>
                <a:gd name="connsiteY102" fmla="*/ 124865 h 943999"/>
                <a:gd name="connsiteX103" fmla="*/ 271846 w 1639413"/>
                <a:gd name="connsiteY103" fmla="*/ 86569 h 943999"/>
                <a:gd name="connsiteX104" fmla="*/ 262695 w 1639413"/>
                <a:gd name="connsiteY104" fmla="*/ 87344 h 943999"/>
                <a:gd name="connsiteX105" fmla="*/ 196284 w 1639413"/>
                <a:gd name="connsiteY105" fmla="*/ 136482 h 943999"/>
                <a:gd name="connsiteX106" fmla="*/ 160911 w 1639413"/>
                <a:gd name="connsiteY106" fmla="*/ 167343 h 943999"/>
                <a:gd name="connsiteX107" fmla="*/ 129860 w 1639413"/>
                <a:gd name="connsiteY107" fmla="*/ 158191 h 943999"/>
                <a:gd name="connsiteX108" fmla="*/ 100232 w 1639413"/>
                <a:gd name="connsiteY108" fmla="*/ 159462 h 943999"/>
                <a:gd name="connsiteX109" fmla="*/ 41766 w 1639413"/>
                <a:gd name="connsiteY109" fmla="*/ 136190 h 943999"/>
                <a:gd name="connsiteX110" fmla="*/ 19307 w 1639413"/>
                <a:gd name="connsiteY110" fmla="*/ 88616 h 943999"/>
                <a:gd name="connsiteX111" fmla="*/ 0 w 1639413"/>
                <a:gd name="connsiteY111" fmla="*/ 53853 h 943999"/>
                <a:gd name="connsiteX112" fmla="*/ 2224 w 1639413"/>
                <a:gd name="connsiteY112" fmla="*/ 32030 h 943999"/>
                <a:gd name="connsiteX113" fmla="*/ 43202 w 1639413"/>
                <a:gd name="connsiteY113" fmla="*/ 0 h 943999"/>
                <a:gd name="connsiteX114" fmla="*/ 66296 w 1639413"/>
                <a:gd name="connsiteY114" fmla="*/ 9406 h 943999"/>
                <a:gd name="connsiteX115" fmla="*/ 99343 w 1639413"/>
                <a:gd name="connsiteY115" fmla="*/ 13079 h 943999"/>
                <a:gd name="connsiteX116" fmla="*/ 119425 w 1639413"/>
                <a:gd name="connsiteY116" fmla="*/ 6406 h 943999"/>
                <a:gd name="connsiteX117" fmla="*/ 149841 w 1639413"/>
                <a:gd name="connsiteY117" fmla="*/ 10982 h 943999"/>
                <a:gd name="connsiteX118" fmla="*/ 243286 w 1639413"/>
                <a:gd name="connsiteY118" fmla="*/ 55162 h 943999"/>
                <a:gd name="connsiteX119" fmla="*/ 257382 w 1639413"/>
                <a:gd name="connsiteY119" fmla="*/ 56726 h 943999"/>
                <a:gd name="connsiteX120" fmla="*/ 262466 w 1639413"/>
                <a:gd name="connsiteY120" fmla="*/ 53980 h 943999"/>
                <a:gd name="connsiteX121" fmla="*/ 275773 w 1639413"/>
                <a:gd name="connsiteY121" fmla="*/ 47447 h 943999"/>
                <a:gd name="connsiteX122" fmla="*/ 339464 w 1639413"/>
                <a:gd name="connsiteY122" fmla="*/ 67186 h 943999"/>
                <a:gd name="connsiteX123" fmla="*/ 367261 w 1639413"/>
                <a:gd name="connsiteY123" fmla="*/ 95288 h 943999"/>
                <a:gd name="connsiteX124" fmla="*/ 370388 w 1639413"/>
                <a:gd name="connsiteY124" fmla="*/ 126390 h 943999"/>
                <a:gd name="connsiteX125" fmla="*/ 392720 w 1639413"/>
                <a:gd name="connsiteY125" fmla="*/ 114748 h 943999"/>
                <a:gd name="connsiteX126" fmla="*/ 434079 w 1639413"/>
                <a:gd name="connsiteY126" fmla="*/ 128729 h 943999"/>
                <a:gd name="connsiteX127" fmla="*/ 458101 w 1639413"/>
                <a:gd name="connsiteY127" fmla="*/ 145583 h 943999"/>
                <a:gd name="connsiteX128" fmla="*/ 481183 w 1639413"/>
                <a:gd name="connsiteY128" fmla="*/ 143765 h 943999"/>
                <a:gd name="connsiteX129" fmla="*/ 501519 w 1639413"/>
                <a:gd name="connsiteY129" fmla="*/ 132656 h 943999"/>
                <a:gd name="connsiteX130" fmla="*/ 518208 w 1639413"/>
                <a:gd name="connsiteY130" fmla="*/ 134614 h 943999"/>
                <a:gd name="connsiteX131" fmla="*/ 531261 w 1639413"/>
                <a:gd name="connsiteY131" fmla="*/ 120887 h 943999"/>
                <a:gd name="connsiteX132" fmla="*/ 565846 w 1639413"/>
                <a:gd name="connsiteY132" fmla="*/ 111341 h 943999"/>
                <a:gd name="connsiteX133" fmla="*/ 589995 w 1639413"/>
                <a:gd name="connsiteY133" fmla="*/ 105596 h 943999"/>
                <a:gd name="connsiteX134" fmla="*/ 609899 w 1639413"/>
                <a:gd name="connsiteY134" fmla="*/ 93051 h 943999"/>
                <a:gd name="connsiteX135" fmla="*/ 613293 w 1639413"/>
                <a:gd name="connsiteY135" fmla="*/ 80240 h 943999"/>
                <a:gd name="connsiteX136" fmla="*/ 634430 w 1639413"/>
                <a:gd name="connsiteY136" fmla="*/ 65470 h 943999"/>
                <a:gd name="connsiteX137" fmla="*/ 677645 w 1639413"/>
                <a:gd name="connsiteY137" fmla="*/ 57844 h 943999"/>
                <a:gd name="connsiteX138" fmla="*/ 698515 w 1639413"/>
                <a:gd name="connsiteY138" fmla="*/ 48172 h 943999"/>
                <a:gd name="connsiteX139" fmla="*/ 709852 w 1639413"/>
                <a:gd name="connsiteY139" fmla="*/ 46227 h 943999"/>
                <a:gd name="connsiteX140" fmla="*/ 755799 w 1639413"/>
                <a:gd name="connsiteY140" fmla="*/ 53662 h 943999"/>
                <a:gd name="connsiteX141" fmla="*/ 767150 w 1639413"/>
                <a:gd name="connsiteY141" fmla="*/ 47917 h 943999"/>
                <a:gd name="connsiteX142" fmla="*/ 799523 w 1639413"/>
                <a:gd name="connsiteY142" fmla="*/ 49481 h 943999"/>
                <a:gd name="connsiteX143" fmla="*/ 809437 w 1639413"/>
                <a:gd name="connsiteY143" fmla="*/ 48960 h 943999"/>
                <a:gd name="connsiteX144" fmla="*/ 815970 w 1639413"/>
                <a:gd name="connsiteY144" fmla="*/ 58645 h 943999"/>
                <a:gd name="connsiteX145" fmla="*/ 827180 w 1639413"/>
                <a:gd name="connsiteY145" fmla="*/ 59153 h 943999"/>
                <a:gd name="connsiteX146" fmla="*/ 832925 w 1639413"/>
                <a:gd name="connsiteY146" fmla="*/ 47917 h 943999"/>
                <a:gd name="connsiteX147" fmla="*/ 848724 w 1639413"/>
                <a:gd name="connsiteY147" fmla="*/ 52112 h 943999"/>
                <a:gd name="connsiteX148" fmla="*/ 852626 w 1639413"/>
                <a:gd name="connsiteY148" fmla="*/ 65953 h 943999"/>
                <a:gd name="connsiteX149" fmla="*/ 861523 w 1639413"/>
                <a:gd name="connsiteY149" fmla="*/ 72486 h 943999"/>
                <a:gd name="connsiteX150" fmla="*/ 902361 w 1639413"/>
                <a:gd name="connsiteY150" fmla="*/ 73134 h 943999"/>
                <a:gd name="connsiteX151" fmla="*/ 921426 w 1639413"/>
                <a:gd name="connsiteY151" fmla="*/ 70008 h 943999"/>
                <a:gd name="connsiteX152" fmla="*/ 946224 w 1639413"/>
                <a:gd name="connsiteY152" fmla="*/ 79299 h 943999"/>
                <a:gd name="connsiteX153" fmla="*/ 965657 w 1639413"/>
                <a:gd name="connsiteY153" fmla="*/ 70402 h 943999"/>
                <a:gd name="connsiteX154" fmla="*/ 984062 w 1639413"/>
                <a:gd name="connsiteY154" fmla="*/ 70402 h 943999"/>
                <a:gd name="connsiteX155" fmla="*/ 991231 w 1639413"/>
                <a:gd name="connsiteY155" fmla="*/ 79426 h 943999"/>
                <a:gd name="connsiteX156" fmla="*/ 996582 w 1639413"/>
                <a:gd name="connsiteY156" fmla="*/ 86213 h 943999"/>
                <a:gd name="connsiteX157" fmla="*/ 1016689 w 1639413"/>
                <a:gd name="connsiteY157" fmla="*/ 98237 h 943999"/>
                <a:gd name="connsiteX158" fmla="*/ 1034038 w 1639413"/>
                <a:gd name="connsiteY158" fmla="*/ 98758 h 943999"/>
                <a:gd name="connsiteX159" fmla="*/ 1053625 w 1639413"/>
                <a:gd name="connsiteY159" fmla="*/ 122031 h 943999"/>
                <a:gd name="connsiteX160" fmla="*/ 1083252 w 1639413"/>
                <a:gd name="connsiteY160" fmla="*/ 132351 h 943999"/>
                <a:gd name="connsiteX161" fmla="*/ 1111952 w 1639413"/>
                <a:gd name="connsiteY161" fmla="*/ 146866 h 943999"/>
                <a:gd name="connsiteX162" fmla="*/ 1167153 w 1639413"/>
                <a:gd name="connsiteY162" fmla="*/ 169478 h 943999"/>
                <a:gd name="connsiteX163" fmla="*/ 1202652 w 1639413"/>
                <a:gd name="connsiteY163" fmla="*/ 191301 h 943999"/>
                <a:gd name="connsiteX164" fmla="*/ 1236220 w 1639413"/>
                <a:gd name="connsiteY164" fmla="*/ 208714 h 943999"/>
                <a:gd name="connsiteX165" fmla="*/ 1275240 w 1639413"/>
                <a:gd name="connsiteY165" fmla="*/ 228326 h 943999"/>
                <a:gd name="connsiteX166" fmla="*/ 1303559 w 1639413"/>
                <a:gd name="connsiteY166" fmla="*/ 256416 h 943999"/>
                <a:gd name="connsiteX167" fmla="*/ 1340190 w 1639413"/>
                <a:gd name="connsiteY167" fmla="*/ 284975 h 943999"/>
                <a:gd name="connsiteX168" fmla="*/ 1392518 w 1639413"/>
                <a:gd name="connsiteY168" fmla="*/ 314908 h 943999"/>
                <a:gd name="connsiteX169" fmla="*/ 1443790 w 1639413"/>
                <a:gd name="connsiteY169" fmla="*/ 342095 h 943999"/>
                <a:gd name="connsiteX170" fmla="*/ 1447184 w 1639413"/>
                <a:gd name="connsiteY170" fmla="*/ 350992 h 943999"/>
                <a:gd name="connsiteX171" fmla="*/ 1441324 w 1639413"/>
                <a:gd name="connsiteY171" fmla="*/ 386810 h 943999"/>
                <a:gd name="connsiteX172" fmla="*/ 1446803 w 1639413"/>
                <a:gd name="connsiteY172" fmla="*/ 401058 h 943999"/>
                <a:gd name="connsiteX173" fmla="*/ 1454759 w 1639413"/>
                <a:gd name="connsiteY173" fmla="*/ 422106 h 943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1639413" h="943999">
                  <a:moveTo>
                    <a:pt x="1585128" y="574183"/>
                  </a:moveTo>
                  <a:lnTo>
                    <a:pt x="1584212" y="546996"/>
                  </a:lnTo>
                  <a:lnTo>
                    <a:pt x="1618415" y="561105"/>
                  </a:lnTo>
                  <a:lnTo>
                    <a:pt x="1639413" y="581377"/>
                  </a:lnTo>
                  <a:lnTo>
                    <a:pt x="1615416" y="596922"/>
                  </a:lnTo>
                  <a:close/>
                  <a:moveTo>
                    <a:pt x="1493525" y="448454"/>
                  </a:moveTo>
                  <a:lnTo>
                    <a:pt x="1516620" y="470786"/>
                  </a:lnTo>
                  <a:lnTo>
                    <a:pt x="1533842" y="487398"/>
                  </a:lnTo>
                  <a:lnTo>
                    <a:pt x="1558652" y="495101"/>
                  </a:lnTo>
                  <a:lnTo>
                    <a:pt x="1563469" y="507531"/>
                  </a:lnTo>
                  <a:lnTo>
                    <a:pt x="1556301" y="516022"/>
                  </a:lnTo>
                  <a:lnTo>
                    <a:pt x="1556301" y="532227"/>
                  </a:lnTo>
                  <a:lnTo>
                    <a:pt x="1528237" y="563202"/>
                  </a:lnTo>
                  <a:lnTo>
                    <a:pt x="1519746" y="558359"/>
                  </a:lnTo>
                  <a:lnTo>
                    <a:pt x="1504228" y="572480"/>
                  </a:lnTo>
                  <a:lnTo>
                    <a:pt x="1484908" y="618873"/>
                  </a:lnTo>
                  <a:lnTo>
                    <a:pt x="1468728" y="621758"/>
                  </a:lnTo>
                  <a:lnTo>
                    <a:pt x="1464686" y="609747"/>
                  </a:lnTo>
                  <a:lnTo>
                    <a:pt x="1431640" y="598498"/>
                  </a:lnTo>
                  <a:lnTo>
                    <a:pt x="1418064" y="598498"/>
                  </a:lnTo>
                  <a:lnTo>
                    <a:pt x="1418713" y="576281"/>
                  </a:lnTo>
                  <a:lnTo>
                    <a:pt x="1432809" y="555499"/>
                  </a:lnTo>
                  <a:lnTo>
                    <a:pt x="1413235" y="550009"/>
                  </a:lnTo>
                  <a:lnTo>
                    <a:pt x="1358950" y="553923"/>
                  </a:lnTo>
                  <a:lnTo>
                    <a:pt x="1361555" y="535888"/>
                  </a:lnTo>
                  <a:lnTo>
                    <a:pt x="1391055" y="503083"/>
                  </a:lnTo>
                  <a:lnTo>
                    <a:pt x="1369525" y="495761"/>
                  </a:lnTo>
                  <a:lnTo>
                    <a:pt x="1359992" y="462715"/>
                  </a:lnTo>
                  <a:lnTo>
                    <a:pt x="1268249" y="491071"/>
                  </a:lnTo>
                  <a:lnTo>
                    <a:pt x="1240987" y="519441"/>
                  </a:lnTo>
                  <a:lnTo>
                    <a:pt x="1271771" y="530015"/>
                  </a:lnTo>
                  <a:lnTo>
                    <a:pt x="1288485" y="511726"/>
                  </a:lnTo>
                  <a:lnTo>
                    <a:pt x="1316536" y="531846"/>
                  </a:lnTo>
                  <a:lnTo>
                    <a:pt x="1297775" y="553161"/>
                  </a:lnTo>
                  <a:lnTo>
                    <a:pt x="1303635" y="562058"/>
                  </a:lnTo>
                  <a:lnTo>
                    <a:pt x="1318391" y="556694"/>
                  </a:lnTo>
                  <a:lnTo>
                    <a:pt x="1324251" y="566748"/>
                  </a:lnTo>
                  <a:lnTo>
                    <a:pt x="1325967" y="585178"/>
                  </a:lnTo>
                  <a:lnTo>
                    <a:pt x="1281481" y="626486"/>
                  </a:lnTo>
                  <a:lnTo>
                    <a:pt x="1245982" y="609963"/>
                  </a:lnTo>
                  <a:lnTo>
                    <a:pt x="1186358" y="637150"/>
                  </a:lnTo>
                  <a:lnTo>
                    <a:pt x="1170814" y="618084"/>
                  </a:lnTo>
                  <a:lnTo>
                    <a:pt x="1157252" y="618478"/>
                  </a:lnTo>
                  <a:lnTo>
                    <a:pt x="1100742" y="622139"/>
                  </a:lnTo>
                  <a:lnTo>
                    <a:pt x="1101784" y="594825"/>
                  </a:lnTo>
                  <a:lnTo>
                    <a:pt x="1036276" y="572989"/>
                  </a:lnTo>
                  <a:lnTo>
                    <a:pt x="1012126" y="552741"/>
                  </a:lnTo>
                  <a:lnTo>
                    <a:pt x="993455" y="600849"/>
                  </a:lnTo>
                  <a:lnTo>
                    <a:pt x="938916" y="612594"/>
                  </a:lnTo>
                  <a:lnTo>
                    <a:pt x="862565" y="619406"/>
                  </a:lnTo>
                  <a:lnTo>
                    <a:pt x="840513" y="582941"/>
                  </a:lnTo>
                  <a:lnTo>
                    <a:pt x="791045" y="606988"/>
                  </a:lnTo>
                  <a:lnTo>
                    <a:pt x="762854" y="582394"/>
                  </a:lnTo>
                  <a:lnTo>
                    <a:pt x="703205" y="602731"/>
                  </a:lnTo>
                  <a:lnTo>
                    <a:pt x="699938" y="656978"/>
                  </a:lnTo>
                  <a:lnTo>
                    <a:pt x="736226" y="679856"/>
                  </a:lnTo>
                  <a:lnTo>
                    <a:pt x="734142" y="699849"/>
                  </a:lnTo>
                  <a:lnTo>
                    <a:pt x="768459" y="707704"/>
                  </a:lnTo>
                  <a:lnTo>
                    <a:pt x="807733" y="729133"/>
                  </a:lnTo>
                  <a:lnTo>
                    <a:pt x="786596" y="737115"/>
                  </a:lnTo>
                  <a:lnTo>
                    <a:pt x="758024" y="744551"/>
                  </a:lnTo>
                  <a:lnTo>
                    <a:pt x="750461" y="762714"/>
                  </a:lnTo>
                  <a:lnTo>
                    <a:pt x="725664" y="745085"/>
                  </a:lnTo>
                  <a:lnTo>
                    <a:pt x="705823" y="769387"/>
                  </a:lnTo>
                  <a:lnTo>
                    <a:pt x="679983" y="765091"/>
                  </a:lnTo>
                  <a:lnTo>
                    <a:pt x="655973" y="782999"/>
                  </a:lnTo>
                  <a:lnTo>
                    <a:pt x="663600" y="828998"/>
                  </a:lnTo>
                  <a:lnTo>
                    <a:pt x="635917" y="838924"/>
                  </a:lnTo>
                  <a:lnTo>
                    <a:pt x="626537" y="896972"/>
                  </a:lnTo>
                  <a:lnTo>
                    <a:pt x="571069" y="943999"/>
                  </a:lnTo>
                  <a:lnTo>
                    <a:pt x="565985" y="909873"/>
                  </a:lnTo>
                  <a:lnTo>
                    <a:pt x="495507" y="870534"/>
                  </a:lnTo>
                  <a:lnTo>
                    <a:pt x="495380" y="860366"/>
                  </a:lnTo>
                  <a:lnTo>
                    <a:pt x="504913" y="779021"/>
                  </a:lnTo>
                  <a:lnTo>
                    <a:pt x="542103" y="777598"/>
                  </a:lnTo>
                  <a:lnTo>
                    <a:pt x="542891" y="763731"/>
                  </a:lnTo>
                  <a:lnTo>
                    <a:pt x="486775" y="744398"/>
                  </a:lnTo>
                  <a:lnTo>
                    <a:pt x="466439" y="685182"/>
                  </a:lnTo>
                  <a:lnTo>
                    <a:pt x="444374" y="664756"/>
                  </a:lnTo>
                  <a:lnTo>
                    <a:pt x="447259" y="630655"/>
                  </a:lnTo>
                  <a:lnTo>
                    <a:pt x="471650" y="620182"/>
                  </a:lnTo>
                  <a:lnTo>
                    <a:pt x="465791" y="567650"/>
                  </a:lnTo>
                  <a:lnTo>
                    <a:pt x="471523" y="503464"/>
                  </a:lnTo>
                  <a:lnTo>
                    <a:pt x="449229" y="491694"/>
                  </a:lnTo>
                  <a:lnTo>
                    <a:pt x="421814" y="488695"/>
                  </a:lnTo>
                  <a:lnTo>
                    <a:pt x="409294" y="485949"/>
                  </a:lnTo>
                  <a:lnTo>
                    <a:pt x="355403" y="480204"/>
                  </a:lnTo>
                  <a:lnTo>
                    <a:pt x="331380" y="419043"/>
                  </a:lnTo>
                  <a:lnTo>
                    <a:pt x="373197" y="387674"/>
                  </a:lnTo>
                  <a:lnTo>
                    <a:pt x="348400" y="365723"/>
                  </a:lnTo>
                  <a:lnTo>
                    <a:pt x="291369" y="367668"/>
                  </a:lnTo>
                  <a:lnTo>
                    <a:pt x="265656" y="325724"/>
                  </a:lnTo>
                  <a:lnTo>
                    <a:pt x="192839" y="303647"/>
                  </a:lnTo>
                  <a:lnTo>
                    <a:pt x="165029" y="305604"/>
                  </a:lnTo>
                  <a:lnTo>
                    <a:pt x="146956" y="259059"/>
                  </a:lnTo>
                  <a:lnTo>
                    <a:pt x="166275" y="218933"/>
                  </a:lnTo>
                  <a:lnTo>
                    <a:pt x="244036" y="252781"/>
                  </a:lnTo>
                  <a:lnTo>
                    <a:pt x="265046" y="269113"/>
                  </a:lnTo>
                  <a:lnTo>
                    <a:pt x="276917" y="256835"/>
                  </a:lnTo>
                  <a:lnTo>
                    <a:pt x="318162" y="169389"/>
                  </a:lnTo>
                  <a:lnTo>
                    <a:pt x="319865" y="140155"/>
                  </a:lnTo>
                  <a:lnTo>
                    <a:pt x="297813" y="131792"/>
                  </a:lnTo>
                  <a:lnTo>
                    <a:pt x="276002" y="124865"/>
                  </a:lnTo>
                  <a:lnTo>
                    <a:pt x="271846" y="86569"/>
                  </a:lnTo>
                  <a:lnTo>
                    <a:pt x="262695" y="87344"/>
                  </a:lnTo>
                  <a:lnTo>
                    <a:pt x="196284" y="136482"/>
                  </a:lnTo>
                  <a:lnTo>
                    <a:pt x="160911" y="167343"/>
                  </a:lnTo>
                  <a:lnTo>
                    <a:pt x="129860" y="158191"/>
                  </a:lnTo>
                  <a:lnTo>
                    <a:pt x="100232" y="159462"/>
                  </a:lnTo>
                  <a:lnTo>
                    <a:pt x="41766" y="136190"/>
                  </a:lnTo>
                  <a:lnTo>
                    <a:pt x="19307" y="88616"/>
                  </a:lnTo>
                  <a:lnTo>
                    <a:pt x="0" y="53853"/>
                  </a:lnTo>
                  <a:lnTo>
                    <a:pt x="2224" y="32030"/>
                  </a:lnTo>
                  <a:lnTo>
                    <a:pt x="43202" y="0"/>
                  </a:lnTo>
                  <a:lnTo>
                    <a:pt x="66296" y="9406"/>
                  </a:lnTo>
                  <a:lnTo>
                    <a:pt x="99343" y="13079"/>
                  </a:lnTo>
                  <a:lnTo>
                    <a:pt x="119425" y="6406"/>
                  </a:lnTo>
                  <a:lnTo>
                    <a:pt x="149841" y="10982"/>
                  </a:lnTo>
                  <a:lnTo>
                    <a:pt x="243286" y="55162"/>
                  </a:lnTo>
                  <a:lnTo>
                    <a:pt x="257382" y="56726"/>
                  </a:lnTo>
                  <a:lnTo>
                    <a:pt x="262466" y="53980"/>
                  </a:lnTo>
                  <a:lnTo>
                    <a:pt x="275773" y="47447"/>
                  </a:lnTo>
                  <a:lnTo>
                    <a:pt x="339464" y="67186"/>
                  </a:lnTo>
                  <a:lnTo>
                    <a:pt x="367261" y="95288"/>
                  </a:lnTo>
                  <a:lnTo>
                    <a:pt x="370388" y="126390"/>
                  </a:lnTo>
                  <a:lnTo>
                    <a:pt x="392720" y="114748"/>
                  </a:lnTo>
                  <a:lnTo>
                    <a:pt x="434079" y="128729"/>
                  </a:lnTo>
                  <a:lnTo>
                    <a:pt x="458101" y="145583"/>
                  </a:lnTo>
                  <a:lnTo>
                    <a:pt x="481183" y="143765"/>
                  </a:lnTo>
                  <a:lnTo>
                    <a:pt x="501519" y="132656"/>
                  </a:lnTo>
                  <a:lnTo>
                    <a:pt x="518208" y="134614"/>
                  </a:lnTo>
                  <a:lnTo>
                    <a:pt x="531261" y="120887"/>
                  </a:lnTo>
                  <a:lnTo>
                    <a:pt x="565846" y="111341"/>
                  </a:lnTo>
                  <a:lnTo>
                    <a:pt x="589995" y="105596"/>
                  </a:lnTo>
                  <a:lnTo>
                    <a:pt x="609899" y="93051"/>
                  </a:lnTo>
                  <a:lnTo>
                    <a:pt x="613293" y="80240"/>
                  </a:lnTo>
                  <a:lnTo>
                    <a:pt x="634430" y="65470"/>
                  </a:lnTo>
                  <a:lnTo>
                    <a:pt x="677645" y="57844"/>
                  </a:lnTo>
                  <a:lnTo>
                    <a:pt x="698515" y="48172"/>
                  </a:lnTo>
                  <a:lnTo>
                    <a:pt x="709852" y="46227"/>
                  </a:lnTo>
                  <a:lnTo>
                    <a:pt x="755799" y="53662"/>
                  </a:lnTo>
                  <a:lnTo>
                    <a:pt x="767150" y="47917"/>
                  </a:lnTo>
                  <a:lnTo>
                    <a:pt x="799523" y="49481"/>
                  </a:lnTo>
                  <a:lnTo>
                    <a:pt x="809437" y="48960"/>
                  </a:lnTo>
                  <a:lnTo>
                    <a:pt x="815970" y="58645"/>
                  </a:lnTo>
                  <a:lnTo>
                    <a:pt x="827180" y="59153"/>
                  </a:lnTo>
                  <a:lnTo>
                    <a:pt x="832925" y="47917"/>
                  </a:lnTo>
                  <a:lnTo>
                    <a:pt x="848724" y="52112"/>
                  </a:lnTo>
                  <a:lnTo>
                    <a:pt x="852626" y="65953"/>
                  </a:lnTo>
                  <a:lnTo>
                    <a:pt x="861523" y="72486"/>
                  </a:lnTo>
                  <a:lnTo>
                    <a:pt x="902361" y="73134"/>
                  </a:lnTo>
                  <a:lnTo>
                    <a:pt x="921426" y="70008"/>
                  </a:lnTo>
                  <a:lnTo>
                    <a:pt x="946224" y="79299"/>
                  </a:lnTo>
                  <a:lnTo>
                    <a:pt x="965657" y="70402"/>
                  </a:lnTo>
                  <a:lnTo>
                    <a:pt x="984062" y="70402"/>
                  </a:lnTo>
                  <a:lnTo>
                    <a:pt x="991231" y="79426"/>
                  </a:lnTo>
                  <a:lnTo>
                    <a:pt x="996582" y="86213"/>
                  </a:lnTo>
                  <a:lnTo>
                    <a:pt x="1016689" y="98237"/>
                  </a:lnTo>
                  <a:lnTo>
                    <a:pt x="1034038" y="98758"/>
                  </a:lnTo>
                  <a:lnTo>
                    <a:pt x="1053625" y="122031"/>
                  </a:lnTo>
                  <a:lnTo>
                    <a:pt x="1083252" y="132351"/>
                  </a:lnTo>
                  <a:lnTo>
                    <a:pt x="1111952" y="146866"/>
                  </a:lnTo>
                  <a:lnTo>
                    <a:pt x="1167153" y="169478"/>
                  </a:lnTo>
                  <a:lnTo>
                    <a:pt x="1202652" y="191301"/>
                  </a:lnTo>
                  <a:lnTo>
                    <a:pt x="1236220" y="208714"/>
                  </a:lnTo>
                  <a:lnTo>
                    <a:pt x="1275240" y="228326"/>
                  </a:lnTo>
                  <a:lnTo>
                    <a:pt x="1303559" y="256416"/>
                  </a:lnTo>
                  <a:lnTo>
                    <a:pt x="1340190" y="284975"/>
                  </a:lnTo>
                  <a:lnTo>
                    <a:pt x="1392518" y="314908"/>
                  </a:lnTo>
                  <a:lnTo>
                    <a:pt x="1443790" y="342095"/>
                  </a:lnTo>
                  <a:lnTo>
                    <a:pt x="1447184" y="350992"/>
                  </a:lnTo>
                  <a:lnTo>
                    <a:pt x="1441324" y="386810"/>
                  </a:lnTo>
                  <a:lnTo>
                    <a:pt x="1446803" y="401058"/>
                  </a:lnTo>
                  <a:lnTo>
                    <a:pt x="1454759" y="422106"/>
                  </a:lnTo>
                  <a:close/>
                </a:path>
              </a:pathLst>
            </a:custGeom>
            <a:solidFill>
              <a:srgbClr val="FFFFFF"/>
            </a:solidFill>
            <a:ln w="12700" cap="flat">
              <a:noFill/>
              <a:prstDash val="solid"/>
              <a:miter/>
            </a:ln>
          </p:spPr>
          <p:txBody>
            <a:bodyPr rtlCol="0" anchor="ctr"/>
            <a:lstStyle/>
            <a:p>
              <a:endParaRPr lang="de-CH"/>
            </a:p>
          </p:txBody>
        </p:sp>
        <p:sp>
          <p:nvSpPr>
            <p:cNvPr id="121" name="Freihandform: Form 120">
              <a:extLst>
                <a:ext uri="{FF2B5EF4-FFF2-40B4-BE49-F238E27FC236}">
                  <a16:creationId xmlns:a16="http://schemas.microsoft.com/office/drawing/2014/main" id="{6D2A4B32-2746-9400-AB67-626D48D684EA}"/>
                </a:ext>
              </a:extLst>
            </p:cNvPr>
            <p:cNvSpPr/>
            <p:nvPr/>
          </p:nvSpPr>
          <p:spPr>
            <a:xfrm>
              <a:off x="7001242" y="817893"/>
              <a:ext cx="1639413" cy="943999"/>
            </a:xfrm>
            <a:custGeom>
              <a:avLst/>
              <a:gdLst>
                <a:gd name="connsiteX0" fmla="*/ 1585128 w 1639413"/>
                <a:gd name="connsiteY0" fmla="*/ 574183 h 943999"/>
                <a:gd name="connsiteX1" fmla="*/ 1584212 w 1639413"/>
                <a:gd name="connsiteY1" fmla="*/ 546996 h 943999"/>
                <a:gd name="connsiteX2" fmla="*/ 1618415 w 1639413"/>
                <a:gd name="connsiteY2" fmla="*/ 561105 h 943999"/>
                <a:gd name="connsiteX3" fmla="*/ 1639413 w 1639413"/>
                <a:gd name="connsiteY3" fmla="*/ 581377 h 943999"/>
                <a:gd name="connsiteX4" fmla="*/ 1615416 w 1639413"/>
                <a:gd name="connsiteY4" fmla="*/ 596922 h 943999"/>
                <a:gd name="connsiteX5" fmla="*/ 1493525 w 1639413"/>
                <a:gd name="connsiteY5" fmla="*/ 448454 h 943999"/>
                <a:gd name="connsiteX6" fmla="*/ 1516620 w 1639413"/>
                <a:gd name="connsiteY6" fmla="*/ 470786 h 943999"/>
                <a:gd name="connsiteX7" fmla="*/ 1533842 w 1639413"/>
                <a:gd name="connsiteY7" fmla="*/ 487398 h 943999"/>
                <a:gd name="connsiteX8" fmla="*/ 1558652 w 1639413"/>
                <a:gd name="connsiteY8" fmla="*/ 495101 h 943999"/>
                <a:gd name="connsiteX9" fmla="*/ 1563469 w 1639413"/>
                <a:gd name="connsiteY9" fmla="*/ 507531 h 943999"/>
                <a:gd name="connsiteX10" fmla="*/ 1556301 w 1639413"/>
                <a:gd name="connsiteY10" fmla="*/ 516022 h 943999"/>
                <a:gd name="connsiteX11" fmla="*/ 1556301 w 1639413"/>
                <a:gd name="connsiteY11" fmla="*/ 532227 h 943999"/>
                <a:gd name="connsiteX12" fmla="*/ 1528237 w 1639413"/>
                <a:gd name="connsiteY12" fmla="*/ 563202 h 943999"/>
                <a:gd name="connsiteX13" fmla="*/ 1519746 w 1639413"/>
                <a:gd name="connsiteY13" fmla="*/ 558359 h 943999"/>
                <a:gd name="connsiteX14" fmla="*/ 1504228 w 1639413"/>
                <a:gd name="connsiteY14" fmla="*/ 572480 h 943999"/>
                <a:gd name="connsiteX15" fmla="*/ 1484908 w 1639413"/>
                <a:gd name="connsiteY15" fmla="*/ 618873 h 943999"/>
                <a:gd name="connsiteX16" fmla="*/ 1468728 w 1639413"/>
                <a:gd name="connsiteY16" fmla="*/ 621758 h 943999"/>
                <a:gd name="connsiteX17" fmla="*/ 1464686 w 1639413"/>
                <a:gd name="connsiteY17" fmla="*/ 609747 h 943999"/>
                <a:gd name="connsiteX18" fmla="*/ 1431640 w 1639413"/>
                <a:gd name="connsiteY18" fmla="*/ 598498 h 943999"/>
                <a:gd name="connsiteX19" fmla="*/ 1418064 w 1639413"/>
                <a:gd name="connsiteY19" fmla="*/ 598498 h 943999"/>
                <a:gd name="connsiteX20" fmla="*/ 1418713 w 1639413"/>
                <a:gd name="connsiteY20" fmla="*/ 576281 h 943999"/>
                <a:gd name="connsiteX21" fmla="*/ 1432809 w 1639413"/>
                <a:gd name="connsiteY21" fmla="*/ 555499 h 943999"/>
                <a:gd name="connsiteX22" fmla="*/ 1413235 w 1639413"/>
                <a:gd name="connsiteY22" fmla="*/ 550009 h 943999"/>
                <a:gd name="connsiteX23" fmla="*/ 1358950 w 1639413"/>
                <a:gd name="connsiteY23" fmla="*/ 553923 h 943999"/>
                <a:gd name="connsiteX24" fmla="*/ 1361555 w 1639413"/>
                <a:gd name="connsiteY24" fmla="*/ 535888 h 943999"/>
                <a:gd name="connsiteX25" fmla="*/ 1391055 w 1639413"/>
                <a:gd name="connsiteY25" fmla="*/ 503083 h 943999"/>
                <a:gd name="connsiteX26" fmla="*/ 1369525 w 1639413"/>
                <a:gd name="connsiteY26" fmla="*/ 495761 h 943999"/>
                <a:gd name="connsiteX27" fmla="*/ 1359992 w 1639413"/>
                <a:gd name="connsiteY27" fmla="*/ 462715 h 943999"/>
                <a:gd name="connsiteX28" fmla="*/ 1268249 w 1639413"/>
                <a:gd name="connsiteY28" fmla="*/ 491071 h 943999"/>
                <a:gd name="connsiteX29" fmla="*/ 1240987 w 1639413"/>
                <a:gd name="connsiteY29" fmla="*/ 519441 h 943999"/>
                <a:gd name="connsiteX30" fmla="*/ 1271771 w 1639413"/>
                <a:gd name="connsiteY30" fmla="*/ 530015 h 943999"/>
                <a:gd name="connsiteX31" fmla="*/ 1288485 w 1639413"/>
                <a:gd name="connsiteY31" fmla="*/ 511726 h 943999"/>
                <a:gd name="connsiteX32" fmla="*/ 1316536 w 1639413"/>
                <a:gd name="connsiteY32" fmla="*/ 531846 h 943999"/>
                <a:gd name="connsiteX33" fmla="*/ 1297775 w 1639413"/>
                <a:gd name="connsiteY33" fmla="*/ 553161 h 943999"/>
                <a:gd name="connsiteX34" fmla="*/ 1303635 w 1639413"/>
                <a:gd name="connsiteY34" fmla="*/ 562058 h 943999"/>
                <a:gd name="connsiteX35" fmla="*/ 1318391 w 1639413"/>
                <a:gd name="connsiteY35" fmla="*/ 556694 h 943999"/>
                <a:gd name="connsiteX36" fmla="*/ 1324251 w 1639413"/>
                <a:gd name="connsiteY36" fmla="*/ 566748 h 943999"/>
                <a:gd name="connsiteX37" fmla="*/ 1325967 w 1639413"/>
                <a:gd name="connsiteY37" fmla="*/ 585178 h 943999"/>
                <a:gd name="connsiteX38" fmla="*/ 1281481 w 1639413"/>
                <a:gd name="connsiteY38" fmla="*/ 626486 h 943999"/>
                <a:gd name="connsiteX39" fmla="*/ 1245982 w 1639413"/>
                <a:gd name="connsiteY39" fmla="*/ 609963 h 943999"/>
                <a:gd name="connsiteX40" fmla="*/ 1186358 w 1639413"/>
                <a:gd name="connsiteY40" fmla="*/ 637150 h 943999"/>
                <a:gd name="connsiteX41" fmla="*/ 1170814 w 1639413"/>
                <a:gd name="connsiteY41" fmla="*/ 618084 h 943999"/>
                <a:gd name="connsiteX42" fmla="*/ 1157252 w 1639413"/>
                <a:gd name="connsiteY42" fmla="*/ 618478 h 943999"/>
                <a:gd name="connsiteX43" fmla="*/ 1100742 w 1639413"/>
                <a:gd name="connsiteY43" fmla="*/ 622139 h 943999"/>
                <a:gd name="connsiteX44" fmla="*/ 1101784 w 1639413"/>
                <a:gd name="connsiteY44" fmla="*/ 594825 h 943999"/>
                <a:gd name="connsiteX45" fmla="*/ 1036276 w 1639413"/>
                <a:gd name="connsiteY45" fmla="*/ 572989 h 943999"/>
                <a:gd name="connsiteX46" fmla="*/ 1012126 w 1639413"/>
                <a:gd name="connsiteY46" fmla="*/ 552741 h 943999"/>
                <a:gd name="connsiteX47" fmla="*/ 993455 w 1639413"/>
                <a:gd name="connsiteY47" fmla="*/ 600849 h 943999"/>
                <a:gd name="connsiteX48" fmla="*/ 938916 w 1639413"/>
                <a:gd name="connsiteY48" fmla="*/ 612594 h 943999"/>
                <a:gd name="connsiteX49" fmla="*/ 862565 w 1639413"/>
                <a:gd name="connsiteY49" fmla="*/ 619406 h 943999"/>
                <a:gd name="connsiteX50" fmla="*/ 840513 w 1639413"/>
                <a:gd name="connsiteY50" fmla="*/ 582941 h 943999"/>
                <a:gd name="connsiteX51" fmla="*/ 791045 w 1639413"/>
                <a:gd name="connsiteY51" fmla="*/ 606988 h 943999"/>
                <a:gd name="connsiteX52" fmla="*/ 762854 w 1639413"/>
                <a:gd name="connsiteY52" fmla="*/ 582394 h 943999"/>
                <a:gd name="connsiteX53" fmla="*/ 703205 w 1639413"/>
                <a:gd name="connsiteY53" fmla="*/ 602731 h 943999"/>
                <a:gd name="connsiteX54" fmla="*/ 699938 w 1639413"/>
                <a:gd name="connsiteY54" fmla="*/ 656978 h 943999"/>
                <a:gd name="connsiteX55" fmla="*/ 736226 w 1639413"/>
                <a:gd name="connsiteY55" fmla="*/ 679856 h 943999"/>
                <a:gd name="connsiteX56" fmla="*/ 734142 w 1639413"/>
                <a:gd name="connsiteY56" fmla="*/ 699849 h 943999"/>
                <a:gd name="connsiteX57" fmla="*/ 768459 w 1639413"/>
                <a:gd name="connsiteY57" fmla="*/ 707704 h 943999"/>
                <a:gd name="connsiteX58" fmla="*/ 807733 w 1639413"/>
                <a:gd name="connsiteY58" fmla="*/ 729133 h 943999"/>
                <a:gd name="connsiteX59" fmla="*/ 786596 w 1639413"/>
                <a:gd name="connsiteY59" fmla="*/ 737115 h 943999"/>
                <a:gd name="connsiteX60" fmla="*/ 758024 w 1639413"/>
                <a:gd name="connsiteY60" fmla="*/ 744551 h 943999"/>
                <a:gd name="connsiteX61" fmla="*/ 750461 w 1639413"/>
                <a:gd name="connsiteY61" fmla="*/ 762714 h 943999"/>
                <a:gd name="connsiteX62" fmla="*/ 725664 w 1639413"/>
                <a:gd name="connsiteY62" fmla="*/ 745085 h 943999"/>
                <a:gd name="connsiteX63" fmla="*/ 705823 w 1639413"/>
                <a:gd name="connsiteY63" fmla="*/ 769387 h 943999"/>
                <a:gd name="connsiteX64" fmla="*/ 679983 w 1639413"/>
                <a:gd name="connsiteY64" fmla="*/ 765091 h 943999"/>
                <a:gd name="connsiteX65" fmla="*/ 655973 w 1639413"/>
                <a:gd name="connsiteY65" fmla="*/ 782999 h 943999"/>
                <a:gd name="connsiteX66" fmla="*/ 663600 w 1639413"/>
                <a:gd name="connsiteY66" fmla="*/ 828998 h 943999"/>
                <a:gd name="connsiteX67" fmla="*/ 635917 w 1639413"/>
                <a:gd name="connsiteY67" fmla="*/ 838924 h 943999"/>
                <a:gd name="connsiteX68" fmla="*/ 626537 w 1639413"/>
                <a:gd name="connsiteY68" fmla="*/ 896972 h 943999"/>
                <a:gd name="connsiteX69" fmla="*/ 571069 w 1639413"/>
                <a:gd name="connsiteY69" fmla="*/ 943999 h 943999"/>
                <a:gd name="connsiteX70" fmla="*/ 565985 w 1639413"/>
                <a:gd name="connsiteY70" fmla="*/ 909873 h 943999"/>
                <a:gd name="connsiteX71" fmla="*/ 495507 w 1639413"/>
                <a:gd name="connsiteY71" fmla="*/ 870534 h 943999"/>
                <a:gd name="connsiteX72" fmla="*/ 495380 w 1639413"/>
                <a:gd name="connsiteY72" fmla="*/ 860366 h 943999"/>
                <a:gd name="connsiteX73" fmla="*/ 504913 w 1639413"/>
                <a:gd name="connsiteY73" fmla="*/ 779021 h 943999"/>
                <a:gd name="connsiteX74" fmla="*/ 542103 w 1639413"/>
                <a:gd name="connsiteY74" fmla="*/ 777598 h 943999"/>
                <a:gd name="connsiteX75" fmla="*/ 542891 w 1639413"/>
                <a:gd name="connsiteY75" fmla="*/ 763731 h 943999"/>
                <a:gd name="connsiteX76" fmla="*/ 486775 w 1639413"/>
                <a:gd name="connsiteY76" fmla="*/ 744398 h 943999"/>
                <a:gd name="connsiteX77" fmla="*/ 466439 w 1639413"/>
                <a:gd name="connsiteY77" fmla="*/ 685182 h 943999"/>
                <a:gd name="connsiteX78" fmla="*/ 444374 w 1639413"/>
                <a:gd name="connsiteY78" fmla="*/ 664756 h 943999"/>
                <a:gd name="connsiteX79" fmla="*/ 447259 w 1639413"/>
                <a:gd name="connsiteY79" fmla="*/ 630655 h 943999"/>
                <a:gd name="connsiteX80" fmla="*/ 471650 w 1639413"/>
                <a:gd name="connsiteY80" fmla="*/ 620182 h 943999"/>
                <a:gd name="connsiteX81" fmla="*/ 465791 w 1639413"/>
                <a:gd name="connsiteY81" fmla="*/ 567650 h 943999"/>
                <a:gd name="connsiteX82" fmla="*/ 471523 w 1639413"/>
                <a:gd name="connsiteY82" fmla="*/ 503464 h 943999"/>
                <a:gd name="connsiteX83" fmla="*/ 449229 w 1639413"/>
                <a:gd name="connsiteY83" fmla="*/ 491694 h 943999"/>
                <a:gd name="connsiteX84" fmla="*/ 421814 w 1639413"/>
                <a:gd name="connsiteY84" fmla="*/ 488695 h 943999"/>
                <a:gd name="connsiteX85" fmla="*/ 409294 w 1639413"/>
                <a:gd name="connsiteY85" fmla="*/ 485949 h 943999"/>
                <a:gd name="connsiteX86" fmla="*/ 355403 w 1639413"/>
                <a:gd name="connsiteY86" fmla="*/ 480204 h 943999"/>
                <a:gd name="connsiteX87" fmla="*/ 331380 w 1639413"/>
                <a:gd name="connsiteY87" fmla="*/ 419043 h 943999"/>
                <a:gd name="connsiteX88" fmla="*/ 373197 w 1639413"/>
                <a:gd name="connsiteY88" fmla="*/ 387674 h 943999"/>
                <a:gd name="connsiteX89" fmla="*/ 348400 w 1639413"/>
                <a:gd name="connsiteY89" fmla="*/ 365723 h 943999"/>
                <a:gd name="connsiteX90" fmla="*/ 291369 w 1639413"/>
                <a:gd name="connsiteY90" fmla="*/ 367668 h 943999"/>
                <a:gd name="connsiteX91" fmla="*/ 265656 w 1639413"/>
                <a:gd name="connsiteY91" fmla="*/ 325724 h 943999"/>
                <a:gd name="connsiteX92" fmla="*/ 192839 w 1639413"/>
                <a:gd name="connsiteY92" fmla="*/ 303647 h 943999"/>
                <a:gd name="connsiteX93" fmla="*/ 165029 w 1639413"/>
                <a:gd name="connsiteY93" fmla="*/ 305604 h 943999"/>
                <a:gd name="connsiteX94" fmla="*/ 146956 w 1639413"/>
                <a:gd name="connsiteY94" fmla="*/ 259059 h 943999"/>
                <a:gd name="connsiteX95" fmla="*/ 166275 w 1639413"/>
                <a:gd name="connsiteY95" fmla="*/ 218933 h 943999"/>
                <a:gd name="connsiteX96" fmla="*/ 244036 w 1639413"/>
                <a:gd name="connsiteY96" fmla="*/ 252781 h 943999"/>
                <a:gd name="connsiteX97" fmla="*/ 265046 w 1639413"/>
                <a:gd name="connsiteY97" fmla="*/ 269113 h 943999"/>
                <a:gd name="connsiteX98" fmla="*/ 276917 w 1639413"/>
                <a:gd name="connsiteY98" fmla="*/ 256835 h 943999"/>
                <a:gd name="connsiteX99" fmla="*/ 318162 w 1639413"/>
                <a:gd name="connsiteY99" fmla="*/ 169389 h 943999"/>
                <a:gd name="connsiteX100" fmla="*/ 319865 w 1639413"/>
                <a:gd name="connsiteY100" fmla="*/ 140155 h 943999"/>
                <a:gd name="connsiteX101" fmla="*/ 297813 w 1639413"/>
                <a:gd name="connsiteY101" fmla="*/ 131792 h 943999"/>
                <a:gd name="connsiteX102" fmla="*/ 276002 w 1639413"/>
                <a:gd name="connsiteY102" fmla="*/ 124865 h 943999"/>
                <a:gd name="connsiteX103" fmla="*/ 271846 w 1639413"/>
                <a:gd name="connsiteY103" fmla="*/ 86569 h 943999"/>
                <a:gd name="connsiteX104" fmla="*/ 262695 w 1639413"/>
                <a:gd name="connsiteY104" fmla="*/ 87344 h 943999"/>
                <a:gd name="connsiteX105" fmla="*/ 196284 w 1639413"/>
                <a:gd name="connsiteY105" fmla="*/ 136482 h 943999"/>
                <a:gd name="connsiteX106" fmla="*/ 160911 w 1639413"/>
                <a:gd name="connsiteY106" fmla="*/ 167343 h 943999"/>
                <a:gd name="connsiteX107" fmla="*/ 129860 w 1639413"/>
                <a:gd name="connsiteY107" fmla="*/ 158191 h 943999"/>
                <a:gd name="connsiteX108" fmla="*/ 100232 w 1639413"/>
                <a:gd name="connsiteY108" fmla="*/ 159462 h 943999"/>
                <a:gd name="connsiteX109" fmla="*/ 41766 w 1639413"/>
                <a:gd name="connsiteY109" fmla="*/ 136190 h 943999"/>
                <a:gd name="connsiteX110" fmla="*/ 19307 w 1639413"/>
                <a:gd name="connsiteY110" fmla="*/ 88616 h 943999"/>
                <a:gd name="connsiteX111" fmla="*/ 0 w 1639413"/>
                <a:gd name="connsiteY111" fmla="*/ 53853 h 943999"/>
                <a:gd name="connsiteX112" fmla="*/ 2224 w 1639413"/>
                <a:gd name="connsiteY112" fmla="*/ 32030 h 943999"/>
                <a:gd name="connsiteX113" fmla="*/ 43202 w 1639413"/>
                <a:gd name="connsiteY113" fmla="*/ 0 h 943999"/>
                <a:gd name="connsiteX114" fmla="*/ 66296 w 1639413"/>
                <a:gd name="connsiteY114" fmla="*/ 9406 h 943999"/>
                <a:gd name="connsiteX115" fmla="*/ 99343 w 1639413"/>
                <a:gd name="connsiteY115" fmla="*/ 13079 h 943999"/>
                <a:gd name="connsiteX116" fmla="*/ 119425 w 1639413"/>
                <a:gd name="connsiteY116" fmla="*/ 6406 h 943999"/>
                <a:gd name="connsiteX117" fmla="*/ 149841 w 1639413"/>
                <a:gd name="connsiteY117" fmla="*/ 10982 h 943999"/>
                <a:gd name="connsiteX118" fmla="*/ 243286 w 1639413"/>
                <a:gd name="connsiteY118" fmla="*/ 55162 h 943999"/>
                <a:gd name="connsiteX119" fmla="*/ 257382 w 1639413"/>
                <a:gd name="connsiteY119" fmla="*/ 56726 h 943999"/>
                <a:gd name="connsiteX120" fmla="*/ 262466 w 1639413"/>
                <a:gd name="connsiteY120" fmla="*/ 53980 h 943999"/>
                <a:gd name="connsiteX121" fmla="*/ 275773 w 1639413"/>
                <a:gd name="connsiteY121" fmla="*/ 47447 h 943999"/>
                <a:gd name="connsiteX122" fmla="*/ 339464 w 1639413"/>
                <a:gd name="connsiteY122" fmla="*/ 67186 h 943999"/>
                <a:gd name="connsiteX123" fmla="*/ 367261 w 1639413"/>
                <a:gd name="connsiteY123" fmla="*/ 95288 h 943999"/>
                <a:gd name="connsiteX124" fmla="*/ 370388 w 1639413"/>
                <a:gd name="connsiteY124" fmla="*/ 126390 h 943999"/>
                <a:gd name="connsiteX125" fmla="*/ 392720 w 1639413"/>
                <a:gd name="connsiteY125" fmla="*/ 114748 h 943999"/>
                <a:gd name="connsiteX126" fmla="*/ 434079 w 1639413"/>
                <a:gd name="connsiteY126" fmla="*/ 128729 h 943999"/>
                <a:gd name="connsiteX127" fmla="*/ 458101 w 1639413"/>
                <a:gd name="connsiteY127" fmla="*/ 145583 h 943999"/>
                <a:gd name="connsiteX128" fmla="*/ 481183 w 1639413"/>
                <a:gd name="connsiteY128" fmla="*/ 143765 h 943999"/>
                <a:gd name="connsiteX129" fmla="*/ 501519 w 1639413"/>
                <a:gd name="connsiteY129" fmla="*/ 132656 h 943999"/>
                <a:gd name="connsiteX130" fmla="*/ 518208 w 1639413"/>
                <a:gd name="connsiteY130" fmla="*/ 134614 h 943999"/>
                <a:gd name="connsiteX131" fmla="*/ 531261 w 1639413"/>
                <a:gd name="connsiteY131" fmla="*/ 120887 h 943999"/>
                <a:gd name="connsiteX132" fmla="*/ 565846 w 1639413"/>
                <a:gd name="connsiteY132" fmla="*/ 111341 h 943999"/>
                <a:gd name="connsiteX133" fmla="*/ 589995 w 1639413"/>
                <a:gd name="connsiteY133" fmla="*/ 105596 h 943999"/>
                <a:gd name="connsiteX134" fmla="*/ 609899 w 1639413"/>
                <a:gd name="connsiteY134" fmla="*/ 93051 h 943999"/>
                <a:gd name="connsiteX135" fmla="*/ 613293 w 1639413"/>
                <a:gd name="connsiteY135" fmla="*/ 80240 h 943999"/>
                <a:gd name="connsiteX136" fmla="*/ 634430 w 1639413"/>
                <a:gd name="connsiteY136" fmla="*/ 65470 h 943999"/>
                <a:gd name="connsiteX137" fmla="*/ 677645 w 1639413"/>
                <a:gd name="connsiteY137" fmla="*/ 57844 h 943999"/>
                <a:gd name="connsiteX138" fmla="*/ 698515 w 1639413"/>
                <a:gd name="connsiteY138" fmla="*/ 48172 h 943999"/>
                <a:gd name="connsiteX139" fmla="*/ 709852 w 1639413"/>
                <a:gd name="connsiteY139" fmla="*/ 46227 h 943999"/>
                <a:gd name="connsiteX140" fmla="*/ 755799 w 1639413"/>
                <a:gd name="connsiteY140" fmla="*/ 53662 h 943999"/>
                <a:gd name="connsiteX141" fmla="*/ 767150 w 1639413"/>
                <a:gd name="connsiteY141" fmla="*/ 47917 h 943999"/>
                <a:gd name="connsiteX142" fmla="*/ 799523 w 1639413"/>
                <a:gd name="connsiteY142" fmla="*/ 49481 h 943999"/>
                <a:gd name="connsiteX143" fmla="*/ 809437 w 1639413"/>
                <a:gd name="connsiteY143" fmla="*/ 48960 h 943999"/>
                <a:gd name="connsiteX144" fmla="*/ 815970 w 1639413"/>
                <a:gd name="connsiteY144" fmla="*/ 58645 h 943999"/>
                <a:gd name="connsiteX145" fmla="*/ 827180 w 1639413"/>
                <a:gd name="connsiteY145" fmla="*/ 59153 h 943999"/>
                <a:gd name="connsiteX146" fmla="*/ 832925 w 1639413"/>
                <a:gd name="connsiteY146" fmla="*/ 47917 h 943999"/>
                <a:gd name="connsiteX147" fmla="*/ 848724 w 1639413"/>
                <a:gd name="connsiteY147" fmla="*/ 52112 h 943999"/>
                <a:gd name="connsiteX148" fmla="*/ 852626 w 1639413"/>
                <a:gd name="connsiteY148" fmla="*/ 65953 h 943999"/>
                <a:gd name="connsiteX149" fmla="*/ 861523 w 1639413"/>
                <a:gd name="connsiteY149" fmla="*/ 72486 h 943999"/>
                <a:gd name="connsiteX150" fmla="*/ 902361 w 1639413"/>
                <a:gd name="connsiteY150" fmla="*/ 73134 h 943999"/>
                <a:gd name="connsiteX151" fmla="*/ 921426 w 1639413"/>
                <a:gd name="connsiteY151" fmla="*/ 70008 h 943999"/>
                <a:gd name="connsiteX152" fmla="*/ 946224 w 1639413"/>
                <a:gd name="connsiteY152" fmla="*/ 79299 h 943999"/>
                <a:gd name="connsiteX153" fmla="*/ 965657 w 1639413"/>
                <a:gd name="connsiteY153" fmla="*/ 70402 h 943999"/>
                <a:gd name="connsiteX154" fmla="*/ 984062 w 1639413"/>
                <a:gd name="connsiteY154" fmla="*/ 70402 h 943999"/>
                <a:gd name="connsiteX155" fmla="*/ 991231 w 1639413"/>
                <a:gd name="connsiteY155" fmla="*/ 79426 h 943999"/>
                <a:gd name="connsiteX156" fmla="*/ 996582 w 1639413"/>
                <a:gd name="connsiteY156" fmla="*/ 86213 h 943999"/>
                <a:gd name="connsiteX157" fmla="*/ 1016689 w 1639413"/>
                <a:gd name="connsiteY157" fmla="*/ 98237 h 943999"/>
                <a:gd name="connsiteX158" fmla="*/ 1034038 w 1639413"/>
                <a:gd name="connsiteY158" fmla="*/ 98758 h 943999"/>
                <a:gd name="connsiteX159" fmla="*/ 1053625 w 1639413"/>
                <a:gd name="connsiteY159" fmla="*/ 122031 h 943999"/>
                <a:gd name="connsiteX160" fmla="*/ 1083252 w 1639413"/>
                <a:gd name="connsiteY160" fmla="*/ 132351 h 943999"/>
                <a:gd name="connsiteX161" fmla="*/ 1111952 w 1639413"/>
                <a:gd name="connsiteY161" fmla="*/ 146866 h 943999"/>
                <a:gd name="connsiteX162" fmla="*/ 1167153 w 1639413"/>
                <a:gd name="connsiteY162" fmla="*/ 169478 h 943999"/>
                <a:gd name="connsiteX163" fmla="*/ 1202652 w 1639413"/>
                <a:gd name="connsiteY163" fmla="*/ 191301 h 943999"/>
                <a:gd name="connsiteX164" fmla="*/ 1236220 w 1639413"/>
                <a:gd name="connsiteY164" fmla="*/ 208714 h 943999"/>
                <a:gd name="connsiteX165" fmla="*/ 1275240 w 1639413"/>
                <a:gd name="connsiteY165" fmla="*/ 228326 h 943999"/>
                <a:gd name="connsiteX166" fmla="*/ 1303559 w 1639413"/>
                <a:gd name="connsiteY166" fmla="*/ 256416 h 943999"/>
                <a:gd name="connsiteX167" fmla="*/ 1340190 w 1639413"/>
                <a:gd name="connsiteY167" fmla="*/ 284975 h 943999"/>
                <a:gd name="connsiteX168" fmla="*/ 1392518 w 1639413"/>
                <a:gd name="connsiteY168" fmla="*/ 314908 h 943999"/>
                <a:gd name="connsiteX169" fmla="*/ 1443790 w 1639413"/>
                <a:gd name="connsiteY169" fmla="*/ 342095 h 943999"/>
                <a:gd name="connsiteX170" fmla="*/ 1447184 w 1639413"/>
                <a:gd name="connsiteY170" fmla="*/ 350992 h 943999"/>
                <a:gd name="connsiteX171" fmla="*/ 1441324 w 1639413"/>
                <a:gd name="connsiteY171" fmla="*/ 386810 h 943999"/>
                <a:gd name="connsiteX172" fmla="*/ 1446803 w 1639413"/>
                <a:gd name="connsiteY172" fmla="*/ 401058 h 943999"/>
                <a:gd name="connsiteX173" fmla="*/ 1454759 w 1639413"/>
                <a:gd name="connsiteY173" fmla="*/ 422106 h 943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1639413" h="943999">
                  <a:moveTo>
                    <a:pt x="1585128" y="574183"/>
                  </a:moveTo>
                  <a:lnTo>
                    <a:pt x="1584212" y="546996"/>
                  </a:lnTo>
                  <a:lnTo>
                    <a:pt x="1618415" y="561105"/>
                  </a:lnTo>
                  <a:lnTo>
                    <a:pt x="1639413" y="581377"/>
                  </a:lnTo>
                  <a:lnTo>
                    <a:pt x="1615416" y="596922"/>
                  </a:lnTo>
                  <a:close/>
                  <a:moveTo>
                    <a:pt x="1493525" y="448454"/>
                  </a:moveTo>
                  <a:lnTo>
                    <a:pt x="1516620" y="470786"/>
                  </a:lnTo>
                  <a:lnTo>
                    <a:pt x="1533842" y="487398"/>
                  </a:lnTo>
                  <a:lnTo>
                    <a:pt x="1558652" y="495101"/>
                  </a:lnTo>
                  <a:lnTo>
                    <a:pt x="1563469" y="507531"/>
                  </a:lnTo>
                  <a:lnTo>
                    <a:pt x="1556301" y="516022"/>
                  </a:lnTo>
                  <a:lnTo>
                    <a:pt x="1556301" y="532227"/>
                  </a:lnTo>
                  <a:lnTo>
                    <a:pt x="1528237" y="563202"/>
                  </a:lnTo>
                  <a:lnTo>
                    <a:pt x="1519746" y="558359"/>
                  </a:lnTo>
                  <a:lnTo>
                    <a:pt x="1504228" y="572480"/>
                  </a:lnTo>
                  <a:lnTo>
                    <a:pt x="1484908" y="618873"/>
                  </a:lnTo>
                  <a:lnTo>
                    <a:pt x="1468728" y="621758"/>
                  </a:lnTo>
                  <a:lnTo>
                    <a:pt x="1464686" y="609747"/>
                  </a:lnTo>
                  <a:lnTo>
                    <a:pt x="1431640" y="598498"/>
                  </a:lnTo>
                  <a:lnTo>
                    <a:pt x="1418064" y="598498"/>
                  </a:lnTo>
                  <a:lnTo>
                    <a:pt x="1418713" y="576281"/>
                  </a:lnTo>
                  <a:lnTo>
                    <a:pt x="1432809" y="555499"/>
                  </a:lnTo>
                  <a:lnTo>
                    <a:pt x="1413235" y="550009"/>
                  </a:lnTo>
                  <a:lnTo>
                    <a:pt x="1358950" y="553923"/>
                  </a:lnTo>
                  <a:lnTo>
                    <a:pt x="1361555" y="535888"/>
                  </a:lnTo>
                  <a:lnTo>
                    <a:pt x="1391055" y="503083"/>
                  </a:lnTo>
                  <a:lnTo>
                    <a:pt x="1369525" y="495761"/>
                  </a:lnTo>
                  <a:lnTo>
                    <a:pt x="1359992" y="462715"/>
                  </a:lnTo>
                  <a:lnTo>
                    <a:pt x="1268249" y="491071"/>
                  </a:lnTo>
                  <a:lnTo>
                    <a:pt x="1240987" y="519441"/>
                  </a:lnTo>
                  <a:lnTo>
                    <a:pt x="1271771" y="530015"/>
                  </a:lnTo>
                  <a:lnTo>
                    <a:pt x="1288485" y="511726"/>
                  </a:lnTo>
                  <a:lnTo>
                    <a:pt x="1316536" y="531846"/>
                  </a:lnTo>
                  <a:lnTo>
                    <a:pt x="1297775" y="553161"/>
                  </a:lnTo>
                  <a:lnTo>
                    <a:pt x="1303635" y="562058"/>
                  </a:lnTo>
                  <a:lnTo>
                    <a:pt x="1318391" y="556694"/>
                  </a:lnTo>
                  <a:lnTo>
                    <a:pt x="1324251" y="566748"/>
                  </a:lnTo>
                  <a:lnTo>
                    <a:pt x="1325967" y="585178"/>
                  </a:lnTo>
                  <a:lnTo>
                    <a:pt x="1281481" y="626486"/>
                  </a:lnTo>
                  <a:lnTo>
                    <a:pt x="1245982" y="609963"/>
                  </a:lnTo>
                  <a:lnTo>
                    <a:pt x="1186358" y="637150"/>
                  </a:lnTo>
                  <a:lnTo>
                    <a:pt x="1170814" y="618084"/>
                  </a:lnTo>
                  <a:lnTo>
                    <a:pt x="1157252" y="618478"/>
                  </a:lnTo>
                  <a:lnTo>
                    <a:pt x="1100742" y="622139"/>
                  </a:lnTo>
                  <a:lnTo>
                    <a:pt x="1101784" y="594825"/>
                  </a:lnTo>
                  <a:lnTo>
                    <a:pt x="1036276" y="572989"/>
                  </a:lnTo>
                  <a:lnTo>
                    <a:pt x="1012126" y="552741"/>
                  </a:lnTo>
                  <a:lnTo>
                    <a:pt x="993455" y="600849"/>
                  </a:lnTo>
                  <a:lnTo>
                    <a:pt x="938916" y="612594"/>
                  </a:lnTo>
                  <a:lnTo>
                    <a:pt x="862565" y="619406"/>
                  </a:lnTo>
                  <a:lnTo>
                    <a:pt x="840513" y="582941"/>
                  </a:lnTo>
                  <a:lnTo>
                    <a:pt x="791045" y="606988"/>
                  </a:lnTo>
                  <a:lnTo>
                    <a:pt x="762854" y="582394"/>
                  </a:lnTo>
                  <a:lnTo>
                    <a:pt x="703205" y="602731"/>
                  </a:lnTo>
                  <a:lnTo>
                    <a:pt x="699938" y="656978"/>
                  </a:lnTo>
                  <a:lnTo>
                    <a:pt x="736226" y="679856"/>
                  </a:lnTo>
                  <a:lnTo>
                    <a:pt x="734142" y="699849"/>
                  </a:lnTo>
                  <a:lnTo>
                    <a:pt x="768459" y="707704"/>
                  </a:lnTo>
                  <a:lnTo>
                    <a:pt x="807733" y="729133"/>
                  </a:lnTo>
                  <a:lnTo>
                    <a:pt x="786596" y="737115"/>
                  </a:lnTo>
                  <a:lnTo>
                    <a:pt x="758024" y="744551"/>
                  </a:lnTo>
                  <a:lnTo>
                    <a:pt x="750461" y="762714"/>
                  </a:lnTo>
                  <a:lnTo>
                    <a:pt x="725664" y="745085"/>
                  </a:lnTo>
                  <a:lnTo>
                    <a:pt x="705823" y="769387"/>
                  </a:lnTo>
                  <a:lnTo>
                    <a:pt x="679983" y="765091"/>
                  </a:lnTo>
                  <a:lnTo>
                    <a:pt x="655973" y="782999"/>
                  </a:lnTo>
                  <a:lnTo>
                    <a:pt x="663600" y="828998"/>
                  </a:lnTo>
                  <a:lnTo>
                    <a:pt x="635917" y="838924"/>
                  </a:lnTo>
                  <a:lnTo>
                    <a:pt x="626537" y="896972"/>
                  </a:lnTo>
                  <a:lnTo>
                    <a:pt x="571069" y="943999"/>
                  </a:lnTo>
                  <a:lnTo>
                    <a:pt x="565985" y="909873"/>
                  </a:lnTo>
                  <a:lnTo>
                    <a:pt x="495507" y="870534"/>
                  </a:lnTo>
                  <a:lnTo>
                    <a:pt x="495380" y="860366"/>
                  </a:lnTo>
                  <a:lnTo>
                    <a:pt x="504913" y="779021"/>
                  </a:lnTo>
                  <a:lnTo>
                    <a:pt x="542103" y="777598"/>
                  </a:lnTo>
                  <a:lnTo>
                    <a:pt x="542891" y="763731"/>
                  </a:lnTo>
                  <a:lnTo>
                    <a:pt x="486775" y="744398"/>
                  </a:lnTo>
                  <a:lnTo>
                    <a:pt x="466439" y="685182"/>
                  </a:lnTo>
                  <a:lnTo>
                    <a:pt x="444374" y="664756"/>
                  </a:lnTo>
                  <a:lnTo>
                    <a:pt x="447259" y="630655"/>
                  </a:lnTo>
                  <a:lnTo>
                    <a:pt x="471650" y="620182"/>
                  </a:lnTo>
                  <a:lnTo>
                    <a:pt x="465791" y="567650"/>
                  </a:lnTo>
                  <a:lnTo>
                    <a:pt x="471523" y="503464"/>
                  </a:lnTo>
                  <a:lnTo>
                    <a:pt x="449229" y="491694"/>
                  </a:lnTo>
                  <a:lnTo>
                    <a:pt x="421814" y="488695"/>
                  </a:lnTo>
                  <a:lnTo>
                    <a:pt x="409294" y="485949"/>
                  </a:lnTo>
                  <a:lnTo>
                    <a:pt x="355403" y="480204"/>
                  </a:lnTo>
                  <a:lnTo>
                    <a:pt x="331380" y="419043"/>
                  </a:lnTo>
                  <a:lnTo>
                    <a:pt x="373197" y="387674"/>
                  </a:lnTo>
                  <a:lnTo>
                    <a:pt x="348400" y="365723"/>
                  </a:lnTo>
                  <a:lnTo>
                    <a:pt x="291369" y="367668"/>
                  </a:lnTo>
                  <a:lnTo>
                    <a:pt x="265656" y="325724"/>
                  </a:lnTo>
                  <a:lnTo>
                    <a:pt x="192839" y="303647"/>
                  </a:lnTo>
                  <a:lnTo>
                    <a:pt x="165029" y="305604"/>
                  </a:lnTo>
                  <a:lnTo>
                    <a:pt x="146956" y="259059"/>
                  </a:lnTo>
                  <a:lnTo>
                    <a:pt x="166275" y="218933"/>
                  </a:lnTo>
                  <a:lnTo>
                    <a:pt x="244036" y="252781"/>
                  </a:lnTo>
                  <a:lnTo>
                    <a:pt x="265046" y="269113"/>
                  </a:lnTo>
                  <a:lnTo>
                    <a:pt x="276917" y="256835"/>
                  </a:lnTo>
                  <a:lnTo>
                    <a:pt x="318162" y="169389"/>
                  </a:lnTo>
                  <a:lnTo>
                    <a:pt x="319865" y="140155"/>
                  </a:lnTo>
                  <a:lnTo>
                    <a:pt x="297813" y="131792"/>
                  </a:lnTo>
                  <a:lnTo>
                    <a:pt x="276002" y="124865"/>
                  </a:lnTo>
                  <a:lnTo>
                    <a:pt x="271846" y="86569"/>
                  </a:lnTo>
                  <a:lnTo>
                    <a:pt x="262695" y="87344"/>
                  </a:lnTo>
                  <a:lnTo>
                    <a:pt x="196284" y="136482"/>
                  </a:lnTo>
                  <a:lnTo>
                    <a:pt x="160911" y="167343"/>
                  </a:lnTo>
                  <a:lnTo>
                    <a:pt x="129860" y="158191"/>
                  </a:lnTo>
                  <a:lnTo>
                    <a:pt x="100232" y="159462"/>
                  </a:lnTo>
                  <a:lnTo>
                    <a:pt x="41766" y="136190"/>
                  </a:lnTo>
                  <a:lnTo>
                    <a:pt x="19307" y="88616"/>
                  </a:lnTo>
                  <a:lnTo>
                    <a:pt x="0" y="53853"/>
                  </a:lnTo>
                  <a:lnTo>
                    <a:pt x="2224" y="32030"/>
                  </a:lnTo>
                  <a:lnTo>
                    <a:pt x="43202" y="0"/>
                  </a:lnTo>
                  <a:lnTo>
                    <a:pt x="66296" y="9406"/>
                  </a:lnTo>
                  <a:lnTo>
                    <a:pt x="99343" y="13079"/>
                  </a:lnTo>
                  <a:lnTo>
                    <a:pt x="119425" y="6406"/>
                  </a:lnTo>
                  <a:lnTo>
                    <a:pt x="149841" y="10982"/>
                  </a:lnTo>
                  <a:lnTo>
                    <a:pt x="243286" y="55162"/>
                  </a:lnTo>
                  <a:lnTo>
                    <a:pt x="257382" y="56726"/>
                  </a:lnTo>
                  <a:lnTo>
                    <a:pt x="262466" y="53980"/>
                  </a:lnTo>
                  <a:lnTo>
                    <a:pt x="275773" y="47447"/>
                  </a:lnTo>
                  <a:lnTo>
                    <a:pt x="339464" y="67186"/>
                  </a:lnTo>
                  <a:lnTo>
                    <a:pt x="367261" y="95288"/>
                  </a:lnTo>
                  <a:lnTo>
                    <a:pt x="370388" y="126390"/>
                  </a:lnTo>
                  <a:lnTo>
                    <a:pt x="392720" y="114748"/>
                  </a:lnTo>
                  <a:lnTo>
                    <a:pt x="434079" y="128729"/>
                  </a:lnTo>
                  <a:lnTo>
                    <a:pt x="458101" y="145583"/>
                  </a:lnTo>
                  <a:lnTo>
                    <a:pt x="481183" y="143765"/>
                  </a:lnTo>
                  <a:lnTo>
                    <a:pt x="501519" y="132656"/>
                  </a:lnTo>
                  <a:lnTo>
                    <a:pt x="518208" y="134614"/>
                  </a:lnTo>
                  <a:lnTo>
                    <a:pt x="531261" y="120887"/>
                  </a:lnTo>
                  <a:lnTo>
                    <a:pt x="565846" y="111341"/>
                  </a:lnTo>
                  <a:lnTo>
                    <a:pt x="589995" y="105596"/>
                  </a:lnTo>
                  <a:lnTo>
                    <a:pt x="609899" y="93051"/>
                  </a:lnTo>
                  <a:lnTo>
                    <a:pt x="613293" y="80240"/>
                  </a:lnTo>
                  <a:lnTo>
                    <a:pt x="634430" y="65470"/>
                  </a:lnTo>
                  <a:lnTo>
                    <a:pt x="677645" y="57844"/>
                  </a:lnTo>
                  <a:lnTo>
                    <a:pt x="698515" y="48172"/>
                  </a:lnTo>
                  <a:lnTo>
                    <a:pt x="709852" y="46227"/>
                  </a:lnTo>
                  <a:lnTo>
                    <a:pt x="755799" y="53662"/>
                  </a:lnTo>
                  <a:lnTo>
                    <a:pt x="767150" y="47917"/>
                  </a:lnTo>
                  <a:lnTo>
                    <a:pt x="799523" y="49481"/>
                  </a:lnTo>
                  <a:lnTo>
                    <a:pt x="809437" y="48960"/>
                  </a:lnTo>
                  <a:lnTo>
                    <a:pt x="815970" y="58645"/>
                  </a:lnTo>
                  <a:lnTo>
                    <a:pt x="827180" y="59153"/>
                  </a:lnTo>
                  <a:lnTo>
                    <a:pt x="832925" y="47917"/>
                  </a:lnTo>
                  <a:lnTo>
                    <a:pt x="848724" y="52112"/>
                  </a:lnTo>
                  <a:lnTo>
                    <a:pt x="852626" y="65953"/>
                  </a:lnTo>
                  <a:lnTo>
                    <a:pt x="861523" y="72486"/>
                  </a:lnTo>
                  <a:lnTo>
                    <a:pt x="902361" y="73134"/>
                  </a:lnTo>
                  <a:lnTo>
                    <a:pt x="921426" y="70008"/>
                  </a:lnTo>
                  <a:lnTo>
                    <a:pt x="946224" y="79299"/>
                  </a:lnTo>
                  <a:lnTo>
                    <a:pt x="965657" y="70402"/>
                  </a:lnTo>
                  <a:lnTo>
                    <a:pt x="984062" y="70402"/>
                  </a:lnTo>
                  <a:lnTo>
                    <a:pt x="991231" y="79426"/>
                  </a:lnTo>
                  <a:lnTo>
                    <a:pt x="996582" y="86213"/>
                  </a:lnTo>
                  <a:lnTo>
                    <a:pt x="1016689" y="98237"/>
                  </a:lnTo>
                  <a:lnTo>
                    <a:pt x="1034038" y="98758"/>
                  </a:lnTo>
                  <a:lnTo>
                    <a:pt x="1053625" y="122031"/>
                  </a:lnTo>
                  <a:lnTo>
                    <a:pt x="1083252" y="132351"/>
                  </a:lnTo>
                  <a:lnTo>
                    <a:pt x="1111952" y="146866"/>
                  </a:lnTo>
                  <a:lnTo>
                    <a:pt x="1167153" y="169478"/>
                  </a:lnTo>
                  <a:lnTo>
                    <a:pt x="1202652" y="191301"/>
                  </a:lnTo>
                  <a:lnTo>
                    <a:pt x="1236220" y="208714"/>
                  </a:lnTo>
                  <a:lnTo>
                    <a:pt x="1275240" y="228326"/>
                  </a:lnTo>
                  <a:lnTo>
                    <a:pt x="1303559" y="256416"/>
                  </a:lnTo>
                  <a:lnTo>
                    <a:pt x="1340190" y="284975"/>
                  </a:lnTo>
                  <a:lnTo>
                    <a:pt x="1392518" y="314908"/>
                  </a:lnTo>
                  <a:lnTo>
                    <a:pt x="1443790" y="342095"/>
                  </a:lnTo>
                  <a:lnTo>
                    <a:pt x="1447184" y="350992"/>
                  </a:lnTo>
                  <a:lnTo>
                    <a:pt x="1441324" y="386810"/>
                  </a:lnTo>
                  <a:lnTo>
                    <a:pt x="1446803" y="401058"/>
                  </a:lnTo>
                  <a:lnTo>
                    <a:pt x="1454759" y="422106"/>
                  </a:lnTo>
                  <a:close/>
                </a:path>
              </a:pathLst>
            </a:custGeom>
            <a:noFill/>
            <a:ln w="3810" cap="flat">
              <a:solidFill>
                <a:srgbClr val="E6E4E2"/>
              </a:solidFill>
              <a:prstDash val="solid"/>
              <a:miter/>
            </a:ln>
          </p:spPr>
          <p:txBody>
            <a:bodyPr rtlCol="0" anchor="ctr"/>
            <a:lstStyle/>
            <a:p>
              <a:endParaRPr lang="de-CH"/>
            </a:p>
          </p:txBody>
        </p:sp>
        <p:sp>
          <p:nvSpPr>
            <p:cNvPr id="122" name="Freihandform: Form 121">
              <a:extLst>
                <a:ext uri="{FF2B5EF4-FFF2-40B4-BE49-F238E27FC236}">
                  <a16:creationId xmlns:a16="http://schemas.microsoft.com/office/drawing/2014/main" id="{CB5D46EB-D14B-FDE2-6727-1B14E5F325B7}"/>
                </a:ext>
              </a:extLst>
            </p:cNvPr>
            <p:cNvSpPr/>
            <p:nvPr/>
          </p:nvSpPr>
          <p:spPr>
            <a:xfrm>
              <a:off x="6489224" y="3985237"/>
              <a:ext cx="1598003" cy="2417709"/>
            </a:xfrm>
            <a:custGeom>
              <a:avLst/>
              <a:gdLst>
                <a:gd name="connsiteX0" fmla="*/ 1267042 w 1598003"/>
                <a:gd name="connsiteY0" fmla="*/ 1965366 h 2417709"/>
                <a:gd name="connsiteX1" fmla="*/ 1271732 w 1598003"/>
                <a:gd name="connsiteY1" fmla="*/ 1972039 h 2417709"/>
                <a:gd name="connsiteX2" fmla="*/ 1313752 w 1598003"/>
                <a:gd name="connsiteY2" fmla="*/ 1983669 h 2417709"/>
                <a:gd name="connsiteX3" fmla="*/ 1320285 w 1598003"/>
                <a:gd name="connsiteY3" fmla="*/ 2022104 h 2417709"/>
                <a:gd name="connsiteX4" fmla="*/ 1316104 w 1598003"/>
                <a:gd name="connsiteY4" fmla="*/ 2042225 h 2417709"/>
                <a:gd name="connsiteX5" fmla="*/ 1332627 w 1598003"/>
                <a:gd name="connsiteY5" fmla="*/ 2057642 h 2417709"/>
                <a:gd name="connsiteX6" fmla="*/ 1322853 w 1598003"/>
                <a:gd name="connsiteY6" fmla="*/ 2084448 h 2417709"/>
                <a:gd name="connsiteX7" fmla="*/ 1344384 w 1598003"/>
                <a:gd name="connsiteY7" fmla="*/ 2093841 h 2417709"/>
                <a:gd name="connsiteX8" fmla="*/ 1371533 w 1598003"/>
                <a:gd name="connsiteY8" fmla="*/ 2090447 h 2417709"/>
                <a:gd name="connsiteX9" fmla="*/ 1388882 w 1598003"/>
                <a:gd name="connsiteY9" fmla="*/ 2106525 h 2417709"/>
                <a:gd name="connsiteX10" fmla="*/ 1407019 w 1598003"/>
                <a:gd name="connsiteY10" fmla="*/ 2106780 h 2417709"/>
                <a:gd name="connsiteX11" fmla="*/ 1405990 w 1598003"/>
                <a:gd name="connsiteY11" fmla="*/ 2122350 h 2417709"/>
                <a:gd name="connsiteX12" fmla="*/ 1442392 w 1598003"/>
                <a:gd name="connsiteY12" fmla="*/ 2136738 h 2417709"/>
                <a:gd name="connsiteX13" fmla="*/ 1444349 w 1598003"/>
                <a:gd name="connsiteY13" fmla="*/ 2172923 h 2417709"/>
                <a:gd name="connsiteX14" fmla="*/ 1464851 w 1598003"/>
                <a:gd name="connsiteY14" fmla="*/ 2163632 h 2417709"/>
                <a:gd name="connsiteX15" fmla="*/ 1461712 w 1598003"/>
                <a:gd name="connsiteY15" fmla="*/ 2182609 h 2417709"/>
                <a:gd name="connsiteX16" fmla="*/ 1451289 w 1598003"/>
                <a:gd name="connsiteY16" fmla="*/ 2213151 h 2417709"/>
                <a:gd name="connsiteX17" fmla="*/ 1427140 w 1598003"/>
                <a:gd name="connsiteY17" fmla="*/ 2246872 h 2417709"/>
                <a:gd name="connsiteX18" fmla="*/ 1399749 w 1598003"/>
                <a:gd name="connsiteY18" fmla="*/ 2252617 h 2417709"/>
                <a:gd name="connsiteX19" fmla="*/ 1394132 w 1598003"/>
                <a:gd name="connsiteY19" fmla="*/ 2304512 h 2417709"/>
                <a:gd name="connsiteX20" fmla="*/ 1361377 w 1598003"/>
                <a:gd name="connsiteY20" fmla="*/ 2351693 h 2417709"/>
                <a:gd name="connsiteX21" fmla="*/ 1360716 w 1598003"/>
                <a:gd name="connsiteY21" fmla="*/ 2401364 h 2417709"/>
                <a:gd name="connsiteX22" fmla="*/ 1327301 w 1598003"/>
                <a:gd name="connsiteY22" fmla="*/ 2417709 h 2417709"/>
                <a:gd name="connsiteX23" fmla="*/ 1276461 w 1598003"/>
                <a:gd name="connsiteY23" fmla="*/ 2406855 h 2417709"/>
                <a:gd name="connsiteX24" fmla="*/ 1283121 w 1598003"/>
                <a:gd name="connsiteY24" fmla="*/ 2368419 h 2417709"/>
                <a:gd name="connsiteX25" fmla="*/ 1244748 w 1598003"/>
                <a:gd name="connsiteY25" fmla="*/ 2365153 h 2417709"/>
                <a:gd name="connsiteX26" fmla="*/ 1239410 w 1598003"/>
                <a:gd name="connsiteY26" fmla="*/ 2379922 h 2417709"/>
                <a:gd name="connsiteX27" fmla="*/ 1206910 w 1598003"/>
                <a:gd name="connsiteY27" fmla="*/ 2372220 h 2417709"/>
                <a:gd name="connsiteX28" fmla="*/ 1196996 w 1598003"/>
                <a:gd name="connsiteY28" fmla="*/ 2349850 h 2417709"/>
                <a:gd name="connsiteX29" fmla="*/ 1177155 w 1598003"/>
                <a:gd name="connsiteY29" fmla="*/ 2347307 h 2417709"/>
                <a:gd name="connsiteX30" fmla="*/ 1149625 w 1598003"/>
                <a:gd name="connsiteY30" fmla="*/ 2359332 h 2417709"/>
                <a:gd name="connsiteX31" fmla="*/ 1144274 w 1598003"/>
                <a:gd name="connsiteY31" fmla="*/ 2381155 h 2417709"/>
                <a:gd name="connsiteX32" fmla="*/ 1124828 w 1598003"/>
                <a:gd name="connsiteY32" fmla="*/ 2378142 h 2417709"/>
                <a:gd name="connsiteX33" fmla="*/ 1101200 w 1598003"/>
                <a:gd name="connsiteY33" fmla="*/ 2387040 h 2417709"/>
                <a:gd name="connsiteX34" fmla="*/ 1104720 w 1598003"/>
                <a:gd name="connsiteY34" fmla="*/ 2348617 h 2417709"/>
                <a:gd name="connsiteX35" fmla="*/ 1146092 w 1598003"/>
                <a:gd name="connsiteY35" fmla="*/ 2284176 h 2417709"/>
                <a:gd name="connsiteX36" fmla="*/ 1160454 w 1598003"/>
                <a:gd name="connsiteY36" fmla="*/ 2284570 h 2417709"/>
                <a:gd name="connsiteX37" fmla="*/ 1172847 w 1598003"/>
                <a:gd name="connsiteY37" fmla="*/ 2274758 h 2417709"/>
                <a:gd name="connsiteX38" fmla="*/ 1167763 w 1598003"/>
                <a:gd name="connsiteY38" fmla="*/ 2268631 h 2417709"/>
                <a:gd name="connsiteX39" fmla="*/ 1148316 w 1598003"/>
                <a:gd name="connsiteY39" fmla="*/ 2265263 h 2417709"/>
                <a:gd name="connsiteX40" fmla="*/ 1132784 w 1598003"/>
                <a:gd name="connsiteY40" fmla="*/ 2201356 h 2417709"/>
                <a:gd name="connsiteX41" fmla="*/ 1116592 w 1598003"/>
                <a:gd name="connsiteY41" fmla="*/ 2189587 h 2417709"/>
                <a:gd name="connsiteX42" fmla="*/ 1123646 w 1598003"/>
                <a:gd name="connsiteY42" fmla="*/ 2169466 h 2417709"/>
                <a:gd name="connsiteX43" fmla="*/ 1118282 w 1598003"/>
                <a:gd name="connsiteY43" fmla="*/ 2150630 h 2417709"/>
                <a:gd name="connsiteX44" fmla="*/ 1110719 w 1598003"/>
                <a:gd name="connsiteY44" fmla="*/ 2133115 h 2417709"/>
                <a:gd name="connsiteX45" fmla="*/ 1125603 w 1598003"/>
                <a:gd name="connsiteY45" fmla="*/ 2125947 h 2417709"/>
                <a:gd name="connsiteX46" fmla="*/ 1154837 w 1598003"/>
                <a:gd name="connsiteY46" fmla="*/ 2083723 h 2417709"/>
                <a:gd name="connsiteX47" fmla="*/ 1172186 w 1598003"/>
                <a:gd name="connsiteY47" fmla="*/ 2067124 h 2417709"/>
                <a:gd name="connsiteX48" fmla="*/ 1178846 w 1598003"/>
                <a:gd name="connsiteY48" fmla="*/ 2066081 h 2417709"/>
                <a:gd name="connsiteX49" fmla="*/ 1199589 w 1598003"/>
                <a:gd name="connsiteY49" fmla="*/ 2080711 h 2417709"/>
                <a:gd name="connsiteX50" fmla="*/ 1218654 w 1598003"/>
                <a:gd name="connsiteY50" fmla="*/ 2097310 h 2417709"/>
                <a:gd name="connsiteX51" fmla="*/ 1224666 w 1598003"/>
                <a:gd name="connsiteY51" fmla="*/ 2112995 h 2417709"/>
                <a:gd name="connsiteX52" fmla="*/ 1227933 w 1598003"/>
                <a:gd name="connsiteY52" fmla="*/ 2153134 h 2417709"/>
                <a:gd name="connsiteX53" fmla="*/ 1235495 w 1598003"/>
                <a:gd name="connsiteY53" fmla="*/ 2159489 h 2417709"/>
                <a:gd name="connsiteX54" fmla="*/ 1241495 w 1598003"/>
                <a:gd name="connsiteY54" fmla="*/ 2154405 h 2417709"/>
                <a:gd name="connsiteX55" fmla="*/ 1245155 w 1598003"/>
                <a:gd name="connsiteY55" fmla="*/ 2136776 h 2417709"/>
                <a:gd name="connsiteX56" fmla="*/ 1246706 w 1598003"/>
                <a:gd name="connsiteY56" fmla="*/ 2117926 h 2417709"/>
                <a:gd name="connsiteX57" fmla="*/ 1232610 w 1598003"/>
                <a:gd name="connsiteY57" fmla="*/ 2089837 h 2417709"/>
                <a:gd name="connsiteX58" fmla="*/ 1225963 w 1598003"/>
                <a:gd name="connsiteY58" fmla="*/ 2084346 h 2417709"/>
                <a:gd name="connsiteX59" fmla="*/ 1214752 w 1598003"/>
                <a:gd name="connsiteY59" fmla="*/ 2074280 h 2417709"/>
                <a:gd name="connsiteX60" fmla="*/ 1204584 w 1598003"/>
                <a:gd name="connsiteY60" fmla="*/ 2055214 h 2417709"/>
                <a:gd name="connsiteX61" fmla="*/ 1206796 w 1598003"/>
                <a:gd name="connsiteY61" fmla="*/ 2032603 h 2417709"/>
                <a:gd name="connsiteX62" fmla="*/ 1201839 w 1598003"/>
                <a:gd name="connsiteY62" fmla="*/ 2022930 h 2417709"/>
                <a:gd name="connsiteX63" fmla="*/ 1194924 w 1598003"/>
                <a:gd name="connsiteY63" fmla="*/ 2020706 h 2417709"/>
                <a:gd name="connsiteX64" fmla="*/ 1197136 w 1598003"/>
                <a:gd name="connsiteY64" fmla="*/ 2010385 h 2417709"/>
                <a:gd name="connsiteX65" fmla="*/ 1207838 w 1598003"/>
                <a:gd name="connsiteY65" fmla="*/ 2011034 h 2417709"/>
                <a:gd name="connsiteX66" fmla="*/ 1211753 w 1598003"/>
                <a:gd name="connsiteY66" fmla="*/ 1986732 h 2417709"/>
                <a:gd name="connsiteX67" fmla="*/ 1230539 w 1598003"/>
                <a:gd name="connsiteY67" fmla="*/ 1991422 h 2417709"/>
                <a:gd name="connsiteX68" fmla="*/ 1237732 w 1598003"/>
                <a:gd name="connsiteY68" fmla="*/ 1963193 h 2417709"/>
                <a:gd name="connsiteX69" fmla="*/ 1232509 w 1598003"/>
                <a:gd name="connsiteY69" fmla="*/ 1927515 h 2417709"/>
                <a:gd name="connsiteX70" fmla="*/ 1246718 w 1598003"/>
                <a:gd name="connsiteY70" fmla="*/ 1912085 h 2417709"/>
                <a:gd name="connsiteX71" fmla="*/ 1280642 w 1598003"/>
                <a:gd name="connsiteY71" fmla="*/ 1898510 h 2417709"/>
                <a:gd name="connsiteX72" fmla="*/ 1293962 w 1598003"/>
                <a:gd name="connsiteY72" fmla="*/ 1892740 h 2417709"/>
                <a:gd name="connsiteX73" fmla="*/ 1301410 w 1598003"/>
                <a:gd name="connsiteY73" fmla="*/ 1882165 h 2417709"/>
                <a:gd name="connsiteX74" fmla="*/ 1330123 w 1598003"/>
                <a:gd name="connsiteY74" fmla="*/ 1872365 h 2417709"/>
                <a:gd name="connsiteX75" fmla="*/ 1343952 w 1598003"/>
                <a:gd name="connsiteY75" fmla="*/ 1896286 h 2417709"/>
                <a:gd name="connsiteX76" fmla="*/ 1328026 w 1598003"/>
                <a:gd name="connsiteY76" fmla="*/ 1900328 h 2417709"/>
                <a:gd name="connsiteX77" fmla="*/ 1325026 w 1598003"/>
                <a:gd name="connsiteY77" fmla="*/ 1913928 h 2417709"/>
                <a:gd name="connsiteX78" fmla="*/ 1308503 w 1598003"/>
                <a:gd name="connsiteY78" fmla="*/ 1915097 h 2417709"/>
                <a:gd name="connsiteX79" fmla="*/ 1304448 w 1598003"/>
                <a:gd name="connsiteY79" fmla="*/ 1934696 h 2417709"/>
                <a:gd name="connsiteX80" fmla="*/ 1277833 w 1598003"/>
                <a:gd name="connsiteY80" fmla="*/ 1940060 h 2417709"/>
                <a:gd name="connsiteX81" fmla="*/ 1273130 w 1598003"/>
                <a:gd name="connsiteY81" fmla="*/ 1958490 h 2417709"/>
                <a:gd name="connsiteX82" fmla="*/ 1449866 w 1598003"/>
                <a:gd name="connsiteY82" fmla="*/ 1239321 h 2417709"/>
                <a:gd name="connsiteX83" fmla="*/ 1512642 w 1598003"/>
                <a:gd name="connsiteY83" fmla="*/ 1273817 h 2417709"/>
                <a:gd name="connsiteX84" fmla="*/ 1555856 w 1598003"/>
                <a:gd name="connsiteY84" fmla="*/ 1337368 h 2417709"/>
                <a:gd name="connsiteX85" fmla="*/ 1598003 w 1598003"/>
                <a:gd name="connsiteY85" fmla="*/ 1363627 h 2417709"/>
                <a:gd name="connsiteX86" fmla="*/ 1593821 w 1598003"/>
                <a:gd name="connsiteY86" fmla="*/ 1384929 h 2417709"/>
                <a:gd name="connsiteX87" fmla="*/ 1554165 w 1598003"/>
                <a:gd name="connsiteY87" fmla="*/ 1409244 h 2417709"/>
                <a:gd name="connsiteX88" fmla="*/ 1522848 w 1598003"/>
                <a:gd name="connsiteY88" fmla="*/ 1472235 h 2417709"/>
                <a:gd name="connsiteX89" fmla="*/ 1434296 w 1598003"/>
                <a:gd name="connsiteY89" fmla="*/ 1511167 h 2417709"/>
                <a:gd name="connsiteX90" fmla="*/ 1421370 w 1598003"/>
                <a:gd name="connsiteY90" fmla="*/ 1521335 h 2417709"/>
                <a:gd name="connsiteX91" fmla="*/ 1437893 w 1598003"/>
                <a:gd name="connsiteY91" fmla="*/ 1558576 h 2417709"/>
                <a:gd name="connsiteX92" fmla="*/ 1460771 w 1598003"/>
                <a:gd name="connsiteY92" fmla="*/ 1597978 h 2417709"/>
                <a:gd name="connsiteX93" fmla="*/ 1456729 w 1598003"/>
                <a:gd name="connsiteY93" fmla="*/ 1620589 h 2417709"/>
                <a:gd name="connsiteX94" fmla="*/ 1439634 w 1598003"/>
                <a:gd name="connsiteY94" fmla="*/ 1642807 h 2417709"/>
                <a:gd name="connsiteX95" fmla="*/ 1436888 w 1598003"/>
                <a:gd name="connsiteY95" fmla="*/ 1668430 h 2417709"/>
                <a:gd name="connsiteX96" fmla="*/ 1430241 w 1598003"/>
                <a:gd name="connsiteY96" fmla="*/ 1684369 h 2417709"/>
                <a:gd name="connsiteX97" fmla="*/ 1379731 w 1598003"/>
                <a:gd name="connsiteY97" fmla="*/ 1691182 h 2417709"/>
                <a:gd name="connsiteX98" fmla="*/ 1316307 w 1598003"/>
                <a:gd name="connsiteY98" fmla="*/ 1723592 h 2417709"/>
                <a:gd name="connsiteX99" fmla="*/ 1309138 w 1598003"/>
                <a:gd name="connsiteY99" fmla="*/ 1735998 h 2417709"/>
                <a:gd name="connsiteX100" fmla="*/ 1292424 w 1598003"/>
                <a:gd name="connsiteY100" fmla="*/ 1786978 h 2417709"/>
                <a:gd name="connsiteX101" fmla="*/ 1312265 w 1598003"/>
                <a:gd name="connsiteY101" fmla="*/ 1811280 h 2417709"/>
                <a:gd name="connsiteX102" fmla="*/ 1325319 w 1598003"/>
                <a:gd name="connsiteY102" fmla="*/ 1826710 h 2417709"/>
                <a:gd name="connsiteX103" fmla="*/ 1304308 w 1598003"/>
                <a:gd name="connsiteY103" fmla="*/ 1842268 h 2417709"/>
                <a:gd name="connsiteX104" fmla="*/ 1287988 w 1598003"/>
                <a:gd name="connsiteY104" fmla="*/ 1862388 h 2417709"/>
                <a:gd name="connsiteX105" fmla="*/ 1264767 w 1598003"/>
                <a:gd name="connsiteY105" fmla="*/ 1864358 h 2417709"/>
                <a:gd name="connsiteX106" fmla="*/ 1246363 w 1598003"/>
                <a:gd name="connsiteY106" fmla="*/ 1875975 h 2417709"/>
                <a:gd name="connsiteX107" fmla="*/ 1230310 w 1598003"/>
                <a:gd name="connsiteY107" fmla="*/ 1878733 h 2417709"/>
                <a:gd name="connsiteX108" fmla="*/ 1222086 w 1598003"/>
                <a:gd name="connsiteY108" fmla="*/ 1874539 h 2417709"/>
                <a:gd name="connsiteX109" fmla="*/ 1216341 w 1598003"/>
                <a:gd name="connsiteY109" fmla="*/ 1863316 h 2417709"/>
                <a:gd name="connsiteX110" fmla="*/ 1204737 w 1598003"/>
                <a:gd name="connsiteY110" fmla="*/ 1862388 h 2417709"/>
                <a:gd name="connsiteX111" fmla="*/ 1198737 w 1598003"/>
                <a:gd name="connsiteY111" fmla="*/ 1870624 h 2417709"/>
                <a:gd name="connsiteX112" fmla="*/ 1191683 w 1598003"/>
                <a:gd name="connsiteY112" fmla="*/ 1866442 h 2417709"/>
                <a:gd name="connsiteX113" fmla="*/ 1178973 w 1598003"/>
                <a:gd name="connsiteY113" fmla="*/ 1869849 h 2417709"/>
                <a:gd name="connsiteX114" fmla="*/ 1175313 w 1598003"/>
                <a:gd name="connsiteY114" fmla="*/ 1879242 h 2417709"/>
                <a:gd name="connsiteX115" fmla="*/ 1168259 w 1598003"/>
                <a:gd name="connsiteY115" fmla="*/ 1897811 h 2417709"/>
                <a:gd name="connsiteX116" fmla="*/ 1183651 w 1598003"/>
                <a:gd name="connsiteY116" fmla="*/ 1906302 h 2417709"/>
                <a:gd name="connsiteX117" fmla="*/ 1190590 w 1598003"/>
                <a:gd name="connsiteY117" fmla="*/ 1912657 h 2417709"/>
                <a:gd name="connsiteX118" fmla="*/ 1191620 w 1598003"/>
                <a:gd name="connsiteY118" fmla="*/ 1926257 h 2417709"/>
                <a:gd name="connsiteX119" fmla="*/ 1192802 w 1598003"/>
                <a:gd name="connsiteY119" fmla="*/ 1941153 h 2417709"/>
                <a:gd name="connsiteX120" fmla="*/ 1190323 w 1598003"/>
                <a:gd name="connsiteY120" fmla="*/ 1951080 h 2417709"/>
                <a:gd name="connsiteX121" fmla="*/ 1178439 w 1598003"/>
                <a:gd name="connsiteY121" fmla="*/ 1969128 h 2417709"/>
                <a:gd name="connsiteX122" fmla="*/ 1175452 w 1598003"/>
                <a:gd name="connsiteY122" fmla="*/ 1988727 h 2417709"/>
                <a:gd name="connsiteX123" fmla="*/ 1177003 w 1598003"/>
                <a:gd name="connsiteY123" fmla="*/ 2006623 h 2417709"/>
                <a:gd name="connsiteX124" fmla="*/ 1186917 w 1598003"/>
                <a:gd name="connsiteY124" fmla="*/ 2009636 h 2417709"/>
                <a:gd name="connsiteX125" fmla="*/ 1182354 w 1598003"/>
                <a:gd name="connsiteY125" fmla="*/ 2020490 h 2417709"/>
                <a:gd name="connsiteX126" fmla="*/ 1171016 w 1598003"/>
                <a:gd name="connsiteY126" fmla="*/ 2021532 h 2417709"/>
                <a:gd name="connsiteX127" fmla="*/ 1162399 w 1598003"/>
                <a:gd name="connsiteY127" fmla="*/ 2026769 h 2417709"/>
                <a:gd name="connsiteX128" fmla="*/ 1157963 w 1598003"/>
                <a:gd name="connsiteY128" fmla="*/ 2044283 h 2417709"/>
                <a:gd name="connsiteX129" fmla="*/ 1150769 w 1598003"/>
                <a:gd name="connsiteY129" fmla="*/ 2061150 h 2417709"/>
                <a:gd name="connsiteX130" fmla="*/ 1135898 w 1598003"/>
                <a:gd name="connsiteY130" fmla="*/ 2084028 h 2417709"/>
                <a:gd name="connsiteX131" fmla="*/ 1119985 w 1598003"/>
                <a:gd name="connsiteY131" fmla="*/ 2101823 h 2417709"/>
                <a:gd name="connsiteX132" fmla="*/ 1110579 w 1598003"/>
                <a:gd name="connsiteY132" fmla="*/ 2109779 h 2417709"/>
                <a:gd name="connsiteX133" fmla="*/ 1100920 w 1598003"/>
                <a:gd name="connsiteY133" fmla="*/ 2111483 h 2417709"/>
                <a:gd name="connsiteX134" fmla="*/ 1088794 w 1598003"/>
                <a:gd name="connsiteY134" fmla="*/ 2098149 h 2417709"/>
                <a:gd name="connsiteX135" fmla="*/ 1069729 w 1598003"/>
                <a:gd name="connsiteY135" fmla="*/ 2082071 h 2417709"/>
                <a:gd name="connsiteX136" fmla="*/ 1068814 w 1598003"/>
                <a:gd name="connsiteY136" fmla="*/ 2071369 h 2417709"/>
                <a:gd name="connsiteX137" fmla="*/ 1081524 w 1598003"/>
                <a:gd name="connsiteY137" fmla="*/ 2035158 h 2417709"/>
                <a:gd name="connsiteX138" fmla="*/ 1079173 w 1598003"/>
                <a:gd name="connsiteY138" fmla="*/ 2019334 h 2417709"/>
                <a:gd name="connsiteX139" fmla="*/ 1071610 w 1598003"/>
                <a:gd name="connsiteY139" fmla="*/ 1985868 h 2417709"/>
                <a:gd name="connsiteX140" fmla="*/ 1068610 w 1598003"/>
                <a:gd name="connsiteY140" fmla="*/ 1973335 h 2417709"/>
                <a:gd name="connsiteX141" fmla="*/ 1068877 w 1598003"/>
                <a:gd name="connsiteY141" fmla="*/ 1967438 h 2417709"/>
                <a:gd name="connsiteX142" fmla="*/ 1073313 w 1598003"/>
                <a:gd name="connsiteY142" fmla="*/ 1957778 h 2417709"/>
                <a:gd name="connsiteX143" fmla="*/ 1074737 w 1598003"/>
                <a:gd name="connsiteY143" fmla="*/ 1949796 h 2417709"/>
                <a:gd name="connsiteX144" fmla="*/ 1089887 w 1598003"/>
                <a:gd name="connsiteY144" fmla="*/ 1929816 h 2417709"/>
                <a:gd name="connsiteX145" fmla="*/ 1094844 w 1598003"/>
                <a:gd name="connsiteY145" fmla="*/ 1911894 h 2417709"/>
                <a:gd name="connsiteX146" fmla="*/ 1095493 w 1598003"/>
                <a:gd name="connsiteY146" fmla="*/ 1907191 h 2417709"/>
                <a:gd name="connsiteX147" fmla="*/ 1093268 w 1598003"/>
                <a:gd name="connsiteY147" fmla="*/ 1899095 h 2417709"/>
                <a:gd name="connsiteX148" fmla="*/ 1087015 w 1598003"/>
                <a:gd name="connsiteY148" fmla="*/ 1894380 h 2417709"/>
                <a:gd name="connsiteX149" fmla="*/ 1068610 w 1598003"/>
                <a:gd name="connsiteY149" fmla="*/ 1902756 h 2417709"/>
                <a:gd name="connsiteX150" fmla="*/ 1058684 w 1598003"/>
                <a:gd name="connsiteY150" fmla="*/ 1916864 h 2417709"/>
                <a:gd name="connsiteX151" fmla="*/ 1061950 w 1598003"/>
                <a:gd name="connsiteY151" fmla="*/ 1938179 h 2417709"/>
                <a:gd name="connsiteX152" fmla="*/ 1062090 w 1598003"/>
                <a:gd name="connsiteY152" fmla="*/ 1952160 h 2417709"/>
                <a:gd name="connsiteX153" fmla="*/ 1055735 w 1598003"/>
                <a:gd name="connsiteY153" fmla="*/ 1961057 h 2417709"/>
                <a:gd name="connsiteX154" fmla="*/ 1041398 w 1598003"/>
                <a:gd name="connsiteY154" fmla="*/ 1967984 h 2417709"/>
                <a:gd name="connsiteX155" fmla="*/ 1040864 w 1598003"/>
                <a:gd name="connsiteY155" fmla="*/ 1974136 h 2417709"/>
                <a:gd name="connsiteX156" fmla="*/ 1049354 w 1598003"/>
                <a:gd name="connsiteY156" fmla="*/ 1989299 h 2417709"/>
                <a:gd name="connsiteX157" fmla="*/ 1047638 w 1598003"/>
                <a:gd name="connsiteY157" fmla="*/ 1996481 h 2417709"/>
                <a:gd name="connsiteX158" fmla="*/ 1029514 w 1598003"/>
                <a:gd name="connsiteY158" fmla="*/ 2002098 h 2417709"/>
                <a:gd name="connsiteX159" fmla="*/ 1010982 w 1598003"/>
                <a:gd name="connsiteY159" fmla="*/ 1996735 h 2417709"/>
                <a:gd name="connsiteX160" fmla="*/ 1012152 w 1598003"/>
                <a:gd name="connsiteY160" fmla="*/ 1984584 h 2417709"/>
                <a:gd name="connsiteX161" fmla="*/ 1018151 w 1598003"/>
                <a:gd name="connsiteY161" fmla="*/ 1977123 h 2417709"/>
                <a:gd name="connsiteX162" fmla="*/ 1012673 w 1598003"/>
                <a:gd name="connsiteY162" fmla="*/ 1966955 h 2417709"/>
                <a:gd name="connsiteX163" fmla="*/ 1007449 w 1598003"/>
                <a:gd name="connsiteY163" fmla="*/ 1965252 h 2417709"/>
                <a:gd name="connsiteX164" fmla="*/ 995578 w 1598003"/>
                <a:gd name="connsiteY164" fmla="*/ 1972191 h 2417709"/>
                <a:gd name="connsiteX165" fmla="*/ 990633 w 1598003"/>
                <a:gd name="connsiteY165" fmla="*/ 1981330 h 2417709"/>
                <a:gd name="connsiteX166" fmla="*/ 973907 w 1598003"/>
                <a:gd name="connsiteY166" fmla="*/ 1967082 h 2417709"/>
                <a:gd name="connsiteX167" fmla="*/ 952909 w 1598003"/>
                <a:gd name="connsiteY167" fmla="*/ 1936882 h 2417709"/>
                <a:gd name="connsiteX168" fmla="*/ 932955 w 1598003"/>
                <a:gd name="connsiteY168" fmla="*/ 1922647 h 2417709"/>
                <a:gd name="connsiteX169" fmla="*/ 913241 w 1598003"/>
                <a:gd name="connsiteY169" fmla="*/ 1919774 h 2417709"/>
                <a:gd name="connsiteX170" fmla="*/ 856719 w 1598003"/>
                <a:gd name="connsiteY170" fmla="*/ 1907344 h 2417709"/>
                <a:gd name="connsiteX171" fmla="*/ 848508 w 1598003"/>
                <a:gd name="connsiteY171" fmla="*/ 1918593 h 2417709"/>
                <a:gd name="connsiteX172" fmla="*/ 836624 w 1598003"/>
                <a:gd name="connsiteY172" fmla="*/ 1914932 h 2417709"/>
                <a:gd name="connsiteX173" fmla="*/ 837552 w 1598003"/>
                <a:gd name="connsiteY173" fmla="*/ 1903569 h 2417709"/>
                <a:gd name="connsiteX174" fmla="*/ 848381 w 1598003"/>
                <a:gd name="connsiteY174" fmla="*/ 1860049 h 2417709"/>
                <a:gd name="connsiteX175" fmla="*/ 857507 w 1598003"/>
                <a:gd name="connsiteY175" fmla="*/ 1846830 h 2417709"/>
                <a:gd name="connsiteX176" fmla="*/ 874488 w 1598003"/>
                <a:gd name="connsiteY176" fmla="*/ 1818474 h 2417709"/>
                <a:gd name="connsiteX177" fmla="*/ 903187 w 1598003"/>
                <a:gd name="connsiteY177" fmla="*/ 1807035 h 2417709"/>
                <a:gd name="connsiteX178" fmla="*/ 907903 w 1598003"/>
                <a:gd name="connsiteY178" fmla="*/ 1803387 h 2417709"/>
                <a:gd name="connsiteX179" fmla="*/ 920155 w 1598003"/>
                <a:gd name="connsiteY179" fmla="*/ 1780776 h 2417709"/>
                <a:gd name="connsiteX180" fmla="*/ 934759 w 1598003"/>
                <a:gd name="connsiteY180" fmla="*/ 1752012 h 2417709"/>
                <a:gd name="connsiteX181" fmla="*/ 918719 w 1598003"/>
                <a:gd name="connsiteY181" fmla="*/ 1743522 h 2417709"/>
                <a:gd name="connsiteX182" fmla="*/ 931772 w 1598003"/>
                <a:gd name="connsiteY182" fmla="*/ 1720504 h 2417709"/>
                <a:gd name="connsiteX183" fmla="*/ 954740 w 1598003"/>
                <a:gd name="connsiteY183" fmla="*/ 1727050 h 2417709"/>
                <a:gd name="connsiteX184" fmla="*/ 970653 w 1598003"/>
                <a:gd name="connsiteY184" fmla="*/ 1698553 h 2417709"/>
                <a:gd name="connsiteX185" fmla="*/ 970386 w 1598003"/>
                <a:gd name="connsiteY185" fmla="*/ 1658694 h 2417709"/>
                <a:gd name="connsiteX186" fmla="*/ 950431 w 1598003"/>
                <a:gd name="connsiteY186" fmla="*/ 1643277 h 2417709"/>
                <a:gd name="connsiteX187" fmla="*/ 924591 w 1598003"/>
                <a:gd name="connsiteY187" fmla="*/ 1632931 h 2417709"/>
                <a:gd name="connsiteX188" fmla="*/ 870979 w 1598003"/>
                <a:gd name="connsiteY188" fmla="*/ 1581454 h 2417709"/>
                <a:gd name="connsiteX189" fmla="*/ 862235 w 1598003"/>
                <a:gd name="connsiteY189" fmla="*/ 1593605 h 2417709"/>
                <a:gd name="connsiteX190" fmla="*/ 824257 w 1598003"/>
                <a:gd name="connsiteY190" fmla="*/ 1603418 h 2417709"/>
                <a:gd name="connsiteX191" fmla="*/ 767061 w 1598003"/>
                <a:gd name="connsiteY191" fmla="*/ 1572824 h 2417709"/>
                <a:gd name="connsiteX192" fmla="*/ 790816 w 1598003"/>
                <a:gd name="connsiteY192" fmla="*/ 1554394 h 2417709"/>
                <a:gd name="connsiteX193" fmla="*/ 811153 w 1598003"/>
                <a:gd name="connsiteY193" fmla="*/ 1530092 h 2417709"/>
                <a:gd name="connsiteX194" fmla="*/ 822236 w 1598003"/>
                <a:gd name="connsiteY194" fmla="*/ 1513226 h 2417709"/>
                <a:gd name="connsiteX195" fmla="*/ 843513 w 1598003"/>
                <a:gd name="connsiteY195" fmla="*/ 1498330 h 2417709"/>
                <a:gd name="connsiteX196" fmla="*/ 868170 w 1598003"/>
                <a:gd name="connsiteY196" fmla="*/ 1477027 h 2417709"/>
                <a:gd name="connsiteX197" fmla="*/ 884351 w 1598003"/>
                <a:gd name="connsiteY197" fmla="*/ 1469401 h 2417709"/>
                <a:gd name="connsiteX198" fmla="*/ 902234 w 1598003"/>
                <a:gd name="connsiteY198" fmla="*/ 1462487 h 2417709"/>
                <a:gd name="connsiteX199" fmla="*/ 919329 w 1598003"/>
                <a:gd name="connsiteY199" fmla="*/ 1455420 h 2417709"/>
                <a:gd name="connsiteX200" fmla="*/ 938521 w 1598003"/>
                <a:gd name="connsiteY200" fmla="*/ 1447578 h 2417709"/>
                <a:gd name="connsiteX201" fmla="*/ 958349 w 1598003"/>
                <a:gd name="connsiteY201" fmla="*/ 1444184 h 2417709"/>
                <a:gd name="connsiteX202" fmla="*/ 973360 w 1598003"/>
                <a:gd name="connsiteY202" fmla="*/ 1429148 h 2417709"/>
                <a:gd name="connsiteX203" fmla="*/ 970882 w 1598003"/>
                <a:gd name="connsiteY203" fmla="*/ 1417378 h 2417709"/>
                <a:gd name="connsiteX204" fmla="*/ 965543 w 1598003"/>
                <a:gd name="connsiteY204" fmla="*/ 1387840 h 2417709"/>
                <a:gd name="connsiteX205" fmla="*/ 945207 w 1598003"/>
                <a:gd name="connsiteY205" fmla="*/ 1364313 h 2417709"/>
                <a:gd name="connsiteX206" fmla="*/ 921197 w 1598003"/>
                <a:gd name="connsiteY206" fmla="*/ 1348247 h 2417709"/>
                <a:gd name="connsiteX207" fmla="*/ 910622 w 1598003"/>
                <a:gd name="connsiteY207" fmla="*/ 1360525 h 2417709"/>
                <a:gd name="connsiteX208" fmla="*/ 876572 w 1598003"/>
                <a:gd name="connsiteY208" fmla="*/ 1372676 h 2417709"/>
                <a:gd name="connsiteX209" fmla="*/ 858040 w 1598003"/>
                <a:gd name="connsiteY209" fmla="*/ 1374774 h 2417709"/>
                <a:gd name="connsiteX210" fmla="*/ 866518 w 1598003"/>
                <a:gd name="connsiteY210" fmla="*/ 1417124 h 2417709"/>
                <a:gd name="connsiteX211" fmla="*/ 855562 w 1598003"/>
                <a:gd name="connsiteY211" fmla="*/ 1430063 h 2417709"/>
                <a:gd name="connsiteX212" fmla="*/ 838721 w 1598003"/>
                <a:gd name="connsiteY212" fmla="*/ 1449929 h 2417709"/>
                <a:gd name="connsiteX213" fmla="*/ 818105 w 1598003"/>
                <a:gd name="connsiteY213" fmla="*/ 1449662 h 2417709"/>
                <a:gd name="connsiteX214" fmla="*/ 787435 w 1598003"/>
                <a:gd name="connsiteY214" fmla="*/ 1426135 h 2417709"/>
                <a:gd name="connsiteX215" fmla="*/ 730011 w 1598003"/>
                <a:gd name="connsiteY215" fmla="*/ 1443383 h 2417709"/>
                <a:gd name="connsiteX216" fmla="*/ 694422 w 1598003"/>
                <a:gd name="connsiteY216" fmla="*/ 1484310 h 2417709"/>
                <a:gd name="connsiteX217" fmla="*/ 679691 w 1598003"/>
                <a:gd name="connsiteY217" fmla="*/ 1528478 h 2417709"/>
                <a:gd name="connsiteX218" fmla="*/ 644852 w 1598003"/>
                <a:gd name="connsiteY218" fmla="*/ 1583247 h 2417709"/>
                <a:gd name="connsiteX219" fmla="*/ 622381 w 1598003"/>
                <a:gd name="connsiteY219" fmla="*/ 1585064 h 2417709"/>
                <a:gd name="connsiteX220" fmla="*/ 611679 w 1598003"/>
                <a:gd name="connsiteY220" fmla="*/ 1560762 h 2417709"/>
                <a:gd name="connsiteX221" fmla="*/ 588965 w 1598003"/>
                <a:gd name="connsiteY221" fmla="*/ 1562326 h 2417709"/>
                <a:gd name="connsiteX222" fmla="*/ 563138 w 1598003"/>
                <a:gd name="connsiteY222" fmla="*/ 1552526 h 2417709"/>
                <a:gd name="connsiteX223" fmla="*/ 542916 w 1598003"/>
                <a:gd name="connsiteY223" fmla="*/ 1521030 h 2417709"/>
                <a:gd name="connsiteX224" fmla="*/ 468129 w 1598003"/>
                <a:gd name="connsiteY224" fmla="*/ 1533321 h 2417709"/>
                <a:gd name="connsiteX225" fmla="*/ 463045 w 1598003"/>
                <a:gd name="connsiteY225" fmla="*/ 1493919 h 2417709"/>
                <a:gd name="connsiteX226" fmla="*/ 427940 w 1598003"/>
                <a:gd name="connsiteY226" fmla="*/ 1464254 h 2417709"/>
                <a:gd name="connsiteX227" fmla="*/ 449992 w 1598003"/>
                <a:gd name="connsiteY227" fmla="*/ 1432109 h 2417709"/>
                <a:gd name="connsiteX228" fmla="*/ 386975 w 1598003"/>
                <a:gd name="connsiteY228" fmla="*/ 1400969 h 2417709"/>
                <a:gd name="connsiteX229" fmla="*/ 385157 w 1598003"/>
                <a:gd name="connsiteY229" fmla="*/ 1393254 h 2417709"/>
                <a:gd name="connsiteX230" fmla="*/ 378624 w 1598003"/>
                <a:gd name="connsiteY230" fmla="*/ 1363716 h 2417709"/>
                <a:gd name="connsiteX231" fmla="*/ 363105 w 1598003"/>
                <a:gd name="connsiteY231" fmla="*/ 1348553 h 2417709"/>
                <a:gd name="connsiteX232" fmla="*/ 317946 w 1598003"/>
                <a:gd name="connsiteY232" fmla="*/ 1303724 h 2417709"/>
                <a:gd name="connsiteX233" fmla="*/ 305935 w 1598003"/>
                <a:gd name="connsiteY233" fmla="*/ 1262555 h 2417709"/>
                <a:gd name="connsiteX234" fmla="*/ 299808 w 1598003"/>
                <a:gd name="connsiteY234" fmla="*/ 1241520 h 2417709"/>
                <a:gd name="connsiteX235" fmla="*/ 252691 w 1598003"/>
                <a:gd name="connsiteY235" fmla="*/ 1243337 h 2417709"/>
                <a:gd name="connsiteX236" fmla="*/ 233779 w 1598003"/>
                <a:gd name="connsiteY236" fmla="*/ 1220866 h 2417709"/>
                <a:gd name="connsiteX237" fmla="*/ 168525 w 1598003"/>
                <a:gd name="connsiteY237" fmla="*/ 1200339 h 2417709"/>
                <a:gd name="connsiteX238" fmla="*/ 156895 w 1598003"/>
                <a:gd name="connsiteY238" fmla="*/ 1165043 h 2417709"/>
                <a:gd name="connsiteX239" fmla="*/ 111888 w 1598003"/>
                <a:gd name="connsiteY239" fmla="*/ 1153934 h 2417709"/>
                <a:gd name="connsiteX240" fmla="*/ 112142 w 1598003"/>
                <a:gd name="connsiteY240" fmla="*/ 1123887 h 2417709"/>
                <a:gd name="connsiteX241" fmla="*/ 139672 w 1598003"/>
                <a:gd name="connsiteY241" fmla="*/ 1108177 h 2417709"/>
                <a:gd name="connsiteX242" fmla="*/ 100398 w 1598003"/>
                <a:gd name="connsiteY242" fmla="*/ 1055265 h 2417709"/>
                <a:gd name="connsiteX243" fmla="*/ 74037 w 1598003"/>
                <a:gd name="connsiteY243" fmla="*/ 998272 h 2417709"/>
                <a:gd name="connsiteX244" fmla="*/ 106537 w 1598003"/>
                <a:gd name="connsiteY244" fmla="*/ 988193 h 2417709"/>
                <a:gd name="connsiteX245" fmla="*/ 108100 w 1598003"/>
                <a:gd name="connsiteY245" fmla="*/ 942322 h 2417709"/>
                <a:gd name="connsiteX246" fmla="*/ 129377 w 1598003"/>
                <a:gd name="connsiteY246" fmla="*/ 931098 h 2417709"/>
                <a:gd name="connsiteX247" fmla="*/ 137003 w 1598003"/>
                <a:gd name="connsiteY247" fmla="*/ 917359 h 2417709"/>
                <a:gd name="connsiteX248" fmla="*/ 150565 w 1598003"/>
                <a:gd name="connsiteY248" fmla="*/ 904954 h 2417709"/>
                <a:gd name="connsiteX249" fmla="*/ 152014 w 1598003"/>
                <a:gd name="connsiteY249" fmla="*/ 870636 h 2417709"/>
                <a:gd name="connsiteX250" fmla="*/ 146536 w 1598003"/>
                <a:gd name="connsiteY250" fmla="*/ 837704 h 2417709"/>
                <a:gd name="connsiteX251" fmla="*/ 162970 w 1598003"/>
                <a:gd name="connsiteY251" fmla="*/ 811012 h 2417709"/>
                <a:gd name="connsiteX252" fmla="*/ 156958 w 1598003"/>
                <a:gd name="connsiteY252" fmla="*/ 761087 h 2417709"/>
                <a:gd name="connsiteX253" fmla="*/ 147057 w 1598003"/>
                <a:gd name="connsiteY253" fmla="*/ 739480 h 2417709"/>
                <a:gd name="connsiteX254" fmla="*/ 163580 w 1598003"/>
                <a:gd name="connsiteY254" fmla="*/ 712165 h 2417709"/>
                <a:gd name="connsiteX255" fmla="*/ 149751 w 1598003"/>
                <a:gd name="connsiteY255" fmla="*/ 682487 h 2417709"/>
                <a:gd name="connsiteX256" fmla="*/ 159678 w 1598003"/>
                <a:gd name="connsiteY256" fmla="*/ 666676 h 2417709"/>
                <a:gd name="connsiteX257" fmla="*/ 138071 w 1598003"/>
                <a:gd name="connsiteY257" fmla="*/ 631901 h 2417709"/>
                <a:gd name="connsiteX258" fmla="*/ 131271 w 1598003"/>
                <a:gd name="connsiteY258" fmla="*/ 602667 h 2417709"/>
                <a:gd name="connsiteX259" fmla="*/ 147070 w 1598003"/>
                <a:gd name="connsiteY259" fmla="*/ 573916 h 2417709"/>
                <a:gd name="connsiteX260" fmla="*/ 145112 w 1598003"/>
                <a:gd name="connsiteY260" fmla="*/ 550924 h 2417709"/>
                <a:gd name="connsiteX261" fmla="*/ 125272 w 1598003"/>
                <a:gd name="connsiteY261" fmla="*/ 540196 h 2417709"/>
                <a:gd name="connsiteX262" fmla="*/ 114049 w 1598003"/>
                <a:gd name="connsiteY262" fmla="*/ 516530 h 2417709"/>
                <a:gd name="connsiteX263" fmla="*/ 69805 w 1598003"/>
                <a:gd name="connsiteY263" fmla="*/ 521894 h 2417709"/>
                <a:gd name="connsiteX264" fmla="*/ 0 w 1598003"/>
                <a:gd name="connsiteY264" fmla="*/ 544505 h 2417709"/>
                <a:gd name="connsiteX265" fmla="*/ 127 w 1598003"/>
                <a:gd name="connsiteY265" fmla="*/ 421394 h 2417709"/>
                <a:gd name="connsiteX266" fmla="*/ 104262 w 1598003"/>
                <a:gd name="connsiteY266" fmla="*/ 417848 h 2417709"/>
                <a:gd name="connsiteX267" fmla="*/ 174168 w 1598003"/>
                <a:gd name="connsiteY267" fmla="*/ 320996 h 2417709"/>
                <a:gd name="connsiteX268" fmla="*/ 188924 w 1598003"/>
                <a:gd name="connsiteY268" fmla="*/ 302312 h 2417709"/>
                <a:gd name="connsiteX269" fmla="*/ 259784 w 1598003"/>
                <a:gd name="connsiteY269" fmla="*/ 286106 h 2417709"/>
                <a:gd name="connsiteX270" fmla="*/ 251942 w 1598003"/>
                <a:gd name="connsiteY270" fmla="*/ 245066 h 2417709"/>
                <a:gd name="connsiteX271" fmla="*/ 261474 w 1598003"/>
                <a:gd name="connsiteY271" fmla="*/ 171740 h 2417709"/>
                <a:gd name="connsiteX272" fmla="*/ 292131 w 1598003"/>
                <a:gd name="connsiteY272" fmla="*/ 137753 h 2417709"/>
                <a:gd name="connsiteX273" fmla="*/ 369130 w 1598003"/>
                <a:gd name="connsiteY273" fmla="*/ 151226 h 2417709"/>
                <a:gd name="connsiteX274" fmla="*/ 406066 w 1598003"/>
                <a:gd name="connsiteY274" fmla="*/ 184272 h 2417709"/>
                <a:gd name="connsiteX275" fmla="*/ 455928 w 1598003"/>
                <a:gd name="connsiteY275" fmla="*/ 168334 h 2417709"/>
                <a:gd name="connsiteX276" fmla="*/ 507595 w 1598003"/>
                <a:gd name="connsiteY276" fmla="*/ 207545 h 2417709"/>
                <a:gd name="connsiteX277" fmla="*/ 555766 w 1598003"/>
                <a:gd name="connsiteY277" fmla="*/ 168982 h 2417709"/>
                <a:gd name="connsiteX278" fmla="*/ 584072 w 1598003"/>
                <a:gd name="connsiteY278" fmla="*/ 158127 h 2417709"/>
                <a:gd name="connsiteX279" fmla="*/ 628316 w 1598003"/>
                <a:gd name="connsiteY279" fmla="*/ 178655 h 2417709"/>
                <a:gd name="connsiteX280" fmla="*/ 732985 w 1598003"/>
                <a:gd name="connsiteY280" fmla="*/ 167673 h 2417709"/>
                <a:gd name="connsiteX281" fmla="*/ 804353 w 1598003"/>
                <a:gd name="connsiteY281" fmla="*/ 191594 h 2417709"/>
                <a:gd name="connsiteX282" fmla="*/ 899679 w 1598003"/>
                <a:gd name="connsiteY282" fmla="*/ 201914 h 2417709"/>
                <a:gd name="connsiteX283" fmla="*/ 1046355 w 1598003"/>
                <a:gd name="connsiteY283" fmla="*/ 138656 h 2417709"/>
                <a:gd name="connsiteX284" fmla="*/ 1073885 w 1598003"/>
                <a:gd name="connsiteY284" fmla="*/ 108863 h 2417709"/>
                <a:gd name="connsiteX285" fmla="*/ 1051185 w 1598003"/>
                <a:gd name="connsiteY285" fmla="*/ 40622 h 2417709"/>
                <a:gd name="connsiteX286" fmla="*/ 1083672 w 1598003"/>
                <a:gd name="connsiteY286" fmla="*/ 21938 h 2417709"/>
                <a:gd name="connsiteX287" fmla="*/ 1124269 w 1598003"/>
                <a:gd name="connsiteY287" fmla="*/ 33047 h 2417709"/>
                <a:gd name="connsiteX288" fmla="*/ 1155065 w 1598003"/>
                <a:gd name="connsiteY288" fmla="*/ 0 h 2417709"/>
                <a:gd name="connsiteX289" fmla="*/ 1168894 w 1598003"/>
                <a:gd name="connsiteY289" fmla="*/ 35029 h 2417709"/>
                <a:gd name="connsiteX290" fmla="*/ 1165500 w 1598003"/>
                <a:gd name="connsiteY290" fmla="*/ 81028 h 2417709"/>
                <a:gd name="connsiteX291" fmla="*/ 1187820 w 1598003"/>
                <a:gd name="connsiteY291" fmla="*/ 80646 h 2417709"/>
                <a:gd name="connsiteX292" fmla="*/ 1254243 w 1598003"/>
                <a:gd name="connsiteY292" fmla="*/ 54374 h 2417709"/>
                <a:gd name="connsiteX293" fmla="*/ 1313358 w 1598003"/>
                <a:gd name="connsiteY293" fmla="*/ 86251 h 2417709"/>
                <a:gd name="connsiteX294" fmla="*/ 1334241 w 1598003"/>
                <a:gd name="connsiteY294" fmla="*/ 135275 h 2417709"/>
                <a:gd name="connsiteX295" fmla="*/ 1299796 w 1598003"/>
                <a:gd name="connsiteY295" fmla="*/ 188721 h 2417709"/>
                <a:gd name="connsiteX296" fmla="*/ 1281519 w 1598003"/>
                <a:gd name="connsiteY296" fmla="*/ 289246 h 2417709"/>
                <a:gd name="connsiteX297" fmla="*/ 1289145 w 1598003"/>
                <a:gd name="connsiteY297" fmla="*/ 301270 h 2417709"/>
                <a:gd name="connsiteX298" fmla="*/ 1296072 w 1598003"/>
                <a:gd name="connsiteY298" fmla="*/ 356419 h 2417709"/>
                <a:gd name="connsiteX299" fmla="*/ 1332080 w 1598003"/>
                <a:gd name="connsiteY299" fmla="*/ 402685 h 2417709"/>
                <a:gd name="connsiteX300" fmla="*/ 1329742 w 1598003"/>
                <a:gd name="connsiteY300" fmla="*/ 408951 h 2417709"/>
                <a:gd name="connsiteX301" fmla="*/ 1337965 w 1598003"/>
                <a:gd name="connsiteY301" fmla="*/ 436913 h 2417709"/>
                <a:gd name="connsiteX302" fmla="*/ 1361708 w 1598003"/>
                <a:gd name="connsiteY302" fmla="*/ 452458 h 2417709"/>
                <a:gd name="connsiteX303" fmla="*/ 1411824 w 1598003"/>
                <a:gd name="connsiteY303" fmla="*/ 447628 h 2417709"/>
                <a:gd name="connsiteX304" fmla="*/ 1446917 w 1598003"/>
                <a:gd name="connsiteY304" fmla="*/ 499740 h 2417709"/>
                <a:gd name="connsiteX305" fmla="*/ 1429707 w 1598003"/>
                <a:gd name="connsiteY305" fmla="*/ 569544 h 2417709"/>
                <a:gd name="connsiteX306" fmla="*/ 1466758 w 1598003"/>
                <a:gd name="connsiteY306" fmla="*/ 640251 h 2417709"/>
                <a:gd name="connsiteX307" fmla="*/ 1435313 w 1598003"/>
                <a:gd name="connsiteY307" fmla="*/ 713042 h 2417709"/>
                <a:gd name="connsiteX308" fmla="*/ 1452026 w 1598003"/>
                <a:gd name="connsiteY308" fmla="*/ 758138 h 2417709"/>
                <a:gd name="connsiteX309" fmla="*/ 1446015 w 1598003"/>
                <a:gd name="connsiteY309" fmla="*/ 819846 h 2417709"/>
                <a:gd name="connsiteX310" fmla="*/ 1405952 w 1598003"/>
                <a:gd name="connsiteY310" fmla="*/ 848584 h 2417709"/>
                <a:gd name="connsiteX311" fmla="*/ 1394068 w 1598003"/>
                <a:gd name="connsiteY311" fmla="*/ 881923 h 2417709"/>
                <a:gd name="connsiteX312" fmla="*/ 1394996 w 1598003"/>
                <a:gd name="connsiteY312" fmla="*/ 907343 h 2417709"/>
                <a:gd name="connsiteX313" fmla="*/ 1414836 w 1598003"/>
                <a:gd name="connsiteY313" fmla="*/ 934657 h 2417709"/>
                <a:gd name="connsiteX314" fmla="*/ 1393420 w 1598003"/>
                <a:gd name="connsiteY314" fmla="*/ 969420 h 2417709"/>
                <a:gd name="connsiteX315" fmla="*/ 1373719 w 1598003"/>
                <a:gd name="connsiteY315" fmla="*/ 1000140 h 2417709"/>
                <a:gd name="connsiteX316" fmla="*/ 1391335 w 1598003"/>
                <a:gd name="connsiteY316" fmla="*/ 1050320 h 2417709"/>
                <a:gd name="connsiteX317" fmla="*/ 1421992 w 1598003"/>
                <a:gd name="connsiteY317" fmla="*/ 1090459 h 2417709"/>
                <a:gd name="connsiteX318" fmla="*/ 1419781 w 1598003"/>
                <a:gd name="connsiteY318" fmla="*/ 1112943 h 2417709"/>
                <a:gd name="connsiteX319" fmla="*/ 1413909 w 1598003"/>
                <a:gd name="connsiteY319" fmla="*/ 1170711 h 2417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Lst>
              <a:rect l="l" t="t" r="r" b="b"/>
              <a:pathLst>
                <a:path w="1598003" h="2417709">
                  <a:moveTo>
                    <a:pt x="1267042" y="1965366"/>
                  </a:moveTo>
                  <a:lnTo>
                    <a:pt x="1271732" y="1972039"/>
                  </a:lnTo>
                  <a:lnTo>
                    <a:pt x="1313752" y="1983669"/>
                  </a:lnTo>
                  <a:lnTo>
                    <a:pt x="1320285" y="2022104"/>
                  </a:lnTo>
                  <a:lnTo>
                    <a:pt x="1316104" y="2042225"/>
                  </a:lnTo>
                  <a:lnTo>
                    <a:pt x="1332627" y="2057642"/>
                  </a:lnTo>
                  <a:lnTo>
                    <a:pt x="1322853" y="2084448"/>
                  </a:lnTo>
                  <a:lnTo>
                    <a:pt x="1344384" y="2093841"/>
                  </a:lnTo>
                  <a:lnTo>
                    <a:pt x="1371533" y="2090447"/>
                  </a:lnTo>
                  <a:lnTo>
                    <a:pt x="1388882" y="2106525"/>
                  </a:lnTo>
                  <a:lnTo>
                    <a:pt x="1407019" y="2106780"/>
                  </a:lnTo>
                  <a:lnTo>
                    <a:pt x="1405990" y="2122350"/>
                  </a:lnTo>
                  <a:lnTo>
                    <a:pt x="1442392" y="2136738"/>
                  </a:lnTo>
                  <a:lnTo>
                    <a:pt x="1444349" y="2172923"/>
                  </a:lnTo>
                  <a:lnTo>
                    <a:pt x="1464851" y="2163632"/>
                  </a:lnTo>
                  <a:lnTo>
                    <a:pt x="1461712" y="2182609"/>
                  </a:lnTo>
                  <a:lnTo>
                    <a:pt x="1451289" y="2213151"/>
                  </a:lnTo>
                  <a:lnTo>
                    <a:pt x="1427140" y="2246872"/>
                  </a:lnTo>
                  <a:lnTo>
                    <a:pt x="1399749" y="2252617"/>
                  </a:lnTo>
                  <a:lnTo>
                    <a:pt x="1394132" y="2304512"/>
                  </a:lnTo>
                  <a:lnTo>
                    <a:pt x="1361377" y="2351693"/>
                  </a:lnTo>
                  <a:lnTo>
                    <a:pt x="1360716" y="2401364"/>
                  </a:lnTo>
                  <a:lnTo>
                    <a:pt x="1327301" y="2417709"/>
                  </a:lnTo>
                  <a:lnTo>
                    <a:pt x="1276461" y="2406855"/>
                  </a:lnTo>
                  <a:lnTo>
                    <a:pt x="1283121" y="2368419"/>
                  </a:lnTo>
                  <a:lnTo>
                    <a:pt x="1244748" y="2365153"/>
                  </a:lnTo>
                  <a:lnTo>
                    <a:pt x="1239410" y="2379922"/>
                  </a:lnTo>
                  <a:lnTo>
                    <a:pt x="1206910" y="2372220"/>
                  </a:lnTo>
                  <a:lnTo>
                    <a:pt x="1196996" y="2349850"/>
                  </a:lnTo>
                  <a:lnTo>
                    <a:pt x="1177155" y="2347307"/>
                  </a:lnTo>
                  <a:lnTo>
                    <a:pt x="1149625" y="2359332"/>
                  </a:lnTo>
                  <a:lnTo>
                    <a:pt x="1144274" y="2381155"/>
                  </a:lnTo>
                  <a:lnTo>
                    <a:pt x="1124828" y="2378142"/>
                  </a:lnTo>
                  <a:lnTo>
                    <a:pt x="1101200" y="2387040"/>
                  </a:lnTo>
                  <a:lnTo>
                    <a:pt x="1104720" y="2348617"/>
                  </a:lnTo>
                  <a:lnTo>
                    <a:pt x="1146092" y="2284176"/>
                  </a:lnTo>
                  <a:lnTo>
                    <a:pt x="1160454" y="2284570"/>
                  </a:lnTo>
                  <a:lnTo>
                    <a:pt x="1172847" y="2274758"/>
                  </a:lnTo>
                  <a:lnTo>
                    <a:pt x="1167763" y="2268631"/>
                  </a:lnTo>
                  <a:lnTo>
                    <a:pt x="1148316" y="2265263"/>
                  </a:lnTo>
                  <a:lnTo>
                    <a:pt x="1132784" y="2201356"/>
                  </a:lnTo>
                  <a:lnTo>
                    <a:pt x="1116592" y="2189587"/>
                  </a:lnTo>
                  <a:lnTo>
                    <a:pt x="1123646" y="2169466"/>
                  </a:lnTo>
                  <a:lnTo>
                    <a:pt x="1118282" y="2150630"/>
                  </a:lnTo>
                  <a:lnTo>
                    <a:pt x="1110719" y="2133115"/>
                  </a:lnTo>
                  <a:lnTo>
                    <a:pt x="1125603" y="2125947"/>
                  </a:lnTo>
                  <a:lnTo>
                    <a:pt x="1154837" y="2083723"/>
                  </a:lnTo>
                  <a:lnTo>
                    <a:pt x="1172186" y="2067124"/>
                  </a:lnTo>
                  <a:lnTo>
                    <a:pt x="1178846" y="2066081"/>
                  </a:lnTo>
                  <a:lnTo>
                    <a:pt x="1199589" y="2080711"/>
                  </a:lnTo>
                  <a:lnTo>
                    <a:pt x="1218654" y="2097310"/>
                  </a:lnTo>
                  <a:lnTo>
                    <a:pt x="1224666" y="2112995"/>
                  </a:lnTo>
                  <a:lnTo>
                    <a:pt x="1227933" y="2153134"/>
                  </a:lnTo>
                  <a:lnTo>
                    <a:pt x="1235495" y="2159489"/>
                  </a:lnTo>
                  <a:lnTo>
                    <a:pt x="1241495" y="2154405"/>
                  </a:lnTo>
                  <a:lnTo>
                    <a:pt x="1245155" y="2136776"/>
                  </a:lnTo>
                  <a:lnTo>
                    <a:pt x="1246706" y="2117926"/>
                  </a:lnTo>
                  <a:lnTo>
                    <a:pt x="1232610" y="2089837"/>
                  </a:lnTo>
                  <a:lnTo>
                    <a:pt x="1225963" y="2084346"/>
                  </a:lnTo>
                  <a:lnTo>
                    <a:pt x="1214752" y="2074280"/>
                  </a:lnTo>
                  <a:lnTo>
                    <a:pt x="1204584" y="2055214"/>
                  </a:lnTo>
                  <a:lnTo>
                    <a:pt x="1206796" y="2032603"/>
                  </a:lnTo>
                  <a:lnTo>
                    <a:pt x="1201839" y="2022930"/>
                  </a:lnTo>
                  <a:lnTo>
                    <a:pt x="1194924" y="2020706"/>
                  </a:lnTo>
                  <a:lnTo>
                    <a:pt x="1197136" y="2010385"/>
                  </a:lnTo>
                  <a:lnTo>
                    <a:pt x="1207838" y="2011034"/>
                  </a:lnTo>
                  <a:lnTo>
                    <a:pt x="1211753" y="1986732"/>
                  </a:lnTo>
                  <a:lnTo>
                    <a:pt x="1230539" y="1991422"/>
                  </a:lnTo>
                  <a:lnTo>
                    <a:pt x="1237732" y="1963193"/>
                  </a:lnTo>
                  <a:lnTo>
                    <a:pt x="1232509" y="1927515"/>
                  </a:lnTo>
                  <a:lnTo>
                    <a:pt x="1246718" y="1912085"/>
                  </a:lnTo>
                  <a:lnTo>
                    <a:pt x="1280642" y="1898510"/>
                  </a:lnTo>
                  <a:lnTo>
                    <a:pt x="1293962" y="1892740"/>
                  </a:lnTo>
                  <a:lnTo>
                    <a:pt x="1301410" y="1882165"/>
                  </a:lnTo>
                  <a:lnTo>
                    <a:pt x="1330123" y="1872365"/>
                  </a:lnTo>
                  <a:lnTo>
                    <a:pt x="1343952" y="1896286"/>
                  </a:lnTo>
                  <a:lnTo>
                    <a:pt x="1328026" y="1900328"/>
                  </a:lnTo>
                  <a:lnTo>
                    <a:pt x="1325026" y="1913928"/>
                  </a:lnTo>
                  <a:lnTo>
                    <a:pt x="1308503" y="1915097"/>
                  </a:lnTo>
                  <a:lnTo>
                    <a:pt x="1304448" y="1934696"/>
                  </a:lnTo>
                  <a:lnTo>
                    <a:pt x="1277833" y="1940060"/>
                  </a:lnTo>
                  <a:lnTo>
                    <a:pt x="1273130" y="1958490"/>
                  </a:lnTo>
                  <a:close/>
                  <a:moveTo>
                    <a:pt x="1449866" y="1239321"/>
                  </a:moveTo>
                  <a:lnTo>
                    <a:pt x="1512642" y="1273817"/>
                  </a:lnTo>
                  <a:lnTo>
                    <a:pt x="1555856" y="1337368"/>
                  </a:lnTo>
                  <a:lnTo>
                    <a:pt x="1598003" y="1363627"/>
                  </a:lnTo>
                  <a:lnTo>
                    <a:pt x="1593821" y="1384929"/>
                  </a:lnTo>
                  <a:lnTo>
                    <a:pt x="1554165" y="1409244"/>
                  </a:lnTo>
                  <a:lnTo>
                    <a:pt x="1522848" y="1472235"/>
                  </a:lnTo>
                  <a:lnTo>
                    <a:pt x="1434296" y="1511167"/>
                  </a:lnTo>
                  <a:lnTo>
                    <a:pt x="1421370" y="1521335"/>
                  </a:lnTo>
                  <a:lnTo>
                    <a:pt x="1437893" y="1558576"/>
                  </a:lnTo>
                  <a:lnTo>
                    <a:pt x="1460771" y="1597978"/>
                  </a:lnTo>
                  <a:lnTo>
                    <a:pt x="1456729" y="1620589"/>
                  </a:lnTo>
                  <a:lnTo>
                    <a:pt x="1439634" y="1642807"/>
                  </a:lnTo>
                  <a:lnTo>
                    <a:pt x="1436888" y="1668430"/>
                  </a:lnTo>
                  <a:lnTo>
                    <a:pt x="1430241" y="1684369"/>
                  </a:lnTo>
                  <a:lnTo>
                    <a:pt x="1379731" y="1691182"/>
                  </a:lnTo>
                  <a:lnTo>
                    <a:pt x="1316307" y="1723592"/>
                  </a:lnTo>
                  <a:lnTo>
                    <a:pt x="1309138" y="1735998"/>
                  </a:lnTo>
                  <a:lnTo>
                    <a:pt x="1292424" y="1786978"/>
                  </a:lnTo>
                  <a:lnTo>
                    <a:pt x="1312265" y="1811280"/>
                  </a:lnTo>
                  <a:lnTo>
                    <a:pt x="1325319" y="1826710"/>
                  </a:lnTo>
                  <a:lnTo>
                    <a:pt x="1304308" y="1842268"/>
                  </a:lnTo>
                  <a:lnTo>
                    <a:pt x="1287988" y="1862388"/>
                  </a:lnTo>
                  <a:lnTo>
                    <a:pt x="1264767" y="1864358"/>
                  </a:lnTo>
                  <a:lnTo>
                    <a:pt x="1246363" y="1875975"/>
                  </a:lnTo>
                  <a:lnTo>
                    <a:pt x="1230310" y="1878733"/>
                  </a:lnTo>
                  <a:lnTo>
                    <a:pt x="1222086" y="1874539"/>
                  </a:lnTo>
                  <a:lnTo>
                    <a:pt x="1216341" y="1863316"/>
                  </a:lnTo>
                  <a:lnTo>
                    <a:pt x="1204737" y="1862388"/>
                  </a:lnTo>
                  <a:lnTo>
                    <a:pt x="1198737" y="1870624"/>
                  </a:lnTo>
                  <a:lnTo>
                    <a:pt x="1191683" y="1866442"/>
                  </a:lnTo>
                  <a:lnTo>
                    <a:pt x="1178973" y="1869849"/>
                  </a:lnTo>
                  <a:lnTo>
                    <a:pt x="1175313" y="1879242"/>
                  </a:lnTo>
                  <a:lnTo>
                    <a:pt x="1168259" y="1897811"/>
                  </a:lnTo>
                  <a:lnTo>
                    <a:pt x="1183651" y="1906302"/>
                  </a:lnTo>
                  <a:lnTo>
                    <a:pt x="1190590" y="1912657"/>
                  </a:lnTo>
                  <a:lnTo>
                    <a:pt x="1191620" y="1926257"/>
                  </a:lnTo>
                  <a:lnTo>
                    <a:pt x="1192802" y="1941153"/>
                  </a:lnTo>
                  <a:lnTo>
                    <a:pt x="1190323" y="1951080"/>
                  </a:lnTo>
                  <a:lnTo>
                    <a:pt x="1178439" y="1969128"/>
                  </a:lnTo>
                  <a:lnTo>
                    <a:pt x="1175452" y="1988727"/>
                  </a:lnTo>
                  <a:lnTo>
                    <a:pt x="1177003" y="2006623"/>
                  </a:lnTo>
                  <a:lnTo>
                    <a:pt x="1186917" y="2009636"/>
                  </a:lnTo>
                  <a:lnTo>
                    <a:pt x="1182354" y="2020490"/>
                  </a:lnTo>
                  <a:lnTo>
                    <a:pt x="1171016" y="2021532"/>
                  </a:lnTo>
                  <a:lnTo>
                    <a:pt x="1162399" y="2026769"/>
                  </a:lnTo>
                  <a:lnTo>
                    <a:pt x="1157963" y="2044283"/>
                  </a:lnTo>
                  <a:lnTo>
                    <a:pt x="1150769" y="2061150"/>
                  </a:lnTo>
                  <a:lnTo>
                    <a:pt x="1135898" y="2084028"/>
                  </a:lnTo>
                  <a:lnTo>
                    <a:pt x="1119985" y="2101823"/>
                  </a:lnTo>
                  <a:lnTo>
                    <a:pt x="1110579" y="2109779"/>
                  </a:lnTo>
                  <a:lnTo>
                    <a:pt x="1100920" y="2111483"/>
                  </a:lnTo>
                  <a:lnTo>
                    <a:pt x="1088794" y="2098149"/>
                  </a:lnTo>
                  <a:lnTo>
                    <a:pt x="1069729" y="2082071"/>
                  </a:lnTo>
                  <a:lnTo>
                    <a:pt x="1068814" y="2071369"/>
                  </a:lnTo>
                  <a:lnTo>
                    <a:pt x="1081524" y="2035158"/>
                  </a:lnTo>
                  <a:lnTo>
                    <a:pt x="1079173" y="2019334"/>
                  </a:lnTo>
                  <a:lnTo>
                    <a:pt x="1071610" y="1985868"/>
                  </a:lnTo>
                  <a:lnTo>
                    <a:pt x="1068610" y="1973335"/>
                  </a:lnTo>
                  <a:lnTo>
                    <a:pt x="1068877" y="1967438"/>
                  </a:lnTo>
                  <a:lnTo>
                    <a:pt x="1073313" y="1957778"/>
                  </a:lnTo>
                  <a:lnTo>
                    <a:pt x="1074737" y="1949796"/>
                  </a:lnTo>
                  <a:lnTo>
                    <a:pt x="1089887" y="1929816"/>
                  </a:lnTo>
                  <a:lnTo>
                    <a:pt x="1094844" y="1911894"/>
                  </a:lnTo>
                  <a:lnTo>
                    <a:pt x="1095493" y="1907191"/>
                  </a:lnTo>
                  <a:lnTo>
                    <a:pt x="1093268" y="1899095"/>
                  </a:lnTo>
                  <a:lnTo>
                    <a:pt x="1087015" y="1894380"/>
                  </a:lnTo>
                  <a:lnTo>
                    <a:pt x="1068610" y="1902756"/>
                  </a:lnTo>
                  <a:lnTo>
                    <a:pt x="1058684" y="1916864"/>
                  </a:lnTo>
                  <a:lnTo>
                    <a:pt x="1061950" y="1938179"/>
                  </a:lnTo>
                  <a:lnTo>
                    <a:pt x="1062090" y="1952160"/>
                  </a:lnTo>
                  <a:lnTo>
                    <a:pt x="1055735" y="1961057"/>
                  </a:lnTo>
                  <a:lnTo>
                    <a:pt x="1041398" y="1967984"/>
                  </a:lnTo>
                  <a:lnTo>
                    <a:pt x="1040864" y="1974136"/>
                  </a:lnTo>
                  <a:lnTo>
                    <a:pt x="1049354" y="1989299"/>
                  </a:lnTo>
                  <a:lnTo>
                    <a:pt x="1047638" y="1996481"/>
                  </a:lnTo>
                  <a:lnTo>
                    <a:pt x="1029514" y="2002098"/>
                  </a:lnTo>
                  <a:lnTo>
                    <a:pt x="1010982" y="1996735"/>
                  </a:lnTo>
                  <a:lnTo>
                    <a:pt x="1012152" y="1984584"/>
                  </a:lnTo>
                  <a:lnTo>
                    <a:pt x="1018151" y="1977123"/>
                  </a:lnTo>
                  <a:lnTo>
                    <a:pt x="1012673" y="1966955"/>
                  </a:lnTo>
                  <a:lnTo>
                    <a:pt x="1007449" y="1965252"/>
                  </a:lnTo>
                  <a:lnTo>
                    <a:pt x="995578" y="1972191"/>
                  </a:lnTo>
                  <a:lnTo>
                    <a:pt x="990633" y="1981330"/>
                  </a:lnTo>
                  <a:lnTo>
                    <a:pt x="973907" y="1967082"/>
                  </a:lnTo>
                  <a:lnTo>
                    <a:pt x="952909" y="1936882"/>
                  </a:lnTo>
                  <a:lnTo>
                    <a:pt x="932955" y="1922647"/>
                  </a:lnTo>
                  <a:lnTo>
                    <a:pt x="913241" y="1919774"/>
                  </a:lnTo>
                  <a:lnTo>
                    <a:pt x="856719" y="1907344"/>
                  </a:lnTo>
                  <a:lnTo>
                    <a:pt x="848508" y="1918593"/>
                  </a:lnTo>
                  <a:lnTo>
                    <a:pt x="836624" y="1914932"/>
                  </a:lnTo>
                  <a:lnTo>
                    <a:pt x="837552" y="1903569"/>
                  </a:lnTo>
                  <a:lnTo>
                    <a:pt x="848381" y="1860049"/>
                  </a:lnTo>
                  <a:lnTo>
                    <a:pt x="857507" y="1846830"/>
                  </a:lnTo>
                  <a:lnTo>
                    <a:pt x="874488" y="1818474"/>
                  </a:lnTo>
                  <a:lnTo>
                    <a:pt x="903187" y="1807035"/>
                  </a:lnTo>
                  <a:lnTo>
                    <a:pt x="907903" y="1803387"/>
                  </a:lnTo>
                  <a:lnTo>
                    <a:pt x="920155" y="1780776"/>
                  </a:lnTo>
                  <a:lnTo>
                    <a:pt x="934759" y="1752012"/>
                  </a:lnTo>
                  <a:lnTo>
                    <a:pt x="918719" y="1743522"/>
                  </a:lnTo>
                  <a:lnTo>
                    <a:pt x="931772" y="1720504"/>
                  </a:lnTo>
                  <a:lnTo>
                    <a:pt x="954740" y="1727050"/>
                  </a:lnTo>
                  <a:lnTo>
                    <a:pt x="970653" y="1698553"/>
                  </a:lnTo>
                  <a:lnTo>
                    <a:pt x="970386" y="1658694"/>
                  </a:lnTo>
                  <a:lnTo>
                    <a:pt x="950431" y="1643277"/>
                  </a:lnTo>
                  <a:lnTo>
                    <a:pt x="924591" y="1632931"/>
                  </a:lnTo>
                  <a:lnTo>
                    <a:pt x="870979" y="1581454"/>
                  </a:lnTo>
                  <a:lnTo>
                    <a:pt x="862235" y="1593605"/>
                  </a:lnTo>
                  <a:lnTo>
                    <a:pt x="824257" y="1603418"/>
                  </a:lnTo>
                  <a:lnTo>
                    <a:pt x="767061" y="1572824"/>
                  </a:lnTo>
                  <a:lnTo>
                    <a:pt x="790816" y="1554394"/>
                  </a:lnTo>
                  <a:lnTo>
                    <a:pt x="811153" y="1530092"/>
                  </a:lnTo>
                  <a:lnTo>
                    <a:pt x="822236" y="1513226"/>
                  </a:lnTo>
                  <a:lnTo>
                    <a:pt x="843513" y="1498330"/>
                  </a:lnTo>
                  <a:lnTo>
                    <a:pt x="868170" y="1477027"/>
                  </a:lnTo>
                  <a:lnTo>
                    <a:pt x="884351" y="1469401"/>
                  </a:lnTo>
                  <a:lnTo>
                    <a:pt x="902234" y="1462487"/>
                  </a:lnTo>
                  <a:lnTo>
                    <a:pt x="919329" y="1455420"/>
                  </a:lnTo>
                  <a:lnTo>
                    <a:pt x="938521" y="1447578"/>
                  </a:lnTo>
                  <a:lnTo>
                    <a:pt x="958349" y="1444184"/>
                  </a:lnTo>
                  <a:lnTo>
                    <a:pt x="973360" y="1429148"/>
                  </a:lnTo>
                  <a:lnTo>
                    <a:pt x="970882" y="1417378"/>
                  </a:lnTo>
                  <a:lnTo>
                    <a:pt x="965543" y="1387840"/>
                  </a:lnTo>
                  <a:lnTo>
                    <a:pt x="945207" y="1364313"/>
                  </a:lnTo>
                  <a:lnTo>
                    <a:pt x="921197" y="1348247"/>
                  </a:lnTo>
                  <a:lnTo>
                    <a:pt x="910622" y="1360525"/>
                  </a:lnTo>
                  <a:lnTo>
                    <a:pt x="876572" y="1372676"/>
                  </a:lnTo>
                  <a:lnTo>
                    <a:pt x="858040" y="1374774"/>
                  </a:lnTo>
                  <a:lnTo>
                    <a:pt x="866518" y="1417124"/>
                  </a:lnTo>
                  <a:lnTo>
                    <a:pt x="855562" y="1430063"/>
                  </a:lnTo>
                  <a:lnTo>
                    <a:pt x="838721" y="1449929"/>
                  </a:lnTo>
                  <a:lnTo>
                    <a:pt x="818105" y="1449662"/>
                  </a:lnTo>
                  <a:lnTo>
                    <a:pt x="787435" y="1426135"/>
                  </a:lnTo>
                  <a:lnTo>
                    <a:pt x="730011" y="1443383"/>
                  </a:lnTo>
                  <a:lnTo>
                    <a:pt x="694422" y="1484310"/>
                  </a:lnTo>
                  <a:lnTo>
                    <a:pt x="679691" y="1528478"/>
                  </a:lnTo>
                  <a:lnTo>
                    <a:pt x="644852" y="1583247"/>
                  </a:lnTo>
                  <a:lnTo>
                    <a:pt x="622381" y="1585064"/>
                  </a:lnTo>
                  <a:lnTo>
                    <a:pt x="611679" y="1560762"/>
                  </a:lnTo>
                  <a:lnTo>
                    <a:pt x="588965" y="1562326"/>
                  </a:lnTo>
                  <a:lnTo>
                    <a:pt x="563138" y="1552526"/>
                  </a:lnTo>
                  <a:lnTo>
                    <a:pt x="542916" y="1521030"/>
                  </a:lnTo>
                  <a:lnTo>
                    <a:pt x="468129" y="1533321"/>
                  </a:lnTo>
                  <a:lnTo>
                    <a:pt x="463045" y="1493919"/>
                  </a:lnTo>
                  <a:lnTo>
                    <a:pt x="427940" y="1464254"/>
                  </a:lnTo>
                  <a:lnTo>
                    <a:pt x="449992" y="1432109"/>
                  </a:lnTo>
                  <a:lnTo>
                    <a:pt x="386975" y="1400969"/>
                  </a:lnTo>
                  <a:lnTo>
                    <a:pt x="385157" y="1393254"/>
                  </a:lnTo>
                  <a:lnTo>
                    <a:pt x="378624" y="1363716"/>
                  </a:lnTo>
                  <a:lnTo>
                    <a:pt x="363105" y="1348553"/>
                  </a:lnTo>
                  <a:lnTo>
                    <a:pt x="317946" y="1303724"/>
                  </a:lnTo>
                  <a:lnTo>
                    <a:pt x="305935" y="1262555"/>
                  </a:lnTo>
                  <a:lnTo>
                    <a:pt x="299808" y="1241520"/>
                  </a:lnTo>
                  <a:lnTo>
                    <a:pt x="252691" y="1243337"/>
                  </a:lnTo>
                  <a:lnTo>
                    <a:pt x="233779" y="1220866"/>
                  </a:lnTo>
                  <a:lnTo>
                    <a:pt x="168525" y="1200339"/>
                  </a:lnTo>
                  <a:lnTo>
                    <a:pt x="156895" y="1165043"/>
                  </a:lnTo>
                  <a:lnTo>
                    <a:pt x="111888" y="1153934"/>
                  </a:lnTo>
                  <a:lnTo>
                    <a:pt x="112142" y="1123887"/>
                  </a:lnTo>
                  <a:lnTo>
                    <a:pt x="139672" y="1108177"/>
                  </a:lnTo>
                  <a:lnTo>
                    <a:pt x="100398" y="1055265"/>
                  </a:lnTo>
                  <a:lnTo>
                    <a:pt x="74037" y="998272"/>
                  </a:lnTo>
                  <a:lnTo>
                    <a:pt x="106537" y="988193"/>
                  </a:lnTo>
                  <a:lnTo>
                    <a:pt x="108100" y="942322"/>
                  </a:lnTo>
                  <a:lnTo>
                    <a:pt x="129377" y="931098"/>
                  </a:lnTo>
                  <a:lnTo>
                    <a:pt x="137003" y="917359"/>
                  </a:lnTo>
                  <a:lnTo>
                    <a:pt x="150565" y="904954"/>
                  </a:lnTo>
                  <a:lnTo>
                    <a:pt x="152014" y="870636"/>
                  </a:lnTo>
                  <a:lnTo>
                    <a:pt x="146536" y="837704"/>
                  </a:lnTo>
                  <a:lnTo>
                    <a:pt x="162970" y="811012"/>
                  </a:lnTo>
                  <a:lnTo>
                    <a:pt x="156958" y="761087"/>
                  </a:lnTo>
                  <a:lnTo>
                    <a:pt x="147057" y="739480"/>
                  </a:lnTo>
                  <a:lnTo>
                    <a:pt x="163580" y="712165"/>
                  </a:lnTo>
                  <a:lnTo>
                    <a:pt x="149751" y="682487"/>
                  </a:lnTo>
                  <a:lnTo>
                    <a:pt x="159678" y="666676"/>
                  </a:lnTo>
                  <a:lnTo>
                    <a:pt x="138071" y="631901"/>
                  </a:lnTo>
                  <a:lnTo>
                    <a:pt x="131271" y="602667"/>
                  </a:lnTo>
                  <a:lnTo>
                    <a:pt x="147070" y="573916"/>
                  </a:lnTo>
                  <a:lnTo>
                    <a:pt x="145112" y="550924"/>
                  </a:lnTo>
                  <a:lnTo>
                    <a:pt x="125272" y="540196"/>
                  </a:lnTo>
                  <a:lnTo>
                    <a:pt x="114049" y="516530"/>
                  </a:lnTo>
                  <a:lnTo>
                    <a:pt x="69805" y="521894"/>
                  </a:lnTo>
                  <a:lnTo>
                    <a:pt x="0" y="544505"/>
                  </a:lnTo>
                  <a:lnTo>
                    <a:pt x="127" y="421394"/>
                  </a:lnTo>
                  <a:lnTo>
                    <a:pt x="104262" y="417848"/>
                  </a:lnTo>
                  <a:lnTo>
                    <a:pt x="174168" y="320996"/>
                  </a:lnTo>
                  <a:lnTo>
                    <a:pt x="188924" y="302312"/>
                  </a:lnTo>
                  <a:lnTo>
                    <a:pt x="259784" y="286106"/>
                  </a:lnTo>
                  <a:lnTo>
                    <a:pt x="251942" y="245066"/>
                  </a:lnTo>
                  <a:lnTo>
                    <a:pt x="261474" y="171740"/>
                  </a:lnTo>
                  <a:lnTo>
                    <a:pt x="292131" y="137753"/>
                  </a:lnTo>
                  <a:lnTo>
                    <a:pt x="369130" y="151226"/>
                  </a:lnTo>
                  <a:lnTo>
                    <a:pt x="406066" y="184272"/>
                  </a:lnTo>
                  <a:lnTo>
                    <a:pt x="455928" y="168334"/>
                  </a:lnTo>
                  <a:lnTo>
                    <a:pt x="507595" y="207545"/>
                  </a:lnTo>
                  <a:lnTo>
                    <a:pt x="555766" y="168982"/>
                  </a:lnTo>
                  <a:lnTo>
                    <a:pt x="584072" y="158127"/>
                  </a:lnTo>
                  <a:lnTo>
                    <a:pt x="628316" y="178655"/>
                  </a:lnTo>
                  <a:lnTo>
                    <a:pt x="732985" y="167673"/>
                  </a:lnTo>
                  <a:lnTo>
                    <a:pt x="804353" y="191594"/>
                  </a:lnTo>
                  <a:lnTo>
                    <a:pt x="899679" y="201914"/>
                  </a:lnTo>
                  <a:lnTo>
                    <a:pt x="1046355" y="138656"/>
                  </a:lnTo>
                  <a:lnTo>
                    <a:pt x="1073885" y="108863"/>
                  </a:lnTo>
                  <a:lnTo>
                    <a:pt x="1051185" y="40622"/>
                  </a:lnTo>
                  <a:lnTo>
                    <a:pt x="1083672" y="21938"/>
                  </a:lnTo>
                  <a:lnTo>
                    <a:pt x="1124269" y="33047"/>
                  </a:lnTo>
                  <a:lnTo>
                    <a:pt x="1155065" y="0"/>
                  </a:lnTo>
                  <a:lnTo>
                    <a:pt x="1168894" y="35029"/>
                  </a:lnTo>
                  <a:lnTo>
                    <a:pt x="1165500" y="81028"/>
                  </a:lnTo>
                  <a:lnTo>
                    <a:pt x="1187820" y="80646"/>
                  </a:lnTo>
                  <a:lnTo>
                    <a:pt x="1254243" y="54374"/>
                  </a:lnTo>
                  <a:lnTo>
                    <a:pt x="1313358" y="86251"/>
                  </a:lnTo>
                  <a:lnTo>
                    <a:pt x="1334241" y="135275"/>
                  </a:lnTo>
                  <a:lnTo>
                    <a:pt x="1299796" y="188721"/>
                  </a:lnTo>
                  <a:lnTo>
                    <a:pt x="1281519" y="289246"/>
                  </a:lnTo>
                  <a:lnTo>
                    <a:pt x="1289145" y="301270"/>
                  </a:lnTo>
                  <a:lnTo>
                    <a:pt x="1296072" y="356419"/>
                  </a:lnTo>
                  <a:lnTo>
                    <a:pt x="1332080" y="402685"/>
                  </a:lnTo>
                  <a:lnTo>
                    <a:pt x="1329742" y="408951"/>
                  </a:lnTo>
                  <a:lnTo>
                    <a:pt x="1337965" y="436913"/>
                  </a:lnTo>
                  <a:lnTo>
                    <a:pt x="1361708" y="452458"/>
                  </a:lnTo>
                  <a:lnTo>
                    <a:pt x="1411824" y="447628"/>
                  </a:lnTo>
                  <a:lnTo>
                    <a:pt x="1446917" y="499740"/>
                  </a:lnTo>
                  <a:lnTo>
                    <a:pt x="1429707" y="569544"/>
                  </a:lnTo>
                  <a:lnTo>
                    <a:pt x="1466758" y="640251"/>
                  </a:lnTo>
                  <a:lnTo>
                    <a:pt x="1435313" y="713042"/>
                  </a:lnTo>
                  <a:lnTo>
                    <a:pt x="1452026" y="758138"/>
                  </a:lnTo>
                  <a:lnTo>
                    <a:pt x="1446015" y="819846"/>
                  </a:lnTo>
                  <a:lnTo>
                    <a:pt x="1405952" y="848584"/>
                  </a:lnTo>
                  <a:lnTo>
                    <a:pt x="1394068" y="881923"/>
                  </a:lnTo>
                  <a:lnTo>
                    <a:pt x="1394996" y="907343"/>
                  </a:lnTo>
                  <a:lnTo>
                    <a:pt x="1414836" y="934657"/>
                  </a:lnTo>
                  <a:lnTo>
                    <a:pt x="1393420" y="969420"/>
                  </a:lnTo>
                  <a:lnTo>
                    <a:pt x="1373719" y="1000140"/>
                  </a:lnTo>
                  <a:lnTo>
                    <a:pt x="1391335" y="1050320"/>
                  </a:lnTo>
                  <a:lnTo>
                    <a:pt x="1421992" y="1090459"/>
                  </a:lnTo>
                  <a:lnTo>
                    <a:pt x="1419781" y="1112943"/>
                  </a:lnTo>
                  <a:lnTo>
                    <a:pt x="1413909" y="1170711"/>
                  </a:lnTo>
                  <a:close/>
                </a:path>
              </a:pathLst>
            </a:custGeom>
            <a:solidFill>
              <a:srgbClr val="FFFFFF"/>
            </a:solidFill>
            <a:ln w="12700" cap="flat">
              <a:noFill/>
              <a:prstDash val="solid"/>
              <a:miter/>
            </a:ln>
          </p:spPr>
          <p:txBody>
            <a:bodyPr rtlCol="0" anchor="ctr"/>
            <a:lstStyle/>
            <a:p>
              <a:endParaRPr lang="de-CH"/>
            </a:p>
          </p:txBody>
        </p:sp>
        <p:sp>
          <p:nvSpPr>
            <p:cNvPr id="123" name="Freihandform: Form 122">
              <a:extLst>
                <a:ext uri="{FF2B5EF4-FFF2-40B4-BE49-F238E27FC236}">
                  <a16:creationId xmlns:a16="http://schemas.microsoft.com/office/drawing/2014/main" id="{69770CB2-2215-4352-7DE0-6A0F28F0C875}"/>
                </a:ext>
              </a:extLst>
            </p:cNvPr>
            <p:cNvSpPr/>
            <p:nvPr/>
          </p:nvSpPr>
          <p:spPr>
            <a:xfrm>
              <a:off x="6489224" y="3985237"/>
              <a:ext cx="1598003" cy="2417709"/>
            </a:xfrm>
            <a:custGeom>
              <a:avLst/>
              <a:gdLst>
                <a:gd name="connsiteX0" fmla="*/ 1267042 w 1598003"/>
                <a:gd name="connsiteY0" fmla="*/ 1965366 h 2417709"/>
                <a:gd name="connsiteX1" fmla="*/ 1271732 w 1598003"/>
                <a:gd name="connsiteY1" fmla="*/ 1972039 h 2417709"/>
                <a:gd name="connsiteX2" fmla="*/ 1313752 w 1598003"/>
                <a:gd name="connsiteY2" fmla="*/ 1983669 h 2417709"/>
                <a:gd name="connsiteX3" fmla="*/ 1320285 w 1598003"/>
                <a:gd name="connsiteY3" fmla="*/ 2022104 h 2417709"/>
                <a:gd name="connsiteX4" fmla="*/ 1316104 w 1598003"/>
                <a:gd name="connsiteY4" fmla="*/ 2042225 h 2417709"/>
                <a:gd name="connsiteX5" fmla="*/ 1332627 w 1598003"/>
                <a:gd name="connsiteY5" fmla="*/ 2057642 h 2417709"/>
                <a:gd name="connsiteX6" fmla="*/ 1322853 w 1598003"/>
                <a:gd name="connsiteY6" fmla="*/ 2084448 h 2417709"/>
                <a:gd name="connsiteX7" fmla="*/ 1344384 w 1598003"/>
                <a:gd name="connsiteY7" fmla="*/ 2093841 h 2417709"/>
                <a:gd name="connsiteX8" fmla="*/ 1371533 w 1598003"/>
                <a:gd name="connsiteY8" fmla="*/ 2090447 h 2417709"/>
                <a:gd name="connsiteX9" fmla="*/ 1388882 w 1598003"/>
                <a:gd name="connsiteY9" fmla="*/ 2106525 h 2417709"/>
                <a:gd name="connsiteX10" fmla="*/ 1407019 w 1598003"/>
                <a:gd name="connsiteY10" fmla="*/ 2106780 h 2417709"/>
                <a:gd name="connsiteX11" fmla="*/ 1405990 w 1598003"/>
                <a:gd name="connsiteY11" fmla="*/ 2122350 h 2417709"/>
                <a:gd name="connsiteX12" fmla="*/ 1442392 w 1598003"/>
                <a:gd name="connsiteY12" fmla="*/ 2136738 h 2417709"/>
                <a:gd name="connsiteX13" fmla="*/ 1444349 w 1598003"/>
                <a:gd name="connsiteY13" fmla="*/ 2172923 h 2417709"/>
                <a:gd name="connsiteX14" fmla="*/ 1464851 w 1598003"/>
                <a:gd name="connsiteY14" fmla="*/ 2163632 h 2417709"/>
                <a:gd name="connsiteX15" fmla="*/ 1461712 w 1598003"/>
                <a:gd name="connsiteY15" fmla="*/ 2182609 h 2417709"/>
                <a:gd name="connsiteX16" fmla="*/ 1451289 w 1598003"/>
                <a:gd name="connsiteY16" fmla="*/ 2213151 h 2417709"/>
                <a:gd name="connsiteX17" fmla="*/ 1427140 w 1598003"/>
                <a:gd name="connsiteY17" fmla="*/ 2246872 h 2417709"/>
                <a:gd name="connsiteX18" fmla="*/ 1399749 w 1598003"/>
                <a:gd name="connsiteY18" fmla="*/ 2252617 h 2417709"/>
                <a:gd name="connsiteX19" fmla="*/ 1394132 w 1598003"/>
                <a:gd name="connsiteY19" fmla="*/ 2304512 h 2417709"/>
                <a:gd name="connsiteX20" fmla="*/ 1361377 w 1598003"/>
                <a:gd name="connsiteY20" fmla="*/ 2351693 h 2417709"/>
                <a:gd name="connsiteX21" fmla="*/ 1360716 w 1598003"/>
                <a:gd name="connsiteY21" fmla="*/ 2401364 h 2417709"/>
                <a:gd name="connsiteX22" fmla="*/ 1327301 w 1598003"/>
                <a:gd name="connsiteY22" fmla="*/ 2417709 h 2417709"/>
                <a:gd name="connsiteX23" fmla="*/ 1276461 w 1598003"/>
                <a:gd name="connsiteY23" fmla="*/ 2406855 h 2417709"/>
                <a:gd name="connsiteX24" fmla="*/ 1283121 w 1598003"/>
                <a:gd name="connsiteY24" fmla="*/ 2368419 h 2417709"/>
                <a:gd name="connsiteX25" fmla="*/ 1244748 w 1598003"/>
                <a:gd name="connsiteY25" fmla="*/ 2365153 h 2417709"/>
                <a:gd name="connsiteX26" fmla="*/ 1239410 w 1598003"/>
                <a:gd name="connsiteY26" fmla="*/ 2379922 h 2417709"/>
                <a:gd name="connsiteX27" fmla="*/ 1206910 w 1598003"/>
                <a:gd name="connsiteY27" fmla="*/ 2372220 h 2417709"/>
                <a:gd name="connsiteX28" fmla="*/ 1196996 w 1598003"/>
                <a:gd name="connsiteY28" fmla="*/ 2349850 h 2417709"/>
                <a:gd name="connsiteX29" fmla="*/ 1177155 w 1598003"/>
                <a:gd name="connsiteY29" fmla="*/ 2347307 h 2417709"/>
                <a:gd name="connsiteX30" fmla="*/ 1149625 w 1598003"/>
                <a:gd name="connsiteY30" fmla="*/ 2359332 h 2417709"/>
                <a:gd name="connsiteX31" fmla="*/ 1144274 w 1598003"/>
                <a:gd name="connsiteY31" fmla="*/ 2381155 h 2417709"/>
                <a:gd name="connsiteX32" fmla="*/ 1124828 w 1598003"/>
                <a:gd name="connsiteY32" fmla="*/ 2378142 h 2417709"/>
                <a:gd name="connsiteX33" fmla="*/ 1101200 w 1598003"/>
                <a:gd name="connsiteY33" fmla="*/ 2387040 h 2417709"/>
                <a:gd name="connsiteX34" fmla="*/ 1104720 w 1598003"/>
                <a:gd name="connsiteY34" fmla="*/ 2348617 h 2417709"/>
                <a:gd name="connsiteX35" fmla="*/ 1146092 w 1598003"/>
                <a:gd name="connsiteY35" fmla="*/ 2284176 h 2417709"/>
                <a:gd name="connsiteX36" fmla="*/ 1160454 w 1598003"/>
                <a:gd name="connsiteY36" fmla="*/ 2284570 h 2417709"/>
                <a:gd name="connsiteX37" fmla="*/ 1172847 w 1598003"/>
                <a:gd name="connsiteY37" fmla="*/ 2274758 h 2417709"/>
                <a:gd name="connsiteX38" fmla="*/ 1167763 w 1598003"/>
                <a:gd name="connsiteY38" fmla="*/ 2268631 h 2417709"/>
                <a:gd name="connsiteX39" fmla="*/ 1148316 w 1598003"/>
                <a:gd name="connsiteY39" fmla="*/ 2265263 h 2417709"/>
                <a:gd name="connsiteX40" fmla="*/ 1132784 w 1598003"/>
                <a:gd name="connsiteY40" fmla="*/ 2201356 h 2417709"/>
                <a:gd name="connsiteX41" fmla="*/ 1116592 w 1598003"/>
                <a:gd name="connsiteY41" fmla="*/ 2189587 h 2417709"/>
                <a:gd name="connsiteX42" fmla="*/ 1123646 w 1598003"/>
                <a:gd name="connsiteY42" fmla="*/ 2169466 h 2417709"/>
                <a:gd name="connsiteX43" fmla="*/ 1118282 w 1598003"/>
                <a:gd name="connsiteY43" fmla="*/ 2150630 h 2417709"/>
                <a:gd name="connsiteX44" fmla="*/ 1110719 w 1598003"/>
                <a:gd name="connsiteY44" fmla="*/ 2133115 h 2417709"/>
                <a:gd name="connsiteX45" fmla="*/ 1125603 w 1598003"/>
                <a:gd name="connsiteY45" fmla="*/ 2125947 h 2417709"/>
                <a:gd name="connsiteX46" fmla="*/ 1154837 w 1598003"/>
                <a:gd name="connsiteY46" fmla="*/ 2083723 h 2417709"/>
                <a:gd name="connsiteX47" fmla="*/ 1172186 w 1598003"/>
                <a:gd name="connsiteY47" fmla="*/ 2067124 h 2417709"/>
                <a:gd name="connsiteX48" fmla="*/ 1178846 w 1598003"/>
                <a:gd name="connsiteY48" fmla="*/ 2066081 h 2417709"/>
                <a:gd name="connsiteX49" fmla="*/ 1199589 w 1598003"/>
                <a:gd name="connsiteY49" fmla="*/ 2080711 h 2417709"/>
                <a:gd name="connsiteX50" fmla="*/ 1218654 w 1598003"/>
                <a:gd name="connsiteY50" fmla="*/ 2097310 h 2417709"/>
                <a:gd name="connsiteX51" fmla="*/ 1224666 w 1598003"/>
                <a:gd name="connsiteY51" fmla="*/ 2112995 h 2417709"/>
                <a:gd name="connsiteX52" fmla="*/ 1227933 w 1598003"/>
                <a:gd name="connsiteY52" fmla="*/ 2153134 h 2417709"/>
                <a:gd name="connsiteX53" fmla="*/ 1235495 w 1598003"/>
                <a:gd name="connsiteY53" fmla="*/ 2159489 h 2417709"/>
                <a:gd name="connsiteX54" fmla="*/ 1241495 w 1598003"/>
                <a:gd name="connsiteY54" fmla="*/ 2154405 h 2417709"/>
                <a:gd name="connsiteX55" fmla="*/ 1245155 w 1598003"/>
                <a:gd name="connsiteY55" fmla="*/ 2136776 h 2417709"/>
                <a:gd name="connsiteX56" fmla="*/ 1246706 w 1598003"/>
                <a:gd name="connsiteY56" fmla="*/ 2117926 h 2417709"/>
                <a:gd name="connsiteX57" fmla="*/ 1232610 w 1598003"/>
                <a:gd name="connsiteY57" fmla="*/ 2089837 h 2417709"/>
                <a:gd name="connsiteX58" fmla="*/ 1225963 w 1598003"/>
                <a:gd name="connsiteY58" fmla="*/ 2084346 h 2417709"/>
                <a:gd name="connsiteX59" fmla="*/ 1214752 w 1598003"/>
                <a:gd name="connsiteY59" fmla="*/ 2074280 h 2417709"/>
                <a:gd name="connsiteX60" fmla="*/ 1204584 w 1598003"/>
                <a:gd name="connsiteY60" fmla="*/ 2055214 h 2417709"/>
                <a:gd name="connsiteX61" fmla="*/ 1206796 w 1598003"/>
                <a:gd name="connsiteY61" fmla="*/ 2032603 h 2417709"/>
                <a:gd name="connsiteX62" fmla="*/ 1201839 w 1598003"/>
                <a:gd name="connsiteY62" fmla="*/ 2022930 h 2417709"/>
                <a:gd name="connsiteX63" fmla="*/ 1194924 w 1598003"/>
                <a:gd name="connsiteY63" fmla="*/ 2020706 h 2417709"/>
                <a:gd name="connsiteX64" fmla="*/ 1197136 w 1598003"/>
                <a:gd name="connsiteY64" fmla="*/ 2010385 h 2417709"/>
                <a:gd name="connsiteX65" fmla="*/ 1207838 w 1598003"/>
                <a:gd name="connsiteY65" fmla="*/ 2011034 h 2417709"/>
                <a:gd name="connsiteX66" fmla="*/ 1211753 w 1598003"/>
                <a:gd name="connsiteY66" fmla="*/ 1986732 h 2417709"/>
                <a:gd name="connsiteX67" fmla="*/ 1230539 w 1598003"/>
                <a:gd name="connsiteY67" fmla="*/ 1991422 h 2417709"/>
                <a:gd name="connsiteX68" fmla="*/ 1237732 w 1598003"/>
                <a:gd name="connsiteY68" fmla="*/ 1963193 h 2417709"/>
                <a:gd name="connsiteX69" fmla="*/ 1232509 w 1598003"/>
                <a:gd name="connsiteY69" fmla="*/ 1927515 h 2417709"/>
                <a:gd name="connsiteX70" fmla="*/ 1246718 w 1598003"/>
                <a:gd name="connsiteY70" fmla="*/ 1912085 h 2417709"/>
                <a:gd name="connsiteX71" fmla="*/ 1280642 w 1598003"/>
                <a:gd name="connsiteY71" fmla="*/ 1898510 h 2417709"/>
                <a:gd name="connsiteX72" fmla="*/ 1293962 w 1598003"/>
                <a:gd name="connsiteY72" fmla="*/ 1892740 h 2417709"/>
                <a:gd name="connsiteX73" fmla="*/ 1301410 w 1598003"/>
                <a:gd name="connsiteY73" fmla="*/ 1882165 h 2417709"/>
                <a:gd name="connsiteX74" fmla="*/ 1330123 w 1598003"/>
                <a:gd name="connsiteY74" fmla="*/ 1872365 h 2417709"/>
                <a:gd name="connsiteX75" fmla="*/ 1343952 w 1598003"/>
                <a:gd name="connsiteY75" fmla="*/ 1896286 h 2417709"/>
                <a:gd name="connsiteX76" fmla="*/ 1328026 w 1598003"/>
                <a:gd name="connsiteY76" fmla="*/ 1900328 h 2417709"/>
                <a:gd name="connsiteX77" fmla="*/ 1325026 w 1598003"/>
                <a:gd name="connsiteY77" fmla="*/ 1913928 h 2417709"/>
                <a:gd name="connsiteX78" fmla="*/ 1308503 w 1598003"/>
                <a:gd name="connsiteY78" fmla="*/ 1915097 h 2417709"/>
                <a:gd name="connsiteX79" fmla="*/ 1304448 w 1598003"/>
                <a:gd name="connsiteY79" fmla="*/ 1934696 h 2417709"/>
                <a:gd name="connsiteX80" fmla="*/ 1277833 w 1598003"/>
                <a:gd name="connsiteY80" fmla="*/ 1940060 h 2417709"/>
                <a:gd name="connsiteX81" fmla="*/ 1273130 w 1598003"/>
                <a:gd name="connsiteY81" fmla="*/ 1958490 h 2417709"/>
                <a:gd name="connsiteX82" fmla="*/ 1449866 w 1598003"/>
                <a:gd name="connsiteY82" fmla="*/ 1239321 h 2417709"/>
                <a:gd name="connsiteX83" fmla="*/ 1512642 w 1598003"/>
                <a:gd name="connsiteY83" fmla="*/ 1273817 h 2417709"/>
                <a:gd name="connsiteX84" fmla="*/ 1555856 w 1598003"/>
                <a:gd name="connsiteY84" fmla="*/ 1337368 h 2417709"/>
                <a:gd name="connsiteX85" fmla="*/ 1598003 w 1598003"/>
                <a:gd name="connsiteY85" fmla="*/ 1363627 h 2417709"/>
                <a:gd name="connsiteX86" fmla="*/ 1593821 w 1598003"/>
                <a:gd name="connsiteY86" fmla="*/ 1384929 h 2417709"/>
                <a:gd name="connsiteX87" fmla="*/ 1554165 w 1598003"/>
                <a:gd name="connsiteY87" fmla="*/ 1409244 h 2417709"/>
                <a:gd name="connsiteX88" fmla="*/ 1522848 w 1598003"/>
                <a:gd name="connsiteY88" fmla="*/ 1472235 h 2417709"/>
                <a:gd name="connsiteX89" fmla="*/ 1434296 w 1598003"/>
                <a:gd name="connsiteY89" fmla="*/ 1511167 h 2417709"/>
                <a:gd name="connsiteX90" fmla="*/ 1421370 w 1598003"/>
                <a:gd name="connsiteY90" fmla="*/ 1521335 h 2417709"/>
                <a:gd name="connsiteX91" fmla="*/ 1437893 w 1598003"/>
                <a:gd name="connsiteY91" fmla="*/ 1558576 h 2417709"/>
                <a:gd name="connsiteX92" fmla="*/ 1460771 w 1598003"/>
                <a:gd name="connsiteY92" fmla="*/ 1597978 h 2417709"/>
                <a:gd name="connsiteX93" fmla="*/ 1456729 w 1598003"/>
                <a:gd name="connsiteY93" fmla="*/ 1620589 h 2417709"/>
                <a:gd name="connsiteX94" fmla="*/ 1439634 w 1598003"/>
                <a:gd name="connsiteY94" fmla="*/ 1642807 h 2417709"/>
                <a:gd name="connsiteX95" fmla="*/ 1436888 w 1598003"/>
                <a:gd name="connsiteY95" fmla="*/ 1668430 h 2417709"/>
                <a:gd name="connsiteX96" fmla="*/ 1430241 w 1598003"/>
                <a:gd name="connsiteY96" fmla="*/ 1684369 h 2417709"/>
                <a:gd name="connsiteX97" fmla="*/ 1379731 w 1598003"/>
                <a:gd name="connsiteY97" fmla="*/ 1691182 h 2417709"/>
                <a:gd name="connsiteX98" fmla="*/ 1316307 w 1598003"/>
                <a:gd name="connsiteY98" fmla="*/ 1723592 h 2417709"/>
                <a:gd name="connsiteX99" fmla="*/ 1309138 w 1598003"/>
                <a:gd name="connsiteY99" fmla="*/ 1735998 h 2417709"/>
                <a:gd name="connsiteX100" fmla="*/ 1292424 w 1598003"/>
                <a:gd name="connsiteY100" fmla="*/ 1786978 h 2417709"/>
                <a:gd name="connsiteX101" fmla="*/ 1312265 w 1598003"/>
                <a:gd name="connsiteY101" fmla="*/ 1811280 h 2417709"/>
                <a:gd name="connsiteX102" fmla="*/ 1325319 w 1598003"/>
                <a:gd name="connsiteY102" fmla="*/ 1826710 h 2417709"/>
                <a:gd name="connsiteX103" fmla="*/ 1304308 w 1598003"/>
                <a:gd name="connsiteY103" fmla="*/ 1842268 h 2417709"/>
                <a:gd name="connsiteX104" fmla="*/ 1287988 w 1598003"/>
                <a:gd name="connsiteY104" fmla="*/ 1862388 h 2417709"/>
                <a:gd name="connsiteX105" fmla="*/ 1264767 w 1598003"/>
                <a:gd name="connsiteY105" fmla="*/ 1864358 h 2417709"/>
                <a:gd name="connsiteX106" fmla="*/ 1246363 w 1598003"/>
                <a:gd name="connsiteY106" fmla="*/ 1875975 h 2417709"/>
                <a:gd name="connsiteX107" fmla="*/ 1230310 w 1598003"/>
                <a:gd name="connsiteY107" fmla="*/ 1878733 h 2417709"/>
                <a:gd name="connsiteX108" fmla="*/ 1222086 w 1598003"/>
                <a:gd name="connsiteY108" fmla="*/ 1874539 h 2417709"/>
                <a:gd name="connsiteX109" fmla="*/ 1216341 w 1598003"/>
                <a:gd name="connsiteY109" fmla="*/ 1863316 h 2417709"/>
                <a:gd name="connsiteX110" fmla="*/ 1204737 w 1598003"/>
                <a:gd name="connsiteY110" fmla="*/ 1862388 h 2417709"/>
                <a:gd name="connsiteX111" fmla="*/ 1198737 w 1598003"/>
                <a:gd name="connsiteY111" fmla="*/ 1870624 h 2417709"/>
                <a:gd name="connsiteX112" fmla="*/ 1191683 w 1598003"/>
                <a:gd name="connsiteY112" fmla="*/ 1866442 h 2417709"/>
                <a:gd name="connsiteX113" fmla="*/ 1178973 w 1598003"/>
                <a:gd name="connsiteY113" fmla="*/ 1869849 h 2417709"/>
                <a:gd name="connsiteX114" fmla="*/ 1175313 w 1598003"/>
                <a:gd name="connsiteY114" fmla="*/ 1879242 h 2417709"/>
                <a:gd name="connsiteX115" fmla="*/ 1168259 w 1598003"/>
                <a:gd name="connsiteY115" fmla="*/ 1897811 h 2417709"/>
                <a:gd name="connsiteX116" fmla="*/ 1183651 w 1598003"/>
                <a:gd name="connsiteY116" fmla="*/ 1906302 h 2417709"/>
                <a:gd name="connsiteX117" fmla="*/ 1190590 w 1598003"/>
                <a:gd name="connsiteY117" fmla="*/ 1912657 h 2417709"/>
                <a:gd name="connsiteX118" fmla="*/ 1191620 w 1598003"/>
                <a:gd name="connsiteY118" fmla="*/ 1926257 h 2417709"/>
                <a:gd name="connsiteX119" fmla="*/ 1192802 w 1598003"/>
                <a:gd name="connsiteY119" fmla="*/ 1941153 h 2417709"/>
                <a:gd name="connsiteX120" fmla="*/ 1190323 w 1598003"/>
                <a:gd name="connsiteY120" fmla="*/ 1951080 h 2417709"/>
                <a:gd name="connsiteX121" fmla="*/ 1178439 w 1598003"/>
                <a:gd name="connsiteY121" fmla="*/ 1969128 h 2417709"/>
                <a:gd name="connsiteX122" fmla="*/ 1175452 w 1598003"/>
                <a:gd name="connsiteY122" fmla="*/ 1988727 h 2417709"/>
                <a:gd name="connsiteX123" fmla="*/ 1177003 w 1598003"/>
                <a:gd name="connsiteY123" fmla="*/ 2006623 h 2417709"/>
                <a:gd name="connsiteX124" fmla="*/ 1186917 w 1598003"/>
                <a:gd name="connsiteY124" fmla="*/ 2009636 h 2417709"/>
                <a:gd name="connsiteX125" fmla="*/ 1182354 w 1598003"/>
                <a:gd name="connsiteY125" fmla="*/ 2020490 h 2417709"/>
                <a:gd name="connsiteX126" fmla="*/ 1171016 w 1598003"/>
                <a:gd name="connsiteY126" fmla="*/ 2021532 h 2417709"/>
                <a:gd name="connsiteX127" fmla="*/ 1162399 w 1598003"/>
                <a:gd name="connsiteY127" fmla="*/ 2026769 h 2417709"/>
                <a:gd name="connsiteX128" fmla="*/ 1157963 w 1598003"/>
                <a:gd name="connsiteY128" fmla="*/ 2044283 h 2417709"/>
                <a:gd name="connsiteX129" fmla="*/ 1150769 w 1598003"/>
                <a:gd name="connsiteY129" fmla="*/ 2061150 h 2417709"/>
                <a:gd name="connsiteX130" fmla="*/ 1135898 w 1598003"/>
                <a:gd name="connsiteY130" fmla="*/ 2084028 h 2417709"/>
                <a:gd name="connsiteX131" fmla="*/ 1119985 w 1598003"/>
                <a:gd name="connsiteY131" fmla="*/ 2101823 h 2417709"/>
                <a:gd name="connsiteX132" fmla="*/ 1110579 w 1598003"/>
                <a:gd name="connsiteY132" fmla="*/ 2109779 h 2417709"/>
                <a:gd name="connsiteX133" fmla="*/ 1100920 w 1598003"/>
                <a:gd name="connsiteY133" fmla="*/ 2111483 h 2417709"/>
                <a:gd name="connsiteX134" fmla="*/ 1088794 w 1598003"/>
                <a:gd name="connsiteY134" fmla="*/ 2098149 h 2417709"/>
                <a:gd name="connsiteX135" fmla="*/ 1069729 w 1598003"/>
                <a:gd name="connsiteY135" fmla="*/ 2082071 h 2417709"/>
                <a:gd name="connsiteX136" fmla="*/ 1068814 w 1598003"/>
                <a:gd name="connsiteY136" fmla="*/ 2071369 h 2417709"/>
                <a:gd name="connsiteX137" fmla="*/ 1081524 w 1598003"/>
                <a:gd name="connsiteY137" fmla="*/ 2035158 h 2417709"/>
                <a:gd name="connsiteX138" fmla="*/ 1079173 w 1598003"/>
                <a:gd name="connsiteY138" fmla="*/ 2019334 h 2417709"/>
                <a:gd name="connsiteX139" fmla="*/ 1071610 w 1598003"/>
                <a:gd name="connsiteY139" fmla="*/ 1985868 h 2417709"/>
                <a:gd name="connsiteX140" fmla="*/ 1068610 w 1598003"/>
                <a:gd name="connsiteY140" fmla="*/ 1973335 h 2417709"/>
                <a:gd name="connsiteX141" fmla="*/ 1068877 w 1598003"/>
                <a:gd name="connsiteY141" fmla="*/ 1967438 h 2417709"/>
                <a:gd name="connsiteX142" fmla="*/ 1073313 w 1598003"/>
                <a:gd name="connsiteY142" fmla="*/ 1957778 h 2417709"/>
                <a:gd name="connsiteX143" fmla="*/ 1074737 w 1598003"/>
                <a:gd name="connsiteY143" fmla="*/ 1949796 h 2417709"/>
                <a:gd name="connsiteX144" fmla="*/ 1089887 w 1598003"/>
                <a:gd name="connsiteY144" fmla="*/ 1929816 h 2417709"/>
                <a:gd name="connsiteX145" fmla="*/ 1094844 w 1598003"/>
                <a:gd name="connsiteY145" fmla="*/ 1911894 h 2417709"/>
                <a:gd name="connsiteX146" fmla="*/ 1095493 w 1598003"/>
                <a:gd name="connsiteY146" fmla="*/ 1907191 h 2417709"/>
                <a:gd name="connsiteX147" fmla="*/ 1093268 w 1598003"/>
                <a:gd name="connsiteY147" fmla="*/ 1899095 h 2417709"/>
                <a:gd name="connsiteX148" fmla="*/ 1087015 w 1598003"/>
                <a:gd name="connsiteY148" fmla="*/ 1894380 h 2417709"/>
                <a:gd name="connsiteX149" fmla="*/ 1068610 w 1598003"/>
                <a:gd name="connsiteY149" fmla="*/ 1902756 h 2417709"/>
                <a:gd name="connsiteX150" fmla="*/ 1058684 w 1598003"/>
                <a:gd name="connsiteY150" fmla="*/ 1916864 h 2417709"/>
                <a:gd name="connsiteX151" fmla="*/ 1061950 w 1598003"/>
                <a:gd name="connsiteY151" fmla="*/ 1938179 h 2417709"/>
                <a:gd name="connsiteX152" fmla="*/ 1062090 w 1598003"/>
                <a:gd name="connsiteY152" fmla="*/ 1952160 h 2417709"/>
                <a:gd name="connsiteX153" fmla="*/ 1055735 w 1598003"/>
                <a:gd name="connsiteY153" fmla="*/ 1961057 h 2417709"/>
                <a:gd name="connsiteX154" fmla="*/ 1041398 w 1598003"/>
                <a:gd name="connsiteY154" fmla="*/ 1967984 h 2417709"/>
                <a:gd name="connsiteX155" fmla="*/ 1040864 w 1598003"/>
                <a:gd name="connsiteY155" fmla="*/ 1974136 h 2417709"/>
                <a:gd name="connsiteX156" fmla="*/ 1049354 w 1598003"/>
                <a:gd name="connsiteY156" fmla="*/ 1989299 h 2417709"/>
                <a:gd name="connsiteX157" fmla="*/ 1047638 w 1598003"/>
                <a:gd name="connsiteY157" fmla="*/ 1996481 h 2417709"/>
                <a:gd name="connsiteX158" fmla="*/ 1029514 w 1598003"/>
                <a:gd name="connsiteY158" fmla="*/ 2002098 h 2417709"/>
                <a:gd name="connsiteX159" fmla="*/ 1010982 w 1598003"/>
                <a:gd name="connsiteY159" fmla="*/ 1996735 h 2417709"/>
                <a:gd name="connsiteX160" fmla="*/ 1012152 w 1598003"/>
                <a:gd name="connsiteY160" fmla="*/ 1984584 h 2417709"/>
                <a:gd name="connsiteX161" fmla="*/ 1018151 w 1598003"/>
                <a:gd name="connsiteY161" fmla="*/ 1977123 h 2417709"/>
                <a:gd name="connsiteX162" fmla="*/ 1012673 w 1598003"/>
                <a:gd name="connsiteY162" fmla="*/ 1966955 h 2417709"/>
                <a:gd name="connsiteX163" fmla="*/ 1007449 w 1598003"/>
                <a:gd name="connsiteY163" fmla="*/ 1965252 h 2417709"/>
                <a:gd name="connsiteX164" fmla="*/ 995578 w 1598003"/>
                <a:gd name="connsiteY164" fmla="*/ 1972191 h 2417709"/>
                <a:gd name="connsiteX165" fmla="*/ 990633 w 1598003"/>
                <a:gd name="connsiteY165" fmla="*/ 1981330 h 2417709"/>
                <a:gd name="connsiteX166" fmla="*/ 973907 w 1598003"/>
                <a:gd name="connsiteY166" fmla="*/ 1967082 h 2417709"/>
                <a:gd name="connsiteX167" fmla="*/ 952909 w 1598003"/>
                <a:gd name="connsiteY167" fmla="*/ 1936882 h 2417709"/>
                <a:gd name="connsiteX168" fmla="*/ 932955 w 1598003"/>
                <a:gd name="connsiteY168" fmla="*/ 1922647 h 2417709"/>
                <a:gd name="connsiteX169" fmla="*/ 913241 w 1598003"/>
                <a:gd name="connsiteY169" fmla="*/ 1919774 h 2417709"/>
                <a:gd name="connsiteX170" fmla="*/ 856719 w 1598003"/>
                <a:gd name="connsiteY170" fmla="*/ 1907344 h 2417709"/>
                <a:gd name="connsiteX171" fmla="*/ 848508 w 1598003"/>
                <a:gd name="connsiteY171" fmla="*/ 1918593 h 2417709"/>
                <a:gd name="connsiteX172" fmla="*/ 836624 w 1598003"/>
                <a:gd name="connsiteY172" fmla="*/ 1914932 h 2417709"/>
                <a:gd name="connsiteX173" fmla="*/ 837552 w 1598003"/>
                <a:gd name="connsiteY173" fmla="*/ 1903569 h 2417709"/>
                <a:gd name="connsiteX174" fmla="*/ 848381 w 1598003"/>
                <a:gd name="connsiteY174" fmla="*/ 1860049 h 2417709"/>
                <a:gd name="connsiteX175" fmla="*/ 857507 w 1598003"/>
                <a:gd name="connsiteY175" fmla="*/ 1846830 h 2417709"/>
                <a:gd name="connsiteX176" fmla="*/ 874488 w 1598003"/>
                <a:gd name="connsiteY176" fmla="*/ 1818474 h 2417709"/>
                <a:gd name="connsiteX177" fmla="*/ 903187 w 1598003"/>
                <a:gd name="connsiteY177" fmla="*/ 1807035 h 2417709"/>
                <a:gd name="connsiteX178" fmla="*/ 907903 w 1598003"/>
                <a:gd name="connsiteY178" fmla="*/ 1803387 h 2417709"/>
                <a:gd name="connsiteX179" fmla="*/ 920155 w 1598003"/>
                <a:gd name="connsiteY179" fmla="*/ 1780776 h 2417709"/>
                <a:gd name="connsiteX180" fmla="*/ 934759 w 1598003"/>
                <a:gd name="connsiteY180" fmla="*/ 1752012 h 2417709"/>
                <a:gd name="connsiteX181" fmla="*/ 918719 w 1598003"/>
                <a:gd name="connsiteY181" fmla="*/ 1743522 h 2417709"/>
                <a:gd name="connsiteX182" fmla="*/ 931772 w 1598003"/>
                <a:gd name="connsiteY182" fmla="*/ 1720504 h 2417709"/>
                <a:gd name="connsiteX183" fmla="*/ 954740 w 1598003"/>
                <a:gd name="connsiteY183" fmla="*/ 1727050 h 2417709"/>
                <a:gd name="connsiteX184" fmla="*/ 970653 w 1598003"/>
                <a:gd name="connsiteY184" fmla="*/ 1698553 h 2417709"/>
                <a:gd name="connsiteX185" fmla="*/ 970386 w 1598003"/>
                <a:gd name="connsiteY185" fmla="*/ 1658694 h 2417709"/>
                <a:gd name="connsiteX186" fmla="*/ 950431 w 1598003"/>
                <a:gd name="connsiteY186" fmla="*/ 1643277 h 2417709"/>
                <a:gd name="connsiteX187" fmla="*/ 924591 w 1598003"/>
                <a:gd name="connsiteY187" fmla="*/ 1632931 h 2417709"/>
                <a:gd name="connsiteX188" fmla="*/ 870979 w 1598003"/>
                <a:gd name="connsiteY188" fmla="*/ 1581454 h 2417709"/>
                <a:gd name="connsiteX189" fmla="*/ 862235 w 1598003"/>
                <a:gd name="connsiteY189" fmla="*/ 1593605 h 2417709"/>
                <a:gd name="connsiteX190" fmla="*/ 824257 w 1598003"/>
                <a:gd name="connsiteY190" fmla="*/ 1603418 h 2417709"/>
                <a:gd name="connsiteX191" fmla="*/ 767061 w 1598003"/>
                <a:gd name="connsiteY191" fmla="*/ 1572824 h 2417709"/>
                <a:gd name="connsiteX192" fmla="*/ 790816 w 1598003"/>
                <a:gd name="connsiteY192" fmla="*/ 1554394 h 2417709"/>
                <a:gd name="connsiteX193" fmla="*/ 811153 w 1598003"/>
                <a:gd name="connsiteY193" fmla="*/ 1530092 h 2417709"/>
                <a:gd name="connsiteX194" fmla="*/ 822236 w 1598003"/>
                <a:gd name="connsiteY194" fmla="*/ 1513226 h 2417709"/>
                <a:gd name="connsiteX195" fmla="*/ 843513 w 1598003"/>
                <a:gd name="connsiteY195" fmla="*/ 1498330 h 2417709"/>
                <a:gd name="connsiteX196" fmla="*/ 868170 w 1598003"/>
                <a:gd name="connsiteY196" fmla="*/ 1477027 h 2417709"/>
                <a:gd name="connsiteX197" fmla="*/ 884351 w 1598003"/>
                <a:gd name="connsiteY197" fmla="*/ 1469401 h 2417709"/>
                <a:gd name="connsiteX198" fmla="*/ 902234 w 1598003"/>
                <a:gd name="connsiteY198" fmla="*/ 1462487 h 2417709"/>
                <a:gd name="connsiteX199" fmla="*/ 919329 w 1598003"/>
                <a:gd name="connsiteY199" fmla="*/ 1455420 h 2417709"/>
                <a:gd name="connsiteX200" fmla="*/ 938521 w 1598003"/>
                <a:gd name="connsiteY200" fmla="*/ 1447578 h 2417709"/>
                <a:gd name="connsiteX201" fmla="*/ 958349 w 1598003"/>
                <a:gd name="connsiteY201" fmla="*/ 1444184 h 2417709"/>
                <a:gd name="connsiteX202" fmla="*/ 973360 w 1598003"/>
                <a:gd name="connsiteY202" fmla="*/ 1429148 h 2417709"/>
                <a:gd name="connsiteX203" fmla="*/ 970882 w 1598003"/>
                <a:gd name="connsiteY203" fmla="*/ 1417378 h 2417709"/>
                <a:gd name="connsiteX204" fmla="*/ 965543 w 1598003"/>
                <a:gd name="connsiteY204" fmla="*/ 1387840 h 2417709"/>
                <a:gd name="connsiteX205" fmla="*/ 945207 w 1598003"/>
                <a:gd name="connsiteY205" fmla="*/ 1364313 h 2417709"/>
                <a:gd name="connsiteX206" fmla="*/ 921197 w 1598003"/>
                <a:gd name="connsiteY206" fmla="*/ 1348247 h 2417709"/>
                <a:gd name="connsiteX207" fmla="*/ 910622 w 1598003"/>
                <a:gd name="connsiteY207" fmla="*/ 1360525 h 2417709"/>
                <a:gd name="connsiteX208" fmla="*/ 876572 w 1598003"/>
                <a:gd name="connsiteY208" fmla="*/ 1372676 h 2417709"/>
                <a:gd name="connsiteX209" fmla="*/ 858040 w 1598003"/>
                <a:gd name="connsiteY209" fmla="*/ 1374774 h 2417709"/>
                <a:gd name="connsiteX210" fmla="*/ 866518 w 1598003"/>
                <a:gd name="connsiteY210" fmla="*/ 1417124 h 2417709"/>
                <a:gd name="connsiteX211" fmla="*/ 855562 w 1598003"/>
                <a:gd name="connsiteY211" fmla="*/ 1430063 h 2417709"/>
                <a:gd name="connsiteX212" fmla="*/ 838721 w 1598003"/>
                <a:gd name="connsiteY212" fmla="*/ 1449929 h 2417709"/>
                <a:gd name="connsiteX213" fmla="*/ 818105 w 1598003"/>
                <a:gd name="connsiteY213" fmla="*/ 1449662 h 2417709"/>
                <a:gd name="connsiteX214" fmla="*/ 787435 w 1598003"/>
                <a:gd name="connsiteY214" fmla="*/ 1426135 h 2417709"/>
                <a:gd name="connsiteX215" fmla="*/ 730011 w 1598003"/>
                <a:gd name="connsiteY215" fmla="*/ 1443383 h 2417709"/>
                <a:gd name="connsiteX216" fmla="*/ 694422 w 1598003"/>
                <a:gd name="connsiteY216" fmla="*/ 1484310 h 2417709"/>
                <a:gd name="connsiteX217" fmla="*/ 679691 w 1598003"/>
                <a:gd name="connsiteY217" fmla="*/ 1528478 h 2417709"/>
                <a:gd name="connsiteX218" fmla="*/ 644852 w 1598003"/>
                <a:gd name="connsiteY218" fmla="*/ 1583247 h 2417709"/>
                <a:gd name="connsiteX219" fmla="*/ 622381 w 1598003"/>
                <a:gd name="connsiteY219" fmla="*/ 1585064 h 2417709"/>
                <a:gd name="connsiteX220" fmla="*/ 611679 w 1598003"/>
                <a:gd name="connsiteY220" fmla="*/ 1560762 h 2417709"/>
                <a:gd name="connsiteX221" fmla="*/ 588965 w 1598003"/>
                <a:gd name="connsiteY221" fmla="*/ 1562326 h 2417709"/>
                <a:gd name="connsiteX222" fmla="*/ 563138 w 1598003"/>
                <a:gd name="connsiteY222" fmla="*/ 1552526 h 2417709"/>
                <a:gd name="connsiteX223" fmla="*/ 542916 w 1598003"/>
                <a:gd name="connsiteY223" fmla="*/ 1521030 h 2417709"/>
                <a:gd name="connsiteX224" fmla="*/ 468129 w 1598003"/>
                <a:gd name="connsiteY224" fmla="*/ 1533321 h 2417709"/>
                <a:gd name="connsiteX225" fmla="*/ 463045 w 1598003"/>
                <a:gd name="connsiteY225" fmla="*/ 1493919 h 2417709"/>
                <a:gd name="connsiteX226" fmla="*/ 427940 w 1598003"/>
                <a:gd name="connsiteY226" fmla="*/ 1464254 h 2417709"/>
                <a:gd name="connsiteX227" fmla="*/ 449992 w 1598003"/>
                <a:gd name="connsiteY227" fmla="*/ 1432109 h 2417709"/>
                <a:gd name="connsiteX228" fmla="*/ 386975 w 1598003"/>
                <a:gd name="connsiteY228" fmla="*/ 1400969 h 2417709"/>
                <a:gd name="connsiteX229" fmla="*/ 385157 w 1598003"/>
                <a:gd name="connsiteY229" fmla="*/ 1393254 h 2417709"/>
                <a:gd name="connsiteX230" fmla="*/ 378624 w 1598003"/>
                <a:gd name="connsiteY230" fmla="*/ 1363716 h 2417709"/>
                <a:gd name="connsiteX231" fmla="*/ 363105 w 1598003"/>
                <a:gd name="connsiteY231" fmla="*/ 1348553 h 2417709"/>
                <a:gd name="connsiteX232" fmla="*/ 317946 w 1598003"/>
                <a:gd name="connsiteY232" fmla="*/ 1303724 h 2417709"/>
                <a:gd name="connsiteX233" fmla="*/ 305935 w 1598003"/>
                <a:gd name="connsiteY233" fmla="*/ 1262555 h 2417709"/>
                <a:gd name="connsiteX234" fmla="*/ 299808 w 1598003"/>
                <a:gd name="connsiteY234" fmla="*/ 1241520 h 2417709"/>
                <a:gd name="connsiteX235" fmla="*/ 252691 w 1598003"/>
                <a:gd name="connsiteY235" fmla="*/ 1243337 h 2417709"/>
                <a:gd name="connsiteX236" fmla="*/ 233779 w 1598003"/>
                <a:gd name="connsiteY236" fmla="*/ 1220866 h 2417709"/>
                <a:gd name="connsiteX237" fmla="*/ 168525 w 1598003"/>
                <a:gd name="connsiteY237" fmla="*/ 1200339 h 2417709"/>
                <a:gd name="connsiteX238" fmla="*/ 156895 w 1598003"/>
                <a:gd name="connsiteY238" fmla="*/ 1165043 h 2417709"/>
                <a:gd name="connsiteX239" fmla="*/ 111888 w 1598003"/>
                <a:gd name="connsiteY239" fmla="*/ 1153934 h 2417709"/>
                <a:gd name="connsiteX240" fmla="*/ 112142 w 1598003"/>
                <a:gd name="connsiteY240" fmla="*/ 1123887 h 2417709"/>
                <a:gd name="connsiteX241" fmla="*/ 139672 w 1598003"/>
                <a:gd name="connsiteY241" fmla="*/ 1108177 h 2417709"/>
                <a:gd name="connsiteX242" fmla="*/ 100398 w 1598003"/>
                <a:gd name="connsiteY242" fmla="*/ 1055265 h 2417709"/>
                <a:gd name="connsiteX243" fmla="*/ 74037 w 1598003"/>
                <a:gd name="connsiteY243" fmla="*/ 998272 h 2417709"/>
                <a:gd name="connsiteX244" fmla="*/ 106537 w 1598003"/>
                <a:gd name="connsiteY244" fmla="*/ 988193 h 2417709"/>
                <a:gd name="connsiteX245" fmla="*/ 108100 w 1598003"/>
                <a:gd name="connsiteY245" fmla="*/ 942322 h 2417709"/>
                <a:gd name="connsiteX246" fmla="*/ 129377 w 1598003"/>
                <a:gd name="connsiteY246" fmla="*/ 931098 h 2417709"/>
                <a:gd name="connsiteX247" fmla="*/ 137003 w 1598003"/>
                <a:gd name="connsiteY247" fmla="*/ 917359 h 2417709"/>
                <a:gd name="connsiteX248" fmla="*/ 150565 w 1598003"/>
                <a:gd name="connsiteY248" fmla="*/ 904954 h 2417709"/>
                <a:gd name="connsiteX249" fmla="*/ 152014 w 1598003"/>
                <a:gd name="connsiteY249" fmla="*/ 870636 h 2417709"/>
                <a:gd name="connsiteX250" fmla="*/ 146536 w 1598003"/>
                <a:gd name="connsiteY250" fmla="*/ 837704 h 2417709"/>
                <a:gd name="connsiteX251" fmla="*/ 162970 w 1598003"/>
                <a:gd name="connsiteY251" fmla="*/ 811012 h 2417709"/>
                <a:gd name="connsiteX252" fmla="*/ 156958 w 1598003"/>
                <a:gd name="connsiteY252" fmla="*/ 761087 h 2417709"/>
                <a:gd name="connsiteX253" fmla="*/ 147057 w 1598003"/>
                <a:gd name="connsiteY253" fmla="*/ 739480 h 2417709"/>
                <a:gd name="connsiteX254" fmla="*/ 163580 w 1598003"/>
                <a:gd name="connsiteY254" fmla="*/ 712165 h 2417709"/>
                <a:gd name="connsiteX255" fmla="*/ 149751 w 1598003"/>
                <a:gd name="connsiteY255" fmla="*/ 682487 h 2417709"/>
                <a:gd name="connsiteX256" fmla="*/ 159678 w 1598003"/>
                <a:gd name="connsiteY256" fmla="*/ 666676 h 2417709"/>
                <a:gd name="connsiteX257" fmla="*/ 138071 w 1598003"/>
                <a:gd name="connsiteY257" fmla="*/ 631901 h 2417709"/>
                <a:gd name="connsiteX258" fmla="*/ 131271 w 1598003"/>
                <a:gd name="connsiteY258" fmla="*/ 602667 h 2417709"/>
                <a:gd name="connsiteX259" fmla="*/ 147070 w 1598003"/>
                <a:gd name="connsiteY259" fmla="*/ 573916 h 2417709"/>
                <a:gd name="connsiteX260" fmla="*/ 145112 w 1598003"/>
                <a:gd name="connsiteY260" fmla="*/ 550924 h 2417709"/>
                <a:gd name="connsiteX261" fmla="*/ 125272 w 1598003"/>
                <a:gd name="connsiteY261" fmla="*/ 540196 h 2417709"/>
                <a:gd name="connsiteX262" fmla="*/ 114049 w 1598003"/>
                <a:gd name="connsiteY262" fmla="*/ 516530 h 2417709"/>
                <a:gd name="connsiteX263" fmla="*/ 69805 w 1598003"/>
                <a:gd name="connsiteY263" fmla="*/ 521894 h 2417709"/>
                <a:gd name="connsiteX264" fmla="*/ 0 w 1598003"/>
                <a:gd name="connsiteY264" fmla="*/ 544505 h 2417709"/>
                <a:gd name="connsiteX265" fmla="*/ 127 w 1598003"/>
                <a:gd name="connsiteY265" fmla="*/ 421394 h 2417709"/>
                <a:gd name="connsiteX266" fmla="*/ 104262 w 1598003"/>
                <a:gd name="connsiteY266" fmla="*/ 417848 h 2417709"/>
                <a:gd name="connsiteX267" fmla="*/ 174168 w 1598003"/>
                <a:gd name="connsiteY267" fmla="*/ 320996 h 2417709"/>
                <a:gd name="connsiteX268" fmla="*/ 188924 w 1598003"/>
                <a:gd name="connsiteY268" fmla="*/ 302312 h 2417709"/>
                <a:gd name="connsiteX269" fmla="*/ 259784 w 1598003"/>
                <a:gd name="connsiteY269" fmla="*/ 286106 h 2417709"/>
                <a:gd name="connsiteX270" fmla="*/ 251942 w 1598003"/>
                <a:gd name="connsiteY270" fmla="*/ 245066 h 2417709"/>
                <a:gd name="connsiteX271" fmla="*/ 261474 w 1598003"/>
                <a:gd name="connsiteY271" fmla="*/ 171740 h 2417709"/>
                <a:gd name="connsiteX272" fmla="*/ 292131 w 1598003"/>
                <a:gd name="connsiteY272" fmla="*/ 137753 h 2417709"/>
                <a:gd name="connsiteX273" fmla="*/ 369130 w 1598003"/>
                <a:gd name="connsiteY273" fmla="*/ 151226 h 2417709"/>
                <a:gd name="connsiteX274" fmla="*/ 406066 w 1598003"/>
                <a:gd name="connsiteY274" fmla="*/ 184272 h 2417709"/>
                <a:gd name="connsiteX275" fmla="*/ 455928 w 1598003"/>
                <a:gd name="connsiteY275" fmla="*/ 168334 h 2417709"/>
                <a:gd name="connsiteX276" fmla="*/ 507595 w 1598003"/>
                <a:gd name="connsiteY276" fmla="*/ 207545 h 2417709"/>
                <a:gd name="connsiteX277" fmla="*/ 555766 w 1598003"/>
                <a:gd name="connsiteY277" fmla="*/ 168982 h 2417709"/>
                <a:gd name="connsiteX278" fmla="*/ 584072 w 1598003"/>
                <a:gd name="connsiteY278" fmla="*/ 158127 h 2417709"/>
                <a:gd name="connsiteX279" fmla="*/ 628316 w 1598003"/>
                <a:gd name="connsiteY279" fmla="*/ 178655 h 2417709"/>
                <a:gd name="connsiteX280" fmla="*/ 732985 w 1598003"/>
                <a:gd name="connsiteY280" fmla="*/ 167673 h 2417709"/>
                <a:gd name="connsiteX281" fmla="*/ 804353 w 1598003"/>
                <a:gd name="connsiteY281" fmla="*/ 191594 h 2417709"/>
                <a:gd name="connsiteX282" fmla="*/ 899679 w 1598003"/>
                <a:gd name="connsiteY282" fmla="*/ 201914 h 2417709"/>
                <a:gd name="connsiteX283" fmla="*/ 1046355 w 1598003"/>
                <a:gd name="connsiteY283" fmla="*/ 138656 h 2417709"/>
                <a:gd name="connsiteX284" fmla="*/ 1073885 w 1598003"/>
                <a:gd name="connsiteY284" fmla="*/ 108863 h 2417709"/>
                <a:gd name="connsiteX285" fmla="*/ 1051185 w 1598003"/>
                <a:gd name="connsiteY285" fmla="*/ 40622 h 2417709"/>
                <a:gd name="connsiteX286" fmla="*/ 1083672 w 1598003"/>
                <a:gd name="connsiteY286" fmla="*/ 21938 h 2417709"/>
                <a:gd name="connsiteX287" fmla="*/ 1124269 w 1598003"/>
                <a:gd name="connsiteY287" fmla="*/ 33047 h 2417709"/>
                <a:gd name="connsiteX288" fmla="*/ 1155065 w 1598003"/>
                <a:gd name="connsiteY288" fmla="*/ 0 h 2417709"/>
                <a:gd name="connsiteX289" fmla="*/ 1168894 w 1598003"/>
                <a:gd name="connsiteY289" fmla="*/ 35029 h 2417709"/>
                <a:gd name="connsiteX290" fmla="*/ 1165500 w 1598003"/>
                <a:gd name="connsiteY290" fmla="*/ 81028 h 2417709"/>
                <a:gd name="connsiteX291" fmla="*/ 1187820 w 1598003"/>
                <a:gd name="connsiteY291" fmla="*/ 80646 h 2417709"/>
                <a:gd name="connsiteX292" fmla="*/ 1254243 w 1598003"/>
                <a:gd name="connsiteY292" fmla="*/ 54374 h 2417709"/>
                <a:gd name="connsiteX293" fmla="*/ 1313358 w 1598003"/>
                <a:gd name="connsiteY293" fmla="*/ 86251 h 2417709"/>
                <a:gd name="connsiteX294" fmla="*/ 1334241 w 1598003"/>
                <a:gd name="connsiteY294" fmla="*/ 135275 h 2417709"/>
                <a:gd name="connsiteX295" fmla="*/ 1299796 w 1598003"/>
                <a:gd name="connsiteY295" fmla="*/ 188721 h 2417709"/>
                <a:gd name="connsiteX296" fmla="*/ 1281519 w 1598003"/>
                <a:gd name="connsiteY296" fmla="*/ 289246 h 2417709"/>
                <a:gd name="connsiteX297" fmla="*/ 1289145 w 1598003"/>
                <a:gd name="connsiteY297" fmla="*/ 301270 h 2417709"/>
                <a:gd name="connsiteX298" fmla="*/ 1296072 w 1598003"/>
                <a:gd name="connsiteY298" fmla="*/ 356419 h 2417709"/>
                <a:gd name="connsiteX299" fmla="*/ 1332080 w 1598003"/>
                <a:gd name="connsiteY299" fmla="*/ 402685 h 2417709"/>
                <a:gd name="connsiteX300" fmla="*/ 1329742 w 1598003"/>
                <a:gd name="connsiteY300" fmla="*/ 408951 h 2417709"/>
                <a:gd name="connsiteX301" fmla="*/ 1337965 w 1598003"/>
                <a:gd name="connsiteY301" fmla="*/ 436913 h 2417709"/>
                <a:gd name="connsiteX302" fmla="*/ 1361708 w 1598003"/>
                <a:gd name="connsiteY302" fmla="*/ 452458 h 2417709"/>
                <a:gd name="connsiteX303" fmla="*/ 1411824 w 1598003"/>
                <a:gd name="connsiteY303" fmla="*/ 447628 h 2417709"/>
                <a:gd name="connsiteX304" fmla="*/ 1446917 w 1598003"/>
                <a:gd name="connsiteY304" fmla="*/ 499740 h 2417709"/>
                <a:gd name="connsiteX305" fmla="*/ 1429707 w 1598003"/>
                <a:gd name="connsiteY305" fmla="*/ 569544 h 2417709"/>
                <a:gd name="connsiteX306" fmla="*/ 1466758 w 1598003"/>
                <a:gd name="connsiteY306" fmla="*/ 640251 h 2417709"/>
                <a:gd name="connsiteX307" fmla="*/ 1435313 w 1598003"/>
                <a:gd name="connsiteY307" fmla="*/ 713042 h 2417709"/>
                <a:gd name="connsiteX308" fmla="*/ 1452026 w 1598003"/>
                <a:gd name="connsiteY308" fmla="*/ 758138 h 2417709"/>
                <a:gd name="connsiteX309" fmla="*/ 1446015 w 1598003"/>
                <a:gd name="connsiteY309" fmla="*/ 819846 h 2417709"/>
                <a:gd name="connsiteX310" fmla="*/ 1405952 w 1598003"/>
                <a:gd name="connsiteY310" fmla="*/ 848584 h 2417709"/>
                <a:gd name="connsiteX311" fmla="*/ 1394068 w 1598003"/>
                <a:gd name="connsiteY311" fmla="*/ 881923 h 2417709"/>
                <a:gd name="connsiteX312" fmla="*/ 1394996 w 1598003"/>
                <a:gd name="connsiteY312" fmla="*/ 907343 h 2417709"/>
                <a:gd name="connsiteX313" fmla="*/ 1414836 w 1598003"/>
                <a:gd name="connsiteY313" fmla="*/ 934657 h 2417709"/>
                <a:gd name="connsiteX314" fmla="*/ 1393420 w 1598003"/>
                <a:gd name="connsiteY314" fmla="*/ 969420 h 2417709"/>
                <a:gd name="connsiteX315" fmla="*/ 1373719 w 1598003"/>
                <a:gd name="connsiteY315" fmla="*/ 1000140 h 2417709"/>
                <a:gd name="connsiteX316" fmla="*/ 1391335 w 1598003"/>
                <a:gd name="connsiteY316" fmla="*/ 1050320 h 2417709"/>
                <a:gd name="connsiteX317" fmla="*/ 1421992 w 1598003"/>
                <a:gd name="connsiteY317" fmla="*/ 1090459 h 2417709"/>
                <a:gd name="connsiteX318" fmla="*/ 1419781 w 1598003"/>
                <a:gd name="connsiteY318" fmla="*/ 1112943 h 2417709"/>
                <a:gd name="connsiteX319" fmla="*/ 1413909 w 1598003"/>
                <a:gd name="connsiteY319" fmla="*/ 1170711 h 2417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Lst>
              <a:rect l="l" t="t" r="r" b="b"/>
              <a:pathLst>
                <a:path w="1598003" h="2417709">
                  <a:moveTo>
                    <a:pt x="1267042" y="1965366"/>
                  </a:moveTo>
                  <a:lnTo>
                    <a:pt x="1271732" y="1972039"/>
                  </a:lnTo>
                  <a:lnTo>
                    <a:pt x="1313752" y="1983669"/>
                  </a:lnTo>
                  <a:lnTo>
                    <a:pt x="1320285" y="2022104"/>
                  </a:lnTo>
                  <a:lnTo>
                    <a:pt x="1316104" y="2042225"/>
                  </a:lnTo>
                  <a:lnTo>
                    <a:pt x="1332627" y="2057642"/>
                  </a:lnTo>
                  <a:lnTo>
                    <a:pt x="1322853" y="2084448"/>
                  </a:lnTo>
                  <a:lnTo>
                    <a:pt x="1344384" y="2093841"/>
                  </a:lnTo>
                  <a:lnTo>
                    <a:pt x="1371533" y="2090447"/>
                  </a:lnTo>
                  <a:lnTo>
                    <a:pt x="1388882" y="2106525"/>
                  </a:lnTo>
                  <a:lnTo>
                    <a:pt x="1407019" y="2106780"/>
                  </a:lnTo>
                  <a:lnTo>
                    <a:pt x="1405990" y="2122350"/>
                  </a:lnTo>
                  <a:lnTo>
                    <a:pt x="1442392" y="2136738"/>
                  </a:lnTo>
                  <a:lnTo>
                    <a:pt x="1444349" y="2172923"/>
                  </a:lnTo>
                  <a:lnTo>
                    <a:pt x="1464851" y="2163632"/>
                  </a:lnTo>
                  <a:lnTo>
                    <a:pt x="1461712" y="2182609"/>
                  </a:lnTo>
                  <a:lnTo>
                    <a:pt x="1451289" y="2213151"/>
                  </a:lnTo>
                  <a:lnTo>
                    <a:pt x="1427140" y="2246872"/>
                  </a:lnTo>
                  <a:lnTo>
                    <a:pt x="1399749" y="2252617"/>
                  </a:lnTo>
                  <a:lnTo>
                    <a:pt x="1394132" y="2304512"/>
                  </a:lnTo>
                  <a:lnTo>
                    <a:pt x="1361377" y="2351693"/>
                  </a:lnTo>
                  <a:lnTo>
                    <a:pt x="1360716" y="2401364"/>
                  </a:lnTo>
                  <a:lnTo>
                    <a:pt x="1327301" y="2417709"/>
                  </a:lnTo>
                  <a:lnTo>
                    <a:pt x="1276461" y="2406855"/>
                  </a:lnTo>
                  <a:lnTo>
                    <a:pt x="1283121" y="2368419"/>
                  </a:lnTo>
                  <a:lnTo>
                    <a:pt x="1244748" y="2365153"/>
                  </a:lnTo>
                  <a:lnTo>
                    <a:pt x="1239410" y="2379922"/>
                  </a:lnTo>
                  <a:lnTo>
                    <a:pt x="1206910" y="2372220"/>
                  </a:lnTo>
                  <a:lnTo>
                    <a:pt x="1196996" y="2349850"/>
                  </a:lnTo>
                  <a:lnTo>
                    <a:pt x="1177155" y="2347307"/>
                  </a:lnTo>
                  <a:lnTo>
                    <a:pt x="1149625" y="2359332"/>
                  </a:lnTo>
                  <a:lnTo>
                    <a:pt x="1144274" y="2381155"/>
                  </a:lnTo>
                  <a:lnTo>
                    <a:pt x="1124828" y="2378142"/>
                  </a:lnTo>
                  <a:lnTo>
                    <a:pt x="1101200" y="2387040"/>
                  </a:lnTo>
                  <a:lnTo>
                    <a:pt x="1104720" y="2348617"/>
                  </a:lnTo>
                  <a:lnTo>
                    <a:pt x="1146092" y="2284176"/>
                  </a:lnTo>
                  <a:lnTo>
                    <a:pt x="1160454" y="2284570"/>
                  </a:lnTo>
                  <a:lnTo>
                    <a:pt x="1172847" y="2274758"/>
                  </a:lnTo>
                  <a:lnTo>
                    <a:pt x="1167763" y="2268631"/>
                  </a:lnTo>
                  <a:lnTo>
                    <a:pt x="1148316" y="2265263"/>
                  </a:lnTo>
                  <a:lnTo>
                    <a:pt x="1132784" y="2201356"/>
                  </a:lnTo>
                  <a:lnTo>
                    <a:pt x="1116592" y="2189587"/>
                  </a:lnTo>
                  <a:lnTo>
                    <a:pt x="1123646" y="2169466"/>
                  </a:lnTo>
                  <a:lnTo>
                    <a:pt x="1118282" y="2150630"/>
                  </a:lnTo>
                  <a:lnTo>
                    <a:pt x="1110719" y="2133115"/>
                  </a:lnTo>
                  <a:lnTo>
                    <a:pt x="1125603" y="2125947"/>
                  </a:lnTo>
                  <a:lnTo>
                    <a:pt x="1154837" y="2083723"/>
                  </a:lnTo>
                  <a:lnTo>
                    <a:pt x="1172186" y="2067124"/>
                  </a:lnTo>
                  <a:lnTo>
                    <a:pt x="1178846" y="2066081"/>
                  </a:lnTo>
                  <a:lnTo>
                    <a:pt x="1199589" y="2080711"/>
                  </a:lnTo>
                  <a:lnTo>
                    <a:pt x="1218654" y="2097310"/>
                  </a:lnTo>
                  <a:lnTo>
                    <a:pt x="1224666" y="2112995"/>
                  </a:lnTo>
                  <a:lnTo>
                    <a:pt x="1227933" y="2153134"/>
                  </a:lnTo>
                  <a:lnTo>
                    <a:pt x="1235495" y="2159489"/>
                  </a:lnTo>
                  <a:lnTo>
                    <a:pt x="1241495" y="2154405"/>
                  </a:lnTo>
                  <a:lnTo>
                    <a:pt x="1245155" y="2136776"/>
                  </a:lnTo>
                  <a:lnTo>
                    <a:pt x="1246706" y="2117926"/>
                  </a:lnTo>
                  <a:lnTo>
                    <a:pt x="1232610" y="2089837"/>
                  </a:lnTo>
                  <a:lnTo>
                    <a:pt x="1225963" y="2084346"/>
                  </a:lnTo>
                  <a:lnTo>
                    <a:pt x="1214752" y="2074280"/>
                  </a:lnTo>
                  <a:lnTo>
                    <a:pt x="1204584" y="2055214"/>
                  </a:lnTo>
                  <a:lnTo>
                    <a:pt x="1206796" y="2032603"/>
                  </a:lnTo>
                  <a:lnTo>
                    <a:pt x="1201839" y="2022930"/>
                  </a:lnTo>
                  <a:lnTo>
                    <a:pt x="1194924" y="2020706"/>
                  </a:lnTo>
                  <a:lnTo>
                    <a:pt x="1197136" y="2010385"/>
                  </a:lnTo>
                  <a:lnTo>
                    <a:pt x="1207838" y="2011034"/>
                  </a:lnTo>
                  <a:lnTo>
                    <a:pt x="1211753" y="1986732"/>
                  </a:lnTo>
                  <a:lnTo>
                    <a:pt x="1230539" y="1991422"/>
                  </a:lnTo>
                  <a:lnTo>
                    <a:pt x="1237732" y="1963193"/>
                  </a:lnTo>
                  <a:lnTo>
                    <a:pt x="1232509" y="1927515"/>
                  </a:lnTo>
                  <a:lnTo>
                    <a:pt x="1246718" y="1912085"/>
                  </a:lnTo>
                  <a:lnTo>
                    <a:pt x="1280642" y="1898510"/>
                  </a:lnTo>
                  <a:lnTo>
                    <a:pt x="1293962" y="1892740"/>
                  </a:lnTo>
                  <a:lnTo>
                    <a:pt x="1301410" y="1882165"/>
                  </a:lnTo>
                  <a:lnTo>
                    <a:pt x="1330123" y="1872365"/>
                  </a:lnTo>
                  <a:lnTo>
                    <a:pt x="1343952" y="1896286"/>
                  </a:lnTo>
                  <a:lnTo>
                    <a:pt x="1328026" y="1900328"/>
                  </a:lnTo>
                  <a:lnTo>
                    <a:pt x="1325026" y="1913928"/>
                  </a:lnTo>
                  <a:lnTo>
                    <a:pt x="1308503" y="1915097"/>
                  </a:lnTo>
                  <a:lnTo>
                    <a:pt x="1304448" y="1934696"/>
                  </a:lnTo>
                  <a:lnTo>
                    <a:pt x="1277833" y="1940060"/>
                  </a:lnTo>
                  <a:lnTo>
                    <a:pt x="1273130" y="1958490"/>
                  </a:lnTo>
                  <a:close/>
                  <a:moveTo>
                    <a:pt x="1449866" y="1239321"/>
                  </a:moveTo>
                  <a:lnTo>
                    <a:pt x="1512642" y="1273817"/>
                  </a:lnTo>
                  <a:lnTo>
                    <a:pt x="1555856" y="1337368"/>
                  </a:lnTo>
                  <a:lnTo>
                    <a:pt x="1598003" y="1363627"/>
                  </a:lnTo>
                  <a:lnTo>
                    <a:pt x="1593821" y="1384929"/>
                  </a:lnTo>
                  <a:lnTo>
                    <a:pt x="1554165" y="1409244"/>
                  </a:lnTo>
                  <a:lnTo>
                    <a:pt x="1522848" y="1472235"/>
                  </a:lnTo>
                  <a:lnTo>
                    <a:pt x="1434296" y="1511167"/>
                  </a:lnTo>
                  <a:lnTo>
                    <a:pt x="1421370" y="1521335"/>
                  </a:lnTo>
                  <a:lnTo>
                    <a:pt x="1437893" y="1558576"/>
                  </a:lnTo>
                  <a:lnTo>
                    <a:pt x="1460771" y="1597978"/>
                  </a:lnTo>
                  <a:lnTo>
                    <a:pt x="1456729" y="1620589"/>
                  </a:lnTo>
                  <a:lnTo>
                    <a:pt x="1439634" y="1642807"/>
                  </a:lnTo>
                  <a:lnTo>
                    <a:pt x="1436888" y="1668430"/>
                  </a:lnTo>
                  <a:lnTo>
                    <a:pt x="1430241" y="1684369"/>
                  </a:lnTo>
                  <a:lnTo>
                    <a:pt x="1379731" y="1691182"/>
                  </a:lnTo>
                  <a:lnTo>
                    <a:pt x="1316307" y="1723592"/>
                  </a:lnTo>
                  <a:lnTo>
                    <a:pt x="1309138" y="1735998"/>
                  </a:lnTo>
                  <a:lnTo>
                    <a:pt x="1292424" y="1786978"/>
                  </a:lnTo>
                  <a:lnTo>
                    <a:pt x="1312265" y="1811280"/>
                  </a:lnTo>
                  <a:lnTo>
                    <a:pt x="1325319" y="1826710"/>
                  </a:lnTo>
                  <a:lnTo>
                    <a:pt x="1304308" y="1842268"/>
                  </a:lnTo>
                  <a:lnTo>
                    <a:pt x="1287988" y="1862388"/>
                  </a:lnTo>
                  <a:lnTo>
                    <a:pt x="1264767" y="1864358"/>
                  </a:lnTo>
                  <a:lnTo>
                    <a:pt x="1246363" y="1875975"/>
                  </a:lnTo>
                  <a:lnTo>
                    <a:pt x="1230310" y="1878733"/>
                  </a:lnTo>
                  <a:lnTo>
                    <a:pt x="1222086" y="1874539"/>
                  </a:lnTo>
                  <a:lnTo>
                    <a:pt x="1216341" y="1863316"/>
                  </a:lnTo>
                  <a:lnTo>
                    <a:pt x="1204737" y="1862388"/>
                  </a:lnTo>
                  <a:lnTo>
                    <a:pt x="1198737" y="1870624"/>
                  </a:lnTo>
                  <a:lnTo>
                    <a:pt x="1191683" y="1866442"/>
                  </a:lnTo>
                  <a:lnTo>
                    <a:pt x="1178973" y="1869849"/>
                  </a:lnTo>
                  <a:lnTo>
                    <a:pt x="1175313" y="1879242"/>
                  </a:lnTo>
                  <a:lnTo>
                    <a:pt x="1168259" y="1897811"/>
                  </a:lnTo>
                  <a:lnTo>
                    <a:pt x="1183651" y="1906302"/>
                  </a:lnTo>
                  <a:lnTo>
                    <a:pt x="1190590" y="1912657"/>
                  </a:lnTo>
                  <a:lnTo>
                    <a:pt x="1191620" y="1926257"/>
                  </a:lnTo>
                  <a:lnTo>
                    <a:pt x="1192802" y="1941153"/>
                  </a:lnTo>
                  <a:lnTo>
                    <a:pt x="1190323" y="1951080"/>
                  </a:lnTo>
                  <a:lnTo>
                    <a:pt x="1178439" y="1969128"/>
                  </a:lnTo>
                  <a:lnTo>
                    <a:pt x="1175452" y="1988727"/>
                  </a:lnTo>
                  <a:lnTo>
                    <a:pt x="1177003" y="2006623"/>
                  </a:lnTo>
                  <a:lnTo>
                    <a:pt x="1186917" y="2009636"/>
                  </a:lnTo>
                  <a:lnTo>
                    <a:pt x="1182354" y="2020490"/>
                  </a:lnTo>
                  <a:lnTo>
                    <a:pt x="1171016" y="2021532"/>
                  </a:lnTo>
                  <a:lnTo>
                    <a:pt x="1162399" y="2026769"/>
                  </a:lnTo>
                  <a:lnTo>
                    <a:pt x="1157963" y="2044283"/>
                  </a:lnTo>
                  <a:lnTo>
                    <a:pt x="1150769" y="2061150"/>
                  </a:lnTo>
                  <a:lnTo>
                    <a:pt x="1135898" y="2084028"/>
                  </a:lnTo>
                  <a:lnTo>
                    <a:pt x="1119985" y="2101823"/>
                  </a:lnTo>
                  <a:lnTo>
                    <a:pt x="1110579" y="2109779"/>
                  </a:lnTo>
                  <a:lnTo>
                    <a:pt x="1100920" y="2111483"/>
                  </a:lnTo>
                  <a:lnTo>
                    <a:pt x="1088794" y="2098149"/>
                  </a:lnTo>
                  <a:lnTo>
                    <a:pt x="1069729" y="2082071"/>
                  </a:lnTo>
                  <a:lnTo>
                    <a:pt x="1068814" y="2071369"/>
                  </a:lnTo>
                  <a:lnTo>
                    <a:pt x="1081524" y="2035158"/>
                  </a:lnTo>
                  <a:lnTo>
                    <a:pt x="1079173" y="2019334"/>
                  </a:lnTo>
                  <a:lnTo>
                    <a:pt x="1071610" y="1985868"/>
                  </a:lnTo>
                  <a:lnTo>
                    <a:pt x="1068610" y="1973335"/>
                  </a:lnTo>
                  <a:lnTo>
                    <a:pt x="1068877" y="1967438"/>
                  </a:lnTo>
                  <a:lnTo>
                    <a:pt x="1073313" y="1957778"/>
                  </a:lnTo>
                  <a:lnTo>
                    <a:pt x="1074737" y="1949796"/>
                  </a:lnTo>
                  <a:lnTo>
                    <a:pt x="1089887" y="1929816"/>
                  </a:lnTo>
                  <a:lnTo>
                    <a:pt x="1094844" y="1911894"/>
                  </a:lnTo>
                  <a:lnTo>
                    <a:pt x="1095493" y="1907191"/>
                  </a:lnTo>
                  <a:lnTo>
                    <a:pt x="1093268" y="1899095"/>
                  </a:lnTo>
                  <a:lnTo>
                    <a:pt x="1087015" y="1894380"/>
                  </a:lnTo>
                  <a:lnTo>
                    <a:pt x="1068610" y="1902756"/>
                  </a:lnTo>
                  <a:lnTo>
                    <a:pt x="1058684" y="1916864"/>
                  </a:lnTo>
                  <a:lnTo>
                    <a:pt x="1061950" y="1938179"/>
                  </a:lnTo>
                  <a:lnTo>
                    <a:pt x="1062090" y="1952160"/>
                  </a:lnTo>
                  <a:lnTo>
                    <a:pt x="1055735" y="1961057"/>
                  </a:lnTo>
                  <a:lnTo>
                    <a:pt x="1041398" y="1967984"/>
                  </a:lnTo>
                  <a:lnTo>
                    <a:pt x="1040864" y="1974136"/>
                  </a:lnTo>
                  <a:lnTo>
                    <a:pt x="1049354" y="1989299"/>
                  </a:lnTo>
                  <a:lnTo>
                    <a:pt x="1047638" y="1996481"/>
                  </a:lnTo>
                  <a:lnTo>
                    <a:pt x="1029514" y="2002098"/>
                  </a:lnTo>
                  <a:lnTo>
                    <a:pt x="1010982" y="1996735"/>
                  </a:lnTo>
                  <a:lnTo>
                    <a:pt x="1012152" y="1984584"/>
                  </a:lnTo>
                  <a:lnTo>
                    <a:pt x="1018151" y="1977123"/>
                  </a:lnTo>
                  <a:lnTo>
                    <a:pt x="1012673" y="1966955"/>
                  </a:lnTo>
                  <a:lnTo>
                    <a:pt x="1007449" y="1965252"/>
                  </a:lnTo>
                  <a:lnTo>
                    <a:pt x="995578" y="1972191"/>
                  </a:lnTo>
                  <a:lnTo>
                    <a:pt x="990633" y="1981330"/>
                  </a:lnTo>
                  <a:lnTo>
                    <a:pt x="973907" y="1967082"/>
                  </a:lnTo>
                  <a:lnTo>
                    <a:pt x="952909" y="1936882"/>
                  </a:lnTo>
                  <a:lnTo>
                    <a:pt x="932955" y="1922647"/>
                  </a:lnTo>
                  <a:lnTo>
                    <a:pt x="913241" y="1919774"/>
                  </a:lnTo>
                  <a:lnTo>
                    <a:pt x="856719" y="1907344"/>
                  </a:lnTo>
                  <a:lnTo>
                    <a:pt x="848508" y="1918593"/>
                  </a:lnTo>
                  <a:lnTo>
                    <a:pt x="836624" y="1914932"/>
                  </a:lnTo>
                  <a:lnTo>
                    <a:pt x="837552" y="1903569"/>
                  </a:lnTo>
                  <a:lnTo>
                    <a:pt x="848381" y="1860049"/>
                  </a:lnTo>
                  <a:lnTo>
                    <a:pt x="857507" y="1846830"/>
                  </a:lnTo>
                  <a:lnTo>
                    <a:pt x="874488" y="1818474"/>
                  </a:lnTo>
                  <a:lnTo>
                    <a:pt x="903187" y="1807035"/>
                  </a:lnTo>
                  <a:lnTo>
                    <a:pt x="907903" y="1803387"/>
                  </a:lnTo>
                  <a:lnTo>
                    <a:pt x="920155" y="1780776"/>
                  </a:lnTo>
                  <a:lnTo>
                    <a:pt x="934759" y="1752012"/>
                  </a:lnTo>
                  <a:lnTo>
                    <a:pt x="918719" y="1743522"/>
                  </a:lnTo>
                  <a:lnTo>
                    <a:pt x="931772" y="1720504"/>
                  </a:lnTo>
                  <a:lnTo>
                    <a:pt x="954740" y="1727050"/>
                  </a:lnTo>
                  <a:lnTo>
                    <a:pt x="970653" y="1698553"/>
                  </a:lnTo>
                  <a:lnTo>
                    <a:pt x="970386" y="1658694"/>
                  </a:lnTo>
                  <a:lnTo>
                    <a:pt x="950431" y="1643277"/>
                  </a:lnTo>
                  <a:lnTo>
                    <a:pt x="924591" y="1632931"/>
                  </a:lnTo>
                  <a:lnTo>
                    <a:pt x="870979" y="1581454"/>
                  </a:lnTo>
                  <a:lnTo>
                    <a:pt x="862235" y="1593605"/>
                  </a:lnTo>
                  <a:lnTo>
                    <a:pt x="824257" y="1603418"/>
                  </a:lnTo>
                  <a:lnTo>
                    <a:pt x="767061" y="1572824"/>
                  </a:lnTo>
                  <a:lnTo>
                    <a:pt x="790816" y="1554394"/>
                  </a:lnTo>
                  <a:lnTo>
                    <a:pt x="811153" y="1530092"/>
                  </a:lnTo>
                  <a:lnTo>
                    <a:pt x="822236" y="1513226"/>
                  </a:lnTo>
                  <a:lnTo>
                    <a:pt x="843513" y="1498330"/>
                  </a:lnTo>
                  <a:lnTo>
                    <a:pt x="868170" y="1477027"/>
                  </a:lnTo>
                  <a:lnTo>
                    <a:pt x="884351" y="1469401"/>
                  </a:lnTo>
                  <a:lnTo>
                    <a:pt x="902234" y="1462487"/>
                  </a:lnTo>
                  <a:lnTo>
                    <a:pt x="919329" y="1455420"/>
                  </a:lnTo>
                  <a:lnTo>
                    <a:pt x="938521" y="1447578"/>
                  </a:lnTo>
                  <a:lnTo>
                    <a:pt x="958349" y="1444184"/>
                  </a:lnTo>
                  <a:lnTo>
                    <a:pt x="973360" y="1429148"/>
                  </a:lnTo>
                  <a:lnTo>
                    <a:pt x="970882" y="1417378"/>
                  </a:lnTo>
                  <a:lnTo>
                    <a:pt x="965543" y="1387840"/>
                  </a:lnTo>
                  <a:lnTo>
                    <a:pt x="945207" y="1364313"/>
                  </a:lnTo>
                  <a:lnTo>
                    <a:pt x="921197" y="1348247"/>
                  </a:lnTo>
                  <a:lnTo>
                    <a:pt x="910622" y="1360525"/>
                  </a:lnTo>
                  <a:lnTo>
                    <a:pt x="876572" y="1372676"/>
                  </a:lnTo>
                  <a:lnTo>
                    <a:pt x="858040" y="1374774"/>
                  </a:lnTo>
                  <a:lnTo>
                    <a:pt x="866518" y="1417124"/>
                  </a:lnTo>
                  <a:lnTo>
                    <a:pt x="855562" y="1430063"/>
                  </a:lnTo>
                  <a:lnTo>
                    <a:pt x="838721" y="1449929"/>
                  </a:lnTo>
                  <a:lnTo>
                    <a:pt x="818105" y="1449662"/>
                  </a:lnTo>
                  <a:lnTo>
                    <a:pt x="787435" y="1426135"/>
                  </a:lnTo>
                  <a:lnTo>
                    <a:pt x="730011" y="1443383"/>
                  </a:lnTo>
                  <a:lnTo>
                    <a:pt x="694422" y="1484310"/>
                  </a:lnTo>
                  <a:lnTo>
                    <a:pt x="679691" y="1528478"/>
                  </a:lnTo>
                  <a:lnTo>
                    <a:pt x="644852" y="1583247"/>
                  </a:lnTo>
                  <a:lnTo>
                    <a:pt x="622381" y="1585064"/>
                  </a:lnTo>
                  <a:lnTo>
                    <a:pt x="611679" y="1560762"/>
                  </a:lnTo>
                  <a:lnTo>
                    <a:pt x="588965" y="1562326"/>
                  </a:lnTo>
                  <a:lnTo>
                    <a:pt x="563138" y="1552526"/>
                  </a:lnTo>
                  <a:lnTo>
                    <a:pt x="542916" y="1521030"/>
                  </a:lnTo>
                  <a:lnTo>
                    <a:pt x="468129" y="1533321"/>
                  </a:lnTo>
                  <a:lnTo>
                    <a:pt x="463045" y="1493919"/>
                  </a:lnTo>
                  <a:lnTo>
                    <a:pt x="427940" y="1464254"/>
                  </a:lnTo>
                  <a:lnTo>
                    <a:pt x="449992" y="1432109"/>
                  </a:lnTo>
                  <a:lnTo>
                    <a:pt x="386975" y="1400969"/>
                  </a:lnTo>
                  <a:lnTo>
                    <a:pt x="385157" y="1393254"/>
                  </a:lnTo>
                  <a:lnTo>
                    <a:pt x="378624" y="1363716"/>
                  </a:lnTo>
                  <a:lnTo>
                    <a:pt x="363105" y="1348553"/>
                  </a:lnTo>
                  <a:lnTo>
                    <a:pt x="317946" y="1303724"/>
                  </a:lnTo>
                  <a:lnTo>
                    <a:pt x="305935" y="1262555"/>
                  </a:lnTo>
                  <a:lnTo>
                    <a:pt x="299808" y="1241520"/>
                  </a:lnTo>
                  <a:lnTo>
                    <a:pt x="252691" y="1243337"/>
                  </a:lnTo>
                  <a:lnTo>
                    <a:pt x="233779" y="1220866"/>
                  </a:lnTo>
                  <a:lnTo>
                    <a:pt x="168525" y="1200339"/>
                  </a:lnTo>
                  <a:lnTo>
                    <a:pt x="156895" y="1165043"/>
                  </a:lnTo>
                  <a:lnTo>
                    <a:pt x="111888" y="1153934"/>
                  </a:lnTo>
                  <a:lnTo>
                    <a:pt x="112142" y="1123887"/>
                  </a:lnTo>
                  <a:lnTo>
                    <a:pt x="139672" y="1108177"/>
                  </a:lnTo>
                  <a:lnTo>
                    <a:pt x="100398" y="1055265"/>
                  </a:lnTo>
                  <a:lnTo>
                    <a:pt x="74037" y="998272"/>
                  </a:lnTo>
                  <a:lnTo>
                    <a:pt x="106537" y="988193"/>
                  </a:lnTo>
                  <a:lnTo>
                    <a:pt x="108100" y="942322"/>
                  </a:lnTo>
                  <a:lnTo>
                    <a:pt x="129377" y="931098"/>
                  </a:lnTo>
                  <a:lnTo>
                    <a:pt x="137003" y="917359"/>
                  </a:lnTo>
                  <a:lnTo>
                    <a:pt x="150565" y="904954"/>
                  </a:lnTo>
                  <a:lnTo>
                    <a:pt x="152014" y="870636"/>
                  </a:lnTo>
                  <a:lnTo>
                    <a:pt x="146536" y="837704"/>
                  </a:lnTo>
                  <a:lnTo>
                    <a:pt x="162970" y="811012"/>
                  </a:lnTo>
                  <a:lnTo>
                    <a:pt x="156958" y="761087"/>
                  </a:lnTo>
                  <a:lnTo>
                    <a:pt x="147057" y="739480"/>
                  </a:lnTo>
                  <a:lnTo>
                    <a:pt x="163580" y="712165"/>
                  </a:lnTo>
                  <a:lnTo>
                    <a:pt x="149751" y="682487"/>
                  </a:lnTo>
                  <a:lnTo>
                    <a:pt x="159678" y="666676"/>
                  </a:lnTo>
                  <a:lnTo>
                    <a:pt x="138071" y="631901"/>
                  </a:lnTo>
                  <a:lnTo>
                    <a:pt x="131271" y="602667"/>
                  </a:lnTo>
                  <a:lnTo>
                    <a:pt x="147070" y="573916"/>
                  </a:lnTo>
                  <a:lnTo>
                    <a:pt x="145112" y="550924"/>
                  </a:lnTo>
                  <a:lnTo>
                    <a:pt x="125272" y="540196"/>
                  </a:lnTo>
                  <a:lnTo>
                    <a:pt x="114049" y="516530"/>
                  </a:lnTo>
                  <a:lnTo>
                    <a:pt x="69805" y="521894"/>
                  </a:lnTo>
                  <a:lnTo>
                    <a:pt x="0" y="544505"/>
                  </a:lnTo>
                  <a:lnTo>
                    <a:pt x="127" y="421394"/>
                  </a:lnTo>
                  <a:lnTo>
                    <a:pt x="104262" y="417848"/>
                  </a:lnTo>
                  <a:lnTo>
                    <a:pt x="174168" y="320996"/>
                  </a:lnTo>
                  <a:lnTo>
                    <a:pt x="188924" y="302312"/>
                  </a:lnTo>
                  <a:lnTo>
                    <a:pt x="259784" y="286106"/>
                  </a:lnTo>
                  <a:lnTo>
                    <a:pt x="251942" y="245066"/>
                  </a:lnTo>
                  <a:lnTo>
                    <a:pt x="261474" y="171740"/>
                  </a:lnTo>
                  <a:lnTo>
                    <a:pt x="292131" y="137753"/>
                  </a:lnTo>
                  <a:lnTo>
                    <a:pt x="369130" y="151226"/>
                  </a:lnTo>
                  <a:lnTo>
                    <a:pt x="406066" y="184272"/>
                  </a:lnTo>
                  <a:lnTo>
                    <a:pt x="455928" y="168334"/>
                  </a:lnTo>
                  <a:lnTo>
                    <a:pt x="507595" y="207545"/>
                  </a:lnTo>
                  <a:lnTo>
                    <a:pt x="555766" y="168982"/>
                  </a:lnTo>
                  <a:lnTo>
                    <a:pt x="584072" y="158127"/>
                  </a:lnTo>
                  <a:lnTo>
                    <a:pt x="628316" y="178655"/>
                  </a:lnTo>
                  <a:lnTo>
                    <a:pt x="732985" y="167673"/>
                  </a:lnTo>
                  <a:lnTo>
                    <a:pt x="804353" y="191594"/>
                  </a:lnTo>
                  <a:lnTo>
                    <a:pt x="899679" y="201914"/>
                  </a:lnTo>
                  <a:lnTo>
                    <a:pt x="1046355" y="138656"/>
                  </a:lnTo>
                  <a:lnTo>
                    <a:pt x="1073885" y="108863"/>
                  </a:lnTo>
                  <a:lnTo>
                    <a:pt x="1051185" y="40622"/>
                  </a:lnTo>
                  <a:lnTo>
                    <a:pt x="1083672" y="21938"/>
                  </a:lnTo>
                  <a:lnTo>
                    <a:pt x="1124269" y="33047"/>
                  </a:lnTo>
                  <a:lnTo>
                    <a:pt x="1155065" y="0"/>
                  </a:lnTo>
                  <a:lnTo>
                    <a:pt x="1168894" y="35029"/>
                  </a:lnTo>
                  <a:lnTo>
                    <a:pt x="1165500" y="81028"/>
                  </a:lnTo>
                  <a:lnTo>
                    <a:pt x="1187820" y="80646"/>
                  </a:lnTo>
                  <a:lnTo>
                    <a:pt x="1254243" y="54374"/>
                  </a:lnTo>
                  <a:lnTo>
                    <a:pt x="1313358" y="86251"/>
                  </a:lnTo>
                  <a:lnTo>
                    <a:pt x="1334241" y="135275"/>
                  </a:lnTo>
                  <a:lnTo>
                    <a:pt x="1299796" y="188721"/>
                  </a:lnTo>
                  <a:lnTo>
                    <a:pt x="1281519" y="289246"/>
                  </a:lnTo>
                  <a:lnTo>
                    <a:pt x="1289145" y="301270"/>
                  </a:lnTo>
                  <a:lnTo>
                    <a:pt x="1296072" y="356419"/>
                  </a:lnTo>
                  <a:lnTo>
                    <a:pt x="1332080" y="402685"/>
                  </a:lnTo>
                  <a:lnTo>
                    <a:pt x="1329742" y="408951"/>
                  </a:lnTo>
                  <a:lnTo>
                    <a:pt x="1337965" y="436913"/>
                  </a:lnTo>
                  <a:lnTo>
                    <a:pt x="1361708" y="452458"/>
                  </a:lnTo>
                  <a:lnTo>
                    <a:pt x="1411824" y="447628"/>
                  </a:lnTo>
                  <a:lnTo>
                    <a:pt x="1446917" y="499740"/>
                  </a:lnTo>
                  <a:lnTo>
                    <a:pt x="1429707" y="569544"/>
                  </a:lnTo>
                  <a:lnTo>
                    <a:pt x="1466758" y="640251"/>
                  </a:lnTo>
                  <a:lnTo>
                    <a:pt x="1435313" y="713042"/>
                  </a:lnTo>
                  <a:lnTo>
                    <a:pt x="1452026" y="758138"/>
                  </a:lnTo>
                  <a:lnTo>
                    <a:pt x="1446015" y="819846"/>
                  </a:lnTo>
                  <a:lnTo>
                    <a:pt x="1405952" y="848584"/>
                  </a:lnTo>
                  <a:lnTo>
                    <a:pt x="1394068" y="881923"/>
                  </a:lnTo>
                  <a:lnTo>
                    <a:pt x="1394996" y="907343"/>
                  </a:lnTo>
                  <a:lnTo>
                    <a:pt x="1414836" y="934657"/>
                  </a:lnTo>
                  <a:lnTo>
                    <a:pt x="1393420" y="969420"/>
                  </a:lnTo>
                  <a:lnTo>
                    <a:pt x="1373719" y="1000140"/>
                  </a:lnTo>
                  <a:lnTo>
                    <a:pt x="1391335" y="1050320"/>
                  </a:lnTo>
                  <a:lnTo>
                    <a:pt x="1421992" y="1090459"/>
                  </a:lnTo>
                  <a:lnTo>
                    <a:pt x="1419781" y="1112943"/>
                  </a:lnTo>
                  <a:lnTo>
                    <a:pt x="1413909" y="1170711"/>
                  </a:lnTo>
                  <a:close/>
                </a:path>
              </a:pathLst>
            </a:custGeom>
            <a:noFill/>
            <a:ln w="3810" cap="flat">
              <a:solidFill>
                <a:srgbClr val="E6E4E2"/>
              </a:solidFill>
              <a:prstDash val="solid"/>
              <a:miter/>
            </a:ln>
          </p:spPr>
          <p:txBody>
            <a:bodyPr rtlCol="0" anchor="ctr"/>
            <a:lstStyle/>
            <a:p>
              <a:endParaRPr lang="de-CH"/>
            </a:p>
          </p:txBody>
        </p:sp>
        <p:sp>
          <p:nvSpPr>
            <p:cNvPr id="124" name="Freihandform: Form 123">
              <a:extLst>
                <a:ext uri="{FF2B5EF4-FFF2-40B4-BE49-F238E27FC236}">
                  <a16:creationId xmlns:a16="http://schemas.microsoft.com/office/drawing/2014/main" id="{1B9A232B-3ED3-99EE-B38B-2F453877AE50}"/>
                </a:ext>
              </a:extLst>
            </p:cNvPr>
            <p:cNvSpPr/>
            <p:nvPr/>
          </p:nvSpPr>
          <p:spPr>
            <a:xfrm>
              <a:off x="1698023" y="2982389"/>
              <a:ext cx="2441401" cy="2351349"/>
            </a:xfrm>
            <a:custGeom>
              <a:avLst/>
              <a:gdLst>
                <a:gd name="connsiteX0" fmla="*/ 402342 w 2441401"/>
                <a:gd name="connsiteY0" fmla="*/ 1060603 h 2351349"/>
                <a:gd name="connsiteX1" fmla="*/ 409269 w 2441401"/>
                <a:gd name="connsiteY1" fmla="*/ 1054985 h 2351349"/>
                <a:gd name="connsiteX2" fmla="*/ 413425 w 2441401"/>
                <a:gd name="connsiteY2" fmla="*/ 1048630 h 2351349"/>
                <a:gd name="connsiteX3" fmla="*/ 420619 w 2441401"/>
                <a:gd name="connsiteY3" fmla="*/ 1048096 h 2351349"/>
                <a:gd name="connsiteX4" fmla="*/ 423491 w 2441401"/>
                <a:gd name="connsiteY4" fmla="*/ 1040915 h 2351349"/>
                <a:gd name="connsiteX5" fmla="*/ 435236 w 2441401"/>
                <a:gd name="connsiteY5" fmla="*/ 1033835 h 2351349"/>
                <a:gd name="connsiteX6" fmla="*/ 448670 w 2441401"/>
                <a:gd name="connsiteY6" fmla="*/ 1029793 h 2351349"/>
                <a:gd name="connsiteX7" fmla="*/ 523190 w 2441401"/>
                <a:gd name="connsiteY7" fmla="*/ 964183 h 2351349"/>
                <a:gd name="connsiteX8" fmla="*/ 542370 w 2441401"/>
                <a:gd name="connsiteY8" fmla="*/ 952820 h 2351349"/>
                <a:gd name="connsiteX9" fmla="*/ 546424 w 2441401"/>
                <a:gd name="connsiteY9" fmla="*/ 944978 h 2351349"/>
                <a:gd name="connsiteX10" fmla="*/ 545242 w 2441401"/>
                <a:gd name="connsiteY10" fmla="*/ 931912 h 2351349"/>
                <a:gd name="connsiteX11" fmla="*/ 559071 w 2441401"/>
                <a:gd name="connsiteY11" fmla="*/ 912427 h 2351349"/>
                <a:gd name="connsiteX12" fmla="*/ 556732 w 2441401"/>
                <a:gd name="connsiteY12" fmla="*/ 906936 h 2351349"/>
                <a:gd name="connsiteX13" fmla="*/ 549551 w 2441401"/>
                <a:gd name="connsiteY13" fmla="*/ 906021 h 2351349"/>
                <a:gd name="connsiteX14" fmla="*/ 538455 w 2441401"/>
                <a:gd name="connsiteY14" fmla="*/ 920003 h 2351349"/>
                <a:gd name="connsiteX15" fmla="*/ 467214 w 2441401"/>
                <a:gd name="connsiteY15" fmla="*/ 971110 h 2351349"/>
                <a:gd name="connsiteX16" fmla="*/ 404934 w 2441401"/>
                <a:gd name="connsiteY16" fmla="*/ 1021544 h 2351349"/>
                <a:gd name="connsiteX17" fmla="*/ 385755 w 2441401"/>
                <a:gd name="connsiteY17" fmla="*/ 1049266 h 2351349"/>
                <a:gd name="connsiteX18" fmla="*/ 375434 w 2441401"/>
                <a:gd name="connsiteY18" fmla="*/ 1056446 h 2351349"/>
                <a:gd name="connsiteX19" fmla="*/ 374926 w 2441401"/>
                <a:gd name="connsiteY19" fmla="*/ 1066615 h 2351349"/>
                <a:gd name="connsiteX20" fmla="*/ 380531 w 2441401"/>
                <a:gd name="connsiteY20" fmla="*/ 1070796 h 2351349"/>
                <a:gd name="connsiteX21" fmla="*/ 393317 w 2441401"/>
                <a:gd name="connsiteY21" fmla="*/ 1059357 h 2351349"/>
                <a:gd name="connsiteX22" fmla="*/ 398134 w 2441401"/>
                <a:gd name="connsiteY22" fmla="*/ 1062878 h 2351349"/>
                <a:gd name="connsiteX23" fmla="*/ 242091 w 2441401"/>
                <a:gd name="connsiteY23" fmla="*/ 1868972 h 2351349"/>
                <a:gd name="connsiteX24" fmla="*/ 217548 w 2441401"/>
                <a:gd name="connsiteY24" fmla="*/ 1849093 h 2351349"/>
                <a:gd name="connsiteX25" fmla="*/ 208282 w 2441401"/>
                <a:gd name="connsiteY25" fmla="*/ 1857736 h 2351349"/>
                <a:gd name="connsiteX26" fmla="*/ 207011 w 2441401"/>
                <a:gd name="connsiteY26" fmla="*/ 1878390 h 2351349"/>
                <a:gd name="connsiteX27" fmla="*/ 1463059 w 2441401"/>
                <a:gd name="connsiteY27" fmla="*/ 756575 h 2351349"/>
                <a:gd name="connsiteX28" fmla="*/ 1491504 w 2441401"/>
                <a:gd name="connsiteY28" fmla="*/ 712661 h 2351349"/>
                <a:gd name="connsiteX29" fmla="*/ 1495546 w 2441401"/>
                <a:gd name="connsiteY29" fmla="*/ 676323 h 2351349"/>
                <a:gd name="connsiteX30" fmla="*/ 1468664 w 2441401"/>
                <a:gd name="connsiteY30" fmla="*/ 664960 h 2351349"/>
                <a:gd name="connsiteX31" fmla="*/ 1418281 w 2441401"/>
                <a:gd name="connsiteY31" fmla="*/ 722854 h 2351349"/>
                <a:gd name="connsiteX32" fmla="*/ 1438401 w 2441401"/>
                <a:gd name="connsiteY32" fmla="*/ 752393 h 2351349"/>
                <a:gd name="connsiteX33" fmla="*/ 1602871 w 2441401"/>
                <a:gd name="connsiteY33" fmla="*/ 722461 h 2351349"/>
                <a:gd name="connsiteX34" fmla="*/ 1629232 w 2441401"/>
                <a:gd name="connsiteY34" fmla="*/ 740623 h 2351349"/>
                <a:gd name="connsiteX35" fmla="*/ 1650509 w 2441401"/>
                <a:gd name="connsiteY35" fmla="*/ 746775 h 2351349"/>
                <a:gd name="connsiteX36" fmla="*/ 1658466 w 2441401"/>
                <a:gd name="connsiteY36" fmla="*/ 736060 h 2351349"/>
                <a:gd name="connsiteX37" fmla="*/ 1654157 w 2441401"/>
                <a:gd name="connsiteY37" fmla="*/ 729782 h 2351349"/>
                <a:gd name="connsiteX38" fmla="*/ 1659635 w 2441401"/>
                <a:gd name="connsiteY38" fmla="*/ 721813 h 2351349"/>
                <a:gd name="connsiteX39" fmla="*/ 1691754 w 2441401"/>
                <a:gd name="connsiteY39" fmla="*/ 671620 h 2351349"/>
                <a:gd name="connsiteX40" fmla="*/ 1672307 w 2441401"/>
                <a:gd name="connsiteY40" fmla="*/ 648093 h 2351349"/>
                <a:gd name="connsiteX41" fmla="*/ 1662762 w 2441401"/>
                <a:gd name="connsiteY41" fmla="*/ 640251 h 2351349"/>
                <a:gd name="connsiteX42" fmla="*/ 1652988 w 2441401"/>
                <a:gd name="connsiteY42" fmla="*/ 631240 h 2351349"/>
                <a:gd name="connsiteX43" fmla="*/ 1630935 w 2441401"/>
                <a:gd name="connsiteY43" fmla="*/ 597519 h 2351349"/>
                <a:gd name="connsiteX44" fmla="*/ 1618924 w 2441401"/>
                <a:gd name="connsiteY44" fmla="*/ 607052 h 2351349"/>
                <a:gd name="connsiteX45" fmla="*/ 1600126 w 2441401"/>
                <a:gd name="connsiteY45" fmla="*/ 636730 h 2351349"/>
                <a:gd name="connsiteX46" fmla="*/ 1583425 w 2441401"/>
                <a:gd name="connsiteY46" fmla="*/ 660880 h 2351349"/>
                <a:gd name="connsiteX47" fmla="*/ 1555627 w 2441401"/>
                <a:gd name="connsiteY47" fmla="*/ 705569 h 2351349"/>
                <a:gd name="connsiteX48" fmla="*/ 1510354 w 2441401"/>
                <a:gd name="connsiteY48" fmla="*/ 711924 h 2351349"/>
                <a:gd name="connsiteX49" fmla="*/ 1498342 w 2441401"/>
                <a:gd name="connsiteY49" fmla="*/ 730989 h 2351349"/>
                <a:gd name="connsiteX50" fmla="*/ 1509044 w 2441401"/>
                <a:gd name="connsiteY50" fmla="*/ 742238 h 2351349"/>
                <a:gd name="connsiteX51" fmla="*/ 1535927 w 2441401"/>
                <a:gd name="connsiteY51" fmla="*/ 738323 h 2351349"/>
                <a:gd name="connsiteX52" fmla="*/ 1546489 w 2441401"/>
                <a:gd name="connsiteY52" fmla="*/ 735705 h 2351349"/>
                <a:gd name="connsiteX53" fmla="*/ 1558894 w 2441401"/>
                <a:gd name="connsiteY53" fmla="*/ 719753 h 2351349"/>
                <a:gd name="connsiteX54" fmla="*/ 1581213 w 2441401"/>
                <a:gd name="connsiteY54" fmla="*/ 713475 h 2351349"/>
                <a:gd name="connsiteX55" fmla="*/ 2017999 w 2441401"/>
                <a:gd name="connsiteY55" fmla="*/ 196385 h 2351349"/>
                <a:gd name="connsiteX56" fmla="*/ 2033124 w 2441401"/>
                <a:gd name="connsiteY56" fmla="*/ 207825 h 2351349"/>
                <a:gd name="connsiteX57" fmla="*/ 2047360 w 2441401"/>
                <a:gd name="connsiteY57" fmla="*/ 210964 h 2351349"/>
                <a:gd name="connsiteX58" fmla="*/ 2067988 w 2441401"/>
                <a:gd name="connsiteY58" fmla="*/ 210417 h 2351349"/>
                <a:gd name="connsiteX59" fmla="*/ 2108038 w 2441401"/>
                <a:gd name="connsiteY59" fmla="*/ 187692 h 2351349"/>
                <a:gd name="connsiteX60" fmla="*/ 2119478 w 2441401"/>
                <a:gd name="connsiteY60" fmla="*/ 203109 h 2351349"/>
                <a:gd name="connsiteX61" fmla="*/ 2121956 w 2441401"/>
                <a:gd name="connsiteY61" fmla="*/ 215006 h 2351349"/>
                <a:gd name="connsiteX62" fmla="*/ 2105433 w 2441401"/>
                <a:gd name="connsiteY62" fmla="*/ 237757 h 2351349"/>
                <a:gd name="connsiteX63" fmla="*/ 2087295 w 2441401"/>
                <a:gd name="connsiteY63" fmla="*/ 240299 h 2351349"/>
                <a:gd name="connsiteX64" fmla="*/ 2061455 w 2441401"/>
                <a:gd name="connsiteY64" fmla="*/ 286564 h 2351349"/>
                <a:gd name="connsiteX65" fmla="*/ 2071369 w 2441401"/>
                <a:gd name="connsiteY65" fmla="*/ 319509 h 2351349"/>
                <a:gd name="connsiteX66" fmla="*/ 2057935 w 2441401"/>
                <a:gd name="connsiteY66" fmla="*/ 334532 h 2351349"/>
                <a:gd name="connsiteX67" fmla="*/ 2054122 w 2441401"/>
                <a:gd name="connsiteY67" fmla="*/ 337926 h 2351349"/>
                <a:gd name="connsiteX68" fmla="*/ 2051643 w 2441401"/>
                <a:gd name="connsiteY68" fmla="*/ 342108 h 2351349"/>
                <a:gd name="connsiteX69" fmla="*/ 2037281 w 2441401"/>
                <a:gd name="connsiteY69" fmla="*/ 361173 h 2351349"/>
                <a:gd name="connsiteX70" fmla="*/ 2006357 w 2441401"/>
                <a:gd name="connsiteY70" fmla="*/ 384293 h 2351349"/>
                <a:gd name="connsiteX71" fmla="*/ 1995388 w 2441401"/>
                <a:gd name="connsiteY71" fmla="*/ 366778 h 2351349"/>
                <a:gd name="connsiteX72" fmla="*/ 2014720 w 2441401"/>
                <a:gd name="connsiteY72" fmla="*/ 346912 h 2351349"/>
                <a:gd name="connsiteX73" fmla="*/ 2000879 w 2441401"/>
                <a:gd name="connsiteY73" fmla="*/ 297635 h 2351349"/>
                <a:gd name="connsiteX74" fmla="*/ 1968252 w 2441401"/>
                <a:gd name="connsiteY74" fmla="*/ 282993 h 2351349"/>
                <a:gd name="connsiteX75" fmla="*/ 1949440 w 2441401"/>
                <a:gd name="connsiteY75" fmla="*/ 305363 h 2351349"/>
                <a:gd name="connsiteX76" fmla="*/ 1922673 w 2441401"/>
                <a:gd name="connsiteY76" fmla="*/ 287708 h 2351349"/>
                <a:gd name="connsiteX77" fmla="*/ 1954651 w 2441401"/>
                <a:gd name="connsiteY77" fmla="*/ 257915 h 2351349"/>
                <a:gd name="connsiteX78" fmla="*/ 1903226 w 2441401"/>
                <a:gd name="connsiteY78" fmla="*/ 201571 h 2351349"/>
                <a:gd name="connsiteX79" fmla="*/ 1910140 w 2441401"/>
                <a:gd name="connsiteY79" fmla="*/ 170609 h 2351349"/>
                <a:gd name="connsiteX80" fmla="*/ 1857825 w 2441401"/>
                <a:gd name="connsiteY80" fmla="*/ 142761 h 2351349"/>
                <a:gd name="connsiteX81" fmla="*/ 1893185 w 2441401"/>
                <a:gd name="connsiteY81" fmla="*/ 112447 h 2351349"/>
                <a:gd name="connsiteX82" fmla="*/ 1892016 w 2441401"/>
                <a:gd name="connsiteY82" fmla="*/ 103550 h 2351349"/>
                <a:gd name="connsiteX83" fmla="*/ 1898371 w 2441401"/>
                <a:gd name="connsiteY83" fmla="*/ 95059 h 2351349"/>
                <a:gd name="connsiteX84" fmla="*/ 1930731 w 2441401"/>
                <a:gd name="connsiteY84" fmla="*/ 75194 h 2351349"/>
                <a:gd name="connsiteX85" fmla="*/ 1988677 w 2441401"/>
                <a:gd name="connsiteY85" fmla="*/ 39605 h 2351349"/>
                <a:gd name="connsiteX86" fmla="*/ 1994155 w 2441401"/>
                <a:gd name="connsiteY86" fmla="*/ 26666 h 2351349"/>
                <a:gd name="connsiteX87" fmla="*/ 2008899 w 2441401"/>
                <a:gd name="connsiteY87" fmla="*/ 13066 h 2351349"/>
                <a:gd name="connsiteX88" fmla="*/ 2016080 w 2441401"/>
                <a:gd name="connsiteY88" fmla="*/ 0 h 2351349"/>
                <a:gd name="connsiteX89" fmla="*/ 2060566 w 2441401"/>
                <a:gd name="connsiteY89" fmla="*/ 19472 h 2351349"/>
                <a:gd name="connsiteX90" fmla="*/ 2057960 w 2441401"/>
                <a:gd name="connsiteY90" fmla="*/ 71495 h 2351349"/>
                <a:gd name="connsiteX91" fmla="*/ 2065586 w 2441401"/>
                <a:gd name="connsiteY91" fmla="*/ 103003 h 2351349"/>
                <a:gd name="connsiteX92" fmla="*/ 2055939 w 2441401"/>
                <a:gd name="connsiteY92" fmla="*/ 118548 h 2351349"/>
                <a:gd name="connsiteX93" fmla="*/ 2035603 w 2441401"/>
                <a:gd name="connsiteY93" fmla="*/ 128716 h 2351349"/>
                <a:gd name="connsiteX94" fmla="*/ 2016944 w 2441401"/>
                <a:gd name="connsiteY94" fmla="*/ 149497 h 2351349"/>
                <a:gd name="connsiteX95" fmla="*/ 2002721 w 2441401"/>
                <a:gd name="connsiteY95" fmla="*/ 162576 h 2351349"/>
                <a:gd name="connsiteX96" fmla="*/ 2005060 w 2441401"/>
                <a:gd name="connsiteY96" fmla="*/ 178133 h 2351349"/>
                <a:gd name="connsiteX97" fmla="*/ 1821410 w 2441401"/>
                <a:gd name="connsiteY97" fmla="*/ 2039581 h 2351349"/>
                <a:gd name="connsiteX98" fmla="*/ 1804048 w 2441401"/>
                <a:gd name="connsiteY98" fmla="*/ 2029781 h 2351349"/>
                <a:gd name="connsiteX99" fmla="*/ 1794389 w 2441401"/>
                <a:gd name="connsiteY99" fmla="*/ 2017884 h 2351349"/>
                <a:gd name="connsiteX100" fmla="*/ 1793346 w 2441401"/>
                <a:gd name="connsiteY100" fmla="*/ 1997739 h 2351349"/>
                <a:gd name="connsiteX101" fmla="*/ 1785720 w 2441401"/>
                <a:gd name="connsiteY101" fmla="*/ 1968200 h 2351349"/>
                <a:gd name="connsiteX102" fmla="*/ 1786394 w 2441401"/>
                <a:gd name="connsiteY102" fmla="*/ 1940238 h 2351349"/>
                <a:gd name="connsiteX103" fmla="*/ 1784424 w 2441401"/>
                <a:gd name="connsiteY103" fmla="*/ 1929777 h 2351349"/>
                <a:gd name="connsiteX104" fmla="*/ 1780369 w 2441401"/>
                <a:gd name="connsiteY104" fmla="*/ 1922075 h 2351349"/>
                <a:gd name="connsiteX105" fmla="*/ 1758978 w 2441401"/>
                <a:gd name="connsiteY105" fmla="*/ 1896057 h 2351349"/>
                <a:gd name="connsiteX106" fmla="*/ 1746700 w 2441401"/>
                <a:gd name="connsiteY106" fmla="*/ 1894888 h 2351349"/>
                <a:gd name="connsiteX107" fmla="*/ 1722436 w 2441401"/>
                <a:gd name="connsiteY107" fmla="*/ 1898409 h 2351349"/>
                <a:gd name="connsiteX108" fmla="*/ 1711607 w 2441401"/>
                <a:gd name="connsiteY108" fmla="*/ 1891875 h 2351349"/>
                <a:gd name="connsiteX109" fmla="*/ 1699469 w 2441401"/>
                <a:gd name="connsiteY109" fmla="*/ 1867726 h 2351349"/>
                <a:gd name="connsiteX110" fmla="*/ 1687597 w 2441401"/>
                <a:gd name="connsiteY110" fmla="*/ 1856477 h 2351349"/>
                <a:gd name="connsiteX111" fmla="*/ 1682768 w 2441401"/>
                <a:gd name="connsiteY111" fmla="*/ 1845649 h 2351349"/>
                <a:gd name="connsiteX112" fmla="*/ 1693203 w 2441401"/>
                <a:gd name="connsiteY112" fmla="*/ 1817788 h 2351349"/>
                <a:gd name="connsiteX113" fmla="*/ 1693597 w 2441401"/>
                <a:gd name="connsiteY113" fmla="*/ 1798443 h 2351349"/>
                <a:gd name="connsiteX114" fmla="*/ 1688767 w 2441401"/>
                <a:gd name="connsiteY114" fmla="*/ 1785110 h 2351349"/>
                <a:gd name="connsiteX115" fmla="*/ 1659991 w 2441401"/>
                <a:gd name="connsiteY115" fmla="*/ 1758304 h 2351349"/>
                <a:gd name="connsiteX116" fmla="*/ 1636630 w 2441401"/>
                <a:gd name="connsiteY116" fmla="*/ 1729795 h 2351349"/>
                <a:gd name="connsiteX117" fmla="*/ 1639769 w 2441401"/>
                <a:gd name="connsiteY117" fmla="*/ 1727062 h 2351349"/>
                <a:gd name="connsiteX118" fmla="*/ 1655949 w 2441401"/>
                <a:gd name="connsiteY118" fmla="*/ 1732426 h 2351349"/>
                <a:gd name="connsiteX119" fmla="*/ 1674214 w 2441401"/>
                <a:gd name="connsiteY119" fmla="*/ 1728498 h 2351349"/>
                <a:gd name="connsiteX120" fmla="*/ 1696533 w 2441401"/>
                <a:gd name="connsiteY120" fmla="*/ 1727062 h 2351349"/>
                <a:gd name="connsiteX121" fmla="*/ 1709459 w 2441401"/>
                <a:gd name="connsiteY121" fmla="*/ 1732286 h 2351349"/>
                <a:gd name="connsiteX122" fmla="*/ 1721851 w 2441401"/>
                <a:gd name="connsiteY122" fmla="*/ 1726528 h 2351349"/>
                <a:gd name="connsiteX123" fmla="*/ 1759563 w 2441401"/>
                <a:gd name="connsiteY123" fmla="*/ 1729287 h 2351349"/>
                <a:gd name="connsiteX124" fmla="*/ 1768968 w 2441401"/>
                <a:gd name="connsiteY124" fmla="*/ 1722093 h 2351349"/>
                <a:gd name="connsiteX125" fmla="*/ 1772235 w 2441401"/>
                <a:gd name="connsiteY125" fmla="*/ 1708887 h 2351349"/>
                <a:gd name="connsiteX126" fmla="*/ 1784869 w 2441401"/>
                <a:gd name="connsiteY126" fmla="*/ 1690203 h 2351349"/>
                <a:gd name="connsiteX127" fmla="*/ 1769616 w 2441401"/>
                <a:gd name="connsiteY127" fmla="*/ 1652072 h 2351349"/>
                <a:gd name="connsiteX128" fmla="*/ 1764799 w 2441401"/>
                <a:gd name="connsiteY128" fmla="*/ 1637964 h 2351349"/>
                <a:gd name="connsiteX129" fmla="*/ 1756830 w 2441401"/>
                <a:gd name="connsiteY129" fmla="*/ 1628952 h 2351349"/>
                <a:gd name="connsiteX130" fmla="*/ 1745734 w 2441401"/>
                <a:gd name="connsiteY130" fmla="*/ 1631164 h 2351349"/>
                <a:gd name="connsiteX131" fmla="*/ 1738832 w 2441401"/>
                <a:gd name="connsiteY131" fmla="*/ 1624491 h 2351349"/>
                <a:gd name="connsiteX132" fmla="*/ 1738311 w 2441401"/>
                <a:gd name="connsiteY132" fmla="*/ 1611031 h 2351349"/>
                <a:gd name="connsiteX133" fmla="*/ 1723949 w 2441401"/>
                <a:gd name="connsiteY133" fmla="*/ 1596402 h 2351349"/>
                <a:gd name="connsiteX134" fmla="*/ 1708035 w 2441401"/>
                <a:gd name="connsiteY134" fmla="*/ 1599922 h 2351349"/>
                <a:gd name="connsiteX135" fmla="*/ 1678535 w 2441401"/>
                <a:gd name="connsiteY135" fmla="*/ 1590517 h 2351349"/>
                <a:gd name="connsiteX136" fmla="*/ 1676057 w 2441401"/>
                <a:gd name="connsiteY136" fmla="*/ 1577972 h 2351349"/>
                <a:gd name="connsiteX137" fmla="*/ 1648272 w 2441401"/>
                <a:gd name="connsiteY137" fmla="*/ 1572608 h 2351349"/>
                <a:gd name="connsiteX138" fmla="*/ 1635562 w 2441401"/>
                <a:gd name="connsiteY138" fmla="*/ 1566596 h 2351349"/>
                <a:gd name="connsiteX139" fmla="*/ 1623424 w 2441401"/>
                <a:gd name="connsiteY139" fmla="*/ 1546069 h 2351349"/>
                <a:gd name="connsiteX140" fmla="*/ 1598118 w 2441401"/>
                <a:gd name="connsiteY140" fmla="*/ 1540057 h 2351349"/>
                <a:gd name="connsiteX141" fmla="*/ 1587949 w 2441401"/>
                <a:gd name="connsiteY141" fmla="*/ 1533143 h 2351349"/>
                <a:gd name="connsiteX142" fmla="*/ 1582738 w 2441401"/>
                <a:gd name="connsiteY142" fmla="*/ 1514446 h 2351349"/>
                <a:gd name="connsiteX143" fmla="*/ 1544112 w 2441401"/>
                <a:gd name="connsiteY143" fmla="*/ 1508561 h 2351349"/>
                <a:gd name="connsiteX144" fmla="*/ 1514345 w 2441401"/>
                <a:gd name="connsiteY144" fmla="*/ 1502816 h 2351349"/>
                <a:gd name="connsiteX145" fmla="*/ 1489026 w 2441401"/>
                <a:gd name="connsiteY145" fmla="*/ 1495622 h 2351349"/>
                <a:gd name="connsiteX146" fmla="*/ 1468690 w 2441401"/>
                <a:gd name="connsiteY146" fmla="*/ 1493792 h 2351349"/>
                <a:gd name="connsiteX147" fmla="*/ 1432288 w 2441401"/>
                <a:gd name="connsiteY147" fmla="*/ 1475502 h 2351349"/>
                <a:gd name="connsiteX148" fmla="*/ 1415841 w 2441401"/>
                <a:gd name="connsiteY148" fmla="*/ 1456551 h 2351349"/>
                <a:gd name="connsiteX149" fmla="*/ 1399521 w 2441401"/>
                <a:gd name="connsiteY149" fmla="*/ 1447921 h 2351349"/>
                <a:gd name="connsiteX150" fmla="*/ 1385311 w 2441401"/>
                <a:gd name="connsiteY150" fmla="*/ 1447921 h 2351349"/>
                <a:gd name="connsiteX151" fmla="*/ 1372906 w 2441401"/>
                <a:gd name="connsiteY151" fmla="*/ 1456551 h 2351349"/>
                <a:gd name="connsiteX152" fmla="*/ 1354641 w 2441401"/>
                <a:gd name="connsiteY152" fmla="*/ 1456551 h 2351349"/>
                <a:gd name="connsiteX153" fmla="*/ 1338321 w 2441401"/>
                <a:gd name="connsiteY153" fmla="*/ 1444654 h 2351349"/>
                <a:gd name="connsiteX154" fmla="*/ 1316917 w 2441401"/>
                <a:gd name="connsiteY154" fmla="*/ 1426352 h 2351349"/>
                <a:gd name="connsiteX155" fmla="*/ 1290429 w 2441401"/>
                <a:gd name="connsiteY155" fmla="*/ 1412371 h 2351349"/>
                <a:gd name="connsiteX156" fmla="*/ 1262632 w 2441401"/>
                <a:gd name="connsiteY156" fmla="*/ 1403219 h 2351349"/>
                <a:gd name="connsiteX157" fmla="*/ 1244494 w 2441401"/>
                <a:gd name="connsiteY157" fmla="*/ 1401262 h 2351349"/>
                <a:gd name="connsiteX158" fmla="*/ 1237834 w 2441401"/>
                <a:gd name="connsiteY158" fmla="*/ 1397728 h 2351349"/>
                <a:gd name="connsiteX159" fmla="*/ 1192688 w 2441401"/>
                <a:gd name="connsiteY159" fmla="*/ 1399431 h 2351349"/>
                <a:gd name="connsiteX160" fmla="*/ 1173241 w 2441401"/>
                <a:gd name="connsiteY160" fmla="*/ 1393941 h 2351349"/>
                <a:gd name="connsiteX161" fmla="*/ 1148189 w 2441401"/>
                <a:gd name="connsiteY161" fmla="*/ 1386734 h 2351349"/>
                <a:gd name="connsiteX162" fmla="*/ 1110211 w 2441401"/>
                <a:gd name="connsiteY162" fmla="*/ 1373808 h 2351349"/>
                <a:gd name="connsiteX163" fmla="*/ 1090764 w 2441401"/>
                <a:gd name="connsiteY163" fmla="*/ 1358251 h 2351349"/>
                <a:gd name="connsiteX164" fmla="*/ 1079401 w 2441401"/>
                <a:gd name="connsiteY164" fmla="*/ 1358644 h 2351349"/>
                <a:gd name="connsiteX165" fmla="*/ 1064925 w 2441401"/>
                <a:gd name="connsiteY165" fmla="*/ 1359915 h 2351349"/>
                <a:gd name="connsiteX166" fmla="*/ 1052786 w 2441401"/>
                <a:gd name="connsiteY166" fmla="*/ 1371354 h 2351349"/>
                <a:gd name="connsiteX167" fmla="*/ 1022117 w 2441401"/>
                <a:gd name="connsiteY167" fmla="*/ 1388742 h 2351349"/>
                <a:gd name="connsiteX168" fmla="*/ 978139 w 2441401"/>
                <a:gd name="connsiteY168" fmla="*/ 1387967 h 2351349"/>
                <a:gd name="connsiteX169" fmla="*/ 949401 w 2441401"/>
                <a:gd name="connsiteY169" fmla="*/ 1366665 h 2351349"/>
                <a:gd name="connsiteX170" fmla="*/ 924350 w 2441401"/>
                <a:gd name="connsiteY170" fmla="*/ 1361695 h 2351349"/>
                <a:gd name="connsiteX171" fmla="*/ 911639 w 2441401"/>
                <a:gd name="connsiteY171" fmla="*/ 1369143 h 2351349"/>
                <a:gd name="connsiteX172" fmla="*/ 893235 w 2441401"/>
                <a:gd name="connsiteY172" fmla="*/ 1397906 h 2351349"/>
                <a:gd name="connsiteX173" fmla="*/ 874055 w 2441401"/>
                <a:gd name="connsiteY173" fmla="*/ 1404033 h 2351349"/>
                <a:gd name="connsiteX174" fmla="*/ 864268 w 2441401"/>
                <a:gd name="connsiteY174" fmla="*/ 1429135 h 2351349"/>
                <a:gd name="connsiteX175" fmla="*/ 858002 w 2441401"/>
                <a:gd name="connsiteY175" fmla="*/ 1436202 h 2351349"/>
                <a:gd name="connsiteX176" fmla="*/ 841949 w 2441401"/>
                <a:gd name="connsiteY176" fmla="*/ 1435668 h 2351349"/>
                <a:gd name="connsiteX177" fmla="*/ 823037 w 2441401"/>
                <a:gd name="connsiteY177" fmla="*/ 1452268 h 2351349"/>
                <a:gd name="connsiteX178" fmla="*/ 822236 w 2441401"/>
                <a:gd name="connsiteY178" fmla="*/ 1471333 h 2351349"/>
                <a:gd name="connsiteX179" fmla="*/ 818601 w 2441401"/>
                <a:gd name="connsiteY179" fmla="*/ 1474358 h 2351349"/>
                <a:gd name="connsiteX180" fmla="*/ 808140 w 2441401"/>
                <a:gd name="connsiteY180" fmla="*/ 1471600 h 2351349"/>
                <a:gd name="connsiteX181" fmla="*/ 794426 w 2441401"/>
                <a:gd name="connsiteY181" fmla="*/ 1486140 h 2351349"/>
                <a:gd name="connsiteX182" fmla="*/ 767938 w 2441401"/>
                <a:gd name="connsiteY182" fmla="*/ 1495292 h 2351349"/>
                <a:gd name="connsiteX183" fmla="*/ 737522 w 2441401"/>
                <a:gd name="connsiteY183" fmla="*/ 1500376 h 2351349"/>
                <a:gd name="connsiteX184" fmla="*/ 713792 w 2441401"/>
                <a:gd name="connsiteY184" fmla="*/ 1517624 h 2351349"/>
                <a:gd name="connsiteX185" fmla="*/ 709611 w 2441401"/>
                <a:gd name="connsiteY185" fmla="*/ 1525072 h 2351349"/>
                <a:gd name="connsiteX186" fmla="*/ 692516 w 2441401"/>
                <a:gd name="connsiteY186" fmla="*/ 1529253 h 2351349"/>
                <a:gd name="connsiteX187" fmla="*/ 676335 w 2441401"/>
                <a:gd name="connsiteY187" fmla="*/ 1523762 h 2351349"/>
                <a:gd name="connsiteX188" fmla="*/ 662761 w 2441401"/>
                <a:gd name="connsiteY188" fmla="*/ 1512133 h 2351349"/>
                <a:gd name="connsiteX189" fmla="*/ 649580 w 2441401"/>
                <a:gd name="connsiteY189" fmla="*/ 1511230 h 2351349"/>
                <a:gd name="connsiteX190" fmla="*/ 594520 w 2441401"/>
                <a:gd name="connsiteY190" fmla="*/ 1521030 h 2351349"/>
                <a:gd name="connsiteX191" fmla="*/ 584593 w 2441401"/>
                <a:gd name="connsiteY191" fmla="*/ 1521157 h 2351349"/>
                <a:gd name="connsiteX192" fmla="*/ 569710 w 2441401"/>
                <a:gd name="connsiteY192" fmla="*/ 1533562 h 2351349"/>
                <a:gd name="connsiteX193" fmla="*/ 557317 w 2441401"/>
                <a:gd name="connsiteY193" fmla="*/ 1552119 h 2351349"/>
                <a:gd name="connsiteX194" fmla="*/ 528605 w 2441401"/>
                <a:gd name="connsiteY194" fmla="*/ 1573561 h 2351349"/>
                <a:gd name="connsiteX195" fmla="*/ 520648 w 2441401"/>
                <a:gd name="connsiteY195" fmla="*/ 1588190 h 2351349"/>
                <a:gd name="connsiteX196" fmla="*/ 506286 w 2441401"/>
                <a:gd name="connsiteY196" fmla="*/ 1605985 h 2351349"/>
                <a:gd name="connsiteX197" fmla="*/ 501850 w 2441401"/>
                <a:gd name="connsiteY197" fmla="*/ 1613700 h 2351349"/>
                <a:gd name="connsiteX198" fmla="*/ 481234 w 2441401"/>
                <a:gd name="connsiteY198" fmla="*/ 1625978 h 2351349"/>
                <a:gd name="connsiteX199" fmla="*/ 468524 w 2441401"/>
                <a:gd name="connsiteY199" fmla="*/ 1633604 h 2351349"/>
                <a:gd name="connsiteX200" fmla="*/ 465982 w 2441401"/>
                <a:gd name="connsiteY200" fmla="*/ 1660296 h 2351349"/>
                <a:gd name="connsiteX201" fmla="*/ 448886 w 2441401"/>
                <a:gd name="connsiteY201" fmla="*/ 1685119 h 2351349"/>
                <a:gd name="connsiteX202" fmla="*/ 449801 w 2441401"/>
                <a:gd name="connsiteY202" fmla="*/ 1708912 h 2351349"/>
                <a:gd name="connsiteX203" fmla="*/ 439633 w 2441401"/>
                <a:gd name="connsiteY203" fmla="*/ 1714937 h 2351349"/>
                <a:gd name="connsiteX204" fmla="*/ 431791 w 2441401"/>
                <a:gd name="connsiteY204" fmla="*/ 1730087 h 2351349"/>
                <a:gd name="connsiteX205" fmla="*/ 410006 w 2441401"/>
                <a:gd name="connsiteY205" fmla="*/ 1722118 h 2351349"/>
                <a:gd name="connsiteX206" fmla="*/ 400486 w 2441401"/>
                <a:gd name="connsiteY206" fmla="*/ 1722652 h 2351349"/>
                <a:gd name="connsiteX207" fmla="*/ 378167 w 2441401"/>
                <a:gd name="connsiteY207" fmla="*/ 1741463 h 2351349"/>
                <a:gd name="connsiteX208" fmla="*/ 347243 w 2441401"/>
                <a:gd name="connsiteY208" fmla="*/ 1785644 h 2351349"/>
                <a:gd name="connsiteX209" fmla="*/ 333541 w 2441401"/>
                <a:gd name="connsiteY209" fmla="*/ 1799625 h 2351349"/>
                <a:gd name="connsiteX210" fmla="*/ 303558 w 2441401"/>
                <a:gd name="connsiteY210" fmla="*/ 1838213 h 2351349"/>
                <a:gd name="connsiteX211" fmla="*/ 237528 w 2441401"/>
                <a:gd name="connsiteY211" fmla="*/ 1803196 h 2351349"/>
                <a:gd name="connsiteX212" fmla="*/ 225123 w 2441401"/>
                <a:gd name="connsiteY212" fmla="*/ 1809552 h 2351349"/>
                <a:gd name="connsiteX213" fmla="*/ 222251 w 2441401"/>
                <a:gd name="connsiteY213" fmla="*/ 1826545 h 2351349"/>
                <a:gd name="connsiteX214" fmla="*/ 268846 w 2441401"/>
                <a:gd name="connsiteY214" fmla="*/ 1848229 h 2351349"/>
                <a:gd name="connsiteX215" fmla="*/ 264410 w 2441401"/>
                <a:gd name="connsiteY215" fmla="*/ 1869683 h 2351349"/>
                <a:gd name="connsiteX216" fmla="*/ 292716 w 2441401"/>
                <a:gd name="connsiteY216" fmla="*/ 1881034 h 2351349"/>
                <a:gd name="connsiteX217" fmla="*/ 278493 w 2441401"/>
                <a:gd name="connsiteY217" fmla="*/ 1921554 h 2351349"/>
                <a:gd name="connsiteX218" fmla="*/ 267156 w 2441401"/>
                <a:gd name="connsiteY218" fmla="*/ 1948106 h 2351349"/>
                <a:gd name="connsiteX219" fmla="*/ 250048 w 2441401"/>
                <a:gd name="connsiteY219" fmla="*/ 1966586 h 2351349"/>
                <a:gd name="connsiteX220" fmla="*/ 238837 w 2441401"/>
                <a:gd name="connsiteY220" fmla="*/ 1984228 h 2351349"/>
                <a:gd name="connsiteX221" fmla="*/ 226686 w 2441401"/>
                <a:gd name="connsiteY221" fmla="*/ 2000751 h 2351349"/>
                <a:gd name="connsiteX222" fmla="*/ 215603 w 2441401"/>
                <a:gd name="connsiteY222" fmla="*/ 2007945 h 2351349"/>
                <a:gd name="connsiteX223" fmla="*/ 152561 w 2441401"/>
                <a:gd name="connsiteY223" fmla="*/ 1979843 h 2351349"/>
                <a:gd name="connsiteX224" fmla="*/ 119934 w 2441401"/>
                <a:gd name="connsiteY224" fmla="*/ 1937493 h 2351349"/>
                <a:gd name="connsiteX225" fmla="*/ 135071 w 2441401"/>
                <a:gd name="connsiteY225" fmla="*/ 1919851 h 2351349"/>
                <a:gd name="connsiteX226" fmla="*/ 151251 w 2441401"/>
                <a:gd name="connsiteY226" fmla="*/ 1890439 h 2351349"/>
                <a:gd name="connsiteX227" fmla="*/ 151912 w 2441401"/>
                <a:gd name="connsiteY227" fmla="*/ 1875937 h 2351349"/>
                <a:gd name="connsiteX228" fmla="*/ 191568 w 2441401"/>
                <a:gd name="connsiteY228" fmla="*/ 1842077 h 2351349"/>
                <a:gd name="connsiteX229" fmla="*/ 194975 w 2441401"/>
                <a:gd name="connsiteY229" fmla="*/ 1817381 h 2351349"/>
                <a:gd name="connsiteX230" fmla="*/ 216239 w 2441401"/>
                <a:gd name="connsiteY230" fmla="*/ 1798417 h 2351349"/>
                <a:gd name="connsiteX231" fmla="*/ 198622 w 2441401"/>
                <a:gd name="connsiteY231" fmla="*/ 1771726 h 2351349"/>
                <a:gd name="connsiteX232" fmla="*/ 193144 w 2441401"/>
                <a:gd name="connsiteY232" fmla="*/ 1757605 h 2351349"/>
                <a:gd name="connsiteX233" fmla="*/ 175007 w 2441401"/>
                <a:gd name="connsiteY233" fmla="*/ 1763757 h 2351349"/>
                <a:gd name="connsiteX234" fmla="*/ 110401 w 2441401"/>
                <a:gd name="connsiteY234" fmla="*/ 1705201 h 2351349"/>
                <a:gd name="connsiteX235" fmla="*/ 91615 w 2441401"/>
                <a:gd name="connsiteY235" fmla="*/ 1703231 h 2351349"/>
                <a:gd name="connsiteX236" fmla="*/ 63945 w 2441401"/>
                <a:gd name="connsiteY236" fmla="*/ 1670693 h 2351349"/>
                <a:gd name="connsiteX237" fmla="*/ 10702 w 2441401"/>
                <a:gd name="connsiteY237" fmla="*/ 1654093 h 2351349"/>
                <a:gd name="connsiteX238" fmla="*/ 0 w 2441401"/>
                <a:gd name="connsiteY238" fmla="*/ 1644942 h 2351349"/>
                <a:gd name="connsiteX239" fmla="*/ 22967 w 2441401"/>
                <a:gd name="connsiteY239" fmla="*/ 1598156 h 2351349"/>
                <a:gd name="connsiteX240" fmla="*/ 42287 w 2441401"/>
                <a:gd name="connsiteY240" fmla="*/ 1576447 h 2351349"/>
                <a:gd name="connsiteX241" fmla="*/ 17222 w 2441401"/>
                <a:gd name="connsiteY241" fmla="*/ 1533448 h 2351349"/>
                <a:gd name="connsiteX242" fmla="*/ 21658 w 2441401"/>
                <a:gd name="connsiteY242" fmla="*/ 1498952 h 2351349"/>
                <a:gd name="connsiteX243" fmla="*/ 71393 w 2441401"/>
                <a:gd name="connsiteY243" fmla="*/ 1452420 h 2351349"/>
                <a:gd name="connsiteX244" fmla="*/ 105190 w 2441401"/>
                <a:gd name="connsiteY244" fmla="*/ 1367720 h 2351349"/>
                <a:gd name="connsiteX245" fmla="*/ 197440 w 2441401"/>
                <a:gd name="connsiteY245" fmla="*/ 1263687 h 2351349"/>
                <a:gd name="connsiteX246" fmla="*/ 186751 w 2441401"/>
                <a:gd name="connsiteY246" fmla="*/ 1252565 h 2351349"/>
                <a:gd name="connsiteX247" fmla="*/ 104135 w 2441401"/>
                <a:gd name="connsiteY247" fmla="*/ 1169186 h 2351349"/>
                <a:gd name="connsiteX248" fmla="*/ 191428 w 2441401"/>
                <a:gd name="connsiteY248" fmla="*/ 1084091 h 2351349"/>
                <a:gd name="connsiteX249" fmla="*/ 232101 w 2441401"/>
                <a:gd name="connsiteY249" fmla="*/ 1062128 h 2351349"/>
                <a:gd name="connsiteX250" fmla="*/ 328940 w 2441401"/>
                <a:gd name="connsiteY250" fmla="*/ 968682 h 2351349"/>
                <a:gd name="connsiteX251" fmla="*/ 362609 w 2441401"/>
                <a:gd name="connsiteY251" fmla="*/ 928569 h 2351349"/>
                <a:gd name="connsiteX252" fmla="*/ 429974 w 2441401"/>
                <a:gd name="connsiteY252" fmla="*/ 868170 h 2351349"/>
                <a:gd name="connsiteX253" fmla="*/ 433507 w 2441401"/>
                <a:gd name="connsiteY253" fmla="*/ 852918 h 2351349"/>
                <a:gd name="connsiteX254" fmla="*/ 513505 w 2441401"/>
                <a:gd name="connsiteY254" fmla="*/ 810568 h 2351349"/>
                <a:gd name="connsiteX255" fmla="*/ 622457 w 2441401"/>
                <a:gd name="connsiteY255" fmla="*/ 743394 h 2351349"/>
                <a:gd name="connsiteX256" fmla="*/ 634862 w 2441401"/>
                <a:gd name="connsiteY256" fmla="*/ 718559 h 2351349"/>
                <a:gd name="connsiteX257" fmla="*/ 666638 w 2441401"/>
                <a:gd name="connsiteY257" fmla="*/ 710932 h 2351349"/>
                <a:gd name="connsiteX258" fmla="*/ 684432 w 2441401"/>
                <a:gd name="connsiteY258" fmla="*/ 693685 h 2351349"/>
                <a:gd name="connsiteX259" fmla="*/ 678560 w 2441401"/>
                <a:gd name="connsiteY259" fmla="*/ 680085 h 2351349"/>
                <a:gd name="connsiteX260" fmla="*/ 703878 w 2441401"/>
                <a:gd name="connsiteY260" fmla="*/ 656431 h 2351349"/>
                <a:gd name="connsiteX261" fmla="*/ 740420 w 2441401"/>
                <a:gd name="connsiteY261" fmla="*/ 653165 h 2351349"/>
                <a:gd name="connsiteX262" fmla="*/ 775399 w 2441401"/>
                <a:gd name="connsiteY262" fmla="*/ 626905 h 2351349"/>
                <a:gd name="connsiteX263" fmla="*/ 785847 w 2441401"/>
                <a:gd name="connsiteY263" fmla="*/ 610941 h 2351349"/>
                <a:gd name="connsiteX264" fmla="*/ 799675 w 2441401"/>
                <a:gd name="connsiteY264" fmla="*/ 600099 h 2351349"/>
                <a:gd name="connsiteX265" fmla="*/ 819376 w 2441401"/>
                <a:gd name="connsiteY265" fmla="*/ 550708 h 2351349"/>
                <a:gd name="connsiteX266" fmla="*/ 778398 w 2441401"/>
                <a:gd name="connsiteY266" fmla="*/ 507823 h 2351349"/>
                <a:gd name="connsiteX267" fmla="*/ 771090 w 2441401"/>
                <a:gd name="connsiteY267" fmla="*/ 475540 h 2351349"/>
                <a:gd name="connsiteX268" fmla="*/ 784792 w 2441401"/>
                <a:gd name="connsiteY268" fmla="*/ 461304 h 2351349"/>
                <a:gd name="connsiteX269" fmla="*/ 794312 w 2441401"/>
                <a:gd name="connsiteY269" fmla="*/ 409281 h 2351349"/>
                <a:gd name="connsiteX270" fmla="*/ 831896 w 2441401"/>
                <a:gd name="connsiteY270" fmla="*/ 360258 h 2351349"/>
                <a:gd name="connsiteX271" fmla="*/ 876801 w 2441401"/>
                <a:gd name="connsiteY271" fmla="*/ 375167 h 2351349"/>
                <a:gd name="connsiteX272" fmla="*/ 940085 w 2441401"/>
                <a:gd name="connsiteY272" fmla="*/ 350585 h 2351349"/>
                <a:gd name="connsiteX273" fmla="*/ 969318 w 2441401"/>
                <a:gd name="connsiteY273" fmla="*/ 339858 h 2351349"/>
                <a:gd name="connsiteX274" fmla="*/ 1042656 w 2441401"/>
                <a:gd name="connsiteY274" fmla="*/ 290288 h 2351349"/>
                <a:gd name="connsiteX275" fmla="*/ 1058188 w 2441401"/>
                <a:gd name="connsiteY275" fmla="*/ 280743 h 2351349"/>
                <a:gd name="connsiteX276" fmla="*/ 1091730 w 2441401"/>
                <a:gd name="connsiteY276" fmla="*/ 265491 h 2351349"/>
                <a:gd name="connsiteX277" fmla="*/ 1124879 w 2441401"/>
                <a:gd name="connsiteY277" fmla="*/ 258958 h 2351349"/>
                <a:gd name="connsiteX278" fmla="*/ 1162590 w 2441401"/>
                <a:gd name="connsiteY278" fmla="*/ 252679 h 2351349"/>
                <a:gd name="connsiteX279" fmla="*/ 1180600 w 2441401"/>
                <a:gd name="connsiteY279" fmla="*/ 244048 h 2351349"/>
                <a:gd name="connsiteX280" fmla="*/ 1212312 w 2441401"/>
                <a:gd name="connsiteY280" fmla="*/ 200923 h 2351349"/>
                <a:gd name="connsiteX281" fmla="*/ 1247024 w 2441401"/>
                <a:gd name="connsiteY281" fmla="*/ 167330 h 2351349"/>
                <a:gd name="connsiteX282" fmla="*/ 1366830 w 2441401"/>
                <a:gd name="connsiteY282" fmla="*/ 113210 h 2351349"/>
                <a:gd name="connsiteX283" fmla="*/ 1372181 w 2441401"/>
                <a:gd name="connsiteY283" fmla="*/ 128462 h 2351349"/>
                <a:gd name="connsiteX284" fmla="*/ 1357552 w 2441401"/>
                <a:gd name="connsiteY284" fmla="*/ 202448 h 2351349"/>
                <a:gd name="connsiteX285" fmla="*/ 1403880 w 2441401"/>
                <a:gd name="connsiteY285" fmla="*/ 243743 h 2351349"/>
                <a:gd name="connsiteX286" fmla="*/ 1400372 w 2441401"/>
                <a:gd name="connsiteY286" fmla="*/ 267410 h 2351349"/>
                <a:gd name="connsiteX287" fmla="*/ 1404681 w 2441401"/>
                <a:gd name="connsiteY287" fmla="*/ 268846 h 2351349"/>
                <a:gd name="connsiteX288" fmla="*/ 1403232 w 2441401"/>
                <a:gd name="connsiteY288" fmla="*/ 283221 h 2351349"/>
                <a:gd name="connsiteX289" fmla="*/ 1396877 w 2441401"/>
                <a:gd name="connsiteY289" fmla="*/ 306354 h 2351349"/>
                <a:gd name="connsiteX290" fmla="*/ 1438503 w 2441401"/>
                <a:gd name="connsiteY290" fmla="*/ 309354 h 2351349"/>
                <a:gd name="connsiteX291" fmla="*/ 1432249 w 2441401"/>
                <a:gd name="connsiteY291" fmla="*/ 326741 h 2351349"/>
                <a:gd name="connsiteX292" fmla="*/ 1416057 w 2441401"/>
                <a:gd name="connsiteY292" fmla="*/ 340074 h 2351349"/>
                <a:gd name="connsiteX293" fmla="*/ 1403664 w 2441401"/>
                <a:gd name="connsiteY293" fmla="*/ 344256 h 2351349"/>
                <a:gd name="connsiteX294" fmla="*/ 1386061 w 2441401"/>
                <a:gd name="connsiteY294" fmla="*/ 364783 h 2351349"/>
                <a:gd name="connsiteX295" fmla="*/ 1375892 w 2441401"/>
                <a:gd name="connsiteY295" fmla="*/ 366613 h 2351349"/>
                <a:gd name="connsiteX296" fmla="*/ 1355264 w 2441401"/>
                <a:gd name="connsiteY296" fmla="*/ 378637 h 2351349"/>
                <a:gd name="connsiteX297" fmla="*/ 1327301 w 2441401"/>
                <a:gd name="connsiteY297" fmla="*/ 413145 h 2351349"/>
                <a:gd name="connsiteX298" fmla="*/ 1313320 w 2441401"/>
                <a:gd name="connsiteY298" fmla="*/ 417594 h 2351349"/>
                <a:gd name="connsiteX299" fmla="*/ 1304969 w 2441401"/>
                <a:gd name="connsiteY299" fmla="*/ 426351 h 2351349"/>
                <a:gd name="connsiteX300" fmla="*/ 1296072 w 2441401"/>
                <a:gd name="connsiteY300" fmla="*/ 429351 h 2351349"/>
                <a:gd name="connsiteX301" fmla="*/ 1287175 w 2441401"/>
                <a:gd name="connsiteY301" fmla="*/ 446217 h 2351349"/>
                <a:gd name="connsiteX302" fmla="*/ 1277770 w 2441401"/>
                <a:gd name="connsiteY302" fmla="*/ 451174 h 2351349"/>
                <a:gd name="connsiteX303" fmla="*/ 1273080 w 2441401"/>
                <a:gd name="connsiteY303" fmla="*/ 457707 h 2351349"/>
                <a:gd name="connsiteX304" fmla="*/ 1260674 w 2441401"/>
                <a:gd name="connsiteY304" fmla="*/ 460719 h 2351349"/>
                <a:gd name="connsiteX305" fmla="*/ 1239792 w 2441401"/>
                <a:gd name="connsiteY305" fmla="*/ 472222 h 2351349"/>
                <a:gd name="connsiteX306" fmla="*/ 1189675 w 2441401"/>
                <a:gd name="connsiteY306" fmla="*/ 512742 h 2351349"/>
                <a:gd name="connsiteX307" fmla="*/ 1190603 w 2441401"/>
                <a:gd name="connsiteY307" fmla="*/ 529202 h 2351349"/>
                <a:gd name="connsiteX308" fmla="*/ 1192039 w 2441401"/>
                <a:gd name="connsiteY308" fmla="*/ 538099 h 2351349"/>
                <a:gd name="connsiteX309" fmla="*/ 1203771 w 2441401"/>
                <a:gd name="connsiteY309" fmla="*/ 550670 h 2351349"/>
                <a:gd name="connsiteX310" fmla="*/ 1214079 w 2441401"/>
                <a:gd name="connsiteY310" fmla="*/ 561638 h 2351349"/>
                <a:gd name="connsiteX311" fmla="*/ 1238012 w 2441401"/>
                <a:gd name="connsiteY311" fmla="*/ 559567 h 2351349"/>
                <a:gd name="connsiteX312" fmla="*/ 1244812 w 2441401"/>
                <a:gd name="connsiteY312" fmla="*/ 554737 h 2351349"/>
                <a:gd name="connsiteX313" fmla="*/ 1258374 w 2441401"/>
                <a:gd name="connsiteY313" fmla="*/ 554203 h 2351349"/>
                <a:gd name="connsiteX314" fmla="*/ 1268949 w 2441401"/>
                <a:gd name="connsiteY314" fmla="*/ 544035 h 2351349"/>
                <a:gd name="connsiteX315" fmla="*/ 1356916 w 2441401"/>
                <a:gd name="connsiteY315" fmla="*/ 499981 h 2351349"/>
                <a:gd name="connsiteX316" fmla="*/ 1384701 w 2441401"/>
                <a:gd name="connsiteY316" fmla="*/ 498024 h 2351349"/>
                <a:gd name="connsiteX317" fmla="*/ 1395390 w 2441401"/>
                <a:gd name="connsiteY317" fmla="*/ 502193 h 2351349"/>
                <a:gd name="connsiteX318" fmla="*/ 1405062 w 2441401"/>
                <a:gd name="connsiteY318" fmla="*/ 498799 h 2351349"/>
                <a:gd name="connsiteX319" fmla="*/ 1422539 w 2441401"/>
                <a:gd name="connsiteY319" fmla="*/ 511992 h 2351349"/>
                <a:gd name="connsiteX320" fmla="*/ 1440435 w 2441401"/>
                <a:gd name="connsiteY320" fmla="*/ 510823 h 2351349"/>
                <a:gd name="connsiteX321" fmla="*/ 1458051 w 2441401"/>
                <a:gd name="connsiteY321" fmla="*/ 493308 h 2351349"/>
                <a:gd name="connsiteX322" fmla="*/ 1477625 w 2441401"/>
                <a:gd name="connsiteY322" fmla="*/ 512539 h 2351349"/>
                <a:gd name="connsiteX323" fmla="*/ 1492496 w 2441401"/>
                <a:gd name="connsiteY323" fmla="*/ 518411 h 2351349"/>
                <a:gd name="connsiteX324" fmla="*/ 1471359 w 2441401"/>
                <a:gd name="connsiteY324" fmla="*/ 545344 h 2351349"/>
                <a:gd name="connsiteX325" fmla="*/ 1480091 w 2441401"/>
                <a:gd name="connsiteY325" fmla="*/ 555143 h 2351349"/>
                <a:gd name="connsiteX326" fmla="*/ 1490932 w 2441401"/>
                <a:gd name="connsiteY326" fmla="*/ 544823 h 2351349"/>
                <a:gd name="connsiteX327" fmla="*/ 1520547 w 2441401"/>
                <a:gd name="connsiteY327" fmla="*/ 571730 h 2351349"/>
                <a:gd name="connsiteX328" fmla="*/ 1553835 w 2441401"/>
                <a:gd name="connsiteY328" fmla="*/ 583627 h 2351349"/>
                <a:gd name="connsiteX329" fmla="*/ 1560101 w 2441401"/>
                <a:gd name="connsiteY329" fmla="*/ 589118 h 2351349"/>
                <a:gd name="connsiteX330" fmla="*/ 1576142 w 2441401"/>
                <a:gd name="connsiteY330" fmla="*/ 601015 h 2351349"/>
                <a:gd name="connsiteX331" fmla="*/ 1612556 w 2441401"/>
                <a:gd name="connsiteY331" fmla="*/ 584809 h 2351349"/>
                <a:gd name="connsiteX332" fmla="*/ 1633299 w 2441401"/>
                <a:gd name="connsiteY332" fmla="*/ 564282 h 2351349"/>
                <a:gd name="connsiteX333" fmla="*/ 1655352 w 2441401"/>
                <a:gd name="connsiteY333" fmla="*/ 568095 h 2351349"/>
                <a:gd name="connsiteX334" fmla="*/ 1681865 w 2441401"/>
                <a:gd name="connsiteY334" fmla="*/ 593185 h 2351349"/>
                <a:gd name="connsiteX335" fmla="*/ 1740180 w 2441401"/>
                <a:gd name="connsiteY335" fmla="*/ 571235 h 2351349"/>
                <a:gd name="connsiteX336" fmla="*/ 1751415 w 2441401"/>
                <a:gd name="connsiteY336" fmla="*/ 582674 h 2351349"/>
                <a:gd name="connsiteX337" fmla="*/ 1763681 w 2441401"/>
                <a:gd name="connsiteY337" fmla="*/ 563608 h 2351349"/>
                <a:gd name="connsiteX338" fmla="*/ 1772730 w 2441401"/>
                <a:gd name="connsiteY338" fmla="*/ 534146 h 2351349"/>
                <a:gd name="connsiteX339" fmla="*/ 1782390 w 2441401"/>
                <a:gd name="connsiteY339" fmla="*/ 527486 h 2351349"/>
                <a:gd name="connsiteX340" fmla="*/ 1793829 w 2441401"/>
                <a:gd name="connsiteY340" fmla="*/ 505129 h 2351349"/>
                <a:gd name="connsiteX341" fmla="*/ 1744895 w 2441401"/>
                <a:gd name="connsiteY341" fmla="*/ 492063 h 2351349"/>
                <a:gd name="connsiteX342" fmla="*/ 1740840 w 2441401"/>
                <a:gd name="connsiteY342" fmla="*/ 450882 h 2351349"/>
                <a:gd name="connsiteX343" fmla="*/ 1745658 w 2441401"/>
                <a:gd name="connsiteY343" fmla="*/ 418877 h 2351349"/>
                <a:gd name="connsiteX344" fmla="*/ 1769807 w 2441401"/>
                <a:gd name="connsiteY344" fmla="*/ 381764 h 2351349"/>
                <a:gd name="connsiteX345" fmla="*/ 1791872 w 2441401"/>
                <a:gd name="connsiteY345" fmla="*/ 361745 h 2351349"/>
                <a:gd name="connsiteX346" fmla="*/ 1765765 w 2441401"/>
                <a:gd name="connsiteY346" fmla="*/ 337036 h 2351349"/>
                <a:gd name="connsiteX347" fmla="*/ 1773595 w 2441401"/>
                <a:gd name="connsiteY347" fmla="*/ 309722 h 2351349"/>
                <a:gd name="connsiteX348" fmla="*/ 1752979 w 2441401"/>
                <a:gd name="connsiteY348" fmla="*/ 282268 h 2351349"/>
                <a:gd name="connsiteX349" fmla="*/ 1712903 w 2441401"/>
                <a:gd name="connsiteY349" fmla="*/ 261614 h 2351349"/>
                <a:gd name="connsiteX350" fmla="*/ 1734841 w 2441401"/>
                <a:gd name="connsiteY350" fmla="*/ 242015 h 2351349"/>
                <a:gd name="connsiteX351" fmla="*/ 1734841 w 2441401"/>
                <a:gd name="connsiteY351" fmla="*/ 233118 h 2351349"/>
                <a:gd name="connsiteX352" fmla="*/ 1778158 w 2441401"/>
                <a:gd name="connsiteY352" fmla="*/ 206846 h 2351349"/>
                <a:gd name="connsiteX353" fmla="*/ 1784170 w 2441401"/>
                <a:gd name="connsiteY353" fmla="*/ 246311 h 2351349"/>
                <a:gd name="connsiteX354" fmla="*/ 1810009 w 2441401"/>
                <a:gd name="connsiteY354" fmla="*/ 255488 h 2351349"/>
                <a:gd name="connsiteX355" fmla="*/ 1851368 w 2441401"/>
                <a:gd name="connsiteY355" fmla="*/ 325788 h 2351349"/>
                <a:gd name="connsiteX356" fmla="*/ 1871082 w 2441401"/>
                <a:gd name="connsiteY356" fmla="*/ 320170 h 2351349"/>
                <a:gd name="connsiteX357" fmla="*/ 1857901 w 2441401"/>
                <a:gd name="connsiteY357" fmla="*/ 271947 h 2351349"/>
                <a:gd name="connsiteX358" fmla="*/ 1881657 w 2441401"/>
                <a:gd name="connsiteY358" fmla="*/ 262923 h 2351349"/>
                <a:gd name="connsiteX359" fmla="*/ 1908920 w 2441401"/>
                <a:gd name="connsiteY359" fmla="*/ 299516 h 2351349"/>
                <a:gd name="connsiteX360" fmla="*/ 1912454 w 2441401"/>
                <a:gd name="connsiteY360" fmla="*/ 304231 h 2351349"/>
                <a:gd name="connsiteX361" fmla="*/ 1897201 w 2441401"/>
                <a:gd name="connsiteY361" fmla="*/ 322661 h 2351349"/>
                <a:gd name="connsiteX362" fmla="*/ 1878797 w 2441401"/>
                <a:gd name="connsiteY362" fmla="*/ 368011 h 2351349"/>
                <a:gd name="connsiteX363" fmla="*/ 1904027 w 2441401"/>
                <a:gd name="connsiteY363" fmla="*/ 401960 h 2351349"/>
                <a:gd name="connsiteX364" fmla="*/ 1918631 w 2441401"/>
                <a:gd name="connsiteY364" fmla="*/ 432287 h 2351349"/>
                <a:gd name="connsiteX365" fmla="*/ 1891367 w 2441401"/>
                <a:gd name="connsiteY365" fmla="*/ 454631 h 2351349"/>
                <a:gd name="connsiteX366" fmla="*/ 1863049 w 2441401"/>
                <a:gd name="connsiteY366" fmla="*/ 438693 h 2351349"/>
                <a:gd name="connsiteX367" fmla="*/ 1848699 w 2441401"/>
                <a:gd name="connsiteY367" fmla="*/ 465219 h 2351349"/>
                <a:gd name="connsiteX368" fmla="*/ 1861753 w 2441401"/>
                <a:gd name="connsiteY368" fmla="*/ 506654 h 2351349"/>
                <a:gd name="connsiteX369" fmla="*/ 1848572 w 2441401"/>
                <a:gd name="connsiteY369" fmla="*/ 552017 h 2351349"/>
                <a:gd name="connsiteX370" fmla="*/ 1808497 w 2441401"/>
                <a:gd name="connsiteY370" fmla="*/ 577628 h 2351349"/>
                <a:gd name="connsiteX371" fmla="*/ 1787881 w 2441401"/>
                <a:gd name="connsiteY371" fmla="*/ 619457 h 2351349"/>
                <a:gd name="connsiteX372" fmla="*/ 1758012 w 2441401"/>
                <a:gd name="connsiteY372" fmla="*/ 633184 h 2351349"/>
                <a:gd name="connsiteX373" fmla="*/ 1749903 w 2441401"/>
                <a:gd name="connsiteY373" fmla="*/ 661541 h 2351349"/>
                <a:gd name="connsiteX374" fmla="*/ 1772781 w 2441401"/>
                <a:gd name="connsiteY374" fmla="*/ 666510 h 2351349"/>
                <a:gd name="connsiteX375" fmla="*/ 1791186 w 2441401"/>
                <a:gd name="connsiteY375" fmla="*/ 659965 h 2351349"/>
                <a:gd name="connsiteX376" fmla="*/ 1812793 w 2441401"/>
                <a:gd name="connsiteY376" fmla="*/ 685855 h 2351349"/>
                <a:gd name="connsiteX377" fmla="*/ 1802358 w 2441401"/>
                <a:gd name="connsiteY377" fmla="*/ 717872 h 2351349"/>
                <a:gd name="connsiteX378" fmla="*/ 1800413 w 2441401"/>
                <a:gd name="connsiteY378" fmla="*/ 728473 h 2351349"/>
                <a:gd name="connsiteX379" fmla="*/ 1775997 w 2441401"/>
                <a:gd name="connsiteY379" fmla="*/ 755393 h 2351349"/>
                <a:gd name="connsiteX380" fmla="*/ 1767519 w 2441401"/>
                <a:gd name="connsiteY380" fmla="*/ 749368 h 2351349"/>
                <a:gd name="connsiteX381" fmla="*/ 1723402 w 2441401"/>
                <a:gd name="connsiteY381" fmla="*/ 795519 h 2351349"/>
                <a:gd name="connsiteX382" fmla="*/ 1711658 w 2441401"/>
                <a:gd name="connsiteY382" fmla="*/ 812627 h 2351349"/>
                <a:gd name="connsiteX383" fmla="*/ 1713996 w 2441401"/>
                <a:gd name="connsiteY383" fmla="*/ 820482 h 2351349"/>
                <a:gd name="connsiteX384" fmla="*/ 1695745 w 2441401"/>
                <a:gd name="connsiteY384" fmla="*/ 846487 h 2351349"/>
                <a:gd name="connsiteX385" fmla="*/ 1680327 w 2441401"/>
                <a:gd name="connsiteY385" fmla="*/ 858790 h 2351349"/>
                <a:gd name="connsiteX386" fmla="*/ 1654360 w 2441401"/>
                <a:gd name="connsiteY386" fmla="*/ 889498 h 2351349"/>
                <a:gd name="connsiteX387" fmla="*/ 1669117 w 2441401"/>
                <a:gd name="connsiteY387" fmla="*/ 899170 h 2351349"/>
                <a:gd name="connsiteX388" fmla="*/ 1661148 w 2441401"/>
                <a:gd name="connsiteY388" fmla="*/ 936666 h 2351349"/>
                <a:gd name="connsiteX389" fmla="*/ 1631266 w 2441401"/>
                <a:gd name="connsiteY389" fmla="*/ 952312 h 2351349"/>
                <a:gd name="connsiteX390" fmla="*/ 1623830 w 2441401"/>
                <a:gd name="connsiteY390" fmla="*/ 948270 h 2351349"/>
                <a:gd name="connsiteX391" fmla="*/ 1611819 w 2441401"/>
                <a:gd name="connsiteY391" fmla="*/ 936246 h 2351349"/>
                <a:gd name="connsiteX392" fmla="*/ 1578773 w 2441401"/>
                <a:gd name="connsiteY392" fmla="*/ 937682 h 2351349"/>
                <a:gd name="connsiteX393" fmla="*/ 1558945 w 2441401"/>
                <a:gd name="connsiteY393" fmla="*/ 972966 h 2351349"/>
                <a:gd name="connsiteX394" fmla="*/ 1530881 w 2441401"/>
                <a:gd name="connsiteY394" fmla="*/ 973869 h 2351349"/>
                <a:gd name="connsiteX395" fmla="*/ 1528262 w 2441401"/>
                <a:gd name="connsiteY395" fmla="*/ 983948 h 2351349"/>
                <a:gd name="connsiteX396" fmla="*/ 1515489 w 2441401"/>
                <a:gd name="connsiteY396" fmla="*/ 1002771 h 2351349"/>
                <a:gd name="connsiteX397" fmla="*/ 1527080 w 2441401"/>
                <a:gd name="connsiteY397" fmla="*/ 1094005 h 2351349"/>
                <a:gd name="connsiteX398" fmla="*/ 1516658 w 2441401"/>
                <a:gd name="connsiteY398" fmla="*/ 1117646 h 2351349"/>
                <a:gd name="connsiteX399" fmla="*/ 1522009 w 2441401"/>
                <a:gd name="connsiteY399" fmla="*/ 1138694 h 2351349"/>
                <a:gd name="connsiteX400" fmla="*/ 1517954 w 2441401"/>
                <a:gd name="connsiteY400" fmla="*/ 1166276 h 2351349"/>
                <a:gd name="connsiteX401" fmla="*/ 1508816 w 2441401"/>
                <a:gd name="connsiteY401" fmla="*/ 1190577 h 2351349"/>
                <a:gd name="connsiteX402" fmla="*/ 1518082 w 2441401"/>
                <a:gd name="connsiteY402" fmla="*/ 1194251 h 2351349"/>
                <a:gd name="connsiteX403" fmla="*/ 1546527 w 2441401"/>
                <a:gd name="connsiteY403" fmla="*/ 1181947 h 2351349"/>
                <a:gd name="connsiteX404" fmla="*/ 1544849 w 2441401"/>
                <a:gd name="connsiteY404" fmla="*/ 1173469 h 2351349"/>
                <a:gd name="connsiteX405" fmla="*/ 1548662 w 2441401"/>
                <a:gd name="connsiteY405" fmla="*/ 1159997 h 2351349"/>
                <a:gd name="connsiteX406" fmla="*/ 1562504 w 2441401"/>
                <a:gd name="connsiteY406" fmla="*/ 1165360 h 2351349"/>
                <a:gd name="connsiteX407" fmla="*/ 1571896 w 2441401"/>
                <a:gd name="connsiteY407" fmla="*/ 1185226 h 2351349"/>
                <a:gd name="connsiteX408" fmla="*/ 1581683 w 2441401"/>
                <a:gd name="connsiteY408" fmla="*/ 1188239 h 2351349"/>
                <a:gd name="connsiteX409" fmla="*/ 1590822 w 2441401"/>
                <a:gd name="connsiteY409" fmla="*/ 1190984 h 2351349"/>
                <a:gd name="connsiteX410" fmla="*/ 1603075 w 2441401"/>
                <a:gd name="connsiteY410" fmla="*/ 1176863 h 2351349"/>
                <a:gd name="connsiteX411" fmla="*/ 1606468 w 2441401"/>
                <a:gd name="connsiteY411" fmla="*/ 1170978 h 2351349"/>
                <a:gd name="connsiteX412" fmla="*/ 1627745 w 2441401"/>
                <a:gd name="connsiteY412" fmla="*/ 1171372 h 2351349"/>
                <a:gd name="connsiteX413" fmla="*/ 1650623 w 2441401"/>
                <a:gd name="connsiteY413" fmla="*/ 1182875 h 2351349"/>
                <a:gd name="connsiteX414" fmla="*/ 1653165 w 2441401"/>
                <a:gd name="connsiteY414" fmla="*/ 1188760 h 2351349"/>
                <a:gd name="connsiteX415" fmla="*/ 1666753 w 2441401"/>
                <a:gd name="connsiteY415" fmla="*/ 1208626 h 2351349"/>
                <a:gd name="connsiteX416" fmla="*/ 1696494 w 2441401"/>
                <a:gd name="connsiteY416" fmla="*/ 1228962 h 2351349"/>
                <a:gd name="connsiteX417" fmla="*/ 1720644 w 2441401"/>
                <a:gd name="connsiteY417" fmla="*/ 1205957 h 2351349"/>
                <a:gd name="connsiteX418" fmla="*/ 1729376 w 2441401"/>
                <a:gd name="connsiteY418" fmla="*/ 1233665 h 2351349"/>
                <a:gd name="connsiteX419" fmla="*/ 1712560 w 2441401"/>
                <a:gd name="connsiteY419" fmla="*/ 1241507 h 2351349"/>
                <a:gd name="connsiteX420" fmla="*/ 1707858 w 2441401"/>
                <a:gd name="connsiteY420" fmla="*/ 1244647 h 2351349"/>
                <a:gd name="connsiteX421" fmla="*/ 1698465 w 2441401"/>
                <a:gd name="connsiteY421" fmla="*/ 1246744 h 2351349"/>
                <a:gd name="connsiteX422" fmla="*/ 1659190 w 2441401"/>
                <a:gd name="connsiteY422" fmla="*/ 1291954 h 2351349"/>
                <a:gd name="connsiteX423" fmla="*/ 1656305 w 2441401"/>
                <a:gd name="connsiteY423" fmla="*/ 1295093 h 2351349"/>
                <a:gd name="connsiteX424" fmla="*/ 1651869 w 2441401"/>
                <a:gd name="connsiteY424" fmla="*/ 1307651 h 2351349"/>
                <a:gd name="connsiteX425" fmla="*/ 1654220 w 2441401"/>
                <a:gd name="connsiteY425" fmla="*/ 1313523 h 2351349"/>
                <a:gd name="connsiteX426" fmla="*/ 1648221 w 2441401"/>
                <a:gd name="connsiteY426" fmla="*/ 1327771 h 2351349"/>
                <a:gd name="connsiteX427" fmla="*/ 1643518 w 2441401"/>
                <a:gd name="connsiteY427" fmla="*/ 1325420 h 2351349"/>
                <a:gd name="connsiteX428" fmla="*/ 1638155 w 2441401"/>
                <a:gd name="connsiteY428" fmla="*/ 1321899 h 2351349"/>
                <a:gd name="connsiteX429" fmla="*/ 1641167 w 2441401"/>
                <a:gd name="connsiteY429" fmla="*/ 1309481 h 2351349"/>
                <a:gd name="connsiteX430" fmla="*/ 1634647 w 2441401"/>
                <a:gd name="connsiteY430" fmla="*/ 1307651 h 2351349"/>
                <a:gd name="connsiteX431" fmla="*/ 1632943 w 2441401"/>
                <a:gd name="connsiteY431" fmla="*/ 1294051 h 2351349"/>
                <a:gd name="connsiteX432" fmla="*/ 1623297 w 2441401"/>
                <a:gd name="connsiteY432" fmla="*/ 1292996 h 2351349"/>
                <a:gd name="connsiteX433" fmla="*/ 1584784 w 2441401"/>
                <a:gd name="connsiteY433" fmla="*/ 1303164 h 2351349"/>
                <a:gd name="connsiteX434" fmla="*/ 1567842 w 2441401"/>
                <a:gd name="connsiteY434" fmla="*/ 1292691 h 2351349"/>
                <a:gd name="connsiteX435" fmla="*/ 1543959 w 2441401"/>
                <a:gd name="connsiteY435" fmla="*/ 1337787 h 2351349"/>
                <a:gd name="connsiteX436" fmla="*/ 1568350 w 2441401"/>
                <a:gd name="connsiteY436" fmla="*/ 1379222 h 2351349"/>
                <a:gd name="connsiteX437" fmla="*/ 1580095 w 2441401"/>
                <a:gd name="connsiteY437" fmla="*/ 1378320 h 2351349"/>
                <a:gd name="connsiteX438" fmla="*/ 1585179 w 2441401"/>
                <a:gd name="connsiteY438" fmla="*/ 1400397 h 2351349"/>
                <a:gd name="connsiteX439" fmla="*/ 1599783 w 2441401"/>
                <a:gd name="connsiteY439" fmla="*/ 1398046 h 2351349"/>
                <a:gd name="connsiteX440" fmla="*/ 1616624 w 2441401"/>
                <a:gd name="connsiteY440" fmla="*/ 1434626 h 2351349"/>
                <a:gd name="connsiteX441" fmla="*/ 1637240 w 2441401"/>
                <a:gd name="connsiteY441" fmla="*/ 1436088 h 2351349"/>
                <a:gd name="connsiteX442" fmla="*/ 1685907 w 2441401"/>
                <a:gd name="connsiteY442" fmla="*/ 1378701 h 2351349"/>
                <a:gd name="connsiteX443" fmla="*/ 1700130 w 2441401"/>
                <a:gd name="connsiteY443" fmla="*/ 1348908 h 2351349"/>
                <a:gd name="connsiteX444" fmla="*/ 1719195 w 2441401"/>
                <a:gd name="connsiteY444" fmla="*/ 1357259 h 2351349"/>
                <a:gd name="connsiteX445" fmla="*/ 1714619 w 2441401"/>
                <a:gd name="connsiteY445" fmla="*/ 1393470 h 2351349"/>
                <a:gd name="connsiteX446" fmla="*/ 1731575 w 2441401"/>
                <a:gd name="connsiteY446" fmla="*/ 1398046 h 2351349"/>
                <a:gd name="connsiteX447" fmla="*/ 1747386 w 2441401"/>
                <a:gd name="connsiteY447" fmla="*/ 1377392 h 2351349"/>
                <a:gd name="connsiteX448" fmla="*/ 1793829 w 2441401"/>
                <a:gd name="connsiteY448" fmla="*/ 1389797 h 2351349"/>
                <a:gd name="connsiteX449" fmla="*/ 1831960 w 2441401"/>
                <a:gd name="connsiteY449" fmla="*/ 1408367 h 2351349"/>
                <a:gd name="connsiteX450" fmla="*/ 1845153 w 2441401"/>
                <a:gd name="connsiteY450" fmla="*/ 1413070 h 2351349"/>
                <a:gd name="connsiteX451" fmla="*/ 1856363 w 2441401"/>
                <a:gd name="connsiteY451" fmla="*/ 1417264 h 2351349"/>
                <a:gd name="connsiteX452" fmla="*/ 1850224 w 2441401"/>
                <a:gd name="connsiteY452" fmla="*/ 1429415 h 2351349"/>
                <a:gd name="connsiteX453" fmla="*/ 1858334 w 2441401"/>
                <a:gd name="connsiteY453" fmla="*/ 1440396 h 2351349"/>
                <a:gd name="connsiteX454" fmla="*/ 1863278 w 2441401"/>
                <a:gd name="connsiteY454" fmla="*/ 1450844 h 2351349"/>
                <a:gd name="connsiteX455" fmla="*/ 1897481 w 2441401"/>
                <a:gd name="connsiteY455" fmla="*/ 1493449 h 2351349"/>
                <a:gd name="connsiteX456" fmla="*/ 1886906 w 2441401"/>
                <a:gd name="connsiteY456" fmla="*/ 1524691 h 2351349"/>
                <a:gd name="connsiteX457" fmla="*/ 1894863 w 2441401"/>
                <a:gd name="connsiteY457" fmla="*/ 1602464 h 2351349"/>
                <a:gd name="connsiteX458" fmla="*/ 1964413 w 2441401"/>
                <a:gd name="connsiteY458" fmla="*/ 1575010 h 2351349"/>
                <a:gd name="connsiteX459" fmla="*/ 1974988 w 2441401"/>
                <a:gd name="connsiteY459" fmla="*/ 1555805 h 2351349"/>
                <a:gd name="connsiteX460" fmla="*/ 1991969 w 2441401"/>
                <a:gd name="connsiteY460" fmla="*/ 1525084 h 2351349"/>
                <a:gd name="connsiteX461" fmla="*/ 2009572 w 2441401"/>
                <a:gd name="connsiteY461" fmla="*/ 1493309 h 2351349"/>
                <a:gd name="connsiteX462" fmla="*/ 2057604 w 2441401"/>
                <a:gd name="connsiteY462" fmla="*/ 1459334 h 2351349"/>
                <a:gd name="connsiteX463" fmla="*/ 2142674 w 2441401"/>
                <a:gd name="connsiteY463" fmla="*/ 1459334 h 2351349"/>
                <a:gd name="connsiteX464" fmla="*/ 2155727 w 2441401"/>
                <a:gd name="connsiteY464" fmla="*/ 1434359 h 2351349"/>
                <a:gd name="connsiteX465" fmla="*/ 2212109 w 2441401"/>
                <a:gd name="connsiteY465" fmla="*/ 1402583 h 2351349"/>
                <a:gd name="connsiteX466" fmla="*/ 2226459 w 2441401"/>
                <a:gd name="connsiteY466" fmla="*/ 1357628 h 2351349"/>
                <a:gd name="connsiteX467" fmla="*/ 2281011 w 2441401"/>
                <a:gd name="connsiteY467" fmla="*/ 1321683 h 2351349"/>
                <a:gd name="connsiteX468" fmla="*/ 2318850 w 2441401"/>
                <a:gd name="connsiteY468" fmla="*/ 1295538 h 2351349"/>
                <a:gd name="connsiteX469" fmla="*/ 2331128 w 2441401"/>
                <a:gd name="connsiteY469" fmla="*/ 1328725 h 2351349"/>
                <a:gd name="connsiteX470" fmla="*/ 2364797 w 2441401"/>
                <a:gd name="connsiteY470" fmla="*/ 1315925 h 2351349"/>
                <a:gd name="connsiteX471" fmla="*/ 2382935 w 2441401"/>
                <a:gd name="connsiteY471" fmla="*/ 1285205 h 2351349"/>
                <a:gd name="connsiteX472" fmla="*/ 2416223 w 2441401"/>
                <a:gd name="connsiteY472" fmla="*/ 1263369 h 2351349"/>
                <a:gd name="connsiteX473" fmla="*/ 2435123 w 2441401"/>
                <a:gd name="connsiteY473" fmla="*/ 1333961 h 2351349"/>
                <a:gd name="connsiteX474" fmla="*/ 2441402 w 2441401"/>
                <a:gd name="connsiteY474" fmla="*/ 1357361 h 2351349"/>
                <a:gd name="connsiteX475" fmla="*/ 2422603 w 2441401"/>
                <a:gd name="connsiteY475" fmla="*/ 1393903 h 2351349"/>
                <a:gd name="connsiteX476" fmla="*/ 2389442 w 2441401"/>
                <a:gd name="connsiteY476" fmla="*/ 1458725 h 2351349"/>
                <a:gd name="connsiteX477" fmla="*/ 2392582 w 2441401"/>
                <a:gd name="connsiteY477" fmla="*/ 1477281 h 2351349"/>
                <a:gd name="connsiteX478" fmla="*/ 2406296 w 2441401"/>
                <a:gd name="connsiteY478" fmla="*/ 1557152 h 2351349"/>
                <a:gd name="connsiteX479" fmla="*/ 2385794 w 2441401"/>
                <a:gd name="connsiteY479" fmla="*/ 1592563 h 2351349"/>
                <a:gd name="connsiteX480" fmla="*/ 2329552 w 2441401"/>
                <a:gd name="connsiteY480" fmla="*/ 1599884 h 2351349"/>
                <a:gd name="connsiteX481" fmla="*/ 2362166 w 2441401"/>
                <a:gd name="connsiteY481" fmla="*/ 1676603 h 2351349"/>
                <a:gd name="connsiteX482" fmla="*/ 2325904 w 2441401"/>
                <a:gd name="connsiteY482" fmla="*/ 1780522 h 2351349"/>
                <a:gd name="connsiteX483" fmla="*/ 2355519 w 2441401"/>
                <a:gd name="connsiteY483" fmla="*/ 1815017 h 2351349"/>
                <a:gd name="connsiteX484" fmla="*/ 2360221 w 2441401"/>
                <a:gd name="connsiteY484" fmla="*/ 1839166 h 2351349"/>
                <a:gd name="connsiteX485" fmla="*/ 2366221 w 2441401"/>
                <a:gd name="connsiteY485" fmla="*/ 1869874 h 2351349"/>
                <a:gd name="connsiteX486" fmla="*/ 2379020 w 2441401"/>
                <a:gd name="connsiteY486" fmla="*/ 1935230 h 2351349"/>
                <a:gd name="connsiteX487" fmla="*/ 2339339 w 2441401"/>
                <a:gd name="connsiteY487" fmla="*/ 1977695 h 2351349"/>
                <a:gd name="connsiteX488" fmla="*/ 2325777 w 2441401"/>
                <a:gd name="connsiteY488" fmla="*/ 2006191 h 2351349"/>
                <a:gd name="connsiteX489" fmla="*/ 2353828 w 2441401"/>
                <a:gd name="connsiteY489" fmla="*/ 2068802 h 2351349"/>
                <a:gd name="connsiteX490" fmla="*/ 2269941 w 2441401"/>
                <a:gd name="connsiteY490" fmla="*/ 2133497 h 2351349"/>
                <a:gd name="connsiteX491" fmla="*/ 2227921 w 2441401"/>
                <a:gd name="connsiteY491" fmla="*/ 2194277 h 2351349"/>
                <a:gd name="connsiteX492" fmla="*/ 2186422 w 2441401"/>
                <a:gd name="connsiteY492" fmla="*/ 2202767 h 2351349"/>
                <a:gd name="connsiteX493" fmla="*/ 2164103 w 2441401"/>
                <a:gd name="connsiteY493" fmla="*/ 2264462 h 2351349"/>
                <a:gd name="connsiteX494" fmla="*/ 2106818 w 2441401"/>
                <a:gd name="connsiteY494" fmla="*/ 2308516 h 2351349"/>
                <a:gd name="connsiteX495" fmla="*/ 2080127 w 2441401"/>
                <a:gd name="connsiteY495" fmla="*/ 2314871 h 2351349"/>
                <a:gd name="connsiteX496" fmla="*/ 2071382 w 2441401"/>
                <a:gd name="connsiteY496" fmla="*/ 2309914 h 2351349"/>
                <a:gd name="connsiteX497" fmla="*/ 1992172 w 2441401"/>
                <a:gd name="connsiteY497" fmla="*/ 2351349 h 2351349"/>
                <a:gd name="connsiteX498" fmla="*/ 1982385 w 2441401"/>
                <a:gd name="connsiteY498" fmla="*/ 2331216 h 2351349"/>
                <a:gd name="connsiteX499" fmla="*/ 1968811 w 2441401"/>
                <a:gd name="connsiteY499" fmla="*/ 2311744 h 2351349"/>
                <a:gd name="connsiteX500" fmla="*/ 1953406 w 2441401"/>
                <a:gd name="connsiteY500" fmla="*/ 2299848 h 2351349"/>
                <a:gd name="connsiteX501" fmla="*/ 1949885 w 2441401"/>
                <a:gd name="connsiteY501" fmla="*/ 2291599 h 2351349"/>
                <a:gd name="connsiteX502" fmla="*/ 1947013 w 2441401"/>
                <a:gd name="connsiteY502" fmla="*/ 2256709 h 2351349"/>
                <a:gd name="connsiteX503" fmla="*/ 1941929 w 2441401"/>
                <a:gd name="connsiteY503" fmla="*/ 2247037 h 2351349"/>
                <a:gd name="connsiteX504" fmla="*/ 1933438 w 2441401"/>
                <a:gd name="connsiteY504" fmla="*/ 2240771 h 2351349"/>
                <a:gd name="connsiteX505" fmla="*/ 1929790 w 2441401"/>
                <a:gd name="connsiteY505" fmla="*/ 2231352 h 2351349"/>
                <a:gd name="connsiteX506" fmla="*/ 1931061 w 2441401"/>
                <a:gd name="connsiteY506" fmla="*/ 2224832 h 2351349"/>
                <a:gd name="connsiteX507" fmla="*/ 1928049 w 2441401"/>
                <a:gd name="connsiteY507" fmla="*/ 2219468 h 2351349"/>
                <a:gd name="connsiteX508" fmla="*/ 1920423 w 2441401"/>
                <a:gd name="connsiteY508" fmla="*/ 2211753 h 2351349"/>
                <a:gd name="connsiteX509" fmla="*/ 1914805 w 2441401"/>
                <a:gd name="connsiteY509" fmla="*/ 2203250 h 2351349"/>
                <a:gd name="connsiteX510" fmla="*/ 1903366 w 2441401"/>
                <a:gd name="connsiteY510" fmla="*/ 2177512 h 2351349"/>
                <a:gd name="connsiteX511" fmla="*/ 1903900 w 2441401"/>
                <a:gd name="connsiteY511" fmla="*/ 2165615 h 2351349"/>
                <a:gd name="connsiteX512" fmla="*/ 1899591 w 2441401"/>
                <a:gd name="connsiteY512" fmla="*/ 2155536 h 2351349"/>
                <a:gd name="connsiteX513" fmla="*/ 1882496 w 2441401"/>
                <a:gd name="connsiteY513" fmla="*/ 2141555 h 2351349"/>
                <a:gd name="connsiteX514" fmla="*/ 1863964 w 2441401"/>
                <a:gd name="connsiteY514" fmla="*/ 2121295 h 2351349"/>
                <a:gd name="connsiteX515" fmla="*/ 1854965 w 2441401"/>
                <a:gd name="connsiteY515" fmla="*/ 2111877 h 2351349"/>
                <a:gd name="connsiteX516" fmla="*/ 1850784 w 2441401"/>
                <a:gd name="connsiteY516" fmla="*/ 2099471 h 2351349"/>
                <a:gd name="connsiteX517" fmla="*/ 1846221 w 2441401"/>
                <a:gd name="connsiteY517" fmla="*/ 2073326 h 2351349"/>
                <a:gd name="connsiteX518" fmla="*/ 1841912 w 2441401"/>
                <a:gd name="connsiteY518" fmla="*/ 2060387 h 2351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Lst>
              <a:rect l="l" t="t" r="r" b="b"/>
              <a:pathLst>
                <a:path w="2441401" h="2351349">
                  <a:moveTo>
                    <a:pt x="402342" y="1060603"/>
                  </a:moveTo>
                  <a:lnTo>
                    <a:pt x="409269" y="1054985"/>
                  </a:lnTo>
                  <a:lnTo>
                    <a:pt x="413425" y="1048630"/>
                  </a:lnTo>
                  <a:lnTo>
                    <a:pt x="420619" y="1048096"/>
                  </a:lnTo>
                  <a:lnTo>
                    <a:pt x="423491" y="1040915"/>
                  </a:lnTo>
                  <a:lnTo>
                    <a:pt x="435236" y="1033835"/>
                  </a:lnTo>
                  <a:lnTo>
                    <a:pt x="448670" y="1029793"/>
                  </a:lnTo>
                  <a:lnTo>
                    <a:pt x="523190" y="964183"/>
                  </a:lnTo>
                  <a:lnTo>
                    <a:pt x="542370" y="952820"/>
                  </a:lnTo>
                  <a:lnTo>
                    <a:pt x="546424" y="944978"/>
                  </a:lnTo>
                  <a:lnTo>
                    <a:pt x="545242" y="931912"/>
                  </a:lnTo>
                  <a:lnTo>
                    <a:pt x="559071" y="912427"/>
                  </a:lnTo>
                  <a:lnTo>
                    <a:pt x="556732" y="906936"/>
                  </a:lnTo>
                  <a:lnTo>
                    <a:pt x="549551" y="906021"/>
                  </a:lnTo>
                  <a:lnTo>
                    <a:pt x="538455" y="920003"/>
                  </a:lnTo>
                  <a:lnTo>
                    <a:pt x="467214" y="971110"/>
                  </a:lnTo>
                  <a:lnTo>
                    <a:pt x="404934" y="1021544"/>
                  </a:lnTo>
                  <a:lnTo>
                    <a:pt x="385755" y="1049266"/>
                  </a:lnTo>
                  <a:lnTo>
                    <a:pt x="375434" y="1056446"/>
                  </a:lnTo>
                  <a:lnTo>
                    <a:pt x="374926" y="1066615"/>
                  </a:lnTo>
                  <a:lnTo>
                    <a:pt x="380531" y="1070796"/>
                  </a:lnTo>
                  <a:lnTo>
                    <a:pt x="393317" y="1059357"/>
                  </a:lnTo>
                  <a:lnTo>
                    <a:pt x="398134" y="1062878"/>
                  </a:lnTo>
                  <a:close/>
                  <a:moveTo>
                    <a:pt x="242091" y="1868972"/>
                  </a:moveTo>
                  <a:lnTo>
                    <a:pt x="217548" y="1849093"/>
                  </a:lnTo>
                  <a:lnTo>
                    <a:pt x="208282" y="1857736"/>
                  </a:lnTo>
                  <a:lnTo>
                    <a:pt x="207011" y="1878390"/>
                  </a:lnTo>
                  <a:close/>
                  <a:moveTo>
                    <a:pt x="1463059" y="756575"/>
                  </a:moveTo>
                  <a:lnTo>
                    <a:pt x="1491504" y="712661"/>
                  </a:lnTo>
                  <a:lnTo>
                    <a:pt x="1495546" y="676323"/>
                  </a:lnTo>
                  <a:lnTo>
                    <a:pt x="1468664" y="664960"/>
                  </a:lnTo>
                  <a:lnTo>
                    <a:pt x="1418281" y="722854"/>
                  </a:lnTo>
                  <a:lnTo>
                    <a:pt x="1438401" y="752393"/>
                  </a:lnTo>
                  <a:close/>
                  <a:moveTo>
                    <a:pt x="1602871" y="722461"/>
                  </a:moveTo>
                  <a:lnTo>
                    <a:pt x="1629232" y="740623"/>
                  </a:lnTo>
                  <a:lnTo>
                    <a:pt x="1650509" y="746775"/>
                  </a:lnTo>
                  <a:lnTo>
                    <a:pt x="1658466" y="736060"/>
                  </a:lnTo>
                  <a:lnTo>
                    <a:pt x="1654157" y="729782"/>
                  </a:lnTo>
                  <a:lnTo>
                    <a:pt x="1659635" y="721813"/>
                  </a:lnTo>
                  <a:lnTo>
                    <a:pt x="1691754" y="671620"/>
                  </a:lnTo>
                  <a:lnTo>
                    <a:pt x="1672307" y="648093"/>
                  </a:lnTo>
                  <a:lnTo>
                    <a:pt x="1662762" y="640251"/>
                  </a:lnTo>
                  <a:lnTo>
                    <a:pt x="1652988" y="631240"/>
                  </a:lnTo>
                  <a:lnTo>
                    <a:pt x="1630935" y="597519"/>
                  </a:lnTo>
                  <a:lnTo>
                    <a:pt x="1618924" y="607052"/>
                  </a:lnTo>
                  <a:lnTo>
                    <a:pt x="1600126" y="636730"/>
                  </a:lnTo>
                  <a:lnTo>
                    <a:pt x="1583425" y="660880"/>
                  </a:lnTo>
                  <a:lnTo>
                    <a:pt x="1555627" y="705569"/>
                  </a:lnTo>
                  <a:lnTo>
                    <a:pt x="1510354" y="711924"/>
                  </a:lnTo>
                  <a:lnTo>
                    <a:pt x="1498342" y="730989"/>
                  </a:lnTo>
                  <a:lnTo>
                    <a:pt x="1509044" y="742238"/>
                  </a:lnTo>
                  <a:lnTo>
                    <a:pt x="1535927" y="738323"/>
                  </a:lnTo>
                  <a:lnTo>
                    <a:pt x="1546489" y="735705"/>
                  </a:lnTo>
                  <a:lnTo>
                    <a:pt x="1558894" y="719753"/>
                  </a:lnTo>
                  <a:lnTo>
                    <a:pt x="1581213" y="713475"/>
                  </a:lnTo>
                  <a:close/>
                  <a:moveTo>
                    <a:pt x="2017999" y="196385"/>
                  </a:moveTo>
                  <a:lnTo>
                    <a:pt x="2033124" y="207825"/>
                  </a:lnTo>
                  <a:lnTo>
                    <a:pt x="2047360" y="210964"/>
                  </a:lnTo>
                  <a:lnTo>
                    <a:pt x="2067988" y="210417"/>
                  </a:lnTo>
                  <a:lnTo>
                    <a:pt x="2108038" y="187692"/>
                  </a:lnTo>
                  <a:lnTo>
                    <a:pt x="2119478" y="203109"/>
                  </a:lnTo>
                  <a:lnTo>
                    <a:pt x="2121956" y="215006"/>
                  </a:lnTo>
                  <a:lnTo>
                    <a:pt x="2105433" y="237757"/>
                  </a:lnTo>
                  <a:lnTo>
                    <a:pt x="2087295" y="240299"/>
                  </a:lnTo>
                  <a:lnTo>
                    <a:pt x="2061455" y="286564"/>
                  </a:lnTo>
                  <a:lnTo>
                    <a:pt x="2071369" y="319509"/>
                  </a:lnTo>
                  <a:lnTo>
                    <a:pt x="2057935" y="334532"/>
                  </a:lnTo>
                  <a:lnTo>
                    <a:pt x="2054122" y="337926"/>
                  </a:lnTo>
                  <a:lnTo>
                    <a:pt x="2051643" y="342108"/>
                  </a:lnTo>
                  <a:lnTo>
                    <a:pt x="2037281" y="361173"/>
                  </a:lnTo>
                  <a:lnTo>
                    <a:pt x="2006357" y="384293"/>
                  </a:lnTo>
                  <a:lnTo>
                    <a:pt x="1995388" y="366778"/>
                  </a:lnTo>
                  <a:lnTo>
                    <a:pt x="2014720" y="346912"/>
                  </a:lnTo>
                  <a:lnTo>
                    <a:pt x="2000879" y="297635"/>
                  </a:lnTo>
                  <a:lnTo>
                    <a:pt x="1968252" y="282993"/>
                  </a:lnTo>
                  <a:lnTo>
                    <a:pt x="1949440" y="305363"/>
                  </a:lnTo>
                  <a:lnTo>
                    <a:pt x="1922673" y="287708"/>
                  </a:lnTo>
                  <a:lnTo>
                    <a:pt x="1954651" y="257915"/>
                  </a:lnTo>
                  <a:lnTo>
                    <a:pt x="1903226" y="201571"/>
                  </a:lnTo>
                  <a:lnTo>
                    <a:pt x="1910140" y="170609"/>
                  </a:lnTo>
                  <a:lnTo>
                    <a:pt x="1857825" y="142761"/>
                  </a:lnTo>
                  <a:lnTo>
                    <a:pt x="1893185" y="112447"/>
                  </a:lnTo>
                  <a:lnTo>
                    <a:pt x="1892016" y="103550"/>
                  </a:lnTo>
                  <a:lnTo>
                    <a:pt x="1898371" y="95059"/>
                  </a:lnTo>
                  <a:lnTo>
                    <a:pt x="1930731" y="75194"/>
                  </a:lnTo>
                  <a:lnTo>
                    <a:pt x="1988677" y="39605"/>
                  </a:lnTo>
                  <a:lnTo>
                    <a:pt x="1994155" y="26666"/>
                  </a:lnTo>
                  <a:lnTo>
                    <a:pt x="2008899" y="13066"/>
                  </a:lnTo>
                  <a:lnTo>
                    <a:pt x="2016080" y="0"/>
                  </a:lnTo>
                  <a:lnTo>
                    <a:pt x="2060566" y="19472"/>
                  </a:lnTo>
                  <a:lnTo>
                    <a:pt x="2057960" y="71495"/>
                  </a:lnTo>
                  <a:lnTo>
                    <a:pt x="2065586" y="103003"/>
                  </a:lnTo>
                  <a:lnTo>
                    <a:pt x="2055939" y="118548"/>
                  </a:lnTo>
                  <a:lnTo>
                    <a:pt x="2035603" y="128716"/>
                  </a:lnTo>
                  <a:lnTo>
                    <a:pt x="2016944" y="149497"/>
                  </a:lnTo>
                  <a:lnTo>
                    <a:pt x="2002721" y="162576"/>
                  </a:lnTo>
                  <a:lnTo>
                    <a:pt x="2005060" y="178133"/>
                  </a:lnTo>
                  <a:close/>
                  <a:moveTo>
                    <a:pt x="1821410" y="2039581"/>
                  </a:moveTo>
                  <a:lnTo>
                    <a:pt x="1804048" y="2029781"/>
                  </a:lnTo>
                  <a:lnTo>
                    <a:pt x="1794389" y="2017884"/>
                  </a:lnTo>
                  <a:lnTo>
                    <a:pt x="1793346" y="1997739"/>
                  </a:lnTo>
                  <a:lnTo>
                    <a:pt x="1785720" y="1968200"/>
                  </a:lnTo>
                  <a:lnTo>
                    <a:pt x="1786394" y="1940238"/>
                  </a:lnTo>
                  <a:lnTo>
                    <a:pt x="1784424" y="1929777"/>
                  </a:lnTo>
                  <a:lnTo>
                    <a:pt x="1780369" y="1922075"/>
                  </a:lnTo>
                  <a:lnTo>
                    <a:pt x="1758978" y="1896057"/>
                  </a:lnTo>
                  <a:lnTo>
                    <a:pt x="1746700" y="1894888"/>
                  </a:lnTo>
                  <a:lnTo>
                    <a:pt x="1722436" y="1898409"/>
                  </a:lnTo>
                  <a:lnTo>
                    <a:pt x="1711607" y="1891875"/>
                  </a:lnTo>
                  <a:lnTo>
                    <a:pt x="1699469" y="1867726"/>
                  </a:lnTo>
                  <a:lnTo>
                    <a:pt x="1687597" y="1856477"/>
                  </a:lnTo>
                  <a:lnTo>
                    <a:pt x="1682768" y="1845649"/>
                  </a:lnTo>
                  <a:lnTo>
                    <a:pt x="1693203" y="1817788"/>
                  </a:lnTo>
                  <a:lnTo>
                    <a:pt x="1693597" y="1798443"/>
                  </a:lnTo>
                  <a:lnTo>
                    <a:pt x="1688767" y="1785110"/>
                  </a:lnTo>
                  <a:lnTo>
                    <a:pt x="1659991" y="1758304"/>
                  </a:lnTo>
                  <a:lnTo>
                    <a:pt x="1636630" y="1729795"/>
                  </a:lnTo>
                  <a:lnTo>
                    <a:pt x="1639769" y="1727062"/>
                  </a:lnTo>
                  <a:lnTo>
                    <a:pt x="1655949" y="1732426"/>
                  </a:lnTo>
                  <a:lnTo>
                    <a:pt x="1674214" y="1728498"/>
                  </a:lnTo>
                  <a:lnTo>
                    <a:pt x="1696533" y="1727062"/>
                  </a:lnTo>
                  <a:lnTo>
                    <a:pt x="1709459" y="1732286"/>
                  </a:lnTo>
                  <a:lnTo>
                    <a:pt x="1721851" y="1726528"/>
                  </a:lnTo>
                  <a:lnTo>
                    <a:pt x="1759563" y="1729287"/>
                  </a:lnTo>
                  <a:lnTo>
                    <a:pt x="1768968" y="1722093"/>
                  </a:lnTo>
                  <a:lnTo>
                    <a:pt x="1772235" y="1708887"/>
                  </a:lnTo>
                  <a:lnTo>
                    <a:pt x="1784869" y="1690203"/>
                  </a:lnTo>
                  <a:lnTo>
                    <a:pt x="1769616" y="1652072"/>
                  </a:lnTo>
                  <a:lnTo>
                    <a:pt x="1764799" y="1637964"/>
                  </a:lnTo>
                  <a:lnTo>
                    <a:pt x="1756830" y="1628952"/>
                  </a:lnTo>
                  <a:lnTo>
                    <a:pt x="1745734" y="1631164"/>
                  </a:lnTo>
                  <a:lnTo>
                    <a:pt x="1738832" y="1624491"/>
                  </a:lnTo>
                  <a:lnTo>
                    <a:pt x="1738311" y="1611031"/>
                  </a:lnTo>
                  <a:lnTo>
                    <a:pt x="1723949" y="1596402"/>
                  </a:lnTo>
                  <a:lnTo>
                    <a:pt x="1708035" y="1599922"/>
                  </a:lnTo>
                  <a:lnTo>
                    <a:pt x="1678535" y="1590517"/>
                  </a:lnTo>
                  <a:lnTo>
                    <a:pt x="1676057" y="1577972"/>
                  </a:lnTo>
                  <a:lnTo>
                    <a:pt x="1648272" y="1572608"/>
                  </a:lnTo>
                  <a:lnTo>
                    <a:pt x="1635562" y="1566596"/>
                  </a:lnTo>
                  <a:lnTo>
                    <a:pt x="1623424" y="1546069"/>
                  </a:lnTo>
                  <a:lnTo>
                    <a:pt x="1598118" y="1540057"/>
                  </a:lnTo>
                  <a:lnTo>
                    <a:pt x="1587949" y="1533143"/>
                  </a:lnTo>
                  <a:lnTo>
                    <a:pt x="1582738" y="1514446"/>
                  </a:lnTo>
                  <a:lnTo>
                    <a:pt x="1544112" y="1508561"/>
                  </a:lnTo>
                  <a:lnTo>
                    <a:pt x="1514345" y="1502816"/>
                  </a:lnTo>
                  <a:lnTo>
                    <a:pt x="1489026" y="1495622"/>
                  </a:lnTo>
                  <a:lnTo>
                    <a:pt x="1468690" y="1493792"/>
                  </a:lnTo>
                  <a:lnTo>
                    <a:pt x="1432288" y="1475502"/>
                  </a:lnTo>
                  <a:lnTo>
                    <a:pt x="1415841" y="1456551"/>
                  </a:lnTo>
                  <a:lnTo>
                    <a:pt x="1399521" y="1447921"/>
                  </a:lnTo>
                  <a:lnTo>
                    <a:pt x="1385311" y="1447921"/>
                  </a:lnTo>
                  <a:lnTo>
                    <a:pt x="1372906" y="1456551"/>
                  </a:lnTo>
                  <a:lnTo>
                    <a:pt x="1354641" y="1456551"/>
                  </a:lnTo>
                  <a:lnTo>
                    <a:pt x="1338321" y="1444654"/>
                  </a:lnTo>
                  <a:lnTo>
                    <a:pt x="1316917" y="1426352"/>
                  </a:lnTo>
                  <a:lnTo>
                    <a:pt x="1290429" y="1412371"/>
                  </a:lnTo>
                  <a:lnTo>
                    <a:pt x="1262632" y="1403219"/>
                  </a:lnTo>
                  <a:lnTo>
                    <a:pt x="1244494" y="1401262"/>
                  </a:lnTo>
                  <a:lnTo>
                    <a:pt x="1237834" y="1397728"/>
                  </a:lnTo>
                  <a:lnTo>
                    <a:pt x="1192688" y="1399431"/>
                  </a:lnTo>
                  <a:lnTo>
                    <a:pt x="1173241" y="1393941"/>
                  </a:lnTo>
                  <a:lnTo>
                    <a:pt x="1148189" y="1386734"/>
                  </a:lnTo>
                  <a:lnTo>
                    <a:pt x="1110211" y="1373808"/>
                  </a:lnTo>
                  <a:lnTo>
                    <a:pt x="1090764" y="1358251"/>
                  </a:lnTo>
                  <a:lnTo>
                    <a:pt x="1079401" y="1358644"/>
                  </a:lnTo>
                  <a:lnTo>
                    <a:pt x="1064925" y="1359915"/>
                  </a:lnTo>
                  <a:lnTo>
                    <a:pt x="1052786" y="1371354"/>
                  </a:lnTo>
                  <a:lnTo>
                    <a:pt x="1022117" y="1388742"/>
                  </a:lnTo>
                  <a:lnTo>
                    <a:pt x="978139" y="1387967"/>
                  </a:lnTo>
                  <a:lnTo>
                    <a:pt x="949401" y="1366665"/>
                  </a:lnTo>
                  <a:lnTo>
                    <a:pt x="924350" y="1361695"/>
                  </a:lnTo>
                  <a:lnTo>
                    <a:pt x="911639" y="1369143"/>
                  </a:lnTo>
                  <a:lnTo>
                    <a:pt x="893235" y="1397906"/>
                  </a:lnTo>
                  <a:lnTo>
                    <a:pt x="874055" y="1404033"/>
                  </a:lnTo>
                  <a:lnTo>
                    <a:pt x="864268" y="1429135"/>
                  </a:lnTo>
                  <a:lnTo>
                    <a:pt x="858002" y="1436202"/>
                  </a:lnTo>
                  <a:lnTo>
                    <a:pt x="841949" y="1435668"/>
                  </a:lnTo>
                  <a:lnTo>
                    <a:pt x="823037" y="1452268"/>
                  </a:lnTo>
                  <a:lnTo>
                    <a:pt x="822236" y="1471333"/>
                  </a:lnTo>
                  <a:lnTo>
                    <a:pt x="818601" y="1474358"/>
                  </a:lnTo>
                  <a:lnTo>
                    <a:pt x="808140" y="1471600"/>
                  </a:lnTo>
                  <a:lnTo>
                    <a:pt x="794426" y="1486140"/>
                  </a:lnTo>
                  <a:lnTo>
                    <a:pt x="767938" y="1495292"/>
                  </a:lnTo>
                  <a:lnTo>
                    <a:pt x="737522" y="1500376"/>
                  </a:lnTo>
                  <a:lnTo>
                    <a:pt x="713792" y="1517624"/>
                  </a:lnTo>
                  <a:lnTo>
                    <a:pt x="709611" y="1525072"/>
                  </a:lnTo>
                  <a:lnTo>
                    <a:pt x="692516" y="1529253"/>
                  </a:lnTo>
                  <a:lnTo>
                    <a:pt x="676335" y="1523762"/>
                  </a:lnTo>
                  <a:lnTo>
                    <a:pt x="662761" y="1512133"/>
                  </a:lnTo>
                  <a:lnTo>
                    <a:pt x="649580" y="1511230"/>
                  </a:lnTo>
                  <a:lnTo>
                    <a:pt x="594520" y="1521030"/>
                  </a:lnTo>
                  <a:lnTo>
                    <a:pt x="584593" y="1521157"/>
                  </a:lnTo>
                  <a:lnTo>
                    <a:pt x="569710" y="1533562"/>
                  </a:lnTo>
                  <a:lnTo>
                    <a:pt x="557317" y="1552119"/>
                  </a:lnTo>
                  <a:lnTo>
                    <a:pt x="528605" y="1573561"/>
                  </a:lnTo>
                  <a:lnTo>
                    <a:pt x="520648" y="1588190"/>
                  </a:lnTo>
                  <a:lnTo>
                    <a:pt x="506286" y="1605985"/>
                  </a:lnTo>
                  <a:lnTo>
                    <a:pt x="501850" y="1613700"/>
                  </a:lnTo>
                  <a:lnTo>
                    <a:pt x="481234" y="1625978"/>
                  </a:lnTo>
                  <a:lnTo>
                    <a:pt x="468524" y="1633604"/>
                  </a:lnTo>
                  <a:lnTo>
                    <a:pt x="465982" y="1660296"/>
                  </a:lnTo>
                  <a:lnTo>
                    <a:pt x="448886" y="1685119"/>
                  </a:lnTo>
                  <a:lnTo>
                    <a:pt x="449801" y="1708912"/>
                  </a:lnTo>
                  <a:lnTo>
                    <a:pt x="439633" y="1714937"/>
                  </a:lnTo>
                  <a:lnTo>
                    <a:pt x="431791" y="1730087"/>
                  </a:lnTo>
                  <a:lnTo>
                    <a:pt x="410006" y="1722118"/>
                  </a:lnTo>
                  <a:lnTo>
                    <a:pt x="400486" y="1722652"/>
                  </a:lnTo>
                  <a:lnTo>
                    <a:pt x="378167" y="1741463"/>
                  </a:lnTo>
                  <a:lnTo>
                    <a:pt x="347243" y="1785644"/>
                  </a:lnTo>
                  <a:lnTo>
                    <a:pt x="333541" y="1799625"/>
                  </a:lnTo>
                  <a:lnTo>
                    <a:pt x="303558" y="1838213"/>
                  </a:lnTo>
                  <a:lnTo>
                    <a:pt x="237528" y="1803196"/>
                  </a:lnTo>
                  <a:lnTo>
                    <a:pt x="225123" y="1809552"/>
                  </a:lnTo>
                  <a:lnTo>
                    <a:pt x="222251" y="1826545"/>
                  </a:lnTo>
                  <a:lnTo>
                    <a:pt x="268846" y="1848229"/>
                  </a:lnTo>
                  <a:lnTo>
                    <a:pt x="264410" y="1869683"/>
                  </a:lnTo>
                  <a:lnTo>
                    <a:pt x="292716" y="1881034"/>
                  </a:lnTo>
                  <a:lnTo>
                    <a:pt x="278493" y="1921554"/>
                  </a:lnTo>
                  <a:lnTo>
                    <a:pt x="267156" y="1948106"/>
                  </a:lnTo>
                  <a:lnTo>
                    <a:pt x="250048" y="1966586"/>
                  </a:lnTo>
                  <a:lnTo>
                    <a:pt x="238837" y="1984228"/>
                  </a:lnTo>
                  <a:lnTo>
                    <a:pt x="226686" y="2000751"/>
                  </a:lnTo>
                  <a:lnTo>
                    <a:pt x="215603" y="2007945"/>
                  </a:lnTo>
                  <a:lnTo>
                    <a:pt x="152561" y="1979843"/>
                  </a:lnTo>
                  <a:lnTo>
                    <a:pt x="119934" y="1937493"/>
                  </a:lnTo>
                  <a:lnTo>
                    <a:pt x="135071" y="1919851"/>
                  </a:lnTo>
                  <a:lnTo>
                    <a:pt x="151251" y="1890439"/>
                  </a:lnTo>
                  <a:lnTo>
                    <a:pt x="151912" y="1875937"/>
                  </a:lnTo>
                  <a:lnTo>
                    <a:pt x="191568" y="1842077"/>
                  </a:lnTo>
                  <a:lnTo>
                    <a:pt x="194975" y="1817381"/>
                  </a:lnTo>
                  <a:lnTo>
                    <a:pt x="216239" y="1798417"/>
                  </a:lnTo>
                  <a:lnTo>
                    <a:pt x="198622" y="1771726"/>
                  </a:lnTo>
                  <a:lnTo>
                    <a:pt x="193144" y="1757605"/>
                  </a:lnTo>
                  <a:lnTo>
                    <a:pt x="175007" y="1763757"/>
                  </a:lnTo>
                  <a:lnTo>
                    <a:pt x="110401" y="1705201"/>
                  </a:lnTo>
                  <a:lnTo>
                    <a:pt x="91615" y="1703231"/>
                  </a:lnTo>
                  <a:lnTo>
                    <a:pt x="63945" y="1670693"/>
                  </a:lnTo>
                  <a:lnTo>
                    <a:pt x="10702" y="1654093"/>
                  </a:lnTo>
                  <a:lnTo>
                    <a:pt x="0" y="1644942"/>
                  </a:lnTo>
                  <a:lnTo>
                    <a:pt x="22967" y="1598156"/>
                  </a:lnTo>
                  <a:lnTo>
                    <a:pt x="42287" y="1576447"/>
                  </a:lnTo>
                  <a:lnTo>
                    <a:pt x="17222" y="1533448"/>
                  </a:lnTo>
                  <a:lnTo>
                    <a:pt x="21658" y="1498952"/>
                  </a:lnTo>
                  <a:lnTo>
                    <a:pt x="71393" y="1452420"/>
                  </a:lnTo>
                  <a:lnTo>
                    <a:pt x="105190" y="1367720"/>
                  </a:lnTo>
                  <a:lnTo>
                    <a:pt x="197440" y="1263687"/>
                  </a:lnTo>
                  <a:lnTo>
                    <a:pt x="186751" y="1252565"/>
                  </a:lnTo>
                  <a:lnTo>
                    <a:pt x="104135" y="1169186"/>
                  </a:lnTo>
                  <a:lnTo>
                    <a:pt x="191428" y="1084091"/>
                  </a:lnTo>
                  <a:lnTo>
                    <a:pt x="232101" y="1062128"/>
                  </a:lnTo>
                  <a:lnTo>
                    <a:pt x="328940" y="968682"/>
                  </a:lnTo>
                  <a:lnTo>
                    <a:pt x="362609" y="928569"/>
                  </a:lnTo>
                  <a:lnTo>
                    <a:pt x="429974" y="868170"/>
                  </a:lnTo>
                  <a:lnTo>
                    <a:pt x="433507" y="852918"/>
                  </a:lnTo>
                  <a:lnTo>
                    <a:pt x="513505" y="810568"/>
                  </a:lnTo>
                  <a:lnTo>
                    <a:pt x="622457" y="743394"/>
                  </a:lnTo>
                  <a:lnTo>
                    <a:pt x="634862" y="718559"/>
                  </a:lnTo>
                  <a:lnTo>
                    <a:pt x="666638" y="710932"/>
                  </a:lnTo>
                  <a:lnTo>
                    <a:pt x="684432" y="693685"/>
                  </a:lnTo>
                  <a:lnTo>
                    <a:pt x="678560" y="680085"/>
                  </a:lnTo>
                  <a:lnTo>
                    <a:pt x="703878" y="656431"/>
                  </a:lnTo>
                  <a:lnTo>
                    <a:pt x="740420" y="653165"/>
                  </a:lnTo>
                  <a:lnTo>
                    <a:pt x="775399" y="626905"/>
                  </a:lnTo>
                  <a:lnTo>
                    <a:pt x="785847" y="610941"/>
                  </a:lnTo>
                  <a:lnTo>
                    <a:pt x="799675" y="600099"/>
                  </a:lnTo>
                  <a:lnTo>
                    <a:pt x="819376" y="550708"/>
                  </a:lnTo>
                  <a:lnTo>
                    <a:pt x="778398" y="507823"/>
                  </a:lnTo>
                  <a:lnTo>
                    <a:pt x="771090" y="475540"/>
                  </a:lnTo>
                  <a:lnTo>
                    <a:pt x="784792" y="461304"/>
                  </a:lnTo>
                  <a:lnTo>
                    <a:pt x="794312" y="409281"/>
                  </a:lnTo>
                  <a:lnTo>
                    <a:pt x="831896" y="360258"/>
                  </a:lnTo>
                  <a:lnTo>
                    <a:pt x="876801" y="375167"/>
                  </a:lnTo>
                  <a:lnTo>
                    <a:pt x="940085" y="350585"/>
                  </a:lnTo>
                  <a:lnTo>
                    <a:pt x="969318" y="339858"/>
                  </a:lnTo>
                  <a:lnTo>
                    <a:pt x="1042656" y="290288"/>
                  </a:lnTo>
                  <a:lnTo>
                    <a:pt x="1058188" y="280743"/>
                  </a:lnTo>
                  <a:lnTo>
                    <a:pt x="1091730" y="265491"/>
                  </a:lnTo>
                  <a:lnTo>
                    <a:pt x="1124879" y="258958"/>
                  </a:lnTo>
                  <a:lnTo>
                    <a:pt x="1162590" y="252679"/>
                  </a:lnTo>
                  <a:lnTo>
                    <a:pt x="1180600" y="244048"/>
                  </a:lnTo>
                  <a:lnTo>
                    <a:pt x="1212312" y="200923"/>
                  </a:lnTo>
                  <a:lnTo>
                    <a:pt x="1247024" y="167330"/>
                  </a:lnTo>
                  <a:lnTo>
                    <a:pt x="1366830" y="113210"/>
                  </a:lnTo>
                  <a:lnTo>
                    <a:pt x="1372181" y="128462"/>
                  </a:lnTo>
                  <a:lnTo>
                    <a:pt x="1357552" y="202448"/>
                  </a:lnTo>
                  <a:lnTo>
                    <a:pt x="1403880" y="243743"/>
                  </a:lnTo>
                  <a:lnTo>
                    <a:pt x="1400372" y="267410"/>
                  </a:lnTo>
                  <a:lnTo>
                    <a:pt x="1404681" y="268846"/>
                  </a:lnTo>
                  <a:lnTo>
                    <a:pt x="1403232" y="283221"/>
                  </a:lnTo>
                  <a:lnTo>
                    <a:pt x="1396877" y="306354"/>
                  </a:lnTo>
                  <a:lnTo>
                    <a:pt x="1438503" y="309354"/>
                  </a:lnTo>
                  <a:lnTo>
                    <a:pt x="1432249" y="326741"/>
                  </a:lnTo>
                  <a:lnTo>
                    <a:pt x="1416057" y="340074"/>
                  </a:lnTo>
                  <a:lnTo>
                    <a:pt x="1403664" y="344256"/>
                  </a:lnTo>
                  <a:lnTo>
                    <a:pt x="1386061" y="364783"/>
                  </a:lnTo>
                  <a:lnTo>
                    <a:pt x="1375892" y="366613"/>
                  </a:lnTo>
                  <a:lnTo>
                    <a:pt x="1355264" y="378637"/>
                  </a:lnTo>
                  <a:lnTo>
                    <a:pt x="1327301" y="413145"/>
                  </a:lnTo>
                  <a:lnTo>
                    <a:pt x="1313320" y="417594"/>
                  </a:lnTo>
                  <a:lnTo>
                    <a:pt x="1304969" y="426351"/>
                  </a:lnTo>
                  <a:lnTo>
                    <a:pt x="1296072" y="429351"/>
                  </a:lnTo>
                  <a:lnTo>
                    <a:pt x="1287175" y="446217"/>
                  </a:lnTo>
                  <a:lnTo>
                    <a:pt x="1277770" y="451174"/>
                  </a:lnTo>
                  <a:lnTo>
                    <a:pt x="1273080" y="457707"/>
                  </a:lnTo>
                  <a:lnTo>
                    <a:pt x="1260674" y="460719"/>
                  </a:lnTo>
                  <a:lnTo>
                    <a:pt x="1239792" y="472222"/>
                  </a:lnTo>
                  <a:lnTo>
                    <a:pt x="1189675" y="512742"/>
                  </a:lnTo>
                  <a:lnTo>
                    <a:pt x="1190603" y="529202"/>
                  </a:lnTo>
                  <a:lnTo>
                    <a:pt x="1192039" y="538099"/>
                  </a:lnTo>
                  <a:lnTo>
                    <a:pt x="1203771" y="550670"/>
                  </a:lnTo>
                  <a:lnTo>
                    <a:pt x="1214079" y="561638"/>
                  </a:lnTo>
                  <a:lnTo>
                    <a:pt x="1238012" y="559567"/>
                  </a:lnTo>
                  <a:lnTo>
                    <a:pt x="1244812" y="554737"/>
                  </a:lnTo>
                  <a:lnTo>
                    <a:pt x="1258374" y="554203"/>
                  </a:lnTo>
                  <a:lnTo>
                    <a:pt x="1268949" y="544035"/>
                  </a:lnTo>
                  <a:lnTo>
                    <a:pt x="1356916" y="499981"/>
                  </a:lnTo>
                  <a:lnTo>
                    <a:pt x="1384701" y="498024"/>
                  </a:lnTo>
                  <a:lnTo>
                    <a:pt x="1395390" y="502193"/>
                  </a:lnTo>
                  <a:lnTo>
                    <a:pt x="1405062" y="498799"/>
                  </a:lnTo>
                  <a:lnTo>
                    <a:pt x="1422539" y="511992"/>
                  </a:lnTo>
                  <a:lnTo>
                    <a:pt x="1440435" y="510823"/>
                  </a:lnTo>
                  <a:lnTo>
                    <a:pt x="1458051" y="493308"/>
                  </a:lnTo>
                  <a:lnTo>
                    <a:pt x="1477625" y="512539"/>
                  </a:lnTo>
                  <a:lnTo>
                    <a:pt x="1492496" y="518411"/>
                  </a:lnTo>
                  <a:lnTo>
                    <a:pt x="1471359" y="545344"/>
                  </a:lnTo>
                  <a:lnTo>
                    <a:pt x="1480091" y="555143"/>
                  </a:lnTo>
                  <a:lnTo>
                    <a:pt x="1490932" y="544823"/>
                  </a:lnTo>
                  <a:lnTo>
                    <a:pt x="1520547" y="571730"/>
                  </a:lnTo>
                  <a:lnTo>
                    <a:pt x="1553835" y="583627"/>
                  </a:lnTo>
                  <a:lnTo>
                    <a:pt x="1560101" y="589118"/>
                  </a:lnTo>
                  <a:lnTo>
                    <a:pt x="1576142" y="601015"/>
                  </a:lnTo>
                  <a:lnTo>
                    <a:pt x="1612556" y="584809"/>
                  </a:lnTo>
                  <a:lnTo>
                    <a:pt x="1633299" y="564282"/>
                  </a:lnTo>
                  <a:lnTo>
                    <a:pt x="1655352" y="568095"/>
                  </a:lnTo>
                  <a:lnTo>
                    <a:pt x="1681865" y="593185"/>
                  </a:lnTo>
                  <a:lnTo>
                    <a:pt x="1740180" y="571235"/>
                  </a:lnTo>
                  <a:lnTo>
                    <a:pt x="1751415" y="582674"/>
                  </a:lnTo>
                  <a:lnTo>
                    <a:pt x="1763681" y="563608"/>
                  </a:lnTo>
                  <a:lnTo>
                    <a:pt x="1772730" y="534146"/>
                  </a:lnTo>
                  <a:lnTo>
                    <a:pt x="1782390" y="527486"/>
                  </a:lnTo>
                  <a:lnTo>
                    <a:pt x="1793829" y="505129"/>
                  </a:lnTo>
                  <a:lnTo>
                    <a:pt x="1744895" y="492063"/>
                  </a:lnTo>
                  <a:lnTo>
                    <a:pt x="1740840" y="450882"/>
                  </a:lnTo>
                  <a:lnTo>
                    <a:pt x="1745658" y="418877"/>
                  </a:lnTo>
                  <a:lnTo>
                    <a:pt x="1769807" y="381764"/>
                  </a:lnTo>
                  <a:lnTo>
                    <a:pt x="1791872" y="361745"/>
                  </a:lnTo>
                  <a:lnTo>
                    <a:pt x="1765765" y="337036"/>
                  </a:lnTo>
                  <a:lnTo>
                    <a:pt x="1773595" y="309722"/>
                  </a:lnTo>
                  <a:lnTo>
                    <a:pt x="1752979" y="282268"/>
                  </a:lnTo>
                  <a:lnTo>
                    <a:pt x="1712903" y="261614"/>
                  </a:lnTo>
                  <a:lnTo>
                    <a:pt x="1734841" y="242015"/>
                  </a:lnTo>
                  <a:lnTo>
                    <a:pt x="1734841" y="233118"/>
                  </a:lnTo>
                  <a:lnTo>
                    <a:pt x="1778158" y="206846"/>
                  </a:lnTo>
                  <a:lnTo>
                    <a:pt x="1784170" y="246311"/>
                  </a:lnTo>
                  <a:lnTo>
                    <a:pt x="1810009" y="255488"/>
                  </a:lnTo>
                  <a:lnTo>
                    <a:pt x="1851368" y="325788"/>
                  </a:lnTo>
                  <a:lnTo>
                    <a:pt x="1871082" y="320170"/>
                  </a:lnTo>
                  <a:lnTo>
                    <a:pt x="1857901" y="271947"/>
                  </a:lnTo>
                  <a:lnTo>
                    <a:pt x="1881657" y="262923"/>
                  </a:lnTo>
                  <a:lnTo>
                    <a:pt x="1908920" y="299516"/>
                  </a:lnTo>
                  <a:lnTo>
                    <a:pt x="1912454" y="304231"/>
                  </a:lnTo>
                  <a:lnTo>
                    <a:pt x="1897201" y="322661"/>
                  </a:lnTo>
                  <a:lnTo>
                    <a:pt x="1878797" y="368011"/>
                  </a:lnTo>
                  <a:lnTo>
                    <a:pt x="1904027" y="401960"/>
                  </a:lnTo>
                  <a:lnTo>
                    <a:pt x="1918631" y="432287"/>
                  </a:lnTo>
                  <a:lnTo>
                    <a:pt x="1891367" y="454631"/>
                  </a:lnTo>
                  <a:lnTo>
                    <a:pt x="1863049" y="438693"/>
                  </a:lnTo>
                  <a:lnTo>
                    <a:pt x="1848699" y="465219"/>
                  </a:lnTo>
                  <a:lnTo>
                    <a:pt x="1861753" y="506654"/>
                  </a:lnTo>
                  <a:lnTo>
                    <a:pt x="1848572" y="552017"/>
                  </a:lnTo>
                  <a:lnTo>
                    <a:pt x="1808497" y="577628"/>
                  </a:lnTo>
                  <a:lnTo>
                    <a:pt x="1787881" y="619457"/>
                  </a:lnTo>
                  <a:lnTo>
                    <a:pt x="1758012" y="633184"/>
                  </a:lnTo>
                  <a:lnTo>
                    <a:pt x="1749903" y="661541"/>
                  </a:lnTo>
                  <a:lnTo>
                    <a:pt x="1772781" y="666510"/>
                  </a:lnTo>
                  <a:lnTo>
                    <a:pt x="1791186" y="659965"/>
                  </a:lnTo>
                  <a:lnTo>
                    <a:pt x="1812793" y="685855"/>
                  </a:lnTo>
                  <a:lnTo>
                    <a:pt x="1802358" y="717872"/>
                  </a:lnTo>
                  <a:lnTo>
                    <a:pt x="1800413" y="728473"/>
                  </a:lnTo>
                  <a:lnTo>
                    <a:pt x="1775997" y="755393"/>
                  </a:lnTo>
                  <a:lnTo>
                    <a:pt x="1767519" y="749368"/>
                  </a:lnTo>
                  <a:lnTo>
                    <a:pt x="1723402" y="795519"/>
                  </a:lnTo>
                  <a:lnTo>
                    <a:pt x="1711658" y="812627"/>
                  </a:lnTo>
                  <a:lnTo>
                    <a:pt x="1713996" y="820482"/>
                  </a:lnTo>
                  <a:lnTo>
                    <a:pt x="1695745" y="846487"/>
                  </a:lnTo>
                  <a:lnTo>
                    <a:pt x="1680327" y="858790"/>
                  </a:lnTo>
                  <a:lnTo>
                    <a:pt x="1654360" y="889498"/>
                  </a:lnTo>
                  <a:lnTo>
                    <a:pt x="1669117" y="899170"/>
                  </a:lnTo>
                  <a:lnTo>
                    <a:pt x="1661148" y="936666"/>
                  </a:lnTo>
                  <a:lnTo>
                    <a:pt x="1631266" y="952312"/>
                  </a:lnTo>
                  <a:lnTo>
                    <a:pt x="1623830" y="948270"/>
                  </a:lnTo>
                  <a:lnTo>
                    <a:pt x="1611819" y="936246"/>
                  </a:lnTo>
                  <a:lnTo>
                    <a:pt x="1578773" y="937682"/>
                  </a:lnTo>
                  <a:lnTo>
                    <a:pt x="1558945" y="972966"/>
                  </a:lnTo>
                  <a:lnTo>
                    <a:pt x="1530881" y="973869"/>
                  </a:lnTo>
                  <a:lnTo>
                    <a:pt x="1528262" y="983948"/>
                  </a:lnTo>
                  <a:lnTo>
                    <a:pt x="1515489" y="1002771"/>
                  </a:lnTo>
                  <a:lnTo>
                    <a:pt x="1527080" y="1094005"/>
                  </a:lnTo>
                  <a:lnTo>
                    <a:pt x="1516658" y="1117646"/>
                  </a:lnTo>
                  <a:lnTo>
                    <a:pt x="1522009" y="1138694"/>
                  </a:lnTo>
                  <a:lnTo>
                    <a:pt x="1517954" y="1166276"/>
                  </a:lnTo>
                  <a:lnTo>
                    <a:pt x="1508816" y="1190577"/>
                  </a:lnTo>
                  <a:lnTo>
                    <a:pt x="1518082" y="1194251"/>
                  </a:lnTo>
                  <a:lnTo>
                    <a:pt x="1546527" y="1181947"/>
                  </a:lnTo>
                  <a:lnTo>
                    <a:pt x="1544849" y="1173469"/>
                  </a:lnTo>
                  <a:lnTo>
                    <a:pt x="1548662" y="1159997"/>
                  </a:lnTo>
                  <a:lnTo>
                    <a:pt x="1562504" y="1165360"/>
                  </a:lnTo>
                  <a:lnTo>
                    <a:pt x="1571896" y="1185226"/>
                  </a:lnTo>
                  <a:lnTo>
                    <a:pt x="1581683" y="1188239"/>
                  </a:lnTo>
                  <a:lnTo>
                    <a:pt x="1590822" y="1190984"/>
                  </a:lnTo>
                  <a:lnTo>
                    <a:pt x="1603075" y="1176863"/>
                  </a:lnTo>
                  <a:lnTo>
                    <a:pt x="1606468" y="1170978"/>
                  </a:lnTo>
                  <a:lnTo>
                    <a:pt x="1627745" y="1171372"/>
                  </a:lnTo>
                  <a:lnTo>
                    <a:pt x="1650623" y="1182875"/>
                  </a:lnTo>
                  <a:lnTo>
                    <a:pt x="1653165" y="1188760"/>
                  </a:lnTo>
                  <a:lnTo>
                    <a:pt x="1666753" y="1208626"/>
                  </a:lnTo>
                  <a:lnTo>
                    <a:pt x="1696494" y="1228962"/>
                  </a:lnTo>
                  <a:lnTo>
                    <a:pt x="1720644" y="1205957"/>
                  </a:lnTo>
                  <a:lnTo>
                    <a:pt x="1729376" y="1233665"/>
                  </a:lnTo>
                  <a:lnTo>
                    <a:pt x="1712560" y="1241507"/>
                  </a:lnTo>
                  <a:lnTo>
                    <a:pt x="1707858" y="1244647"/>
                  </a:lnTo>
                  <a:lnTo>
                    <a:pt x="1698465" y="1246744"/>
                  </a:lnTo>
                  <a:lnTo>
                    <a:pt x="1659190" y="1291954"/>
                  </a:lnTo>
                  <a:lnTo>
                    <a:pt x="1656305" y="1295093"/>
                  </a:lnTo>
                  <a:lnTo>
                    <a:pt x="1651869" y="1307651"/>
                  </a:lnTo>
                  <a:lnTo>
                    <a:pt x="1654220" y="1313523"/>
                  </a:lnTo>
                  <a:lnTo>
                    <a:pt x="1648221" y="1327771"/>
                  </a:lnTo>
                  <a:lnTo>
                    <a:pt x="1643518" y="1325420"/>
                  </a:lnTo>
                  <a:lnTo>
                    <a:pt x="1638155" y="1321899"/>
                  </a:lnTo>
                  <a:lnTo>
                    <a:pt x="1641167" y="1309481"/>
                  </a:lnTo>
                  <a:lnTo>
                    <a:pt x="1634647" y="1307651"/>
                  </a:lnTo>
                  <a:lnTo>
                    <a:pt x="1632943" y="1294051"/>
                  </a:lnTo>
                  <a:lnTo>
                    <a:pt x="1623297" y="1292996"/>
                  </a:lnTo>
                  <a:lnTo>
                    <a:pt x="1584784" y="1303164"/>
                  </a:lnTo>
                  <a:lnTo>
                    <a:pt x="1567842" y="1292691"/>
                  </a:lnTo>
                  <a:lnTo>
                    <a:pt x="1543959" y="1337787"/>
                  </a:lnTo>
                  <a:lnTo>
                    <a:pt x="1568350" y="1379222"/>
                  </a:lnTo>
                  <a:lnTo>
                    <a:pt x="1580095" y="1378320"/>
                  </a:lnTo>
                  <a:lnTo>
                    <a:pt x="1585179" y="1400397"/>
                  </a:lnTo>
                  <a:lnTo>
                    <a:pt x="1599783" y="1398046"/>
                  </a:lnTo>
                  <a:lnTo>
                    <a:pt x="1616624" y="1434626"/>
                  </a:lnTo>
                  <a:lnTo>
                    <a:pt x="1637240" y="1436088"/>
                  </a:lnTo>
                  <a:lnTo>
                    <a:pt x="1685907" y="1378701"/>
                  </a:lnTo>
                  <a:lnTo>
                    <a:pt x="1700130" y="1348908"/>
                  </a:lnTo>
                  <a:lnTo>
                    <a:pt x="1719195" y="1357259"/>
                  </a:lnTo>
                  <a:lnTo>
                    <a:pt x="1714619" y="1393470"/>
                  </a:lnTo>
                  <a:lnTo>
                    <a:pt x="1731575" y="1398046"/>
                  </a:lnTo>
                  <a:lnTo>
                    <a:pt x="1747386" y="1377392"/>
                  </a:lnTo>
                  <a:lnTo>
                    <a:pt x="1793829" y="1389797"/>
                  </a:lnTo>
                  <a:lnTo>
                    <a:pt x="1831960" y="1408367"/>
                  </a:lnTo>
                  <a:lnTo>
                    <a:pt x="1845153" y="1413070"/>
                  </a:lnTo>
                  <a:lnTo>
                    <a:pt x="1856363" y="1417264"/>
                  </a:lnTo>
                  <a:lnTo>
                    <a:pt x="1850224" y="1429415"/>
                  </a:lnTo>
                  <a:lnTo>
                    <a:pt x="1858334" y="1440396"/>
                  </a:lnTo>
                  <a:lnTo>
                    <a:pt x="1863278" y="1450844"/>
                  </a:lnTo>
                  <a:lnTo>
                    <a:pt x="1897481" y="1493449"/>
                  </a:lnTo>
                  <a:lnTo>
                    <a:pt x="1886906" y="1524691"/>
                  </a:lnTo>
                  <a:lnTo>
                    <a:pt x="1894863" y="1602464"/>
                  </a:lnTo>
                  <a:lnTo>
                    <a:pt x="1964413" y="1575010"/>
                  </a:lnTo>
                  <a:lnTo>
                    <a:pt x="1974988" y="1555805"/>
                  </a:lnTo>
                  <a:lnTo>
                    <a:pt x="1991969" y="1525084"/>
                  </a:lnTo>
                  <a:lnTo>
                    <a:pt x="2009572" y="1493309"/>
                  </a:lnTo>
                  <a:lnTo>
                    <a:pt x="2057604" y="1459334"/>
                  </a:lnTo>
                  <a:lnTo>
                    <a:pt x="2142674" y="1459334"/>
                  </a:lnTo>
                  <a:lnTo>
                    <a:pt x="2155727" y="1434359"/>
                  </a:lnTo>
                  <a:lnTo>
                    <a:pt x="2212109" y="1402583"/>
                  </a:lnTo>
                  <a:lnTo>
                    <a:pt x="2226459" y="1357628"/>
                  </a:lnTo>
                  <a:lnTo>
                    <a:pt x="2281011" y="1321683"/>
                  </a:lnTo>
                  <a:lnTo>
                    <a:pt x="2318850" y="1295538"/>
                  </a:lnTo>
                  <a:lnTo>
                    <a:pt x="2331128" y="1328725"/>
                  </a:lnTo>
                  <a:lnTo>
                    <a:pt x="2364797" y="1315925"/>
                  </a:lnTo>
                  <a:lnTo>
                    <a:pt x="2382935" y="1285205"/>
                  </a:lnTo>
                  <a:lnTo>
                    <a:pt x="2416223" y="1263369"/>
                  </a:lnTo>
                  <a:lnTo>
                    <a:pt x="2435123" y="1333961"/>
                  </a:lnTo>
                  <a:lnTo>
                    <a:pt x="2441402" y="1357361"/>
                  </a:lnTo>
                  <a:lnTo>
                    <a:pt x="2422603" y="1393903"/>
                  </a:lnTo>
                  <a:lnTo>
                    <a:pt x="2389442" y="1458725"/>
                  </a:lnTo>
                  <a:lnTo>
                    <a:pt x="2392582" y="1477281"/>
                  </a:lnTo>
                  <a:lnTo>
                    <a:pt x="2406296" y="1557152"/>
                  </a:lnTo>
                  <a:lnTo>
                    <a:pt x="2385794" y="1592563"/>
                  </a:lnTo>
                  <a:lnTo>
                    <a:pt x="2329552" y="1599884"/>
                  </a:lnTo>
                  <a:lnTo>
                    <a:pt x="2362166" y="1676603"/>
                  </a:lnTo>
                  <a:lnTo>
                    <a:pt x="2325904" y="1780522"/>
                  </a:lnTo>
                  <a:lnTo>
                    <a:pt x="2355519" y="1815017"/>
                  </a:lnTo>
                  <a:lnTo>
                    <a:pt x="2360221" y="1839166"/>
                  </a:lnTo>
                  <a:lnTo>
                    <a:pt x="2366221" y="1869874"/>
                  </a:lnTo>
                  <a:lnTo>
                    <a:pt x="2379020" y="1935230"/>
                  </a:lnTo>
                  <a:lnTo>
                    <a:pt x="2339339" y="1977695"/>
                  </a:lnTo>
                  <a:lnTo>
                    <a:pt x="2325777" y="2006191"/>
                  </a:lnTo>
                  <a:lnTo>
                    <a:pt x="2353828" y="2068802"/>
                  </a:lnTo>
                  <a:lnTo>
                    <a:pt x="2269941" y="2133497"/>
                  </a:lnTo>
                  <a:lnTo>
                    <a:pt x="2227921" y="2194277"/>
                  </a:lnTo>
                  <a:lnTo>
                    <a:pt x="2186422" y="2202767"/>
                  </a:lnTo>
                  <a:lnTo>
                    <a:pt x="2164103" y="2264462"/>
                  </a:lnTo>
                  <a:lnTo>
                    <a:pt x="2106818" y="2308516"/>
                  </a:lnTo>
                  <a:lnTo>
                    <a:pt x="2080127" y="2314871"/>
                  </a:lnTo>
                  <a:lnTo>
                    <a:pt x="2071382" y="2309914"/>
                  </a:lnTo>
                  <a:lnTo>
                    <a:pt x="1992172" y="2351349"/>
                  </a:lnTo>
                  <a:lnTo>
                    <a:pt x="1982385" y="2331216"/>
                  </a:lnTo>
                  <a:lnTo>
                    <a:pt x="1968811" y="2311744"/>
                  </a:lnTo>
                  <a:lnTo>
                    <a:pt x="1953406" y="2299848"/>
                  </a:lnTo>
                  <a:lnTo>
                    <a:pt x="1949885" y="2291599"/>
                  </a:lnTo>
                  <a:lnTo>
                    <a:pt x="1947013" y="2256709"/>
                  </a:lnTo>
                  <a:lnTo>
                    <a:pt x="1941929" y="2247037"/>
                  </a:lnTo>
                  <a:lnTo>
                    <a:pt x="1933438" y="2240771"/>
                  </a:lnTo>
                  <a:lnTo>
                    <a:pt x="1929790" y="2231352"/>
                  </a:lnTo>
                  <a:lnTo>
                    <a:pt x="1931061" y="2224832"/>
                  </a:lnTo>
                  <a:lnTo>
                    <a:pt x="1928049" y="2219468"/>
                  </a:lnTo>
                  <a:lnTo>
                    <a:pt x="1920423" y="2211753"/>
                  </a:lnTo>
                  <a:lnTo>
                    <a:pt x="1914805" y="2203250"/>
                  </a:lnTo>
                  <a:lnTo>
                    <a:pt x="1903366" y="2177512"/>
                  </a:lnTo>
                  <a:lnTo>
                    <a:pt x="1903900" y="2165615"/>
                  </a:lnTo>
                  <a:lnTo>
                    <a:pt x="1899591" y="2155536"/>
                  </a:lnTo>
                  <a:lnTo>
                    <a:pt x="1882496" y="2141555"/>
                  </a:lnTo>
                  <a:lnTo>
                    <a:pt x="1863964" y="2121295"/>
                  </a:lnTo>
                  <a:lnTo>
                    <a:pt x="1854965" y="2111877"/>
                  </a:lnTo>
                  <a:lnTo>
                    <a:pt x="1850784" y="2099471"/>
                  </a:lnTo>
                  <a:lnTo>
                    <a:pt x="1846221" y="2073326"/>
                  </a:lnTo>
                  <a:lnTo>
                    <a:pt x="1841912" y="2060387"/>
                  </a:lnTo>
                  <a:close/>
                </a:path>
              </a:pathLst>
            </a:custGeom>
            <a:solidFill>
              <a:srgbClr val="FFFFFF"/>
            </a:solidFill>
            <a:ln w="12700" cap="flat">
              <a:noFill/>
              <a:prstDash val="solid"/>
              <a:miter/>
            </a:ln>
          </p:spPr>
          <p:txBody>
            <a:bodyPr rtlCol="0" anchor="ctr"/>
            <a:lstStyle/>
            <a:p>
              <a:endParaRPr lang="de-CH"/>
            </a:p>
          </p:txBody>
        </p:sp>
        <p:sp>
          <p:nvSpPr>
            <p:cNvPr id="125" name="Freihandform: Form 124">
              <a:extLst>
                <a:ext uri="{FF2B5EF4-FFF2-40B4-BE49-F238E27FC236}">
                  <a16:creationId xmlns:a16="http://schemas.microsoft.com/office/drawing/2014/main" id="{9A8F4090-D309-F86F-1603-99E8CD8B4058}"/>
                </a:ext>
              </a:extLst>
            </p:cNvPr>
            <p:cNvSpPr/>
            <p:nvPr/>
          </p:nvSpPr>
          <p:spPr>
            <a:xfrm>
              <a:off x="1698023" y="2982389"/>
              <a:ext cx="2441401" cy="2351349"/>
            </a:xfrm>
            <a:custGeom>
              <a:avLst/>
              <a:gdLst>
                <a:gd name="connsiteX0" fmla="*/ 402342 w 2441401"/>
                <a:gd name="connsiteY0" fmla="*/ 1060603 h 2351349"/>
                <a:gd name="connsiteX1" fmla="*/ 409269 w 2441401"/>
                <a:gd name="connsiteY1" fmla="*/ 1054985 h 2351349"/>
                <a:gd name="connsiteX2" fmla="*/ 413425 w 2441401"/>
                <a:gd name="connsiteY2" fmla="*/ 1048630 h 2351349"/>
                <a:gd name="connsiteX3" fmla="*/ 420619 w 2441401"/>
                <a:gd name="connsiteY3" fmla="*/ 1048096 h 2351349"/>
                <a:gd name="connsiteX4" fmla="*/ 423491 w 2441401"/>
                <a:gd name="connsiteY4" fmla="*/ 1040915 h 2351349"/>
                <a:gd name="connsiteX5" fmla="*/ 435236 w 2441401"/>
                <a:gd name="connsiteY5" fmla="*/ 1033835 h 2351349"/>
                <a:gd name="connsiteX6" fmla="*/ 448670 w 2441401"/>
                <a:gd name="connsiteY6" fmla="*/ 1029793 h 2351349"/>
                <a:gd name="connsiteX7" fmla="*/ 523190 w 2441401"/>
                <a:gd name="connsiteY7" fmla="*/ 964183 h 2351349"/>
                <a:gd name="connsiteX8" fmla="*/ 542370 w 2441401"/>
                <a:gd name="connsiteY8" fmla="*/ 952820 h 2351349"/>
                <a:gd name="connsiteX9" fmla="*/ 546424 w 2441401"/>
                <a:gd name="connsiteY9" fmla="*/ 944978 h 2351349"/>
                <a:gd name="connsiteX10" fmla="*/ 545242 w 2441401"/>
                <a:gd name="connsiteY10" fmla="*/ 931912 h 2351349"/>
                <a:gd name="connsiteX11" fmla="*/ 559071 w 2441401"/>
                <a:gd name="connsiteY11" fmla="*/ 912427 h 2351349"/>
                <a:gd name="connsiteX12" fmla="*/ 556732 w 2441401"/>
                <a:gd name="connsiteY12" fmla="*/ 906936 h 2351349"/>
                <a:gd name="connsiteX13" fmla="*/ 549551 w 2441401"/>
                <a:gd name="connsiteY13" fmla="*/ 906021 h 2351349"/>
                <a:gd name="connsiteX14" fmla="*/ 538455 w 2441401"/>
                <a:gd name="connsiteY14" fmla="*/ 920003 h 2351349"/>
                <a:gd name="connsiteX15" fmla="*/ 467214 w 2441401"/>
                <a:gd name="connsiteY15" fmla="*/ 971110 h 2351349"/>
                <a:gd name="connsiteX16" fmla="*/ 404934 w 2441401"/>
                <a:gd name="connsiteY16" fmla="*/ 1021544 h 2351349"/>
                <a:gd name="connsiteX17" fmla="*/ 385755 w 2441401"/>
                <a:gd name="connsiteY17" fmla="*/ 1049266 h 2351349"/>
                <a:gd name="connsiteX18" fmla="*/ 375434 w 2441401"/>
                <a:gd name="connsiteY18" fmla="*/ 1056446 h 2351349"/>
                <a:gd name="connsiteX19" fmla="*/ 374926 w 2441401"/>
                <a:gd name="connsiteY19" fmla="*/ 1066615 h 2351349"/>
                <a:gd name="connsiteX20" fmla="*/ 380531 w 2441401"/>
                <a:gd name="connsiteY20" fmla="*/ 1070796 h 2351349"/>
                <a:gd name="connsiteX21" fmla="*/ 393317 w 2441401"/>
                <a:gd name="connsiteY21" fmla="*/ 1059357 h 2351349"/>
                <a:gd name="connsiteX22" fmla="*/ 398134 w 2441401"/>
                <a:gd name="connsiteY22" fmla="*/ 1062878 h 2351349"/>
                <a:gd name="connsiteX23" fmla="*/ 242091 w 2441401"/>
                <a:gd name="connsiteY23" fmla="*/ 1868972 h 2351349"/>
                <a:gd name="connsiteX24" fmla="*/ 217548 w 2441401"/>
                <a:gd name="connsiteY24" fmla="*/ 1849093 h 2351349"/>
                <a:gd name="connsiteX25" fmla="*/ 208282 w 2441401"/>
                <a:gd name="connsiteY25" fmla="*/ 1857736 h 2351349"/>
                <a:gd name="connsiteX26" fmla="*/ 207011 w 2441401"/>
                <a:gd name="connsiteY26" fmla="*/ 1878390 h 2351349"/>
                <a:gd name="connsiteX27" fmla="*/ 1463059 w 2441401"/>
                <a:gd name="connsiteY27" fmla="*/ 756575 h 2351349"/>
                <a:gd name="connsiteX28" fmla="*/ 1491504 w 2441401"/>
                <a:gd name="connsiteY28" fmla="*/ 712661 h 2351349"/>
                <a:gd name="connsiteX29" fmla="*/ 1495546 w 2441401"/>
                <a:gd name="connsiteY29" fmla="*/ 676323 h 2351349"/>
                <a:gd name="connsiteX30" fmla="*/ 1468664 w 2441401"/>
                <a:gd name="connsiteY30" fmla="*/ 664960 h 2351349"/>
                <a:gd name="connsiteX31" fmla="*/ 1418281 w 2441401"/>
                <a:gd name="connsiteY31" fmla="*/ 722854 h 2351349"/>
                <a:gd name="connsiteX32" fmla="*/ 1438401 w 2441401"/>
                <a:gd name="connsiteY32" fmla="*/ 752393 h 2351349"/>
                <a:gd name="connsiteX33" fmla="*/ 1602871 w 2441401"/>
                <a:gd name="connsiteY33" fmla="*/ 722461 h 2351349"/>
                <a:gd name="connsiteX34" fmla="*/ 1629232 w 2441401"/>
                <a:gd name="connsiteY34" fmla="*/ 740623 h 2351349"/>
                <a:gd name="connsiteX35" fmla="*/ 1650509 w 2441401"/>
                <a:gd name="connsiteY35" fmla="*/ 746775 h 2351349"/>
                <a:gd name="connsiteX36" fmla="*/ 1658466 w 2441401"/>
                <a:gd name="connsiteY36" fmla="*/ 736060 h 2351349"/>
                <a:gd name="connsiteX37" fmla="*/ 1654157 w 2441401"/>
                <a:gd name="connsiteY37" fmla="*/ 729782 h 2351349"/>
                <a:gd name="connsiteX38" fmla="*/ 1659635 w 2441401"/>
                <a:gd name="connsiteY38" fmla="*/ 721813 h 2351349"/>
                <a:gd name="connsiteX39" fmla="*/ 1691754 w 2441401"/>
                <a:gd name="connsiteY39" fmla="*/ 671620 h 2351349"/>
                <a:gd name="connsiteX40" fmla="*/ 1672307 w 2441401"/>
                <a:gd name="connsiteY40" fmla="*/ 648093 h 2351349"/>
                <a:gd name="connsiteX41" fmla="*/ 1662762 w 2441401"/>
                <a:gd name="connsiteY41" fmla="*/ 640251 h 2351349"/>
                <a:gd name="connsiteX42" fmla="*/ 1652988 w 2441401"/>
                <a:gd name="connsiteY42" fmla="*/ 631240 h 2351349"/>
                <a:gd name="connsiteX43" fmla="*/ 1630935 w 2441401"/>
                <a:gd name="connsiteY43" fmla="*/ 597519 h 2351349"/>
                <a:gd name="connsiteX44" fmla="*/ 1618924 w 2441401"/>
                <a:gd name="connsiteY44" fmla="*/ 607052 h 2351349"/>
                <a:gd name="connsiteX45" fmla="*/ 1600126 w 2441401"/>
                <a:gd name="connsiteY45" fmla="*/ 636730 h 2351349"/>
                <a:gd name="connsiteX46" fmla="*/ 1583425 w 2441401"/>
                <a:gd name="connsiteY46" fmla="*/ 660880 h 2351349"/>
                <a:gd name="connsiteX47" fmla="*/ 1555627 w 2441401"/>
                <a:gd name="connsiteY47" fmla="*/ 705569 h 2351349"/>
                <a:gd name="connsiteX48" fmla="*/ 1510354 w 2441401"/>
                <a:gd name="connsiteY48" fmla="*/ 711924 h 2351349"/>
                <a:gd name="connsiteX49" fmla="*/ 1498342 w 2441401"/>
                <a:gd name="connsiteY49" fmla="*/ 730989 h 2351349"/>
                <a:gd name="connsiteX50" fmla="*/ 1509044 w 2441401"/>
                <a:gd name="connsiteY50" fmla="*/ 742238 h 2351349"/>
                <a:gd name="connsiteX51" fmla="*/ 1535927 w 2441401"/>
                <a:gd name="connsiteY51" fmla="*/ 738323 h 2351349"/>
                <a:gd name="connsiteX52" fmla="*/ 1546489 w 2441401"/>
                <a:gd name="connsiteY52" fmla="*/ 735705 h 2351349"/>
                <a:gd name="connsiteX53" fmla="*/ 1558894 w 2441401"/>
                <a:gd name="connsiteY53" fmla="*/ 719753 h 2351349"/>
                <a:gd name="connsiteX54" fmla="*/ 1581213 w 2441401"/>
                <a:gd name="connsiteY54" fmla="*/ 713475 h 2351349"/>
                <a:gd name="connsiteX55" fmla="*/ 2017999 w 2441401"/>
                <a:gd name="connsiteY55" fmla="*/ 196385 h 2351349"/>
                <a:gd name="connsiteX56" fmla="*/ 2033124 w 2441401"/>
                <a:gd name="connsiteY56" fmla="*/ 207825 h 2351349"/>
                <a:gd name="connsiteX57" fmla="*/ 2047360 w 2441401"/>
                <a:gd name="connsiteY57" fmla="*/ 210964 h 2351349"/>
                <a:gd name="connsiteX58" fmla="*/ 2067988 w 2441401"/>
                <a:gd name="connsiteY58" fmla="*/ 210417 h 2351349"/>
                <a:gd name="connsiteX59" fmla="*/ 2108038 w 2441401"/>
                <a:gd name="connsiteY59" fmla="*/ 187692 h 2351349"/>
                <a:gd name="connsiteX60" fmla="*/ 2119478 w 2441401"/>
                <a:gd name="connsiteY60" fmla="*/ 203109 h 2351349"/>
                <a:gd name="connsiteX61" fmla="*/ 2121956 w 2441401"/>
                <a:gd name="connsiteY61" fmla="*/ 215006 h 2351349"/>
                <a:gd name="connsiteX62" fmla="*/ 2105433 w 2441401"/>
                <a:gd name="connsiteY62" fmla="*/ 237757 h 2351349"/>
                <a:gd name="connsiteX63" fmla="*/ 2087295 w 2441401"/>
                <a:gd name="connsiteY63" fmla="*/ 240299 h 2351349"/>
                <a:gd name="connsiteX64" fmla="*/ 2061455 w 2441401"/>
                <a:gd name="connsiteY64" fmla="*/ 286564 h 2351349"/>
                <a:gd name="connsiteX65" fmla="*/ 2071369 w 2441401"/>
                <a:gd name="connsiteY65" fmla="*/ 319509 h 2351349"/>
                <a:gd name="connsiteX66" fmla="*/ 2057935 w 2441401"/>
                <a:gd name="connsiteY66" fmla="*/ 334532 h 2351349"/>
                <a:gd name="connsiteX67" fmla="*/ 2054122 w 2441401"/>
                <a:gd name="connsiteY67" fmla="*/ 337926 h 2351349"/>
                <a:gd name="connsiteX68" fmla="*/ 2051643 w 2441401"/>
                <a:gd name="connsiteY68" fmla="*/ 342108 h 2351349"/>
                <a:gd name="connsiteX69" fmla="*/ 2037281 w 2441401"/>
                <a:gd name="connsiteY69" fmla="*/ 361173 h 2351349"/>
                <a:gd name="connsiteX70" fmla="*/ 2006357 w 2441401"/>
                <a:gd name="connsiteY70" fmla="*/ 384293 h 2351349"/>
                <a:gd name="connsiteX71" fmla="*/ 1995388 w 2441401"/>
                <a:gd name="connsiteY71" fmla="*/ 366778 h 2351349"/>
                <a:gd name="connsiteX72" fmla="*/ 2014720 w 2441401"/>
                <a:gd name="connsiteY72" fmla="*/ 346912 h 2351349"/>
                <a:gd name="connsiteX73" fmla="*/ 2000879 w 2441401"/>
                <a:gd name="connsiteY73" fmla="*/ 297635 h 2351349"/>
                <a:gd name="connsiteX74" fmla="*/ 1968252 w 2441401"/>
                <a:gd name="connsiteY74" fmla="*/ 282993 h 2351349"/>
                <a:gd name="connsiteX75" fmla="*/ 1949440 w 2441401"/>
                <a:gd name="connsiteY75" fmla="*/ 305363 h 2351349"/>
                <a:gd name="connsiteX76" fmla="*/ 1922673 w 2441401"/>
                <a:gd name="connsiteY76" fmla="*/ 287708 h 2351349"/>
                <a:gd name="connsiteX77" fmla="*/ 1954651 w 2441401"/>
                <a:gd name="connsiteY77" fmla="*/ 257915 h 2351349"/>
                <a:gd name="connsiteX78" fmla="*/ 1903226 w 2441401"/>
                <a:gd name="connsiteY78" fmla="*/ 201571 h 2351349"/>
                <a:gd name="connsiteX79" fmla="*/ 1910140 w 2441401"/>
                <a:gd name="connsiteY79" fmla="*/ 170609 h 2351349"/>
                <a:gd name="connsiteX80" fmla="*/ 1857825 w 2441401"/>
                <a:gd name="connsiteY80" fmla="*/ 142761 h 2351349"/>
                <a:gd name="connsiteX81" fmla="*/ 1893185 w 2441401"/>
                <a:gd name="connsiteY81" fmla="*/ 112447 h 2351349"/>
                <a:gd name="connsiteX82" fmla="*/ 1892016 w 2441401"/>
                <a:gd name="connsiteY82" fmla="*/ 103550 h 2351349"/>
                <a:gd name="connsiteX83" fmla="*/ 1898371 w 2441401"/>
                <a:gd name="connsiteY83" fmla="*/ 95059 h 2351349"/>
                <a:gd name="connsiteX84" fmla="*/ 1930731 w 2441401"/>
                <a:gd name="connsiteY84" fmla="*/ 75194 h 2351349"/>
                <a:gd name="connsiteX85" fmla="*/ 1988677 w 2441401"/>
                <a:gd name="connsiteY85" fmla="*/ 39605 h 2351349"/>
                <a:gd name="connsiteX86" fmla="*/ 1994155 w 2441401"/>
                <a:gd name="connsiteY86" fmla="*/ 26666 h 2351349"/>
                <a:gd name="connsiteX87" fmla="*/ 2008899 w 2441401"/>
                <a:gd name="connsiteY87" fmla="*/ 13066 h 2351349"/>
                <a:gd name="connsiteX88" fmla="*/ 2016080 w 2441401"/>
                <a:gd name="connsiteY88" fmla="*/ 0 h 2351349"/>
                <a:gd name="connsiteX89" fmla="*/ 2060566 w 2441401"/>
                <a:gd name="connsiteY89" fmla="*/ 19472 h 2351349"/>
                <a:gd name="connsiteX90" fmla="*/ 2057960 w 2441401"/>
                <a:gd name="connsiteY90" fmla="*/ 71495 h 2351349"/>
                <a:gd name="connsiteX91" fmla="*/ 2065586 w 2441401"/>
                <a:gd name="connsiteY91" fmla="*/ 103003 h 2351349"/>
                <a:gd name="connsiteX92" fmla="*/ 2055939 w 2441401"/>
                <a:gd name="connsiteY92" fmla="*/ 118548 h 2351349"/>
                <a:gd name="connsiteX93" fmla="*/ 2035603 w 2441401"/>
                <a:gd name="connsiteY93" fmla="*/ 128716 h 2351349"/>
                <a:gd name="connsiteX94" fmla="*/ 2016944 w 2441401"/>
                <a:gd name="connsiteY94" fmla="*/ 149497 h 2351349"/>
                <a:gd name="connsiteX95" fmla="*/ 2002721 w 2441401"/>
                <a:gd name="connsiteY95" fmla="*/ 162576 h 2351349"/>
                <a:gd name="connsiteX96" fmla="*/ 2005060 w 2441401"/>
                <a:gd name="connsiteY96" fmla="*/ 178133 h 2351349"/>
                <a:gd name="connsiteX97" fmla="*/ 1821410 w 2441401"/>
                <a:gd name="connsiteY97" fmla="*/ 2039581 h 2351349"/>
                <a:gd name="connsiteX98" fmla="*/ 1804048 w 2441401"/>
                <a:gd name="connsiteY98" fmla="*/ 2029781 h 2351349"/>
                <a:gd name="connsiteX99" fmla="*/ 1794389 w 2441401"/>
                <a:gd name="connsiteY99" fmla="*/ 2017884 h 2351349"/>
                <a:gd name="connsiteX100" fmla="*/ 1793346 w 2441401"/>
                <a:gd name="connsiteY100" fmla="*/ 1997739 h 2351349"/>
                <a:gd name="connsiteX101" fmla="*/ 1785720 w 2441401"/>
                <a:gd name="connsiteY101" fmla="*/ 1968200 h 2351349"/>
                <a:gd name="connsiteX102" fmla="*/ 1786394 w 2441401"/>
                <a:gd name="connsiteY102" fmla="*/ 1940238 h 2351349"/>
                <a:gd name="connsiteX103" fmla="*/ 1784424 w 2441401"/>
                <a:gd name="connsiteY103" fmla="*/ 1929777 h 2351349"/>
                <a:gd name="connsiteX104" fmla="*/ 1780369 w 2441401"/>
                <a:gd name="connsiteY104" fmla="*/ 1922075 h 2351349"/>
                <a:gd name="connsiteX105" fmla="*/ 1758978 w 2441401"/>
                <a:gd name="connsiteY105" fmla="*/ 1896057 h 2351349"/>
                <a:gd name="connsiteX106" fmla="*/ 1746700 w 2441401"/>
                <a:gd name="connsiteY106" fmla="*/ 1894888 h 2351349"/>
                <a:gd name="connsiteX107" fmla="*/ 1722436 w 2441401"/>
                <a:gd name="connsiteY107" fmla="*/ 1898409 h 2351349"/>
                <a:gd name="connsiteX108" fmla="*/ 1711607 w 2441401"/>
                <a:gd name="connsiteY108" fmla="*/ 1891875 h 2351349"/>
                <a:gd name="connsiteX109" fmla="*/ 1699469 w 2441401"/>
                <a:gd name="connsiteY109" fmla="*/ 1867726 h 2351349"/>
                <a:gd name="connsiteX110" fmla="*/ 1687597 w 2441401"/>
                <a:gd name="connsiteY110" fmla="*/ 1856477 h 2351349"/>
                <a:gd name="connsiteX111" fmla="*/ 1682768 w 2441401"/>
                <a:gd name="connsiteY111" fmla="*/ 1845649 h 2351349"/>
                <a:gd name="connsiteX112" fmla="*/ 1693203 w 2441401"/>
                <a:gd name="connsiteY112" fmla="*/ 1817788 h 2351349"/>
                <a:gd name="connsiteX113" fmla="*/ 1693597 w 2441401"/>
                <a:gd name="connsiteY113" fmla="*/ 1798443 h 2351349"/>
                <a:gd name="connsiteX114" fmla="*/ 1688767 w 2441401"/>
                <a:gd name="connsiteY114" fmla="*/ 1785110 h 2351349"/>
                <a:gd name="connsiteX115" fmla="*/ 1659991 w 2441401"/>
                <a:gd name="connsiteY115" fmla="*/ 1758304 h 2351349"/>
                <a:gd name="connsiteX116" fmla="*/ 1636630 w 2441401"/>
                <a:gd name="connsiteY116" fmla="*/ 1729795 h 2351349"/>
                <a:gd name="connsiteX117" fmla="*/ 1639769 w 2441401"/>
                <a:gd name="connsiteY117" fmla="*/ 1727062 h 2351349"/>
                <a:gd name="connsiteX118" fmla="*/ 1655949 w 2441401"/>
                <a:gd name="connsiteY118" fmla="*/ 1732426 h 2351349"/>
                <a:gd name="connsiteX119" fmla="*/ 1674214 w 2441401"/>
                <a:gd name="connsiteY119" fmla="*/ 1728498 h 2351349"/>
                <a:gd name="connsiteX120" fmla="*/ 1696533 w 2441401"/>
                <a:gd name="connsiteY120" fmla="*/ 1727062 h 2351349"/>
                <a:gd name="connsiteX121" fmla="*/ 1709459 w 2441401"/>
                <a:gd name="connsiteY121" fmla="*/ 1732286 h 2351349"/>
                <a:gd name="connsiteX122" fmla="*/ 1721851 w 2441401"/>
                <a:gd name="connsiteY122" fmla="*/ 1726528 h 2351349"/>
                <a:gd name="connsiteX123" fmla="*/ 1759563 w 2441401"/>
                <a:gd name="connsiteY123" fmla="*/ 1729287 h 2351349"/>
                <a:gd name="connsiteX124" fmla="*/ 1768968 w 2441401"/>
                <a:gd name="connsiteY124" fmla="*/ 1722093 h 2351349"/>
                <a:gd name="connsiteX125" fmla="*/ 1772235 w 2441401"/>
                <a:gd name="connsiteY125" fmla="*/ 1708887 h 2351349"/>
                <a:gd name="connsiteX126" fmla="*/ 1784869 w 2441401"/>
                <a:gd name="connsiteY126" fmla="*/ 1690203 h 2351349"/>
                <a:gd name="connsiteX127" fmla="*/ 1769616 w 2441401"/>
                <a:gd name="connsiteY127" fmla="*/ 1652072 h 2351349"/>
                <a:gd name="connsiteX128" fmla="*/ 1764799 w 2441401"/>
                <a:gd name="connsiteY128" fmla="*/ 1637964 h 2351349"/>
                <a:gd name="connsiteX129" fmla="*/ 1756830 w 2441401"/>
                <a:gd name="connsiteY129" fmla="*/ 1628952 h 2351349"/>
                <a:gd name="connsiteX130" fmla="*/ 1745734 w 2441401"/>
                <a:gd name="connsiteY130" fmla="*/ 1631164 h 2351349"/>
                <a:gd name="connsiteX131" fmla="*/ 1738832 w 2441401"/>
                <a:gd name="connsiteY131" fmla="*/ 1624491 h 2351349"/>
                <a:gd name="connsiteX132" fmla="*/ 1738311 w 2441401"/>
                <a:gd name="connsiteY132" fmla="*/ 1611031 h 2351349"/>
                <a:gd name="connsiteX133" fmla="*/ 1723949 w 2441401"/>
                <a:gd name="connsiteY133" fmla="*/ 1596402 h 2351349"/>
                <a:gd name="connsiteX134" fmla="*/ 1708035 w 2441401"/>
                <a:gd name="connsiteY134" fmla="*/ 1599922 h 2351349"/>
                <a:gd name="connsiteX135" fmla="*/ 1678535 w 2441401"/>
                <a:gd name="connsiteY135" fmla="*/ 1590517 h 2351349"/>
                <a:gd name="connsiteX136" fmla="*/ 1676057 w 2441401"/>
                <a:gd name="connsiteY136" fmla="*/ 1577972 h 2351349"/>
                <a:gd name="connsiteX137" fmla="*/ 1648272 w 2441401"/>
                <a:gd name="connsiteY137" fmla="*/ 1572608 h 2351349"/>
                <a:gd name="connsiteX138" fmla="*/ 1635562 w 2441401"/>
                <a:gd name="connsiteY138" fmla="*/ 1566596 h 2351349"/>
                <a:gd name="connsiteX139" fmla="*/ 1623424 w 2441401"/>
                <a:gd name="connsiteY139" fmla="*/ 1546069 h 2351349"/>
                <a:gd name="connsiteX140" fmla="*/ 1598118 w 2441401"/>
                <a:gd name="connsiteY140" fmla="*/ 1540057 h 2351349"/>
                <a:gd name="connsiteX141" fmla="*/ 1587949 w 2441401"/>
                <a:gd name="connsiteY141" fmla="*/ 1533143 h 2351349"/>
                <a:gd name="connsiteX142" fmla="*/ 1582738 w 2441401"/>
                <a:gd name="connsiteY142" fmla="*/ 1514446 h 2351349"/>
                <a:gd name="connsiteX143" fmla="*/ 1544112 w 2441401"/>
                <a:gd name="connsiteY143" fmla="*/ 1508561 h 2351349"/>
                <a:gd name="connsiteX144" fmla="*/ 1514345 w 2441401"/>
                <a:gd name="connsiteY144" fmla="*/ 1502816 h 2351349"/>
                <a:gd name="connsiteX145" fmla="*/ 1489026 w 2441401"/>
                <a:gd name="connsiteY145" fmla="*/ 1495622 h 2351349"/>
                <a:gd name="connsiteX146" fmla="*/ 1468690 w 2441401"/>
                <a:gd name="connsiteY146" fmla="*/ 1493792 h 2351349"/>
                <a:gd name="connsiteX147" fmla="*/ 1432288 w 2441401"/>
                <a:gd name="connsiteY147" fmla="*/ 1475502 h 2351349"/>
                <a:gd name="connsiteX148" fmla="*/ 1415841 w 2441401"/>
                <a:gd name="connsiteY148" fmla="*/ 1456551 h 2351349"/>
                <a:gd name="connsiteX149" fmla="*/ 1399521 w 2441401"/>
                <a:gd name="connsiteY149" fmla="*/ 1447921 h 2351349"/>
                <a:gd name="connsiteX150" fmla="*/ 1385311 w 2441401"/>
                <a:gd name="connsiteY150" fmla="*/ 1447921 h 2351349"/>
                <a:gd name="connsiteX151" fmla="*/ 1372906 w 2441401"/>
                <a:gd name="connsiteY151" fmla="*/ 1456551 h 2351349"/>
                <a:gd name="connsiteX152" fmla="*/ 1354641 w 2441401"/>
                <a:gd name="connsiteY152" fmla="*/ 1456551 h 2351349"/>
                <a:gd name="connsiteX153" fmla="*/ 1338321 w 2441401"/>
                <a:gd name="connsiteY153" fmla="*/ 1444654 h 2351349"/>
                <a:gd name="connsiteX154" fmla="*/ 1316917 w 2441401"/>
                <a:gd name="connsiteY154" fmla="*/ 1426352 h 2351349"/>
                <a:gd name="connsiteX155" fmla="*/ 1290429 w 2441401"/>
                <a:gd name="connsiteY155" fmla="*/ 1412371 h 2351349"/>
                <a:gd name="connsiteX156" fmla="*/ 1262632 w 2441401"/>
                <a:gd name="connsiteY156" fmla="*/ 1403219 h 2351349"/>
                <a:gd name="connsiteX157" fmla="*/ 1244494 w 2441401"/>
                <a:gd name="connsiteY157" fmla="*/ 1401262 h 2351349"/>
                <a:gd name="connsiteX158" fmla="*/ 1237834 w 2441401"/>
                <a:gd name="connsiteY158" fmla="*/ 1397728 h 2351349"/>
                <a:gd name="connsiteX159" fmla="*/ 1192688 w 2441401"/>
                <a:gd name="connsiteY159" fmla="*/ 1399431 h 2351349"/>
                <a:gd name="connsiteX160" fmla="*/ 1173241 w 2441401"/>
                <a:gd name="connsiteY160" fmla="*/ 1393941 h 2351349"/>
                <a:gd name="connsiteX161" fmla="*/ 1148189 w 2441401"/>
                <a:gd name="connsiteY161" fmla="*/ 1386734 h 2351349"/>
                <a:gd name="connsiteX162" fmla="*/ 1110211 w 2441401"/>
                <a:gd name="connsiteY162" fmla="*/ 1373808 h 2351349"/>
                <a:gd name="connsiteX163" fmla="*/ 1090764 w 2441401"/>
                <a:gd name="connsiteY163" fmla="*/ 1358251 h 2351349"/>
                <a:gd name="connsiteX164" fmla="*/ 1079401 w 2441401"/>
                <a:gd name="connsiteY164" fmla="*/ 1358644 h 2351349"/>
                <a:gd name="connsiteX165" fmla="*/ 1064925 w 2441401"/>
                <a:gd name="connsiteY165" fmla="*/ 1359915 h 2351349"/>
                <a:gd name="connsiteX166" fmla="*/ 1052786 w 2441401"/>
                <a:gd name="connsiteY166" fmla="*/ 1371354 h 2351349"/>
                <a:gd name="connsiteX167" fmla="*/ 1022117 w 2441401"/>
                <a:gd name="connsiteY167" fmla="*/ 1388742 h 2351349"/>
                <a:gd name="connsiteX168" fmla="*/ 978139 w 2441401"/>
                <a:gd name="connsiteY168" fmla="*/ 1387967 h 2351349"/>
                <a:gd name="connsiteX169" fmla="*/ 949401 w 2441401"/>
                <a:gd name="connsiteY169" fmla="*/ 1366665 h 2351349"/>
                <a:gd name="connsiteX170" fmla="*/ 924350 w 2441401"/>
                <a:gd name="connsiteY170" fmla="*/ 1361695 h 2351349"/>
                <a:gd name="connsiteX171" fmla="*/ 911639 w 2441401"/>
                <a:gd name="connsiteY171" fmla="*/ 1369143 h 2351349"/>
                <a:gd name="connsiteX172" fmla="*/ 893235 w 2441401"/>
                <a:gd name="connsiteY172" fmla="*/ 1397906 h 2351349"/>
                <a:gd name="connsiteX173" fmla="*/ 874055 w 2441401"/>
                <a:gd name="connsiteY173" fmla="*/ 1404033 h 2351349"/>
                <a:gd name="connsiteX174" fmla="*/ 864268 w 2441401"/>
                <a:gd name="connsiteY174" fmla="*/ 1429135 h 2351349"/>
                <a:gd name="connsiteX175" fmla="*/ 858002 w 2441401"/>
                <a:gd name="connsiteY175" fmla="*/ 1436202 h 2351349"/>
                <a:gd name="connsiteX176" fmla="*/ 841949 w 2441401"/>
                <a:gd name="connsiteY176" fmla="*/ 1435668 h 2351349"/>
                <a:gd name="connsiteX177" fmla="*/ 823037 w 2441401"/>
                <a:gd name="connsiteY177" fmla="*/ 1452268 h 2351349"/>
                <a:gd name="connsiteX178" fmla="*/ 822236 w 2441401"/>
                <a:gd name="connsiteY178" fmla="*/ 1471333 h 2351349"/>
                <a:gd name="connsiteX179" fmla="*/ 818601 w 2441401"/>
                <a:gd name="connsiteY179" fmla="*/ 1474358 h 2351349"/>
                <a:gd name="connsiteX180" fmla="*/ 808140 w 2441401"/>
                <a:gd name="connsiteY180" fmla="*/ 1471600 h 2351349"/>
                <a:gd name="connsiteX181" fmla="*/ 794426 w 2441401"/>
                <a:gd name="connsiteY181" fmla="*/ 1486140 h 2351349"/>
                <a:gd name="connsiteX182" fmla="*/ 767938 w 2441401"/>
                <a:gd name="connsiteY182" fmla="*/ 1495292 h 2351349"/>
                <a:gd name="connsiteX183" fmla="*/ 737522 w 2441401"/>
                <a:gd name="connsiteY183" fmla="*/ 1500376 h 2351349"/>
                <a:gd name="connsiteX184" fmla="*/ 713792 w 2441401"/>
                <a:gd name="connsiteY184" fmla="*/ 1517624 h 2351349"/>
                <a:gd name="connsiteX185" fmla="*/ 709611 w 2441401"/>
                <a:gd name="connsiteY185" fmla="*/ 1525072 h 2351349"/>
                <a:gd name="connsiteX186" fmla="*/ 692516 w 2441401"/>
                <a:gd name="connsiteY186" fmla="*/ 1529253 h 2351349"/>
                <a:gd name="connsiteX187" fmla="*/ 676335 w 2441401"/>
                <a:gd name="connsiteY187" fmla="*/ 1523762 h 2351349"/>
                <a:gd name="connsiteX188" fmla="*/ 662761 w 2441401"/>
                <a:gd name="connsiteY188" fmla="*/ 1512133 h 2351349"/>
                <a:gd name="connsiteX189" fmla="*/ 649580 w 2441401"/>
                <a:gd name="connsiteY189" fmla="*/ 1511230 h 2351349"/>
                <a:gd name="connsiteX190" fmla="*/ 594520 w 2441401"/>
                <a:gd name="connsiteY190" fmla="*/ 1521030 h 2351349"/>
                <a:gd name="connsiteX191" fmla="*/ 584593 w 2441401"/>
                <a:gd name="connsiteY191" fmla="*/ 1521157 h 2351349"/>
                <a:gd name="connsiteX192" fmla="*/ 569710 w 2441401"/>
                <a:gd name="connsiteY192" fmla="*/ 1533562 h 2351349"/>
                <a:gd name="connsiteX193" fmla="*/ 557317 w 2441401"/>
                <a:gd name="connsiteY193" fmla="*/ 1552119 h 2351349"/>
                <a:gd name="connsiteX194" fmla="*/ 528605 w 2441401"/>
                <a:gd name="connsiteY194" fmla="*/ 1573561 h 2351349"/>
                <a:gd name="connsiteX195" fmla="*/ 520648 w 2441401"/>
                <a:gd name="connsiteY195" fmla="*/ 1588190 h 2351349"/>
                <a:gd name="connsiteX196" fmla="*/ 506286 w 2441401"/>
                <a:gd name="connsiteY196" fmla="*/ 1605985 h 2351349"/>
                <a:gd name="connsiteX197" fmla="*/ 501850 w 2441401"/>
                <a:gd name="connsiteY197" fmla="*/ 1613700 h 2351349"/>
                <a:gd name="connsiteX198" fmla="*/ 481234 w 2441401"/>
                <a:gd name="connsiteY198" fmla="*/ 1625978 h 2351349"/>
                <a:gd name="connsiteX199" fmla="*/ 468524 w 2441401"/>
                <a:gd name="connsiteY199" fmla="*/ 1633604 h 2351349"/>
                <a:gd name="connsiteX200" fmla="*/ 465982 w 2441401"/>
                <a:gd name="connsiteY200" fmla="*/ 1660296 h 2351349"/>
                <a:gd name="connsiteX201" fmla="*/ 448886 w 2441401"/>
                <a:gd name="connsiteY201" fmla="*/ 1685119 h 2351349"/>
                <a:gd name="connsiteX202" fmla="*/ 449801 w 2441401"/>
                <a:gd name="connsiteY202" fmla="*/ 1708912 h 2351349"/>
                <a:gd name="connsiteX203" fmla="*/ 439633 w 2441401"/>
                <a:gd name="connsiteY203" fmla="*/ 1714937 h 2351349"/>
                <a:gd name="connsiteX204" fmla="*/ 431791 w 2441401"/>
                <a:gd name="connsiteY204" fmla="*/ 1730087 h 2351349"/>
                <a:gd name="connsiteX205" fmla="*/ 410006 w 2441401"/>
                <a:gd name="connsiteY205" fmla="*/ 1722118 h 2351349"/>
                <a:gd name="connsiteX206" fmla="*/ 400486 w 2441401"/>
                <a:gd name="connsiteY206" fmla="*/ 1722652 h 2351349"/>
                <a:gd name="connsiteX207" fmla="*/ 378167 w 2441401"/>
                <a:gd name="connsiteY207" fmla="*/ 1741463 h 2351349"/>
                <a:gd name="connsiteX208" fmla="*/ 347243 w 2441401"/>
                <a:gd name="connsiteY208" fmla="*/ 1785644 h 2351349"/>
                <a:gd name="connsiteX209" fmla="*/ 333541 w 2441401"/>
                <a:gd name="connsiteY209" fmla="*/ 1799625 h 2351349"/>
                <a:gd name="connsiteX210" fmla="*/ 303558 w 2441401"/>
                <a:gd name="connsiteY210" fmla="*/ 1838213 h 2351349"/>
                <a:gd name="connsiteX211" fmla="*/ 237528 w 2441401"/>
                <a:gd name="connsiteY211" fmla="*/ 1803196 h 2351349"/>
                <a:gd name="connsiteX212" fmla="*/ 225123 w 2441401"/>
                <a:gd name="connsiteY212" fmla="*/ 1809552 h 2351349"/>
                <a:gd name="connsiteX213" fmla="*/ 222251 w 2441401"/>
                <a:gd name="connsiteY213" fmla="*/ 1826545 h 2351349"/>
                <a:gd name="connsiteX214" fmla="*/ 268846 w 2441401"/>
                <a:gd name="connsiteY214" fmla="*/ 1848229 h 2351349"/>
                <a:gd name="connsiteX215" fmla="*/ 264410 w 2441401"/>
                <a:gd name="connsiteY215" fmla="*/ 1869683 h 2351349"/>
                <a:gd name="connsiteX216" fmla="*/ 292716 w 2441401"/>
                <a:gd name="connsiteY216" fmla="*/ 1881034 h 2351349"/>
                <a:gd name="connsiteX217" fmla="*/ 278493 w 2441401"/>
                <a:gd name="connsiteY217" fmla="*/ 1921554 h 2351349"/>
                <a:gd name="connsiteX218" fmla="*/ 267156 w 2441401"/>
                <a:gd name="connsiteY218" fmla="*/ 1948106 h 2351349"/>
                <a:gd name="connsiteX219" fmla="*/ 250048 w 2441401"/>
                <a:gd name="connsiteY219" fmla="*/ 1966586 h 2351349"/>
                <a:gd name="connsiteX220" fmla="*/ 238837 w 2441401"/>
                <a:gd name="connsiteY220" fmla="*/ 1984228 h 2351349"/>
                <a:gd name="connsiteX221" fmla="*/ 226686 w 2441401"/>
                <a:gd name="connsiteY221" fmla="*/ 2000751 h 2351349"/>
                <a:gd name="connsiteX222" fmla="*/ 215603 w 2441401"/>
                <a:gd name="connsiteY222" fmla="*/ 2007945 h 2351349"/>
                <a:gd name="connsiteX223" fmla="*/ 152561 w 2441401"/>
                <a:gd name="connsiteY223" fmla="*/ 1979843 h 2351349"/>
                <a:gd name="connsiteX224" fmla="*/ 119934 w 2441401"/>
                <a:gd name="connsiteY224" fmla="*/ 1937493 h 2351349"/>
                <a:gd name="connsiteX225" fmla="*/ 135071 w 2441401"/>
                <a:gd name="connsiteY225" fmla="*/ 1919851 h 2351349"/>
                <a:gd name="connsiteX226" fmla="*/ 151251 w 2441401"/>
                <a:gd name="connsiteY226" fmla="*/ 1890439 h 2351349"/>
                <a:gd name="connsiteX227" fmla="*/ 151912 w 2441401"/>
                <a:gd name="connsiteY227" fmla="*/ 1875937 h 2351349"/>
                <a:gd name="connsiteX228" fmla="*/ 191568 w 2441401"/>
                <a:gd name="connsiteY228" fmla="*/ 1842077 h 2351349"/>
                <a:gd name="connsiteX229" fmla="*/ 194975 w 2441401"/>
                <a:gd name="connsiteY229" fmla="*/ 1817381 h 2351349"/>
                <a:gd name="connsiteX230" fmla="*/ 216239 w 2441401"/>
                <a:gd name="connsiteY230" fmla="*/ 1798417 h 2351349"/>
                <a:gd name="connsiteX231" fmla="*/ 198622 w 2441401"/>
                <a:gd name="connsiteY231" fmla="*/ 1771726 h 2351349"/>
                <a:gd name="connsiteX232" fmla="*/ 193144 w 2441401"/>
                <a:gd name="connsiteY232" fmla="*/ 1757605 h 2351349"/>
                <a:gd name="connsiteX233" fmla="*/ 175007 w 2441401"/>
                <a:gd name="connsiteY233" fmla="*/ 1763757 h 2351349"/>
                <a:gd name="connsiteX234" fmla="*/ 110401 w 2441401"/>
                <a:gd name="connsiteY234" fmla="*/ 1705201 h 2351349"/>
                <a:gd name="connsiteX235" fmla="*/ 91615 w 2441401"/>
                <a:gd name="connsiteY235" fmla="*/ 1703231 h 2351349"/>
                <a:gd name="connsiteX236" fmla="*/ 63945 w 2441401"/>
                <a:gd name="connsiteY236" fmla="*/ 1670693 h 2351349"/>
                <a:gd name="connsiteX237" fmla="*/ 10702 w 2441401"/>
                <a:gd name="connsiteY237" fmla="*/ 1654093 h 2351349"/>
                <a:gd name="connsiteX238" fmla="*/ 0 w 2441401"/>
                <a:gd name="connsiteY238" fmla="*/ 1644942 h 2351349"/>
                <a:gd name="connsiteX239" fmla="*/ 22967 w 2441401"/>
                <a:gd name="connsiteY239" fmla="*/ 1598156 h 2351349"/>
                <a:gd name="connsiteX240" fmla="*/ 42287 w 2441401"/>
                <a:gd name="connsiteY240" fmla="*/ 1576447 h 2351349"/>
                <a:gd name="connsiteX241" fmla="*/ 17222 w 2441401"/>
                <a:gd name="connsiteY241" fmla="*/ 1533448 h 2351349"/>
                <a:gd name="connsiteX242" fmla="*/ 21658 w 2441401"/>
                <a:gd name="connsiteY242" fmla="*/ 1498952 h 2351349"/>
                <a:gd name="connsiteX243" fmla="*/ 71393 w 2441401"/>
                <a:gd name="connsiteY243" fmla="*/ 1452420 h 2351349"/>
                <a:gd name="connsiteX244" fmla="*/ 105190 w 2441401"/>
                <a:gd name="connsiteY244" fmla="*/ 1367720 h 2351349"/>
                <a:gd name="connsiteX245" fmla="*/ 197440 w 2441401"/>
                <a:gd name="connsiteY245" fmla="*/ 1263687 h 2351349"/>
                <a:gd name="connsiteX246" fmla="*/ 186751 w 2441401"/>
                <a:gd name="connsiteY246" fmla="*/ 1252565 h 2351349"/>
                <a:gd name="connsiteX247" fmla="*/ 104135 w 2441401"/>
                <a:gd name="connsiteY247" fmla="*/ 1169186 h 2351349"/>
                <a:gd name="connsiteX248" fmla="*/ 191428 w 2441401"/>
                <a:gd name="connsiteY248" fmla="*/ 1084091 h 2351349"/>
                <a:gd name="connsiteX249" fmla="*/ 232101 w 2441401"/>
                <a:gd name="connsiteY249" fmla="*/ 1062128 h 2351349"/>
                <a:gd name="connsiteX250" fmla="*/ 328940 w 2441401"/>
                <a:gd name="connsiteY250" fmla="*/ 968682 h 2351349"/>
                <a:gd name="connsiteX251" fmla="*/ 362609 w 2441401"/>
                <a:gd name="connsiteY251" fmla="*/ 928569 h 2351349"/>
                <a:gd name="connsiteX252" fmla="*/ 429974 w 2441401"/>
                <a:gd name="connsiteY252" fmla="*/ 868170 h 2351349"/>
                <a:gd name="connsiteX253" fmla="*/ 433507 w 2441401"/>
                <a:gd name="connsiteY253" fmla="*/ 852918 h 2351349"/>
                <a:gd name="connsiteX254" fmla="*/ 513505 w 2441401"/>
                <a:gd name="connsiteY254" fmla="*/ 810568 h 2351349"/>
                <a:gd name="connsiteX255" fmla="*/ 622457 w 2441401"/>
                <a:gd name="connsiteY255" fmla="*/ 743394 h 2351349"/>
                <a:gd name="connsiteX256" fmla="*/ 634862 w 2441401"/>
                <a:gd name="connsiteY256" fmla="*/ 718559 h 2351349"/>
                <a:gd name="connsiteX257" fmla="*/ 666638 w 2441401"/>
                <a:gd name="connsiteY257" fmla="*/ 710932 h 2351349"/>
                <a:gd name="connsiteX258" fmla="*/ 684432 w 2441401"/>
                <a:gd name="connsiteY258" fmla="*/ 693685 h 2351349"/>
                <a:gd name="connsiteX259" fmla="*/ 678560 w 2441401"/>
                <a:gd name="connsiteY259" fmla="*/ 680085 h 2351349"/>
                <a:gd name="connsiteX260" fmla="*/ 703878 w 2441401"/>
                <a:gd name="connsiteY260" fmla="*/ 656431 h 2351349"/>
                <a:gd name="connsiteX261" fmla="*/ 740420 w 2441401"/>
                <a:gd name="connsiteY261" fmla="*/ 653165 h 2351349"/>
                <a:gd name="connsiteX262" fmla="*/ 775399 w 2441401"/>
                <a:gd name="connsiteY262" fmla="*/ 626905 h 2351349"/>
                <a:gd name="connsiteX263" fmla="*/ 785847 w 2441401"/>
                <a:gd name="connsiteY263" fmla="*/ 610941 h 2351349"/>
                <a:gd name="connsiteX264" fmla="*/ 799675 w 2441401"/>
                <a:gd name="connsiteY264" fmla="*/ 600099 h 2351349"/>
                <a:gd name="connsiteX265" fmla="*/ 819376 w 2441401"/>
                <a:gd name="connsiteY265" fmla="*/ 550708 h 2351349"/>
                <a:gd name="connsiteX266" fmla="*/ 778398 w 2441401"/>
                <a:gd name="connsiteY266" fmla="*/ 507823 h 2351349"/>
                <a:gd name="connsiteX267" fmla="*/ 771090 w 2441401"/>
                <a:gd name="connsiteY267" fmla="*/ 475540 h 2351349"/>
                <a:gd name="connsiteX268" fmla="*/ 784792 w 2441401"/>
                <a:gd name="connsiteY268" fmla="*/ 461304 h 2351349"/>
                <a:gd name="connsiteX269" fmla="*/ 794312 w 2441401"/>
                <a:gd name="connsiteY269" fmla="*/ 409281 h 2351349"/>
                <a:gd name="connsiteX270" fmla="*/ 831896 w 2441401"/>
                <a:gd name="connsiteY270" fmla="*/ 360258 h 2351349"/>
                <a:gd name="connsiteX271" fmla="*/ 876801 w 2441401"/>
                <a:gd name="connsiteY271" fmla="*/ 375167 h 2351349"/>
                <a:gd name="connsiteX272" fmla="*/ 940085 w 2441401"/>
                <a:gd name="connsiteY272" fmla="*/ 350585 h 2351349"/>
                <a:gd name="connsiteX273" fmla="*/ 969318 w 2441401"/>
                <a:gd name="connsiteY273" fmla="*/ 339858 h 2351349"/>
                <a:gd name="connsiteX274" fmla="*/ 1042656 w 2441401"/>
                <a:gd name="connsiteY274" fmla="*/ 290288 h 2351349"/>
                <a:gd name="connsiteX275" fmla="*/ 1058188 w 2441401"/>
                <a:gd name="connsiteY275" fmla="*/ 280743 h 2351349"/>
                <a:gd name="connsiteX276" fmla="*/ 1091730 w 2441401"/>
                <a:gd name="connsiteY276" fmla="*/ 265491 h 2351349"/>
                <a:gd name="connsiteX277" fmla="*/ 1124879 w 2441401"/>
                <a:gd name="connsiteY277" fmla="*/ 258958 h 2351349"/>
                <a:gd name="connsiteX278" fmla="*/ 1162590 w 2441401"/>
                <a:gd name="connsiteY278" fmla="*/ 252679 h 2351349"/>
                <a:gd name="connsiteX279" fmla="*/ 1180600 w 2441401"/>
                <a:gd name="connsiteY279" fmla="*/ 244048 h 2351349"/>
                <a:gd name="connsiteX280" fmla="*/ 1212312 w 2441401"/>
                <a:gd name="connsiteY280" fmla="*/ 200923 h 2351349"/>
                <a:gd name="connsiteX281" fmla="*/ 1247024 w 2441401"/>
                <a:gd name="connsiteY281" fmla="*/ 167330 h 2351349"/>
                <a:gd name="connsiteX282" fmla="*/ 1366830 w 2441401"/>
                <a:gd name="connsiteY282" fmla="*/ 113210 h 2351349"/>
                <a:gd name="connsiteX283" fmla="*/ 1372181 w 2441401"/>
                <a:gd name="connsiteY283" fmla="*/ 128462 h 2351349"/>
                <a:gd name="connsiteX284" fmla="*/ 1357552 w 2441401"/>
                <a:gd name="connsiteY284" fmla="*/ 202448 h 2351349"/>
                <a:gd name="connsiteX285" fmla="*/ 1403880 w 2441401"/>
                <a:gd name="connsiteY285" fmla="*/ 243743 h 2351349"/>
                <a:gd name="connsiteX286" fmla="*/ 1400372 w 2441401"/>
                <a:gd name="connsiteY286" fmla="*/ 267410 h 2351349"/>
                <a:gd name="connsiteX287" fmla="*/ 1404681 w 2441401"/>
                <a:gd name="connsiteY287" fmla="*/ 268846 h 2351349"/>
                <a:gd name="connsiteX288" fmla="*/ 1403232 w 2441401"/>
                <a:gd name="connsiteY288" fmla="*/ 283221 h 2351349"/>
                <a:gd name="connsiteX289" fmla="*/ 1396877 w 2441401"/>
                <a:gd name="connsiteY289" fmla="*/ 306354 h 2351349"/>
                <a:gd name="connsiteX290" fmla="*/ 1438503 w 2441401"/>
                <a:gd name="connsiteY290" fmla="*/ 309354 h 2351349"/>
                <a:gd name="connsiteX291" fmla="*/ 1432249 w 2441401"/>
                <a:gd name="connsiteY291" fmla="*/ 326741 h 2351349"/>
                <a:gd name="connsiteX292" fmla="*/ 1416057 w 2441401"/>
                <a:gd name="connsiteY292" fmla="*/ 340074 h 2351349"/>
                <a:gd name="connsiteX293" fmla="*/ 1403664 w 2441401"/>
                <a:gd name="connsiteY293" fmla="*/ 344256 h 2351349"/>
                <a:gd name="connsiteX294" fmla="*/ 1386061 w 2441401"/>
                <a:gd name="connsiteY294" fmla="*/ 364783 h 2351349"/>
                <a:gd name="connsiteX295" fmla="*/ 1375892 w 2441401"/>
                <a:gd name="connsiteY295" fmla="*/ 366613 h 2351349"/>
                <a:gd name="connsiteX296" fmla="*/ 1355264 w 2441401"/>
                <a:gd name="connsiteY296" fmla="*/ 378637 h 2351349"/>
                <a:gd name="connsiteX297" fmla="*/ 1327301 w 2441401"/>
                <a:gd name="connsiteY297" fmla="*/ 413145 h 2351349"/>
                <a:gd name="connsiteX298" fmla="*/ 1313320 w 2441401"/>
                <a:gd name="connsiteY298" fmla="*/ 417594 h 2351349"/>
                <a:gd name="connsiteX299" fmla="*/ 1304969 w 2441401"/>
                <a:gd name="connsiteY299" fmla="*/ 426351 h 2351349"/>
                <a:gd name="connsiteX300" fmla="*/ 1296072 w 2441401"/>
                <a:gd name="connsiteY300" fmla="*/ 429351 h 2351349"/>
                <a:gd name="connsiteX301" fmla="*/ 1287175 w 2441401"/>
                <a:gd name="connsiteY301" fmla="*/ 446217 h 2351349"/>
                <a:gd name="connsiteX302" fmla="*/ 1277770 w 2441401"/>
                <a:gd name="connsiteY302" fmla="*/ 451174 h 2351349"/>
                <a:gd name="connsiteX303" fmla="*/ 1273080 w 2441401"/>
                <a:gd name="connsiteY303" fmla="*/ 457707 h 2351349"/>
                <a:gd name="connsiteX304" fmla="*/ 1260674 w 2441401"/>
                <a:gd name="connsiteY304" fmla="*/ 460719 h 2351349"/>
                <a:gd name="connsiteX305" fmla="*/ 1239792 w 2441401"/>
                <a:gd name="connsiteY305" fmla="*/ 472222 h 2351349"/>
                <a:gd name="connsiteX306" fmla="*/ 1189675 w 2441401"/>
                <a:gd name="connsiteY306" fmla="*/ 512742 h 2351349"/>
                <a:gd name="connsiteX307" fmla="*/ 1190603 w 2441401"/>
                <a:gd name="connsiteY307" fmla="*/ 529202 h 2351349"/>
                <a:gd name="connsiteX308" fmla="*/ 1192039 w 2441401"/>
                <a:gd name="connsiteY308" fmla="*/ 538099 h 2351349"/>
                <a:gd name="connsiteX309" fmla="*/ 1203771 w 2441401"/>
                <a:gd name="connsiteY309" fmla="*/ 550670 h 2351349"/>
                <a:gd name="connsiteX310" fmla="*/ 1214079 w 2441401"/>
                <a:gd name="connsiteY310" fmla="*/ 561638 h 2351349"/>
                <a:gd name="connsiteX311" fmla="*/ 1238012 w 2441401"/>
                <a:gd name="connsiteY311" fmla="*/ 559567 h 2351349"/>
                <a:gd name="connsiteX312" fmla="*/ 1244812 w 2441401"/>
                <a:gd name="connsiteY312" fmla="*/ 554737 h 2351349"/>
                <a:gd name="connsiteX313" fmla="*/ 1258374 w 2441401"/>
                <a:gd name="connsiteY313" fmla="*/ 554203 h 2351349"/>
                <a:gd name="connsiteX314" fmla="*/ 1268949 w 2441401"/>
                <a:gd name="connsiteY314" fmla="*/ 544035 h 2351349"/>
                <a:gd name="connsiteX315" fmla="*/ 1356916 w 2441401"/>
                <a:gd name="connsiteY315" fmla="*/ 499981 h 2351349"/>
                <a:gd name="connsiteX316" fmla="*/ 1384701 w 2441401"/>
                <a:gd name="connsiteY316" fmla="*/ 498024 h 2351349"/>
                <a:gd name="connsiteX317" fmla="*/ 1395390 w 2441401"/>
                <a:gd name="connsiteY317" fmla="*/ 502193 h 2351349"/>
                <a:gd name="connsiteX318" fmla="*/ 1405062 w 2441401"/>
                <a:gd name="connsiteY318" fmla="*/ 498799 h 2351349"/>
                <a:gd name="connsiteX319" fmla="*/ 1422539 w 2441401"/>
                <a:gd name="connsiteY319" fmla="*/ 511992 h 2351349"/>
                <a:gd name="connsiteX320" fmla="*/ 1440435 w 2441401"/>
                <a:gd name="connsiteY320" fmla="*/ 510823 h 2351349"/>
                <a:gd name="connsiteX321" fmla="*/ 1458051 w 2441401"/>
                <a:gd name="connsiteY321" fmla="*/ 493308 h 2351349"/>
                <a:gd name="connsiteX322" fmla="*/ 1477625 w 2441401"/>
                <a:gd name="connsiteY322" fmla="*/ 512539 h 2351349"/>
                <a:gd name="connsiteX323" fmla="*/ 1492496 w 2441401"/>
                <a:gd name="connsiteY323" fmla="*/ 518411 h 2351349"/>
                <a:gd name="connsiteX324" fmla="*/ 1471359 w 2441401"/>
                <a:gd name="connsiteY324" fmla="*/ 545344 h 2351349"/>
                <a:gd name="connsiteX325" fmla="*/ 1480091 w 2441401"/>
                <a:gd name="connsiteY325" fmla="*/ 555143 h 2351349"/>
                <a:gd name="connsiteX326" fmla="*/ 1490932 w 2441401"/>
                <a:gd name="connsiteY326" fmla="*/ 544823 h 2351349"/>
                <a:gd name="connsiteX327" fmla="*/ 1520547 w 2441401"/>
                <a:gd name="connsiteY327" fmla="*/ 571730 h 2351349"/>
                <a:gd name="connsiteX328" fmla="*/ 1553835 w 2441401"/>
                <a:gd name="connsiteY328" fmla="*/ 583627 h 2351349"/>
                <a:gd name="connsiteX329" fmla="*/ 1560101 w 2441401"/>
                <a:gd name="connsiteY329" fmla="*/ 589118 h 2351349"/>
                <a:gd name="connsiteX330" fmla="*/ 1576142 w 2441401"/>
                <a:gd name="connsiteY330" fmla="*/ 601015 h 2351349"/>
                <a:gd name="connsiteX331" fmla="*/ 1612556 w 2441401"/>
                <a:gd name="connsiteY331" fmla="*/ 584809 h 2351349"/>
                <a:gd name="connsiteX332" fmla="*/ 1633299 w 2441401"/>
                <a:gd name="connsiteY332" fmla="*/ 564282 h 2351349"/>
                <a:gd name="connsiteX333" fmla="*/ 1655352 w 2441401"/>
                <a:gd name="connsiteY333" fmla="*/ 568095 h 2351349"/>
                <a:gd name="connsiteX334" fmla="*/ 1681865 w 2441401"/>
                <a:gd name="connsiteY334" fmla="*/ 593185 h 2351349"/>
                <a:gd name="connsiteX335" fmla="*/ 1740180 w 2441401"/>
                <a:gd name="connsiteY335" fmla="*/ 571235 h 2351349"/>
                <a:gd name="connsiteX336" fmla="*/ 1751415 w 2441401"/>
                <a:gd name="connsiteY336" fmla="*/ 582674 h 2351349"/>
                <a:gd name="connsiteX337" fmla="*/ 1763681 w 2441401"/>
                <a:gd name="connsiteY337" fmla="*/ 563608 h 2351349"/>
                <a:gd name="connsiteX338" fmla="*/ 1772730 w 2441401"/>
                <a:gd name="connsiteY338" fmla="*/ 534146 h 2351349"/>
                <a:gd name="connsiteX339" fmla="*/ 1782390 w 2441401"/>
                <a:gd name="connsiteY339" fmla="*/ 527486 h 2351349"/>
                <a:gd name="connsiteX340" fmla="*/ 1793829 w 2441401"/>
                <a:gd name="connsiteY340" fmla="*/ 505129 h 2351349"/>
                <a:gd name="connsiteX341" fmla="*/ 1744895 w 2441401"/>
                <a:gd name="connsiteY341" fmla="*/ 492063 h 2351349"/>
                <a:gd name="connsiteX342" fmla="*/ 1740840 w 2441401"/>
                <a:gd name="connsiteY342" fmla="*/ 450882 h 2351349"/>
                <a:gd name="connsiteX343" fmla="*/ 1745658 w 2441401"/>
                <a:gd name="connsiteY343" fmla="*/ 418877 h 2351349"/>
                <a:gd name="connsiteX344" fmla="*/ 1769807 w 2441401"/>
                <a:gd name="connsiteY344" fmla="*/ 381764 h 2351349"/>
                <a:gd name="connsiteX345" fmla="*/ 1791872 w 2441401"/>
                <a:gd name="connsiteY345" fmla="*/ 361745 h 2351349"/>
                <a:gd name="connsiteX346" fmla="*/ 1765765 w 2441401"/>
                <a:gd name="connsiteY346" fmla="*/ 337036 h 2351349"/>
                <a:gd name="connsiteX347" fmla="*/ 1773595 w 2441401"/>
                <a:gd name="connsiteY347" fmla="*/ 309722 h 2351349"/>
                <a:gd name="connsiteX348" fmla="*/ 1752979 w 2441401"/>
                <a:gd name="connsiteY348" fmla="*/ 282268 h 2351349"/>
                <a:gd name="connsiteX349" fmla="*/ 1712903 w 2441401"/>
                <a:gd name="connsiteY349" fmla="*/ 261614 h 2351349"/>
                <a:gd name="connsiteX350" fmla="*/ 1734841 w 2441401"/>
                <a:gd name="connsiteY350" fmla="*/ 242015 h 2351349"/>
                <a:gd name="connsiteX351" fmla="*/ 1734841 w 2441401"/>
                <a:gd name="connsiteY351" fmla="*/ 233118 h 2351349"/>
                <a:gd name="connsiteX352" fmla="*/ 1778158 w 2441401"/>
                <a:gd name="connsiteY352" fmla="*/ 206846 h 2351349"/>
                <a:gd name="connsiteX353" fmla="*/ 1784170 w 2441401"/>
                <a:gd name="connsiteY353" fmla="*/ 246311 h 2351349"/>
                <a:gd name="connsiteX354" fmla="*/ 1810009 w 2441401"/>
                <a:gd name="connsiteY354" fmla="*/ 255488 h 2351349"/>
                <a:gd name="connsiteX355" fmla="*/ 1851368 w 2441401"/>
                <a:gd name="connsiteY355" fmla="*/ 325788 h 2351349"/>
                <a:gd name="connsiteX356" fmla="*/ 1871082 w 2441401"/>
                <a:gd name="connsiteY356" fmla="*/ 320170 h 2351349"/>
                <a:gd name="connsiteX357" fmla="*/ 1857901 w 2441401"/>
                <a:gd name="connsiteY357" fmla="*/ 271947 h 2351349"/>
                <a:gd name="connsiteX358" fmla="*/ 1881657 w 2441401"/>
                <a:gd name="connsiteY358" fmla="*/ 262923 h 2351349"/>
                <a:gd name="connsiteX359" fmla="*/ 1908920 w 2441401"/>
                <a:gd name="connsiteY359" fmla="*/ 299516 h 2351349"/>
                <a:gd name="connsiteX360" fmla="*/ 1912454 w 2441401"/>
                <a:gd name="connsiteY360" fmla="*/ 304231 h 2351349"/>
                <a:gd name="connsiteX361" fmla="*/ 1897201 w 2441401"/>
                <a:gd name="connsiteY361" fmla="*/ 322661 h 2351349"/>
                <a:gd name="connsiteX362" fmla="*/ 1878797 w 2441401"/>
                <a:gd name="connsiteY362" fmla="*/ 368011 h 2351349"/>
                <a:gd name="connsiteX363" fmla="*/ 1904027 w 2441401"/>
                <a:gd name="connsiteY363" fmla="*/ 401960 h 2351349"/>
                <a:gd name="connsiteX364" fmla="*/ 1918631 w 2441401"/>
                <a:gd name="connsiteY364" fmla="*/ 432287 h 2351349"/>
                <a:gd name="connsiteX365" fmla="*/ 1891367 w 2441401"/>
                <a:gd name="connsiteY365" fmla="*/ 454631 h 2351349"/>
                <a:gd name="connsiteX366" fmla="*/ 1863049 w 2441401"/>
                <a:gd name="connsiteY366" fmla="*/ 438693 h 2351349"/>
                <a:gd name="connsiteX367" fmla="*/ 1848699 w 2441401"/>
                <a:gd name="connsiteY367" fmla="*/ 465219 h 2351349"/>
                <a:gd name="connsiteX368" fmla="*/ 1861753 w 2441401"/>
                <a:gd name="connsiteY368" fmla="*/ 506654 h 2351349"/>
                <a:gd name="connsiteX369" fmla="*/ 1848572 w 2441401"/>
                <a:gd name="connsiteY369" fmla="*/ 552017 h 2351349"/>
                <a:gd name="connsiteX370" fmla="*/ 1808497 w 2441401"/>
                <a:gd name="connsiteY370" fmla="*/ 577628 h 2351349"/>
                <a:gd name="connsiteX371" fmla="*/ 1787881 w 2441401"/>
                <a:gd name="connsiteY371" fmla="*/ 619457 h 2351349"/>
                <a:gd name="connsiteX372" fmla="*/ 1758012 w 2441401"/>
                <a:gd name="connsiteY372" fmla="*/ 633184 h 2351349"/>
                <a:gd name="connsiteX373" fmla="*/ 1749903 w 2441401"/>
                <a:gd name="connsiteY373" fmla="*/ 661541 h 2351349"/>
                <a:gd name="connsiteX374" fmla="*/ 1772781 w 2441401"/>
                <a:gd name="connsiteY374" fmla="*/ 666510 h 2351349"/>
                <a:gd name="connsiteX375" fmla="*/ 1791186 w 2441401"/>
                <a:gd name="connsiteY375" fmla="*/ 659965 h 2351349"/>
                <a:gd name="connsiteX376" fmla="*/ 1812793 w 2441401"/>
                <a:gd name="connsiteY376" fmla="*/ 685855 h 2351349"/>
                <a:gd name="connsiteX377" fmla="*/ 1802358 w 2441401"/>
                <a:gd name="connsiteY377" fmla="*/ 717872 h 2351349"/>
                <a:gd name="connsiteX378" fmla="*/ 1800413 w 2441401"/>
                <a:gd name="connsiteY378" fmla="*/ 728473 h 2351349"/>
                <a:gd name="connsiteX379" fmla="*/ 1775997 w 2441401"/>
                <a:gd name="connsiteY379" fmla="*/ 755393 h 2351349"/>
                <a:gd name="connsiteX380" fmla="*/ 1767519 w 2441401"/>
                <a:gd name="connsiteY380" fmla="*/ 749368 h 2351349"/>
                <a:gd name="connsiteX381" fmla="*/ 1723402 w 2441401"/>
                <a:gd name="connsiteY381" fmla="*/ 795519 h 2351349"/>
                <a:gd name="connsiteX382" fmla="*/ 1711658 w 2441401"/>
                <a:gd name="connsiteY382" fmla="*/ 812627 h 2351349"/>
                <a:gd name="connsiteX383" fmla="*/ 1713996 w 2441401"/>
                <a:gd name="connsiteY383" fmla="*/ 820482 h 2351349"/>
                <a:gd name="connsiteX384" fmla="*/ 1695745 w 2441401"/>
                <a:gd name="connsiteY384" fmla="*/ 846487 h 2351349"/>
                <a:gd name="connsiteX385" fmla="*/ 1680327 w 2441401"/>
                <a:gd name="connsiteY385" fmla="*/ 858790 h 2351349"/>
                <a:gd name="connsiteX386" fmla="*/ 1654360 w 2441401"/>
                <a:gd name="connsiteY386" fmla="*/ 889498 h 2351349"/>
                <a:gd name="connsiteX387" fmla="*/ 1669117 w 2441401"/>
                <a:gd name="connsiteY387" fmla="*/ 899170 h 2351349"/>
                <a:gd name="connsiteX388" fmla="*/ 1661148 w 2441401"/>
                <a:gd name="connsiteY388" fmla="*/ 936666 h 2351349"/>
                <a:gd name="connsiteX389" fmla="*/ 1631266 w 2441401"/>
                <a:gd name="connsiteY389" fmla="*/ 952312 h 2351349"/>
                <a:gd name="connsiteX390" fmla="*/ 1623830 w 2441401"/>
                <a:gd name="connsiteY390" fmla="*/ 948270 h 2351349"/>
                <a:gd name="connsiteX391" fmla="*/ 1611819 w 2441401"/>
                <a:gd name="connsiteY391" fmla="*/ 936246 h 2351349"/>
                <a:gd name="connsiteX392" fmla="*/ 1578773 w 2441401"/>
                <a:gd name="connsiteY392" fmla="*/ 937682 h 2351349"/>
                <a:gd name="connsiteX393" fmla="*/ 1558945 w 2441401"/>
                <a:gd name="connsiteY393" fmla="*/ 972966 h 2351349"/>
                <a:gd name="connsiteX394" fmla="*/ 1530881 w 2441401"/>
                <a:gd name="connsiteY394" fmla="*/ 973869 h 2351349"/>
                <a:gd name="connsiteX395" fmla="*/ 1528262 w 2441401"/>
                <a:gd name="connsiteY395" fmla="*/ 983948 h 2351349"/>
                <a:gd name="connsiteX396" fmla="*/ 1515489 w 2441401"/>
                <a:gd name="connsiteY396" fmla="*/ 1002771 h 2351349"/>
                <a:gd name="connsiteX397" fmla="*/ 1527080 w 2441401"/>
                <a:gd name="connsiteY397" fmla="*/ 1094005 h 2351349"/>
                <a:gd name="connsiteX398" fmla="*/ 1516658 w 2441401"/>
                <a:gd name="connsiteY398" fmla="*/ 1117646 h 2351349"/>
                <a:gd name="connsiteX399" fmla="*/ 1522009 w 2441401"/>
                <a:gd name="connsiteY399" fmla="*/ 1138694 h 2351349"/>
                <a:gd name="connsiteX400" fmla="*/ 1517954 w 2441401"/>
                <a:gd name="connsiteY400" fmla="*/ 1166276 h 2351349"/>
                <a:gd name="connsiteX401" fmla="*/ 1508816 w 2441401"/>
                <a:gd name="connsiteY401" fmla="*/ 1190577 h 2351349"/>
                <a:gd name="connsiteX402" fmla="*/ 1518082 w 2441401"/>
                <a:gd name="connsiteY402" fmla="*/ 1194251 h 2351349"/>
                <a:gd name="connsiteX403" fmla="*/ 1546527 w 2441401"/>
                <a:gd name="connsiteY403" fmla="*/ 1181947 h 2351349"/>
                <a:gd name="connsiteX404" fmla="*/ 1544849 w 2441401"/>
                <a:gd name="connsiteY404" fmla="*/ 1173469 h 2351349"/>
                <a:gd name="connsiteX405" fmla="*/ 1548662 w 2441401"/>
                <a:gd name="connsiteY405" fmla="*/ 1159997 h 2351349"/>
                <a:gd name="connsiteX406" fmla="*/ 1562504 w 2441401"/>
                <a:gd name="connsiteY406" fmla="*/ 1165360 h 2351349"/>
                <a:gd name="connsiteX407" fmla="*/ 1571896 w 2441401"/>
                <a:gd name="connsiteY407" fmla="*/ 1185226 h 2351349"/>
                <a:gd name="connsiteX408" fmla="*/ 1581683 w 2441401"/>
                <a:gd name="connsiteY408" fmla="*/ 1188239 h 2351349"/>
                <a:gd name="connsiteX409" fmla="*/ 1590822 w 2441401"/>
                <a:gd name="connsiteY409" fmla="*/ 1190984 h 2351349"/>
                <a:gd name="connsiteX410" fmla="*/ 1603075 w 2441401"/>
                <a:gd name="connsiteY410" fmla="*/ 1176863 h 2351349"/>
                <a:gd name="connsiteX411" fmla="*/ 1606468 w 2441401"/>
                <a:gd name="connsiteY411" fmla="*/ 1170978 h 2351349"/>
                <a:gd name="connsiteX412" fmla="*/ 1627745 w 2441401"/>
                <a:gd name="connsiteY412" fmla="*/ 1171372 h 2351349"/>
                <a:gd name="connsiteX413" fmla="*/ 1650623 w 2441401"/>
                <a:gd name="connsiteY413" fmla="*/ 1182875 h 2351349"/>
                <a:gd name="connsiteX414" fmla="*/ 1653165 w 2441401"/>
                <a:gd name="connsiteY414" fmla="*/ 1188760 h 2351349"/>
                <a:gd name="connsiteX415" fmla="*/ 1666753 w 2441401"/>
                <a:gd name="connsiteY415" fmla="*/ 1208626 h 2351349"/>
                <a:gd name="connsiteX416" fmla="*/ 1696494 w 2441401"/>
                <a:gd name="connsiteY416" fmla="*/ 1228962 h 2351349"/>
                <a:gd name="connsiteX417" fmla="*/ 1720644 w 2441401"/>
                <a:gd name="connsiteY417" fmla="*/ 1205957 h 2351349"/>
                <a:gd name="connsiteX418" fmla="*/ 1729376 w 2441401"/>
                <a:gd name="connsiteY418" fmla="*/ 1233665 h 2351349"/>
                <a:gd name="connsiteX419" fmla="*/ 1712560 w 2441401"/>
                <a:gd name="connsiteY419" fmla="*/ 1241507 h 2351349"/>
                <a:gd name="connsiteX420" fmla="*/ 1707858 w 2441401"/>
                <a:gd name="connsiteY420" fmla="*/ 1244647 h 2351349"/>
                <a:gd name="connsiteX421" fmla="*/ 1698465 w 2441401"/>
                <a:gd name="connsiteY421" fmla="*/ 1246744 h 2351349"/>
                <a:gd name="connsiteX422" fmla="*/ 1659190 w 2441401"/>
                <a:gd name="connsiteY422" fmla="*/ 1291954 h 2351349"/>
                <a:gd name="connsiteX423" fmla="*/ 1656305 w 2441401"/>
                <a:gd name="connsiteY423" fmla="*/ 1295093 h 2351349"/>
                <a:gd name="connsiteX424" fmla="*/ 1651869 w 2441401"/>
                <a:gd name="connsiteY424" fmla="*/ 1307651 h 2351349"/>
                <a:gd name="connsiteX425" fmla="*/ 1654220 w 2441401"/>
                <a:gd name="connsiteY425" fmla="*/ 1313523 h 2351349"/>
                <a:gd name="connsiteX426" fmla="*/ 1648221 w 2441401"/>
                <a:gd name="connsiteY426" fmla="*/ 1327771 h 2351349"/>
                <a:gd name="connsiteX427" fmla="*/ 1643518 w 2441401"/>
                <a:gd name="connsiteY427" fmla="*/ 1325420 h 2351349"/>
                <a:gd name="connsiteX428" fmla="*/ 1638155 w 2441401"/>
                <a:gd name="connsiteY428" fmla="*/ 1321899 h 2351349"/>
                <a:gd name="connsiteX429" fmla="*/ 1641167 w 2441401"/>
                <a:gd name="connsiteY429" fmla="*/ 1309481 h 2351349"/>
                <a:gd name="connsiteX430" fmla="*/ 1634647 w 2441401"/>
                <a:gd name="connsiteY430" fmla="*/ 1307651 h 2351349"/>
                <a:gd name="connsiteX431" fmla="*/ 1632943 w 2441401"/>
                <a:gd name="connsiteY431" fmla="*/ 1294051 h 2351349"/>
                <a:gd name="connsiteX432" fmla="*/ 1623297 w 2441401"/>
                <a:gd name="connsiteY432" fmla="*/ 1292996 h 2351349"/>
                <a:gd name="connsiteX433" fmla="*/ 1584784 w 2441401"/>
                <a:gd name="connsiteY433" fmla="*/ 1303164 h 2351349"/>
                <a:gd name="connsiteX434" fmla="*/ 1567842 w 2441401"/>
                <a:gd name="connsiteY434" fmla="*/ 1292691 h 2351349"/>
                <a:gd name="connsiteX435" fmla="*/ 1543959 w 2441401"/>
                <a:gd name="connsiteY435" fmla="*/ 1337787 h 2351349"/>
                <a:gd name="connsiteX436" fmla="*/ 1568350 w 2441401"/>
                <a:gd name="connsiteY436" fmla="*/ 1379222 h 2351349"/>
                <a:gd name="connsiteX437" fmla="*/ 1580095 w 2441401"/>
                <a:gd name="connsiteY437" fmla="*/ 1378320 h 2351349"/>
                <a:gd name="connsiteX438" fmla="*/ 1585179 w 2441401"/>
                <a:gd name="connsiteY438" fmla="*/ 1400397 h 2351349"/>
                <a:gd name="connsiteX439" fmla="*/ 1599783 w 2441401"/>
                <a:gd name="connsiteY439" fmla="*/ 1398046 h 2351349"/>
                <a:gd name="connsiteX440" fmla="*/ 1616624 w 2441401"/>
                <a:gd name="connsiteY440" fmla="*/ 1434626 h 2351349"/>
                <a:gd name="connsiteX441" fmla="*/ 1637240 w 2441401"/>
                <a:gd name="connsiteY441" fmla="*/ 1436088 h 2351349"/>
                <a:gd name="connsiteX442" fmla="*/ 1685907 w 2441401"/>
                <a:gd name="connsiteY442" fmla="*/ 1378701 h 2351349"/>
                <a:gd name="connsiteX443" fmla="*/ 1700130 w 2441401"/>
                <a:gd name="connsiteY443" fmla="*/ 1348908 h 2351349"/>
                <a:gd name="connsiteX444" fmla="*/ 1719195 w 2441401"/>
                <a:gd name="connsiteY444" fmla="*/ 1357259 h 2351349"/>
                <a:gd name="connsiteX445" fmla="*/ 1714619 w 2441401"/>
                <a:gd name="connsiteY445" fmla="*/ 1393470 h 2351349"/>
                <a:gd name="connsiteX446" fmla="*/ 1731575 w 2441401"/>
                <a:gd name="connsiteY446" fmla="*/ 1398046 h 2351349"/>
                <a:gd name="connsiteX447" fmla="*/ 1747386 w 2441401"/>
                <a:gd name="connsiteY447" fmla="*/ 1377392 h 2351349"/>
                <a:gd name="connsiteX448" fmla="*/ 1793829 w 2441401"/>
                <a:gd name="connsiteY448" fmla="*/ 1389797 h 2351349"/>
                <a:gd name="connsiteX449" fmla="*/ 1831960 w 2441401"/>
                <a:gd name="connsiteY449" fmla="*/ 1408367 h 2351349"/>
                <a:gd name="connsiteX450" fmla="*/ 1845153 w 2441401"/>
                <a:gd name="connsiteY450" fmla="*/ 1413070 h 2351349"/>
                <a:gd name="connsiteX451" fmla="*/ 1856363 w 2441401"/>
                <a:gd name="connsiteY451" fmla="*/ 1417264 h 2351349"/>
                <a:gd name="connsiteX452" fmla="*/ 1850224 w 2441401"/>
                <a:gd name="connsiteY452" fmla="*/ 1429415 h 2351349"/>
                <a:gd name="connsiteX453" fmla="*/ 1858334 w 2441401"/>
                <a:gd name="connsiteY453" fmla="*/ 1440396 h 2351349"/>
                <a:gd name="connsiteX454" fmla="*/ 1863278 w 2441401"/>
                <a:gd name="connsiteY454" fmla="*/ 1450844 h 2351349"/>
                <a:gd name="connsiteX455" fmla="*/ 1897481 w 2441401"/>
                <a:gd name="connsiteY455" fmla="*/ 1493449 h 2351349"/>
                <a:gd name="connsiteX456" fmla="*/ 1886906 w 2441401"/>
                <a:gd name="connsiteY456" fmla="*/ 1524691 h 2351349"/>
                <a:gd name="connsiteX457" fmla="*/ 1894863 w 2441401"/>
                <a:gd name="connsiteY457" fmla="*/ 1602464 h 2351349"/>
                <a:gd name="connsiteX458" fmla="*/ 1964413 w 2441401"/>
                <a:gd name="connsiteY458" fmla="*/ 1575010 h 2351349"/>
                <a:gd name="connsiteX459" fmla="*/ 1974988 w 2441401"/>
                <a:gd name="connsiteY459" fmla="*/ 1555805 h 2351349"/>
                <a:gd name="connsiteX460" fmla="*/ 1991969 w 2441401"/>
                <a:gd name="connsiteY460" fmla="*/ 1525084 h 2351349"/>
                <a:gd name="connsiteX461" fmla="*/ 2009572 w 2441401"/>
                <a:gd name="connsiteY461" fmla="*/ 1493309 h 2351349"/>
                <a:gd name="connsiteX462" fmla="*/ 2057604 w 2441401"/>
                <a:gd name="connsiteY462" fmla="*/ 1459334 h 2351349"/>
                <a:gd name="connsiteX463" fmla="*/ 2142674 w 2441401"/>
                <a:gd name="connsiteY463" fmla="*/ 1459334 h 2351349"/>
                <a:gd name="connsiteX464" fmla="*/ 2155727 w 2441401"/>
                <a:gd name="connsiteY464" fmla="*/ 1434359 h 2351349"/>
                <a:gd name="connsiteX465" fmla="*/ 2212109 w 2441401"/>
                <a:gd name="connsiteY465" fmla="*/ 1402583 h 2351349"/>
                <a:gd name="connsiteX466" fmla="*/ 2226459 w 2441401"/>
                <a:gd name="connsiteY466" fmla="*/ 1357628 h 2351349"/>
                <a:gd name="connsiteX467" fmla="*/ 2281011 w 2441401"/>
                <a:gd name="connsiteY467" fmla="*/ 1321683 h 2351349"/>
                <a:gd name="connsiteX468" fmla="*/ 2318850 w 2441401"/>
                <a:gd name="connsiteY468" fmla="*/ 1295538 h 2351349"/>
                <a:gd name="connsiteX469" fmla="*/ 2331128 w 2441401"/>
                <a:gd name="connsiteY469" fmla="*/ 1328725 h 2351349"/>
                <a:gd name="connsiteX470" fmla="*/ 2364797 w 2441401"/>
                <a:gd name="connsiteY470" fmla="*/ 1315925 h 2351349"/>
                <a:gd name="connsiteX471" fmla="*/ 2382935 w 2441401"/>
                <a:gd name="connsiteY471" fmla="*/ 1285205 h 2351349"/>
                <a:gd name="connsiteX472" fmla="*/ 2416223 w 2441401"/>
                <a:gd name="connsiteY472" fmla="*/ 1263369 h 2351349"/>
                <a:gd name="connsiteX473" fmla="*/ 2435123 w 2441401"/>
                <a:gd name="connsiteY473" fmla="*/ 1333961 h 2351349"/>
                <a:gd name="connsiteX474" fmla="*/ 2441402 w 2441401"/>
                <a:gd name="connsiteY474" fmla="*/ 1357361 h 2351349"/>
                <a:gd name="connsiteX475" fmla="*/ 2422603 w 2441401"/>
                <a:gd name="connsiteY475" fmla="*/ 1393903 h 2351349"/>
                <a:gd name="connsiteX476" fmla="*/ 2389442 w 2441401"/>
                <a:gd name="connsiteY476" fmla="*/ 1458725 h 2351349"/>
                <a:gd name="connsiteX477" fmla="*/ 2392582 w 2441401"/>
                <a:gd name="connsiteY477" fmla="*/ 1477281 h 2351349"/>
                <a:gd name="connsiteX478" fmla="*/ 2406296 w 2441401"/>
                <a:gd name="connsiteY478" fmla="*/ 1557152 h 2351349"/>
                <a:gd name="connsiteX479" fmla="*/ 2385794 w 2441401"/>
                <a:gd name="connsiteY479" fmla="*/ 1592563 h 2351349"/>
                <a:gd name="connsiteX480" fmla="*/ 2329552 w 2441401"/>
                <a:gd name="connsiteY480" fmla="*/ 1599884 h 2351349"/>
                <a:gd name="connsiteX481" fmla="*/ 2362166 w 2441401"/>
                <a:gd name="connsiteY481" fmla="*/ 1676603 h 2351349"/>
                <a:gd name="connsiteX482" fmla="*/ 2325904 w 2441401"/>
                <a:gd name="connsiteY482" fmla="*/ 1780522 h 2351349"/>
                <a:gd name="connsiteX483" fmla="*/ 2355519 w 2441401"/>
                <a:gd name="connsiteY483" fmla="*/ 1815017 h 2351349"/>
                <a:gd name="connsiteX484" fmla="*/ 2360221 w 2441401"/>
                <a:gd name="connsiteY484" fmla="*/ 1839166 h 2351349"/>
                <a:gd name="connsiteX485" fmla="*/ 2366221 w 2441401"/>
                <a:gd name="connsiteY485" fmla="*/ 1869874 h 2351349"/>
                <a:gd name="connsiteX486" fmla="*/ 2379020 w 2441401"/>
                <a:gd name="connsiteY486" fmla="*/ 1935230 h 2351349"/>
                <a:gd name="connsiteX487" fmla="*/ 2339339 w 2441401"/>
                <a:gd name="connsiteY487" fmla="*/ 1977695 h 2351349"/>
                <a:gd name="connsiteX488" fmla="*/ 2325777 w 2441401"/>
                <a:gd name="connsiteY488" fmla="*/ 2006191 h 2351349"/>
                <a:gd name="connsiteX489" fmla="*/ 2353828 w 2441401"/>
                <a:gd name="connsiteY489" fmla="*/ 2068802 h 2351349"/>
                <a:gd name="connsiteX490" fmla="*/ 2269941 w 2441401"/>
                <a:gd name="connsiteY490" fmla="*/ 2133497 h 2351349"/>
                <a:gd name="connsiteX491" fmla="*/ 2227921 w 2441401"/>
                <a:gd name="connsiteY491" fmla="*/ 2194277 h 2351349"/>
                <a:gd name="connsiteX492" fmla="*/ 2186422 w 2441401"/>
                <a:gd name="connsiteY492" fmla="*/ 2202767 h 2351349"/>
                <a:gd name="connsiteX493" fmla="*/ 2164103 w 2441401"/>
                <a:gd name="connsiteY493" fmla="*/ 2264462 h 2351349"/>
                <a:gd name="connsiteX494" fmla="*/ 2106818 w 2441401"/>
                <a:gd name="connsiteY494" fmla="*/ 2308516 h 2351349"/>
                <a:gd name="connsiteX495" fmla="*/ 2080127 w 2441401"/>
                <a:gd name="connsiteY495" fmla="*/ 2314871 h 2351349"/>
                <a:gd name="connsiteX496" fmla="*/ 2071382 w 2441401"/>
                <a:gd name="connsiteY496" fmla="*/ 2309914 h 2351349"/>
                <a:gd name="connsiteX497" fmla="*/ 1992172 w 2441401"/>
                <a:gd name="connsiteY497" fmla="*/ 2351349 h 2351349"/>
                <a:gd name="connsiteX498" fmla="*/ 1982385 w 2441401"/>
                <a:gd name="connsiteY498" fmla="*/ 2331216 h 2351349"/>
                <a:gd name="connsiteX499" fmla="*/ 1968811 w 2441401"/>
                <a:gd name="connsiteY499" fmla="*/ 2311744 h 2351349"/>
                <a:gd name="connsiteX500" fmla="*/ 1953406 w 2441401"/>
                <a:gd name="connsiteY500" fmla="*/ 2299848 h 2351349"/>
                <a:gd name="connsiteX501" fmla="*/ 1949885 w 2441401"/>
                <a:gd name="connsiteY501" fmla="*/ 2291599 h 2351349"/>
                <a:gd name="connsiteX502" fmla="*/ 1947013 w 2441401"/>
                <a:gd name="connsiteY502" fmla="*/ 2256709 h 2351349"/>
                <a:gd name="connsiteX503" fmla="*/ 1941929 w 2441401"/>
                <a:gd name="connsiteY503" fmla="*/ 2247037 h 2351349"/>
                <a:gd name="connsiteX504" fmla="*/ 1933438 w 2441401"/>
                <a:gd name="connsiteY504" fmla="*/ 2240771 h 2351349"/>
                <a:gd name="connsiteX505" fmla="*/ 1929790 w 2441401"/>
                <a:gd name="connsiteY505" fmla="*/ 2231352 h 2351349"/>
                <a:gd name="connsiteX506" fmla="*/ 1931061 w 2441401"/>
                <a:gd name="connsiteY506" fmla="*/ 2224832 h 2351349"/>
                <a:gd name="connsiteX507" fmla="*/ 1928049 w 2441401"/>
                <a:gd name="connsiteY507" fmla="*/ 2219468 h 2351349"/>
                <a:gd name="connsiteX508" fmla="*/ 1920423 w 2441401"/>
                <a:gd name="connsiteY508" fmla="*/ 2211753 h 2351349"/>
                <a:gd name="connsiteX509" fmla="*/ 1914805 w 2441401"/>
                <a:gd name="connsiteY509" fmla="*/ 2203250 h 2351349"/>
                <a:gd name="connsiteX510" fmla="*/ 1903366 w 2441401"/>
                <a:gd name="connsiteY510" fmla="*/ 2177512 h 2351349"/>
                <a:gd name="connsiteX511" fmla="*/ 1903900 w 2441401"/>
                <a:gd name="connsiteY511" fmla="*/ 2165615 h 2351349"/>
                <a:gd name="connsiteX512" fmla="*/ 1899591 w 2441401"/>
                <a:gd name="connsiteY512" fmla="*/ 2155536 h 2351349"/>
                <a:gd name="connsiteX513" fmla="*/ 1882496 w 2441401"/>
                <a:gd name="connsiteY513" fmla="*/ 2141555 h 2351349"/>
                <a:gd name="connsiteX514" fmla="*/ 1863964 w 2441401"/>
                <a:gd name="connsiteY514" fmla="*/ 2121295 h 2351349"/>
                <a:gd name="connsiteX515" fmla="*/ 1854965 w 2441401"/>
                <a:gd name="connsiteY515" fmla="*/ 2111877 h 2351349"/>
                <a:gd name="connsiteX516" fmla="*/ 1850784 w 2441401"/>
                <a:gd name="connsiteY516" fmla="*/ 2099471 h 2351349"/>
                <a:gd name="connsiteX517" fmla="*/ 1846221 w 2441401"/>
                <a:gd name="connsiteY517" fmla="*/ 2073326 h 2351349"/>
                <a:gd name="connsiteX518" fmla="*/ 1841912 w 2441401"/>
                <a:gd name="connsiteY518" fmla="*/ 2060387 h 2351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Lst>
              <a:rect l="l" t="t" r="r" b="b"/>
              <a:pathLst>
                <a:path w="2441401" h="2351349">
                  <a:moveTo>
                    <a:pt x="402342" y="1060603"/>
                  </a:moveTo>
                  <a:lnTo>
                    <a:pt x="409269" y="1054985"/>
                  </a:lnTo>
                  <a:lnTo>
                    <a:pt x="413425" y="1048630"/>
                  </a:lnTo>
                  <a:lnTo>
                    <a:pt x="420619" y="1048096"/>
                  </a:lnTo>
                  <a:lnTo>
                    <a:pt x="423491" y="1040915"/>
                  </a:lnTo>
                  <a:lnTo>
                    <a:pt x="435236" y="1033835"/>
                  </a:lnTo>
                  <a:lnTo>
                    <a:pt x="448670" y="1029793"/>
                  </a:lnTo>
                  <a:lnTo>
                    <a:pt x="523190" y="964183"/>
                  </a:lnTo>
                  <a:lnTo>
                    <a:pt x="542370" y="952820"/>
                  </a:lnTo>
                  <a:lnTo>
                    <a:pt x="546424" y="944978"/>
                  </a:lnTo>
                  <a:lnTo>
                    <a:pt x="545242" y="931912"/>
                  </a:lnTo>
                  <a:lnTo>
                    <a:pt x="559071" y="912427"/>
                  </a:lnTo>
                  <a:lnTo>
                    <a:pt x="556732" y="906936"/>
                  </a:lnTo>
                  <a:lnTo>
                    <a:pt x="549551" y="906021"/>
                  </a:lnTo>
                  <a:lnTo>
                    <a:pt x="538455" y="920003"/>
                  </a:lnTo>
                  <a:lnTo>
                    <a:pt x="467214" y="971110"/>
                  </a:lnTo>
                  <a:lnTo>
                    <a:pt x="404934" y="1021544"/>
                  </a:lnTo>
                  <a:lnTo>
                    <a:pt x="385755" y="1049266"/>
                  </a:lnTo>
                  <a:lnTo>
                    <a:pt x="375434" y="1056446"/>
                  </a:lnTo>
                  <a:lnTo>
                    <a:pt x="374926" y="1066615"/>
                  </a:lnTo>
                  <a:lnTo>
                    <a:pt x="380531" y="1070796"/>
                  </a:lnTo>
                  <a:lnTo>
                    <a:pt x="393317" y="1059357"/>
                  </a:lnTo>
                  <a:lnTo>
                    <a:pt x="398134" y="1062878"/>
                  </a:lnTo>
                  <a:close/>
                  <a:moveTo>
                    <a:pt x="242091" y="1868972"/>
                  </a:moveTo>
                  <a:lnTo>
                    <a:pt x="217548" y="1849093"/>
                  </a:lnTo>
                  <a:lnTo>
                    <a:pt x="208282" y="1857736"/>
                  </a:lnTo>
                  <a:lnTo>
                    <a:pt x="207011" y="1878390"/>
                  </a:lnTo>
                  <a:close/>
                  <a:moveTo>
                    <a:pt x="1463059" y="756575"/>
                  </a:moveTo>
                  <a:lnTo>
                    <a:pt x="1491504" y="712661"/>
                  </a:lnTo>
                  <a:lnTo>
                    <a:pt x="1495546" y="676323"/>
                  </a:lnTo>
                  <a:lnTo>
                    <a:pt x="1468664" y="664960"/>
                  </a:lnTo>
                  <a:lnTo>
                    <a:pt x="1418281" y="722854"/>
                  </a:lnTo>
                  <a:lnTo>
                    <a:pt x="1438401" y="752393"/>
                  </a:lnTo>
                  <a:close/>
                  <a:moveTo>
                    <a:pt x="1602871" y="722461"/>
                  </a:moveTo>
                  <a:lnTo>
                    <a:pt x="1629232" y="740623"/>
                  </a:lnTo>
                  <a:lnTo>
                    <a:pt x="1650509" y="746775"/>
                  </a:lnTo>
                  <a:lnTo>
                    <a:pt x="1658466" y="736060"/>
                  </a:lnTo>
                  <a:lnTo>
                    <a:pt x="1654157" y="729782"/>
                  </a:lnTo>
                  <a:lnTo>
                    <a:pt x="1659635" y="721813"/>
                  </a:lnTo>
                  <a:lnTo>
                    <a:pt x="1691754" y="671620"/>
                  </a:lnTo>
                  <a:lnTo>
                    <a:pt x="1672307" y="648093"/>
                  </a:lnTo>
                  <a:lnTo>
                    <a:pt x="1662762" y="640251"/>
                  </a:lnTo>
                  <a:lnTo>
                    <a:pt x="1652988" y="631240"/>
                  </a:lnTo>
                  <a:lnTo>
                    <a:pt x="1630935" y="597519"/>
                  </a:lnTo>
                  <a:lnTo>
                    <a:pt x="1618924" y="607052"/>
                  </a:lnTo>
                  <a:lnTo>
                    <a:pt x="1600126" y="636730"/>
                  </a:lnTo>
                  <a:lnTo>
                    <a:pt x="1583425" y="660880"/>
                  </a:lnTo>
                  <a:lnTo>
                    <a:pt x="1555627" y="705569"/>
                  </a:lnTo>
                  <a:lnTo>
                    <a:pt x="1510354" y="711924"/>
                  </a:lnTo>
                  <a:lnTo>
                    <a:pt x="1498342" y="730989"/>
                  </a:lnTo>
                  <a:lnTo>
                    <a:pt x="1509044" y="742238"/>
                  </a:lnTo>
                  <a:lnTo>
                    <a:pt x="1535927" y="738323"/>
                  </a:lnTo>
                  <a:lnTo>
                    <a:pt x="1546489" y="735705"/>
                  </a:lnTo>
                  <a:lnTo>
                    <a:pt x="1558894" y="719753"/>
                  </a:lnTo>
                  <a:lnTo>
                    <a:pt x="1581213" y="713475"/>
                  </a:lnTo>
                  <a:close/>
                  <a:moveTo>
                    <a:pt x="2017999" y="196385"/>
                  </a:moveTo>
                  <a:lnTo>
                    <a:pt x="2033124" y="207825"/>
                  </a:lnTo>
                  <a:lnTo>
                    <a:pt x="2047360" y="210964"/>
                  </a:lnTo>
                  <a:lnTo>
                    <a:pt x="2067988" y="210417"/>
                  </a:lnTo>
                  <a:lnTo>
                    <a:pt x="2108038" y="187692"/>
                  </a:lnTo>
                  <a:lnTo>
                    <a:pt x="2119478" y="203109"/>
                  </a:lnTo>
                  <a:lnTo>
                    <a:pt x="2121956" y="215006"/>
                  </a:lnTo>
                  <a:lnTo>
                    <a:pt x="2105433" y="237757"/>
                  </a:lnTo>
                  <a:lnTo>
                    <a:pt x="2087295" y="240299"/>
                  </a:lnTo>
                  <a:lnTo>
                    <a:pt x="2061455" y="286564"/>
                  </a:lnTo>
                  <a:lnTo>
                    <a:pt x="2071369" y="319509"/>
                  </a:lnTo>
                  <a:lnTo>
                    <a:pt x="2057935" y="334532"/>
                  </a:lnTo>
                  <a:lnTo>
                    <a:pt x="2054122" y="337926"/>
                  </a:lnTo>
                  <a:lnTo>
                    <a:pt x="2051643" y="342108"/>
                  </a:lnTo>
                  <a:lnTo>
                    <a:pt x="2037281" y="361173"/>
                  </a:lnTo>
                  <a:lnTo>
                    <a:pt x="2006357" y="384293"/>
                  </a:lnTo>
                  <a:lnTo>
                    <a:pt x="1995388" y="366778"/>
                  </a:lnTo>
                  <a:lnTo>
                    <a:pt x="2014720" y="346912"/>
                  </a:lnTo>
                  <a:lnTo>
                    <a:pt x="2000879" y="297635"/>
                  </a:lnTo>
                  <a:lnTo>
                    <a:pt x="1968252" y="282993"/>
                  </a:lnTo>
                  <a:lnTo>
                    <a:pt x="1949440" y="305363"/>
                  </a:lnTo>
                  <a:lnTo>
                    <a:pt x="1922673" y="287708"/>
                  </a:lnTo>
                  <a:lnTo>
                    <a:pt x="1954651" y="257915"/>
                  </a:lnTo>
                  <a:lnTo>
                    <a:pt x="1903226" y="201571"/>
                  </a:lnTo>
                  <a:lnTo>
                    <a:pt x="1910140" y="170609"/>
                  </a:lnTo>
                  <a:lnTo>
                    <a:pt x="1857825" y="142761"/>
                  </a:lnTo>
                  <a:lnTo>
                    <a:pt x="1893185" y="112447"/>
                  </a:lnTo>
                  <a:lnTo>
                    <a:pt x="1892016" y="103550"/>
                  </a:lnTo>
                  <a:lnTo>
                    <a:pt x="1898371" y="95059"/>
                  </a:lnTo>
                  <a:lnTo>
                    <a:pt x="1930731" y="75194"/>
                  </a:lnTo>
                  <a:lnTo>
                    <a:pt x="1988677" y="39605"/>
                  </a:lnTo>
                  <a:lnTo>
                    <a:pt x="1994155" y="26666"/>
                  </a:lnTo>
                  <a:lnTo>
                    <a:pt x="2008899" y="13066"/>
                  </a:lnTo>
                  <a:lnTo>
                    <a:pt x="2016080" y="0"/>
                  </a:lnTo>
                  <a:lnTo>
                    <a:pt x="2060566" y="19472"/>
                  </a:lnTo>
                  <a:lnTo>
                    <a:pt x="2057960" y="71495"/>
                  </a:lnTo>
                  <a:lnTo>
                    <a:pt x="2065586" y="103003"/>
                  </a:lnTo>
                  <a:lnTo>
                    <a:pt x="2055939" y="118548"/>
                  </a:lnTo>
                  <a:lnTo>
                    <a:pt x="2035603" y="128716"/>
                  </a:lnTo>
                  <a:lnTo>
                    <a:pt x="2016944" y="149497"/>
                  </a:lnTo>
                  <a:lnTo>
                    <a:pt x="2002721" y="162576"/>
                  </a:lnTo>
                  <a:lnTo>
                    <a:pt x="2005060" y="178133"/>
                  </a:lnTo>
                  <a:close/>
                  <a:moveTo>
                    <a:pt x="1821410" y="2039581"/>
                  </a:moveTo>
                  <a:lnTo>
                    <a:pt x="1804048" y="2029781"/>
                  </a:lnTo>
                  <a:lnTo>
                    <a:pt x="1794389" y="2017884"/>
                  </a:lnTo>
                  <a:lnTo>
                    <a:pt x="1793346" y="1997739"/>
                  </a:lnTo>
                  <a:lnTo>
                    <a:pt x="1785720" y="1968200"/>
                  </a:lnTo>
                  <a:lnTo>
                    <a:pt x="1786394" y="1940238"/>
                  </a:lnTo>
                  <a:lnTo>
                    <a:pt x="1784424" y="1929777"/>
                  </a:lnTo>
                  <a:lnTo>
                    <a:pt x="1780369" y="1922075"/>
                  </a:lnTo>
                  <a:lnTo>
                    <a:pt x="1758978" y="1896057"/>
                  </a:lnTo>
                  <a:lnTo>
                    <a:pt x="1746700" y="1894888"/>
                  </a:lnTo>
                  <a:lnTo>
                    <a:pt x="1722436" y="1898409"/>
                  </a:lnTo>
                  <a:lnTo>
                    <a:pt x="1711607" y="1891875"/>
                  </a:lnTo>
                  <a:lnTo>
                    <a:pt x="1699469" y="1867726"/>
                  </a:lnTo>
                  <a:lnTo>
                    <a:pt x="1687597" y="1856477"/>
                  </a:lnTo>
                  <a:lnTo>
                    <a:pt x="1682768" y="1845649"/>
                  </a:lnTo>
                  <a:lnTo>
                    <a:pt x="1693203" y="1817788"/>
                  </a:lnTo>
                  <a:lnTo>
                    <a:pt x="1693597" y="1798443"/>
                  </a:lnTo>
                  <a:lnTo>
                    <a:pt x="1688767" y="1785110"/>
                  </a:lnTo>
                  <a:lnTo>
                    <a:pt x="1659991" y="1758304"/>
                  </a:lnTo>
                  <a:lnTo>
                    <a:pt x="1636630" y="1729795"/>
                  </a:lnTo>
                  <a:lnTo>
                    <a:pt x="1639769" y="1727062"/>
                  </a:lnTo>
                  <a:lnTo>
                    <a:pt x="1655949" y="1732426"/>
                  </a:lnTo>
                  <a:lnTo>
                    <a:pt x="1674214" y="1728498"/>
                  </a:lnTo>
                  <a:lnTo>
                    <a:pt x="1696533" y="1727062"/>
                  </a:lnTo>
                  <a:lnTo>
                    <a:pt x="1709459" y="1732286"/>
                  </a:lnTo>
                  <a:lnTo>
                    <a:pt x="1721851" y="1726528"/>
                  </a:lnTo>
                  <a:lnTo>
                    <a:pt x="1759563" y="1729287"/>
                  </a:lnTo>
                  <a:lnTo>
                    <a:pt x="1768968" y="1722093"/>
                  </a:lnTo>
                  <a:lnTo>
                    <a:pt x="1772235" y="1708887"/>
                  </a:lnTo>
                  <a:lnTo>
                    <a:pt x="1784869" y="1690203"/>
                  </a:lnTo>
                  <a:lnTo>
                    <a:pt x="1769616" y="1652072"/>
                  </a:lnTo>
                  <a:lnTo>
                    <a:pt x="1764799" y="1637964"/>
                  </a:lnTo>
                  <a:lnTo>
                    <a:pt x="1756830" y="1628952"/>
                  </a:lnTo>
                  <a:lnTo>
                    <a:pt x="1745734" y="1631164"/>
                  </a:lnTo>
                  <a:lnTo>
                    <a:pt x="1738832" y="1624491"/>
                  </a:lnTo>
                  <a:lnTo>
                    <a:pt x="1738311" y="1611031"/>
                  </a:lnTo>
                  <a:lnTo>
                    <a:pt x="1723949" y="1596402"/>
                  </a:lnTo>
                  <a:lnTo>
                    <a:pt x="1708035" y="1599922"/>
                  </a:lnTo>
                  <a:lnTo>
                    <a:pt x="1678535" y="1590517"/>
                  </a:lnTo>
                  <a:lnTo>
                    <a:pt x="1676057" y="1577972"/>
                  </a:lnTo>
                  <a:lnTo>
                    <a:pt x="1648272" y="1572608"/>
                  </a:lnTo>
                  <a:lnTo>
                    <a:pt x="1635562" y="1566596"/>
                  </a:lnTo>
                  <a:lnTo>
                    <a:pt x="1623424" y="1546069"/>
                  </a:lnTo>
                  <a:lnTo>
                    <a:pt x="1598118" y="1540057"/>
                  </a:lnTo>
                  <a:lnTo>
                    <a:pt x="1587949" y="1533143"/>
                  </a:lnTo>
                  <a:lnTo>
                    <a:pt x="1582738" y="1514446"/>
                  </a:lnTo>
                  <a:lnTo>
                    <a:pt x="1544112" y="1508561"/>
                  </a:lnTo>
                  <a:lnTo>
                    <a:pt x="1514345" y="1502816"/>
                  </a:lnTo>
                  <a:lnTo>
                    <a:pt x="1489026" y="1495622"/>
                  </a:lnTo>
                  <a:lnTo>
                    <a:pt x="1468690" y="1493792"/>
                  </a:lnTo>
                  <a:lnTo>
                    <a:pt x="1432288" y="1475502"/>
                  </a:lnTo>
                  <a:lnTo>
                    <a:pt x="1415841" y="1456551"/>
                  </a:lnTo>
                  <a:lnTo>
                    <a:pt x="1399521" y="1447921"/>
                  </a:lnTo>
                  <a:lnTo>
                    <a:pt x="1385311" y="1447921"/>
                  </a:lnTo>
                  <a:lnTo>
                    <a:pt x="1372906" y="1456551"/>
                  </a:lnTo>
                  <a:lnTo>
                    <a:pt x="1354641" y="1456551"/>
                  </a:lnTo>
                  <a:lnTo>
                    <a:pt x="1338321" y="1444654"/>
                  </a:lnTo>
                  <a:lnTo>
                    <a:pt x="1316917" y="1426352"/>
                  </a:lnTo>
                  <a:lnTo>
                    <a:pt x="1290429" y="1412371"/>
                  </a:lnTo>
                  <a:lnTo>
                    <a:pt x="1262632" y="1403219"/>
                  </a:lnTo>
                  <a:lnTo>
                    <a:pt x="1244494" y="1401262"/>
                  </a:lnTo>
                  <a:lnTo>
                    <a:pt x="1237834" y="1397728"/>
                  </a:lnTo>
                  <a:lnTo>
                    <a:pt x="1192688" y="1399431"/>
                  </a:lnTo>
                  <a:lnTo>
                    <a:pt x="1173241" y="1393941"/>
                  </a:lnTo>
                  <a:lnTo>
                    <a:pt x="1148189" y="1386734"/>
                  </a:lnTo>
                  <a:lnTo>
                    <a:pt x="1110211" y="1373808"/>
                  </a:lnTo>
                  <a:lnTo>
                    <a:pt x="1090764" y="1358251"/>
                  </a:lnTo>
                  <a:lnTo>
                    <a:pt x="1079401" y="1358644"/>
                  </a:lnTo>
                  <a:lnTo>
                    <a:pt x="1064925" y="1359915"/>
                  </a:lnTo>
                  <a:lnTo>
                    <a:pt x="1052786" y="1371354"/>
                  </a:lnTo>
                  <a:lnTo>
                    <a:pt x="1022117" y="1388742"/>
                  </a:lnTo>
                  <a:lnTo>
                    <a:pt x="978139" y="1387967"/>
                  </a:lnTo>
                  <a:lnTo>
                    <a:pt x="949401" y="1366665"/>
                  </a:lnTo>
                  <a:lnTo>
                    <a:pt x="924350" y="1361695"/>
                  </a:lnTo>
                  <a:lnTo>
                    <a:pt x="911639" y="1369143"/>
                  </a:lnTo>
                  <a:lnTo>
                    <a:pt x="893235" y="1397906"/>
                  </a:lnTo>
                  <a:lnTo>
                    <a:pt x="874055" y="1404033"/>
                  </a:lnTo>
                  <a:lnTo>
                    <a:pt x="864268" y="1429135"/>
                  </a:lnTo>
                  <a:lnTo>
                    <a:pt x="858002" y="1436202"/>
                  </a:lnTo>
                  <a:lnTo>
                    <a:pt x="841949" y="1435668"/>
                  </a:lnTo>
                  <a:lnTo>
                    <a:pt x="823037" y="1452268"/>
                  </a:lnTo>
                  <a:lnTo>
                    <a:pt x="822236" y="1471333"/>
                  </a:lnTo>
                  <a:lnTo>
                    <a:pt x="818601" y="1474358"/>
                  </a:lnTo>
                  <a:lnTo>
                    <a:pt x="808140" y="1471600"/>
                  </a:lnTo>
                  <a:lnTo>
                    <a:pt x="794426" y="1486140"/>
                  </a:lnTo>
                  <a:lnTo>
                    <a:pt x="767938" y="1495292"/>
                  </a:lnTo>
                  <a:lnTo>
                    <a:pt x="737522" y="1500376"/>
                  </a:lnTo>
                  <a:lnTo>
                    <a:pt x="713792" y="1517624"/>
                  </a:lnTo>
                  <a:lnTo>
                    <a:pt x="709611" y="1525072"/>
                  </a:lnTo>
                  <a:lnTo>
                    <a:pt x="692516" y="1529253"/>
                  </a:lnTo>
                  <a:lnTo>
                    <a:pt x="676335" y="1523762"/>
                  </a:lnTo>
                  <a:lnTo>
                    <a:pt x="662761" y="1512133"/>
                  </a:lnTo>
                  <a:lnTo>
                    <a:pt x="649580" y="1511230"/>
                  </a:lnTo>
                  <a:lnTo>
                    <a:pt x="594520" y="1521030"/>
                  </a:lnTo>
                  <a:lnTo>
                    <a:pt x="584593" y="1521157"/>
                  </a:lnTo>
                  <a:lnTo>
                    <a:pt x="569710" y="1533562"/>
                  </a:lnTo>
                  <a:lnTo>
                    <a:pt x="557317" y="1552119"/>
                  </a:lnTo>
                  <a:lnTo>
                    <a:pt x="528605" y="1573561"/>
                  </a:lnTo>
                  <a:lnTo>
                    <a:pt x="520648" y="1588190"/>
                  </a:lnTo>
                  <a:lnTo>
                    <a:pt x="506286" y="1605985"/>
                  </a:lnTo>
                  <a:lnTo>
                    <a:pt x="501850" y="1613700"/>
                  </a:lnTo>
                  <a:lnTo>
                    <a:pt x="481234" y="1625978"/>
                  </a:lnTo>
                  <a:lnTo>
                    <a:pt x="468524" y="1633604"/>
                  </a:lnTo>
                  <a:lnTo>
                    <a:pt x="465982" y="1660296"/>
                  </a:lnTo>
                  <a:lnTo>
                    <a:pt x="448886" y="1685119"/>
                  </a:lnTo>
                  <a:lnTo>
                    <a:pt x="449801" y="1708912"/>
                  </a:lnTo>
                  <a:lnTo>
                    <a:pt x="439633" y="1714937"/>
                  </a:lnTo>
                  <a:lnTo>
                    <a:pt x="431791" y="1730087"/>
                  </a:lnTo>
                  <a:lnTo>
                    <a:pt x="410006" y="1722118"/>
                  </a:lnTo>
                  <a:lnTo>
                    <a:pt x="400486" y="1722652"/>
                  </a:lnTo>
                  <a:lnTo>
                    <a:pt x="378167" y="1741463"/>
                  </a:lnTo>
                  <a:lnTo>
                    <a:pt x="347243" y="1785644"/>
                  </a:lnTo>
                  <a:lnTo>
                    <a:pt x="333541" y="1799625"/>
                  </a:lnTo>
                  <a:lnTo>
                    <a:pt x="303558" y="1838213"/>
                  </a:lnTo>
                  <a:lnTo>
                    <a:pt x="237528" y="1803196"/>
                  </a:lnTo>
                  <a:lnTo>
                    <a:pt x="225123" y="1809552"/>
                  </a:lnTo>
                  <a:lnTo>
                    <a:pt x="222251" y="1826545"/>
                  </a:lnTo>
                  <a:lnTo>
                    <a:pt x="268846" y="1848229"/>
                  </a:lnTo>
                  <a:lnTo>
                    <a:pt x="264410" y="1869683"/>
                  </a:lnTo>
                  <a:lnTo>
                    <a:pt x="292716" y="1881034"/>
                  </a:lnTo>
                  <a:lnTo>
                    <a:pt x="278493" y="1921554"/>
                  </a:lnTo>
                  <a:lnTo>
                    <a:pt x="267156" y="1948106"/>
                  </a:lnTo>
                  <a:lnTo>
                    <a:pt x="250048" y="1966586"/>
                  </a:lnTo>
                  <a:lnTo>
                    <a:pt x="238837" y="1984228"/>
                  </a:lnTo>
                  <a:lnTo>
                    <a:pt x="226686" y="2000751"/>
                  </a:lnTo>
                  <a:lnTo>
                    <a:pt x="215603" y="2007945"/>
                  </a:lnTo>
                  <a:lnTo>
                    <a:pt x="152561" y="1979843"/>
                  </a:lnTo>
                  <a:lnTo>
                    <a:pt x="119934" y="1937493"/>
                  </a:lnTo>
                  <a:lnTo>
                    <a:pt x="135071" y="1919851"/>
                  </a:lnTo>
                  <a:lnTo>
                    <a:pt x="151251" y="1890439"/>
                  </a:lnTo>
                  <a:lnTo>
                    <a:pt x="151912" y="1875937"/>
                  </a:lnTo>
                  <a:lnTo>
                    <a:pt x="191568" y="1842077"/>
                  </a:lnTo>
                  <a:lnTo>
                    <a:pt x="194975" y="1817381"/>
                  </a:lnTo>
                  <a:lnTo>
                    <a:pt x="216239" y="1798417"/>
                  </a:lnTo>
                  <a:lnTo>
                    <a:pt x="198622" y="1771726"/>
                  </a:lnTo>
                  <a:lnTo>
                    <a:pt x="193144" y="1757605"/>
                  </a:lnTo>
                  <a:lnTo>
                    <a:pt x="175007" y="1763757"/>
                  </a:lnTo>
                  <a:lnTo>
                    <a:pt x="110401" y="1705201"/>
                  </a:lnTo>
                  <a:lnTo>
                    <a:pt x="91615" y="1703231"/>
                  </a:lnTo>
                  <a:lnTo>
                    <a:pt x="63945" y="1670693"/>
                  </a:lnTo>
                  <a:lnTo>
                    <a:pt x="10702" y="1654093"/>
                  </a:lnTo>
                  <a:lnTo>
                    <a:pt x="0" y="1644942"/>
                  </a:lnTo>
                  <a:lnTo>
                    <a:pt x="22967" y="1598156"/>
                  </a:lnTo>
                  <a:lnTo>
                    <a:pt x="42287" y="1576447"/>
                  </a:lnTo>
                  <a:lnTo>
                    <a:pt x="17222" y="1533448"/>
                  </a:lnTo>
                  <a:lnTo>
                    <a:pt x="21658" y="1498952"/>
                  </a:lnTo>
                  <a:lnTo>
                    <a:pt x="71393" y="1452420"/>
                  </a:lnTo>
                  <a:lnTo>
                    <a:pt x="105190" y="1367720"/>
                  </a:lnTo>
                  <a:lnTo>
                    <a:pt x="197440" y="1263687"/>
                  </a:lnTo>
                  <a:lnTo>
                    <a:pt x="186751" y="1252565"/>
                  </a:lnTo>
                  <a:lnTo>
                    <a:pt x="104135" y="1169186"/>
                  </a:lnTo>
                  <a:lnTo>
                    <a:pt x="191428" y="1084091"/>
                  </a:lnTo>
                  <a:lnTo>
                    <a:pt x="232101" y="1062128"/>
                  </a:lnTo>
                  <a:lnTo>
                    <a:pt x="328940" y="968682"/>
                  </a:lnTo>
                  <a:lnTo>
                    <a:pt x="362609" y="928569"/>
                  </a:lnTo>
                  <a:lnTo>
                    <a:pt x="429974" y="868170"/>
                  </a:lnTo>
                  <a:lnTo>
                    <a:pt x="433507" y="852918"/>
                  </a:lnTo>
                  <a:lnTo>
                    <a:pt x="513505" y="810568"/>
                  </a:lnTo>
                  <a:lnTo>
                    <a:pt x="622457" y="743394"/>
                  </a:lnTo>
                  <a:lnTo>
                    <a:pt x="634862" y="718559"/>
                  </a:lnTo>
                  <a:lnTo>
                    <a:pt x="666638" y="710932"/>
                  </a:lnTo>
                  <a:lnTo>
                    <a:pt x="684432" y="693685"/>
                  </a:lnTo>
                  <a:lnTo>
                    <a:pt x="678560" y="680085"/>
                  </a:lnTo>
                  <a:lnTo>
                    <a:pt x="703878" y="656431"/>
                  </a:lnTo>
                  <a:lnTo>
                    <a:pt x="740420" y="653165"/>
                  </a:lnTo>
                  <a:lnTo>
                    <a:pt x="775399" y="626905"/>
                  </a:lnTo>
                  <a:lnTo>
                    <a:pt x="785847" y="610941"/>
                  </a:lnTo>
                  <a:lnTo>
                    <a:pt x="799675" y="600099"/>
                  </a:lnTo>
                  <a:lnTo>
                    <a:pt x="819376" y="550708"/>
                  </a:lnTo>
                  <a:lnTo>
                    <a:pt x="778398" y="507823"/>
                  </a:lnTo>
                  <a:lnTo>
                    <a:pt x="771090" y="475540"/>
                  </a:lnTo>
                  <a:lnTo>
                    <a:pt x="784792" y="461304"/>
                  </a:lnTo>
                  <a:lnTo>
                    <a:pt x="794312" y="409281"/>
                  </a:lnTo>
                  <a:lnTo>
                    <a:pt x="831896" y="360258"/>
                  </a:lnTo>
                  <a:lnTo>
                    <a:pt x="876801" y="375167"/>
                  </a:lnTo>
                  <a:lnTo>
                    <a:pt x="940085" y="350585"/>
                  </a:lnTo>
                  <a:lnTo>
                    <a:pt x="969318" y="339858"/>
                  </a:lnTo>
                  <a:lnTo>
                    <a:pt x="1042656" y="290288"/>
                  </a:lnTo>
                  <a:lnTo>
                    <a:pt x="1058188" y="280743"/>
                  </a:lnTo>
                  <a:lnTo>
                    <a:pt x="1091730" y="265491"/>
                  </a:lnTo>
                  <a:lnTo>
                    <a:pt x="1124879" y="258958"/>
                  </a:lnTo>
                  <a:lnTo>
                    <a:pt x="1162590" y="252679"/>
                  </a:lnTo>
                  <a:lnTo>
                    <a:pt x="1180600" y="244048"/>
                  </a:lnTo>
                  <a:lnTo>
                    <a:pt x="1212312" y="200923"/>
                  </a:lnTo>
                  <a:lnTo>
                    <a:pt x="1247024" y="167330"/>
                  </a:lnTo>
                  <a:lnTo>
                    <a:pt x="1366830" y="113210"/>
                  </a:lnTo>
                  <a:lnTo>
                    <a:pt x="1372181" y="128462"/>
                  </a:lnTo>
                  <a:lnTo>
                    <a:pt x="1357552" y="202448"/>
                  </a:lnTo>
                  <a:lnTo>
                    <a:pt x="1403880" y="243743"/>
                  </a:lnTo>
                  <a:lnTo>
                    <a:pt x="1400372" y="267410"/>
                  </a:lnTo>
                  <a:lnTo>
                    <a:pt x="1404681" y="268846"/>
                  </a:lnTo>
                  <a:lnTo>
                    <a:pt x="1403232" y="283221"/>
                  </a:lnTo>
                  <a:lnTo>
                    <a:pt x="1396877" y="306354"/>
                  </a:lnTo>
                  <a:lnTo>
                    <a:pt x="1438503" y="309354"/>
                  </a:lnTo>
                  <a:lnTo>
                    <a:pt x="1432249" y="326741"/>
                  </a:lnTo>
                  <a:lnTo>
                    <a:pt x="1416057" y="340074"/>
                  </a:lnTo>
                  <a:lnTo>
                    <a:pt x="1403664" y="344256"/>
                  </a:lnTo>
                  <a:lnTo>
                    <a:pt x="1386061" y="364783"/>
                  </a:lnTo>
                  <a:lnTo>
                    <a:pt x="1375892" y="366613"/>
                  </a:lnTo>
                  <a:lnTo>
                    <a:pt x="1355264" y="378637"/>
                  </a:lnTo>
                  <a:lnTo>
                    <a:pt x="1327301" y="413145"/>
                  </a:lnTo>
                  <a:lnTo>
                    <a:pt x="1313320" y="417594"/>
                  </a:lnTo>
                  <a:lnTo>
                    <a:pt x="1304969" y="426351"/>
                  </a:lnTo>
                  <a:lnTo>
                    <a:pt x="1296072" y="429351"/>
                  </a:lnTo>
                  <a:lnTo>
                    <a:pt x="1287175" y="446217"/>
                  </a:lnTo>
                  <a:lnTo>
                    <a:pt x="1277770" y="451174"/>
                  </a:lnTo>
                  <a:lnTo>
                    <a:pt x="1273080" y="457707"/>
                  </a:lnTo>
                  <a:lnTo>
                    <a:pt x="1260674" y="460719"/>
                  </a:lnTo>
                  <a:lnTo>
                    <a:pt x="1239792" y="472222"/>
                  </a:lnTo>
                  <a:lnTo>
                    <a:pt x="1189675" y="512742"/>
                  </a:lnTo>
                  <a:lnTo>
                    <a:pt x="1190603" y="529202"/>
                  </a:lnTo>
                  <a:lnTo>
                    <a:pt x="1192039" y="538099"/>
                  </a:lnTo>
                  <a:lnTo>
                    <a:pt x="1203771" y="550670"/>
                  </a:lnTo>
                  <a:lnTo>
                    <a:pt x="1214079" y="561638"/>
                  </a:lnTo>
                  <a:lnTo>
                    <a:pt x="1238012" y="559567"/>
                  </a:lnTo>
                  <a:lnTo>
                    <a:pt x="1244812" y="554737"/>
                  </a:lnTo>
                  <a:lnTo>
                    <a:pt x="1258374" y="554203"/>
                  </a:lnTo>
                  <a:lnTo>
                    <a:pt x="1268949" y="544035"/>
                  </a:lnTo>
                  <a:lnTo>
                    <a:pt x="1356916" y="499981"/>
                  </a:lnTo>
                  <a:lnTo>
                    <a:pt x="1384701" y="498024"/>
                  </a:lnTo>
                  <a:lnTo>
                    <a:pt x="1395390" y="502193"/>
                  </a:lnTo>
                  <a:lnTo>
                    <a:pt x="1405062" y="498799"/>
                  </a:lnTo>
                  <a:lnTo>
                    <a:pt x="1422539" y="511992"/>
                  </a:lnTo>
                  <a:lnTo>
                    <a:pt x="1440435" y="510823"/>
                  </a:lnTo>
                  <a:lnTo>
                    <a:pt x="1458051" y="493308"/>
                  </a:lnTo>
                  <a:lnTo>
                    <a:pt x="1477625" y="512539"/>
                  </a:lnTo>
                  <a:lnTo>
                    <a:pt x="1492496" y="518411"/>
                  </a:lnTo>
                  <a:lnTo>
                    <a:pt x="1471359" y="545344"/>
                  </a:lnTo>
                  <a:lnTo>
                    <a:pt x="1480091" y="555143"/>
                  </a:lnTo>
                  <a:lnTo>
                    <a:pt x="1490932" y="544823"/>
                  </a:lnTo>
                  <a:lnTo>
                    <a:pt x="1520547" y="571730"/>
                  </a:lnTo>
                  <a:lnTo>
                    <a:pt x="1553835" y="583627"/>
                  </a:lnTo>
                  <a:lnTo>
                    <a:pt x="1560101" y="589118"/>
                  </a:lnTo>
                  <a:lnTo>
                    <a:pt x="1576142" y="601015"/>
                  </a:lnTo>
                  <a:lnTo>
                    <a:pt x="1612556" y="584809"/>
                  </a:lnTo>
                  <a:lnTo>
                    <a:pt x="1633299" y="564282"/>
                  </a:lnTo>
                  <a:lnTo>
                    <a:pt x="1655352" y="568095"/>
                  </a:lnTo>
                  <a:lnTo>
                    <a:pt x="1681865" y="593185"/>
                  </a:lnTo>
                  <a:lnTo>
                    <a:pt x="1740180" y="571235"/>
                  </a:lnTo>
                  <a:lnTo>
                    <a:pt x="1751415" y="582674"/>
                  </a:lnTo>
                  <a:lnTo>
                    <a:pt x="1763681" y="563608"/>
                  </a:lnTo>
                  <a:lnTo>
                    <a:pt x="1772730" y="534146"/>
                  </a:lnTo>
                  <a:lnTo>
                    <a:pt x="1782390" y="527486"/>
                  </a:lnTo>
                  <a:lnTo>
                    <a:pt x="1793829" y="505129"/>
                  </a:lnTo>
                  <a:lnTo>
                    <a:pt x="1744895" y="492063"/>
                  </a:lnTo>
                  <a:lnTo>
                    <a:pt x="1740840" y="450882"/>
                  </a:lnTo>
                  <a:lnTo>
                    <a:pt x="1745658" y="418877"/>
                  </a:lnTo>
                  <a:lnTo>
                    <a:pt x="1769807" y="381764"/>
                  </a:lnTo>
                  <a:lnTo>
                    <a:pt x="1791872" y="361745"/>
                  </a:lnTo>
                  <a:lnTo>
                    <a:pt x="1765765" y="337036"/>
                  </a:lnTo>
                  <a:lnTo>
                    <a:pt x="1773595" y="309722"/>
                  </a:lnTo>
                  <a:lnTo>
                    <a:pt x="1752979" y="282268"/>
                  </a:lnTo>
                  <a:lnTo>
                    <a:pt x="1712903" y="261614"/>
                  </a:lnTo>
                  <a:lnTo>
                    <a:pt x="1734841" y="242015"/>
                  </a:lnTo>
                  <a:lnTo>
                    <a:pt x="1734841" y="233118"/>
                  </a:lnTo>
                  <a:lnTo>
                    <a:pt x="1778158" y="206846"/>
                  </a:lnTo>
                  <a:lnTo>
                    <a:pt x="1784170" y="246311"/>
                  </a:lnTo>
                  <a:lnTo>
                    <a:pt x="1810009" y="255488"/>
                  </a:lnTo>
                  <a:lnTo>
                    <a:pt x="1851368" y="325788"/>
                  </a:lnTo>
                  <a:lnTo>
                    <a:pt x="1871082" y="320170"/>
                  </a:lnTo>
                  <a:lnTo>
                    <a:pt x="1857901" y="271947"/>
                  </a:lnTo>
                  <a:lnTo>
                    <a:pt x="1881657" y="262923"/>
                  </a:lnTo>
                  <a:lnTo>
                    <a:pt x="1908920" y="299516"/>
                  </a:lnTo>
                  <a:lnTo>
                    <a:pt x="1912454" y="304231"/>
                  </a:lnTo>
                  <a:lnTo>
                    <a:pt x="1897201" y="322661"/>
                  </a:lnTo>
                  <a:lnTo>
                    <a:pt x="1878797" y="368011"/>
                  </a:lnTo>
                  <a:lnTo>
                    <a:pt x="1904027" y="401960"/>
                  </a:lnTo>
                  <a:lnTo>
                    <a:pt x="1918631" y="432287"/>
                  </a:lnTo>
                  <a:lnTo>
                    <a:pt x="1891367" y="454631"/>
                  </a:lnTo>
                  <a:lnTo>
                    <a:pt x="1863049" y="438693"/>
                  </a:lnTo>
                  <a:lnTo>
                    <a:pt x="1848699" y="465219"/>
                  </a:lnTo>
                  <a:lnTo>
                    <a:pt x="1861753" y="506654"/>
                  </a:lnTo>
                  <a:lnTo>
                    <a:pt x="1848572" y="552017"/>
                  </a:lnTo>
                  <a:lnTo>
                    <a:pt x="1808497" y="577628"/>
                  </a:lnTo>
                  <a:lnTo>
                    <a:pt x="1787881" y="619457"/>
                  </a:lnTo>
                  <a:lnTo>
                    <a:pt x="1758012" y="633184"/>
                  </a:lnTo>
                  <a:lnTo>
                    <a:pt x="1749903" y="661541"/>
                  </a:lnTo>
                  <a:lnTo>
                    <a:pt x="1772781" y="666510"/>
                  </a:lnTo>
                  <a:lnTo>
                    <a:pt x="1791186" y="659965"/>
                  </a:lnTo>
                  <a:lnTo>
                    <a:pt x="1812793" y="685855"/>
                  </a:lnTo>
                  <a:lnTo>
                    <a:pt x="1802358" y="717872"/>
                  </a:lnTo>
                  <a:lnTo>
                    <a:pt x="1800413" y="728473"/>
                  </a:lnTo>
                  <a:lnTo>
                    <a:pt x="1775997" y="755393"/>
                  </a:lnTo>
                  <a:lnTo>
                    <a:pt x="1767519" y="749368"/>
                  </a:lnTo>
                  <a:lnTo>
                    <a:pt x="1723402" y="795519"/>
                  </a:lnTo>
                  <a:lnTo>
                    <a:pt x="1711658" y="812627"/>
                  </a:lnTo>
                  <a:lnTo>
                    <a:pt x="1713996" y="820482"/>
                  </a:lnTo>
                  <a:lnTo>
                    <a:pt x="1695745" y="846487"/>
                  </a:lnTo>
                  <a:lnTo>
                    <a:pt x="1680327" y="858790"/>
                  </a:lnTo>
                  <a:lnTo>
                    <a:pt x="1654360" y="889498"/>
                  </a:lnTo>
                  <a:lnTo>
                    <a:pt x="1669117" y="899170"/>
                  </a:lnTo>
                  <a:lnTo>
                    <a:pt x="1661148" y="936666"/>
                  </a:lnTo>
                  <a:lnTo>
                    <a:pt x="1631266" y="952312"/>
                  </a:lnTo>
                  <a:lnTo>
                    <a:pt x="1623830" y="948270"/>
                  </a:lnTo>
                  <a:lnTo>
                    <a:pt x="1611819" y="936246"/>
                  </a:lnTo>
                  <a:lnTo>
                    <a:pt x="1578773" y="937682"/>
                  </a:lnTo>
                  <a:lnTo>
                    <a:pt x="1558945" y="972966"/>
                  </a:lnTo>
                  <a:lnTo>
                    <a:pt x="1530881" y="973869"/>
                  </a:lnTo>
                  <a:lnTo>
                    <a:pt x="1528262" y="983948"/>
                  </a:lnTo>
                  <a:lnTo>
                    <a:pt x="1515489" y="1002771"/>
                  </a:lnTo>
                  <a:lnTo>
                    <a:pt x="1527080" y="1094005"/>
                  </a:lnTo>
                  <a:lnTo>
                    <a:pt x="1516658" y="1117646"/>
                  </a:lnTo>
                  <a:lnTo>
                    <a:pt x="1522009" y="1138694"/>
                  </a:lnTo>
                  <a:lnTo>
                    <a:pt x="1517954" y="1166276"/>
                  </a:lnTo>
                  <a:lnTo>
                    <a:pt x="1508816" y="1190577"/>
                  </a:lnTo>
                  <a:lnTo>
                    <a:pt x="1518082" y="1194251"/>
                  </a:lnTo>
                  <a:lnTo>
                    <a:pt x="1546527" y="1181947"/>
                  </a:lnTo>
                  <a:lnTo>
                    <a:pt x="1544849" y="1173469"/>
                  </a:lnTo>
                  <a:lnTo>
                    <a:pt x="1548662" y="1159997"/>
                  </a:lnTo>
                  <a:lnTo>
                    <a:pt x="1562504" y="1165360"/>
                  </a:lnTo>
                  <a:lnTo>
                    <a:pt x="1571896" y="1185226"/>
                  </a:lnTo>
                  <a:lnTo>
                    <a:pt x="1581683" y="1188239"/>
                  </a:lnTo>
                  <a:lnTo>
                    <a:pt x="1590822" y="1190984"/>
                  </a:lnTo>
                  <a:lnTo>
                    <a:pt x="1603075" y="1176863"/>
                  </a:lnTo>
                  <a:lnTo>
                    <a:pt x="1606468" y="1170978"/>
                  </a:lnTo>
                  <a:lnTo>
                    <a:pt x="1627745" y="1171372"/>
                  </a:lnTo>
                  <a:lnTo>
                    <a:pt x="1650623" y="1182875"/>
                  </a:lnTo>
                  <a:lnTo>
                    <a:pt x="1653165" y="1188760"/>
                  </a:lnTo>
                  <a:lnTo>
                    <a:pt x="1666753" y="1208626"/>
                  </a:lnTo>
                  <a:lnTo>
                    <a:pt x="1696494" y="1228962"/>
                  </a:lnTo>
                  <a:lnTo>
                    <a:pt x="1720644" y="1205957"/>
                  </a:lnTo>
                  <a:lnTo>
                    <a:pt x="1729376" y="1233665"/>
                  </a:lnTo>
                  <a:lnTo>
                    <a:pt x="1712560" y="1241507"/>
                  </a:lnTo>
                  <a:lnTo>
                    <a:pt x="1707858" y="1244647"/>
                  </a:lnTo>
                  <a:lnTo>
                    <a:pt x="1698465" y="1246744"/>
                  </a:lnTo>
                  <a:lnTo>
                    <a:pt x="1659190" y="1291954"/>
                  </a:lnTo>
                  <a:lnTo>
                    <a:pt x="1656305" y="1295093"/>
                  </a:lnTo>
                  <a:lnTo>
                    <a:pt x="1651869" y="1307651"/>
                  </a:lnTo>
                  <a:lnTo>
                    <a:pt x="1654220" y="1313523"/>
                  </a:lnTo>
                  <a:lnTo>
                    <a:pt x="1648221" y="1327771"/>
                  </a:lnTo>
                  <a:lnTo>
                    <a:pt x="1643518" y="1325420"/>
                  </a:lnTo>
                  <a:lnTo>
                    <a:pt x="1638155" y="1321899"/>
                  </a:lnTo>
                  <a:lnTo>
                    <a:pt x="1641167" y="1309481"/>
                  </a:lnTo>
                  <a:lnTo>
                    <a:pt x="1634647" y="1307651"/>
                  </a:lnTo>
                  <a:lnTo>
                    <a:pt x="1632943" y="1294051"/>
                  </a:lnTo>
                  <a:lnTo>
                    <a:pt x="1623297" y="1292996"/>
                  </a:lnTo>
                  <a:lnTo>
                    <a:pt x="1584784" y="1303164"/>
                  </a:lnTo>
                  <a:lnTo>
                    <a:pt x="1567842" y="1292691"/>
                  </a:lnTo>
                  <a:lnTo>
                    <a:pt x="1543959" y="1337787"/>
                  </a:lnTo>
                  <a:lnTo>
                    <a:pt x="1568350" y="1379222"/>
                  </a:lnTo>
                  <a:lnTo>
                    <a:pt x="1580095" y="1378320"/>
                  </a:lnTo>
                  <a:lnTo>
                    <a:pt x="1585179" y="1400397"/>
                  </a:lnTo>
                  <a:lnTo>
                    <a:pt x="1599783" y="1398046"/>
                  </a:lnTo>
                  <a:lnTo>
                    <a:pt x="1616624" y="1434626"/>
                  </a:lnTo>
                  <a:lnTo>
                    <a:pt x="1637240" y="1436088"/>
                  </a:lnTo>
                  <a:lnTo>
                    <a:pt x="1685907" y="1378701"/>
                  </a:lnTo>
                  <a:lnTo>
                    <a:pt x="1700130" y="1348908"/>
                  </a:lnTo>
                  <a:lnTo>
                    <a:pt x="1719195" y="1357259"/>
                  </a:lnTo>
                  <a:lnTo>
                    <a:pt x="1714619" y="1393470"/>
                  </a:lnTo>
                  <a:lnTo>
                    <a:pt x="1731575" y="1398046"/>
                  </a:lnTo>
                  <a:lnTo>
                    <a:pt x="1747386" y="1377392"/>
                  </a:lnTo>
                  <a:lnTo>
                    <a:pt x="1793829" y="1389797"/>
                  </a:lnTo>
                  <a:lnTo>
                    <a:pt x="1831960" y="1408367"/>
                  </a:lnTo>
                  <a:lnTo>
                    <a:pt x="1845153" y="1413070"/>
                  </a:lnTo>
                  <a:lnTo>
                    <a:pt x="1856363" y="1417264"/>
                  </a:lnTo>
                  <a:lnTo>
                    <a:pt x="1850224" y="1429415"/>
                  </a:lnTo>
                  <a:lnTo>
                    <a:pt x="1858334" y="1440396"/>
                  </a:lnTo>
                  <a:lnTo>
                    <a:pt x="1863278" y="1450844"/>
                  </a:lnTo>
                  <a:lnTo>
                    <a:pt x="1897481" y="1493449"/>
                  </a:lnTo>
                  <a:lnTo>
                    <a:pt x="1886906" y="1524691"/>
                  </a:lnTo>
                  <a:lnTo>
                    <a:pt x="1894863" y="1602464"/>
                  </a:lnTo>
                  <a:lnTo>
                    <a:pt x="1964413" y="1575010"/>
                  </a:lnTo>
                  <a:lnTo>
                    <a:pt x="1974988" y="1555805"/>
                  </a:lnTo>
                  <a:lnTo>
                    <a:pt x="1991969" y="1525084"/>
                  </a:lnTo>
                  <a:lnTo>
                    <a:pt x="2009572" y="1493309"/>
                  </a:lnTo>
                  <a:lnTo>
                    <a:pt x="2057604" y="1459334"/>
                  </a:lnTo>
                  <a:lnTo>
                    <a:pt x="2142674" y="1459334"/>
                  </a:lnTo>
                  <a:lnTo>
                    <a:pt x="2155727" y="1434359"/>
                  </a:lnTo>
                  <a:lnTo>
                    <a:pt x="2212109" y="1402583"/>
                  </a:lnTo>
                  <a:lnTo>
                    <a:pt x="2226459" y="1357628"/>
                  </a:lnTo>
                  <a:lnTo>
                    <a:pt x="2281011" y="1321683"/>
                  </a:lnTo>
                  <a:lnTo>
                    <a:pt x="2318850" y="1295538"/>
                  </a:lnTo>
                  <a:lnTo>
                    <a:pt x="2331128" y="1328725"/>
                  </a:lnTo>
                  <a:lnTo>
                    <a:pt x="2364797" y="1315925"/>
                  </a:lnTo>
                  <a:lnTo>
                    <a:pt x="2382935" y="1285205"/>
                  </a:lnTo>
                  <a:lnTo>
                    <a:pt x="2416223" y="1263369"/>
                  </a:lnTo>
                  <a:lnTo>
                    <a:pt x="2435123" y="1333961"/>
                  </a:lnTo>
                  <a:lnTo>
                    <a:pt x="2441402" y="1357361"/>
                  </a:lnTo>
                  <a:lnTo>
                    <a:pt x="2422603" y="1393903"/>
                  </a:lnTo>
                  <a:lnTo>
                    <a:pt x="2389442" y="1458725"/>
                  </a:lnTo>
                  <a:lnTo>
                    <a:pt x="2392582" y="1477281"/>
                  </a:lnTo>
                  <a:lnTo>
                    <a:pt x="2406296" y="1557152"/>
                  </a:lnTo>
                  <a:lnTo>
                    <a:pt x="2385794" y="1592563"/>
                  </a:lnTo>
                  <a:lnTo>
                    <a:pt x="2329552" y="1599884"/>
                  </a:lnTo>
                  <a:lnTo>
                    <a:pt x="2362166" y="1676603"/>
                  </a:lnTo>
                  <a:lnTo>
                    <a:pt x="2325904" y="1780522"/>
                  </a:lnTo>
                  <a:lnTo>
                    <a:pt x="2355519" y="1815017"/>
                  </a:lnTo>
                  <a:lnTo>
                    <a:pt x="2360221" y="1839166"/>
                  </a:lnTo>
                  <a:lnTo>
                    <a:pt x="2366221" y="1869874"/>
                  </a:lnTo>
                  <a:lnTo>
                    <a:pt x="2379020" y="1935230"/>
                  </a:lnTo>
                  <a:lnTo>
                    <a:pt x="2339339" y="1977695"/>
                  </a:lnTo>
                  <a:lnTo>
                    <a:pt x="2325777" y="2006191"/>
                  </a:lnTo>
                  <a:lnTo>
                    <a:pt x="2353828" y="2068802"/>
                  </a:lnTo>
                  <a:lnTo>
                    <a:pt x="2269941" y="2133497"/>
                  </a:lnTo>
                  <a:lnTo>
                    <a:pt x="2227921" y="2194277"/>
                  </a:lnTo>
                  <a:lnTo>
                    <a:pt x="2186422" y="2202767"/>
                  </a:lnTo>
                  <a:lnTo>
                    <a:pt x="2164103" y="2264462"/>
                  </a:lnTo>
                  <a:lnTo>
                    <a:pt x="2106818" y="2308516"/>
                  </a:lnTo>
                  <a:lnTo>
                    <a:pt x="2080127" y="2314871"/>
                  </a:lnTo>
                  <a:lnTo>
                    <a:pt x="2071382" y="2309914"/>
                  </a:lnTo>
                  <a:lnTo>
                    <a:pt x="1992172" y="2351349"/>
                  </a:lnTo>
                  <a:lnTo>
                    <a:pt x="1982385" y="2331216"/>
                  </a:lnTo>
                  <a:lnTo>
                    <a:pt x="1968811" y="2311744"/>
                  </a:lnTo>
                  <a:lnTo>
                    <a:pt x="1953406" y="2299848"/>
                  </a:lnTo>
                  <a:lnTo>
                    <a:pt x="1949885" y="2291599"/>
                  </a:lnTo>
                  <a:lnTo>
                    <a:pt x="1947013" y="2256709"/>
                  </a:lnTo>
                  <a:lnTo>
                    <a:pt x="1941929" y="2247037"/>
                  </a:lnTo>
                  <a:lnTo>
                    <a:pt x="1933438" y="2240771"/>
                  </a:lnTo>
                  <a:lnTo>
                    <a:pt x="1929790" y="2231352"/>
                  </a:lnTo>
                  <a:lnTo>
                    <a:pt x="1931061" y="2224832"/>
                  </a:lnTo>
                  <a:lnTo>
                    <a:pt x="1928049" y="2219468"/>
                  </a:lnTo>
                  <a:lnTo>
                    <a:pt x="1920423" y="2211753"/>
                  </a:lnTo>
                  <a:lnTo>
                    <a:pt x="1914805" y="2203250"/>
                  </a:lnTo>
                  <a:lnTo>
                    <a:pt x="1903366" y="2177512"/>
                  </a:lnTo>
                  <a:lnTo>
                    <a:pt x="1903900" y="2165615"/>
                  </a:lnTo>
                  <a:lnTo>
                    <a:pt x="1899591" y="2155536"/>
                  </a:lnTo>
                  <a:lnTo>
                    <a:pt x="1882496" y="2141555"/>
                  </a:lnTo>
                  <a:lnTo>
                    <a:pt x="1863964" y="2121295"/>
                  </a:lnTo>
                  <a:lnTo>
                    <a:pt x="1854965" y="2111877"/>
                  </a:lnTo>
                  <a:lnTo>
                    <a:pt x="1850784" y="2099471"/>
                  </a:lnTo>
                  <a:lnTo>
                    <a:pt x="1846221" y="2073326"/>
                  </a:lnTo>
                  <a:lnTo>
                    <a:pt x="1841912" y="2060387"/>
                  </a:lnTo>
                  <a:close/>
                </a:path>
              </a:pathLst>
            </a:custGeom>
            <a:noFill/>
            <a:ln w="3810" cap="flat">
              <a:solidFill>
                <a:srgbClr val="E6E4E2"/>
              </a:solidFill>
              <a:prstDash val="solid"/>
              <a:miter/>
            </a:ln>
          </p:spPr>
          <p:txBody>
            <a:bodyPr rtlCol="0" anchor="ctr"/>
            <a:lstStyle/>
            <a:p>
              <a:endParaRPr lang="de-CH"/>
            </a:p>
          </p:txBody>
        </p:sp>
        <p:sp>
          <p:nvSpPr>
            <p:cNvPr id="126" name="Freihandform: Form 125">
              <a:extLst>
                <a:ext uri="{FF2B5EF4-FFF2-40B4-BE49-F238E27FC236}">
                  <a16:creationId xmlns:a16="http://schemas.microsoft.com/office/drawing/2014/main" id="{7F0BEF20-C12E-18E6-9D6B-D81B658096A1}"/>
                </a:ext>
              </a:extLst>
            </p:cNvPr>
            <p:cNvSpPr/>
            <p:nvPr/>
          </p:nvSpPr>
          <p:spPr>
            <a:xfrm>
              <a:off x="3148410" y="3927456"/>
              <a:ext cx="3514905" cy="2393433"/>
            </a:xfrm>
            <a:custGeom>
              <a:avLst/>
              <a:gdLst>
                <a:gd name="connsiteX0" fmla="*/ 2829380 w 3514905"/>
                <a:gd name="connsiteY0" fmla="*/ 1058951 h 2393433"/>
                <a:gd name="connsiteX1" fmla="*/ 2794021 w 3514905"/>
                <a:gd name="connsiteY1" fmla="*/ 1090587 h 2393433"/>
                <a:gd name="connsiteX2" fmla="*/ 2778616 w 3514905"/>
                <a:gd name="connsiteY2" fmla="*/ 1123658 h 2393433"/>
                <a:gd name="connsiteX3" fmla="*/ 2758509 w 3514905"/>
                <a:gd name="connsiteY3" fmla="*/ 1133725 h 2393433"/>
                <a:gd name="connsiteX4" fmla="*/ 2743243 w 3514905"/>
                <a:gd name="connsiteY4" fmla="*/ 1159196 h 2393433"/>
                <a:gd name="connsiteX5" fmla="*/ 2723670 w 3514905"/>
                <a:gd name="connsiteY5" fmla="*/ 1168080 h 2393433"/>
                <a:gd name="connsiteX6" fmla="*/ 2725500 w 3514905"/>
                <a:gd name="connsiteY6" fmla="*/ 1181032 h 2393433"/>
                <a:gd name="connsiteX7" fmla="*/ 2714290 w 3514905"/>
                <a:gd name="connsiteY7" fmla="*/ 1186904 h 2393433"/>
                <a:gd name="connsiteX8" fmla="*/ 2728512 w 3514905"/>
                <a:gd name="connsiteY8" fmla="*/ 1198153 h 2393433"/>
                <a:gd name="connsiteX9" fmla="*/ 2760351 w 3514905"/>
                <a:gd name="connsiteY9" fmla="*/ 1208220 h 2393433"/>
                <a:gd name="connsiteX10" fmla="*/ 2776913 w 3514905"/>
                <a:gd name="connsiteY10" fmla="*/ 1247824 h 2393433"/>
                <a:gd name="connsiteX11" fmla="*/ 2791669 w 3514905"/>
                <a:gd name="connsiteY11" fmla="*/ 1250824 h 2393433"/>
                <a:gd name="connsiteX12" fmla="*/ 2804595 w 3514905"/>
                <a:gd name="connsiteY12" fmla="*/ 1275139 h 2393433"/>
                <a:gd name="connsiteX13" fmla="*/ 2831859 w 3514905"/>
                <a:gd name="connsiteY13" fmla="*/ 1280350 h 2393433"/>
                <a:gd name="connsiteX14" fmla="*/ 2850136 w 3514905"/>
                <a:gd name="connsiteY14" fmla="*/ 1332385 h 2393433"/>
                <a:gd name="connsiteX15" fmla="*/ 2859008 w 3514905"/>
                <a:gd name="connsiteY15" fmla="*/ 1376820 h 2393433"/>
                <a:gd name="connsiteX16" fmla="*/ 2883145 w 3514905"/>
                <a:gd name="connsiteY16" fmla="*/ 1399826 h 2393433"/>
                <a:gd name="connsiteX17" fmla="*/ 2892677 w 3514905"/>
                <a:gd name="connsiteY17" fmla="*/ 1430661 h 2393433"/>
                <a:gd name="connsiteX18" fmla="*/ 2857178 w 3514905"/>
                <a:gd name="connsiteY18" fmla="*/ 1474981 h 2393433"/>
                <a:gd name="connsiteX19" fmla="*/ 2869570 w 3514905"/>
                <a:gd name="connsiteY19" fmla="*/ 1517586 h 2393433"/>
                <a:gd name="connsiteX20" fmla="*/ 2849475 w 3514905"/>
                <a:gd name="connsiteY20" fmla="*/ 1553022 h 2393433"/>
                <a:gd name="connsiteX21" fmla="*/ 2828860 w 3514905"/>
                <a:gd name="connsiteY21" fmla="*/ 1562415 h 2393433"/>
                <a:gd name="connsiteX22" fmla="*/ 2811116 w 3514905"/>
                <a:gd name="connsiteY22" fmla="*/ 1557712 h 2393433"/>
                <a:gd name="connsiteX23" fmla="*/ 2787488 w 3514905"/>
                <a:gd name="connsiteY23" fmla="*/ 1576142 h 2393433"/>
                <a:gd name="connsiteX24" fmla="*/ 2779264 w 3514905"/>
                <a:gd name="connsiteY24" fmla="*/ 1613917 h 2393433"/>
                <a:gd name="connsiteX25" fmla="*/ 2747959 w 3514905"/>
                <a:gd name="connsiteY25" fmla="*/ 1640582 h 2393433"/>
                <a:gd name="connsiteX26" fmla="*/ 2687649 w 3514905"/>
                <a:gd name="connsiteY26" fmla="*/ 1650636 h 2393433"/>
                <a:gd name="connsiteX27" fmla="*/ 2649289 w 3514905"/>
                <a:gd name="connsiteY27" fmla="*/ 1664249 h 2393433"/>
                <a:gd name="connsiteX28" fmla="*/ 2614324 w 3514905"/>
                <a:gd name="connsiteY28" fmla="*/ 1667897 h 2393433"/>
                <a:gd name="connsiteX29" fmla="*/ 2607397 w 3514905"/>
                <a:gd name="connsiteY29" fmla="*/ 1715090 h 2393433"/>
                <a:gd name="connsiteX30" fmla="*/ 2593174 w 3514905"/>
                <a:gd name="connsiteY30" fmla="*/ 1734549 h 2393433"/>
                <a:gd name="connsiteX31" fmla="*/ 2594089 w 3514905"/>
                <a:gd name="connsiteY31" fmla="*/ 1776124 h 2393433"/>
                <a:gd name="connsiteX32" fmla="*/ 2615366 w 3514905"/>
                <a:gd name="connsiteY32" fmla="*/ 1829583 h 2393433"/>
                <a:gd name="connsiteX33" fmla="*/ 2578303 w 3514905"/>
                <a:gd name="connsiteY33" fmla="*/ 1864078 h 2393433"/>
                <a:gd name="connsiteX34" fmla="*/ 2586133 w 3514905"/>
                <a:gd name="connsiteY34" fmla="*/ 1885902 h 2393433"/>
                <a:gd name="connsiteX35" fmla="*/ 2572545 w 3514905"/>
                <a:gd name="connsiteY35" fmla="*/ 1904332 h 2393433"/>
                <a:gd name="connsiteX36" fmla="*/ 2573206 w 3514905"/>
                <a:gd name="connsiteY36" fmla="*/ 1930350 h 2393433"/>
                <a:gd name="connsiteX37" fmla="*/ 2549578 w 3514905"/>
                <a:gd name="connsiteY37" fmla="*/ 1928125 h 2393433"/>
                <a:gd name="connsiteX38" fmla="*/ 2523611 w 3514905"/>
                <a:gd name="connsiteY38" fmla="*/ 1978191 h 2393433"/>
                <a:gd name="connsiteX39" fmla="*/ 2493488 w 3514905"/>
                <a:gd name="connsiteY39" fmla="*/ 1971124 h 2393433"/>
                <a:gd name="connsiteX40" fmla="*/ 2462157 w 3514905"/>
                <a:gd name="connsiteY40" fmla="*/ 1977670 h 2393433"/>
                <a:gd name="connsiteX41" fmla="*/ 2435008 w 3514905"/>
                <a:gd name="connsiteY41" fmla="*/ 1971658 h 2393433"/>
                <a:gd name="connsiteX42" fmla="*/ 2356319 w 3514905"/>
                <a:gd name="connsiteY42" fmla="*/ 1975966 h 2393433"/>
                <a:gd name="connsiteX43" fmla="*/ 2325002 w 3514905"/>
                <a:gd name="connsiteY43" fmla="*/ 2027201 h 2393433"/>
                <a:gd name="connsiteX44" fmla="*/ 2297852 w 3514905"/>
                <a:gd name="connsiteY44" fmla="*/ 2045758 h 2393433"/>
                <a:gd name="connsiteX45" fmla="*/ 2299810 w 3514905"/>
                <a:gd name="connsiteY45" fmla="*/ 2108890 h 2393433"/>
                <a:gd name="connsiteX46" fmla="*/ 2283897 w 3514905"/>
                <a:gd name="connsiteY46" fmla="*/ 2126023 h 2393433"/>
                <a:gd name="connsiteX47" fmla="*/ 2280884 w 3514905"/>
                <a:gd name="connsiteY47" fmla="*/ 2154507 h 2393433"/>
                <a:gd name="connsiteX48" fmla="*/ 2296810 w 3514905"/>
                <a:gd name="connsiteY48" fmla="*/ 2184045 h 2393433"/>
                <a:gd name="connsiteX49" fmla="*/ 2287405 w 3514905"/>
                <a:gd name="connsiteY49" fmla="*/ 2203530 h 2393433"/>
                <a:gd name="connsiteX50" fmla="*/ 2257917 w 3514905"/>
                <a:gd name="connsiteY50" fmla="*/ 2218935 h 2393433"/>
                <a:gd name="connsiteX51" fmla="*/ 2246033 w 3514905"/>
                <a:gd name="connsiteY51" fmla="*/ 2206542 h 2393433"/>
                <a:gd name="connsiteX52" fmla="*/ 2199984 w 3514905"/>
                <a:gd name="connsiteY52" fmla="*/ 2200645 h 2393433"/>
                <a:gd name="connsiteX53" fmla="*/ 2168526 w 3514905"/>
                <a:gd name="connsiteY53" fmla="*/ 2187706 h 2393433"/>
                <a:gd name="connsiteX54" fmla="*/ 2136687 w 3514905"/>
                <a:gd name="connsiteY54" fmla="*/ 2221426 h 2393433"/>
                <a:gd name="connsiteX55" fmla="*/ 2059422 w 3514905"/>
                <a:gd name="connsiteY55" fmla="*/ 2155040 h 2393433"/>
                <a:gd name="connsiteX56" fmla="*/ 2027074 w 3514905"/>
                <a:gd name="connsiteY56" fmla="*/ 2148495 h 2393433"/>
                <a:gd name="connsiteX57" fmla="*/ 1994574 w 3514905"/>
                <a:gd name="connsiteY57" fmla="*/ 2194379 h 2393433"/>
                <a:gd name="connsiteX58" fmla="*/ 1964413 w 3514905"/>
                <a:gd name="connsiteY58" fmla="*/ 2195688 h 2393433"/>
                <a:gd name="connsiteX59" fmla="*/ 1937810 w 3514905"/>
                <a:gd name="connsiteY59" fmla="*/ 2162743 h 2393433"/>
                <a:gd name="connsiteX60" fmla="*/ 1940149 w 3514905"/>
                <a:gd name="connsiteY60" fmla="*/ 2121956 h 2393433"/>
                <a:gd name="connsiteX61" fmla="*/ 1915352 w 3514905"/>
                <a:gd name="connsiteY61" fmla="*/ 2103018 h 2393433"/>
                <a:gd name="connsiteX62" fmla="*/ 1884301 w 3514905"/>
                <a:gd name="connsiteY62" fmla="*/ 2100400 h 2393433"/>
                <a:gd name="connsiteX63" fmla="*/ 1855715 w 3514905"/>
                <a:gd name="connsiteY63" fmla="*/ 2049165 h 2393433"/>
                <a:gd name="connsiteX64" fmla="*/ 1835087 w 3514905"/>
                <a:gd name="connsiteY64" fmla="*/ 2043280 h 2393433"/>
                <a:gd name="connsiteX65" fmla="*/ 1800375 w 3514905"/>
                <a:gd name="connsiteY65" fmla="*/ 2060006 h 2393433"/>
                <a:gd name="connsiteX66" fmla="*/ 1761888 w 3514905"/>
                <a:gd name="connsiteY66" fmla="*/ 2054515 h 2393433"/>
                <a:gd name="connsiteX67" fmla="*/ 1737612 w 3514905"/>
                <a:gd name="connsiteY67" fmla="*/ 2062765 h 2393433"/>
                <a:gd name="connsiteX68" fmla="*/ 1679806 w 3514905"/>
                <a:gd name="connsiteY68" fmla="*/ 2053867 h 2393433"/>
                <a:gd name="connsiteX69" fmla="*/ 1663880 w 3514905"/>
                <a:gd name="connsiteY69" fmla="*/ 2003408 h 2393433"/>
                <a:gd name="connsiteX70" fmla="*/ 1639083 w 3514905"/>
                <a:gd name="connsiteY70" fmla="*/ 2014262 h 2393433"/>
                <a:gd name="connsiteX71" fmla="*/ 1608934 w 3514905"/>
                <a:gd name="connsiteY71" fmla="*/ 2014262 h 2393433"/>
                <a:gd name="connsiteX72" fmla="*/ 1597050 w 3514905"/>
                <a:gd name="connsiteY72" fmla="*/ 2044462 h 2393433"/>
                <a:gd name="connsiteX73" fmla="*/ 1605934 w 3514905"/>
                <a:gd name="connsiteY73" fmla="*/ 2088630 h 2393433"/>
                <a:gd name="connsiteX74" fmla="*/ 1588318 w 3514905"/>
                <a:gd name="connsiteY74" fmla="*/ 2104835 h 2393433"/>
                <a:gd name="connsiteX75" fmla="*/ 1558690 w 3514905"/>
                <a:gd name="connsiteY75" fmla="*/ 2098302 h 2393433"/>
                <a:gd name="connsiteX76" fmla="*/ 1544608 w 3514905"/>
                <a:gd name="connsiteY76" fmla="*/ 2087066 h 2393433"/>
                <a:gd name="connsiteX77" fmla="*/ 1525021 w 3514905"/>
                <a:gd name="connsiteY77" fmla="*/ 2090460 h 2393433"/>
                <a:gd name="connsiteX78" fmla="*/ 1503897 w 3514905"/>
                <a:gd name="connsiteY78" fmla="*/ 2086418 h 2393433"/>
                <a:gd name="connsiteX79" fmla="*/ 1486662 w 3514905"/>
                <a:gd name="connsiteY79" fmla="*/ 2104835 h 2393433"/>
                <a:gd name="connsiteX80" fmla="*/ 1463033 w 3514905"/>
                <a:gd name="connsiteY80" fmla="*/ 2111902 h 2393433"/>
                <a:gd name="connsiteX81" fmla="*/ 1454289 w 3514905"/>
                <a:gd name="connsiteY81" fmla="*/ 2124841 h 2393433"/>
                <a:gd name="connsiteX82" fmla="*/ 1460174 w 3514905"/>
                <a:gd name="connsiteY82" fmla="*/ 2162743 h 2393433"/>
                <a:gd name="connsiteX83" fmla="*/ 1430025 w 3514905"/>
                <a:gd name="connsiteY83" fmla="*/ 2163925 h 2393433"/>
                <a:gd name="connsiteX84" fmla="*/ 1415014 w 3514905"/>
                <a:gd name="connsiteY84" fmla="*/ 2175542 h 2393433"/>
                <a:gd name="connsiteX85" fmla="*/ 1396356 w 3514905"/>
                <a:gd name="connsiteY85" fmla="*/ 2178173 h 2393433"/>
                <a:gd name="connsiteX86" fmla="*/ 1375740 w 3514905"/>
                <a:gd name="connsiteY86" fmla="*/ 2211233 h 2393433"/>
                <a:gd name="connsiteX87" fmla="*/ 1326145 w 3514905"/>
                <a:gd name="connsiteY87" fmla="*/ 2246656 h 2393433"/>
                <a:gd name="connsiteX88" fmla="*/ 1305389 w 3514905"/>
                <a:gd name="connsiteY88" fmla="*/ 2240263 h 2393433"/>
                <a:gd name="connsiteX89" fmla="*/ 1290645 w 3514905"/>
                <a:gd name="connsiteY89" fmla="*/ 2266255 h 2393433"/>
                <a:gd name="connsiteX90" fmla="*/ 1265860 w 3514905"/>
                <a:gd name="connsiteY90" fmla="*/ 2281545 h 2393433"/>
                <a:gd name="connsiteX91" fmla="*/ 1232839 w 3514905"/>
                <a:gd name="connsiteY91" fmla="*/ 2259201 h 2393433"/>
                <a:gd name="connsiteX92" fmla="*/ 1212744 w 3514905"/>
                <a:gd name="connsiteY92" fmla="*/ 2257371 h 2393433"/>
                <a:gd name="connsiteX93" fmla="*/ 1200987 w 3514905"/>
                <a:gd name="connsiteY93" fmla="*/ 2235534 h 2393433"/>
                <a:gd name="connsiteX94" fmla="*/ 1179723 w 3514905"/>
                <a:gd name="connsiteY94" fmla="*/ 2227832 h 2393433"/>
                <a:gd name="connsiteX95" fmla="*/ 1144236 w 3514905"/>
                <a:gd name="connsiteY95" fmla="*/ 2243783 h 2393433"/>
                <a:gd name="connsiteX96" fmla="*/ 1128298 w 3514905"/>
                <a:gd name="connsiteY96" fmla="*/ 2234238 h 2393433"/>
                <a:gd name="connsiteX97" fmla="*/ 1120087 w 3514905"/>
                <a:gd name="connsiteY97" fmla="*/ 2218935 h 2393433"/>
                <a:gd name="connsiteX98" fmla="*/ 1079363 w 3514905"/>
                <a:gd name="connsiteY98" fmla="*/ 2210584 h 2393433"/>
                <a:gd name="connsiteX99" fmla="*/ 1068661 w 3514905"/>
                <a:gd name="connsiteY99" fmla="*/ 2218935 h 2393433"/>
                <a:gd name="connsiteX100" fmla="*/ 1049215 w 3514905"/>
                <a:gd name="connsiteY100" fmla="*/ 2262086 h 2393433"/>
                <a:gd name="connsiteX101" fmla="*/ 1010067 w 3514905"/>
                <a:gd name="connsiteY101" fmla="*/ 2303776 h 2393433"/>
                <a:gd name="connsiteX102" fmla="*/ 993633 w 3514905"/>
                <a:gd name="connsiteY102" fmla="*/ 2307690 h 2393433"/>
                <a:gd name="connsiteX103" fmla="*/ 985409 w 3514905"/>
                <a:gd name="connsiteY103" fmla="*/ 2290455 h 2393433"/>
                <a:gd name="connsiteX104" fmla="*/ 962442 w 3514905"/>
                <a:gd name="connsiteY104" fmla="*/ 2301157 h 2393433"/>
                <a:gd name="connsiteX105" fmla="*/ 943517 w 3514905"/>
                <a:gd name="connsiteY105" fmla="*/ 2294624 h 2393433"/>
                <a:gd name="connsiteX106" fmla="*/ 925239 w 3514905"/>
                <a:gd name="connsiteY106" fmla="*/ 2301678 h 2393433"/>
                <a:gd name="connsiteX107" fmla="*/ 919240 w 3514905"/>
                <a:gd name="connsiteY107" fmla="*/ 2317642 h 2393433"/>
                <a:gd name="connsiteX108" fmla="*/ 889358 w 3514905"/>
                <a:gd name="connsiteY108" fmla="*/ 2337623 h 2393433"/>
                <a:gd name="connsiteX109" fmla="*/ 889625 w 3514905"/>
                <a:gd name="connsiteY109" fmla="*/ 2375130 h 2393433"/>
                <a:gd name="connsiteX110" fmla="*/ 867166 w 3514905"/>
                <a:gd name="connsiteY110" fmla="*/ 2387815 h 2393433"/>
                <a:gd name="connsiteX111" fmla="*/ 832328 w 3514905"/>
                <a:gd name="connsiteY111" fmla="*/ 2373821 h 2393433"/>
                <a:gd name="connsiteX112" fmla="*/ 802967 w 3514905"/>
                <a:gd name="connsiteY112" fmla="*/ 2354362 h 2393433"/>
                <a:gd name="connsiteX113" fmla="*/ 801137 w 3514905"/>
                <a:gd name="connsiteY113" fmla="*/ 2334877 h 2393433"/>
                <a:gd name="connsiteX114" fmla="*/ 788744 w 3514905"/>
                <a:gd name="connsiteY114" fmla="*/ 2331878 h 2393433"/>
                <a:gd name="connsiteX115" fmla="*/ 755736 w 3514905"/>
                <a:gd name="connsiteY115" fmla="*/ 2348998 h 2393433"/>
                <a:gd name="connsiteX116" fmla="*/ 748669 w 3514905"/>
                <a:gd name="connsiteY116" fmla="*/ 2367428 h 2393433"/>
                <a:gd name="connsiteX117" fmla="*/ 712280 w 3514905"/>
                <a:gd name="connsiteY117" fmla="*/ 2389645 h 2393433"/>
                <a:gd name="connsiteX118" fmla="*/ 681864 w 3514905"/>
                <a:gd name="connsiteY118" fmla="*/ 2393433 h 2393433"/>
                <a:gd name="connsiteX119" fmla="*/ 664248 w 3514905"/>
                <a:gd name="connsiteY119" fmla="*/ 2369780 h 2393433"/>
                <a:gd name="connsiteX120" fmla="*/ 653012 w 3514905"/>
                <a:gd name="connsiteY120" fmla="*/ 2346126 h 2393433"/>
                <a:gd name="connsiteX121" fmla="*/ 660079 w 3514905"/>
                <a:gd name="connsiteY121" fmla="*/ 2332513 h 2393433"/>
                <a:gd name="connsiteX122" fmla="*/ 631100 w 3514905"/>
                <a:gd name="connsiteY122" fmla="*/ 2305872 h 2393433"/>
                <a:gd name="connsiteX123" fmla="*/ 624058 w 3514905"/>
                <a:gd name="connsiteY123" fmla="*/ 2285218 h 2393433"/>
                <a:gd name="connsiteX124" fmla="*/ 599261 w 3514905"/>
                <a:gd name="connsiteY124" fmla="*/ 2266255 h 2393433"/>
                <a:gd name="connsiteX125" fmla="*/ 595079 w 3514905"/>
                <a:gd name="connsiteY125" fmla="*/ 2232535 h 2393433"/>
                <a:gd name="connsiteX126" fmla="*/ 555550 w 3514905"/>
                <a:gd name="connsiteY126" fmla="*/ 2198166 h 2393433"/>
                <a:gd name="connsiteX127" fmla="*/ 537782 w 3514905"/>
                <a:gd name="connsiteY127" fmla="*/ 2150325 h 2393433"/>
                <a:gd name="connsiteX128" fmla="*/ 540794 w 3514905"/>
                <a:gd name="connsiteY128" fmla="*/ 2101836 h 2393433"/>
                <a:gd name="connsiteX129" fmla="*/ 504773 w 3514905"/>
                <a:gd name="connsiteY129" fmla="*/ 2087066 h 2393433"/>
                <a:gd name="connsiteX130" fmla="*/ 487297 w 3514905"/>
                <a:gd name="connsiteY130" fmla="*/ 2056091 h 2393433"/>
                <a:gd name="connsiteX131" fmla="*/ 494732 w 3514905"/>
                <a:gd name="connsiteY131" fmla="*/ 2035577 h 2393433"/>
                <a:gd name="connsiteX132" fmla="*/ 515856 w 3514905"/>
                <a:gd name="connsiteY132" fmla="*/ 2021838 h 2393433"/>
                <a:gd name="connsiteX133" fmla="*/ 490029 w 3514905"/>
                <a:gd name="connsiteY133" fmla="*/ 2003026 h 2393433"/>
                <a:gd name="connsiteX134" fmla="*/ 484157 w 3514905"/>
                <a:gd name="connsiteY134" fmla="*/ 1968124 h 2393433"/>
                <a:gd name="connsiteX135" fmla="*/ 463401 w 3514905"/>
                <a:gd name="connsiteY135" fmla="*/ 1971658 h 2393433"/>
                <a:gd name="connsiteX136" fmla="*/ 435083 w 3514905"/>
                <a:gd name="connsiteY136" fmla="*/ 1951665 h 2393433"/>
                <a:gd name="connsiteX137" fmla="*/ 426860 w 3514905"/>
                <a:gd name="connsiteY137" fmla="*/ 1911920 h 2393433"/>
                <a:gd name="connsiteX138" fmla="*/ 400893 w 3514905"/>
                <a:gd name="connsiteY138" fmla="*/ 1878327 h 2393433"/>
                <a:gd name="connsiteX139" fmla="*/ 386149 w 3514905"/>
                <a:gd name="connsiteY139" fmla="*/ 1877678 h 2393433"/>
                <a:gd name="connsiteX140" fmla="*/ 373108 w 3514905"/>
                <a:gd name="connsiteY140" fmla="*/ 1842255 h 2393433"/>
                <a:gd name="connsiteX141" fmla="*/ 357169 w 3514905"/>
                <a:gd name="connsiteY141" fmla="*/ 1814433 h 2393433"/>
                <a:gd name="connsiteX142" fmla="*/ 335384 w 3514905"/>
                <a:gd name="connsiteY142" fmla="*/ 1796117 h 2393433"/>
                <a:gd name="connsiteX143" fmla="*/ 341777 w 3514905"/>
                <a:gd name="connsiteY143" fmla="*/ 1777433 h 2393433"/>
                <a:gd name="connsiteX144" fmla="*/ 333554 w 3514905"/>
                <a:gd name="connsiteY144" fmla="*/ 1770112 h 2393433"/>
                <a:gd name="connsiteX145" fmla="*/ 319331 w 3514905"/>
                <a:gd name="connsiteY145" fmla="*/ 1778348 h 2393433"/>
                <a:gd name="connsiteX146" fmla="*/ 285662 w 3514905"/>
                <a:gd name="connsiteY146" fmla="*/ 1819123 h 2393433"/>
                <a:gd name="connsiteX147" fmla="*/ 258119 w 3514905"/>
                <a:gd name="connsiteY147" fmla="*/ 1823965 h 2393433"/>
                <a:gd name="connsiteX148" fmla="*/ 248459 w 3514905"/>
                <a:gd name="connsiteY148" fmla="*/ 1843958 h 2393433"/>
                <a:gd name="connsiteX149" fmla="*/ 212451 w 3514905"/>
                <a:gd name="connsiteY149" fmla="*/ 1826838 h 2393433"/>
                <a:gd name="connsiteX150" fmla="*/ 204100 w 3514905"/>
                <a:gd name="connsiteY150" fmla="*/ 1807620 h 2393433"/>
                <a:gd name="connsiteX151" fmla="*/ 221323 w 3514905"/>
                <a:gd name="connsiteY151" fmla="*/ 1754695 h 2393433"/>
                <a:gd name="connsiteX152" fmla="*/ 245739 w 3514905"/>
                <a:gd name="connsiteY152" fmla="*/ 1741222 h 2393433"/>
                <a:gd name="connsiteX153" fmla="*/ 244951 w 3514905"/>
                <a:gd name="connsiteY153" fmla="*/ 1709726 h 2393433"/>
                <a:gd name="connsiteX154" fmla="*/ 224844 w 3514905"/>
                <a:gd name="connsiteY154" fmla="*/ 1684903 h 2393433"/>
                <a:gd name="connsiteX155" fmla="*/ 250302 w 3514905"/>
                <a:gd name="connsiteY155" fmla="*/ 1641103 h 2393433"/>
                <a:gd name="connsiteX156" fmla="*/ 245612 w 3514905"/>
                <a:gd name="connsiteY156" fmla="*/ 1619280 h 2393433"/>
                <a:gd name="connsiteX157" fmla="*/ 265948 w 3514905"/>
                <a:gd name="connsiteY157" fmla="*/ 1592741 h 2393433"/>
                <a:gd name="connsiteX158" fmla="*/ 249641 w 3514905"/>
                <a:gd name="connsiteY158" fmla="*/ 1592614 h 2393433"/>
                <a:gd name="connsiteX159" fmla="*/ 226674 w 3514905"/>
                <a:gd name="connsiteY159" fmla="*/ 1603329 h 2393433"/>
                <a:gd name="connsiteX160" fmla="*/ 209579 w 3514905"/>
                <a:gd name="connsiteY160" fmla="*/ 1592093 h 2393433"/>
                <a:gd name="connsiteX161" fmla="*/ 155814 w 3514905"/>
                <a:gd name="connsiteY161" fmla="*/ 1587911 h 2393433"/>
                <a:gd name="connsiteX162" fmla="*/ 134537 w 3514905"/>
                <a:gd name="connsiteY162" fmla="*/ 1572481 h 2393433"/>
                <a:gd name="connsiteX163" fmla="*/ 89137 w 3514905"/>
                <a:gd name="connsiteY163" fmla="*/ 1575481 h 2393433"/>
                <a:gd name="connsiteX164" fmla="*/ 53891 w 3514905"/>
                <a:gd name="connsiteY164" fmla="*/ 1553530 h 2393433"/>
                <a:gd name="connsiteX165" fmla="*/ 38359 w 3514905"/>
                <a:gd name="connsiteY165" fmla="*/ 1511586 h 2393433"/>
                <a:gd name="connsiteX166" fmla="*/ 43075 w 3514905"/>
                <a:gd name="connsiteY166" fmla="*/ 1476557 h 2393433"/>
                <a:gd name="connsiteX167" fmla="*/ 85476 w 3514905"/>
                <a:gd name="connsiteY167" fmla="*/ 1419692 h 2393433"/>
                <a:gd name="connsiteX168" fmla="*/ 65763 w 3514905"/>
                <a:gd name="connsiteY168" fmla="*/ 1354603 h 2393433"/>
                <a:gd name="connsiteX169" fmla="*/ 98529 w 3514905"/>
                <a:gd name="connsiteY169" fmla="*/ 1295793 h 2393433"/>
                <a:gd name="connsiteX170" fmla="*/ 98529 w 3514905"/>
                <a:gd name="connsiteY170" fmla="*/ 1266775 h 2393433"/>
                <a:gd name="connsiteX171" fmla="*/ 126327 w 3514905"/>
                <a:gd name="connsiteY171" fmla="*/ 1249642 h 2393433"/>
                <a:gd name="connsiteX172" fmla="*/ 138071 w 3514905"/>
                <a:gd name="connsiteY172" fmla="*/ 1221807 h 2393433"/>
                <a:gd name="connsiteX173" fmla="*/ 164432 w 3514905"/>
                <a:gd name="connsiteY173" fmla="*/ 1202601 h 2393433"/>
                <a:gd name="connsiteX174" fmla="*/ 173965 w 3514905"/>
                <a:gd name="connsiteY174" fmla="*/ 1188608 h 2393433"/>
                <a:gd name="connsiteX175" fmla="*/ 178909 w 3514905"/>
                <a:gd name="connsiteY175" fmla="*/ 1147973 h 2393433"/>
                <a:gd name="connsiteX176" fmla="*/ 191314 w 3514905"/>
                <a:gd name="connsiteY176" fmla="*/ 1125476 h 2393433"/>
                <a:gd name="connsiteX177" fmla="*/ 184527 w 3514905"/>
                <a:gd name="connsiteY177" fmla="*/ 1096065 h 2393433"/>
                <a:gd name="connsiteX178" fmla="*/ 156475 w 3514905"/>
                <a:gd name="connsiteY178" fmla="*/ 1097641 h 2393433"/>
                <a:gd name="connsiteX179" fmla="*/ 118624 w 3514905"/>
                <a:gd name="connsiteY179" fmla="*/ 1065738 h 2393433"/>
                <a:gd name="connsiteX180" fmla="*/ 119794 w 3514905"/>
                <a:gd name="connsiteY180" fmla="*/ 1047448 h 2393433"/>
                <a:gd name="connsiteX181" fmla="*/ 103741 w 3514905"/>
                <a:gd name="connsiteY181" fmla="*/ 1019994 h 2393433"/>
                <a:gd name="connsiteX182" fmla="*/ 81434 w 3514905"/>
                <a:gd name="connsiteY182" fmla="*/ 1010067 h 2393433"/>
                <a:gd name="connsiteX183" fmla="*/ 59649 w 3514905"/>
                <a:gd name="connsiteY183" fmla="*/ 1011237 h 2393433"/>
                <a:gd name="connsiteX184" fmla="*/ 55467 w 3514905"/>
                <a:gd name="connsiteY184" fmla="*/ 978178 h 2393433"/>
                <a:gd name="connsiteX185" fmla="*/ 28827 w 3514905"/>
                <a:gd name="connsiteY185" fmla="*/ 975165 h 2393433"/>
                <a:gd name="connsiteX186" fmla="*/ 15926 w 3514905"/>
                <a:gd name="connsiteY186" fmla="*/ 931518 h 2393433"/>
                <a:gd name="connsiteX187" fmla="*/ 0 w 3514905"/>
                <a:gd name="connsiteY187" fmla="*/ 910737 h 2393433"/>
                <a:gd name="connsiteX188" fmla="*/ 2872 w 3514905"/>
                <a:gd name="connsiteY188" fmla="*/ 875314 h 2393433"/>
                <a:gd name="connsiteX189" fmla="*/ 46596 w 3514905"/>
                <a:gd name="connsiteY189" fmla="*/ 859884 h 2393433"/>
                <a:gd name="connsiteX190" fmla="*/ 72156 w 3514905"/>
                <a:gd name="connsiteY190" fmla="*/ 837552 h 2393433"/>
                <a:gd name="connsiteX191" fmla="*/ 67593 w 3514905"/>
                <a:gd name="connsiteY191" fmla="*/ 797807 h 2393433"/>
                <a:gd name="connsiteX192" fmla="*/ 75816 w 3514905"/>
                <a:gd name="connsiteY192" fmla="*/ 785262 h 2393433"/>
                <a:gd name="connsiteX193" fmla="*/ 114316 w 3514905"/>
                <a:gd name="connsiteY193" fmla="*/ 806043 h 2393433"/>
                <a:gd name="connsiteX194" fmla="*/ 128919 w 3514905"/>
                <a:gd name="connsiteY194" fmla="*/ 809564 h 2393433"/>
                <a:gd name="connsiteX195" fmla="*/ 161547 w 3514905"/>
                <a:gd name="connsiteY195" fmla="*/ 802904 h 2393433"/>
                <a:gd name="connsiteX196" fmla="*/ 172516 w 3514905"/>
                <a:gd name="connsiteY196" fmla="*/ 806551 h 2393433"/>
                <a:gd name="connsiteX197" fmla="*/ 181654 w 3514905"/>
                <a:gd name="connsiteY197" fmla="*/ 812843 h 2393433"/>
                <a:gd name="connsiteX198" fmla="*/ 187641 w 3514905"/>
                <a:gd name="connsiteY198" fmla="*/ 803832 h 2393433"/>
                <a:gd name="connsiteX199" fmla="*/ 183218 w 3514905"/>
                <a:gd name="connsiteY199" fmla="*/ 787486 h 2393433"/>
                <a:gd name="connsiteX200" fmla="*/ 186217 w 3514905"/>
                <a:gd name="connsiteY200" fmla="*/ 784728 h 2393433"/>
                <a:gd name="connsiteX201" fmla="*/ 209579 w 3514905"/>
                <a:gd name="connsiteY201" fmla="*/ 813237 h 2393433"/>
                <a:gd name="connsiteX202" fmla="*/ 238418 w 3514905"/>
                <a:gd name="connsiteY202" fmla="*/ 840018 h 2393433"/>
                <a:gd name="connsiteX203" fmla="*/ 243248 w 3514905"/>
                <a:gd name="connsiteY203" fmla="*/ 853350 h 2393433"/>
                <a:gd name="connsiteX204" fmla="*/ 242854 w 3514905"/>
                <a:gd name="connsiteY204" fmla="*/ 872695 h 2393433"/>
                <a:gd name="connsiteX205" fmla="*/ 232419 w 3514905"/>
                <a:gd name="connsiteY205" fmla="*/ 900556 h 2393433"/>
                <a:gd name="connsiteX206" fmla="*/ 237249 w 3514905"/>
                <a:gd name="connsiteY206" fmla="*/ 911385 h 2393433"/>
                <a:gd name="connsiteX207" fmla="*/ 249120 w 3514905"/>
                <a:gd name="connsiteY207" fmla="*/ 922634 h 2393433"/>
                <a:gd name="connsiteX208" fmla="*/ 261258 w 3514905"/>
                <a:gd name="connsiteY208" fmla="*/ 946809 h 2393433"/>
                <a:gd name="connsiteX209" fmla="*/ 272087 w 3514905"/>
                <a:gd name="connsiteY209" fmla="*/ 953342 h 2393433"/>
                <a:gd name="connsiteX210" fmla="*/ 296351 w 3514905"/>
                <a:gd name="connsiteY210" fmla="*/ 949821 h 2393433"/>
                <a:gd name="connsiteX211" fmla="*/ 308629 w 3514905"/>
                <a:gd name="connsiteY211" fmla="*/ 950990 h 2393433"/>
                <a:gd name="connsiteX212" fmla="*/ 330033 w 3514905"/>
                <a:gd name="connsiteY212" fmla="*/ 977008 h 2393433"/>
                <a:gd name="connsiteX213" fmla="*/ 334075 w 3514905"/>
                <a:gd name="connsiteY213" fmla="*/ 984710 h 2393433"/>
                <a:gd name="connsiteX214" fmla="*/ 336045 w 3514905"/>
                <a:gd name="connsiteY214" fmla="*/ 995171 h 2393433"/>
                <a:gd name="connsiteX215" fmla="*/ 335384 w 3514905"/>
                <a:gd name="connsiteY215" fmla="*/ 1023133 h 2393433"/>
                <a:gd name="connsiteX216" fmla="*/ 342947 w 3514905"/>
                <a:gd name="connsiteY216" fmla="*/ 1052672 h 2393433"/>
                <a:gd name="connsiteX217" fmla="*/ 344002 w 3514905"/>
                <a:gd name="connsiteY217" fmla="*/ 1072818 h 2393433"/>
                <a:gd name="connsiteX218" fmla="*/ 353661 w 3514905"/>
                <a:gd name="connsiteY218" fmla="*/ 1084714 h 2393433"/>
                <a:gd name="connsiteX219" fmla="*/ 371011 w 3514905"/>
                <a:gd name="connsiteY219" fmla="*/ 1094514 h 2393433"/>
                <a:gd name="connsiteX220" fmla="*/ 391373 w 3514905"/>
                <a:gd name="connsiteY220" fmla="*/ 1115422 h 2393433"/>
                <a:gd name="connsiteX221" fmla="*/ 395694 w 3514905"/>
                <a:gd name="connsiteY221" fmla="*/ 1128361 h 2393433"/>
                <a:gd name="connsiteX222" fmla="*/ 400244 w 3514905"/>
                <a:gd name="connsiteY222" fmla="*/ 1154506 h 2393433"/>
                <a:gd name="connsiteX223" fmla="*/ 404426 w 3514905"/>
                <a:gd name="connsiteY223" fmla="*/ 1166911 h 2393433"/>
                <a:gd name="connsiteX224" fmla="*/ 413425 w 3514905"/>
                <a:gd name="connsiteY224" fmla="*/ 1176330 h 2393433"/>
                <a:gd name="connsiteX225" fmla="*/ 431956 w 3514905"/>
                <a:gd name="connsiteY225" fmla="*/ 1196590 h 2393433"/>
                <a:gd name="connsiteX226" fmla="*/ 449052 w 3514905"/>
                <a:gd name="connsiteY226" fmla="*/ 1210558 h 2393433"/>
                <a:gd name="connsiteX227" fmla="*/ 453360 w 3514905"/>
                <a:gd name="connsiteY227" fmla="*/ 1220637 h 2393433"/>
                <a:gd name="connsiteX228" fmla="*/ 452826 w 3514905"/>
                <a:gd name="connsiteY228" fmla="*/ 1232534 h 2393433"/>
                <a:gd name="connsiteX229" fmla="*/ 464329 w 3514905"/>
                <a:gd name="connsiteY229" fmla="*/ 1258272 h 2393433"/>
                <a:gd name="connsiteX230" fmla="*/ 469934 w 3514905"/>
                <a:gd name="connsiteY230" fmla="*/ 1266775 h 2393433"/>
                <a:gd name="connsiteX231" fmla="*/ 477624 w 3514905"/>
                <a:gd name="connsiteY231" fmla="*/ 1274490 h 2393433"/>
                <a:gd name="connsiteX232" fmla="*/ 480636 w 3514905"/>
                <a:gd name="connsiteY232" fmla="*/ 1279841 h 2393433"/>
                <a:gd name="connsiteX233" fmla="*/ 479327 w 3514905"/>
                <a:gd name="connsiteY233" fmla="*/ 1286374 h 2393433"/>
                <a:gd name="connsiteX234" fmla="*/ 482988 w 3514905"/>
                <a:gd name="connsiteY234" fmla="*/ 1295793 h 2393433"/>
                <a:gd name="connsiteX235" fmla="*/ 491465 w 3514905"/>
                <a:gd name="connsiteY235" fmla="*/ 1302059 h 2393433"/>
                <a:gd name="connsiteX236" fmla="*/ 496562 w 3514905"/>
                <a:gd name="connsiteY236" fmla="*/ 1311731 h 2393433"/>
                <a:gd name="connsiteX237" fmla="*/ 499422 w 3514905"/>
                <a:gd name="connsiteY237" fmla="*/ 1346621 h 2393433"/>
                <a:gd name="connsiteX238" fmla="*/ 502943 w 3514905"/>
                <a:gd name="connsiteY238" fmla="*/ 1354870 h 2393433"/>
                <a:gd name="connsiteX239" fmla="*/ 518348 w 3514905"/>
                <a:gd name="connsiteY239" fmla="*/ 1366767 h 2393433"/>
                <a:gd name="connsiteX240" fmla="*/ 531922 w 3514905"/>
                <a:gd name="connsiteY240" fmla="*/ 1386238 h 2393433"/>
                <a:gd name="connsiteX241" fmla="*/ 541709 w 3514905"/>
                <a:gd name="connsiteY241" fmla="*/ 1406359 h 2393433"/>
                <a:gd name="connsiteX242" fmla="*/ 620919 w 3514905"/>
                <a:gd name="connsiteY242" fmla="*/ 1364936 h 2393433"/>
                <a:gd name="connsiteX243" fmla="*/ 629663 w 3514905"/>
                <a:gd name="connsiteY243" fmla="*/ 1369893 h 2393433"/>
                <a:gd name="connsiteX244" fmla="*/ 656419 w 3514905"/>
                <a:gd name="connsiteY244" fmla="*/ 1363500 h 2393433"/>
                <a:gd name="connsiteX245" fmla="*/ 713703 w 3514905"/>
                <a:gd name="connsiteY245" fmla="*/ 1319447 h 2393433"/>
                <a:gd name="connsiteX246" fmla="*/ 736023 w 3514905"/>
                <a:gd name="connsiteY246" fmla="*/ 1257751 h 2393433"/>
                <a:gd name="connsiteX247" fmla="*/ 777521 w 3514905"/>
                <a:gd name="connsiteY247" fmla="*/ 1249261 h 2393433"/>
                <a:gd name="connsiteX248" fmla="*/ 819541 w 3514905"/>
                <a:gd name="connsiteY248" fmla="*/ 1188480 h 2393433"/>
                <a:gd name="connsiteX249" fmla="*/ 903454 w 3514905"/>
                <a:gd name="connsiteY249" fmla="*/ 1123786 h 2393433"/>
                <a:gd name="connsiteX250" fmla="*/ 875403 w 3514905"/>
                <a:gd name="connsiteY250" fmla="*/ 1061175 h 2393433"/>
                <a:gd name="connsiteX251" fmla="*/ 888964 w 3514905"/>
                <a:gd name="connsiteY251" fmla="*/ 1032679 h 2393433"/>
                <a:gd name="connsiteX252" fmla="*/ 928646 w 3514905"/>
                <a:gd name="connsiteY252" fmla="*/ 990201 h 2393433"/>
                <a:gd name="connsiteX253" fmla="*/ 997942 w 3514905"/>
                <a:gd name="connsiteY253" fmla="*/ 980148 h 2393433"/>
                <a:gd name="connsiteX254" fmla="*/ 1017515 w 3514905"/>
                <a:gd name="connsiteY254" fmla="*/ 956227 h 2393433"/>
                <a:gd name="connsiteX255" fmla="*/ 1016727 w 3514905"/>
                <a:gd name="connsiteY255" fmla="*/ 897544 h 2393433"/>
                <a:gd name="connsiteX256" fmla="*/ 1121917 w 3514905"/>
                <a:gd name="connsiteY256" fmla="*/ 846817 h 2393433"/>
                <a:gd name="connsiteX257" fmla="*/ 1113948 w 3514905"/>
                <a:gd name="connsiteY257" fmla="*/ 930997 h 2393433"/>
                <a:gd name="connsiteX258" fmla="*/ 1133013 w 3514905"/>
                <a:gd name="connsiteY258" fmla="*/ 942894 h 2393433"/>
                <a:gd name="connsiteX259" fmla="*/ 1217307 w 3514905"/>
                <a:gd name="connsiteY259" fmla="*/ 913876 h 2393433"/>
                <a:gd name="connsiteX260" fmla="*/ 1264144 w 3514905"/>
                <a:gd name="connsiteY260" fmla="*/ 877017 h 2393433"/>
                <a:gd name="connsiteX261" fmla="*/ 1300305 w 3514905"/>
                <a:gd name="connsiteY261" fmla="*/ 850872 h 2393433"/>
                <a:gd name="connsiteX262" fmla="*/ 1380176 w 3514905"/>
                <a:gd name="connsiteY262" fmla="*/ 814801 h 2393433"/>
                <a:gd name="connsiteX263" fmla="*/ 1420238 w 3514905"/>
                <a:gd name="connsiteY263" fmla="*/ 842903 h 2393433"/>
                <a:gd name="connsiteX264" fmla="*/ 1464076 w 3514905"/>
                <a:gd name="connsiteY264" fmla="*/ 817279 h 2393433"/>
                <a:gd name="connsiteX265" fmla="*/ 1479608 w 3514905"/>
                <a:gd name="connsiteY265" fmla="*/ 860672 h 2393433"/>
                <a:gd name="connsiteX266" fmla="*/ 1505193 w 3514905"/>
                <a:gd name="connsiteY266" fmla="*/ 863150 h 2393433"/>
                <a:gd name="connsiteX267" fmla="*/ 1522009 w 3514905"/>
                <a:gd name="connsiteY267" fmla="*/ 845000 h 2393433"/>
                <a:gd name="connsiteX268" fmla="*/ 1585712 w 3514905"/>
                <a:gd name="connsiteY268" fmla="*/ 840691 h 2393433"/>
                <a:gd name="connsiteX269" fmla="*/ 1620678 w 3514905"/>
                <a:gd name="connsiteY269" fmla="*/ 806170 h 2393433"/>
                <a:gd name="connsiteX270" fmla="*/ 1560406 w 3514905"/>
                <a:gd name="connsiteY270" fmla="*/ 782923 h 2393433"/>
                <a:gd name="connsiteX271" fmla="*/ 1576714 w 3514905"/>
                <a:gd name="connsiteY271" fmla="*/ 744348 h 2393433"/>
                <a:gd name="connsiteX272" fmla="*/ 1630338 w 3514905"/>
                <a:gd name="connsiteY272" fmla="*/ 726579 h 2393433"/>
                <a:gd name="connsiteX273" fmla="*/ 1678484 w 3514905"/>
                <a:gd name="connsiteY273" fmla="*/ 731536 h 2393433"/>
                <a:gd name="connsiteX274" fmla="*/ 1711505 w 3514905"/>
                <a:gd name="connsiteY274" fmla="*/ 726579 h 2393433"/>
                <a:gd name="connsiteX275" fmla="*/ 1734079 w 3514905"/>
                <a:gd name="connsiteY275" fmla="*/ 665786 h 2393433"/>
                <a:gd name="connsiteX276" fmla="*/ 1765943 w 3514905"/>
                <a:gd name="connsiteY276" fmla="*/ 638739 h 2393433"/>
                <a:gd name="connsiteX277" fmla="*/ 1902184 w 3514905"/>
                <a:gd name="connsiteY277" fmla="*/ 692592 h 2393433"/>
                <a:gd name="connsiteX278" fmla="*/ 1928799 w 3514905"/>
                <a:gd name="connsiteY278" fmla="*/ 724863 h 2393433"/>
                <a:gd name="connsiteX279" fmla="*/ 1994447 w 3514905"/>
                <a:gd name="connsiteY279" fmla="*/ 703040 h 2393433"/>
                <a:gd name="connsiteX280" fmla="*/ 2012839 w 3514905"/>
                <a:gd name="connsiteY280" fmla="*/ 690380 h 2393433"/>
                <a:gd name="connsiteX281" fmla="*/ 2059028 w 3514905"/>
                <a:gd name="connsiteY281" fmla="*/ 654690 h 2393433"/>
                <a:gd name="connsiteX282" fmla="*/ 2212643 w 3514905"/>
                <a:gd name="connsiteY282" fmla="*/ 539154 h 2393433"/>
                <a:gd name="connsiteX283" fmla="*/ 2285714 w 3514905"/>
                <a:gd name="connsiteY283" fmla="*/ 538099 h 2393433"/>
                <a:gd name="connsiteX284" fmla="*/ 2389849 w 3514905"/>
                <a:gd name="connsiteY284" fmla="*/ 487373 h 2393433"/>
                <a:gd name="connsiteX285" fmla="*/ 2414265 w 3514905"/>
                <a:gd name="connsiteY285" fmla="*/ 451848 h 2393433"/>
                <a:gd name="connsiteX286" fmla="*/ 2467508 w 3514905"/>
                <a:gd name="connsiteY286" fmla="*/ 433278 h 2393433"/>
                <a:gd name="connsiteX287" fmla="*/ 2482239 w 3514905"/>
                <a:gd name="connsiteY287" fmla="*/ 401783 h 2393433"/>
                <a:gd name="connsiteX288" fmla="*/ 2456933 w 3514905"/>
                <a:gd name="connsiteY288" fmla="*/ 354729 h 2393433"/>
                <a:gd name="connsiteX289" fmla="*/ 2474817 w 3514905"/>
                <a:gd name="connsiteY289" fmla="*/ 335893 h 2393433"/>
                <a:gd name="connsiteX290" fmla="*/ 2507838 w 3514905"/>
                <a:gd name="connsiteY290" fmla="*/ 324136 h 2393433"/>
                <a:gd name="connsiteX291" fmla="*/ 2527666 w 3514905"/>
                <a:gd name="connsiteY291" fmla="*/ 296961 h 2393433"/>
                <a:gd name="connsiteX292" fmla="*/ 2576854 w 3514905"/>
                <a:gd name="connsiteY292" fmla="*/ 275252 h 2393433"/>
                <a:gd name="connsiteX293" fmla="*/ 2658416 w 3514905"/>
                <a:gd name="connsiteY293" fmla="*/ 314730 h 2393433"/>
                <a:gd name="connsiteX294" fmla="*/ 2682832 w 3514905"/>
                <a:gd name="connsiteY294" fmla="*/ 306240 h 2393433"/>
                <a:gd name="connsiteX295" fmla="*/ 2773519 w 3514905"/>
                <a:gd name="connsiteY295" fmla="*/ 330529 h 2393433"/>
                <a:gd name="connsiteX296" fmla="*/ 2796105 w 3514905"/>
                <a:gd name="connsiteY296" fmla="*/ 360741 h 2393433"/>
                <a:gd name="connsiteX297" fmla="*/ 2891762 w 3514905"/>
                <a:gd name="connsiteY297" fmla="*/ 374595 h 2393433"/>
                <a:gd name="connsiteX298" fmla="*/ 2912759 w 3514905"/>
                <a:gd name="connsiteY298" fmla="*/ 401783 h 2393433"/>
                <a:gd name="connsiteX299" fmla="*/ 3021216 w 3514905"/>
                <a:gd name="connsiteY299" fmla="*/ 384789 h 2393433"/>
                <a:gd name="connsiteX300" fmla="*/ 3062587 w 3514905"/>
                <a:gd name="connsiteY300" fmla="*/ 375231 h 2393433"/>
                <a:gd name="connsiteX301" fmla="*/ 3113098 w 3514905"/>
                <a:gd name="connsiteY301" fmla="*/ 348183 h 2393433"/>
                <a:gd name="connsiteX302" fmla="*/ 3175339 w 3514905"/>
                <a:gd name="connsiteY302" fmla="*/ 308845 h 2393433"/>
                <a:gd name="connsiteX303" fmla="*/ 3239018 w 3514905"/>
                <a:gd name="connsiteY303" fmla="*/ 273168 h 2393433"/>
                <a:gd name="connsiteX304" fmla="*/ 3281177 w 3514905"/>
                <a:gd name="connsiteY304" fmla="*/ 218133 h 2393433"/>
                <a:gd name="connsiteX305" fmla="*/ 3293430 w 3514905"/>
                <a:gd name="connsiteY305" fmla="*/ 64682 h 2393433"/>
                <a:gd name="connsiteX306" fmla="*/ 3333124 w 3514905"/>
                <a:gd name="connsiteY306" fmla="*/ 23654 h 2393433"/>
                <a:gd name="connsiteX307" fmla="*/ 3380355 w 3514905"/>
                <a:gd name="connsiteY307" fmla="*/ 0 h 2393433"/>
                <a:gd name="connsiteX308" fmla="*/ 3401632 w 3514905"/>
                <a:gd name="connsiteY308" fmla="*/ 16587 h 2393433"/>
                <a:gd name="connsiteX309" fmla="*/ 3397578 w 3514905"/>
                <a:gd name="connsiteY309" fmla="*/ 83252 h 2393433"/>
                <a:gd name="connsiteX310" fmla="*/ 3366005 w 3514905"/>
                <a:gd name="connsiteY310" fmla="*/ 206363 h 2393433"/>
                <a:gd name="connsiteX311" fmla="*/ 3406716 w 3514905"/>
                <a:gd name="connsiteY311" fmla="*/ 320996 h 2393433"/>
                <a:gd name="connsiteX312" fmla="*/ 3514905 w 3514905"/>
                <a:gd name="connsiteY312" fmla="*/ 378764 h 2393433"/>
                <a:gd name="connsiteX313" fmla="*/ 3444948 w 3514905"/>
                <a:gd name="connsiteY313" fmla="*/ 475616 h 2393433"/>
                <a:gd name="connsiteX314" fmla="*/ 3340814 w 3514905"/>
                <a:gd name="connsiteY314" fmla="*/ 479162 h 2393433"/>
                <a:gd name="connsiteX315" fmla="*/ 3340687 w 3514905"/>
                <a:gd name="connsiteY315" fmla="*/ 602286 h 2393433"/>
                <a:gd name="connsiteX316" fmla="*/ 3317707 w 3514905"/>
                <a:gd name="connsiteY316" fmla="*/ 613903 h 2393433"/>
                <a:gd name="connsiteX317" fmla="*/ 3282868 w 3514905"/>
                <a:gd name="connsiteY317" fmla="*/ 610369 h 2393433"/>
                <a:gd name="connsiteX318" fmla="*/ 3241636 w 3514905"/>
                <a:gd name="connsiteY318" fmla="*/ 663053 h 2393433"/>
                <a:gd name="connsiteX319" fmla="*/ 3201306 w 3514905"/>
                <a:gd name="connsiteY319" fmla="*/ 689325 h 2393433"/>
                <a:gd name="connsiteX320" fmla="*/ 3165680 w 3514905"/>
                <a:gd name="connsiteY320" fmla="*/ 686580 h 2393433"/>
                <a:gd name="connsiteX321" fmla="*/ 3135531 w 3514905"/>
                <a:gd name="connsiteY321" fmla="*/ 737561 h 2393433"/>
                <a:gd name="connsiteX322" fmla="*/ 3160062 w 3514905"/>
                <a:gd name="connsiteY322" fmla="*/ 751148 h 2393433"/>
                <a:gd name="connsiteX323" fmla="*/ 3178466 w 3514905"/>
                <a:gd name="connsiteY323" fmla="*/ 745784 h 2393433"/>
                <a:gd name="connsiteX324" fmla="*/ 3193731 w 3514905"/>
                <a:gd name="connsiteY324" fmla="*/ 768268 h 2393433"/>
                <a:gd name="connsiteX325" fmla="*/ 3191914 w 3514905"/>
                <a:gd name="connsiteY325" fmla="*/ 798468 h 2393433"/>
                <a:gd name="connsiteX326" fmla="*/ 3186690 w 3514905"/>
                <a:gd name="connsiteY326" fmla="*/ 832061 h 2393433"/>
                <a:gd name="connsiteX327" fmla="*/ 3124702 w 3514905"/>
                <a:gd name="connsiteY327" fmla="*/ 875835 h 2393433"/>
                <a:gd name="connsiteX328" fmla="*/ 3098074 w 3514905"/>
                <a:gd name="connsiteY328" fmla="*/ 866963 h 2393433"/>
                <a:gd name="connsiteX329" fmla="*/ 3083991 w 3514905"/>
                <a:gd name="connsiteY329" fmla="*/ 885889 h 2393433"/>
                <a:gd name="connsiteX330" fmla="*/ 3091033 w 3514905"/>
                <a:gd name="connsiteY330" fmla="*/ 903022 h 2393433"/>
                <a:gd name="connsiteX331" fmla="*/ 3092736 w 3514905"/>
                <a:gd name="connsiteY331" fmla="*/ 935039 h 2393433"/>
                <a:gd name="connsiteX332" fmla="*/ 3058533 w 3514905"/>
                <a:gd name="connsiteY332" fmla="*/ 930870 h 2393433"/>
                <a:gd name="connsiteX333" fmla="*/ 3049661 w 3514905"/>
                <a:gd name="connsiteY333" fmla="*/ 951511 h 2393433"/>
                <a:gd name="connsiteX334" fmla="*/ 3001896 w 3514905"/>
                <a:gd name="connsiteY334" fmla="*/ 964069 h 2393433"/>
                <a:gd name="connsiteX335" fmla="*/ 3005430 w 3514905"/>
                <a:gd name="connsiteY335" fmla="*/ 993595 h 2393433"/>
                <a:gd name="connsiteX336" fmla="*/ 2986504 w 3514905"/>
                <a:gd name="connsiteY336" fmla="*/ 1010728 h 2393433"/>
                <a:gd name="connsiteX337" fmla="*/ 2984674 w 3514905"/>
                <a:gd name="connsiteY337" fmla="*/ 1039746 h 2393433"/>
                <a:gd name="connsiteX338" fmla="*/ 2965876 w 3514905"/>
                <a:gd name="connsiteY338" fmla="*/ 1056205 h 2393433"/>
                <a:gd name="connsiteX339" fmla="*/ 2875201 w 3514905"/>
                <a:gd name="connsiteY339" fmla="*/ 1078169 h 2393433"/>
                <a:gd name="connsiteX340" fmla="*/ 2829380 w 3514905"/>
                <a:gd name="connsiteY340" fmla="*/ 1058951 h 2393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Lst>
              <a:rect l="l" t="t" r="r" b="b"/>
              <a:pathLst>
                <a:path w="3514905" h="2393433">
                  <a:moveTo>
                    <a:pt x="2829380" y="1058951"/>
                  </a:moveTo>
                  <a:lnTo>
                    <a:pt x="2794021" y="1090587"/>
                  </a:lnTo>
                  <a:lnTo>
                    <a:pt x="2778616" y="1123658"/>
                  </a:lnTo>
                  <a:lnTo>
                    <a:pt x="2758509" y="1133725"/>
                  </a:lnTo>
                  <a:lnTo>
                    <a:pt x="2743243" y="1159196"/>
                  </a:lnTo>
                  <a:lnTo>
                    <a:pt x="2723670" y="1168080"/>
                  </a:lnTo>
                  <a:lnTo>
                    <a:pt x="2725500" y="1181032"/>
                  </a:lnTo>
                  <a:lnTo>
                    <a:pt x="2714290" y="1186904"/>
                  </a:lnTo>
                  <a:lnTo>
                    <a:pt x="2728512" y="1198153"/>
                  </a:lnTo>
                  <a:lnTo>
                    <a:pt x="2760351" y="1208220"/>
                  </a:lnTo>
                  <a:lnTo>
                    <a:pt x="2776913" y="1247824"/>
                  </a:lnTo>
                  <a:lnTo>
                    <a:pt x="2791669" y="1250824"/>
                  </a:lnTo>
                  <a:lnTo>
                    <a:pt x="2804595" y="1275139"/>
                  </a:lnTo>
                  <a:lnTo>
                    <a:pt x="2831859" y="1280350"/>
                  </a:lnTo>
                  <a:lnTo>
                    <a:pt x="2850136" y="1332385"/>
                  </a:lnTo>
                  <a:lnTo>
                    <a:pt x="2859008" y="1376820"/>
                  </a:lnTo>
                  <a:lnTo>
                    <a:pt x="2883145" y="1399826"/>
                  </a:lnTo>
                  <a:lnTo>
                    <a:pt x="2892677" y="1430661"/>
                  </a:lnTo>
                  <a:lnTo>
                    <a:pt x="2857178" y="1474981"/>
                  </a:lnTo>
                  <a:lnTo>
                    <a:pt x="2869570" y="1517586"/>
                  </a:lnTo>
                  <a:lnTo>
                    <a:pt x="2849475" y="1553022"/>
                  </a:lnTo>
                  <a:lnTo>
                    <a:pt x="2828860" y="1562415"/>
                  </a:lnTo>
                  <a:lnTo>
                    <a:pt x="2811116" y="1557712"/>
                  </a:lnTo>
                  <a:lnTo>
                    <a:pt x="2787488" y="1576142"/>
                  </a:lnTo>
                  <a:lnTo>
                    <a:pt x="2779264" y="1613917"/>
                  </a:lnTo>
                  <a:lnTo>
                    <a:pt x="2747959" y="1640582"/>
                  </a:lnTo>
                  <a:lnTo>
                    <a:pt x="2687649" y="1650636"/>
                  </a:lnTo>
                  <a:lnTo>
                    <a:pt x="2649289" y="1664249"/>
                  </a:lnTo>
                  <a:lnTo>
                    <a:pt x="2614324" y="1667897"/>
                  </a:lnTo>
                  <a:lnTo>
                    <a:pt x="2607397" y="1715090"/>
                  </a:lnTo>
                  <a:lnTo>
                    <a:pt x="2593174" y="1734549"/>
                  </a:lnTo>
                  <a:lnTo>
                    <a:pt x="2594089" y="1776124"/>
                  </a:lnTo>
                  <a:lnTo>
                    <a:pt x="2615366" y="1829583"/>
                  </a:lnTo>
                  <a:lnTo>
                    <a:pt x="2578303" y="1864078"/>
                  </a:lnTo>
                  <a:lnTo>
                    <a:pt x="2586133" y="1885902"/>
                  </a:lnTo>
                  <a:lnTo>
                    <a:pt x="2572545" y="1904332"/>
                  </a:lnTo>
                  <a:lnTo>
                    <a:pt x="2573206" y="1930350"/>
                  </a:lnTo>
                  <a:lnTo>
                    <a:pt x="2549578" y="1928125"/>
                  </a:lnTo>
                  <a:lnTo>
                    <a:pt x="2523611" y="1978191"/>
                  </a:lnTo>
                  <a:lnTo>
                    <a:pt x="2493488" y="1971124"/>
                  </a:lnTo>
                  <a:lnTo>
                    <a:pt x="2462157" y="1977670"/>
                  </a:lnTo>
                  <a:lnTo>
                    <a:pt x="2435008" y="1971658"/>
                  </a:lnTo>
                  <a:lnTo>
                    <a:pt x="2356319" y="1975966"/>
                  </a:lnTo>
                  <a:lnTo>
                    <a:pt x="2325002" y="2027201"/>
                  </a:lnTo>
                  <a:lnTo>
                    <a:pt x="2297852" y="2045758"/>
                  </a:lnTo>
                  <a:lnTo>
                    <a:pt x="2299810" y="2108890"/>
                  </a:lnTo>
                  <a:lnTo>
                    <a:pt x="2283897" y="2126023"/>
                  </a:lnTo>
                  <a:lnTo>
                    <a:pt x="2280884" y="2154507"/>
                  </a:lnTo>
                  <a:lnTo>
                    <a:pt x="2296810" y="2184045"/>
                  </a:lnTo>
                  <a:lnTo>
                    <a:pt x="2287405" y="2203530"/>
                  </a:lnTo>
                  <a:lnTo>
                    <a:pt x="2257917" y="2218935"/>
                  </a:lnTo>
                  <a:lnTo>
                    <a:pt x="2246033" y="2206542"/>
                  </a:lnTo>
                  <a:lnTo>
                    <a:pt x="2199984" y="2200645"/>
                  </a:lnTo>
                  <a:lnTo>
                    <a:pt x="2168526" y="2187706"/>
                  </a:lnTo>
                  <a:lnTo>
                    <a:pt x="2136687" y="2221426"/>
                  </a:lnTo>
                  <a:lnTo>
                    <a:pt x="2059422" y="2155040"/>
                  </a:lnTo>
                  <a:lnTo>
                    <a:pt x="2027074" y="2148495"/>
                  </a:lnTo>
                  <a:lnTo>
                    <a:pt x="1994574" y="2194379"/>
                  </a:lnTo>
                  <a:lnTo>
                    <a:pt x="1964413" y="2195688"/>
                  </a:lnTo>
                  <a:lnTo>
                    <a:pt x="1937810" y="2162743"/>
                  </a:lnTo>
                  <a:lnTo>
                    <a:pt x="1940149" y="2121956"/>
                  </a:lnTo>
                  <a:lnTo>
                    <a:pt x="1915352" y="2103018"/>
                  </a:lnTo>
                  <a:lnTo>
                    <a:pt x="1884301" y="2100400"/>
                  </a:lnTo>
                  <a:lnTo>
                    <a:pt x="1855715" y="2049165"/>
                  </a:lnTo>
                  <a:lnTo>
                    <a:pt x="1835087" y="2043280"/>
                  </a:lnTo>
                  <a:lnTo>
                    <a:pt x="1800375" y="2060006"/>
                  </a:lnTo>
                  <a:lnTo>
                    <a:pt x="1761888" y="2054515"/>
                  </a:lnTo>
                  <a:lnTo>
                    <a:pt x="1737612" y="2062765"/>
                  </a:lnTo>
                  <a:lnTo>
                    <a:pt x="1679806" y="2053867"/>
                  </a:lnTo>
                  <a:lnTo>
                    <a:pt x="1663880" y="2003408"/>
                  </a:lnTo>
                  <a:lnTo>
                    <a:pt x="1639083" y="2014262"/>
                  </a:lnTo>
                  <a:lnTo>
                    <a:pt x="1608934" y="2014262"/>
                  </a:lnTo>
                  <a:lnTo>
                    <a:pt x="1597050" y="2044462"/>
                  </a:lnTo>
                  <a:lnTo>
                    <a:pt x="1605934" y="2088630"/>
                  </a:lnTo>
                  <a:lnTo>
                    <a:pt x="1588318" y="2104835"/>
                  </a:lnTo>
                  <a:lnTo>
                    <a:pt x="1558690" y="2098302"/>
                  </a:lnTo>
                  <a:lnTo>
                    <a:pt x="1544608" y="2087066"/>
                  </a:lnTo>
                  <a:lnTo>
                    <a:pt x="1525021" y="2090460"/>
                  </a:lnTo>
                  <a:lnTo>
                    <a:pt x="1503897" y="2086418"/>
                  </a:lnTo>
                  <a:lnTo>
                    <a:pt x="1486662" y="2104835"/>
                  </a:lnTo>
                  <a:lnTo>
                    <a:pt x="1463033" y="2111902"/>
                  </a:lnTo>
                  <a:lnTo>
                    <a:pt x="1454289" y="2124841"/>
                  </a:lnTo>
                  <a:lnTo>
                    <a:pt x="1460174" y="2162743"/>
                  </a:lnTo>
                  <a:lnTo>
                    <a:pt x="1430025" y="2163925"/>
                  </a:lnTo>
                  <a:lnTo>
                    <a:pt x="1415014" y="2175542"/>
                  </a:lnTo>
                  <a:lnTo>
                    <a:pt x="1396356" y="2178173"/>
                  </a:lnTo>
                  <a:lnTo>
                    <a:pt x="1375740" y="2211233"/>
                  </a:lnTo>
                  <a:lnTo>
                    <a:pt x="1326145" y="2246656"/>
                  </a:lnTo>
                  <a:lnTo>
                    <a:pt x="1305389" y="2240263"/>
                  </a:lnTo>
                  <a:lnTo>
                    <a:pt x="1290645" y="2266255"/>
                  </a:lnTo>
                  <a:lnTo>
                    <a:pt x="1265860" y="2281545"/>
                  </a:lnTo>
                  <a:lnTo>
                    <a:pt x="1232839" y="2259201"/>
                  </a:lnTo>
                  <a:lnTo>
                    <a:pt x="1212744" y="2257371"/>
                  </a:lnTo>
                  <a:lnTo>
                    <a:pt x="1200987" y="2235534"/>
                  </a:lnTo>
                  <a:lnTo>
                    <a:pt x="1179723" y="2227832"/>
                  </a:lnTo>
                  <a:lnTo>
                    <a:pt x="1144236" y="2243783"/>
                  </a:lnTo>
                  <a:lnTo>
                    <a:pt x="1128298" y="2234238"/>
                  </a:lnTo>
                  <a:lnTo>
                    <a:pt x="1120087" y="2218935"/>
                  </a:lnTo>
                  <a:lnTo>
                    <a:pt x="1079363" y="2210584"/>
                  </a:lnTo>
                  <a:lnTo>
                    <a:pt x="1068661" y="2218935"/>
                  </a:lnTo>
                  <a:lnTo>
                    <a:pt x="1049215" y="2262086"/>
                  </a:lnTo>
                  <a:lnTo>
                    <a:pt x="1010067" y="2303776"/>
                  </a:lnTo>
                  <a:lnTo>
                    <a:pt x="993633" y="2307690"/>
                  </a:lnTo>
                  <a:lnTo>
                    <a:pt x="985409" y="2290455"/>
                  </a:lnTo>
                  <a:lnTo>
                    <a:pt x="962442" y="2301157"/>
                  </a:lnTo>
                  <a:lnTo>
                    <a:pt x="943517" y="2294624"/>
                  </a:lnTo>
                  <a:lnTo>
                    <a:pt x="925239" y="2301678"/>
                  </a:lnTo>
                  <a:lnTo>
                    <a:pt x="919240" y="2317642"/>
                  </a:lnTo>
                  <a:lnTo>
                    <a:pt x="889358" y="2337623"/>
                  </a:lnTo>
                  <a:lnTo>
                    <a:pt x="889625" y="2375130"/>
                  </a:lnTo>
                  <a:lnTo>
                    <a:pt x="867166" y="2387815"/>
                  </a:lnTo>
                  <a:lnTo>
                    <a:pt x="832328" y="2373821"/>
                  </a:lnTo>
                  <a:lnTo>
                    <a:pt x="802967" y="2354362"/>
                  </a:lnTo>
                  <a:lnTo>
                    <a:pt x="801137" y="2334877"/>
                  </a:lnTo>
                  <a:lnTo>
                    <a:pt x="788744" y="2331878"/>
                  </a:lnTo>
                  <a:lnTo>
                    <a:pt x="755736" y="2348998"/>
                  </a:lnTo>
                  <a:lnTo>
                    <a:pt x="748669" y="2367428"/>
                  </a:lnTo>
                  <a:lnTo>
                    <a:pt x="712280" y="2389645"/>
                  </a:lnTo>
                  <a:lnTo>
                    <a:pt x="681864" y="2393433"/>
                  </a:lnTo>
                  <a:lnTo>
                    <a:pt x="664248" y="2369780"/>
                  </a:lnTo>
                  <a:lnTo>
                    <a:pt x="653012" y="2346126"/>
                  </a:lnTo>
                  <a:lnTo>
                    <a:pt x="660079" y="2332513"/>
                  </a:lnTo>
                  <a:lnTo>
                    <a:pt x="631100" y="2305872"/>
                  </a:lnTo>
                  <a:lnTo>
                    <a:pt x="624058" y="2285218"/>
                  </a:lnTo>
                  <a:lnTo>
                    <a:pt x="599261" y="2266255"/>
                  </a:lnTo>
                  <a:lnTo>
                    <a:pt x="595079" y="2232535"/>
                  </a:lnTo>
                  <a:lnTo>
                    <a:pt x="555550" y="2198166"/>
                  </a:lnTo>
                  <a:lnTo>
                    <a:pt x="537782" y="2150325"/>
                  </a:lnTo>
                  <a:lnTo>
                    <a:pt x="540794" y="2101836"/>
                  </a:lnTo>
                  <a:lnTo>
                    <a:pt x="504773" y="2087066"/>
                  </a:lnTo>
                  <a:lnTo>
                    <a:pt x="487297" y="2056091"/>
                  </a:lnTo>
                  <a:lnTo>
                    <a:pt x="494732" y="2035577"/>
                  </a:lnTo>
                  <a:lnTo>
                    <a:pt x="515856" y="2021838"/>
                  </a:lnTo>
                  <a:lnTo>
                    <a:pt x="490029" y="2003026"/>
                  </a:lnTo>
                  <a:lnTo>
                    <a:pt x="484157" y="1968124"/>
                  </a:lnTo>
                  <a:lnTo>
                    <a:pt x="463401" y="1971658"/>
                  </a:lnTo>
                  <a:lnTo>
                    <a:pt x="435083" y="1951665"/>
                  </a:lnTo>
                  <a:lnTo>
                    <a:pt x="426860" y="1911920"/>
                  </a:lnTo>
                  <a:lnTo>
                    <a:pt x="400893" y="1878327"/>
                  </a:lnTo>
                  <a:lnTo>
                    <a:pt x="386149" y="1877678"/>
                  </a:lnTo>
                  <a:lnTo>
                    <a:pt x="373108" y="1842255"/>
                  </a:lnTo>
                  <a:lnTo>
                    <a:pt x="357169" y="1814433"/>
                  </a:lnTo>
                  <a:lnTo>
                    <a:pt x="335384" y="1796117"/>
                  </a:lnTo>
                  <a:lnTo>
                    <a:pt x="341777" y="1777433"/>
                  </a:lnTo>
                  <a:lnTo>
                    <a:pt x="333554" y="1770112"/>
                  </a:lnTo>
                  <a:lnTo>
                    <a:pt x="319331" y="1778348"/>
                  </a:lnTo>
                  <a:lnTo>
                    <a:pt x="285662" y="1819123"/>
                  </a:lnTo>
                  <a:lnTo>
                    <a:pt x="258119" y="1823965"/>
                  </a:lnTo>
                  <a:lnTo>
                    <a:pt x="248459" y="1843958"/>
                  </a:lnTo>
                  <a:lnTo>
                    <a:pt x="212451" y="1826838"/>
                  </a:lnTo>
                  <a:lnTo>
                    <a:pt x="204100" y="1807620"/>
                  </a:lnTo>
                  <a:lnTo>
                    <a:pt x="221323" y="1754695"/>
                  </a:lnTo>
                  <a:lnTo>
                    <a:pt x="245739" y="1741222"/>
                  </a:lnTo>
                  <a:lnTo>
                    <a:pt x="244951" y="1709726"/>
                  </a:lnTo>
                  <a:lnTo>
                    <a:pt x="224844" y="1684903"/>
                  </a:lnTo>
                  <a:lnTo>
                    <a:pt x="250302" y="1641103"/>
                  </a:lnTo>
                  <a:lnTo>
                    <a:pt x="245612" y="1619280"/>
                  </a:lnTo>
                  <a:lnTo>
                    <a:pt x="265948" y="1592741"/>
                  </a:lnTo>
                  <a:lnTo>
                    <a:pt x="249641" y="1592614"/>
                  </a:lnTo>
                  <a:lnTo>
                    <a:pt x="226674" y="1603329"/>
                  </a:lnTo>
                  <a:lnTo>
                    <a:pt x="209579" y="1592093"/>
                  </a:lnTo>
                  <a:lnTo>
                    <a:pt x="155814" y="1587911"/>
                  </a:lnTo>
                  <a:lnTo>
                    <a:pt x="134537" y="1572481"/>
                  </a:lnTo>
                  <a:lnTo>
                    <a:pt x="89137" y="1575481"/>
                  </a:lnTo>
                  <a:lnTo>
                    <a:pt x="53891" y="1553530"/>
                  </a:lnTo>
                  <a:lnTo>
                    <a:pt x="38359" y="1511586"/>
                  </a:lnTo>
                  <a:lnTo>
                    <a:pt x="43075" y="1476557"/>
                  </a:lnTo>
                  <a:lnTo>
                    <a:pt x="85476" y="1419692"/>
                  </a:lnTo>
                  <a:lnTo>
                    <a:pt x="65763" y="1354603"/>
                  </a:lnTo>
                  <a:lnTo>
                    <a:pt x="98529" y="1295793"/>
                  </a:lnTo>
                  <a:lnTo>
                    <a:pt x="98529" y="1266775"/>
                  </a:lnTo>
                  <a:lnTo>
                    <a:pt x="126327" y="1249642"/>
                  </a:lnTo>
                  <a:lnTo>
                    <a:pt x="138071" y="1221807"/>
                  </a:lnTo>
                  <a:lnTo>
                    <a:pt x="164432" y="1202601"/>
                  </a:lnTo>
                  <a:lnTo>
                    <a:pt x="173965" y="1188608"/>
                  </a:lnTo>
                  <a:lnTo>
                    <a:pt x="178909" y="1147973"/>
                  </a:lnTo>
                  <a:lnTo>
                    <a:pt x="191314" y="1125476"/>
                  </a:lnTo>
                  <a:lnTo>
                    <a:pt x="184527" y="1096065"/>
                  </a:lnTo>
                  <a:lnTo>
                    <a:pt x="156475" y="1097641"/>
                  </a:lnTo>
                  <a:lnTo>
                    <a:pt x="118624" y="1065738"/>
                  </a:lnTo>
                  <a:lnTo>
                    <a:pt x="119794" y="1047448"/>
                  </a:lnTo>
                  <a:lnTo>
                    <a:pt x="103741" y="1019994"/>
                  </a:lnTo>
                  <a:lnTo>
                    <a:pt x="81434" y="1010067"/>
                  </a:lnTo>
                  <a:lnTo>
                    <a:pt x="59649" y="1011237"/>
                  </a:lnTo>
                  <a:lnTo>
                    <a:pt x="55467" y="978178"/>
                  </a:lnTo>
                  <a:lnTo>
                    <a:pt x="28827" y="975165"/>
                  </a:lnTo>
                  <a:lnTo>
                    <a:pt x="15926" y="931518"/>
                  </a:lnTo>
                  <a:lnTo>
                    <a:pt x="0" y="910737"/>
                  </a:lnTo>
                  <a:lnTo>
                    <a:pt x="2872" y="875314"/>
                  </a:lnTo>
                  <a:lnTo>
                    <a:pt x="46596" y="859884"/>
                  </a:lnTo>
                  <a:lnTo>
                    <a:pt x="72156" y="837552"/>
                  </a:lnTo>
                  <a:lnTo>
                    <a:pt x="67593" y="797807"/>
                  </a:lnTo>
                  <a:lnTo>
                    <a:pt x="75816" y="785262"/>
                  </a:lnTo>
                  <a:lnTo>
                    <a:pt x="114316" y="806043"/>
                  </a:lnTo>
                  <a:lnTo>
                    <a:pt x="128919" y="809564"/>
                  </a:lnTo>
                  <a:lnTo>
                    <a:pt x="161547" y="802904"/>
                  </a:lnTo>
                  <a:lnTo>
                    <a:pt x="172516" y="806551"/>
                  </a:lnTo>
                  <a:lnTo>
                    <a:pt x="181654" y="812843"/>
                  </a:lnTo>
                  <a:lnTo>
                    <a:pt x="187641" y="803832"/>
                  </a:lnTo>
                  <a:lnTo>
                    <a:pt x="183218" y="787486"/>
                  </a:lnTo>
                  <a:lnTo>
                    <a:pt x="186217" y="784728"/>
                  </a:lnTo>
                  <a:lnTo>
                    <a:pt x="209579" y="813237"/>
                  </a:lnTo>
                  <a:lnTo>
                    <a:pt x="238418" y="840018"/>
                  </a:lnTo>
                  <a:lnTo>
                    <a:pt x="243248" y="853350"/>
                  </a:lnTo>
                  <a:lnTo>
                    <a:pt x="242854" y="872695"/>
                  </a:lnTo>
                  <a:lnTo>
                    <a:pt x="232419" y="900556"/>
                  </a:lnTo>
                  <a:lnTo>
                    <a:pt x="237249" y="911385"/>
                  </a:lnTo>
                  <a:lnTo>
                    <a:pt x="249120" y="922634"/>
                  </a:lnTo>
                  <a:lnTo>
                    <a:pt x="261258" y="946809"/>
                  </a:lnTo>
                  <a:lnTo>
                    <a:pt x="272087" y="953342"/>
                  </a:lnTo>
                  <a:lnTo>
                    <a:pt x="296351" y="949821"/>
                  </a:lnTo>
                  <a:lnTo>
                    <a:pt x="308629" y="950990"/>
                  </a:lnTo>
                  <a:lnTo>
                    <a:pt x="330033" y="977008"/>
                  </a:lnTo>
                  <a:lnTo>
                    <a:pt x="334075" y="984710"/>
                  </a:lnTo>
                  <a:lnTo>
                    <a:pt x="336045" y="995171"/>
                  </a:lnTo>
                  <a:lnTo>
                    <a:pt x="335384" y="1023133"/>
                  </a:lnTo>
                  <a:lnTo>
                    <a:pt x="342947" y="1052672"/>
                  </a:lnTo>
                  <a:lnTo>
                    <a:pt x="344002" y="1072818"/>
                  </a:lnTo>
                  <a:lnTo>
                    <a:pt x="353661" y="1084714"/>
                  </a:lnTo>
                  <a:lnTo>
                    <a:pt x="371011" y="1094514"/>
                  </a:lnTo>
                  <a:lnTo>
                    <a:pt x="391373" y="1115422"/>
                  </a:lnTo>
                  <a:lnTo>
                    <a:pt x="395694" y="1128361"/>
                  </a:lnTo>
                  <a:lnTo>
                    <a:pt x="400244" y="1154506"/>
                  </a:lnTo>
                  <a:lnTo>
                    <a:pt x="404426" y="1166911"/>
                  </a:lnTo>
                  <a:lnTo>
                    <a:pt x="413425" y="1176330"/>
                  </a:lnTo>
                  <a:lnTo>
                    <a:pt x="431956" y="1196590"/>
                  </a:lnTo>
                  <a:lnTo>
                    <a:pt x="449052" y="1210558"/>
                  </a:lnTo>
                  <a:lnTo>
                    <a:pt x="453360" y="1220637"/>
                  </a:lnTo>
                  <a:lnTo>
                    <a:pt x="452826" y="1232534"/>
                  </a:lnTo>
                  <a:lnTo>
                    <a:pt x="464329" y="1258272"/>
                  </a:lnTo>
                  <a:lnTo>
                    <a:pt x="469934" y="1266775"/>
                  </a:lnTo>
                  <a:lnTo>
                    <a:pt x="477624" y="1274490"/>
                  </a:lnTo>
                  <a:lnTo>
                    <a:pt x="480636" y="1279841"/>
                  </a:lnTo>
                  <a:lnTo>
                    <a:pt x="479327" y="1286374"/>
                  </a:lnTo>
                  <a:lnTo>
                    <a:pt x="482988" y="1295793"/>
                  </a:lnTo>
                  <a:lnTo>
                    <a:pt x="491465" y="1302059"/>
                  </a:lnTo>
                  <a:lnTo>
                    <a:pt x="496562" y="1311731"/>
                  </a:lnTo>
                  <a:lnTo>
                    <a:pt x="499422" y="1346621"/>
                  </a:lnTo>
                  <a:lnTo>
                    <a:pt x="502943" y="1354870"/>
                  </a:lnTo>
                  <a:lnTo>
                    <a:pt x="518348" y="1366767"/>
                  </a:lnTo>
                  <a:lnTo>
                    <a:pt x="531922" y="1386238"/>
                  </a:lnTo>
                  <a:lnTo>
                    <a:pt x="541709" y="1406359"/>
                  </a:lnTo>
                  <a:lnTo>
                    <a:pt x="620919" y="1364936"/>
                  </a:lnTo>
                  <a:lnTo>
                    <a:pt x="629663" y="1369893"/>
                  </a:lnTo>
                  <a:lnTo>
                    <a:pt x="656419" y="1363500"/>
                  </a:lnTo>
                  <a:lnTo>
                    <a:pt x="713703" y="1319447"/>
                  </a:lnTo>
                  <a:lnTo>
                    <a:pt x="736023" y="1257751"/>
                  </a:lnTo>
                  <a:lnTo>
                    <a:pt x="777521" y="1249261"/>
                  </a:lnTo>
                  <a:lnTo>
                    <a:pt x="819541" y="1188480"/>
                  </a:lnTo>
                  <a:lnTo>
                    <a:pt x="903454" y="1123786"/>
                  </a:lnTo>
                  <a:lnTo>
                    <a:pt x="875403" y="1061175"/>
                  </a:lnTo>
                  <a:lnTo>
                    <a:pt x="888964" y="1032679"/>
                  </a:lnTo>
                  <a:lnTo>
                    <a:pt x="928646" y="990201"/>
                  </a:lnTo>
                  <a:lnTo>
                    <a:pt x="997942" y="980148"/>
                  </a:lnTo>
                  <a:lnTo>
                    <a:pt x="1017515" y="956227"/>
                  </a:lnTo>
                  <a:lnTo>
                    <a:pt x="1016727" y="897544"/>
                  </a:lnTo>
                  <a:lnTo>
                    <a:pt x="1121917" y="846817"/>
                  </a:lnTo>
                  <a:lnTo>
                    <a:pt x="1113948" y="930997"/>
                  </a:lnTo>
                  <a:lnTo>
                    <a:pt x="1133013" y="942894"/>
                  </a:lnTo>
                  <a:lnTo>
                    <a:pt x="1217307" y="913876"/>
                  </a:lnTo>
                  <a:lnTo>
                    <a:pt x="1264144" y="877017"/>
                  </a:lnTo>
                  <a:lnTo>
                    <a:pt x="1300305" y="850872"/>
                  </a:lnTo>
                  <a:lnTo>
                    <a:pt x="1380176" y="814801"/>
                  </a:lnTo>
                  <a:lnTo>
                    <a:pt x="1420238" y="842903"/>
                  </a:lnTo>
                  <a:lnTo>
                    <a:pt x="1464076" y="817279"/>
                  </a:lnTo>
                  <a:lnTo>
                    <a:pt x="1479608" y="860672"/>
                  </a:lnTo>
                  <a:lnTo>
                    <a:pt x="1505193" y="863150"/>
                  </a:lnTo>
                  <a:lnTo>
                    <a:pt x="1522009" y="845000"/>
                  </a:lnTo>
                  <a:lnTo>
                    <a:pt x="1585712" y="840691"/>
                  </a:lnTo>
                  <a:lnTo>
                    <a:pt x="1620678" y="806170"/>
                  </a:lnTo>
                  <a:lnTo>
                    <a:pt x="1560406" y="782923"/>
                  </a:lnTo>
                  <a:lnTo>
                    <a:pt x="1576714" y="744348"/>
                  </a:lnTo>
                  <a:lnTo>
                    <a:pt x="1630338" y="726579"/>
                  </a:lnTo>
                  <a:lnTo>
                    <a:pt x="1678484" y="731536"/>
                  </a:lnTo>
                  <a:lnTo>
                    <a:pt x="1711505" y="726579"/>
                  </a:lnTo>
                  <a:lnTo>
                    <a:pt x="1734079" y="665786"/>
                  </a:lnTo>
                  <a:lnTo>
                    <a:pt x="1765943" y="638739"/>
                  </a:lnTo>
                  <a:lnTo>
                    <a:pt x="1902184" y="692592"/>
                  </a:lnTo>
                  <a:lnTo>
                    <a:pt x="1928799" y="724863"/>
                  </a:lnTo>
                  <a:lnTo>
                    <a:pt x="1994447" y="703040"/>
                  </a:lnTo>
                  <a:lnTo>
                    <a:pt x="2012839" y="690380"/>
                  </a:lnTo>
                  <a:lnTo>
                    <a:pt x="2059028" y="654690"/>
                  </a:lnTo>
                  <a:lnTo>
                    <a:pt x="2212643" y="539154"/>
                  </a:lnTo>
                  <a:lnTo>
                    <a:pt x="2285714" y="538099"/>
                  </a:lnTo>
                  <a:lnTo>
                    <a:pt x="2389849" y="487373"/>
                  </a:lnTo>
                  <a:lnTo>
                    <a:pt x="2414265" y="451848"/>
                  </a:lnTo>
                  <a:lnTo>
                    <a:pt x="2467508" y="433278"/>
                  </a:lnTo>
                  <a:lnTo>
                    <a:pt x="2482239" y="401783"/>
                  </a:lnTo>
                  <a:lnTo>
                    <a:pt x="2456933" y="354729"/>
                  </a:lnTo>
                  <a:lnTo>
                    <a:pt x="2474817" y="335893"/>
                  </a:lnTo>
                  <a:lnTo>
                    <a:pt x="2507838" y="324136"/>
                  </a:lnTo>
                  <a:lnTo>
                    <a:pt x="2527666" y="296961"/>
                  </a:lnTo>
                  <a:lnTo>
                    <a:pt x="2576854" y="275252"/>
                  </a:lnTo>
                  <a:lnTo>
                    <a:pt x="2658416" y="314730"/>
                  </a:lnTo>
                  <a:lnTo>
                    <a:pt x="2682832" y="306240"/>
                  </a:lnTo>
                  <a:lnTo>
                    <a:pt x="2773519" y="330529"/>
                  </a:lnTo>
                  <a:lnTo>
                    <a:pt x="2796105" y="360741"/>
                  </a:lnTo>
                  <a:lnTo>
                    <a:pt x="2891762" y="374595"/>
                  </a:lnTo>
                  <a:lnTo>
                    <a:pt x="2912759" y="401783"/>
                  </a:lnTo>
                  <a:lnTo>
                    <a:pt x="3021216" y="384789"/>
                  </a:lnTo>
                  <a:lnTo>
                    <a:pt x="3062587" y="375231"/>
                  </a:lnTo>
                  <a:lnTo>
                    <a:pt x="3113098" y="348183"/>
                  </a:lnTo>
                  <a:lnTo>
                    <a:pt x="3175339" y="308845"/>
                  </a:lnTo>
                  <a:lnTo>
                    <a:pt x="3239018" y="273168"/>
                  </a:lnTo>
                  <a:lnTo>
                    <a:pt x="3281177" y="218133"/>
                  </a:lnTo>
                  <a:lnTo>
                    <a:pt x="3293430" y="64682"/>
                  </a:lnTo>
                  <a:lnTo>
                    <a:pt x="3333124" y="23654"/>
                  </a:lnTo>
                  <a:lnTo>
                    <a:pt x="3380355" y="0"/>
                  </a:lnTo>
                  <a:lnTo>
                    <a:pt x="3401632" y="16587"/>
                  </a:lnTo>
                  <a:lnTo>
                    <a:pt x="3397578" y="83252"/>
                  </a:lnTo>
                  <a:lnTo>
                    <a:pt x="3366005" y="206363"/>
                  </a:lnTo>
                  <a:lnTo>
                    <a:pt x="3406716" y="320996"/>
                  </a:lnTo>
                  <a:lnTo>
                    <a:pt x="3514905" y="378764"/>
                  </a:lnTo>
                  <a:lnTo>
                    <a:pt x="3444948" y="475616"/>
                  </a:lnTo>
                  <a:lnTo>
                    <a:pt x="3340814" y="479162"/>
                  </a:lnTo>
                  <a:lnTo>
                    <a:pt x="3340687" y="602286"/>
                  </a:lnTo>
                  <a:lnTo>
                    <a:pt x="3317707" y="613903"/>
                  </a:lnTo>
                  <a:lnTo>
                    <a:pt x="3282868" y="610369"/>
                  </a:lnTo>
                  <a:lnTo>
                    <a:pt x="3241636" y="663053"/>
                  </a:lnTo>
                  <a:lnTo>
                    <a:pt x="3201306" y="689325"/>
                  </a:lnTo>
                  <a:lnTo>
                    <a:pt x="3165680" y="686580"/>
                  </a:lnTo>
                  <a:lnTo>
                    <a:pt x="3135531" y="737561"/>
                  </a:lnTo>
                  <a:lnTo>
                    <a:pt x="3160062" y="751148"/>
                  </a:lnTo>
                  <a:lnTo>
                    <a:pt x="3178466" y="745784"/>
                  </a:lnTo>
                  <a:lnTo>
                    <a:pt x="3193731" y="768268"/>
                  </a:lnTo>
                  <a:lnTo>
                    <a:pt x="3191914" y="798468"/>
                  </a:lnTo>
                  <a:lnTo>
                    <a:pt x="3186690" y="832061"/>
                  </a:lnTo>
                  <a:lnTo>
                    <a:pt x="3124702" y="875835"/>
                  </a:lnTo>
                  <a:lnTo>
                    <a:pt x="3098074" y="866963"/>
                  </a:lnTo>
                  <a:lnTo>
                    <a:pt x="3083991" y="885889"/>
                  </a:lnTo>
                  <a:lnTo>
                    <a:pt x="3091033" y="903022"/>
                  </a:lnTo>
                  <a:lnTo>
                    <a:pt x="3092736" y="935039"/>
                  </a:lnTo>
                  <a:lnTo>
                    <a:pt x="3058533" y="930870"/>
                  </a:lnTo>
                  <a:lnTo>
                    <a:pt x="3049661" y="951511"/>
                  </a:lnTo>
                  <a:lnTo>
                    <a:pt x="3001896" y="964069"/>
                  </a:lnTo>
                  <a:lnTo>
                    <a:pt x="3005430" y="993595"/>
                  </a:lnTo>
                  <a:lnTo>
                    <a:pt x="2986504" y="1010728"/>
                  </a:lnTo>
                  <a:lnTo>
                    <a:pt x="2984674" y="1039746"/>
                  </a:lnTo>
                  <a:lnTo>
                    <a:pt x="2965876" y="1056205"/>
                  </a:lnTo>
                  <a:lnTo>
                    <a:pt x="2875201" y="1078169"/>
                  </a:lnTo>
                  <a:lnTo>
                    <a:pt x="2829380" y="1058951"/>
                  </a:lnTo>
                  <a:close/>
                </a:path>
              </a:pathLst>
            </a:custGeom>
            <a:solidFill>
              <a:srgbClr val="FFFFFF"/>
            </a:solidFill>
            <a:ln w="12700" cap="flat">
              <a:noFill/>
              <a:prstDash val="solid"/>
              <a:miter/>
            </a:ln>
          </p:spPr>
          <p:txBody>
            <a:bodyPr rtlCol="0" anchor="ctr"/>
            <a:lstStyle/>
            <a:p>
              <a:endParaRPr lang="de-CH"/>
            </a:p>
          </p:txBody>
        </p:sp>
        <p:sp>
          <p:nvSpPr>
            <p:cNvPr id="127" name="Freihandform: Form 126">
              <a:extLst>
                <a:ext uri="{FF2B5EF4-FFF2-40B4-BE49-F238E27FC236}">
                  <a16:creationId xmlns:a16="http://schemas.microsoft.com/office/drawing/2014/main" id="{E792C460-4132-C454-42DC-213E087AC62F}"/>
                </a:ext>
              </a:extLst>
            </p:cNvPr>
            <p:cNvSpPr/>
            <p:nvPr/>
          </p:nvSpPr>
          <p:spPr>
            <a:xfrm>
              <a:off x="3148410" y="3927456"/>
              <a:ext cx="3514905" cy="2393433"/>
            </a:xfrm>
            <a:custGeom>
              <a:avLst/>
              <a:gdLst>
                <a:gd name="connsiteX0" fmla="*/ 2829380 w 3514905"/>
                <a:gd name="connsiteY0" fmla="*/ 1058951 h 2393433"/>
                <a:gd name="connsiteX1" fmla="*/ 2794021 w 3514905"/>
                <a:gd name="connsiteY1" fmla="*/ 1090587 h 2393433"/>
                <a:gd name="connsiteX2" fmla="*/ 2778616 w 3514905"/>
                <a:gd name="connsiteY2" fmla="*/ 1123658 h 2393433"/>
                <a:gd name="connsiteX3" fmla="*/ 2758509 w 3514905"/>
                <a:gd name="connsiteY3" fmla="*/ 1133725 h 2393433"/>
                <a:gd name="connsiteX4" fmla="*/ 2743243 w 3514905"/>
                <a:gd name="connsiteY4" fmla="*/ 1159196 h 2393433"/>
                <a:gd name="connsiteX5" fmla="*/ 2723670 w 3514905"/>
                <a:gd name="connsiteY5" fmla="*/ 1168080 h 2393433"/>
                <a:gd name="connsiteX6" fmla="*/ 2725500 w 3514905"/>
                <a:gd name="connsiteY6" fmla="*/ 1181032 h 2393433"/>
                <a:gd name="connsiteX7" fmla="*/ 2714290 w 3514905"/>
                <a:gd name="connsiteY7" fmla="*/ 1186904 h 2393433"/>
                <a:gd name="connsiteX8" fmla="*/ 2728512 w 3514905"/>
                <a:gd name="connsiteY8" fmla="*/ 1198153 h 2393433"/>
                <a:gd name="connsiteX9" fmla="*/ 2760351 w 3514905"/>
                <a:gd name="connsiteY9" fmla="*/ 1208220 h 2393433"/>
                <a:gd name="connsiteX10" fmla="*/ 2776913 w 3514905"/>
                <a:gd name="connsiteY10" fmla="*/ 1247824 h 2393433"/>
                <a:gd name="connsiteX11" fmla="*/ 2791669 w 3514905"/>
                <a:gd name="connsiteY11" fmla="*/ 1250824 h 2393433"/>
                <a:gd name="connsiteX12" fmla="*/ 2804595 w 3514905"/>
                <a:gd name="connsiteY12" fmla="*/ 1275139 h 2393433"/>
                <a:gd name="connsiteX13" fmla="*/ 2831859 w 3514905"/>
                <a:gd name="connsiteY13" fmla="*/ 1280350 h 2393433"/>
                <a:gd name="connsiteX14" fmla="*/ 2850136 w 3514905"/>
                <a:gd name="connsiteY14" fmla="*/ 1332385 h 2393433"/>
                <a:gd name="connsiteX15" fmla="*/ 2859008 w 3514905"/>
                <a:gd name="connsiteY15" fmla="*/ 1376820 h 2393433"/>
                <a:gd name="connsiteX16" fmla="*/ 2883145 w 3514905"/>
                <a:gd name="connsiteY16" fmla="*/ 1399826 h 2393433"/>
                <a:gd name="connsiteX17" fmla="*/ 2892677 w 3514905"/>
                <a:gd name="connsiteY17" fmla="*/ 1430661 h 2393433"/>
                <a:gd name="connsiteX18" fmla="*/ 2857178 w 3514905"/>
                <a:gd name="connsiteY18" fmla="*/ 1474981 h 2393433"/>
                <a:gd name="connsiteX19" fmla="*/ 2869570 w 3514905"/>
                <a:gd name="connsiteY19" fmla="*/ 1517586 h 2393433"/>
                <a:gd name="connsiteX20" fmla="*/ 2849475 w 3514905"/>
                <a:gd name="connsiteY20" fmla="*/ 1553022 h 2393433"/>
                <a:gd name="connsiteX21" fmla="*/ 2828860 w 3514905"/>
                <a:gd name="connsiteY21" fmla="*/ 1562415 h 2393433"/>
                <a:gd name="connsiteX22" fmla="*/ 2811116 w 3514905"/>
                <a:gd name="connsiteY22" fmla="*/ 1557712 h 2393433"/>
                <a:gd name="connsiteX23" fmla="*/ 2787488 w 3514905"/>
                <a:gd name="connsiteY23" fmla="*/ 1576142 h 2393433"/>
                <a:gd name="connsiteX24" fmla="*/ 2779264 w 3514905"/>
                <a:gd name="connsiteY24" fmla="*/ 1613917 h 2393433"/>
                <a:gd name="connsiteX25" fmla="*/ 2747959 w 3514905"/>
                <a:gd name="connsiteY25" fmla="*/ 1640582 h 2393433"/>
                <a:gd name="connsiteX26" fmla="*/ 2687649 w 3514905"/>
                <a:gd name="connsiteY26" fmla="*/ 1650636 h 2393433"/>
                <a:gd name="connsiteX27" fmla="*/ 2649289 w 3514905"/>
                <a:gd name="connsiteY27" fmla="*/ 1664249 h 2393433"/>
                <a:gd name="connsiteX28" fmla="*/ 2614324 w 3514905"/>
                <a:gd name="connsiteY28" fmla="*/ 1667897 h 2393433"/>
                <a:gd name="connsiteX29" fmla="*/ 2607397 w 3514905"/>
                <a:gd name="connsiteY29" fmla="*/ 1715090 h 2393433"/>
                <a:gd name="connsiteX30" fmla="*/ 2593174 w 3514905"/>
                <a:gd name="connsiteY30" fmla="*/ 1734549 h 2393433"/>
                <a:gd name="connsiteX31" fmla="*/ 2594089 w 3514905"/>
                <a:gd name="connsiteY31" fmla="*/ 1776124 h 2393433"/>
                <a:gd name="connsiteX32" fmla="*/ 2615366 w 3514905"/>
                <a:gd name="connsiteY32" fmla="*/ 1829583 h 2393433"/>
                <a:gd name="connsiteX33" fmla="*/ 2578303 w 3514905"/>
                <a:gd name="connsiteY33" fmla="*/ 1864078 h 2393433"/>
                <a:gd name="connsiteX34" fmla="*/ 2586133 w 3514905"/>
                <a:gd name="connsiteY34" fmla="*/ 1885902 h 2393433"/>
                <a:gd name="connsiteX35" fmla="*/ 2572545 w 3514905"/>
                <a:gd name="connsiteY35" fmla="*/ 1904332 h 2393433"/>
                <a:gd name="connsiteX36" fmla="*/ 2573206 w 3514905"/>
                <a:gd name="connsiteY36" fmla="*/ 1930350 h 2393433"/>
                <a:gd name="connsiteX37" fmla="*/ 2549578 w 3514905"/>
                <a:gd name="connsiteY37" fmla="*/ 1928125 h 2393433"/>
                <a:gd name="connsiteX38" fmla="*/ 2523611 w 3514905"/>
                <a:gd name="connsiteY38" fmla="*/ 1978191 h 2393433"/>
                <a:gd name="connsiteX39" fmla="*/ 2493488 w 3514905"/>
                <a:gd name="connsiteY39" fmla="*/ 1971124 h 2393433"/>
                <a:gd name="connsiteX40" fmla="*/ 2462157 w 3514905"/>
                <a:gd name="connsiteY40" fmla="*/ 1977670 h 2393433"/>
                <a:gd name="connsiteX41" fmla="*/ 2435008 w 3514905"/>
                <a:gd name="connsiteY41" fmla="*/ 1971658 h 2393433"/>
                <a:gd name="connsiteX42" fmla="*/ 2356319 w 3514905"/>
                <a:gd name="connsiteY42" fmla="*/ 1975966 h 2393433"/>
                <a:gd name="connsiteX43" fmla="*/ 2325002 w 3514905"/>
                <a:gd name="connsiteY43" fmla="*/ 2027201 h 2393433"/>
                <a:gd name="connsiteX44" fmla="*/ 2297852 w 3514905"/>
                <a:gd name="connsiteY44" fmla="*/ 2045758 h 2393433"/>
                <a:gd name="connsiteX45" fmla="*/ 2299810 w 3514905"/>
                <a:gd name="connsiteY45" fmla="*/ 2108890 h 2393433"/>
                <a:gd name="connsiteX46" fmla="*/ 2283897 w 3514905"/>
                <a:gd name="connsiteY46" fmla="*/ 2126023 h 2393433"/>
                <a:gd name="connsiteX47" fmla="*/ 2280884 w 3514905"/>
                <a:gd name="connsiteY47" fmla="*/ 2154507 h 2393433"/>
                <a:gd name="connsiteX48" fmla="*/ 2296810 w 3514905"/>
                <a:gd name="connsiteY48" fmla="*/ 2184045 h 2393433"/>
                <a:gd name="connsiteX49" fmla="*/ 2287405 w 3514905"/>
                <a:gd name="connsiteY49" fmla="*/ 2203530 h 2393433"/>
                <a:gd name="connsiteX50" fmla="*/ 2257917 w 3514905"/>
                <a:gd name="connsiteY50" fmla="*/ 2218935 h 2393433"/>
                <a:gd name="connsiteX51" fmla="*/ 2246033 w 3514905"/>
                <a:gd name="connsiteY51" fmla="*/ 2206542 h 2393433"/>
                <a:gd name="connsiteX52" fmla="*/ 2199984 w 3514905"/>
                <a:gd name="connsiteY52" fmla="*/ 2200645 h 2393433"/>
                <a:gd name="connsiteX53" fmla="*/ 2168526 w 3514905"/>
                <a:gd name="connsiteY53" fmla="*/ 2187706 h 2393433"/>
                <a:gd name="connsiteX54" fmla="*/ 2136687 w 3514905"/>
                <a:gd name="connsiteY54" fmla="*/ 2221426 h 2393433"/>
                <a:gd name="connsiteX55" fmla="*/ 2059422 w 3514905"/>
                <a:gd name="connsiteY55" fmla="*/ 2155040 h 2393433"/>
                <a:gd name="connsiteX56" fmla="*/ 2027074 w 3514905"/>
                <a:gd name="connsiteY56" fmla="*/ 2148495 h 2393433"/>
                <a:gd name="connsiteX57" fmla="*/ 1994574 w 3514905"/>
                <a:gd name="connsiteY57" fmla="*/ 2194379 h 2393433"/>
                <a:gd name="connsiteX58" fmla="*/ 1964413 w 3514905"/>
                <a:gd name="connsiteY58" fmla="*/ 2195688 h 2393433"/>
                <a:gd name="connsiteX59" fmla="*/ 1937810 w 3514905"/>
                <a:gd name="connsiteY59" fmla="*/ 2162743 h 2393433"/>
                <a:gd name="connsiteX60" fmla="*/ 1940149 w 3514905"/>
                <a:gd name="connsiteY60" fmla="*/ 2121956 h 2393433"/>
                <a:gd name="connsiteX61" fmla="*/ 1915352 w 3514905"/>
                <a:gd name="connsiteY61" fmla="*/ 2103018 h 2393433"/>
                <a:gd name="connsiteX62" fmla="*/ 1884301 w 3514905"/>
                <a:gd name="connsiteY62" fmla="*/ 2100400 h 2393433"/>
                <a:gd name="connsiteX63" fmla="*/ 1855715 w 3514905"/>
                <a:gd name="connsiteY63" fmla="*/ 2049165 h 2393433"/>
                <a:gd name="connsiteX64" fmla="*/ 1835087 w 3514905"/>
                <a:gd name="connsiteY64" fmla="*/ 2043280 h 2393433"/>
                <a:gd name="connsiteX65" fmla="*/ 1800375 w 3514905"/>
                <a:gd name="connsiteY65" fmla="*/ 2060006 h 2393433"/>
                <a:gd name="connsiteX66" fmla="*/ 1761888 w 3514905"/>
                <a:gd name="connsiteY66" fmla="*/ 2054515 h 2393433"/>
                <a:gd name="connsiteX67" fmla="*/ 1737612 w 3514905"/>
                <a:gd name="connsiteY67" fmla="*/ 2062765 h 2393433"/>
                <a:gd name="connsiteX68" fmla="*/ 1679806 w 3514905"/>
                <a:gd name="connsiteY68" fmla="*/ 2053867 h 2393433"/>
                <a:gd name="connsiteX69" fmla="*/ 1663880 w 3514905"/>
                <a:gd name="connsiteY69" fmla="*/ 2003408 h 2393433"/>
                <a:gd name="connsiteX70" fmla="*/ 1639083 w 3514905"/>
                <a:gd name="connsiteY70" fmla="*/ 2014262 h 2393433"/>
                <a:gd name="connsiteX71" fmla="*/ 1608934 w 3514905"/>
                <a:gd name="connsiteY71" fmla="*/ 2014262 h 2393433"/>
                <a:gd name="connsiteX72" fmla="*/ 1597050 w 3514905"/>
                <a:gd name="connsiteY72" fmla="*/ 2044462 h 2393433"/>
                <a:gd name="connsiteX73" fmla="*/ 1605934 w 3514905"/>
                <a:gd name="connsiteY73" fmla="*/ 2088630 h 2393433"/>
                <a:gd name="connsiteX74" fmla="*/ 1588318 w 3514905"/>
                <a:gd name="connsiteY74" fmla="*/ 2104835 h 2393433"/>
                <a:gd name="connsiteX75" fmla="*/ 1558690 w 3514905"/>
                <a:gd name="connsiteY75" fmla="*/ 2098302 h 2393433"/>
                <a:gd name="connsiteX76" fmla="*/ 1544608 w 3514905"/>
                <a:gd name="connsiteY76" fmla="*/ 2087066 h 2393433"/>
                <a:gd name="connsiteX77" fmla="*/ 1525021 w 3514905"/>
                <a:gd name="connsiteY77" fmla="*/ 2090460 h 2393433"/>
                <a:gd name="connsiteX78" fmla="*/ 1503897 w 3514905"/>
                <a:gd name="connsiteY78" fmla="*/ 2086418 h 2393433"/>
                <a:gd name="connsiteX79" fmla="*/ 1486662 w 3514905"/>
                <a:gd name="connsiteY79" fmla="*/ 2104835 h 2393433"/>
                <a:gd name="connsiteX80" fmla="*/ 1463033 w 3514905"/>
                <a:gd name="connsiteY80" fmla="*/ 2111902 h 2393433"/>
                <a:gd name="connsiteX81" fmla="*/ 1454289 w 3514905"/>
                <a:gd name="connsiteY81" fmla="*/ 2124841 h 2393433"/>
                <a:gd name="connsiteX82" fmla="*/ 1460174 w 3514905"/>
                <a:gd name="connsiteY82" fmla="*/ 2162743 h 2393433"/>
                <a:gd name="connsiteX83" fmla="*/ 1430025 w 3514905"/>
                <a:gd name="connsiteY83" fmla="*/ 2163925 h 2393433"/>
                <a:gd name="connsiteX84" fmla="*/ 1415014 w 3514905"/>
                <a:gd name="connsiteY84" fmla="*/ 2175542 h 2393433"/>
                <a:gd name="connsiteX85" fmla="*/ 1396356 w 3514905"/>
                <a:gd name="connsiteY85" fmla="*/ 2178173 h 2393433"/>
                <a:gd name="connsiteX86" fmla="*/ 1375740 w 3514905"/>
                <a:gd name="connsiteY86" fmla="*/ 2211233 h 2393433"/>
                <a:gd name="connsiteX87" fmla="*/ 1326145 w 3514905"/>
                <a:gd name="connsiteY87" fmla="*/ 2246656 h 2393433"/>
                <a:gd name="connsiteX88" fmla="*/ 1305389 w 3514905"/>
                <a:gd name="connsiteY88" fmla="*/ 2240263 h 2393433"/>
                <a:gd name="connsiteX89" fmla="*/ 1290645 w 3514905"/>
                <a:gd name="connsiteY89" fmla="*/ 2266255 h 2393433"/>
                <a:gd name="connsiteX90" fmla="*/ 1265860 w 3514905"/>
                <a:gd name="connsiteY90" fmla="*/ 2281545 h 2393433"/>
                <a:gd name="connsiteX91" fmla="*/ 1232839 w 3514905"/>
                <a:gd name="connsiteY91" fmla="*/ 2259201 h 2393433"/>
                <a:gd name="connsiteX92" fmla="*/ 1212744 w 3514905"/>
                <a:gd name="connsiteY92" fmla="*/ 2257371 h 2393433"/>
                <a:gd name="connsiteX93" fmla="*/ 1200987 w 3514905"/>
                <a:gd name="connsiteY93" fmla="*/ 2235534 h 2393433"/>
                <a:gd name="connsiteX94" fmla="*/ 1179723 w 3514905"/>
                <a:gd name="connsiteY94" fmla="*/ 2227832 h 2393433"/>
                <a:gd name="connsiteX95" fmla="*/ 1144236 w 3514905"/>
                <a:gd name="connsiteY95" fmla="*/ 2243783 h 2393433"/>
                <a:gd name="connsiteX96" fmla="*/ 1128298 w 3514905"/>
                <a:gd name="connsiteY96" fmla="*/ 2234238 h 2393433"/>
                <a:gd name="connsiteX97" fmla="*/ 1120087 w 3514905"/>
                <a:gd name="connsiteY97" fmla="*/ 2218935 h 2393433"/>
                <a:gd name="connsiteX98" fmla="*/ 1079363 w 3514905"/>
                <a:gd name="connsiteY98" fmla="*/ 2210584 h 2393433"/>
                <a:gd name="connsiteX99" fmla="*/ 1068661 w 3514905"/>
                <a:gd name="connsiteY99" fmla="*/ 2218935 h 2393433"/>
                <a:gd name="connsiteX100" fmla="*/ 1049215 w 3514905"/>
                <a:gd name="connsiteY100" fmla="*/ 2262086 h 2393433"/>
                <a:gd name="connsiteX101" fmla="*/ 1010067 w 3514905"/>
                <a:gd name="connsiteY101" fmla="*/ 2303776 h 2393433"/>
                <a:gd name="connsiteX102" fmla="*/ 993633 w 3514905"/>
                <a:gd name="connsiteY102" fmla="*/ 2307690 h 2393433"/>
                <a:gd name="connsiteX103" fmla="*/ 985409 w 3514905"/>
                <a:gd name="connsiteY103" fmla="*/ 2290455 h 2393433"/>
                <a:gd name="connsiteX104" fmla="*/ 962442 w 3514905"/>
                <a:gd name="connsiteY104" fmla="*/ 2301157 h 2393433"/>
                <a:gd name="connsiteX105" fmla="*/ 943517 w 3514905"/>
                <a:gd name="connsiteY105" fmla="*/ 2294624 h 2393433"/>
                <a:gd name="connsiteX106" fmla="*/ 925239 w 3514905"/>
                <a:gd name="connsiteY106" fmla="*/ 2301678 h 2393433"/>
                <a:gd name="connsiteX107" fmla="*/ 919240 w 3514905"/>
                <a:gd name="connsiteY107" fmla="*/ 2317642 h 2393433"/>
                <a:gd name="connsiteX108" fmla="*/ 889358 w 3514905"/>
                <a:gd name="connsiteY108" fmla="*/ 2337623 h 2393433"/>
                <a:gd name="connsiteX109" fmla="*/ 889625 w 3514905"/>
                <a:gd name="connsiteY109" fmla="*/ 2375130 h 2393433"/>
                <a:gd name="connsiteX110" fmla="*/ 867166 w 3514905"/>
                <a:gd name="connsiteY110" fmla="*/ 2387815 h 2393433"/>
                <a:gd name="connsiteX111" fmla="*/ 832328 w 3514905"/>
                <a:gd name="connsiteY111" fmla="*/ 2373821 h 2393433"/>
                <a:gd name="connsiteX112" fmla="*/ 802967 w 3514905"/>
                <a:gd name="connsiteY112" fmla="*/ 2354362 h 2393433"/>
                <a:gd name="connsiteX113" fmla="*/ 801137 w 3514905"/>
                <a:gd name="connsiteY113" fmla="*/ 2334877 h 2393433"/>
                <a:gd name="connsiteX114" fmla="*/ 788744 w 3514905"/>
                <a:gd name="connsiteY114" fmla="*/ 2331878 h 2393433"/>
                <a:gd name="connsiteX115" fmla="*/ 755736 w 3514905"/>
                <a:gd name="connsiteY115" fmla="*/ 2348998 h 2393433"/>
                <a:gd name="connsiteX116" fmla="*/ 748669 w 3514905"/>
                <a:gd name="connsiteY116" fmla="*/ 2367428 h 2393433"/>
                <a:gd name="connsiteX117" fmla="*/ 712280 w 3514905"/>
                <a:gd name="connsiteY117" fmla="*/ 2389645 h 2393433"/>
                <a:gd name="connsiteX118" fmla="*/ 681864 w 3514905"/>
                <a:gd name="connsiteY118" fmla="*/ 2393433 h 2393433"/>
                <a:gd name="connsiteX119" fmla="*/ 664248 w 3514905"/>
                <a:gd name="connsiteY119" fmla="*/ 2369780 h 2393433"/>
                <a:gd name="connsiteX120" fmla="*/ 653012 w 3514905"/>
                <a:gd name="connsiteY120" fmla="*/ 2346126 h 2393433"/>
                <a:gd name="connsiteX121" fmla="*/ 660079 w 3514905"/>
                <a:gd name="connsiteY121" fmla="*/ 2332513 h 2393433"/>
                <a:gd name="connsiteX122" fmla="*/ 631100 w 3514905"/>
                <a:gd name="connsiteY122" fmla="*/ 2305872 h 2393433"/>
                <a:gd name="connsiteX123" fmla="*/ 624058 w 3514905"/>
                <a:gd name="connsiteY123" fmla="*/ 2285218 h 2393433"/>
                <a:gd name="connsiteX124" fmla="*/ 599261 w 3514905"/>
                <a:gd name="connsiteY124" fmla="*/ 2266255 h 2393433"/>
                <a:gd name="connsiteX125" fmla="*/ 595079 w 3514905"/>
                <a:gd name="connsiteY125" fmla="*/ 2232535 h 2393433"/>
                <a:gd name="connsiteX126" fmla="*/ 555550 w 3514905"/>
                <a:gd name="connsiteY126" fmla="*/ 2198166 h 2393433"/>
                <a:gd name="connsiteX127" fmla="*/ 537782 w 3514905"/>
                <a:gd name="connsiteY127" fmla="*/ 2150325 h 2393433"/>
                <a:gd name="connsiteX128" fmla="*/ 540794 w 3514905"/>
                <a:gd name="connsiteY128" fmla="*/ 2101836 h 2393433"/>
                <a:gd name="connsiteX129" fmla="*/ 504773 w 3514905"/>
                <a:gd name="connsiteY129" fmla="*/ 2087066 h 2393433"/>
                <a:gd name="connsiteX130" fmla="*/ 487297 w 3514905"/>
                <a:gd name="connsiteY130" fmla="*/ 2056091 h 2393433"/>
                <a:gd name="connsiteX131" fmla="*/ 494732 w 3514905"/>
                <a:gd name="connsiteY131" fmla="*/ 2035577 h 2393433"/>
                <a:gd name="connsiteX132" fmla="*/ 515856 w 3514905"/>
                <a:gd name="connsiteY132" fmla="*/ 2021838 h 2393433"/>
                <a:gd name="connsiteX133" fmla="*/ 490029 w 3514905"/>
                <a:gd name="connsiteY133" fmla="*/ 2003026 h 2393433"/>
                <a:gd name="connsiteX134" fmla="*/ 484157 w 3514905"/>
                <a:gd name="connsiteY134" fmla="*/ 1968124 h 2393433"/>
                <a:gd name="connsiteX135" fmla="*/ 463401 w 3514905"/>
                <a:gd name="connsiteY135" fmla="*/ 1971658 h 2393433"/>
                <a:gd name="connsiteX136" fmla="*/ 435083 w 3514905"/>
                <a:gd name="connsiteY136" fmla="*/ 1951665 h 2393433"/>
                <a:gd name="connsiteX137" fmla="*/ 426860 w 3514905"/>
                <a:gd name="connsiteY137" fmla="*/ 1911920 h 2393433"/>
                <a:gd name="connsiteX138" fmla="*/ 400893 w 3514905"/>
                <a:gd name="connsiteY138" fmla="*/ 1878327 h 2393433"/>
                <a:gd name="connsiteX139" fmla="*/ 386149 w 3514905"/>
                <a:gd name="connsiteY139" fmla="*/ 1877678 h 2393433"/>
                <a:gd name="connsiteX140" fmla="*/ 373108 w 3514905"/>
                <a:gd name="connsiteY140" fmla="*/ 1842255 h 2393433"/>
                <a:gd name="connsiteX141" fmla="*/ 357169 w 3514905"/>
                <a:gd name="connsiteY141" fmla="*/ 1814433 h 2393433"/>
                <a:gd name="connsiteX142" fmla="*/ 335384 w 3514905"/>
                <a:gd name="connsiteY142" fmla="*/ 1796117 h 2393433"/>
                <a:gd name="connsiteX143" fmla="*/ 341777 w 3514905"/>
                <a:gd name="connsiteY143" fmla="*/ 1777433 h 2393433"/>
                <a:gd name="connsiteX144" fmla="*/ 333554 w 3514905"/>
                <a:gd name="connsiteY144" fmla="*/ 1770112 h 2393433"/>
                <a:gd name="connsiteX145" fmla="*/ 319331 w 3514905"/>
                <a:gd name="connsiteY145" fmla="*/ 1778348 h 2393433"/>
                <a:gd name="connsiteX146" fmla="*/ 285662 w 3514905"/>
                <a:gd name="connsiteY146" fmla="*/ 1819123 h 2393433"/>
                <a:gd name="connsiteX147" fmla="*/ 258119 w 3514905"/>
                <a:gd name="connsiteY147" fmla="*/ 1823965 h 2393433"/>
                <a:gd name="connsiteX148" fmla="*/ 248459 w 3514905"/>
                <a:gd name="connsiteY148" fmla="*/ 1843958 h 2393433"/>
                <a:gd name="connsiteX149" fmla="*/ 212451 w 3514905"/>
                <a:gd name="connsiteY149" fmla="*/ 1826838 h 2393433"/>
                <a:gd name="connsiteX150" fmla="*/ 204100 w 3514905"/>
                <a:gd name="connsiteY150" fmla="*/ 1807620 h 2393433"/>
                <a:gd name="connsiteX151" fmla="*/ 221323 w 3514905"/>
                <a:gd name="connsiteY151" fmla="*/ 1754695 h 2393433"/>
                <a:gd name="connsiteX152" fmla="*/ 245739 w 3514905"/>
                <a:gd name="connsiteY152" fmla="*/ 1741222 h 2393433"/>
                <a:gd name="connsiteX153" fmla="*/ 244951 w 3514905"/>
                <a:gd name="connsiteY153" fmla="*/ 1709726 h 2393433"/>
                <a:gd name="connsiteX154" fmla="*/ 224844 w 3514905"/>
                <a:gd name="connsiteY154" fmla="*/ 1684903 h 2393433"/>
                <a:gd name="connsiteX155" fmla="*/ 250302 w 3514905"/>
                <a:gd name="connsiteY155" fmla="*/ 1641103 h 2393433"/>
                <a:gd name="connsiteX156" fmla="*/ 245612 w 3514905"/>
                <a:gd name="connsiteY156" fmla="*/ 1619280 h 2393433"/>
                <a:gd name="connsiteX157" fmla="*/ 265948 w 3514905"/>
                <a:gd name="connsiteY157" fmla="*/ 1592741 h 2393433"/>
                <a:gd name="connsiteX158" fmla="*/ 249641 w 3514905"/>
                <a:gd name="connsiteY158" fmla="*/ 1592614 h 2393433"/>
                <a:gd name="connsiteX159" fmla="*/ 226674 w 3514905"/>
                <a:gd name="connsiteY159" fmla="*/ 1603329 h 2393433"/>
                <a:gd name="connsiteX160" fmla="*/ 209579 w 3514905"/>
                <a:gd name="connsiteY160" fmla="*/ 1592093 h 2393433"/>
                <a:gd name="connsiteX161" fmla="*/ 155814 w 3514905"/>
                <a:gd name="connsiteY161" fmla="*/ 1587911 h 2393433"/>
                <a:gd name="connsiteX162" fmla="*/ 134537 w 3514905"/>
                <a:gd name="connsiteY162" fmla="*/ 1572481 h 2393433"/>
                <a:gd name="connsiteX163" fmla="*/ 89137 w 3514905"/>
                <a:gd name="connsiteY163" fmla="*/ 1575481 h 2393433"/>
                <a:gd name="connsiteX164" fmla="*/ 53891 w 3514905"/>
                <a:gd name="connsiteY164" fmla="*/ 1553530 h 2393433"/>
                <a:gd name="connsiteX165" fmla="*/ 38359 w 3514905"/>
                <a:gd name="connsiteY165" fmla="*/ 1511586 h 2393433"/>
                <a:gd name="connsiteX166" fmla="*/ 43075 w 3514905"/>
                <a:gd name="connsiteY166" fmla="*/ 1476557 h 2393433"/>
                <a:gd name="connsiteX167" fmla="*/ 85476 w 3514905"/>
                <a:gd name="connsiteY167" fmla="*/ 1419692 h 2393433"/>
                <a:gd name="connsiteX168" fmla="*/ 65763 w 3514905"/>
                <a:gd name="connsiteY168" fmla="*/ 1354603 h 2393433"/>
                <a:gd name="connsiteX169" fmla="*/ 98529 w 3514905"/>
                <a:gd name="connsiteY169" fmla="*/ 1295793 h 2393433"/>
                <a:gd name="connsiteX170" fmla="*/ 98529 w 3514905"/>
                <a:gd name="connsiteY170" fmla="*/ 1266775 h 2393433"/>
                <a:gd name="connsiteX171" fmla="*/ 126327 w 3514905"/>
                <a:gd name="connsiteY171" fmla="*/ 1249642 h 2393433"/>
                <a:gd name="connsiteX172" fmla="*/ 138071 w 3514905"/>
                <a:gd name="connsiteY172" fmla="*/ 1221807 h 2393433"/>
                <a:gd name="connsiteX173" fmla="*/ 164432 w 3514905"/>
                <a:gd name="connsiteY173" fmla="*/ 1202601 h 2393433"/>
                <a:gd name="connsiteX174" fmla="*/ 173965 w 3514905"/>
                <a:gd name="connsiteY174" fmla="*/ 1188608 h 2393433"/>
                <a:gd name="connsiteX175" fmla="*/ 178909 w 3514905"/>
                <a:gd name="connsiteY175" fmla="*/ 1147973 h 2393433"/>
                <a:gd name="connsiteX176" fmla="*/ 191314 w 3514905"/>
                <a:gd name="connsiteY176" fmla="*/ 1125476 h 2393433"/>
                <a:gd name="connsiteX177" fmla="*/ 184527 w 3514905"/>
                <a:gd name="connsiteY177" fmla="*/ 1096065 h 2393433"/>
                <a:gd name="connsiteX178" fmla="*/ 156475 w 3514905"/>
                <a:gd name="connsiteY178" fmla="*/ 1097641 h 2393433"/>
                <a:gd name="connsiteX179" fmla="*/ 118624 w 3514905"/>
                <a:gd name="connsiteY179" fmla="*/ 1065738 h 2393433"/>
                <a:gd name="connsiteX180" fmla="*/ 119794 w 3514905"/>
                <a:gd name="connsiteY180" fmla="*/ 1047448 h 2393433"/>
                <a:gd name="connsiteX181" fmla="*/ 103741 w 3514905"/>
                <a:gd name="connsiteY181" fmla="*/ 1019994 h 2393433"/>
                <a:gd name="connsiteX182" fmla="*/ 81434 w 3514905"/>
                <a:gd name="connsiteY182" fmla="*/ 1010067 h 2393433"/>
                <a:gd name="connsiteX183" fmla="*/ 59649 w 3514905"/>
                <a:gd name="connsiteY183" fmla="*/ 1011237 h 2393433"/>
                <a:gd name="connsiteX184" fmla="*/ 55467 w 3514905"/>
                <a:gd name="connsiteY184" fmla="*/ 978178 h 2393433"/>
                <a:gd name="connsiteX185" fmla="*/ 28827 w 3514905"/>
                <a:gd name="connsiteY185" fmla="*/ 975165 h 2393433"/>
                <a:gd name="connsiteX186" fmla="*/ 15926 w 3514905"/>
                <a:gd name="connsiteY186" fmla="*/ 931518 h 2393433"/>
                <a:gd name="connsiteX187" fmla="*/ 0 w 3514905"/>
                <a:gd name="connsiteY187" fmla="*/ 910737 h 2393433"/>
                <a:gd name="connsiteX188" fmla="*/ 2872 w 3514905"/>
                <a:gd name="connsiteY188" fmla="*/ 875314 h 2393433"/>
                <a:gd name="connsiteX189" fmla="*/ 46596 w 3514905"/>
                <a:gd name="connsiteY189" fmla="*/ 859884 h 2393433"/>
                <a:gd name="connsiteX190" fmla="*/ 72156 w 3514905"/>
                <a:gd name="connsiteY190" fmla="*/ 837552 h 2393433"/>
                <a:gd name="connsiteX191" fmla="*/ 67593 w 3514905"/>
                <a:gd name="connsiteY191" fmla="*/ 797807 h 2393433"/>
                <a:gd name="connsiteX192" fmla="*/ 75816 w 3514905"/>
                <a:gd name="connsiteY192" fmla="*/ 785262 h 2393433"/>
                <a:gd name="connsiteX193" fmla="*/ 114316 w 3514905"/>
                <a:gd name="connsiteY193" fmla="*/ 806043 h 2393433"/>
                <a:gd name="connsiteX194" fmla="*/ 128919 w 3514905"/>
                <a:gd name="connsiteY194" fmla="*/ 809564 h 2393433"/>
                <a:gd name="connsiteX195" fmla="*/ 161547 w 3514905"/>
                <a:gd name="connsiteY195" fmla="*/ 802904 h 2393433"/>
                <a:gd name="connsiteX196" fmla="*/ 172516 w 3514905"/>
                <a:gd name="connsiteY196" fmla="*/ 806551 h 2393433"/>
                <a:gd name="connsiteX197" fmla="*/ 181654 w 3514905"/>
                <a:gd name="connsiteY197" fmla="*/ 812843 h 2393433"/>
                <a:gd name="connsiteX198" fmla="*/ 187641 w 3514905"/>
                <a:gd name="connsiteY198" fmla="*/ 803832 h 2393433"/>
                <a:gd name="connsiteX199" fmla="*/ 183218 w 3514905"/>
                <a:gd name="connsiteY199" fmla="*/ 787486 h 2393433"/>
                <a:gd name="connsiteX200" fmla="*/ 186217 w 3514905"/>
                <a:gd name="connsiteY200" fmla="*/ 784728 h 2393433"/>
                <a:gd name="connsiteX201" fmla="*/ 209579 w 3514905"/>
                <a:gd name="connsiteY201" fmla="*/ 813237 h 2393433"/>
                <a:gd name="connsiteX202" fmla="*/ 238418 w 3514905"/>
                <a:gd name="connsiteY202" fmla="*/ 840018 h 2393433"/>
                <a:gd name="connsiteX203" fmla="*/ 243248 w 3514905"/>
                <a:gd name="connsiteY203" fmla="*/ 853350 h 2393433"/>
                <a:gd name="connsiteX204" fmla="*/ 242854 w 3514905"/>
                <a:gd name="connsiteY204" fmla="*/ 872695 h 2393433"/>
                <a:gd name="connsiteX205" fmla="*/ 232419 w 3514905"/>
                <a:gd name="connsiteY205" fmla="*/ 900556 h 2393433"/>
                <a:gd name="connsiteX206" fmla="*/ 237249 w 3514905"/>
                <a:gd name="connsiteY206" fmla="*/ 911385 h 2393433"/>
                <a:gd name="connsiteX207" fmla="*/ 249120 w 3514905"/>
                <a:gd name="connsiteY207" fmla="*/ 922634 h 2393433"/>
                <a:gd name="connsiteX208" fmla="*/ 261258 w 3514905"/>
                <a:gd name="connsiteY208" fmla="*/ 946809 h 2393433"/>
                <a:gd name="connsiteX209" fmla="*/ 272087 w 3514905"/>
                <a:gd name="connsiteY209" fmla="*/ 953342 h 2393433"/>
                <a:gd name="connsiteX210" fmla="*/ 296351 w 3514905"/>
                <a:gd name="connsiteY210" fmla="*/ 949821 h 2393433"/>
                <a:gd name="connsiteX211" fmla="*/ 308629 w 3514905"/>
                <a:gd name="connsiteY211" fmla="*/ 950990 h 2393433"/>
                <a:gd name="connsiteX212" fmla="*/ 330033 w 3514905"/>
                <a:gd name="connsiteY212" fmla="*/ 977008 h 2393433"/>
                <a:gd name="connsiteX213" fmla="*/ 334075 w 3514905"/>
                <a:gd name="connsiteY213" fmla="*/ 984710 h 2393433"/>
                <a:gd name="connsiteX214" fmla="*/ 336045 w 3514905"/>
                <a:gd name="connsiteY214" fmla="*/ 995171 h 2393433"/>
                <a:gd name="connsiteX215" fmla="*/ 335384 w 3514905"/>
                <a:gd name="connsiteY215" fmla="*/ 1023133 h 2393433"/>
                <a:gd name="connsiteX216" fmla="*/ 342947 w 3514905"/>
                <a:gd name="connsiteY216" fmla="*/ 1052672 h 2393433"/>
                <a:gd name="connsiteX217" fmla="*/ 344002 w 3514905"/>
                <a:gd name="connsiteY217" fmla="*/ 1072818 h 2393433"/>
                <a:gd name="connsiteX218" fmla="*/ 353661 w 3514905"/>
                <a:gd name="connsiteY218" fmla="*/ 1084714 h 2393433"/>
                <a:gd name="connsiteX219" fmla="*/ 371011 w 3514905"/>
                <a:gd name="connsiteY219" fmla="*/ 1094514 h 2393433"/>
                <a:gd name="connsiteX220" fmla="*/ 391373 w 3514905"/>
                <a:gd name="connsiteY220" fmla="*/ 1115422 h 2393433"/>
                <a:gd name="connsiteX221" fmla="*/ 395694 w 3514905"/>
                <a:gd name="connsiteY221" fmla="*/ 1128361 h 2393433"/>
                <a:gd name="connsiteX222" fmla="*/ 400244 w 3514905"/>
                <a:gd name="connsiteY222" fmla="*/ 1154506 h 2393433"/>
                <a:gd name="connsiteX223" fmla="*/ 404426 w 3514905"/>
                <a:gd name="connsiteY223" fmla="*/ 1166911 h 2393433"/>
                <a:gd name="connsiteX224" fmla="*/ 413425 w 3514905"/>
                <a:gd name="connsiteY224" fmla="*/ 1176330 h 2393433"/>
                <a:gd name="connsiteX225" fmla="*/ 431956 w 3514905"/>
                <a:gd name="connsiteY225" fmla="*/ 1196590 h 2393433"/>
                <a:gd name="connsiteX226" fmla="*/ 449052 w 3514905"/>
                <a:gd name="connsiteY226" fmla="*/ 1210558 h 2393433"/>
                <a:gd name="connsiteX227" fmla="*/ 453360 w 3514905"/>
                <a:gd name="connsiteY227" fmla="*/ 1220637 h 2393433"/>
                <a:gd name="connsiteX228" fmla="*/ 452826 w 3514905"/>
                <a:gd name="connsiteY228" fmla="*/ 1232534 h 2393433"/>
                <a:gd name="connsiteX229" fmla="*/ 464329 w 3514905"/>
                <a:gd name="connsiteY229" fmla="*/ 1258272 h 2393433"/>
                <a:gd name="connsiteX230" fmla="*/ 469934 w 3514905"/>
                <a:gd name="connsiteY230" fmla="*/ 1266775 h 2393433"/>
                <a:gd name="connsiteX231" fmla="*/ 477624 w 3514905"/>
                <a:gd name="connsiteY231" fmla="*/ 1274490 h 2393433"/>
                <a:gd name="connsiteX232" fmla="*/ 480636 w 3514905"/>
                <a:gd name="connsiteY232" fmla="*/ 1279841 h 2393433"/>
                <a:gd name="connsiteX233" fmla="*/ 479327 w 3514905"/>
                <a:gd name="connsiteY233" fmla="*/ 1286374 h 2393433"/>
                <a:gd name="connsiteX234" fmla="*/ 482988 w 3514905"/>
                <a:gd name="connsiteY234" fmla="*/ 1295793 h 2393433"/>
                <a:gd name="connsiteX235" fmla="*/ 491465 w 3514905"/>
                <a:gd name="connsiteY235" fmla="*/ 1302059 h 2393433"/>
                <a:gd name="connsiteX236" fmla="*/ 496562 w 3514905"/>
                <a:gd name="connsiteY236" fmla="*/ 1311731 h 2393433"/>
                <a:gd name="connsiteX237" fmla="*/ 499422 w 3514905"/>
                <a:gd name="connsiteY237" fmla="*/ 1346621 h 2393433"/>
                <a:gd name="connsiteX238" fmla="*/ 502943 w 3514905"/>
                <a:gd name="connsiteY238" fmla="*/ 1354870 h 2393433"/>
                <a:gd name="connsiteX239" fmla="*/ 518348 w 3514905"/>
                <a:gd name="connsiteY239" fmla="*/ 1366767 h 2393433"/>
                <a:gd name="connsiteX240" fmla="*/ 531922 w 3514905"/>
                <a:gd name="connsiteY240" fmla="*/ 1386238 h 2393433"/>
                <a:gd name="connsiteX241" fmla="*/ 541709 w 3514905"/>
                <a:gd name="connsiteY241" fmla="*/ 1406359 h 2393433"/>
                <a:gd name="connsiteX242" fmla="*/ 620919 w 3514905"/>
                <a:gd name="connsiteY242" fmla="*/ 1364936 h 2393433"/>
                <a:gd name="connsiteX243" fmla="*/ 629663 w 3514905"/>
                <a:gd name="connsiteY243" fmla="*/ 1369893 h 2393433"/>
                <a:gd name="connsiteX244" fmla="*/ 656419 w 3514905"/>
                <a:gd name="connsiteY244" fmla="*/ 1363500 h 2393433"/>
                <a:gd name="connsiteX245" fmla="*/ 713703 w 3514905"/>
                <a:gd name="connsiteY245" fmla="*/ 1319447 h 2393433"/>
                <a:gd name="connsiteX246" fmla="*/ 736023 w 3514905"/>
                <a:gd name="connsiteY246" fmla="*/ 1257751 h 2393433"/>
                <a:gd name="connsiteX247" fmla="*/ 777521 w 3514905"/>
                <a:gd name="connsiteY247" fmla="*/ 1249261 h 2393433"/>
                <a:gd name="connsiteX248" fmla="*/ 819541 w 3514905"/>
                <a:gd name="connsiteY248" fmla="*/ 1188480 h 2393433"/>
                <a:gd name="connsiteX249" fmla="*/ 903454 w 3514905"/>
                <a:gd name="connsiteY249" fmla="*/ 1123786 h 2393433"/>
                <a:gd name="connsiteX250" fmla="*/ 875403 w 3514905"/>
                <a:gd name="connsiteY250" fmla="*/ 1061175 h 2393433"/>
                <a:gd name="connsiteX251" fmla="*/ 888964 w 3514905"/>
                <a:gd name="connsiteY251" fmla="*/ 1032679 h 2393433"/>
                <a:gd name="connsiteX252" fmla="*/ 928646 w 3514905"/>
                <a:gd name="connsiteY252" fmla="*/ 990201 h 2393433"/>
                <a:gd name="connsiteX253" fmla="*/ 997942 w 3514905"/>
                <a:gd name="connsiteY253" fmla="*/ 980148 h 2393433"/>
                <a:gd name="connsiteX254" fmla="*/ 1017515 w 3514905"/>
                <a:gd name="connsiteY254" fmla="*/ 956227 h 2393433"/>
                <a:gd name="connsiteX255" fmla="*/ 1016727 w 3514905"/>
                <a:gd name="connsiteY255" fmla="*/ 897544 h 2393433"/>
                <a:gd name="connsiteX256" fmla="*/ 1121917 w 3514905"/>
                <a:gd name="connsiteY256" fmla="*/ 846817 h 2393433"/>
                <a:gd name="connsiteX257" fmla="*/ 1113948 w 3514905"/>
                <a:gd name="connsiteY257" fmla="*/ 930997 h 2393433"/>
                <a:gd name="connsiteX258" fmla="*/ 1133013 w 3514905"/>
                <a:gd name="connsiteY258" fmla="*/ 942894 h 2393433"/>
                <a:gd name="connsiteX259" fmla="*/ 1217307 w 3514905"/>
                <a:gd name="connsiteY259" fmla="*/ 913876 h 2393433"/>
                <a:gd name="connsiteX260" fmla="*/ 1264144 w 3514905"/>
                <a:gd name="connsiteY260" fmla="*/ 877017 h 2393433"/>
                <a:gd name="connsiteX261" fmla="*/ 1300305 w 3514905"/>
                <a:gd name="connsiteY261" fmla="*/ 850872 h 2393433"/>
                <a:gd name="connsiteX262" fmla="*/ 1380176 w 3514905"/>
                <a:gd name="connsiteY262" fmla="*/ 814801 h 2393433"/>
                <a:gd name="connsiteX263" fmla="*/ 1420238 w 3514905"/>
                <a:gd name="connsiteY263" fmla="*/ 842903 h 2393433"/>
                <a:gd name="connsiteX264" fmla="*/ 1464076 w 3514905"/>
                <a:gd name="connsiteY264" fmla="*/ 817279 h 2393433"/>
                <a:gd name="connsiteX265" fmla="*/ 1479608 w 3514905"/>
                <a:gd name="connsiteY265" fmla="*/ 860672 h 2393433"/>
                <a:gd name="connsiteX266" fmla="*/ 1505193 w 3514905"/>
                <a:gd name="connsiteY266" fmla="*/ 863150 h 2393433"/>
                <a:gd name="connsiteX267" fmla="*/ 1522009 w 3514905"/>
                <a:gd name="connsiteY267" fmla="*/ 845000 h 2393433"/>
                <a:gd name="connsiteX268" fmla="*/ 1585712 w 3514905"/>
                <a:gd name="connsiteY268" fmla="*/ 840691 h 2393433"/>
                <a:gd name="connsiteX269" fmla="*/ 1620678 w 3514905"/>
                <a:gd name="connsiteY269" fmla="*/ 806170 h 2393433"/>
                <a:gd name="connsiteX270" fmla="*/ 1560406 w 3514905"/>
                <a:gd name="connsiteY270" fmla="*/ 782923 h 2393433"/>
                <a:gd name="connsiteX271" fmla="*/ 1576714 w 3514905"/>
                <a:gd name="connsiteY271" fmla="*/ 744348 h 2393433"/>
                <a:gd name="connsiteX272" fmla="*/ 1630338 w 3514905"/>
                <a:gd name="connsiteY272" fmla="*/ 726579 h 2393433"/>
                <a:gd name="connsiteX273" fmla="*/ 1678484 w 3514905"/>
                <a:gd name="connsiteY273" fmla="*/ 731536 h 2393433"/>
                <a:gd name="connsiteX274" fmla="*/ 1711505 w 3514905"/>
                <a:gd name="connsiteY274" fmla="*/ 726579 h 2393433"/>
                <a:gd name="connsiteX275" fmla="*/ 1734079 w 3514905"/>
                <a:gd name="connsiteY275" fmla="*/ 665786 h 2393433"/>
                <a:gd name="connsiteX276" fmla="*/ 1765943 w 3514905"/>
                <a:gd name="connsiteY276" fmla="*/ 638739 h 2393433"/>
                <a:gd name="connsiteX277" fmla="*/ 1902184 w 3514905"/>
                <a:gd name="connsiteY277" fmla="*/ 692592 h 2393433"/>
                <a:gd name="connsiteX278" fmla="*/ 1928799 w 3514905"/>
                <a:gd name="connsiteY278" fmla="*/ 724863 h 2393433"/>
                <a:gd name="connsiteX279" fmla="*/ 1994447 w 3514905"/>
                <a:gd name="connsiteY279" fmla="*/ 703040 h 2393433"/>
                <a:gd name="connsiteX280" fmla="*/ 2012839 w 3514905"/>
                <a:gd name="connsiteY280" fmla="*/ 690380 h 2393433"/>
                <a:gd name="connsiteX281" fmla="*/ 2059028 w 3514905"/>
                <a:gd name="connsiteY281" fmla="*/ 654690 h 2393433"/>
                <a:gd name="connsiteX282" fmla="*/ 2212643 w 3514905"/>
                <a:gd name="connsiteY282" fmla="*/ 539154 h 2393433"/>
                <a:gd name="connsiteX283" fmla="*/ 2285714 w 3514905"/>
                <a:gd name="connsiteY283" fmla="*/ 538099 h 2393433"/>
                <a:gd name="connsiteX284" fmla="*/ 2389849 w 3514905"/>
                <a:gd name="connsiteY284" fmla="*/ 487373 h 2393433"/>
                <a:gd name="connsiteX285" fmla="*/ 2414265 w 3514905"/>
                <a:gd name="connsiteY285" fmla="*/ 451848 h 2393433"/>
                <a:gd name="connsiteX286" fmla="*/ 2467508 w 3514905"/>
                <a:gd name="connsiteY286" fmla="*/ 433278 h 2393433"/>
                <a:gd name="connsiteX287" fmla="*/ 2482239 w 3514905"/>
                <a:gd name="connsiteY287" fmla="*/ 401783 h 2393433"/>
                <a:gd name="connsiteX288" fmla="*/ 2456933 w 3514905"/>
                <a:gd name="connsiteY288" fmla="*/ 354729 h 2393433"/>
                <a:gd name="connsiteX289" fmla="*/ 2474817 w 3514905"/>
                <a:gd name="connsiteY289" fmla="*/ 335893 h 2393433"/>
                <a:gd name="connsiteX290" fmla="*/ 2507838 w 3514905"/>
                <a:gd name="connsiteY290" fmla="*/ 324136 h 2393433"/>
                <a:gd name="connsiteX291" fmla="*/ 2527666 w 3514905"/>
                <a:gd name="connsiteY291" fmla="*/ 296961 h 2393433"/>
                <a:gd name="connsiteX292" fmla="*/ 2576854 w 3514905"/>
                <a:gd name="connsiteY292" fmla="*/ 275252 h 2393433"/>
                <a:gd name="connsiteX293" fmla="*/ 2658416 w 3514905"/>
                <a:gd name="connsiteY293" fmla="*/ 314730 h 2393433"/>
                <a:gd name="connsiteX294" fmla="*/ 2682832 w 3514905"/>
                <a:gd name="connsiteY294" fmla="*/ 306240 h 2393433"/>
                <a:gd name="connsiteX295" fmla="*/ 2773519 w 3514905"/>
                <a:gd name="connsiteY295" fmla="*/ 330529 h 2393433"/>
                <a:gd name="connsiteX296" fmla="*/ 2796105 w 3514905"/>
                <a:gd name="connsiteY296" fmla="*/ 360741 h 2393433"/>
                <a:gd name="connsiteX297" fmla="*/ 2891762 w 3514905"/>
                <a:gd name="connsiteY297" fmla="*/ 374595 h 2393433"/>
                <a:gd name="connsiteX298" fmla="*/ 2912759 w 3514905"/>
                <a:gd name="connsiteY298" fmla="*/ 401783 h 2393433"/>
                <a:gd name="connsiteX299" fmla="*/ 3021216 w 3514905"/>
                <a:gd name="connsiteY299" fmla="*/ 384789 h 2393433"/>
                <a:gd name="connsiteX300" fmla="*/ 3062587 w 3514905"/>
                <a:gd name="connsiteY300" fmla="*/ 375231 h 2393433"/>
                <a:gd name="connsiteX301" fmla="*/ 3113098 w 3514905"/>
                <a:gd name="connsiteY301" fmla="*/ 348183 h 2393433"/>
                <a:gd name="connsiteX302" fmla="*/ 3175339 w 3514905"/>
                <a:gd name="connsiteY302" fmla="*/ 308845 h 2393433"/>
                <a:gd name="connsiteX303" fmla="*/ 3239018 w 3514905"/>
                <a:gd name="connsiteY303" fmla="*/ 273168 h 2393433"/>
                <a:gd name="connsiteX304" fmla="*/ 3281177 w 3514905"/>
                <a:gd name="connsiteY304" fmla="*/ 218133 h 2393433"/>
                <a:gd name="connsiteX305" fmla="*/ 3293430 w 3514905"/>
                <a:gd name="connsiteY305" fmla="*/ 64682 h 2393433"/>
                <a:gd name="connsiteX306" fmla="*/ 3333124 w 3514905"/>
                <a:gd name="connsiteY306" fmla="*/ 23654 h 2393433"/>
                <a:gd name="connsiteX307" fmla="*/ 3380355 w 3514905"/>
                <a:gd name="connsiteY307" fmla="*/ 0 h 2393433"/>
                <a:gd name="connsiteX308" fmla="*/ 3401632 w 3514905"/>
                <a:gd name="connsiteY308" fmla="*/ 16587 h 2393433"/>
                <a:gd name="connsiteX309" fmla="*/ 3397578 w 3514905"/>
                <a:gd name="connsiteY309" fmla="*/ 83252 h 2393433"/>
                <a:gd name="connsiteX310" fmla="*/ 3366005 w 3514905"/>
                <a:gd name="connsiteY310" fmla="*/ 206363 h 2393433"/>
                <a:gd name="connsiteX311" fmla="*/ 3406716 w 3514905"/>
                <a:gd name="connsiteY311" fmla="*/ 320996 h 2393433"/>
                <a:gd name="connsiteX312" fmla="*/ 3514905 w 3514905"/>
                <a:gd name="connsiteY312" fmla="*/ 378764 h 2393433"/>
                <a:gd name="connsiteX313" fmla="*/ 3444948 w 3514905"/>
                <a:gd name="connsiteY313" fmla="*/ 475616 h 2393433"/>
                <a:gd name="connsiteX314" fmla="*/ 3340814 w 3514905"/>
                <a:gd name="connsiteY314" fmla="*/ 479162 h 2393433"/>
                <a:gd name="connsiteX315" fmla="*/ 3340687 w 3514905"/>
                <a:gd name="connsiteY315" fmla="*/ 602286 h 2393433"/>
                <a:gd name="connsiteX316" fmla="*/ 3317707 w 3514905"/>
                <a:gd name="connsiteY316" fmla="*/ 613903 h 2393433"/>
                <a:gd name="connsiteX317" fmla="*/ 3282868 w 3514905"/>
                <a:gd name="connsiteY317" fmla="*/ 610369 h 2393433"/>
                <a:gd name="connsiteX318" fmla="*/ 3241636 w 3514905"/>
                <a:gd name="connsiteY318" fmla="*/ 663053 h 2393433"/>
                <a:gd name="connsiteX319" fmla="*/ 3201306 w 3514905"/>
                <a:gd name="connsiteY319" fmla="*/ 689325 h 2393433"/>
                <a:gd name="connsiteX320" fmla="*/ 3165680 w 3514905"/>
                <a:gd name="connsiteY320" fmla="*/ 686580 h 2393433"/>
                <a:gd name="connsiteX321" fmla="*/ 3135531 w 3514905"/>
                <a:gd name="connsiteY321" fmla="*/ 737561 h 2393433"/>
                <a:gd name="connsiteX322" fmla="*/ 3160062 w 3514905"/>
                <a:gd name="connsiteY322" fmla="*/ 751148 h 2393433"/>
                <a:gd name="connsiteX323" fmla="*/ 3178466 w 3514905"/>
                <a:gd name="connsiteY323" fmla="*/ 745784 h 2393433"/>
                <a:gd name="connsiteX324" fmla="*/ 3193731 w 3514905"/>
                <a:gd name="connsiteY324" fmla="*/ 768268 h 2393433"/>
                <a:gd name="connsiteX325" fmla="*/ 3191914 w 3514905"/>
                <a:gd name="connsiteY325" fmla="*/ 798468 h 2393433"/>
                <a:gd name="connsiteX326" fmla="*/ 3186690 w 3514905"/>
                <a:gd name="connsiteY326" fmla="*/ 832061 h 2393433"/>
                <a:gd name="connsiteX327" fmla="*/ 3124702 w 3514905"/>
                <a:gd name="connsiteY327" fmla="*/ 875835 h 2393433"/>
                <a:gd name="connsiteX328" fmla="*/ 3098074 w 3514905"/>
                <a:gd name="connsiteY328" fmla="*/ 866963 h 2393433"/>
                <a:gd name="connsiteX329" fmla="*/ 3083991 w 3514905"/>
                <a:gd name="connsiteY329" fmla="*/ 885889 h 2393433"/>
                <a:gd name="connsiteX330" fmla="*/ 3091033 w 3514905"/>
                <a:gd name="connsiteY330" fmla="*/ 903022 h 2393433"/>
                <a:gd name="connsiteX331" fmla="*/ 3092736 w 3514905"/>
                <a:gd name="connsiteY331" fmla="*/ 935039 h 2393433"/>
                <a:gd name="connsiteX332" fmla="*/ 3058533 w 3514905"/>
                <a:gd name="connsiteY332" fmla="*/ 930870 h 2393433"/>
                <a:gd name="connsiteX333" fmla="*/ 3049661 w 3514905"/>
                <a:gd name="connsiteY333" fmla="*/ 951511 h 2393433"/>
                <a:gd name="connsiteX334" fmla="*/ 3001896 w 3514905"/>
                <a:gd name="connsiteY334" fmla="*/ 964069 h 2393433"/>
                <a:gd name="connsiteX335" fmla="*/ 3005430 w 3514905"/>
                <a:gd name="connsiteY335" fmla="*/ 993595 h 2393433"/>
                <a:gd name="connsiteX336" fmla="*/ 2986504 w 3514905"/>
                <a:gd name="connsiteY336" fmla="*/ 1010728 h 2393433"/>
                <a:gd name="connsiteX337" fmla="*/ 2984674 w 3514905"/>
                <a:gd name="connsiteY337" fmla="*/ 1039746 h 2393433"/>
                <a:gd name="connsiteX338" fmla="*/ 2965876 w 3514905"/>
                <a:gd name="connsiteY338" fmla="*/ 1056205 h 2393433"/>
                <a:gd name="connsiteX339" fmla="*/ 2875201 w 3514905"/>
                <a:gd name="connsiteY339" fmla="*/ 1078169 h 2393433"/>
                <a:gd name="connsiteX340" fmla="*/ 2829380 w 3514905"/>
                <a:gd name="connsiteY340" fmla="*/ 1058951 h 2393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Lst>
              <a:rect l="l" t="t" r="r" b="b"/>
              <a:pathLst>
                <a:path w="3514905" h="2393433">
                  <a:moveTo>
                    <a:pt x="2829380" y="1058951"/>
                  </a:moveTo>
                  <a:lnTo>
                    <a:pt x="2794021" y="1090587"/>
                  </a:lnTo>
                  <a:lnTo>
                    <a:pt x="2778616" y="1123658"/>
                  </a:lnTo>
                  <a:lnTo>
                    <a:pt x="2758509" y="1133725"/>
                  </a:lnTo>
                  <a:lnTo>
                    <a:pt x="2743243" y="1159196"/>
                  </a:lnTo>
                  <a:lnTo>
                    <a:pt x="2723670" y="1168080"/>
                  </a:lnTo>
                  <a:lnTo>
                    <a:pt x="2725500" y="1181032"/>
                  </a:lnTo>
                  <a:lnTo>
                    <a:pt x="2714290" y="1186904"/>
                  </a:lnTo>
                  <a:lnTo>
                    <a:pt x="2728512" y="1198153"/>
                  </a:lnTo>
                  <a:lnTo>
                    <a:pt x="2760351" y="1208220"/>
                  </a:lnTo>
                  <a:lnTo>
                    <a:pt x="2776913" y="1247824"/>
                  </a:lnTo>
                  <a:lnTo>
                    <a:pt x="2791669" y="1250824"/>
                  </a:lnTo>
                  <a:lnTo>
                    <a:pt x="2804595" y="1275139"/>
                  </a:lnTo>
                  <a:lnTo>
                    <a:pt x="2831859" y="1280350"/>
                  </a:lnTo>
                  <a:lnTo>
                    <a:pt x="2850136" y="1332385"/>
                  </a:lnTo>
                  <a:lnTo>
                    <a:pt x="2859008" y="1376820"/>
                  </a:lnTo>
                  <a:lnTo>
                    <a:pt x="2883145" y="1399826"/>
                  </a:lnTo>
                  <a:lnTo>
                    <a:pt x="2892677" y="1430661"/>
                  </a:lnTo>
                  <a:lnTo>
                    <a:pt x="2857178" y="1474981"/>
                  </a:lnTo>
                  <a:lnTo>
                    <a:pt x="2869570" y="1517586"/>
                  </a:lnTo>
                  <a:lnTo>
                    <a:pt x="2849475" y="1553022"/>
                  </a:lnTo>
                  <a:lnTo>
                    <a:pt x="2828860" y="1562415"/>
                  </a:lnTo>
                  <a:lnTo>
                    <a:pt x="2811116" y="1557712"/>
                  </a:lnTo>
                  <a:lnTo>
                    <a:pt x="2787488" y="1576142"/>
                  </a:lnTo>
                  <a:lnTo>
                    <a:pt x="2779264" y="1613917"/>
                  </a:lnTo>
                  <a:lnTo>
                    <a:pt x="2747959" y="1640582"/>
                  </a:lnTo>
                  <a:lnTo>
                    <a:pt x="2687649" y="1650636"/>
                  </a:lnTo>
                  <a:lnTo>
                    <a:pt x="2649289" y="1664249"/>
                  </a:lnTo>
                  <a:lnTo>
                    <a:pt x="2614324" y="1667897"/>
                  </a:lnTo>
                  <a:lnTo>
                    <a:pt x="2607397" y="1715090"/>
                  </a:lnTo>
                  <a:lnTo>
                    <a:pt x="2593174" y="1734549"/>
                  </a:lnTo>
                  <a:lnTo>
                    <a:pt x="2594089" y="1776124"/>
                  </a:lnTo>
                  <a:lnTo>
                    <a:pt x="2615366" y="1829583"/>
                  </a:lnTo>
                  <a:lnTo>
                    <a:pt x="2578303" y="1864078"/>
                  </a:lnTo>
                  <a:lnTo>
                    <a:pt x="2586133" y="1885902"/>
                  </a:lnTo>
                  <a:lnTo>
                    <a:pt x="2572545" y="1904332"/>
                  </a:lnTo>
                  <a:lnTo>
                    <a:pt x="2573206" y="1930350"/>
                  </a:lnTo>
                  <a:lnTo>
                    <a:pt x="2549578" y="1928125"/>
                  </a:lnTo>
                  <a:lnTo>
                    <a:pt x="2523611" y="1978191"/>
                  </a:lnTo>
                  <a:lnTo>
                    <a:pt x="2493488" y="1971124"/>
                  </a:lnTo>
                  <a:lnTo>
                    <a:pt x="2462157" y="1977670"/>
                  </a:lnTo>
                  <a:lnTo>
                    <a:pt x="2435008" y="1971658"/>
                  </a:lnTo>
                  <a:lnTo>
                    <a:pt x="2356319" y="1975966"/>
                  </a:lnTo>
                  <a:lnTo>
                    <a:pt x="2325002" y="2027201"/>
                  </a:lnTo>
                  <a:lnTo>
                    <a:pt x="2297852" y="2045758"/>
                  </a:lnTo>
                  <a:lnTo>
                    <a:pt x="2299810" y="2108890"/>
                  </a:lnTo>
                  <a:lnTo>
                    <a:pt x="2283897" y="2126023"/>
                  </a:lnTo>
                  <a:lnTo>
                    <a:pt x="2280884" y="2154507"/>
                  </a:lnTo>
                  <a:lnTo>
                    <a:pt x="2296810" y="2184045"/>
                  </a:lnTo>
                  <a:lnTo>
                    <a:pt x="2287405" y="2203530"/>
                  </a:lnTo>
                  <a:lnTo>
                    <a:pt x="2257917" y="2218935"/>
                  </a:lnTo>
                  <a:lnTo>
                    <a:pt x="2246033" y="2206542"/>
                  </a:lnTo>
                  <a:lnTo>
                    <a:pt x="2199984" y="2200645"/>
                  </a:lnTo>
                  <a:lnTo>
                    <a:pt x="2168526" y="2187706"/>
                  </a:lnTo>
                  <a:lnTo>
                    <a:pt x="2136687" y="2221426"/>
                  </a:lnTo>
                  <a:lnTo>
                    <a:pt x="2059422" y="2155040"/>
                  </a:lnTo>
                  <a:lnTo>
                    <a:pt x="2027074" y="2148495"/>
                  </a:lnTo>
                  <a:lnTo>
                    <a:pt x="1994574" y="2194379"/>
                  </a:lnTo>
                  <a:lnTo>
                    <a:pt x="1964413" y="2195688"/>
                  </a:lnTo>
                  <a:lnTo>
                    <a:pt x="1937810" y="2162743"/>
                  </a:lnTo>
                  <a:lnTo>
                    <a:pt x="1940149" y="2121956"/>
                  </a:lnTo>
                  <a:lnTo>
                    <a:pt x="1915352" y="2103018"/>
                  </a:lnTo>
                  <a:lnTo>
                    <a:pt x="1884301" y="2100400"/>
                  </a:lnTo>
                  <a:lnTo>
                    <a:pt x="1855715" y="2049165"/>
                  </a:lnTo>
                  <a:lnTo>
                    <a:pt x="1835087" y="2043280"/>
                  </a:lnTo>
                  <a:lnTo>
                    <a:pt x="1800375" y="2060006"/>
                  </a:lnTo>
                  <a:lnTo>
                    <a:pt x="1761888" y="2054515"/>
                  </a:lnTo>
                  <a:lnTo>
                    <a:pt x="1737612" y="2062765"/>
                  </a:lnTo>
                  <a:lnTo>
                    <a:pt x="1679806" y="2053867"/>
                  </a:lnTo>
                  <a:lnTo>
                    <a:pt x="1663880" y="2003408"/>
                  </a:lnTo>
                  <a:lnTo>
                    <a:pt x="1639083" y="2014262"/>
                  </a:lnTo>
                  <a:lnTo>
                    <a:pt x="1608934" y="2014262"/>
                  </a:lnTo>
                  <a:lnTo>
                    <a:pt x="1597050" y="2044462"/>
                  </a:lnTo>
                  <a:lnTo>
                    <a:pt x="1605934" y="2088630"/>
                  </a:lnTo>
                  <a:lnTo>
                    <a:pt x="1588318" y="2104835"/>
                  </a:lnTo>
                  <a:lnTo>
                    <a:pt x="1558690" y="2098302"/>
                  </a:lnTo>
                  <a:lnTo>
                    <a:pt x="1544608" y="2087066"/>
                  </a:lnTo>
                  <a:lnTo>
                    <a:pt x="1525021" y="2090460"/>
                  </a:lnTo>
                  <a:lnTo>
                    <a:pt x="1503897" y="2086418"/>
                  </a:lnTo>
                  <a:lnTo>
                    <a:pt x="1486662" y="2104835"/>
                  </a:lnTo>
                  <a:lnTo>
                    <a:pt x="1463033" y="2111902"/>
                  </a:lnTo>
                  <a:lnTo>
                    <a:pt x="1454289" y="2124841"/>
                  </a:lnTo>
                  <a:lnTo>
                    <a:pt x="1460174" y="2162743"/>
                  </a:lnTo>
                  <a:lnTo>
                    <a:pt x="1430025" y="2163925"/>
                  </a:lnTo>
                  <a:lnTo>
                    <a:pt x="1415014" y="2175542"/>
                  </a:lnTo>
                  <a:lnTo>
                    <a:pt x="1396356" y="2178173"/>
                  </a:lnTo>
                  <a:lnTo>
                    <a:pt x="1375740" y="2211233"/>
                  </a:lnTo>
                  <a:lnTo>
                    <a:pt x="1326145" y="2246656"/>
                  </a:lnTo>
                  <a:lnTo>
                    <a:pt x="1305389" y="2240263"/>
                  </a:lnTo>
                  <a:lnTo>
                    <a:pt x="1290645" y="2266255"/>
                  </a:lnTo>
                  <a:lnTo>
                    <a:pt x="1265860" y="2281545"/>
                  </a:lnTo>
                  <a:lnTo>
                    <a:pt x="1232839" y="2259201"/>
                  </a:lnTo>
                  <a:lnTo>
                    <a:pt x="1212744" y="2257371"/>
                  </a:lnTo>
                  <a:lnTo>
                    <a:pt x="1200987" y="2235534"/>
                  </a:lnTo>
                  <a:lnTo>
                    <a:pt x="1179723" y="2227832"/>
                  </a:lnTo>
                  <a:lnTo>
                    <a:pt x="1144236" y="2243783"/>
                  </a:lnTo>
                  <a:lnTo>
                    <a:pt x="1128298" y="2234238"/>
                  </a:lnTo>
                  <a:lnTo>
                    <a:pt x="1120087" y="2218935"/>
                  </a:lnTo>
                  <a:lnTo>
                    <a:pt x="1079363" y="2210584"/>
                  </a:lnTo>
                  <a:lnTo>
                    <a:pt x="1068661" y="2218935"/>
                  </a:lnTo>
                  <a:lnTo>
                    <a:pt x="1049215" y="2262086"/>
                  </a:lnTo>
                  <a:lnTo>
                    <a:pt x="1010067" y="2303776"/>
                  </a:lnTo>
                  <a:lnTo>
                    <a:pt x="993633" y="2307690"/>
                  </a:lnTo>
                  <a:lnTo>
                    <a:pt x="985409" y="2290455"/>
                  </a:lnTo>
                  <a:lnTo>
                    <a:pt x="962442" y="2301157"/>
                  </a:lnTo>
                  <a:lnTo>
                    <a:pt x="943517" y="2294624"/>
                  </a:lnTo>
                  <a:lnTo>
                    <a:pt x="925239" y="2301678"/>
                  </a:lnTo>
                  <a:lnTo>
                    <a:pt x="919240" y="2317642"/>
                  </a:lnTo>
                  <a:lnTo>
                    <a:pt x="889358" y="2337623"/>
                  </a:lnTo>
                  <a:lnTo>
                    <a:pt x="889625" y="2375130"/>
                  </a:lnTo>
                  <a:lnTo>
                    <a:pt x="867166" y="2387815"/>
                  </a:lnTo>
                  <a:lnTo>
                    <a:pt x="832328" y="2373821"/>
                  </a:lnTo>
                  <a:lnTo>
                    <a:pt x="802967" y="2354362"/>
                  </a:lnTo>
                  <a:lnTo>
                    <a:pt x="801137" y="2334877"/>
                  </a:lnTo>
                  <a:lnTo>
                    <a:pt x="788744" y="2331878"/>
                  </a:lnTo>
                  <a:lnTo>
                    <a:pt x="755736" y="2348998"/>
                  </a:lnTo>
                  <a:lnTo>
                    <a:pt x="748669" y="2367428"/>
                  </a:lnTo>
                  <a:lnTo>
                    <a:pt x="712280" y="2389645"/>
                  </a:lnTo>
                  <a:lnTo>
                    <a:pt x="681864" y="2393433"/>
                  </a:lnTo>
                  <a:lnTo>
                    <a:pt x="664248" y="2369780"/>
                  </a:lnTo>
                  <a:lnTo>
                    <a:pt x="653012" y="2346126"/>
                  </a:lnTo>
                  <a:lnTo>
                    <a:pt x="660079" y="2332513"/>
                  </a:lnTo>
                  <a:lnTo>
                    <a:pt x="631100" y="2305872"/>
                  </a:lnTo>
                  <a:lnTo>
                    <a:pt x="624058" y="2285218"/>
                  </a:lnTo>
                  <a:lnTo>
                    <a:pt x="599261" y="2266255"/>
                  </a:lnTo>
                  <a:lnTo>
                    <a:pt x="595079" y="2232535"/>
                  </a:lnTo>
                  <a:lnTo>
                    <a:pt x="555550" y="2198166"/>
                  </a:lnTo>
                  <a:lnTo>
                    <a:pt x="537782" y="2150325"/>
                  </a:lnTo>
                  <a:lnTo>
                    <a:pt x="540794" y="2101836"/>
                  </a:lnTo>
                  <a:lnTo>
                    <a:pt x="504773" y="2087066"/>
                  </a:lnTo>
                  <a:lnTo>
                    <a:pt x="487297" y="2056091"/>
                  </a:lnTo>
                  <a:lnTo>
                    <a:pt x="494732" y="2035577"/>
                  </a:lnTo>
                  <a:lnTo>
                    <a:pt x="515856" y="2021838"/>
                  </a:lnTo>
                  <a:lnTo>
                    <a:pt x="490029" y="2003026"/>
                  </a:lnTo>
                  <a:lnTo>
                    <a:pt x="484157" y="1968124"/>
                  </a:lnTo>
                  <a:lnTo>
                    <a:pt x="463401" y="1971658"/>
                  </a:lnTo>
                  <a:lnTo>
                    <a:pt x="435083" y="1951665"/>
                  </a:lnTo>
                  <a:lnTo>
                    <a:pt x="426860" y="1911920"/>
                  </a:lnTo>
                  <a:lnTo>
                    <a:pt x="400893" y="1878327"/>
                  </a:lnTo>
                  <a:lnTo>
                    <a:pt x="386149" y="1877678"/>
                  </a:lnTo>
                  <a:lnTo>
                    <a:pt x="373108" y="1842255"/>
                  </a:lnTo>
                  <a:lnTo>
                    <a:pt x="357169" y="1814433"/>
                  </a:lnTo>
                  <a:lnTo>
                    <a:pt x="335384" y="1796117"/>
                  </a:lnTo>
                  <a:lnTo>
                    <a:pt x="341777" y="1777433"/>
                  </a:lnTo>
                  <a:lnTo>
                    <a:pt x="333554" y="1770112"/>
                  </a:lnTo>
                  <a:lnTo>
                    <a:pt x="319331" y="1778348"/>
                  </a:lnTo>
                  <a:lnTo>
                    <a:pt x="285662" y="1819123"/>
                  </a:lnTo>
                  <a:lnTo>
                    <a:pt x="258119" y="1823965"/>
                  </a:lnTo>
                  <a:lnTo>
                    <a:pt x="248459" y="1843958"/>
                  </a:lnTo>
                  <a:lnTo>
                    <a:pt x="212451" y="1826838"/>
                  </a:lnTo>
                  <a:lnTo>
                    <a:pt x="204100" y="1807620"/>
                  </a:lnTo>
                  <a:lnTo>
                    <a:pt x="221323" y="1754695"/>
                  </a:lnTo>
                  <a:lnTo>
                    <a:pt x="245739" y="1741222"/>
                  </a:lnTo>
                  <a:lnTo>
                    <a:pt x="244951" y="1709726"/>
                  </a:lnTo>
                  <a:lnTo>
                    <a:pt x="224844" y="1684903"/>
                  </a:lnTo>
                  <a:lnTo>
                    <a:pt x="250302" y="1641103"/>
                  </a:lnTo>
                  <a:lnTo>
                    <a:pt x="245612" y="1619280"/>
                  </a:lnTo>
                  <a:lnTo>
                    <a:pt x="265948" y="1592741"/>
                  </a:lnTo>
                  <a:lnTo>
                    <a:pt x="249641" y="1592614"/>
                  </a:lnTo>
                  <a:lnTo>
                    <a:pt x="226674" y="1603329"/>
                  </a:lnTo>
                  <a:lnTo>
                    <a:pt x="209579" y="1592093"/>
                  </a:lnTo>
                  <a:lnTo>
                    <a:pt x="155814" y="1587911"/>
                  </a:lnTo>
                  <a:lnTo>
                    <a:pt x="134537" y="1572481"/>
                  </a:lnTo>
                  <a:lnTo>
                    <a:pt x="89137" y="1575481"/>
                  </a:lnTo>
                  <a:lnTo>
                    <a:pt x="53891" y="1553530"/>
                  </a:lnTo>
                  <a:lnTo>
                    <a:pt x="38359" y="1511586"/>
                  </a:lnTo>
                  <a:lnTo>
                    <a:pt x="43075" y="1476557"/>
                  </a:lnTo>
                  <a:lnTo>
                    <a:pt x="85476" y="1419692"/>
                  </a:lnTo>
                  <a:lnTo>
                    <a:pt x="65763" y="1354603"/>
                  </a:lnTo>
                  <a:lnTo>
                    <a:pt x="98529" y="1295793"/>
                  </a:lnTo>
                  <a:lnTo>
                    <a:pt x="98529" y="1266775"/>
                  </a:lnTo>
                  <a:lnTo>
                    <a:pt x="126327" y="1249642"/>
                  </a:lnTo>
                  <a:lnTo>
                    <a:pt x="138071" y="1221807"/>
                  </a:lnTo>
                  <a:lnTo>
                    <a:pt x="164432" y="1202601"/>
                  </a:lnTo>
                  <a:lnTo>
                    <a:pt x="173965" y="1188608"/>
                  </a:lnTo>
                  <a:lnTo>
                    <a:pt x="178909" y="1147973"/>
                  </a:lnTo>
                  <a:lnTo>
                    <a:pt x="191314" y="1125476"/>
                  </a:lnTo>
                  <a:lnTo>
                    <a:pt x="184527" y="1096065"/>
                  </a:lnTo>
                  <a:lnTo>
                    <a:pt x="156475" y="1097641"/>
                  </a:lnTo>
                  <a:lnTo>
                    <a:pt x="118624" y="1065738"/>
                  </a:lnTo>
                  <a:lnTo>
                    <a:pt x="119794" y="1047448"/>
                  </a:lnTo>
                  <a:lnTo>
                    <a:pt x="103741" y="1019994"/>
                  </a:lnTo>
                  <a:lnTo>
                    <a:pt x="81434" y="1010067"/>
                  </a:lnTo>
                  <a:lnTo>
                    <a:pt x="59649" y="1011237"/>
                  </a:lnTo>
                  <a:lnTo>
                    <a:pt x="55467" y="978178"/>
                  </a:lnTo>
                  <a:lnTo>
                    <a:pt x="28827" y="975165"/>
                  </a:lnTo>
                  <a:lnTo>
                    <a:pt x="15926" y="931518"/>
                  </a:lnTo>
                  <a:lnTo>
                    <a:pt x="0" y="910737"/>
                  </a:lnTo>
                  <a:lnTo>
                    <a:pt x="2872" y="875314"/>
                  </a:lnTo>
                  <a:lnTo>
                    <a:pt x="46596" y="859884"/>
                  </a:lnTo>
                  <a:lnTo>
                    <a:pt x="72156" y="837552"/>
                  </a:lnTo>
                  <a:lnTo>
                    <a:pt x="67593" y="797807"/>
                  </a:lnTo>
                  <a:lnTo>
                    <a:pt x="75816" y="785262"/>
                  </a:lnTo>
                  <a:lnTo>
                    <a:pt x="114316" y="806043"/>
                  </a:lnTo>
                  <a:lnTo>
                    <a:pt x="128919" y="809564"/>
                  </a:lnTo>
                  <a:lnTo>
                    <a:pt x="161547" y="802904"/>
                  </a:lnTo>
                  <a:lnTo>
                    <a:pt x="172516" y="806551"/>
                  </a:lnTo>
                  <a:lnTo>
                    <a:pt x="181654" y="812843"/>
                  </a:lnTo>
                  <a:lnTo>
                    <a:pt x="187641" y="803832"/>
                  </a:lnTo>
                  <a:lnTo>
                    <a:pt x="183218" y="787486"/>
                  </a:lnTo>
                  <a:lnTo>
                    <a:pt x="186217" y="784728"/>
                  </a:lnTo>
                  <a:lnTo>
                    <a:pt x="209579" y="813237"/>
                  </a:lnTo>
                  <a:lnTo>
                    <a:pt x="238418" y="840018"/>
                  </a:lnTo>
                  <a:lnTo>
                    <a:pt x="243248" y="853350"/>
                  </a:lnTo>
                  <a:lnTo>
                    <a:pt x="242854" y="872695"/>
                  </a:lnTo>
                  <a:lnTo>
                    <a:pt x="232419" y="900556"/>
                  </a:lnTo>
                  <a:lnTo>
                    <a:pt x="237249" y="911385"/>
                  </a:lnTo>
                  <a:lnTo>
                    <a:pt x="249120" y="922634"/>
                  </a:lnTo>
                  <a:lnTo>
                    <a:pt x="261258" y="946809"/>
                  </a:lnTo>
                  <a:lnTo>
                    <a:pt x="272087" y="953342"/>
                  </a:lnTo>
                  <a:lnTo>
                    <a:pt x="296351" y="949821"/>
                  </a:lnTo>
                  <a:lnTo>
                    <a:pt x="308629" y="950990"/>
                  </a:lnTo>
                  <a:lnTo>
                    <a:pt x="330033" y="977008"/>
                  </a:lnTo>
                  <a:lnTo>
                    <a:pt x="334075" y="984710"/>
                  </a:lnTo>
                  <a:lnTo>
                    <a:pt x="336045" y="995171"/>
                  </a:lnTo>
                  <a:lnTo>
                    <a:pt x="335384" y="1023133"/>
                  </a:lnTo>
                  <a:lnTo>
                    <a:pt x="342947" y="1052672"/>
                  </a:lnTo>
                  <a:lnTo>
                    <a:pt x="344002" y="1072818"/>
                  </a:lnTo>
                  <a:lnTo>
                    <a:pt x="353661" y="1084714"/>
                  </a:lnTo>
                  <a:lnTo>
                    <a:pt x="371011" y="1094514"/>
                  </a:lnTo>
                  <a:lnTo>
                    <a:pt x="391373" y="1115422"/>
                  </a:lnTo>
                  <a:lnTo>
                    <a:pt x="395694" y="1128361"/>
                  </a:lnTo>
                  <a:lnTo>
                    <a:pt x="400244" y="1154506"/>
                  </a:lnTo>
                  <a:lnTo>
                    <a:pt x="404426" y="1166911"/>
                  </a:lnTo>
                  <a:lnTo>
                    <a:pt x="413425" y="1176330"/>
                  </a:lnTo>
                  <a:lnTo>
                    <a:pt x="431956" y="1196590"/>
                  </a:lnTo>
                  <a:lnTo>
                    <a:pt x="449052" y="1210558"/>
                  </a:lnTo>
                  <a:lnTo>
                    <a:pt x="453360" y="1220637"/>
                  </a:lnTo>
                  <a:lnTo>
                    <a:pt x="452826" y="1232534"/>
                  </a:lnTo>
                  <a:lnTo>
                    <a:pt x="464329" y="1258272"/>
                  </a:lnTo>
                  <a:lnTo>
                    <a:pt x="469934" y="1266775"/>
                  </a:lnTo>
                  <a:lnTo>
                    <a:pt x="477624" y="1274490"/>
                  </a:lnTo>
                  <a:lnTo>
                    <a:pt x="480636" y="1279841"/>
                  </a:lnTo>
                  <a:lnTo>
                    <a:pt x="479327" y="1286374"/>
                  </a:lnTo>
                  <a:lnTo>
                    <a:pt x="482988" y="1295793"/>
                  </a:lnTo>
                  <a:lnTo>
                    <a:pt x="491465" y="1302059"/>
                  </a:lnTo>
                  <a:lnTo>
                    <a:pt x="496562" y="1311731"/>
                  </a:lnTo>
                  <a:lnTo>
                    <a:pt x="499422" y="1346621"/>
                  </a:lnTo>
                  <a:lnTo>
                    <a:pt x="502943" y="1354870"/>
                  </a:lnTo>
                  <a:lnTo>
                    <a:pt x="518348" y="1366767"/>
                  </a:lnTo>
                  <a:lnTo>
                    <a:pt x="531922" y="1386238"/>
                  </a:lnTo>
                  <a:lnTo>
                    <a:pt x="541709" y="1406359"/>
                  </a:lnTo>
                  <a:lnTo>
                    <a:pt x="620919" y="1364936"/>
                  </a:lnTo>
                  <a:lnTo>
                    <a:pt x="629663" y="1369893"/>
                  </a:lnTo>
                  <a:lnTo>
                    <a:pt x="656419" y="1363500"/>
                  </a:lnTo>
                  <a:lnTo>
                    <a:pt x="713703" y="1319447"/>
                  </a:lnTo>
                  <a:lnTo>
                    <a:pt x="736023" y="1257751"/>
                  </a:lnTo>
                  <a:lnTo>
                    <a:pt x="777521" y="1249261"/>
                  </a:lnTo>
                  <a:lnTo>
                    <a:pt x="819541" y="1188480"/>
                  </a:lnTo>
                  <a:lnTo>
                    <a:pt x="903454" y="1123786"/>
                  </a:lnTo>
                  <a:lnTo>
                    <a:pt x="875403" y="1061175"/>
                  </a:lnTo>
                  <a:lnTo>
                    <a:pt x="888964" y="1032679"/>
                  </a:lnTo>
                  <a:lnTo>
                    <a:pt x="928646" y="990201"/>
                  </a:lnTo>
                  <a:lnTo>
                    <a:pt x="997942" y="980148"/>
                  </a:lnTo>
                  <a:lnTo>
                    <a:pt x="1017515" y="956227"/>
                  </a:lnTo>
                  <a:lnTo>
                    <a:pt x="1016727" y="897544"/>
                  </a:lnTo>
                  <a:lnTo>
                    <a:pt x="1121917" y="846817"/>
                  </a:lnTo>
                  <a:lnTo>
                    <a:pt x="1113948" y="930997"/>
                  </a:lnTo>
                  <a:lnTo>
                    <a:pt x="1133013" y="942894"/>
                  </a:lnTo>
                  <a:lnTo>
                    <a:pt x="1217307" y="913876"/>
                  </a:lnTo>
                  <a:lnTo>
                    <a:pt x="1264144" y="877017"/>
                  </a:lnTo>
                  <a:lnTo>
                    <a:pt x="1300305" y="850872"/>
                  </a:lnTo>
                  <a:lnTo>
                    <a:pt x="1380176" y="814801"/>
                  </a:lnTo>
                  <a:lnTo>
                    <a:pt x="1420238" y="842903"/>
                  </a:lnTo>
                  <a:lnTo>
                    <a:pt x="1464076" y="817279"/>
                  </a:lnTo>
                  <a:lnTo>
                    <a:pt x="1479608" y="860672"/>
                  </a:lnTo>
                  <a:lnTo>
                    <a:pt x="1505193" y="863150"/>
                  </a:lnTo>
                  <a:lnTo>
                    <a:pt x="1522009" y="845000"/>
                  </a:lnTo>
                  <a:lnTo>
                    <a:pt x="1585712" y="840691"/>
                  </a:lnTo>
                  <a:lnTo>
                    <a:pt x="1620678" y="806170"/>
                  </a:lnTo>
                  <a:lnTo>
                    <a:pt x="1560406" y="782923"/>
                  </a:lnTo>
                  <a:lnTo>
                    <a:pt x="1576714" y="744348"/>
                  </a:lnTo>
                  <a:lnTo>
                    <a:pt x="1630338" y="726579"/>
                  </a:lnTo>
                  <a:lnTo>
                    <a:pt x="1678484" y="731536"/>
                  </a:lnTo>
                  <a:lnTo>
                    <a:pt x="1711505" y="726579"/>
                  </a:lnTo>
                  <a:lnTo>
                    <a:pt x="1734079" y="665786"/>
                  </a:lnTo>
                  <a:lnTo>
                    <a:pt x="1765943" y="638739"/>
                  </a:lnTo>
                  <a:lnTo>
                    <a:pt x="1902184" y="692592"/>
                  </a:lnTo>
                  <a:lnTo>
                    <a:pt x="1928799" y="724863"/>
                  </a:lnTo>
                  <a:lnTo>
                    <a:pt x="1994447" y="703040"/>
                  </a:lnTo>
                  <a:lnTo>
                    <a:pt x="2012839" y="690380"/>
                  </a:lnTo>
                  <a:lnTo>
                    <a:pt x="2059028" y="654690"/>
                  </a:lnTo>
                  <a:lnTo>
                    <a:pt x="2212643" y="539154"/>
                  </a:lnTo>
                  <a:lnTo>
                    <a:pt x="2285714" y="538099"/>
                  </a:lnTo>
                  <a:lnTo>
                    <a:pt x="2389849" y="487373"/>
                  </a:lnTo>
                  <a:lnTo>
                    <a:pt x="2414265" y="451848"/>
                  </a:lnTo>
                  <a:lnTo>
                    <a:pt x="2467508" y="433278"/>
                  </a:lnTo>
                  <a:lnTo>
                    <a:pt x="2482239" y="401783"/>
                  </a:lnTo>
                  <a:lnTo>
                    <a:pt x="2456933" y="354729"/>
                  </a:lnTo>
                  <a:lnTo>
                    <a:pt x="2474817" y="335893"/>
                  </a:lnTo>
                  <a:lnTo>
                    <a:pt x="2507838" y="324136"/>
                  </a:lnTo>
                  <a:lnTo>
                    <a:pt x="2527666" y="296961"/>
                  </a:lnTo>
                  <a:lnTo>
                    <a:pt x="2576854" y="275252"/>
                  </a:lnTo>
                  <a:lnTo>
                    <a:pt x="2658416" y="314730"/>
                  </a:lnTo>
                  <a:lnTo>
                    <a:pt x="2682832" y="306240"/>
                  </a:lnTo>
                  <a:lnTo>
                    <a:pt x="2773519" y="330529"/>
                  </a:lnTo>
                  <a:lnTo>
                    <a:pt x="2796105" y="360741"/>
                  </a:lnTo>
                  <a:lnTo>
                    <a:pt x="2891762" y="374595"/>
                  </a:lnTo>
                  <a:lnTo>
                    <a:pt x="2912759" y="401783"/>
                  </a:lnTo>
                  <a:lnTo>
                    <a:pt x="3021216" y="384789"/>
                  </a:lnTo>
                  <a:lnTo>
                    <a:pt x="3062587" y="375231"/>
                  </a:lnTo>
                  <a:lnTo>
                    <a:pt x="3113098" y="348183"/>
                  </a:lnTo>
                  <a:lnTo>
                    <a:pt x="3175339" y="308845"/>
                  </a:lnTo>
                  <a:lnTo>
                    <a:pt x="3239018" y="273168"/>
                  </a:lnTo>
                  <a:lnTo>
                    <a:pt x="3281177" y="218133"/>
                  </a:lnTo>
                  <a:lnTo>
                    <a:pt x="3293430" y="64682"/>
                  </a:lnTo>
                  <a:lnTo>
                    <a:pt x="3333124" y="23654"/>
                  </a:lnTo>
                  <a:lnTo>
                    <a:pt x="3380355" y="0"/>
                  </a:lnTo>
                  <a:lnTo>
                    <a:pt x="3401632" y="16587"/>
                  </a:lnTo>
                  <a:lnTo>
                    <a:pt x="3397578" y="83252"/>
                  </a:lnTo>
                  <a:lnTo>
                    <a:pt x="3366005" y="206363"/>
                  </a:lnTo>
                  <a:lnTo>
                    <a:pt x="3406716" y="320996"/>
                  </a:lnTo>
                  <a:lnTo>
                    <a:pt x="3514905" y="378764"/>
                  </a:lnTo>
                  <a:lnTo>
                    <a:pt x="3444948" y="475616"/>
                  </a:lnTo>
                  <a:lnTo>
                    <a:pt x="3340814" y="479162"/>
                  </a:lnTo>
                  <a:lnTo>
                    <a:pt x="3340687" y="602286"/>
                  </a:lnTo>
                  <a:lnTo>
                    <a:pt x="3317707" y="613903"/>
                  </a:lnTo>
                  <a:lnTo>
                    <a:pt x="3282868" y="610369"/>
                  </a:lnTo>
                  <a:lnTo>
                    <a:pt x="3241636" y="663053"/>
                  </a:lnTo>
                  <a:lnTo>
                    <a:pt x="3201306" y="689325"/>
                  </a:lnTo>
                  <a:lnTo>
                    <a:pt x="3165680" y="686580"/>
                  </a:lnTo>
                  <a:lnTo>
                    <a:pt x="3135531" y="737561"/>
                  </a:lnTo>
                  <a:lnTo>
                    <a:pt x="3160062" y="751148"/>
                  </a:lnTo>
                  <a:lnTo>
                    <a:pt x="3178466" y="745784"/>
                  </a:lnTo>
                  <a:lnTo>
                    <a:pt x="3193731" y="768268"/>
                  </a:lnTo>
                  <a:lnTo>
                    <a:pt x="3191914" y="798468"/>
                  </a:lnTo>
                  <a:lnTo>
                    <a:pt x="3186690" y="832061"/>
                  </a:lnTo>
                  <a:lnTo>
                    <a:pt x="3124702" y="875835"/>
                  </a:lnTo>
                  <a:lnTo>
                    <a:pt x="3098074" y="866963"/>
                  </a:lnTo>
                  <a:lnTo>
                    <a:pt x="3083991" y="885889"/>
                  </a:lnTo>
                  <a:lnTo>
                    <a:pt x="3091033" y="903022"/>
                  </a:lnTo>
                  <a:lnTo>
                    <a:pt x="3092736" y="935039"/>
                  </a:lnTo>
                  <a:lnTo>
                    <a:pt x="3058533" y="930870"/>
                  </a:lnTo>
                  <a:lnTo>
                    <a:pt x="3049661" y="951511"/>
                  </a:lnTo>
                  <a:lnTo>
                    <a:pt x="3001896" y="964069"/>
                  </a:lnTo>
                  <a:lnTo>
                    <a:pt x="3005430" y="993595"/>
                  </a:lnTo>
                  <a:lnTo>
                    <a:pt x="2986504" y="1010728"/>
                  </a:lnTo>
                  <a:lnTo>
                    <a:pt x="2984674" y="1039746"/>
                  </a:lnTo>
                  <a:lnTo>
                    <a:pt x="2965876" y="1056205"/>
                  </a:lnTo>
                  <a:lnTo>
                    <a:pt x="2875201" y="1078169"/>
                  </a:lnTo>
                  <a:lnTo>
                    <a:pt x="2829380" y="1058951"/>
                  </a:lnTo>
                  <a:close/>
                </a:path>
              </a:pathLst>
            </a:custGeom>
            <a:noFill/>
            <a:ln w="3810" cap="flat">
              <a:solidFill>
                <a:srgbClr val="E6E4E2"/>
              </a:solidFill>
              <a:prstDash val="solid"/>
              <a:miter/>
            </a:ln>
          </p:spPr>
          <p:txBody>
            <a:bodyPr rtlCol="0" anchor="ctr"/>
            <a:lstStyle/>
            <a:p>
              <a:endParaRPr lang="de-CH"/>
            </a:p>
          </p:txBody>
        </p:sp>
        <p:sp>
          <p:nvSpPr>
            <p:cNvPr id="128" name="Freihandform: Form 127">
              <a:extLst>
                <a:ext uri="{FF2B5EF4-FFF2-40B4-BE49-F238E27FC236}">
                  <a16:creationId xmlns:a16="http://schemas.microsoft.com/office/drawing/2014/main" id="{FE46F7DF-6A5E-80EE-D5FE-C275BC64705A}"/>
                </a:ext>
              </a:extLst>
            </p:cNvPr>
            <p:cNvSpPr/>
            <p:nvPr/>
          </p:nvSpPr>
          <p:spPr>
            <a:xfrm>
              <a:off x="2476727" y="2413773"/>
              <a:ext cx="1337901" cy="943808"/>
            </a:xfrm>
            <a:custGeom>
              <a:avLst/>
              <a:gdLst>
                <a:gd name="connsiteX0" fmla="*/ 943529 w 1337901"/>
                <a:gd name="connsiteY0" fmla="*/ 556008 h 943808"/>
                <a:gd name="connsiteX1" fmla="*/ 923168 w 1337901"/>
                <a:gd name="connsiteY1" fmla="*/ 565159 h 943808"/>
                <a:gd name="connsiteX2" fmla="*/ 900848 w 1337901"/>
                <a:gd name="connsiteY2" fmla="*/ 583462 h 943808"/>
                <a:gd name="connsiteX3" fmla="*/ 903200 w 1337901"/>
                <a:gd name="connsiteY3" fmla="*/ 623969 h 943808"/>
                <a:gd name="connsiteX4" fmla="*/ 895370 w 1337901"/>
                <a:gd name="connsiteY4" fmla="*/ 639132 h 943808"/>
                <a:gd name="connsiteX5" fmla="*/ 894722 w 1337901"/>
                <a:gd name="connsiteY5" fmla="*/ 656266 h 943808"/>
                <a:gd name="connsiteX6" fmla="*/ 873178 w 1337901"/>
                <a:gd name="connsiteY6" fmla="*/ 669599 h 943808"/>
                <a:gd name="connsiteX7" fmla="*/ 844860 w 1337901"/>
                <a:gd name="connsiteY7" fmla="*/ 676907 h 943808"/>
                <a:gd name="connsiteX8" fmla="*/ 829722 w 1337901"/>
                <a:gd name="connsiteY8" fmla="*/ 694689 h 943808"/>
                <a:gd name="connsiteX9" fmla="*/ 830116 w 1337901"/>
                <a:gd name="connsiteY9" fmla="*/ 710500 h 943808"/>
                <a:gd name="connsiteX10" fmla="*/ 825032 w 1337901"/>
                <a:gd name="connsiteY10" fmla="*/ 715216 h 943808"/>
                <a:gd name="connsiteX11" fmla="*/ 813034 w 1337901"/>
                <a:gd name="connsiteY11" fmla="*/ 711949 h 943808"/>
                <a:gd name="connsiteX12" fmla="*/ 760426 w 1337901"/>
                <a:gd name="connsiteY12" fmla="*/ 745924 h 943808"/>
                <a:gd name="connsiteX13" fmla="*/ 715025 w 1337901"/>
                <a:gd name="connsiteY13" fmla="*/ 801607 h 943808"/>
                <a:gd name="connsiteX14" fmla="*/ 705874 w 1337901"/>
                <a:gd name="connsiteY14" fmla="*/ 811801 h 943808"/>
                <a:gd name="connsiteX15" fmla="*/ 689300 w 1337901"/>
                <a:gd name="connsiteY15" fmla="*/ 820685 h 943808"/>
                <a:gd name="connsiteX16" fmla="*/ 678089 w 1337901"/>
                <a:gd name="connsiteY16" fmla="*/ 835442 h 943808"/>
                <a:gd name="connsiteX17" fmla="*/ 668811 w 1337901"/>
                <a:gd name="connsiteY17" fmla="*/ 854799 h 943808"/>
                <a:gd name="connsiteX18" fmla="*/ 662163 w 1337901"/>
                <a:gd name="connsiteY18" fmla="*/ 865654 h 943808"/>
                <a:gd name="connsiteX19" fmla="*/ 659812 w 1337901"/>
                <a:gd name="connsiteY19" fmla="*/ 878059 h 943808"/>
                <a:gd name="connsiteX20" fmla="*/ 618186 w 1337901"/>
                <a:gd name="connsiteY20" fmla="*/ 875059 h 943808"/>
                <a:gd name="connsiteX21" fmla="*/ 624579 w 1337901"/>
                <a:gd name="connsiteY21" fmla="*/ 851914 h 943808"/>
                <a:gd name="connsiteX22" fmla="*/ 626016 w 1337901"/>
                <a:gd name="connsiteY22" fmla="*/ 837552 h 943808"/>
                <a:gd name="connsiteX23" fmla="*/ 621707 w 1337901"/>
                <a:gd name="connsiteY23" fmla="*/ 836115 h 943808"/>
                <a:gd name="connsiteX24" fmla="*/ 625228 w 1337901"/>
                <a:gd name="connsiteY24" fmla="*/ 812449 h 943808"/>
                <a:gd name="connsiteX25" fmla="*/ 578899 w 1337901"/>
                <a:gd name="connsiteY25" fmla="*/ 771141 h 943808"/>
                <a:gd name="connsiteX26" fmla="*/ 593528 w 1337901"/>
                <a:gd name="connsiteY26" fmla="*/ 697167 h 943808"/>
                <a:gd name="connsiteX27" fmla="*/ 588165 w 1337901"/>
                <a:gd name="connsiteY27" fmla="*/ 681877 h 943808"/>
                <a:gd name="connsiteX28" fmla="*/ 468371 w 1337901"/>
                <a:gd name="connsiteY28" fmla="*/ 735997 h 943808"/>
                <a:gd name="connsiteX29" fmla="*/ 433659 w 1337901"/>
                <a:gd name="connsiteY29" fmla="*/ 769590 h 943808"/>
                <a:gd name="connsiteX30" fmla="*/ 401948 w 1337901"/>
                <a:gd name="connsiteY30" fmla="*/ 812703 h 943808"/>
                <a:gd name="connsiteX31" fmla="*/ 383937 w 1337901"/>
                <a:gd name="connsiteY31" fmla="*/ 821333 h 943808"/>
                <a:gd name="connsiteX32" fmla="*/ 346226 w 1337901"/>
                <a:gd name="connsiteY32" fmla="*/ 827612 h 943808"/>
                <a:gd name="connsiteX33" fmla="*/ 313065 w 1337901"/>
                <a:gd name="connsiteY33" fmla="*/ 834145 h 943808"/>
                <a:gd name="connsiteX34" fmla="*/ 279523 w 1337901"/>
                <a:gd name="connsiteY34" fmla="*/ 849436 h 943808"/>
                <a:gd name="connsiteX35" fmla="*/ 264004 w 1337901"/>
                <a:gd name="connsiteY35" fmla="*/ 858994 h 943808"/>
                <a:gd name="connsiteX36" fmla="*/ 190666 w 1337901"/>
                <a:gd name="connsiteY36" fmla="*/ 908512 h 943808"/>
                <a:gd name="connsiteX37" fmla="*/ 161420 w 1337901"/>
                <a:gd name="connsiteY37" fmla="*/ 919227 h 943808"/>
                <a:gd name="connsiteX38" fmla="*/ 98135 w 1337901"/>
                <a:gd name="connsiteY38" fmla="*/ 943809 h 943808"/>
                <a:gd name="connsiteX39" fmla="*/ 53243 w 1337901"/>
                <a:gd name="connsiteY39" fmla="*/ 928912 h 943808"/>
                <a:gd name="connsiteX40" fmla="*/ 60030 w 1337901"/>
                <a:gd name="connsiteY40" fmla="*/ 856896 h 943808"/>
                <a:gd name="connsiteX41" fmla="*/ 60818 w 1337901"/>
                <a:gd name="connsiteY41" fmla="*/ 804988 h 943808"/>
                <a:gd name="connsiteX42" fmla="*/ 0 w 1337901"/>
                <a:gd name="connsiteY42" fmla="*/ 697561 h 943808"/>
                <a:gd name="connsiteX43" fmla="*/ 40978 w 1337901"/>
                <a:gd name="connsiteY43" fmla="*/ 666332 h 943808"/>
                <a:gd name="connsiteX44" fmla="*/ 77647 w 1337901"/>
                <a:gd name="connsiteY44" fmla="*/ 614297 h 943808"/>
                <a:gd name="connsiteX45" fmla="*/ 109880 w 1337901"/>
                <a:gd name="connsiteY45" fmla="*/ 583462 h 943808"/>
                <a:gd name="connsiteX46" fmla="*/ 131805 w 1337901"/>
                <a:gd name="connsiteY46" fmla="*/ 563990 h 943808"/>
                <a:gd name="connsiteX47" fmla="*/ 148646 w 1337901"/>
                <a:gd name="connsiteY47" fmla="*/ 589207 h 943808"/>
                <a:gd name="connsiteX48" fmla="*/ 283056 w 1337901"/>
                <a:gd name="connsiteY48" fmla="*/ 540069 h 943808"/>
                <a:gd name="connsiteX49" fmla="*/ 325991 w 1337901"/>
                <a:gd name="connsiteY49" fmla="*/ 516009 h 943808"/>
                <a:gd name="connsiteX50" fmla="*/ 350395 w 1337901"/>
                <a:gd name="connsiteY50" fmla="*/ 502422 h 943808"/>
                <a:gd name="connsiteX51" fmla="*/ 379361 w 1337901"/>
                <a:gd name="connsiteY51" fmla="*/ 505955 h 943808"/>
                <a:gd name="connsiteX52" fmla="*/ 418916 w 1337901"/>
                <a:gd name="connsiteY52" fmla="*/ 478768 h 943808"/>
                <a:gd name="connsiteX53" fmla="*/ 453754 w 1337901"/>
                <a:gd name="connsiteY53" fmla="*/ 411328 h 943808"/>
                <a:gd name="connsiteX54" fmla="*/ 501519 w 1337901"/>
                <a:gd name="connsiteY54" fmla="*/ 378904 h 943808"/>
                <a:gd name="connsiteX55" fmla="*/ 546399 w 1337901"/>
                <a:gd name="connsiteY55" fmla="*/ 375256 h 943808"/>
                <a:gd name="connsiteX56" fmla="*/ 588546 w 1337901"/>
                <a:gd name="connsiteY56" fmla="*/ 336172 h 943808"/>
                <a:gd name="connsiteX57" fmla="*/ 551750 w 1337901"/>
                <a:gd name="connsiteY57" fmla="*/ 318518 h 943808"/>
                <a:gd name="connsiteX58" fmla="*/ 532710 w 1337901"/>
                <a:gd name="connsiteY58" fmla="*/ 288852 h 943808"/>
                <a:gd name="connsiteX59" fmla="*/ 553580 w 1337901"/>
                <a:gd name="connsiteY59" fmla="*/ 280095 h 943808"/>
                <a:gd name="connsiteX60" fmla="*/ 560622 w 1337901"/>
                <a:gd name="connsiteY60" fmla="*/ 267156 h 943808"/>
                <a:gd name="connsiteX61" fmla="*/ 561156 w 1337901"/>
                <a:gd name="connsiteY61" fmla="*/ 258259 h 943808"/>
                <a:gd name="connsiteX62" fmla="*/ 556186 w 1337901"/>
                <a:gd name="connsiteY62" fmla="*/ 250302 h 943808"/>
                <a:gd name="connsiteX63" fmla="*/ 555411 w 1337901"/>
                <a:gd name="connsiteY63" fmla="*/ 242320 h 943808"/>
                <a:gd name="connsiteX64" fmla="*/ 561816 w 1337901"/>
                <a:gd name="connsiteY64" fmla="*/ 236308 h 943808"/>
                <a:gd name="connsiteX65" fmla="*/ 580348 w 1337901"/>
                <a:gd name="connsiteY65" fmla="*/ 228072 h 943808"/>
                <a:gd name="connsiteX66" fmla="*/ 622228 w 1337901"/>
                <a:gd name="connsiteY66" fmla="*/ 224157 h 943808"/>
                <a:gd name="connsiteX67" fmla="*/ 642717 w 1337901"/>
                <a:gd name="connsiteY67" fmla="*/ 210290 h 943808"/>
                <a:gd name="connsiteX68" fmla="*/ 643886 w 1337901"/>
                <a:gd name="connsiteY68" fmla="*/ 192000 h 943808"/>
                <a:gd name="connsiteX69" fmla="*/ 632663 w 1337901"/>
                <a:gd name="connsiteY69" fmla="*/ 180116 h 943808"/>
                <a:gd name="connsiteX70" fmla="*/ 632663 w 1337901"/>
                <a:gd name="connsiteY70" fmla="*/ 167165 h 943808"/>
                <a:gd name="connsiteX71" fmla="*/ 644420 w 1337901"/>
                <a:gd name="connsiteY71" fmla="*/ 164165 h 943808"/>
                <a:gd name="connsiteX72" fmla="*/ 656813 w 1337901"/>
                <a:gd name="connsiteY72" fmla="*/ 151226 h 943808"/>
                <a:gd name="connsiteX73" fmla="*/ 678089 w 1337901"/>
                <a:gd name="connsiteY73" fmla="*/ 134092 h 943808"/>
                <a:gd name="connsiteX74" fmla="*/ 707704 w 1337901"/>
                <a:gd name="connsiteY74" fmla="*/ 128093 h 943808"/>
                <a:gd name="connsiteX75" fmla="*/ 738628 w 1337901"/>
                <a:gd name="connsiteY75" fmla="*/ 113972 h 943808"/>
                <a:gd name="connsiteX76" fmla="*/ 748949 w 1337901"/>
                <a:gd name="connsiteY76" fmla="*/ 105075 h 943808"/>
                <a:gd name="connsiteX77" fmla="*/ 765523 w 1337901"/>
                <a:gd name="connsiteY77" fmla="*/ 101542 h 943808"/>
                <a:gd name="connsiteX78" fmla="*/ 770874 w 1337901"/>
                <a:gd name="connsiteY78" fmla="*/ 89137 h 943808"/>
                <a:gd name="connsiteX79" fmla="*/ 779733 w 1337901"/>
                <a:gd name="connsiteY79" fmla="*/ 87967 h 943808"/>
                <a:gd name="connsiteX80" fmla="*/ 810403 w 1337901"/>
                <a:gd name="connsiteY80" fmla="*/ 56586 h 943808"/>
                <a:gd name="connsiteX81" fmla="*/ 827511 w 1337901"/>
                <a:gd name="connsiteY81" fmla="*/ 48362 h 943808"/>
                <a:gd name="connsiteX82" fmla="*/ 831019 w 1337901"/>
                <a:gd name="connsiteY82" fmla="*/ 38817 h 943808"/>
                <a:gd name="connsiteX83" fmla="*/ 842267 w 1337901"/>
                <a:gd name="connsiteY83" fmla="*/ 29920 h 943808"/>
                <a:gd name="connsiteX84" fmla="*/ 852308 w 1337901"/>
                <a:gd name="connsiteY84" fmla="*/ 28750 h 943808"/>
                <a:gd name="connsiteX85" fmla="*/ 873305 w 1337901"/>
                <a:gd name="connsiteY85" fmla="*/ 127 h 943808"/>
                <a:gd name="connsiteX86" fmla="*/ 879826 w 1337901"/>
                <a:gd name="connsiteY86" fmla="*/ 0 h 943808"/>
                <a:gd name="connsiteX87" fmla="*/ 913368 w 1337901"/>
                <a:gd name="connsiteY87" fmla="*/ 84447 h 943808"/>
                <a:gd name="connsiteX88" fmla="*/ 929307 w 1337901"/>
                <a:gd name="connsiteY88" fmla="*/ 124827 h 943808"/>
                <a:gd name="connsiteX89" fmla="*/ 882584 w 1337901"/>
                <a:gd name="connsiteY89" fmla="*/ 214357 h 943808"/>
                <a:gd name="connsiteX90" fmla="*/ 877106 w 1337901"/>
                <a:gd name="connsiteY90" fmla="*/ 224678 h 943808"/>
                <a:gd name="connsiteX91" fmla="*/ 888964 w 1337901"/>
                <a:gd name="connsiteY91" fmla="*/ 240363 h 943808"/>
                <a:gd name="connsiteX92" fmla="*/ 928391 w 1337901"/>
                <a:gd name="connsiteY92" fmla="*/ 219836 h 943808"/>
                <a:gd name="connsiteX93" fmla="*/ 993887 w 1337901"/>
                <a:gd name="connsiteY93" fmla="*/ 181158 h 943808"/>
                <a:gd name="connsiteX94" fmla="*/ 1036962 w 1337901"/>
                <a:gd name="connsiteY94" fmla="*/ 167686 h 943808"/>
                <a:gd name="connsiteX95" fmla="*/ 1062662 w 1337901"/>
                <a:gd name="connsiteY95" fmla="*/ 158801 h 943808"/>
                <a:gd name="connsiteX96" fmla="*/ 1103259 w 1337901"/>
                <a:gd name="connsiteY96" fmla="*/ 152395 h 943808"/>
                <a:gd name="connsiteX97" fmla="*/ 1128958 w 1337901"/>
                <a:gd name="connsiteY97" fmla="*/ 147438 h 943808"/>
                <a:gd name="connsiteX98" fmla="*/ 1176851 w 1337901"/>
                <a:gd name="connsiteY98" fmla="*/ 124687 h 943808"/>
                <a:gd name="connsiteX99" fmla="*/ 1201521 w 1337901"/>
                <a:gd name="connsiteY99" fmla="*/ 126517 h 943808"/>
                <a:gd name="connsiteX100" fmla="*/ 1227882 w 1337901"/>
                <a:gd name="connsiteY100" fmla="*/ 109130 h 943808"/>
                <a:gd name="connsiteX101" fmla="*/ 1241850 w 1337901"/>
                <a:gd name="connsiteY101" fmla="*/ 124166 h 943808"/>
                <a:gd name="connsiteX102" fmla="*/ 1207914 w 1337901"/>
                <a:gd name="connsiteY102" fmla="*/ 161153 h 943808"/>
                <a:gd name="connsiteX103" fmla="*/ 1242766 w 1337901"/>
                <a:gd name="connsiteY103" fmla="*/ 171079 h 943808"/>
                <a:gd name="connsiteX104" fmla="*/ 1330847 w 1337901"/>
                <a:gd name="connsiteY104" fmla="*/ 233041 h 943808"/>
                <a:gd name="connsiteX105" fmla="*/ 1336859 w 1337901"/>
                <a:gd name="connsiteY105" fmla="*/ 253174 h 943808"/>
                <a:gd name="connsiteX106" fmla="*/ 1316358 w 1337901"/>
                <a:gd name="connsiteY106" fmla="*/ 269901 h 943808"/>
                <a:gd name="connsiteX107" fmla="*/ 1337902 w 1337901"/>
                <a:gd name="connsiteY107" fmla="*/ 323360 h 943808"/>
                <a:gd name="connsiteX108" fmla="*/ 1328229 w 1337901"/>
                <a:gd name="connsiteY108" fmla="*/ 322712 h 943808"/>
                <a:gd name="connsiteX109" fmla="*/ 1311147 w 1337901"/>
                <a:gd name="connsiteY109" fmla="*/ 332117 h 943808"/>
                <a:gd name="connsiteX110" fmla="*/ 1308655 w 1337901"/>
                <a:gd name="connsiteY110" fmla="*/ 337354 h 943808"/>
                <a:gd name="connsiteX111" fmla="*/ 1312697 w 1337901"/>
                <a:gd name="connsiteY111" fmla="*/ 343620 h 943808"/>
                <a:gd name="connsiteX112" fmla="*/ 1299275 w 1337901"/>
                <a:gd name="connsiteY112" fmla="*/ 358784 h 943808"/>
                <a:gd name="connsiteX113" fmla="*/ 1287518 w 1337901"/>
                <a:gd name="connsiteY113" fmla="*/ 363486 h 943808"/>
                <a:gd name="connsiteX114" fmla="*/ 1268199 w 1337901"/>
                <a:gd name="connsiteY114" fmla="*/ 366753 h 943808"/>
                <a:gd name="connsiteX115" fmla="*/ 1247329 w 1337901"/>
                <a:gd name="connsiteY115" fmla="*/ 379425 h 943808"/>
                <a:gd name="connsiteX116" fmla="*/ 1234530 w 1337901"/>
                <a:gd name="connsiteY116" fmla="*/ 392898 h 943808"/>
                <a:gd name="connsiteX117" fmla="*/ 1226700 w 1337901"/>
                <a:gd name="connsiteY117" fmla="*/ 406612 h 943808"/>
                <a:gd name="connsiteX118" fmla="*/ 1226573 w 1337901"/>
                <a:gd name="connsiteY118" fmla="*/ 424775 h 943808"/>
                <a:gd name="connsiteX119" fmla="*/ 1227628 w 1337901"/>
                <a:gd name="connsiteY119" fmla="*/ 435248 h 943808"/>
                <a:gd name="connsiteX120" fmla="*/ 1223980 w 1337901"/>
                <a:gd name="connsiteY120" fmla="*/ 457199 h 943808"/>
                <a:gd name="connsiteX121" fmla="*/ 1219531 w 1337901"/>
                <a:gd name="connsiteY121" fmla="*/ 476556 h 943808"/>
                <a:gd name="connsiteX122" fmla="*/ 1210139 w 1337901"/>
                <a:gd name="connsiteY122" fmla="*/ 479403 h 943808"/>
                <a:gd name="connsiteX123" fmla="*/ 1201902 w 1337901"/>
                <a:gd name="connsiteY123" fmla="*/ 488834 h 943808"/>
                <a:gd name="connsiteX124" fmla="*/ 1196564 w 1337901"/>
                <a:gd name="connsiteY124" fmla="*/ 482289 h 943808"/>
                <a:gd name="connsiteX125" fmla="*/ 1187044 w 1337901"/>
                <a:gd name="connsiteY125" fmla="*/ 482289 h 943808"/>
                <a:gd name="connsiteX126" fmla="*/ 1180765 w 1337901"/>
                <a:gd name="connsiteY126" fmla="*/ 488034 h 943808"/>
                <a:gd name="connsiteX127" fmla="*/ 1152205 w 1337901"/>
                <a:gd name="connsiteY127" fmla="*/ 481628 h 943808"/>
                <a:gd name="connsiteX128" fmla="*/ 1145011 w 1337901"/>
                <a:gd name="connsiteY128" fmla="*/ 470392 h 943808"/>
                <a:gd name="connsiteX129" fmla="*/ 1132759 w 1337901"/>
                <a:gd name="connsiteY129" fmla="*/ 463478 h 943808"/>
                <a:gd name="connsiteX130" fmla="*/ 1118396 w 1337901"/>
                <a:gd name="connsiteY130" fmla="*/ 459677 h 943808"/>
                <a:gd name="connsiteX131" fmla="*/ 1095289 w 1337901"/>
                <a:gd name="connsiteY131" fmla="*/ 475234 h 943808"/>
                <a:gd name="connsiteX132" fmla="*/ 1077800 w 1337901"/>
                <a:gd name="connsiteY132" fmla="*/ 490004 h 943808"/>
                <a:gd name="connsiteX133" fmla="*/ 1076631 w 1337901"/>
                <a:gd name="connsiteY133" fmla="*/ 498380 h 943808"/>
                <a:gd name="connsiteX134" fmla="*/ 1068140 w 1337901"/>
                <a:gd name="connsiteY134" fmla="*/ 506463 h 943808"/>
                <a:gd name="connsiteX135" fmla="*/ 1054833 w 1337901"/>
                <a:gd name="connsiteY135" fmla="*/ 506603 h 943808"/>
                <a:gd name="connsiteX136" fmla="*/ 1051312 w 1337901"/>
                <a:gd name="connsiteY136" fmla="*/ 514306 h 943808"/>
                <a:gd name="connsiteX137" fmla="*/ 1027035 w 1337901"/>
                <a:gd name="connsiteY137" fmla="*/ 522809 h 943808"/>
                <a:gd name="connsiteX138" fmla="*/ 1015304 w 1337901"/>
                <a:gd name="connsiteY138" fmla="*/ 529596 h 943808"/>
                <a:gd name="connsiteX139" fmla="*/ 1006419 w 1337901"/>
                <a:gd name="connsiteY139" fmla="*/ 527245 h 943808"/>
                <a:gd name="connsiteX140" fmla="*/ 985143 w 1337901"/>
                <a:gd name="connsiteY140" fmla="*/ 539141 h 943808"/>
                <a:gd name="connsiteX141" fmla="*/ 981635 w 1337901"/>
                <a:gd name="connsiteY141" fmla="*/ 545026 h 943808"/>
                <a:gd name="connsiteX142" fmla="*/ 969763 w 1337901"/>
                <a:gd name="connsiteY142" fmla="*/ 553262 h 943808"/>
                <a:gd name="connsiteX143" fmla="*/ 943529 w 1337901"/>
                <a:gd name="connsiteY143" fmla="*/ 556008 h 943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1337901" h="943808">
                  <a:moveTo>
                    <a:pt x="943529" y="556008"/>
                  </a:moveTo>
                  <a:lnTo>
                    <a:pt x="923168" y="565159"/>
                  </a:lnTo>
                  <a:lnTo>
                    <a:pt x="900848" y="583462"/>
                  </a:lnTo>
                  <a:lnTo>
                    <a:pt x="903200" y="623969"/>
                  </a:lnTo>
                  <a:lnTo>
                    <a:pt x="895370" y="639132"/>
                  </a:lnTo>
                  <a:lnTo>
                    <a:pt x="894722" y="656266"/>
                  </a:lnTo>
                  <a:lnTo>
                    <a:pt x="873178" y="669599"/>
                  </a:lnTo>
                  <a:lnTo>
                    <a:pt x="844860" y="676907"/>
                  </a:lnTo>
                  <a:lnTo>
                    <a:pt x="829722" y="694689"/>
                  </a:lnTo>
                  <a:lnTo>
                    <a:pt x="830116" y="710500"/>
                  </a:lnTo>
                  <a:lnTo>
                    <a:pt x="825032" y="715216"/>
                  </a:lnTo>
                  <a:lnTo>
                    <a:pt x="813034" y="711949"/>
                  </a:lnTo>
                  <a:lnTo>
                    <a:pt x="760426" y="745924"/>
                  </a:lnTo>
                  <a:lnTo>
                    <a:pt x="715025" y="801607"/>
                  </a:lnTo>
                  <a:lnTo>
                    <a:pt x="705874" y="811801"/>
                  </a:lnTo>
                  <a:lnTo>
                    <a:pt x="689300" y="820685"/>
                  </a:lnTo>
                  <a:lnTo>
                    <a:pt x="678089" y="835442"/>
                  </a:lnTo>
                  <a:lnTo>
                    <a:pt x="668811" y="854799"/>
                  </a:lnTo>
                  <a:lnTo>
                    <a:pt x="662163" y="865654"/>
                  </a:lnTo>
                  <a:lnTo>
                    <a:pt x="659812" y="878059"/>
                  </a:lnTo>
                  <a:lnTo>
                    <a:pt x="618186" y="875059"/>
                  </a:lnTo>
                  <a:lnTo>
                    <a:pt x="624579" y="851914"/>
                  </a:lnTo>
                  <a:lnTo>
                    <a:pt x="626016" y="837552"/>
                  </a:lnTo>
                  <a:lnTo>
                    <a:pt x="621707" y="836115"/>
                  </a:lnTo>
                  <a:lnTo>
                    <a:pt x="625228" y="812449"/>
                  </a:lnTo>
                  <a:lnTo>
                    <a:pt x="578899" y="771141"/>
                  </a:lnTo>
                  <a:lnTo>
                    <a:pt x="593528" y="697167"/>
                  </a:lnTo>
                  <a:lnTo>
                    <a:pt x="588165" y="681877"/>
                  </a:lnTo>
                  <a:lnTo>
                    <a:pt x="468371" y="735997"/>
                  </a:lnTo>
                  <a:lnTo>
                    <a:pt x="433659" y="769590"/>
                  </a:lnTo>
                  <a:lnTo>
                    <a:pt x="401948" y="812703"/>
                  </a:lnTo>
                  <a:lnTo>
                    <a:pt x="383937" y="821333"/>
                  </a:lnTo>
                  <a:lnTo>
                    <a:pt x="346226" y="827612"/>
                  </a:lnTo>
                  <a:lnTo>
                    <a:pt x="313065" y="834145"/>
                  </a:lnTo>
                  <a:lnTo>
                    <a:pt x="279523" y="849436"/>
                  </a:lnTo>
                  <a:lnTo>
                    <a:pt x="264004" y="858994"/>
                  </a:lnTo>
                  <a:lnTo>
                    <a:pt x="190666" y="908512"/>
                  </a:lnTo>
                  <a:lnTo>
                    <a:pt x="161420" y="919227"/>
                  </a:lnTo>
                  <a:lnTo>
                    <a:pt x="98135" y="943809"/>
                  </a:lnTo>
                  <a:lnTo>
                    <a:pt x="53243" y="928912"/>
                  </a:lnTo>
                  <a:lnTo>
                    <a:pt x="60030" y="856896"/>
                  </a:lnTo>
                  <a:lnTo>
                    <a:pt x="60818" y="804988"/>
                  </a:lnTo>
                  <a:lnTo>
                    <a:pt x="0" y="697561"/>
                  </a:lnTo>
                  <a:lnTo>
                    <a:pt x="40978" y="666332"/>
                  </a:lnTo>
                  <a:lnTo>
                    <a:pt x="77647" y="614297"/>
                  </a:lnTo>
                  <a:lnTo>
                    <a:pt x="109880" y="583462"/>
                  </a:lnTo>
                  <a:lnTo>
                    <a:pt x="131805" y="563990"/>
                  </a:lnTo>
                  <a:lnTo>
                    <a:pt x="148646" y="589207"/>
                  </a:lnTo>
                  <a:lnTo>
                    <a:pt x="283056" y="540069"/>
                  </a:lnTo>
                  <a:lnTo>
                    <a:pt x="325991" y="516009"/>
                  </a:lnTo>
                  <a:lnTo>
                    <a:pt x="350395" y="502422"/>
                  </a:lnTo>
                  <a:lnTo>
                    <a:pt x="379361" y="505955"/>
                  </a:lnTo>
                  <a:lnTo>
                    <a:pt x="418916" y="478768"/>
                  </a:lnTo>
                  <a:lnTo>
                    <a:pt x="453754" y="411328"/>
                  </a:lnTo>
                  <a:lnTo>
                    <a:pt x="501519" y="378904"/>
                  </a:lnTo>
                  <a:lnTo>
                    <a:pt x="546399" y="375256"/>
                  </a:lnTo>
                  <a:lnTo>
                    <a:pt x="588546" y="336172"/>
                  </a:lnTo>
                  <a:lnTo>
                    <a:pt x="551750" y="318518"/>
                  </a:lnTo>
                  <a:lnTo>
                    <a:pt x="532710" y="288852"/>
                  </a:lnTo>
                  <a:lnTo>
                    <a:pt x="553580" y="280095"/>
                  </a:lnTo>
                  <a:lnTo>
                    <a:pt x="560622" y="267156"/>
                  </a:lnTo>
                  <a:lnTo>
                    <a:pt x="561156" y="258259"/>
                  </a:lnTo>
                  <a:lnTo>
                    <a:pt x="556186" y="250302"/>
                  </a:lnTo>
                  <a:lnTo>
                    <a:pt x="555411" y="242320"/>
                  </a:lnTo>
                  <a:lnTo>
                    <a:pt x="561816" y="236308"/>
                  </a:lnTo>
                  <a:lnTo>
                    <a:pt x="580348" y="228072"/>
                  </a:lnTo>
                  <a:lnTo>
                    <a:pt x="622228" y="224157"/>
                  </a:lnTo>
                  <a:lnTo>
                    <a:pt x="642717" y="210290"/>
                  </a:lnTo>
                  <a:lnTo>
                    <a:pt x="643886" y="192000"/>
                  </a:lnTo>
                  <a:lnTo>
                    <a:pt x="632663" y="180116"/>
                  </a:lnTo>
                  <a:lnTo>
                    <a:pt x="632663" y="167165"/>
                  </a:lnTo>
                  <a:lnTo>
                    <a:pt x="644420" y="164165"/>
                  </a:lnTo>
                  <a:lnTo>
                    <a:pt x="656813" y="151226"/>
                  </a:lnTo>
                  <a:lnTo>
                    <a:pt x="678089" y="134092"/>
                  </a:lnTo>
                  <a:lnTo>
                    <a:pt x="707704" y="128093"/>
                  </a:lnTo>
                  <a:lnTo>
                    <a:pt x="738628" y="113972"/>
                  </a:lnTo>
                  <a:lnTo>
                    <a:pt x="748949" y="105075"/>
                  </a:lnTo>
                  <a:lnTo>
                    <a:pt x="765523" y="101542"/>
                  </a:lnTo>
                  <a:lnTo>
                    <a:pt x="770874" y="89137"/>
                  </a:lnTo>
                  <a:lnTo>
                    <a:pt x="779733" y="87967"/>
                  </a:lnTo>
                  <a:lnTo>
                    <a:pt x="810403" y="56586"/>
                  </a:lnTo>
                  <a:lnTo>
                    <a:pt x="827511" y="48362"/>
                  </a:lnTo>
                  <a:lnTo>
                    <a:pt x="831019" y="38817"/>
                  </a:lnTo>
                  <a:lnTo>
                    <a:pt x="842267" y="29920"/>
                  </a:lnTo>
                  <a:lnTo>
                    <a:pt x="852308" y="28750"/>
                  </a:lnTo>
                  <a:lnTo>
                    <a:pt x="873305" y="127"/>
                  </a:lnTo>
                  <a:lnTo>
                    <a:pt x="879826" y="0"/>
                  </a:lnTo>
                  <a:lnTo>
                    <a:pt x="913368" y="84447"/>
                  </a:lnTo>
                  <a:lnTo>
                    <a:pt x="929307" y="124827"/>
                  </a:lnTo>
                  <a:lnTo>
                    <a:pt x="882584" y="214357"/>
                  </a:lnTo>
                  <a:lnTo>
                    <a:pt x="877106" y="224678"/>
                  </a:lnTo>
                  <a:lnTo>
                    <a:pt x="888964" y="240363"/>
                  </a:lnTo>
                  <a:lnTo>
                    <a:pt x="928391" y="219836"/>
                  </a:lnTo>
                  <a:lnTo>
                    <a:pt x="993887" y="181158"/>
                  </a:lnTo>
                  <a:lnTo>
                    <a:pt x="1036962" y="167686"/>
                  </a:lnTo>
                  <a:lnTo>
                    <a:pt x="1062662" y="158801"/>
                  </a:lnTo>
                  <a:lnTo>
                    <a:pt x="1103259" y="152395"/>
                  </a:lnTo>
                  <a:lnTo>
                    <a:pt x="1128958" y="147438"/>
                  </a:lnTo>
                  <a:lnTo>
                    <a:pt x="1176851" y="124687"/>
                  </a:lnTo>
                  <a:lnTo>
                    <a:pt x="1201521" y="126517"/>
                  </a:lnTo>
                  <a:lnTo>
                    <a:pt x="1227882" y="109130"/>
                  </a:lnTo>
                  <a:lnTo>
                    <a:pt x="1241850" y="124166"/>
                  </a:lnTo>
                  <a:lnTo>
                    <a:pt x="1207914" y="161153"/>
                  </a:lnTo>
                  <a:lnTo>
                    <a:pt x="1242766" y="171079"/>
                  </a:lnTo>
                  <a:lnTo>
                    <a:pt x="1330847" y="233041"/>
                  </a:lnTo>
                  <a:lnTo>
                    <a:pt x="1336859" y="253174"/>
                  </a:lnTo>
                  <a:lnTo>
                    <a:pt x="1316358" y="269901"/>
                  </a:lnTo>
                  <a:lnTo>
                    <a:pt x="1337902" y="323360"/>
                  </a:lnTo>
                  <a:lnTo>
                    <a:pt x="1328229" y="322712"/>
                  </a:lnTo>
                  <a:lnTo>
                    <a:pt x="1311147" y="332117"/>
                  </a:lnTo>
                  <a:lnTo>
                    <a:pt x="1308655" y="337354"/>
                  </a:lnTo>
                  <a:lnTo>
                    <a:pt x="1312697" y="343620"/>
                  </a:lnTo>
                  <a:lnTo>
                    <a:pt x="1299275" y="358784"/>
                  </a:lnTo>
                  <a:lnTo>
                    <a:pt x="1287518" y="363486"/>
                  </a:lnTo>
                  <a:lnTo>
                    <a:pt x="1268199" y="366753"/>
                  </a:lnTo>
                  <a:lnTo>
                    <a:pt x="1247329" y="379425"/>
                  </a:lnTo>
                  <a:lnTo>
                    <a:pt x="1234530" y="392898"/>
                  </a:lnTo>
                  <a:lnTo>
                    <a:pt x="1226700" y="406612"/>
                  </a:lnTo>
                  <a:lnTo>
                    <a:pt x="1226573" y="424775"/>
                  </a:lnTo>
                  <a:lnTo>
                    <a:pt x="1227628" y="435248"/>
                  </a:lnTo>
                  <a:lnTo>
                    <a:pt x="1223980" y="457199"/>
                  </a:lnTo>
                  <a:lnTo>
                    <a:pt x="1219531" y="476556"/>
                  </a:lnTo>
                  <a:lnTo>
                    <a:pt x="1210139" y="479403"/>
                  </a:lnTo>
                  <a:lnTo>
                    <a:pt x="1201902" y="488834"/>
                  </a:lnTo>
                  <a:lnTo>
                    <a:pt x="1196564" y="482289"/>
                  </a:lnTo>
                  <a:lnTo>
                    <a:pt x="1187044" y="482289"/>
                  </a:lnTo>
                  <a:lnTo>
                    <a:pt x="1180765" y="488034"/>
                  </a:lnTo>
                  <a:lnTo>
                    <a:pt x="1152205" y="481628"/>
                  </a:lnTo>
                  <a:lnTo>
                    <a:pt x="1145011" y="470392"/>
                  </a:lnTo>
                  <a:lnTo>
                    <a:pt x="1132759" y="463478"/>
                  </a:lnTo>
                  <a:lnTo>
                    <a:pt x="1118396" y="459677"/>
                  </a:lnTo>
                  <a:lnTo>
                    <a:pt x="1095289" y="475234"/>
                  </a:lnTo>
                  <a:lnTo>
                    <a:pt x="1077800" y="490004"/>
                  </a:lnTo>
                  <a:lnTo>
                    <a:pt x="1076631" y="498380"/>
                  </a:lnTo>
                  <a:lnTo>
                    <a:pt x="1068140" y="506463"/>
                  </a:lnTo>
                  <a:lnTo>
                    <a:pt x="1054833" y="506603"/>
                  </a:lnTo>
                  <a:lnTo>
                    <a:pt x="1051312" y="514306"/>
                  </a:lnTo>
                  <a:lnTo>
                    <a:pt x="1027035" y="522809"/>
                  </a:lnTo>
                  <a:lnTo>
                    <a:pt x="1015304" y="529596"/>
                  </a:lnTo>
                  <a:lnTo>
                    <a:pt x="1006419" y="527245"/>
                  </a:lnTo>
                  <a:lnTo>
                    <a:pt x="985143" y="539141"/>
                  </a:lnTo>
                  <a:lnTo>
                    <a:pt x="981635" y="545026"/>
                  </a:lnTo>
                  <a:lnTo>
                    <a:pt x="969763" y="553262"/>
                  </a:lnTo>
                  <a:lnTo>
                    <a:pt x="943529" y="556008"/>
                  </a:lnTo>
                  <a:close/>
                </a:path>
              </a:pathLst>
            </a:custGeom>
            <a:solidFill>
              <a:srgbClr val="FFFFFF"/>
            </a:solidFill>
            <a:ln w="12700" cap="flat">
              <a:noFill/>
              <a:prstDash val="solid"/>
              <a:miter/>
            </a:ln>
          </p:spPr>
          <p:txBody>
            <a:bodyPr rtlCol="0" anchor="ctr"/>
            <a:lstStyle/>
            <a:p>
              <a:endParaRPr lang="de-CH"/>
            </a:p>
          </p:txBody>
        </p:sp>
        <p:sp>
          <p:nvSpPr>
            <p:cNvPr id="129" name="Freihandform: Form 128">
              <a:extLst>
                <a:ext uri="{FF2B5EF4-FFF2-40B4-BE49-F238E27FC236}">
                  <a16:creationId xmlns:a16="http://schemas.microsoft.com/office/drawing/2014/main" id="{D03BFAAA-6312-071B-BDDD-32DA5F7075FA}"/>
                </a:ext>
              </a:extLst>
            </p:cNvPr>
            <p:cNvSpPr/>
            <p:nvPr/>
          </p:nvSpPr>
          <p:spPr>
            <a:xfrm>
              <a:off x="2476727" y="2413773"/>
              <a:ext cx="1337901" cy="943808"/>
            </a:xfrm>
            <a:custGeom>
              <a:avLst/>
              <a:gdLst>
                <a:gd name="connsiteX0" fmla="*/ 943529 w 1337901"/>
                <a:gd name="connsiteY0" fmla="*/ 556008 h 943808"/>
                <a:gd name="connsiteX1" fmla="*/ 923168 w 1337901"/>
                <a:gd name="connsiteY1" fmla="*/ 565159 h 943808"/>
                <a:gd name="connsiteX2" fmla="*/ 900848 w 1337901"/>
                <a:gd name="connsiteY2" fmla="*/ 583462 h 943808"/>
                <a:gd name="connsiteX3" fmla="*/ 903200 w 1337901"/>
                <a:gd name="connsiteY3" fmla="*/ 623969 h 943808"/>
                <a:gd name="connsiteX4" fmla="*/ 895370 w 1337901"/>
                <a:gd name="connsiteY4" fmla="*/ 639132 h 943808"/>
                <a:gd name="connsiteX5" fmla="*/ 894722 w 1337901"/>
                <a:gd name="connsiteY5" fmla="*/ 656266 h 943808"/>
                <a:gd name="connsiteX6" fmla="*/ 873178 w 1337901"/>
                <a:gd name="connsiteY6" fmla="*/ 669599 h 943808"/>
                <a:gd name="connsiteX7" fmla="*/ 844860 w 1337901"/>
                <a:gd name="connsiteY7" fmla="*/ 676907 h 943808"/>
                <a:gd name="connsiteX8" fmla="*/ 829722 w 1337901"/>
                <a:gd name="connsiteY8" fmla="*/ 694689 h 943808"/>
                <a:gd name="connsiteX9" fmla="*/ 830116 w 1337901"/>
                <a:gd name="connsiteY9" fmla="*/ 710500 h 943808"/>
                <a:gd name="connsiteX10" fmla="*/ 825032 w 1337901"/>
                <a:gd name="connsiteY10" fmla="*/ 715216 h 943808"/>
                <a:gd name="connsiteX11" fmla="*/ 813034 w 1337901"/>
                <a:gd name="connsiteY11" fmla="*/ 711949 h 943808"/>
                <a:gd name="connsiteX12" fmla="*/ 760426 w 1337901"/>
                <a:gd name="connsiteY12" fmla="*/ 745924 h 943808"/>
                <a:gd name="connsiteX13" fmla="*/ 715025 w 1337901"/>
                <a:gd name="connsiteY13" fmla="*/ 801607 h 943808"/>
                <a:gd name="connsiteX14" fmla="*/ 705874 w 1337901"/>
                <a:gd name="connsiteY14" fmla="*/ 811801 h 943808"/>
                <a:gd name="connsiteX15" fmla="*/ 689300 w 1337901"/>
                <a:gd name="connsiteY15" fmla="*/ 820685 h 943808"/>
                <a:gd name="connsiteX16" fmla="*/ 678089 w 1337901"/>
                <a:gd name="connsiteY16" fmla="*/ 835442 h 943808"/>
                <a:gd name="connsiteX17" fmla="*/ 668811 w 1337901"/>
                <a:gd name="connsiteY17" fmla="*/ 854799 h 943808"/>
                <a:gd name="connsiteX18" fmla="*/ 662163 w 1337901"/>
                <a:gd name="connsiteY18" fmla="*/ 865654 h 943808"/>
                <a:gd name="connsiteX19" fmla="*/ 659812 w 1337901"/>
                <a:gd name="connsiteY19" fmla="*/ 878059 h 943808"/>
                <a:gd name="connsiteX20" fmla="*/ 618186 w 1337901"/>
                <a:gd name="connsiteY20" fmla="*/ 875059 h 943808"/>
                <a:gd name="connsiteX21" fmla="*/ 624579 w 1337901"/>
                <a:gd name="connsiteY21" fmla="*/ 851914 h 943808"/>
                <a:gd name="connsiteX22" fmla="*/ 626016 w 1337901"/>
                <a:gd name="connsiteY22" fmla="*/ 837552 h 943808"/>
                <a:gd name="connsiteX23" fmla="*/ 621707 w 1337901"/>
                <a:gd name="connsiteY23" fmla="*/ 836115 h 943808"/>
                <a:gd name="connsiteX24" fmla="*/ 625228 w 1337901"/>
                <a:gd name="connsiteY24" fmla="*/ 812449 h 943808"/>
                <a:gd name="connsiteX25" fmla="*/ 578899 w 1337901"/>
                <a:gd name="connsiteY25" fmla="*/ 771141 h 943808"/>
                <a:gd name="connsiteX26" fmla="*/ 593528 w 1337901"/>
                <a:gd name="connsiteY26" fmla="*/ 697167 h 943808"/>
                <a:gd name="connsiteX27" fmla="*/ 588165 w 1337901"/>
                <a:gd name="connsiteY27" fmla="*/ 681877 h 943808"/>
                <a:gd name="connsiteX28" fmla="*/ 468371 w 1337901"/>
                <a:gd name="connsiteY28" fmla="*/ 735997 h 943808"/>
                <a:gd name="connsiteX29" fmla="*/ 433659 w 1337901"/>
                <a:gd name="connsiteY29" fmla="*/ 769590 h 943808"/>
                <a:gd name="connsiteX30" fmla="*/ 401948 w 1337901"/>
                <a:gd name="connsiteY30" fmla="*/ 812703 h 943808"/>
                <a:gd name="connsiteX31" fmla="*/ 383937 w 1337901"/>
                <a:gd name="connsiteY31" fmla="*/ 821333 h 943808"/>
                <a:gd name="connsiteX32" fmla="*/ 346226 w 1337901"/>
                <a:gd name="connsiteY32" fmla="*/ 827612 h 943808"/>
                <a:gd name="connsiteX33" fmla="*/ 313065 w 1337901"/>
                <a:gd name="connsiteY33" fmla="*/ 834145 h 943808"/>
                <a:gd name="connsiteX34" fmla="*/ 279523 w 1337901"/>
                <a:gd name="connsiteY34" fmla="*/ 849436 h 943808"/>
                <a:gd name="connsiteX35" fmla="*/ 264004 w 1337901"/>
                <a:gd name="connsiteY35" fmla="*/ 858994 h 943808"/>
                <a:gd name="connsiteX36" fmla="*/ 190666 w 1337901"/>
                <a:gd name="connsiteY36" fmla="*/ 908512 h 943808"/>
                <a:gd name="connsiteX37" fmla="*/ 161420 w 1337901"/>
                <a:gd name="connsiteY37" fmla="*/ 919227 h 943808"/>
                <a:gd name="connsiteX38" fmla="*/ 98135 w 1337901"/>
                <a:gd name="connsiteY38" fmla="*/ 943809 h 943808"/>
                <a:gd name="connsiteX39" fmla="*/ 53243 w 1337901"/>
                <a:gd name="connsiteY39" fmla="*/ 928912 h 943808"/>
                <a:gd name="connsiteX40" fmla="*/ 60030 w 1337901"/>
                <a:gd name="connsiteY40" fmla="*/ 856896 h 943808"/>
                <a:gd name="connsiteX41" fmla="*/ 60818 w 1337901"/>
                <a:gd name="connsiteY41" fmla="*/ 804988 h 943808"/>
                <a:gd name="connsiteX42" fmla="*/ 0 w 1337901"/>
                <a:gd name="connsiteY42" fmla="*/ 697561 h 943808"/>
                <a:gd name="connsiteX43" fmla="*/ 40978 w 1337901"/>
                <a:gd name="connsiteY43" fmla="*/ 666332 h 943808"/>
                <a:gd name="connsiteX44" fmla="*/ 77647 w 1337901"/>
                <a:gd name="connsiteY44" fmla="*/ 614297 h 943808"/>
                <a:gd name="connsiteX45" fmla="*/ 109880 w 1337901"/>
                <a:gd name="connsiteY45" fmla="*/ 583462 h 943808"/>
                <a:gd name="connsiteX46" fmla="*/ 131805 w 1337901"/>
                <a:gd name="connsiteY46" fmla="*/ 563990 h 943808"/>
                <a:gd name="connsiteX47" fmla="*/ 148646 w 1337901"/>
                <a:gd name="connsiteY47" fmla="*/ 589207 h 943808"/>
                <a:gd name="connsiteX48" fmla="*/ 283056 w 1337901"/>
                <a:gd name="connsiteY48" fmla="*/ 540069 h 943808"/>
                <a:gd name="connsiteX49" fmla="*/ 325991 w 1337901"/>
                <a:gd name="connsiteY49" fmla="*/ 516009 h 943808"/>
                <a:gd name="connsiteX50" fmla="*/ 350395 w 1337901"/>
                <a:gd name="connsiteY50" fmla="*/ 502422 h 943808"/>
                <a:gd name="connsiteX51" fmla="*/ 379361 w 1337901"/>
                <a:gd name="connsiteY51" fmla="*/ 505955 h 943808"/>
                <a:gd name="connsiteX52" fmla="*/ 418916 w 1337901"/>
                <a:gd name="connsiteY52" fmla="*/ 478768 h 943808"/>
                <a:gd name="connsiteX53" fmla="*/ 453754 w 1337901"/>
                <a:gd name="connsiteY53" fmla="*/ 411328 h 943808"/>
                <a:gd name="connsiteX54" fmla="*/ 501519 w 1337901"/>
                <a:gd name="connsiteY54" fmla="*/ 378904 h 943808"/>
                <a:gd name="connsiteX55" fmla="*/ 546399 w 1337901"/>
                <a:gd name="connsiteY55" fmla="*/ 375256 h 943808"/>
                <a:gd name="connsiteX56" fmla="*/ 588546 w 1337901"/>
                <a:gd name="connsiteY56" fmla="*/ 336172 h 943808"/>
                <a:gd name="connsiteX57" fmla="*/ 551750 w 1337901"/>
                <a:gd name="connsiteY57" fmla="*/ 318518 h 943808"/>
                <a:gd name="connsiteX58" fmla="*/ 532710 w 1337901"/>
                <a:gd name="connsiteY58" fmla="*/ 288852 h 943808"/>
                <a:gd name="connsiteX59" fmla="*/ 553580 w 1337901"/>
                <a:gd name="connsiteY59" fmla="*/ 280095 h 943808"/>
                <a:gd name="connsiteX60" fmla="*/ 560622 w 1337901"/>
                <a:gd name="connsiteY60" fmla="*/ 267156 h 943808"/>
                <a:gd name="connsiteX61" fmla="*/ 561156 w 1337901"/>
                <a:gd name="connsiteY61" fmla="*/ 258259 h 943808"/>
                <a:gd name="connsiteX62" fmla="*/ 556186 w 1337901"/>
                <a:gd name="connsiteY62" fmla="*/ 250302 h 943808"/>
                <a:gd name="connsiteX63" fmla="*/ 555411 w 1337901"/>
                <a:gd name="connsiteY63" fmla="*/ 242320 h 943808"/>
                <a:gd name="connsiteX64" fmla="*/ 561816 w 1337901"/>
                <a:gd name="connsiteY64" fmla="*/ 236308 h 943808"/>
                <a:gd name="connsiteX65" fmla="*/ 580348 w 1337901"/>
                <a:gd name="connsiteY65" fmla="*/ 228072 h 943808"/>
                <a:gd name="connsiteX66" fmla="*/ 622228 w 1337901"/>
                <a:gd name="connsiteY66" fmla="*/ 224157 h 943808"/>
                <a:gd name="connsiteX67" fmla="*/ 642717 w 1337901"/>
                <a:gd name="connsiteY67" fmla="*/ 210290 h 943808"/>
                <a:gd name="connsiteX68" fmla="*/ 643886 w 1337901"/>
                <a:gd name="connsiteY68" fmla="*/ 192000 h 943808"/>
                <a:gd name="connsiteX69" fmla="*/ 632663 w 1337901"/>
                <a:gd name="connsiteY69" fmla="*/ 180116 h 943808"/>
                <a:gd name="connsiteX70" fmla="*/ 632663 w 1337901"/>
                <a:gd name="connsiteY70" fmla="*/ 167165 h 943808"/>
                <a:gd name="connsiteX71" fmla="*/ 644420 w 1337901"/>
                <a:gd name="connsiteY71" fmla="*/ 164165 h 943808"/>
                <a:gd name="connsiteX72" fmla="*/ 656813 w 1337901"/>
                <a:gd name="connsiteY72" fmla="*/ 151226 h 943808"/>
                <a:gd name="connsiteX73" fmla="*/ 678089 w 1337901"/>
                <a:gd name="connsiteY73" fmla="*/ 134092 h 943808"/>
                <a:gd name="connsiteX74" fmla="*/ 707704 w 1337901"/>
                <a:gd name="connsiteY74" fmla="*/ 128093 h 943808"/>
                <a:gd name="connsiteX75" fmla="*/ 738628 w 1337901"/>
                <a:gd name="connsiteY75" fmla="*/ 113972 h 943808"/>
                <a:gd name="connsiteX76" fmla="*/ 748949 w 1337901"/>
                <a:gd name="connsiteY76" fmla="*/ 105075 h 943808"/>
                <a:gd name="connsiteX77" fmla="*/ 765523 w 1337901"/>
                <a:gd name="connsiteY77" fmla="*/ 101542 h 943808"/>
                <a:gd name="connsiteX78" fmla="*/ 770874 w 1337901"/>
                <a:gd name="connsiteY78" fmla="*/ 89137 h 943808"/>
                <a:gd name="connsiteX79" fmla="*/ 779733 w 1337901"/>
                <a:gd name="connsiteY79" fmla="*/ 87967 h 943808"/>
                <a:gd name="connsiteX80" fmla="*/ 810403 w 1337901"/>
                <a:gd name="connsiteY80" fmla="*/ 56586 h 943808"/>
                <a:gd name="connsiteX81" fmla="*/ 827511 w 1337901"/>
                <a:gd name="connsiteY81" fmla="*/ 48362 h 943808"/>
                <a:gd name="connsiteX82" fmla="*/ 831019 w 1337901"/>
                <a:gd name="connsiteY82" fmla="*/ 38817 h 943808"/>
                <a:gd name="connsiteX83" fmla="*/ 842267 w 1337901"/>
                <a:gd name="connsiteY83" fmla="*/ 29920 h 943808"/>
                <a:gd name="connsiteX84" fmla="*/ 852308 w 1337901"/>
                <a:gd name="connsiteY84" fmla="*/ 28750 h 943808"/>
                <a:gd name="connsiteX85" fmla="*/ 873305 w 1337901"/>
                <a:gd name="connsiteY85" fmla="*/ 127 h 943808"/>
                <a:gd name="connsiteX86" fmla="*/ 879826 w 1337901"/>
                <a:gd name="connsiteY86" fmla="*/ 0 h 943808"/>
                <a:gd name="connsiteX87" fmla="*/ 913368 w 1337901"/>
                <a:gd name="connsiteY87" fmla="*/ 84447 h 943808"/>
                <a:gd name="connsiteX88" fmla="*/ 929307 w 1337901"/>
                <a:gd name="connsiteY88" fmla="*/ 124827 h 943808"/>
                <a:gd name="connsiteX89" fmla="*/ 882584 w 1337901"/>
                <a:gd name="connsiteY89" fmla="*/ 214357 h 943808"/>
                <a:gd name="connsiteX90" fmla="*/ 877106 w 1337901"/>
                <a:gd name="connsiteY90" fmla="*/ 224678 h 943808"/>
                <a:gd name="connsiteX91" fmla="*/ 888964 w 1337901"/>
                <a:gd name="connsiteY91" fmla="*/ 240363 h 943808"/>
                <a:gd name="connsiteX92" fmla="*/ 928391 w 1337901"/>
                <a:gd name="connsiteY92" fmla="*/ 219836 h 943808"/>
                <a:gd name="connsiteX93" fmla="*/ 993887 w 1337901"/>
                <a:gd name="connsiteY93" fmla="*/ 181158 h 943808"/>
                <a:gd name="connsiteX94" fmla="*/ 1036962 w 1337901"/>
                <a:gd name="connsiteY94" fmla="*/ 167686 h 943808"/>
                <a:gd name="connsiteX95" fmla="*/ 1062662 w 1337901"/>
                <a:gd name="connsiteY95" fmla="*/ 158801 h 943808"/>
                <a:gd name="connsiteX96" fmla="*/ 1103259 w 1337901"/>
                <a:gd name="connsiteY96" fmla="*/ 152395 h 943808"/>
                <a:gd name="connsiteX97" fmla="*/ 1128958 w 1337901"/>
                <a:gd name="connsiteY97" fmla="*/ 147438 h 943808"/>
                <a:gd name="connsiteX98" fmla="*/ 1176851 w 1337901"/>
                <a:gd name="connsiteY98" fmla="*/ 124687 h 943808"/>
                <a:gd name="connsiteX99" fmla="*/ 1201521 w 1337901"/>
                <a:gd name="connsiteY99" fmla="*/ 126517 h 943808"/>
                <a:gd name="connsiteX100" fmla="*/ 1227882 w 1337901"/>
                <a:gd name="connsiteY100" fmla="*/ 109130 h 943808"/>
                <a:gd name="connsiteX101" fmla="*/ 1241850 w 1337901"/>
                <a:gd name="connsiteY101" fmla="*/ 124166 h 943808"/>
                <a:gd name="connsiteX102" fmla="*/ 1207914 w 1337901"/>
                <a:gd name="connsiteY102" fmla="*/ 161153 h 943808"/>
                <a:gd name="connsiteX103" fmla="*/ 1242766 w 1337901"/>
                <a:gd name="connsiteY103" fmla="*/ 171079 h 943808"/>
                <a:gd name="connsiteX104" fmla="*/ 1330847 w 1337901"/>
                <a:gd name="connsiteY104" fmla="*/ 233041 h 943808"/>
                <a:gd name="connsiteX105" fmla="*/ 1336859 w 1337901"/>
                <a:gd name="connsiteY105" fmla="*/ 253174 h 943808"/>
                <a:gd name="connsiteX106" fmla="*/ 1316358 w 1337901"/>
                <a:gd name="connsiteY106" fmla="*/ 269901 h 943808"/>
                <a:gd name="connsiteX107" fmla="*/ 1337902 w 1337901"/>
                <a:gd name="connsiteY107" fmla="*/ 323360 h 943808"/>
                <a:gd name="connsiteX108" fmla="*/ 1328229 w 1337901"/>
                <a:gd name="connsiteY108" fmla="*/ 322712 h 943808"/>
                <a:gd name="connsiteX109" fmla="*/ 1311147 w 1337901"/>
                <a:gd name="connsiteY109" fmla="*/ 332117 h 943808"/>
                <a:gd name="connsiteX110" fmla="*/ 1308655 w 1337901"/>
                <a:gd name="connsiteY110" fmla="*/ 337354 h 943808"/>
                <a:gd name="connsiteX111" fmla="*/ 1312697 w 1337901"/>
                <a:gd name="connsiteY111" fmla="*/ 343620 h 943808"/>
                <a:gd name="connsiteX112" fmla="*/ 1299275 w 1337901"/>
                <a:gd name="connsiteY112" fmla="*/ 358784 h 943808"/>
                <a:gd name="connsiteX113" fmla="*/ 1287518 w 1337901"/>
                <a:gd name="connsiteY113" fmla="*/ 363486 h 943808"/>
                <a:gd name="connsiteX114" fmla="*/ 1268199 w 1337901"/>
                <a:gd name="connsiteY114" fmla="*/ 366753 h 943808"/>
                <a:gd name="connsiteX115" fmla="*/ 1247329 w 1337901"/>
                <a:gd name="connsiteY115" fmla="*/ 379425 h 943808"/>
                <a:gd name="connsiteX116" fmla="*/ 1234530 w 1337901"/>
                <a:gd name="connsiteY116" fmla="*/ 392898 h 943808"/>
                <a:gd name="connsiteX117" fmla="*/ 1226700 w 1337901"/>
                <a:gd name="connsiteY117" fmla="*/ 406612 h 943808"/>
                <a:gd name="connsiteX118" fmla="*/ 1226573 w 1337901"/>
                <a:gd name="connsiteY118" fmla="*/ 424775 h 943808"/>
                <a:gd name="connsiteX119" fmla="*/ 1227628 w 1337901"/>
                <a:gd name="connsiteY119" fmla="*/ 435248 h 943808"/>
                <a:gd name="connsiteX120" fmla="*/ 1223980 w 1337901"/>
                <a:gd name="connsiteY120" fmla="*/ 457199 h 943808"/>
                <a:gd name="connsiteX121" fmla="*/ 1219531 w 1337901"/>
                <a:gd name="connsiteY121" fmla="*/ 476556 h 943808"/>
                <a:gd name="connsiteX122" fmla="*/ 1210139 w 1337901"/>
                <a:gd name="connsiteY122" fmla="*/ 479403 h 943808"/>
                <a:gd name="connsiteX123" fmla="*/ 1201902 w 1337901"/>
                <a:gd name="connsiteY123" fmla="*/ 488834 h 943808"/>
                <a:gd name="connsiteX124" fmla="*/ 1196564 w 1337901"/>
                <a:gd name="connsiteY124" fmla="*/ 482289 h 943808"/>
                <a:gd name="connsiteX125" fmla="*/ 1187044 w 1337901"/>
                <a:gd name="connsiteY125" fmla="*/ 482289 h 943808"/>
                <a:gd name="connsiteX126" fmla="*/ 1180765 w 1337901"/>
                <a:gd name="connsiteY126" fmla="*/ 488034 h 943808"/>
                <a:gd name="connsiteX127" fmla="*/ 1152205 w 1337901"/>
                <a:gd name="connsiteY127" fmla="*/ 481628 h 943808"/>
                <a:gd name="connsiteX128" fmla="*/ 1145011 w 1337901"/>
                <a:gd name="connsiteY128" fmla="*/ 470392 h 943808"/>
                <a:gd name="connsiteX129" fmla="*/ 1132759 w 1337901"/>
                <a:gd name="connsiteY129" fmla="*/ 463478 h 943808"/>
                <a:gd name="connsiteX130" fmla="*/ 1118396 w 1337901"/>
                <a:gd name="connsiteY130" fmla="*/ 459677 h 943808"/>
                <a:gd name="connsiteX131" fmla="*/ 1095289 w 1337901"/>
                <a:gd name="connsiteY131" fmla="*/ 475234 h 943808"/>
                <a:gd name="connsiteX132" fmla="*/ 1077800 w 1337901"/>
                <a:gd name="connsiteY132" fmla="*/ 490004 h 943808"/>
                <a:gd name="connsiteX133" fmla="*/ 1076631 w 1337901"/>
                <a:gd name="connsiteY133" fmla="*/ 498380 h 943808"/>
                <a:gd name="connsiteX134" fmla="*/ 1068140 w 1337901"/>
                <a:gd name="connsiteY134" fmla="*/ 506463 h 943808"/>
                <a:gd name="connsiteX135" fmla="*/ 1054833 w 1337901"/>
                <a:gd name="connsiteY135" fmla="*/ 506603 h 943808"/>
                <a:gd name="connsiteX136" fmla="*/ 1051312 w 1337901"/>
                <a:gd name="connsiteY136" fmla="*/ 514306 h 943808"/>
                <a:gd name="connsiteX137" fmla="*/ 1027035 w 1337901"/>
                <a:gd name="connsiteY137" fmla="*/ 522809 h 943808"/>
                <a:gd name="connsiteX138" fmla="*/ 1015304 w 1337901"/>
                <a:gd name="connsiteY138" fmla="*/ 529596 h 943808"/>
                <a:gd name="connsiteX139" fmla="*/ 1006419 w 1337901"/>
                <a:gd name="connsiteY139" fmla="*/ 527245 h 943808"/>
                <a:gd name="connsiteX140" fmla="*/ 985143 w 1337901"/>
                <a:gd name="connsiteY140" fmla="*/ 539141 h 943808"/>
                <a:gd name="connsiteX141" fmla="*/ 981635 w 1337901"/>
                <a:gd name="connsiteY141" fmla="*/ 545026 h 943808"/>
                <a:gd name="connsiteX142" fmla="*/ 969763 w 1337901"/>
                <a:gd name="connsiteY142" fmla="*/ 553262 h 943808"/>
                <a:gd name="connsiteX143" fmla="*/ 943529 w 1337901"/>
                <a:gd name="connsiteY143" fmla="*/ 556008 h 943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1337901" h="943808">
                  <a:moveTo>
                    <a:pt x="943529" y="556008"/>
                  </a:moveTo>
                  <a:lnTo>
                    <a:pt x="923168" y="565159"/>
                  </a:lnTo>
                  <a:lnTo>
                    <a:pt x="900848" y="583462"/>
                  </a:lnTo>
                  <a:lnTo>
                    <a:pt x="903200" y="623969"/>
                  </a:lnTo>
                  <a:lnTo>
                    <a:pt x="895370" y="639132"/>
                  </a:lnTo>
                  <a:lnTo>
                    <a:pt x="894722" y="656266"/>
                  </a:lnTo>
                  <a:lnTo>
                    <a:pt x="873178" y="669599"/>
                  </a:lnTo>
                  <a:lnTo>
                    <a:pt x="844860" y="676907"/>
                  </a:lnTo>
                  <a:lnTo>
                    <a:pt x="829722" y="694689"/>
                  </a:lnTo>
                  <a:lnTo>
                    <a:pt x="830116" y="710500"/>
                  </a:lnTo>
                  <a:lnTo>
                    <a:pt x="825032" y="715216"/>
                  </a:lnTo>
                  <a:lnTo>
                    <a:pt x="813034" y="711949"/>
                  </a:lnTo>
                  <a:lnTo>
                    <a:pt x="760426" y="745924"/>
                  </a:lnTo>
                  <a:lnTo>
                    <a:pt x="715025" y="801607"/>
                  </a:lnTo>
                  <a:lnTo>
                    <a:pt x="705874" y="811801"/>
                  </a:lnTo>
                  <a:lnTo>
                    <a:pt x="689300" y="820685"/>
                  </a:lnTo>
                  <a:lnTo>
                    <a:pt x="678089" y="835442"/>
                  </a:lnTo>
                  <a:lnTo>
                    <a:pt x="668811" y="854799"/>
                  </a:lnTo>
                  <a:lnTo>
                    <a:pt x="662163" y="865654"/>
                  </a:lnTo>
                  <a:lnTo>
                    <a:pt x="659812" y="878059"/>
                  </a:lnTo>
                  <a:lnTo>
                    <a:pt x="618186" y="875059"/>
                  </a:lnTo>
                  <a:lnTo>
                    <a:pt x="624579" y="851914"/>
                  </a:lnTo>
                  <a:lnTo>
                    <a:pt x="626016" y="837552"/>
                  </a:lnTo>
                  <a:lnTo>
                    <a:pt x="621707" y="836115"/>
                  </a:lnTo>
                  <a:lnTo>
                    <a:pt x="625228" y="812449"/>
                  </a:lnTo>
                  <a:lnTo>
                    <a:pt x="578899" y="771141"/>
                  </a:lnTo>
                  <a:lnTo>
                    <a:pt x="593528" y="697167"/>
                  </a:lnTo>
                  <a:lnTo>
                    <a:pt x="588165" y="681877"/>
                  </a:lnTo>
                  <a:lnTo>
                    <a:pt x="468371" y="735997"/>
                  </a:lnTo>
                  <a:lnTo>
                    <a:pt x="433659" y="769590"/>
                  </a:lnTo>
                  <a:lnTo>
                    <a:pt x="401948" y="812703"/>
                  </a:lnTo>
                  <a:lnTo>
                    <a:pt x="383937" y="821333"/>
                  </a:lnTo>
                  <a:lnTo>
                    <a:pt x="346226" y="827612"/>
                  </a:lnTo>
                  <a:lnTo>
                    <a:pt x="313065" y="834145"/>
                  </a:lnTo>
                  <a:lnTo>
                    <a:pt x="279523" y="849436"/>
                  </a:lnTo>
                  <a:lnTo>
                    <a:pt x="264004" y="858994"/>
                  </a:lnTo>
                  <a:lnTo>
                    <a:pt x="190666" y="908512"/>
                  </a:lnTo>
                  <a:lnTo>
                    <a:pt x="161420" y="919227"/>
                  </a:lnTo>
                  <a:lnTo>
                    <a:pt x="98135" y="943809"/>
                  </a:lnTo>
                  <a:lnTo>
                    <a:pt x="53243" y="928912"/>
                  </a:lnTo>
                  <a:lnTo>
                    <a:pt x="60030" y="856896"/>
                  </a:lnTo>
                  <a:lnTo>
                    <a:pt x="60818" y="804988"/>
                  </a:lnTo>
                  <a:lnTo>
                    <a:pt x="0" y="697561"/>
                  </a:lnTo>
                  <a:lnTo>
                    <a:pt x="40978" y="666332"/>
                  </a:lnTo>
                  <a:lnTo>
                    <a:pt x="77647" y="614297"/>
                  </a:lnTo>
                  <a:lnTo>
                    <a:pt x="109880" y="583462"/>
                  </a:lnTo>
                  <a:lnTo>
                    <a:pt x="131805" y="563990"/>
                  </a:lnTo>
                  <a:lnTo>
                    <a:pt x="148646" y="589207"/>
                  </a:lnTo>
                  <a:lnTo>
                    <a:pt x="283056" y="540069"/>
                  </a:lnTo>
                  <a:lnTo>
                    <a:pt x="325991" y="516009"/>
                  </a:lnTo>
                  <a:lnTo>
                    <a:pt x="350395" y="502422"/>
                  </a:lnTo>
                  <a:lnTo>
                    <a:pt x="379361" y="505955"/>
                  </a:lnTo>
                  <a:lnTo>
                    <a:pt x="418916" y="478768"/>
                  </a:lnTo>
                  <a:lnTo>
                    <a:pt x="453754" y="411328"/>
                  </a:lnTo>
                  <a:lnTo>
                    <a:pt x="501519" y="378904"/>
                  </a:lnTo>
                  <a:lnTo>
                    <a:pt x="546399" y="375256"/>
                  </a:lnTo>
                  <a:lnTo>
                    <a:pt x="588546" y="336172"/>
                  </a:lnTo>
                  <a:lnTo>
                    <a:pt x="551750" y="318518"/>
                  </a:lnTo>
                  <a:lnTo>
                    <a:pt x="532710" y="288852"/>
                  </a:lnTo>
                  <a:lnTo>
                    <a:pt x="553580" y="280095"/>
                  </a:lnTo>
                  <a:lnTo>
                    <a:pt x="560622" y="267156"/>
                  </a:lnTo>
                  <a:lnTo>
                    <a:pt x="561156" y="258259"/>
                  </a:lnTo>
                  <a:lnTo>
                    <a:pt x="556186" y="250302"/>
                  </a:lnTo>
                  <a:lnTo>
                    <a:pt x="555411" y="242320"/>
                  </a:lnTo>
                  <a:lnTo>
                    <a:pt x="561816" y="236308"/>
                  </a:lnTo>
                  <a:lnTo>
                    <a:pt x="580348" y="228072"/>
                  </a:lnTo>
                  <a:lnTo>
                    <a:pt x="622228" y="224157"/>
                  </a:lnTo>
                  <a:lnTo>
                    <a:pt x="642717" y="210290"/>
                  </a:lnTo>
                  <a:lnTo>
                    <a:pt x="643886" y="192000"/>
                  </a:lnTo>
                  <a:lnTo>
                    <a:pt x="632663" y="180116"/>
                  </a:lnTo>
                  <a:lnTo>
                    <a:pt x="632663" y="167165"/>
                  </a:lnTo>
                  <a:lnTo>
                    <a:pt x="644420" y="164165"/>
                  </a:lnTo>
                  <a:lnTo>
                    <a:pt x="656813" y="151226"/>
                  </a:lnTo>
                  <a:lnTo>
                    <a:pt x="678089" y="134092"/>
                  </a:lnTo>
                  <a:lnTo>
                    <a:pt x="707704" y="128093"/>
                  </a:lnTo>
                  <a:lnTo>
                    <a:pt x="738628" y="113972"/>
                  </a:lnTo>
                  <a:lnTo>
                    <a:pt x="748949" y="105075"/>
                  </a:lnTo>
                  <a:lnTo>
                    <a:pt x="765523" y="101542"/>
                  </a:lnTo>
                  <a:lnTo>
                    <a:pt x="770874" y="89137"/>
                  </a:lnTo>
                  <a:lnTo>
                    <a:pt x="779733" y="87967"/>
                  </a:lnTo>
                  <a:lnTo>
                    <a:pt x="810403" y="56586"/>
                  </a:lnTo>
                  <a:lnTo>
                    <a:pt x="827511" y="48362"/>
                  </a:lnTo>
                  <a:lnTo>
                    <a:pt x="831019" y="38817"/>
                  </a:lnTo>
                  <a:lnTo>
                    <a:pt x="842267" y="29920"/>
                  </a:lnTo>
                  <a:lnTo>
                    <a:pt x="852308" y="28750"/>
                  </a:lnTo>
                  <a:lnTo>
                    <a:pt x="873305" y="127"/>
                  </a:lnTo>
                  <a:lnTo>
                    <a:pt x="879826" y="0"/>
                  </a:lnTo>
                  <a:lnTo>
                    <a:pt x="913368" y="84447"/>
                  </a:lnTo>
                  <a:lnTo>
                    <a:pt x="929307" y="124827"/>
                  </a:lnTo>
                  <a:lnTo>
                    <a:pt x="882584" y="214357"/>
                  </a:lnTo>
                  <a:lnTo>
                    <a:pt x="877106" y="224678"/>
                  </a:lnTo>
                  <a:lnTo>
                    <a:pt x="888964" y="240363"/>
                  </a:lnTo>
                  <a:lnTo>
                    <a:pt x="928391" y="219836"/>
                  </a:lnTo>
                  <a:lnTo>
                    <a:pt x="993887" y="181158"/>
                  </a:lnTo>
                  <a:lnTo>
                    <a:pt x="1036962" y="167686"/>
                  </a:lnTo>
                  <a:lnTo>
                    <a:pt x="1062662" y="158801"/>
                  </a:lnTo>
                  <a:lnTo>
                    <a:pt x="1103259" y="152395"/>
                  </a:lnTo>
                  <a:lnTo>
                    <a:pt x="1128958" y="147438"/>
                  </a:lnTo>
                  <a:lnTo>
                    <a:pt x="1176851" y="124687"/>
                  </a:lnTo>
                  <a:lnTo>
                    <a:pt x="1201521" y="126517"/>
                  </a:lnTo>
                  <a:lnTo>
                    <a:pt x="1227882" y="109130"/>
                  </a:lnTo>
                  <a:lnTo>
                    <a:pt x="1241850" y="124166"/>
                  </a:lnTo>
                  <a:lnTo>
                    <a:pt x="1207914" y="161153"/>
                  </a:lnTo>
                  <a:lnTo>
                    <a:pt x="1242766" y="171079"/>
                  </a:lnTo>
                  <a:lnTo>
                    <a:pt x="1330847" y="233041"/>
                  </a:lnTo>
                  <a:lnTo>
                    <a:pt x="1336859" y="253174"/>
                  </a:lnTo>
                  <a:lnTo>
                    <a:pt x="1316358" y="269901"/>
                  </a:lnTo>
                  <a:lnTo>
                    <a:pt x="1337902" y="323360"/>
                  </a:lnTo>
                  <a:lnTo>
                    <a:pt x="1328229" y="322712"/>
                  </a:lnTo>
                  <a:lnTo>
                    <a:pt x="1311147" y="332117"/>
                  </a:lnTo>
                  <a:lnTo>
                    <a:pt x="1308655" y="337354"/>
                  </a:lnTo>
                  <a:lnTo>
                    <a:pt x="1312697" y="343620"/>
                  </a:lnTo>
                  <a:lnTo>
                    <a:pt x="1299275" y="358784"/>
                  </a:lnTo>
                  <a:lnTo>
                    <a:pt x="1287518" y="363486"/>
                  </a:lnTo>
                  <a:lnTo>
                    <a:pt x="1268199" y="366753"/>
                  </a:lnTo>
                  <a:lnTo>
                    <a:pt x="1247329" y="379425"/>
                  </a:lnTo>
                  <a:lnTo>
                    <a:pt x="1234530" y="392898"/>
                  </a:lnTo>
                  <a:lnTo>
                    <a:pt x="1226700" y="406612"/>
                  </a:lnTo>
                  <a:lnTo>
                    <a:pt x="1226573" y="424775"/>
                  </a:lnTo>
                  <a:lnTo>
                    <a:pt x="1227628" y="435248"/>
                  </a:lnTo>
                  <a:lnTo>
                    <a:pt x="1223980" y="457199"/>
                  </a:lnTo>
                  <a:lnTo>
                    <a:pt x="1219531" y="476556"/>
                  </a:lnTo>
                  <a:lnTo>
                    <a:pt x="1210139" y="479403"/>
                  </a:lnTo>
                  <a:lnTo>
                    <a:pt x="1201902" y="488834"/>
                  </a:lnTo>
                  <a:lnTo>
                    <a:pt x="1196564" y="482289"/>
                  </a:lnTo>
                  <a:lnTo>
                    <a:pt x="1187044" y="482289"/>
                  </a:lnTo>
                  <a:lnTo>
                    <a:pt x="1180765" y="488034"/>
                  </a:lnTo>
                  <a:lnTo>
                    <a:pt x="1152205" y="481628"/>
                  </a:lnTo>
                  <a:lnTo>
                    <a:pt x="1145011" y="470392"/>
                  </a:lnTo>
                  <a:lnTo>
                    <a:pt x="1132759" y="463478"/>
                  </a:lnTo>
                  <a:lnTo>
                    <a:pt x="1118396" y="459677"/>
                  </a:lnTo>
                  <a:lnTo>
                    <a:pt x="1095289" y="475234"/>
                  </a:lnTo>
                  <a:lnTo>
                    <a:pt x="1077800" y="490004"/>
                  </a:lnTo>
                  <a:lnTo>
                    <a:pt x="1076631" y="498380"/>
                  </a:lnTo>
                  <a:lnTo>
                    <a:pt x="1068140" y="506463"/>
                  </a:lnTo>
                  <a:lnTo>
                    <a:pt x="1054833" y="506603"/>
                  </a:lnTo>
                  <a:lnTo>
                    <a:pt x="1051312" y="514306"/>
                  </a:lnTo>
                  <a:lnTo>
                    <a:pt x="1027035" y="522809"/>
                  </a:lnTo>
                  <a:lnTo>
                    <a:pt x="1015304" y="529596"/>
                  </a:lnTo>
                  <a:lnTo>
                    <a:pt x="1006419" y="527245"/>
                  </a:lnTo>
                  <a:lnTo>
                    <a:pt x="985143" y="539141"/>
                  </a:lnTo>
                  <a:lnTo>
                    <a:pt x="981635" y="545026"/>
                  </a:lnTo>
                  <a:lnTo>
                    <a:pt x="969763" y="553262"/>
                  </a:lnTo>
                  <a:lnTo>
                    <a:pt x="943529" y="556008"/>
                  </a:lnTo>
                  <a:close/>
                </a:path>
              </a:pathLst>
            </a:custGeom>
            <a:noFill/>
            <a:ln w="3810" cap="flat">
              <a:solidFill>
                <a:srgbClr val="E6E4E2"/>
              </a:solidFill>
              <a:prstDash val="solid"/>
              <a:miter/>
            </a:ln>
          </p:spPr>
          <p:txBody>
            <a:bodyPr rtlCol="0" anchor="ctr"/>
            <a:lstStyle/>
            <a:p>
              <a:endParaRPr lang="de-CH"/>
            </a:p>
          </p:txBody>
        </p:sp>
        <p:sp>
          <p:nvSpPr>
            <p:cNvPr id="130" name="Freihandform: Form 129">
              <a:extLst>
                <a:ext uri="{FF2B5EF4-FFF2-40B4-BE49-F238E27FC236}">
                  <a16:creationId xmlns:a16="http://schemas.microsoft.com/office/drawing/2014/main" id="{91394201-DCC3-6378-EFB7-95B3AA8AB975}"/>
                </a:ext>
              </a:extLst>
            </p:cNvPr>
            <p:cNvSpPr/>
            <p:nvPr/>
          </p:nvSpPr>
          <p:spPr>
            <a:xfrm>
              <a:off x="1454305" y="4785471"/>
              <a:ext cx="749380" cy="698527"/>
            </a:xfrm>
            <a:custGeom>
              <a:avLst/>
              <a:gdLst>
                <a:gd name="connsiteX0" fmla="*/ 353064 w 749380"/>
                <a:gd name="connsiteY0" fmla="*/ 149713 h 698527"/>
                <a:gd name="connsiteX1" fmla="*/ 349543 w 749380"/>
                <a:gd name="connsiteY1" fmla="*/ 176888 h 698527"/>
                <a:gd name="connsiteX2" fmla="*/ 354500 w 749380"/>
                <a:gd name="connsiteY2" fmla="*/ 198495 h 698527"/>
                <a:gd name="connsiteX3" fmla="*/ 335321 w 749380"/>
                <a:gd name="connsiteY3" fmla="*/ 201228 h 698527"/>
                <a:gd name="connsiteX4" fmla="*/ 311692 w 749380"/>
                <a:gd name="connsiteY4" fmla="*/ 226725 h 698527"/>
                <a:gd name="connsiteX5" fmla="*/ 312874 w 749380"/>
                <a:gd name="connsiteY5" fmla="*/ 255590 h 698527"/>
                <a:gd name="connsiteX6" fmla="*/ 350840 w 749380"/>
                <a:gd name="connsiteY6" fmla="*/ 307371 h 698527"/>
                <a:gd name="connsiteX7" fmla="*/ 358809 w 749380"/>
                <a:gd name="connsiteY7" fmla="*/ 337418 h 698527"/>
                <a:gd name="connsiteX8" fmla="*/ 337164 w 749380"/>
                <a:gd name="connsiteY8" fmla="*/ 357970 h 698527"/>
                <a:gd name="connsiteX9" fmla="*/ 311743 w 749380"/>
                <a:gd name="connsiteY9" fmla="*/ 368037 h 698527"/>
                <a:gd name="connsiteX10" fmla="*/ 287594 w 749380"/>
                <a:gd name="connsiteY10" fmla="*/ 342540 h 698527"/>
                <a:gd name="connsiteX11" fmla="*/ 246870 w 749380"/>
                <a:gd name="connsiteY11" fmla="*/ 357970 h 698527"/>
                <a:gd name="connsiteX12" fmla="*/ 233283 w 749380"/>
                <a:gd name="connsiteY12" fmla="*/ 345018 h 698527"/>
                <a:gd name="connsiteX13" fmla="*/ 215489 w 749380"/>
                <a:gd name="connsiteY13" fmla="*/ 356788 h 698527"/>
                <a:gd name="connsiteX14" fmla="*/ 195407 w 749380"/>
                <a:gd name="connsiteY14" fmla="*/ 383975 h 698527"/>
                <a:gd name="connsiteX15" fmla="*/ 171791 w 749380"/>
                <a:gd name="connsiteY15" fmla="*/ 363321 h 698527"/>
                <a:gd name="connsiteX16" fmla="*/ 152345 w 749380"/>
                <a:gd name="connsiteY16" fmla="*/ 376273 h 698527"/>
                <a:gd name="connsiteX17" fmla="*/ 132771 w 749380"/>
                <a:gd name="connsiteY17" fmla="*/ 384636 h 698527"/>
                <a:gd name="connsiteX18" fmla="*/ 105622 w 749380"/>
                <a:gd name="connsiteY18" fmla="*/ 418369 h 698527"/>
                <a:gd name="connsiteX19" fmla="*/ 76134 w 749380"/>
                <a:gd name="connsiteY19" fmla="*/ 417695 h 698527"/>
                <a:gd name="connsiteX20" fmla="*/ 71940 w 749380"/>
                <a:gd name="connsiteY20" fmla="*/ 429592 h 698527"/>
                <a:gd name="connsiteX21" fmla="*/ 51997 w 749380"/>
                <a:gd name="connsiteY21" fmla="*/ 428931 h 698527"/>
                <a:gd name="connsiteX22" fmla="*/ 34750 w 749380"/>
                <a:gd name="connsiteY22" fmla="*/ 453767 h 698527"/>
                <a:gd name="connsiteX23" fmla="*/ 34241 w 749380"/>
                <a:gd name="connsiteY23" fmla="*/ 472718 h 698527"/>
                <a:gd name="connsiteX24" fmla="*/ 18354 w 749380"/>
                <a:gd name="connsiteY24" fmla="*/ 493970 h 698527"/>
                <a:gd name="connsiteX25" fmla="*/ 58429 w 749380"/>
                <a:gd name="connsiteY25" fmla="*/ 511764 h 698527"/>
                <a:gd name="connsiteX26" fmla="*/ 85031 w 749380"/>
                <a:gd name="connsiteY26" fmla="*/ 535913 h 698527"/>
                <a:gd name="connsiteX27" fmla="*/ 82032 w 749380"/>
                <a:gd name="connsiteY27" fmla="*/ 552894 h 698527"/>
                <a:gd name="connsiteX28" fmla="*/ 79680 w 749380"/>
                <a:gd name="connsiteY28" fmla="*/ 569633 h 698527"/>
                <a:gd name="connsiteX29" fmla="*/ 75638 w 749380"/>
                <a:gd name="connsiteY29" fmla="*/ 571997 h 698527"/>
                <a:gd name="connsiteX30" fmla="*/ 63246 w 749380"/>
                <a:gd name="connsiteY30" fmla="*/ 564918 h 698527"/>
                <a:gd name="connsiteX31" fmla="*/ 62064 w 749380"/>
                <a:gd name="connsiteY31" fmla="*/ 578530 h 698527"/>
                <a:gd name="connsiteX32" fmla="*/ 48019 w 749380"/>
                <a:gd name="connsiteY32" fmla="*/ 600888 h 698527"/>
                <a:gd name="connsiteX33" fmla="*/ 23094 w 749380"/>
                <a:gd name="connsiteY33" fmla="*/ 650038 h 698527"/>
                <a:gd name="connsiteX34" fmla="*/ 29627 w 749380"/>
                <a:gd name="connsiteY34" fmla="*/ 663625 h 698527"/>
                <a:gd name="connsiteX35" fmla="*/ 23094 w 749380"/>
                <a:gd name="connsiteY35" fmla="*/ 674861 h 698527"/>
                <a:gd name="connsiteX36" fmla="*/ 0 w 749380"/>
                <a:gd name="connsiteY36" fmla="*/ 687279 h 698527"/>
                <a:gd name="connsiteX37" fmla="*/ 7715 w 749380"/>
                <a:gd name="connsiteY37" fmla="*/ 698527 h 698527"/>
                <a:gd name="connsiteX38" fmla="*/ 48553 w 749380"/>
                <a:gd name="connsiteY38" fmla="*/ 683123 h 698527"/>
                <a:gd name="connsiteX39" fmla="*/ 61073 w 749380"/>
                <a:gd name="connsiteY39" fmla="*/ 656431 h 698527"/>
                <a:gd name="connsiteX40" fmla="*/ 85743 w 749380"/>
                <a:gd name="connsiteY40" fmla="*/ 655923 h 698527"/>
                <a:gd name="connsiteX41" fmla="*/ 114074 w 749380"/>
                <a:gd name="connsiteY41" fmla="*/ 665455 h 698527"/>
                <a:gd name="connsiteX42" fmla="*/ 146828 w 749380"/>
                <a:gd name="connsiteY42" fmla="*/ 661922 h 698527"/>
                <a:gd name="connsiteX43" fmla="*/ 170304 w 749380"/>
                <a:gd name="connsiteY43" fmla="*/ 681661 h 698527"/>
                <a:gd name="connsiteX44" fmla="*/ 199016 w 749380"/>
                <a:gd name="connsiteY44" fmla="*/ 663117 h 698527"/>
                <a:gd name="connsiteX45" fmla="*/ 209057 w 749380"/>
                <a:gd name="connsiteY45" fmla="*/ 638789 h 698527"/>
                <a:gd name="connsiteX46" fmla="*/ 249260 w 749380"/>
                <a:gd name="connsiteY46" fmla="*/ 645335 h 698527"/>
                <a:gd name="connsiteX47" fmla="*/ 274591 w 749380"/>
                <a:gd name="connsiteY47" fmla="*/ 638268 h 698527"/>
                <a:gd name="connsiteX48" fmla="*/ 286463 w 749380"/>
                <a:gd name="connsiteY48" fmla="*/ 636451 h 698527"/>
                <a:gd name="connsiteX49" fmla="*/ 295360 w 749380"/>
                <a:gd name="connsiteY49" fmla="*/ 660244 h 698527"/>
                <a:gd name="connsiteX50" fmla="*/ 367414 w 749380"/>
                <a:gd name="connsiteY50" fmla="*/ 666600 h 698527"/>
                <a:gd name="connsiteX51" fmla="*/ 400282 w 749380"/>
                <a:gd name="connsiteY51" fmla="*/ 647242 h 698527"/>
                <a:gd name="connsiteX52" fmla="*/ 461291 w 749380"/>
                <a:gd name="connsiteY52" fmla="*/ 614322 h 698527"/>
                <a:gd name="connsiteX53" fmla="*/ 489356 w 749380"/>
                <a:gd name="connsiteY53" fmla="*/ 590897 h 698527"/>
                <a:gd name="connsiteX54" fmla="*/ 484005 w 749380"/>
                <a:gd name="connsiteY54" fmla="*/ 555627 h 698527"/>
                <a:gd name="connsiteX55" fmla="*/ 512069 w 749380"/>
                <a:gd name="connsiteY55" fmla="*/ 543603 h 698527"/>
                <a:gd name="connsiteX56" fmla="*/ 528592 w 749380"/>
                <a:gd name="connsiteY56" fmla="*/ 521106 h 698527"/>
                <a:gd name="connsiteX57" fmla="*/ 552195 w 749380"/>
                <a:gd name="connsiteY57" fmla="*/ 508713 h 698527"/>
                <a:gd name="connsiteX58" fmla="*/ 564219 w 749380"/>
                <a:gd name="connsiteY58" fmla="*/ 488173 h 698527"/>
                <a:gd name="connsiteX59" fmla="*/ 598790 w 749380"/>
                <a:gd name="connsiteY59" fmla="*/ 474993 h 698527"/>
                <a:gd name="connsiteX60" fmla="*/ 616153 w 749380"/>
                <a:gd name="connsiteY60" fmla="*/ 477065 h 698527"/>
                <a:gd name="connsiteX61" fmla="*/ 639641 w 749380"/>
                <a:gd name="connsiteY61" fmla="*/ 461914 h 698527"/>
                <a:gd name="connsiteX62" fmla="*/ 673183 w 749380"/>
                <a:gd name="connsiteY62" fmla="*/ 453665 h 698527"/>
                <a:gd name="connsiteX63" fmla="*/ 714542 w 749380"/>
                <a:gd name="connsiteY63" fmla="*/ 423478 h 698527"/>
                <a:gd name="connsiteX64" fmla="*/ 742861 w 749380"/>
                <a:gd name="connsiteY64" fmla="*/ 363880 h 698527"/>
                <a:gd name="connsiteX65" fmla="*/ 749381 w 749380"/>
                <a:gd name="connsiteY65" fmla="*/ 331215 h 698527"/>
                <a:gd name="connsiteX66" fmla="*/ 741691 w 749380"/>
                <a:gd name="connsiteY66" fmla="*/ 321263 h 698527"/>
                <a:gd name="connsiteX67" fmla="*/ 713729 w 749380"/>
                <a:gd name="connsiteY67" fmla="*/ 327936 h 698527"/>
                <a:gd name="connsiteX68" fmla="*/ 720402 w 749380"/>
                <a:gd name="connsiteY68" fmla="*/ 313548 h 698527"/>
                <a:gd name="connsiteX69" fmla="*/ 721050 w 749380"/>
                <a:gd name="connsiteY69" fmla="*/ 300482 h 698527"/>
                <a:gd name="connsiteX70" fmla="*/ 705658 w 749380"/>
                <a:gd name="connsiteY70" fmla="*/ 298779 h 698527"/>
                <a:gd name="connsiteX71" fmla="*/ 684381 w 749380"/>
                <a:gd name="connsiteY71" fmla="*/ 328839 h 698527"/>
                <a:gd name="connsiteX72" fmla="*/ 659062 w 749380"/>
                <a:gd name="connsiteY72" fmla="*/ 345451 h 698527"/>
                <a:gd name="connsiteX73" fmla="*/ 646009 w 749380"/>
                <a:gd name="connsiteY73" fmla="*/ 341917 h 698527"/>
                <a:gd name="connsiteX74" fmla="*/ 648348 w 749380"/>
                <a:gd name="connsiteY74" fmla="*/ 328839 h 698527"/>
                <a:gd name="connsiteX75" fmla="*/ 619978 w 749380"/>
                <a:gd name="connsiteY75" fmla="*/ 307714 h 698527"/>
                <a:gd name="connsiteX76" fmla="*/ 611755 w 749380"/>
                <a:gd name="connsiteY76" fmla="*/ 278709 h 698527"/>
                <a:gd name="connsiteX77" fmla="*/ 595232 w 749380"/>
                <a:gd name="connsiteY77" fmla="*/ 261322 h 698527"/>
                <a:gd name="connsiteX78" fmla="*/ 609988 w 749380"/>
                <a:gd name="connsiteY78" fmla="*/ 242625 h 698527"/>
                <a:gd name="connsiteX79" fmla="*/ 624198 w 749380"/>
                <a:gd name="connsiteY79" fmla="*/ 236092 h 698527"/>
                <a:gd name="connsiteX80" fmla="*/ 633591 w 749380"/>
                <a:gd name="connsiteY80" fmla="*/ 222505 h 698527"/>
                <a:gd name="connsiteX81" fmla="*/ 625380 w 749380"/>
                <a:gd name="connsiteY81" fmla="*/ 188187 h 698527"/>
                <a:gd name="connsiteX82" fmla="*/ 605273 w 749380"/>
                <a:gd name="connsiteY82" fmla="*/ 184133 h 698527"/>
                <a:gd name="connsiteX83" fmla="*/ 606722 w 749380"/>
                <a:gd name="connsiteY83" fmla="*/ 199957 h 698527"/>
                <a:gd name="connsiteX84" fmla="*/ 591063 w 749380"/>
                <a:gd name="connsiteY84" fmla="*/ 227017 h 698527"/>
                <a:gd name="connsiteX85" fmla="*/ 576840 w 749380"/>
                <a:gd name="connsiteY85" fmla="*/ 237185 h 698527"/>
                <a:gd name="connsiteX86" fmla="*/ 551508 w 749380"/>
                <a:gd name="connsiteY86" fmla="*/ 278366 h 698527"/>
                <a:gd name="connsiteX87" fmla="*/ 537032 w 749380"/>
                <a:gd name="connsiteY87" fmla="*/ 296669 h 698527"/>
                <a:gd name="connsiteX88" fmla="*/ 515094 w 749380"/>
                <a:gd name="connsiteY88" fmla="*/ 300863 h 698527"/>
                <a:gd name="connsiteX89" fmla="*/ 504544 w 749380"/>
                <a:gd name="connsiteY89" fmla="*/ 319789 h 698527"/>
                <a:gd name="connsiteX90" fmla="*/ 499969 w 749380"/>
                <a:gd name="connsiteY90" fmla="*/ 356013 h 698527"/>
                <a:gd name="connsiteX91" fmla="*/ 502968 w 749380"/>
                <a:gd name="connsiteY91" fmla="*/ 376794 h 698527"/>
                <a:gd name="connsiteX92" fmla="*/ 457021 w 749380"/>
                <a:gd name="connsiteY92" fmla="*/ 455203 h 698527"/>
                <a:gd name="connsiteX93" fmla="*/ 419322 w 749380"/>
                <a:gd name="connsiteY93" fmla="*/ 477306 h 698527"/>
                <a:gd name="connsiteX94" fmla="*/ 406396 w 749380"/>
                <a:gd name="connsiteY94" fmla="*/ 469680 h 698527"/>
                <a:gd name="connsiteX95" fmla="*/ 409396 w 749380"/>
                <a:gd name="connsiteY95" fmla="*/ 466655 h 698527"/>
                <a:gd name="connsiteX96" fmla="*/ 420352 w 749380"/>
                <a:gd name="connsiteY96" fmla="*/ 455280 h 698527"/>
                <a:gd name="connsiteX97" fmla="*/ 420098 w 749380"/>
                <a:gd name="connsiteY97" fmla="*/ 442735 h 698527"/>
                <a:gd name="connsiteX98" fmla="*/ 419704 w 749380"/>
                <a:gd name="connsiteY98" fmla="*/ 427482 h 698527"/>
                <a:gd name="connsiteX99" fmla="*/ 412078 w 749380"/>
                <a:gd name="connsiteY99" fmla="*/ 411137 h 698527"/>
                <a:gd name="connsiteX100" fmla="*/ 415725 w 749380"/>
                <a:gd name="connsiteY100" fmla="*/ 391398 h 698527"/>
                <a:gd name="connsiteX101" fmla="*/ 420301 w 749380"/>
                <a:gd name="connsiteY101" fmla="*/ 354157 h 698527"/>
                <a:gd name="connsiteX102" fmla="*/ 420034 w 749380"/>
                <a:gd name="connsiteY102" fmla="*/ 339248 h 698527"/>
                <a:gd name="connsiteX103" fmla="*/ 430342 w 749380"/>
                <a:gd name="connsiteY103" fmla="*/ 326182 h 698527"/>
                <a:gd name="connsiteX104" fmla="*/ 438299 w 749380"/>
                <a:gd name="connsiteY104" fmla="*/ 308006 h 698527"/>
                <a:gd name="connsiteX105" fmla="*/ 448213 w 749380"/>
                <a:gd name="connsiteY105" fmla="*/ 302782 h 698527"/>
                <a:gd name="connsiteX106" fmla="*/ 455140 w 749380"/>
                <a:gd name="connsiteY106" fmla="*/ 281607 h 698527"/>
                <a:gd name="connsiteX107" fmla="*/ 459843 w 749380"/>
                <a:gd name="connsiteY107" fmla="*/ 263571 h 698527"/>
                <a:gd name="connsiteX108" fmla="*/ 452661 w 749380"/>
                <a:gd name="connsiteY108" fmla="*/ 244887 h 698527"/>
                <a:gd name="connsiteX109" fmla="*/ 459448 w 749380"/>
                <a:gd name="connsiteY109" fmla="*/ 204901 h 698527"/>
                <a:gd name="connsiteX110" fmla="*/ 396406 w 749380"/>
                <a:gd name="connsiteY110" fmla="*/ 176786 h 698527"/>
                <a:gd name="connsiteX111" fmla="*/ 363791 w 749380"/>
                <a:gd name="connsiteY111" fmla="*/ 134436 h 698527"/>
                <a:gd name="connsiteX112" fmla="*/ 451975 w 749380"/>
                <a:gd name="connsiteY112" fmla="*/ 54692 h 698527"/>
                <a:gd name="connsiteX113" fmla="*/ 450704 w 749380"/>
                <a:gd name="connsiteY113" fmla="*/ 75346 h 698527"/>
                <a:gd name="connsiteX114" fmla="*/ 485822 w 749380"/>
                <a:gd name="connsiteY114" fmla="*/ 65915 h 698527"/>
                <a:gd name="connsiteX115" fmla="*/ 461266 w 749380"/>
                <a:gd name="connsiteY115" fmla="*/ 46062 h 698527"/>
                <a:gd name="connsiteX116" fmla="*/ 468816 w 749380"/>
                <a:gd name="connsiteY116" fmla="*/ 6393 h 698527"/>
                <a:gd name="connsiteX117" fmla="*/ 465943 w 749380"/>
                <a:gd name="connsiteY117" fmla="*/ 23387 h 698527"/>
                <a:gd name="connsiteX118" fmla="*/ 512539 w 749380"/>
                <a:gd name="connsiteY118" fmla="*/ 45083 h 698527"/>
                <a:gd name="connsiteX119" fmla="*/ 508103 w 749380"/>
                <a:gd name="connsiteY119" fmla="*/ 66513 h 698527"/>
                <a:gd name="connsiteX120" fmla="*/ 536409 w 749380"/>
                <a:gd name="connsiteY120" fmla="*/ 77876 h 698527"/>
                <a:gd name="connsiteX121" fmla="*/ 538951 w 749380"/>
                <a:gd name="connsiteY121" fmla="*/ 53319 h 698527"/>
                <a:gd name="connsiteX122" fmla="*/ 547301 w 749380"/>
                <a:gd name="connsiteY122" fmla="*/ 35029 h 698527"/>
                <a:gd name="connsiteX123" fmla="*/ 481285 w 749380"/>
                <a:gd name="connsiteY123" fmla="*/ 0 h 698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749380" h="698527">
                  <a:moveTo>
                    <a:pt x="353064" y="149713"/>
                  </a:moveTo>
                  <a:lnTo>
                    <a:pt x="349543" y="176888"/>
                  </a:lnTo>
                  <a:lnTo>
                    <a:pt x="354500" y="198495"/>
                  </a:lnTo>
                  <a:lnTo>
                    <a:pt x="335321" y="201228"/>
                  </a:lnTo>
                  <a:lnTo>
                    <a:pt x="311692" y="226725"/>
                  </a:lnTo>
                  <a:lnTo>
                    <a:pt x="312874" y="255590"/>
                  </a:lnTo>
                  <a:lnTo>
                    <a:pt x="350840" y="307371"/>
                  </a:lnTo>
                  <a:lnTo>
                    <a:pt x="358809" y="337418"/>
                  </a:lnTo>
                  <a:lnTo>
                    <a:pt x="337164" y="357970"/>
                  </a:lnTo>
                  <a:lnTo>
                    <a:pt x="311743" y="368037"/>
                  </a:lnTo>
                  <a:lnTo>
                    <a:pt x="287594" y="342540"/>
                  </a:lnTo>
                  <a:lnTo>
                    <a:pt x="246870" y="357970"/>
                  </a:lnTo>
                  <a:lnTo>
                    <a:pt x="233283" y="345018"/>
                  </a:lnTo>
                  <a:lnTo>
                    <a:pt x="215489" y="356788"/>
                  </a:lnTo>
                  <a:lnTo>
                    <a:pt x="195407" y="383975"/>
                  </a:lnTo>
                  <a:lnTo>
                    <a:pt x="171791" y="363321"/>
                  </a:lnTo>
                  <a:lnTo>
                    <a:pt x="152345" y="376273"/>
                  </a:lnTo>
                  <a:lnTo>
                    <a:pt x="132771" y="384636"/>
                  </a:lnTo>
                  <a:lnTo>
                    <a:pt x="105622" y="418369"/>
                  </a:lnTo>
                  <a:lnTo>
                    <a:pt x="76134" y="417695"/>
                  </a:lnTo>
                  <a:lnTo>
                    <a:pt x="71940" y="429592"/>
                  </a:lnTo>
                  <a:lnTo>
                    <a:pt x="51997" y="428931"/>
                  </a:lnTo>
                  <a:lnTo>
                    <a:pt x="34750" y="453767"/>
                  </a:lnTo>
                  <a:lnTo>
                    <a:pt x="34241" y="472718"/>
                  </a:lnTo>
                  <a:lnTo>
                    <a:pt x="18354" y="493970"/>
                  </a:lnTo>
                  <a:lnTo>
                    <a:pt x="58429" y="511764"/>
                  </a:lnTo>
                  <a:lnTo>
                    <a:pt x="85031" y="535913"/>
                  </a:lnTo>
                  <a:lnTo>
                    <a:pt x="82032" y="552894"/>
                  </a:lnTo>
                  <a:lnTo>
                    <a:pt x="79680" y="569633"/>
                  </a:lnTo>
                  <a:lnTo>
                    <a:pt x="75638" y="571997"/>
                  </a:lnTo>
                  <a:lnTo>
                    <a:pt x="63246" y="564918"/>
                  </a:lnTo>
                  <a:lnTo>
                    <a:pt x="62064" y="578530"/>
                  </a:lnTo>
                  <a:lnTo>
                    <a:pt x="48019" y="600888"/>
                  </a:lnTo>
                  <a:lnTo>
                    <a:pt x="23094" y="650038"/>
                  </a:lnTo>
                  <a:lnTo>
                    <a:pt x="29627" y="663625"/>
                  </a:lnTo>
                  <a:lnTo>
                    <a:pt x="23094" y="674861"/>
                  </a:lnTo>
                  <a:lnTo>
                    <a:pt x="0" y="687279"/>
                  </a:lnTo>
                  <a:lnTo>
                    <a:pt x="7715" y="698527"/>
                  </a:lnTo>
                  <a:lnTo>
                    <a:pt x="48553" y="683123"/>
                  </a:lnTo>
                  <a:lnTo>
                    <a:pt x="61073" y="656431"/>
                  </a:lnTo>
                  <a:lnTo>
                    <a:pt x="85743" y="655923"/>
                  </a:lnTo>
                  <a:lnTo>
                    <a:pt x="114074" y="665455"/>
                  </a:lnTo>
                  <a:lnTo>
                    <a:pt x="146828" y="661922"/>
                  </a:lnTo>
                  <a:lnTo>
                    <a:pt x="170304" y="681661"/>
                  </a:lnTo>
                  <a:lnTo>
                    <a:pt x="199016" y="663117"/>
                  </a:lnTo>
                  <a:lnTo>
                    <a:pt x="209057" y="638789"/>
                  </a:lnTo>
                  <a:lnTo>
                    <a:pt x="249260" y="645335"/>
                  </a:lnTo>
                  <a:lnTo>
                    <a:pt x="274591" y="638268"/>
                  </a:lnTo>
                  <a:lnTo>
                    <a:pt x="286463" y="636451"/>
                  </a:lnTo>
                  <a:lnTo>
                    <a:pt x="295360" y="660244"/>
                  </a:lnTo>
                  <a:lnTo>
                    <a:pt x="367414" y="666600"/>
                  </a:lnTo>
                  <a:lnTo>
                    <a:pt x="400282" y="647242"/>
                  </a:lnTo>
                  <a:lnTo>
                    <a:pt x="461291" y="614322"/>
                  </a:lnTo>
                  <a:lnTo>
                    <a:pt x="489356" y="590897"/>
                  </a:lnTo>
                  <a:lnTo>
                    <a:pt x="484005" y="555627"/>
                  </a:lnTo>
                  <a:lnTo>
                    <a:pt x="512069" y="543603"/>
                  </a:lnTo>
                  <a:lnTo>
                    <a:pt x="528592" y="521106"/>
                  </a:lnTo>
                  <a:lnTo>
                    <a:pt x="552195" y="508713"/>
                  </a:lnTo>
                  <a:lnTo>
                    <a:pt x="564219" y="488173"/>
                  </a:lnTo>
                  <a:lnTo>
                    <a:pt x="598790" y="474993"/>
                  </a:lnTo>
                  <a:lnTo>
                    <a:pt x="616153" y="477065"/>
                  </a:lnTo>
                  <a:lnTo>
                    <a:pt x="639641" y="461914"/>
                  </a:lnTo>
                  <a:lnTo>
                    <a:pt x="673183" y="453665"/>
                  </a:lnTo>
                  <a:lnTo>
                    <a:pt x="714542" y="423478"/>
                  </a:lnTo>
                  <a:lnTo>
                    <a:pt x="742861" y="363880"/>
                  </a:lnTo>
                  <a:lnTo>
                    <a:pt x="749381" y="331215"/>
                  </a:lnTo>
                  <a:lnTo>
                    <a:pt x="741691" y="321263"/>
                  </a:lnTo>
                  <a:lnTo>
                    <a:pt x="713729" y="327936"/>
                  </a:lnTo>
                  <a:lnTo>
                    <a:pt x="720402" y="313548"/>
                  </a:lnTo>
                  <a:lnTo>
                    <a:pt x="721050" y="300482"/>
                  </a:lnTo>
                  <a:lnTo>
                    <a:pt x="705658" y="298779"/>
                  </a:lnTo>
                  <a:lnTo>
                    <a:pt x="684381" y="328839"/>
                  </a:lnTo>
                  <a:lnTo>
                    <a:pt x="659062" y="345451"/>
                  </a:lnTo>
                  <a:lnTo>
                    <a:pt x="646009" y="341917"/>
                  </a:lnTo>
                  <a:lnTo>
                    <a:pt x="648348" y="328839"/>
                  </a:lnTo>
                  <a:lnTo>
                    <a:pt x="619978" y="307714"/>
                  </a:lnTo>
                  <a:lnTo>
                    <a:pt x="611755" y="278709"/>
                  </a:lnTo>
                  <a:lnTo>
                    <a:pt x="595232" y="261322"/>
                  </a:lnTo>
                  <a:lnTo>
                    <a:pt x="609988" y="242625"/>
                  </a:lnTo>
                  <a:lnTo>
                    <a:pt x="624198" y="236092"/>
                  </a:lnTo>
                  <a:lnTo>
                    <a:pt x="633591" y="222505"/>
                  </a:lnTo>
                  <a:lnTo>
                    <a:pt x="625380" y="188187"/>
                  </a:lnTo>
                  <a:lnTo>
                    <a:pt x="605273" y="184133"/>
                  </a:lnTo>
                  <a:lnTo>
                    <a:pt x="606722" y="199957"/>
                  </a:lnTo>
                  <a:lnTo>
                    <a:pt x="591063" y="227017"/>
                  </a:lnTo>
                  <a:lnTo>
                    <a:pt x="576840" y="237185"/>
                  </a:lnTo>
                  <a:lnTo>
                    <a:pt x="551508" y="278366"/>
                  </a:lnTo>
                  <a:lnTo>
                    <a:pt x="537032" y="296669"/>
                  </a:lnTo>
                  <a:lnTo>
                    <a:pt x="515094" y="300863"/>
                  </a:lnTo>
                  <a:lnTo>
                    <a:pt x="504544" y="319789"/>
                  </a:lnTo>
                  <a:lnTo>
                    <a:pt x="499969" y="356013"/>
                  </a:lnTo>
                  <a:lnTo>
                    <a:pt x="502968" y="376794"/>
                  </a:lnTo>
                  <a:lnTo>
                    <a:pt x="457021" y="455203"/>
                  </a:lnTo>
                  <a:lnTo>
                    <a:pt x="419322" y="477306"/>
                  </a:lnTo>
                  <a:lnTo>
                    <a:pt x="406396" y="469680"/>
                  </a:lnTo>
                  <a:lnTo>
                    <a:pt x="409396" y="466655"/>
                  </a:lnTo>
                  <a:lnTo>
                    <a:pt x="420352" y="455280"/>
                  </a:lnTo>
                  <a:lnTo>
                    <a:pt x="420098" y="442735"/>
                  </a:lnTo>
                  <a:lnTo>
                    <a:pt x="419704" y="427482"/>
                  </a:lnTo>
                  <a:lnTo>
                    <a:pt x="412078" y="411137"/>
                  </a:lnTo>
                  <a:lnTo>
                    <a:pt x="415725" y="391398"/>
                  </a:lnTo>
                  <a:lnTo>
                    <a:pt x="420301" y="354157"/>
                  </a:lnTo>
                  <a:lnTo>
                    <a:pt x="420034" y="339248"/>
                  </a:lnTo>
                  <a:lnTo>
                    <a:pt x="430342" y="326182"/>
                  </a:lnTo>
                  <a:lnTo>
                    <a:pt x="438299" y="308006"/>
                  </a:lnTo>
                  <a:lnTo>
                    <a:pt x="448213" y="302782"/>
                  </a:lnTo>
                  <a:lnTo>
                    <a:pt x="455140" y="281607"/>
                  </a:lnTo>
                  <a:lnTo>
                    <a:pt x="459843" y="263571"/>
                  </a:lnTo>
                  <a:lnTo>
                    <a:pt x="452661" y="244887"/>
                  </a:lnTo>
                  <a:lnTo>
                    <a:pt x="459448" y="204901"/>
                  </a:lnTo>
                  <a:lnTo>
                    <a:pt x="396406" y="176786"/>
                  </a:lnTo>
                  <a:lnTo>
                    <a:pt x="363791" y="134436"/>
                  </a:lnTo>
                  <a:close/>
                  <a:moveTo>
                    <a:pt x="451975" y="54692"/>
                  </a:moveTo>
                  <a:lnTo>
                    <a:pt x="450704" y="75346"/>
                  </a:lnTo>
                  <a:lnTo>
                    <a:pt x="485822" y="65915"/>
                  </a:lnTo>
                  <a:lnTo>
                    <a:pt x="461266" y="46062"/>
                  </a:lnTo>
                  <a:close/>
                  <a:moveTo>
                    <a:pt x="468816" y="6393"/>
                  </a:moveTo>
                  <a:lnTo>
                    <a:pt x="465943" y="23387"/>
                  </a:lnTo>
                  <a:lnTo>
                    <a:pt x="512539" y="45083"/>
                  </a:lnTo>
                  <a:lnTo>
                    <a:pt x="508103" y="66513"/>
                  </a:lnTo>
                  <a:lnTo>
                    <a:pt x="536409" y="77876"/>
                  </a:lnTo>
                  <a:lnTo>
                    <a:pt x="538951" y="53319"/>
                  </a:lnTo>
                  <a:lnTo>
                    <a:pt x="547301" y="35029"/>
                  </a:lnTo>
                  <a:lnTo>
                    <a:pt x="481285" y="0"/>
                  </a:lnTo>
                  <a:close/>
                </a:path>
              </a:pathLst>
            </a:custGeom>
            <a:solidFill>
              <a:srgbClr val="FFFFFF"/>
            </a:solidFill>
            <a:ln w="12700" cap="flat">
              <a:noFill/>
              <a:prstDash val="solid"/>
              <a:miter/>
            </a:ln>
          </p:spPr>
          <p:txBody>
            <a:bodyPr rtlCol="0" anchor="ctr"/>
            <a:lstStyle/>
            <a:p>
              <a:endParaRPr lang="de-CH"/>
            </a:p>
          </p:txBody>
        </p:sp>
        <p:sp>
          <p:nvSpPr>
            <p:cNvPr id="131" name="Freihandform: Form 130">
              <a:extLst>
                <a:ext uri="{FF2B5EF4-FFF2-40B4-BE49-F238E27FC236}">
                  <a16:creationId xmlns:a16="http://schemas.microsoft.com/office/drawing/2014/main" id="{0B6A1A06-F77D-2175-A193-95760CD58029}"/>
                </a:ext>
              </a:extLst>
            </p:cNvPr>
            <p:cNvSpPr/>
            <p:nvPr/>
          </p:nvSpPr>
          <p:spPr>
            <a:xfrm>
              <a:off x="1454254" y="4785573"/>
              <a:ext cx="749393" cy="698425"/>
            </a:xfrm>
            <a:custGeom>
              <a:avLst/>
              <a:gdLst>
                <a:gd name="connsiteX0" fmla="*/ 468879 w 749393"/>
                <a:gd name="connsiteY0" fmla="*/ 6355 h 698425"/>
                <a:gd name="connsiteX1" fmla="*/ 481285 w 749393"/>
                <a:gd name="connsiteY1" fmla="*/ 0 h 698425"/>
                <a:gd name="connsiteX2" fmla="*/ 547378 w 749393"/>
                <a:gd name="connsiteY2" fmla="*/ 35017 h 698425"/>
                <a:gd name="connsiteX3" fmla="*/ 539027 w 749393"/>
                <a:gd name="connsiteY3" fmla="*/ 53307 h 698425"/>
                <a:gd name="connsiteX4" fmla="*/ 536485 w 749393"/>
                <a:gd name="connsiteY4" fmla="*/ 77876 h 698425"/>
                <a:gd name="connsiteX5" fmla="*/ 508167 w 749393"/>
                <a:gd name="connsiteY5" fmla="*/ 66525 h 698425"/>
                <a:gd name="connsiteX6" fmla="*/ 512615 w 749393"/>
                <a:gd name="connsiteY6" fmla="*/ 45071 h 698425"/>
                <a:gd name="connsiteX7" fmla="*/ 466020 w 749393"/>
                <a:gd name="connsiteY7" fmla="*/ 23374 h 698425"/>
                <a:gd name="connsiteX8" fmla="*/ 452051 w 749393"/>
                <a:gd name="connsiteY8" fmla="*/ 54654 h 698425"/>
                <a:gd name="connsiteX9" fmla="*/ 461317 w 749393"/>
                <a:gd name="connsiteY9" fmla="*/ 46011 h 698425"/>
                <a:gd name="connsiteX10" fmla="*/ 485860 w 749393"/>
                <a:gd name="connsiteY10" fmla="*/ 65877 h 698425"/>
                <a:gd name="connsiteX11" fmla="*/ 450742 w 749393"/>
                <a:gd name="connsiteY11" fmla="*/ 75308 h 698425"/>
                <a:gd name="connsiteX12" fmla="*/ 609963 w 749393"/>
                <a:gd name="connsiteY12" fmla="*/ 242587 h 698425"/>
                <a:gd name="connsiteX13" fmla="*/ 595206 w 749393"/>
                <a:gd name="connsiteY13" fmla="*/ 261271 h 698425"/>
                <a:gd name="connsiteX14" fmla="*/ 611729 w 749393"/>
                <a:gd name="connsiteY14" fmla="*/ 278659 h 698425"/>
                <a:gd name="connsiteX15" fmla="*/ 620029 w 749393"/>
                <a:gd name="connsiteY15" fmla="*/ 307612 h 698425"/>
                <a:gd name="connsiteX16" fmla="*/ 648348 w 749393"/>
                <a:gd name="connsiteY16" fmla="*/ 328788 h 698425"/>
                <a:gd name="connsiteX17" fmla="*/ 645996 w 749393"/>
                <a:gd name="connsiteY17" fmla="*/ 341866 h 698425"/>
                <a:gd name="connsiteX18" fmla="*/ 659050 w 749393"/>
                <a:gd name="connsiteY18" fmla="*/ 345400 h 698425"/>
                <a:gd name="connsiteX19" fmla="*/ 684356 w 749393"/>
                <a:gd name="connsiteY19" fmla="*/ 328788 h 698425"/>
                <a:gd name="connsiteX20" fmla="*/ 705645 w 749393"/>
                <a:gd name="connsiteY20" fmla="*/ 298728 h 698425"/>
                <a:gd name="connsiteX21" fmla="*/ 721037 w 749393"/>
                <a:gd name="connsiteY21" fmla="*/ 300431 h 698425"/>
                <a:gd name="connsiteX22" fmla="*/ 720389 w 749393"/>
                <a:gd name="connsiteY22" fmla="*/ 313497 h 698425"/>
                <a:gd name="connsiteX23" fmla="*/ 713729 w 749393"/>
                <a:gd name="connsiteY23" fmla="*/ 327885 h 698425"/>
                <a:gd name="connsiteX24" fmla="*/ 741691 w 749393"/>
                <a:gd name="connsiteY24" fmla="*/ 321212 h 698425"/>
                <a:gd name="connsiteX25" fmla="*/ 749394 w 749393"/>
                <a:gd name="connsiteY25" fmla="*/ 331152 h 698425"/>
                <a:gd name="connsiteX26" fmla="*/ 742873 w 749393"/>
                <a:gd name="connsiteY26" fmla="*/ 363830 h 698425"/>
                <a:gd name="connsiteX27" fmla="*/ 714555 w 749393"/>
                <a:gd name="connsiteY27" fmla="*/ 423428 h 698425"/>
                <a:gd name="connsiteX28" fmla="*/ 673183 w 749393"/>
                <a:gd name="connsiteY28" fmla="*/ 453614 h 698425"/>
                <a:gd name="connsiteX29" fmla="*/ 639641 w 749393"/>
                <a:gd name="connsiteY29" fmla="*/ 461864 h 698425"/>
                <a:gd name="connsiteX30" fmla="*/ 616153 w 749393"/>
                <a:gd name="connsiteY30" fmla="*/ 477027 h 698425"/>
                <a:gd name="connsiteX31" fmla="*/ 598803 w 749393"/>
                <a:gd name="connsiteY31" fmla="*/ 474929 h 698425"/>
                <a:gd name="connsiteX32" fmla="*/ 564104 w 749393"/>
                <a:gd name="connsiteY32" fmla="*/ 488123 h 698425"/>
                <a:gd name="connsiteX33" fmla="*/ 552093 w 749393"/>
                <a:gd name="connsiteY33" fmla="*/ 508650 h 698425"/>
                <a:gd name="connsiteX34" fmla="*/ 528478 w 749393"/>
                <a:gd name="connsiteY34" fmla="*/ 521055 h 698425"/>
                <a:gd name="connsiteX35" fmla="*/ 511954 w 749393"/>
                <a:gd name="connsiteY35" fmla="*/ 543552 h 698425"/>
                <a:gd name="connsiteX36" fmla="*/ 483890 w 749393"/>
                <a:gd name="connsiteY36" fmla="*/ 555576 h 698425"/>
                <a:gd name="connsiteX37" fmla="*/ 489254 w 749393"/>
                <a:gd name="connsiteY37" fmla="*/ 590859 h 698425"/>
                <a:gd name="connsiteX38" fmla="*/ 461152 w 749393"/>
                <a:gd name="connsiteY38" fmla="*/ 614259 h 698425"/>
                <a:gd name="connsiteX39" fmla="*/ 400143 w 749393"/>
                <a:gd name="connsiteY39" fmla="*/ 647191 h 698425"/>
                <a:gd name="connsiteX40" fmla="*/ 367261 w 749393"/>
                <a:gd name="connsiteY40" fmla="*/ 666536 h 698425"/>
                <a:gd name="connsiteX41" fmla="*/ 295220 w 749393"/>
                <a:gd name="connsiteY41" fmla="*/ 660181 h 698425"/>
                <a:gd name="connsiteX42" fmla="*/ 286323 w 749393"/>
                <a:gd name="connsiteY42" fmla="*/ 636400 h 698425"/>
                <a:gd name="connsiteX43" fmla="*/ 274451 w 749393"/>
                <a:gd name="connsiteY43" fmla="*/ 638218 h 698425"/>
                <a:gd name="connsiteX44" fmla="*/ 249120 w 749393"/>
                <a:gd name="connsiteY44" fmla="*/ 645284 h 698425"/>
                <a:gd name="connsiteX45" fmla="*/ 208930 w 749393"/>
                <a:gd name="connsiteY45" fmla="*/ 638739 h 698425"/>
                <a:gd name="connsiteX46" fmla="*/ 198889 w 749393"/>
                <a:gd name="connsiteY46" fmla="*/ 663066 h 698425"/>
                <a:gd name="connsiteX47" fmla="*/ 170177 w 749393"/>
                <a:gd name="connsiteY47" fmla="*/ 681623 h 698425"/>
                <a:gd name="connsiteX48" fmla="*/ 146688 w 749393"/>
                <a:gd name="connsiteY48" fmla="*/ 661871 h 698425"/>
                <a:gd name="connsiteX49" fmla="*/ 113934 w 749393"/>
                <a:gd name="connsiteY49" fmla="*/ 665405 h 698425"/>
                <a:gd name="connsiteX50" fmla="*/ 85616 w 749393"/>
                <a:gd name="connsiteY50" fmla="*/ 655872 h 698425"/>
                <a:gd name="connsiteX51" fmla="*/ 60945 w 749393"/>
                <a:gd name="connsiteY51" fmla="*/ 656380 h 698425"/>
                <a:gd name="connsiteX52" fmla="*/ 48413 w 749393"/>
                <a:gd name="connsiteY52" fmla="*/ 683072 h 698425"/>
                <a:gd name="connsiteX53" fmla="*/ 7702 w 749393"/>
                <a:gd name="connsiteY53" fmla="*/ 698426 h 698425"/>
                <a:gd name="connsiteX54" fmla="*/ 0 w 749393"/>
                <a:gd name="connsiteY54" fmla="*/ 687177 h 698425"/>
                <a:gd name="connsiteX55" fmla="*/ 23094 w 749393"/>
                <a:gd name="connsiteY55" fmla="*/ 674759 h 698425"/>
                <a:gd name="connsiteX56" fmla="*/ 29615 w 749393"/>
                <a:gd name="connsiteY56" fmla="*/ 663524 h 698425"/>
                <a:gd name="connsiteX57" fmla="*/ 23094 w 749393"/>
                <a:gd name="connsiteY57" fmla="*/ 649936 h 698425"/>
                <a:gd name="connsiteX58" fmla="*/ 48070 w 749393"/>
                <a:gd name="connsiteY58" fmla="*/ 600786 h 698425"/>
                <a:gd name="connsiteX59" fmla="*/ 62166 w 749393"/>
                <a:gd name="connsiteY59" fmla="*/ 578454 h 698425"/>
                <a:gd name="connsiteX60" fmla="*/ 63335 w 749393"/>
                <a:gd name="connsiteY60" fmla="*/ 564841 h 698425"/>
                <a:gd name="connsiteX61" fmla="*/ 75740 w 749393"/>
                <a:gd name="connsiteY61" fmla="*/ 571908 h 698425"/>
                <a:gd name="connsiteX62" fmla="*/ 79782 w 749393"/>
                <a:gd name="connsiteY62" fmla="*/ 569544 h 698425"/>
                <a:gd name="connsiteX63" fmla="*/ 82133 w 749393"/>
                <a:gd name="connsiteY63" fmla="*/ 552818 h 698425"/>
                <a:gd name="connsiteX64" fmla="*/ 85082 w 749393"/>
                <a:gd name="connsiteY64" fmla="*/ 535811 h 698425"/>
                <a:gd name="connsiteX65" fmla="*/ 58467 w 749393"/>
                <a:gd name="connsiteY65" fmla="*/ 511662 h 698425"/>
                <a:gd name="connsiteX66" fmla="*/ 18404 w 749393"/>
                <a:gd name="connsiteY66" fmla="*/ 493868 h 698425"/>
                <a:gd name="connsiteX67" fmla="*/ 34318 w 749393"/>
                <a:gd name="connsiteY67" fmla="*/ 472565 h 698425"/>
                <a:gd name="connsiteX68" fmla="*/ 34839 w 749393"/>
                <a:gd name="connsiteY68" fmla="*/ 453614 h 698425"/>
                <a:gd name="connsiteX69" fmla="*/ 52074 w 749393"/>
                <a:gd name="connsiteY69" fmla="*/ 428779 h 698425"/>
                <a:gd name="connsiteX70" fmla="*/ 72029 w 749393"/>
                <a:gd name="connsiteY70" fmla="*/ 429440 h 698425"/>
                <a:gd name="connsiteX71" fmla="*/ 76210 w 749393"/>
                <a:gd name="connsiteY71" fmla="*/ 417543 h 698425"/>
                <a:gd name="connsiteX72" fmla="*/ 105698 w 749393"/>
                <a:gd name="connsiteY72" fmla="*/ 418204 h 698425"/>
                <a:gd name="connsiteX73" fmla="*/ 132847 w 749393"/>
                <a:gd name="connsiteY73" fmla="*/ 384484 h 698425"/>
                <a:gd name="connsiteX74" fmla="*/ 152421 w 749393"/>
                <a:gd name="connsiteY74" fmla="*/ 376108 h 698425"/>
                <a:gd name="connsiteX75" fmla="*/ 171867 w 749393"/>
                <a:gd name="connsiteY75" fmla="*/ 363169 h 698425"/>
                <a:gd name="connsiteX76" fmla="*/ 195496 w 749393"/>
                <a:gd name="connsiteY76" fmla="*/ 383823 h 698425"/>
                <a:gd name="connsiteX77" fmla="*/ 215578 w 749393"/>
                <a:gd name="connsiteY77" fmla="*/ 356636 h 698425"/>
                <a:gd name="connsiteX78" fmla="*/ 233372 w 749393"/>
                <a:gd name="connsiteY78" fmla="*/ 344866 h 698425"/>
                <a:gd name="connsiteX79" fmla="*/ 246908 w 749393"/>
                <a:gd name="connsiteY79" fmla="*/ 357869 h 698425"/>
                <a:gd name="connsiteX80" fmla="*/ 287581 w 749393"/>
                <a:gd name="connsiteY80" fmla="*/ 342451 h 698425"/>
                <a:gd name="connsiteX81" fmla="*/ 311730 w 749393"/>
                <a:gd name="connsiteY81" fmla="*/ 367948 h 698425"/>
                <a:gd name="connsiteX82" fmla="*/ 337151 w 749393"/>
                <a:gd name="connsiteY82" fmla="*/ 357869 h 698425"/>
                <a:gd name="connsiteX83" fmla="*/ 358758 w 749393"/>
                <a:gd name="connsiteY83" fmla="*/ 337354 h 698425"/>
                <a:gd name="connsiteX84" fmla="*/ 350789 w 749393"/>
                <a:gd name="connsiteY84" fmla="*/ 307307 h 698425"/>
                <a:gd name="connsiteX85" fmla="*/ 312824 w 749393"/>
                <a:gd name="connsiteY85" fmla="*/ 255526 h 698425"/>
                <a:gd name="connsiteX86" fmla="*/ 311642 w 749393"/>
                <a:gd name="connsiteY86" fmla="*/ 226661 h 698425"/>
                <a:gd name="connsiteX87" fmla="*/ 335270 w 749393"/>
                <a:gd name="connsiteY87" fmla="*/ 201152 h 698425"/>
                <a:gd name="connsiteX88" fmla="*/ 354449 w 749393"/>
                <a:gd name="connsiteY88" fmla="*/ 198419 h 698425"/>
                <a:gd name="connsiteX89" fmla="*/ 349492 w 749393"/>
                <a:gd name="connsiteY89" fmla="*/ 176812 h 698425"/>
                <a:gd name="connsiteX90" fmla="*/ 353115 w 749393"/>
                <a:gd name="connsiteY90" fmla="*/ 149599 h 698425"/>
                <a:gd name="connsiteX91" fmla="*/ 363690 w 749393"/>
                <a:gd name="connsiteY91" fmla="*/ 134347 h 698425"/>
                <a:gd name="connsiteX92" fmla="*/ 396317 w 749393"/>
                <a:gd name="connsiteY92" fmla="*/ 176697 h 698425"/>
                <a:gd name="connsiteX93" fmla="*/ 459347 w 749393"/>
                <a:gd name="connsiteY93" fmla="*/ 204800 h 698425"/>
                <a:gd name="connsiteX94" fmla="*/ 452560 w 749393"/>
                <a:gd name="connsiteY94" fmla="*/ 244799 h 698425"/>
                <a:gd name="connsiteX95" fmla="*/ 459741 w 749393"/>
                <a:gd name="connsiteY95" fmla="*/ 263483 h 698425"/>
                <a:gd name="connsiteX96" fmla="*/ 455038 w 749393"/>
                <a:gd name="connsiteY96" fmla="*/ 281519 h 698425"/>
                <a:gd name="connsiteX97" fmla="*/ 448124 w 749393"/>
                <a:gd name="connsiteY97" fmla="*/ 302694 h 698425"/>
                <a:gd name="connsiteX98" fmla="*/ 438210 w 749393"/>
                <a:gd name="connsiteY98" fmla="*/ 307918 h 698425"/>
                <a:gd name="connsiteX99" fmla="*/ 430240 w 749393"/>
                <a:gd name="connsiteY99" fmla="*/ 326093 h 698425"/>
                <a:gd name="connsiteX100" fmla="*/ 419932 w 749393"/>
                <a:gd name="connsiteY100" fmla="*/ 339159 h 698425"/>
                <a:gd name="connsiteX101" fmla="*/ 420199 w 749393"/>
                <a:gd name="connsiteY101" fmla="*/ 354068 h 698425"/>
                <a:gd name="connsiteX102" fmla="*/ 415624 w 749393"/>
                <a:gd name="connsiteY102" fmla="*/ 391309 h 698425"/>
                <a:gd name="connsiteX103" fmla="*/ 411976 w 749393"/>
                <a:gd name="connsiteY103" fmla="*/ 411048 h 698425"/>
                <a:gd name="connsiteX104" fmla="*/ 419678 w 749393"/>
                <a:gd name="connsiteY104" fmla="*/ 427381 h 698425"/>
                <a:gd name="connsiteX105" fmla="*/ 420060 w 749393"/>
                <a:gd name="connsiteY105" fmla="*/ 442633 h 698425"/>
                <a:gd name="connsiteX106" fmla="*/ 420326 w 749393"/>
                <a:gd name="connsiteY106" fmla="*/ 455178 h 698425"/>
                <a:gd name="connsiteX107" fmla="*/ 409370 w 749393"/>
                <a:gd name="connsiteY107" fmla="*/ 466553 h 698425"/>
                <a:gd name="connsiteX108" fmla="*/ 406358 w 749393"/>
                <a:gd name="connsiteY108" fmla="*/ 469566 h 698425"/>
                <a:gd name="connsiteX109" fmla="*/ 419284 w 749393"/>
                <a:gd name="connsiteY109" fmla="*/ 477192 h 698425"/>
                <a:gd name="connsiteX110" fmla="*/ 456995 w 749393"/>
                <a:gd name="connsiteY110" fmla="*/ 455089 h 698425"/>
                <a:gd name="connsiteX111" fmla="*/ 502930 w 749393"/>
                <a:gd name="connsiteY111" fmla="*/ 376667 h 698425"/>
                <a:gd name="connsiteX112" fmla="*/ 499930 w 749393"/>
                <a:gd name="connsiteY112" fmla="*/ 355898 h 698425"/>
                <a:gd name="connsiteX113" fmla="*/ 504506 w 749393"/>
                <a:gd name="connsiteY113" fmla="*/ 319687 h 698425"/>
                <a:gd name="connsiteX114" fmla="*/ 515068 w 749393"/>
                <a:gd name="connsiteY114" fmla="*/ 300736 h 698425"/>
                <a:gd name="connsiteX115" fmla="*/ 537006 w 749393"/>
                <a:gd name="connsiteY115" fmla="*/ 296554 h 698425"/>
                <a:gd name="connsiteX116" fmla="*/ 551483 w 749393"/>
                <a:gd name="connsiteY116" fmla="*/ 278252 h 698425"/>
                <a:gd name="connsiteX117" fmla="*/ 576802 w 749393"/>
                <a:gd name="connsiteY117" fmla="*/ 237071 h 698425"/>
                <a:gd name="connsiteX118" fmla="*/ 591025 w 749393"/>
                <a:gd name="connsiteY118" fmla="*/ 226903 h 698425"/>
                <a:gd name="connsiteX119" fmla="*/ 606684 w 749393"/>
                <a:gd name="connsiteY119" fmla="*/ 199842 h 698425"/>
                <a:gd name="connsiteX120" fmla="*/ 605247 w 749393"/>
                <a:gd name="connsiteY120" fmla="*/ 184018 h 698425"/>
                <a:gd name="connsiteX121" fmla="*/ 625342 w 749393"/>
                <a:gd name="connsiteY121" fmla="*/ 188073 h 698425"/>
                <a:gd name="connsiteX122" fmla="*/ 633566 w 749393"/>
                <a:gd name="connsiteY122" fmla="*/ 222391 h 698425"/>
                <a:gd name="connsiteX123" fmla="*/ 624173 w 749393"/>
                <a:gd name="connsiteY123" fmla="*/ 235978 h 6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749393" h="698425">
                  <a:moveTo>
                    <a:pt x="468879" y="6355"/>
                  </a:moveTo>
                  <a:lnTo>
                    <a:pt x="481285" y="0"/>
                  </a:lnTo>
                  <a:lnTo>
                    <a:pt x="547378" y="35017"/>
                  </a:lnTo>
                  <a:lnTo>
                    <a:pt x="539027" y="53307"/>
                  </a:lnTo>
                  <a:lnTo>
                    <a:pt x="536485" y="77876"/>
                  </a:lnTo>
                  <a:lnTo>
                    <a:pt x="508167" y="66525"/>
                  </a:lnTo>
                  <a:lnTo>
                    <a:pt x="512615" y="45071"/>
                  </a:lnTo>
                  <a:lnTo>
                    <a:pt x="466020" y="23374"/>
                  </a:lnTo>
                  <a:close/>
                  <a:moveTo>
                    <a:pt x="452051" y="54654"/>
                  </a:moveTo>
                  <a:lnTo>
                    <a:pt x="461317" y="46011"/>
                  </a:lnTo>
                  <a:lnTo>
                    <a:pt x="485860" y="65877"/>
                  </a:lnTo>
                  <a:lnTo>
                    <a:pt x="450742" y="75308"/>
                  </a:lnTo>
                  <a:close/>
                  <a:moveTo>
                    <a:pt x="609963" y="242587"/>
                  </a:moveTo>
                  <a:lnTo>
                    <a:pt x="595206" y="261271"/>
                  </a:lnTo>
                  <a:lnTo>
                    <a:pt x="611729" y="278659"/>
                  </a:lnTo>
                  <a:lnTo>
                    <a:pt x="620029" y="307612"/>
                  </a:lnTo>
                  <a:lnTo>
                    <a:pt x="648348" y="328788"/>
                  </a:lnTo>
                  <a:lnTo>
                    <a:pt x="645996" y="341866"/>
                  </a:lnTo>
                  <a:lnTo>
                    <a:pt x="659050" y="345400"/>
                  </a:lnTo>
                  <a:lnTo>
                    <a:pt x="684356" y="328788"/>
                  </a:lnTo>
                  <a:lnTo>
                    <a:pt x="705645" y="298728"/>
                  </a:lnTo>
                  <a:lnTo>
                    <a:pt x="721037" y="300431"/>
                  </a:lnTo>
                  <a:lnTo>
                    <a:pt x="720389" y="313497"/>
                  </a:lnTo>
                  <a:lnTo>
                    <a:pt x="713729" y="327885"/>
                  </a:lnTo>
                  <a:lnTo>
                    <a:pt x="741691" y="321212"/>
                  </a:lnTo>
                  <a:lnTo>
                    <a:pt x="749394" y="331152"/>
                  </a:lnTo>
                  <a:lnTo>
                    <a:pt x="742873" y="363830"/>
                  </a:lnTo>
                  <a:lnTo>
                    <a:pt x="714555" y="423428"/>
                  </a:lnTo>
                  <a:lnTo>
                    <a:pt x="673183" y="453614"/>
                  </a:lnTo>
                  <a:lnTo>
                    <a:pt x="639641" y="461864"/>
                  </a:lnTo>
                  <a:lnTo>
                    <a:pt x="616153" y="477027"/>
                  </a:lnTo>
                  <a:lnTo>
                    <a:pt x="598803" y="474929"/>
                  </a:lnTo>
                  <a:lnTo>
                    <a:pt x="564104" y="488123"/>
                  </a:lnTo>
                  <a:lnTo>
                    <a:pt x="552093" y="508650"/>
                  </a:lnTo>
                  <a:lnTo>
                    <a:pt x="528478" y="521055"/>
                  </a:lnTo>
                  <a:lnTo>
                    <a:pt x="511954" y="543552"/>
                  </a:lnTo>
                  <a:lnTo>
                    <a:pt x="483890" y="555576"/>
                  </a:lnTo>
                  <a:lnTo>
                    <a:pt x="489254" y="590859"/>
                  </a:lnTo>
                  <a:lnTo>
                    <a:pt x="461152" y="614259"/>
                  </a:lnTo>
                  <a:lnTo>
                    <a:pt x="400143" y="647191"/>
                  </a:lnTo>
                  <a:lnTo>
                    <a:pt x="367261" y="666536"/>
                  </a:lnTo>
                  <a:lnTo>
                    <a:pt x="295220" y="660181"/>
                  </a:lnTo>
                  <a:lnTo>
                    <a:pt x="286323" y="636400"/>
                  </a:lnTo>
                  <a:lnTo>
                    <a:pt x="274451" y="638218"/>
                  </a:lnTo>
                  <a:lnTo>
                    <a:pt x="249120" y="645284"/>
                  </a:lnTo>
                  <a:lnTo>
                    <a:pt x="208930" y="638739"/>
                  </a:lnTo>
                  <a:lnTo>
                    <a:pt x="198889" y="663066"/>
                  </a:lnTo>
                  <a:lnTo>
                    <a:pt x="170177" y="681623"/>
                  </a:lnTo>
                  <a:lnTo>
                    <a:pt x="146688" y="661871"/>
                  </a:lnTo>
                  <a:lnTo>
                    <a:pt x="113934" y="665405"/>
                  </a:lnTo>
                  <a:lnTo>
                    <a:pt x="85616" y="655872"/>
                  </a:lnTo>
                  <a:lnTo>
                    <a:pt x="60945" y="656380"/>
                  </a:lnTo>
                  <a:lnTo>
                    <a:pt x="48413" y="683072"/>
                  </a:lnTo>
                  <a:lnTo>
                    <a:pt x="7702" y="698426"/>
                  </a:lnTo>
                  <a:lnTo>
                    <a:pt x="0" y="687177"/>
                  </a:lnTo>
                  <a:lnTo>
                    <a:pt x="23094" y="674759"/>
                  </a:lnTo>
                  <a:lnTo>
                    <a:pt x="29615" y="663524"/>
                  </a:lnTo>
                  <a:lnTo>
                    <a:pt x="23094" y="649936"/>
                  </a:lnTo>
                  <a:lnTo>
                    <a:pt x="48070" y="600786"/>
                  </a:lnTo>
                  <a:lnTo>
                    <a:pt x="62166" y="578454"/>
                  </a:lnTo>
                  <a:lnTo>
                    <a:pt x="63335" y="564841"/>
                  </a:lnTo>
                  <a:lnTo>
                    <a:pt x="75740" y="571908"/>
                  </a:lnTo>
                  <a:lnTo>
                    <a:pt x="79782" y="569544"/>
                  </a:lnTo>
                  <a:lnTo>
                    <a:pt x="82133" y="552818"/>
                  </a:lnTo>
                  <a:lnTo>
                    <a:pt x="85082" y="535811"/>
                  </a:lnTo>
                  <a:lnTo>
                    <a:pt x="58467" y="511662"/>
                  </a:lnTo>
                  <a:lnTo>
                    <a:pt x="18404" y="493868"/>
                  </a:lnTo>
                  <a:lnTo>
                    <a:pt x="34318" y="472565"/>
                  </a:lnTo>
                  <a:lnTo>
                    <a:pt x="34839" y="453614"/>
                  </a:lnTo>
                  <a:lnTo>
                    <a:pt x="52074" y="428779"/>
                  </a:lnTo>
                  <a:lnTo>
                    <a:pt x="72029" y="429440"/>
                  </a:lnTo>
                  <a:lnTo>
                    <a:pt x="76210" y="417543"/>
                  </a:lnTo>
                  <a:lnTo>
                    <a:pt x="105698" y="418204"/>
                  </a:lnTo>
                  <a:lnTo>
                    <a:pt x="132847" y="384484"/>
                  </a:lnTo>
                  <a:lnTo>
                    <a:pt x="152421" y="376108"/>
                  </a:lnTo>
                  <a:lnTo>
                    <a:pt x="171867" y="363169"/>
                  </a:lnTo>
                  <a:lnTo>
                    <a:pt x="195496" y="383823"/>
                  </a:lnTo>
                  <a:lnTo>
                    <a:pt x="215578" y="356636"/>
                  </a:lnTo>
                  <a:lnTo>
                    <a:pt x="233372" y="344866"/>
                  </a:lnTo>
                  <a:lnTo>
                    <a:pt x="246908" y="357869"/>
                  </a:lnTo>
                  <a:lnTo>
                    <a:pt x="287581" y="342451"/>
                  </a:lnTo>
                  <a:lnTo>
                    <a:pt x="311730" y="367948"/>
                  </a:lnTo>
                  <a:lnTo>
                    <a:pt x="337151" y="357869"/>
                  </a:lnTo>
                  <a:lnTo>
                    <a:pt x="358758" y="337354"/>
                  </a:lnTo>
                  <a:lnTo>
                    <a:pt x="350789" y="307307"/>
                  </a:lnTo>
                  <a:lnTo>
                    <a:pt x="312824" y="255526"/>
                  </a:lnTo>
                  <a:lnTo>
                    <a:pt x="311642" y="226661"/>
                  </a:lnTo>
                  <a:lnTo>
                    <a:pt x="335270" y="201152"/>
                  </a:lnTo>
                  <a:lnTo>
                    <a:pt x="354449" y="198419"/>
                  </a:lnTo>
                  <a:lnTo>
                    <a:pt x="349492" y="176812"/>
                  </a:lnTo>
                  <a:lnTo>
                    <a:pt x="353115" y="149599"/>
                  </a:lnTo>
                  <a:lnTo>
                    <a:pt x="363690" y="134347"/>
                  </a:lnTo>
                  <a:lnTo>
                    <a:pt x="396317" y="176697"/>
                  </a:lnTo>
                  <a:lnTo>
                    <a:pt x="459347" y="204800"/>
                  </a:lnTo>
                  <a:lnTo>
                    <a:pt x="452560" y="244799"/>
                  </a:lnTo>
                  <a:lnTo>
                    <a:pt x="459741" y="263483"/>
                  </a:lnTo>
                  <a:lnTo>
                    <a:pt x="455038" y="281519"/>
                  </a:lnTo>
                  <a:lnTo>
                    <a:pt x="448124" y="302694"/>
                  </a:lnTo>
                  <a:lnTo>
                    <a:pt x="438210" y="307918"/>
                  </a:lnTo>
                  <a:lnTo>
                    <a:pt x="430240" y="326093"/>
                  </a:lnTo>
                  <a:lnTo>
                    <a:pt x="419932" y="339159"/>
                  </a:lnTo>
                  <a:lnTo>
                    <a:pt x="420199" y="354068"/>
                  </a:lnTo>
                  <a:lnTo>
                    <a:pt x="415624" y="391309"/>
                  </a:lnTo>
                  <a:lnTo>
                    <a:pt x="411976" y="411048"/>
                  </a:lnTo>
                  <a:lnTo>
                    <a:pt x="419678" y="427381"/>
                  </a:lnTo>
                  <a:lnTo>
                    <a:pt x="420060" y="442633"/>
                  </a:lnTo>
                  <a:lnTo>
                    <a:pt x="420326" y="455178"/>
                  </a:lnTo>
                  <a:lnTo>
                    <a:pt x="409370" y="466553"/>
                  </a:lnTo>
                  <a:lnTo>
                    <a:pt x="406358" y="469566"/>
                  </a:lnTo>
                  <a:lnTo>
                    <a:pt x="419284" y="477192"/>
                  </a:lnTo>
                  <a:lnTo>
                    <a:pt x="456995" y="455089"/>
                  </a:lnTo>
                  <a:lnTo>
                    <a:pt x="502930" y="376667"/>
                  </a:lnTo>
                  <a:lnTo>
                    <a:pt x="499930" y="355898"/>
                  </a:lnTo>
                  <a:lnTo>
                    <a:pt x="504506" y="319687"/>
                  </a:lnTo>
                  <a:lnTo>
                    <a:pt x="515068" y="300736"/>
                  </a:lnTo>
                  <a:lnTo>
                    <a:pt x="537006" y="296554"/>
                  </a:lnTo>
                  <a:lnTo>
                    <a:pt x="551483" y="278252"/>
                  </a:lnTo>
                  <a:lnTo>
                    <a:pt x="576802" y="237071"/>
                  </a:lnTo>
                  <a:lnTo>
                    <a:pt x="591025" y="226903"/>
                  </a:lnTo>
                  <a:lnTo>
                    <a:pt x="606684" y="199842"/>
                  </a:lnTo>
                  <a:lnTo>
                    <a:pt x="605247" y="184018"/>
                  </a:lnTo>
                  <a:lnTo>
                    <a:pt x="625342" y="188073"/>
                  </a:lnTo>
                  <a:lnTo>
                    <a:pt x="633566" y="222391"/>
                  </a:lnTo>
                  <a:lnTo>
                    <a:pt x="624173" y="235978"/>
                  </a:lnTo>
                  <a:close/>
                </a:path>
              </a:pathLst>
            </a:custGeom>
            <a:noFill/>
            <a:ln w="3810" cap="flat">
              <a:solidFill>
                <a:srgbClr val="E6E4E2"/>
              </a:solidFill>
              <a:prstDash val="solid"/>
              <a:miter/>
            </a:ln>
          </p:spPr>
          <p:txBody>
            <a:bodyPr rtlCol="0" anchor="ctr"/>
            <a:lstStyle/>
            <a:p>
              <a:endParaRPr lang="de-CH"/>
            </a:p>
          </p:txBody>
        </p:sp>
        <p:sp>
          <p:nvSpPr>
            <p:cNvPr id="132" name="Freihandform: Form 131">
              <a:extLst>
                <a:ext uri="{FF2B5EF4-FFF2-40B4-BE49-F238E27FC236}">
                  <a16:creationId xmlns:a16="http://schemas.microsoft.com/office/drawing/2014/main" id="{7ABEAEFD-CD8B-6E7E-67E9-9D35FC260E03}"/>
                </a:ext>
              </a:extLst>
            </p:cNvPr>
            <p:cNvSpPr/>
            <p:nvPr/>
          </p:nvSpPr>
          <p:spPr>
            <a:xfrm>
              <a:off x="3311927" y="1405396"/>
              <a:ext cx="1451810" cy="1053866"/>
            </a:xfrm>
            <a:custGeom>
              <a:avLst/>
              <a:gdLst>
                <a:gd name="connsiteX0" fmla="*/ 1035780 w 1451810"/>
                <a:gd name="connsiteY0" fmla="*/ 594316 h 1053866"/>
                <a:gd name="connsiteX1" fmla="*/ 1033569 w 1451810"/>
                <a:gd name="connsiteY1" fmla="*/ 594965 h 1053866"/>
                <a:gd name="connsiteX2" fmla="*/ 1011771 w 1451810"/>
                <a:gd name="connsiteY2" fmla="*/ 594316 h 1053866"/>
                <a:gd name="connsiteX3" fmla="*/ 950825 w 1451810"/>
                <a:gd name="connsiteY3" fmla="*/ 647394 h 1053866"/>
                <a:gd name="connsiteX4" fmla="*/ 895370 w 1451810"/>
                <a:gd name="connsiteY4" fmla="*/ 657829 h 1053866"/>
                <a:gd name="connsiteX5" fmla="*/ 870967 w 1451810"/>
                <a:gd name="connsiteY5" fmla="*/ 655605 h 1053866"/>
                <a:gd name="connsiteX6" fmla="*/ 843945 w 1451810"/>
                <a:gd name="connsiteY6" fmla="*/ 654830 h 1053866"/>
                <a:gd name="connsiteX7" fmla="*/ 798671 w 1451810"/>
                <a:gd name="connsiteY7" fmla="*/ 646593 h 1053866"/>
                <a:gd name="connsiteX8" fmla="*/ 758736 w 1451810"/>
                <a:gd name="connsiteY8" fmla="*/ 644242 h 1053866"/>
                <a:gd name="connsiteX9" fmla="*/ 753906 w 1451810"/>
                <a:gd name="connsiteY9" fmla="*/ 644763 h 1053866"/>
                <a:gd name="connsiteX10" fmla="*/ 745022 w 1451810"/>
                <a:gd name="connsiteY10" fmla="*/ 624516 h 1053866"/>
                <a:gd name="connsiteX11" fmla="*/ 681610 w 1451810"/>
                <a:gd name="connsiteY11" fmla="*/ 628418 h 1053866"/>
                <a:gd name="connsiteX12" fmla="*/ 659024 w 1451810"/>
                <a:gd name="connsiteY12" fmla="*/ 631557 h 1053866"/>
                <a:gd name="connsiteX13" fmla="*/ 672738 w 1451810"/>
                <a:gd name="connsiteY13" fmla="*/ 661236 h 1053866"/>
                <a:gd name="connsiteX14" fmla="*/ 669726 w 1451810"/>
                <a:gd name="connsiteY14" fmla="*/ 686453 h 1053866"/>
                <a:gd name="connsiteX15" fmla="*/ 629155 w 1451810"/>
                <a:gd name="connsiteY15" fmla="*/ 702938 h 1053866"/>
                <a:gd name="connsiteX16" fmla="*/ 632549 w 1451810"/>
                <a:gd name="connsiteY16" fmla="*/ 770772 h 1053866"/>
                <a:gd name="connsiteX17" fmla="*/ 506603 w 1451810"/>
                <a:gd name="connsiteY17" fmla="*/ 798341 h 1053866"/>
                <a:gd name="connsiteX18" fmla="*/ 488326 w 1451810"/>
                <a:gd name="connsiteY18" fmla="*/ 765802 h 1053866"/>
                <a:gd name="connsiteX19" fmla="*/ 444870 w 1451810"/>
                <a:gd name="connsiteY19" fmla="*/ 783584 h 1053866"/>
                <a:gd name="connsiteX20" fmla="*/ 442646 w 1451810"/>
                <a:gd name="connsiteY20" fmla="*/ 787626 h 1053866"/>
                <a:gd name="connsiteX21" fmla="*/ 446179 w 1451810"/>
                <a:gd name="connsiteY21" fmla="*/ 815207 h 1053866"/>
                <a:gd name="connsiteX22" fmla="*/ 422157 w 1451810"/>
                <a:gd name="connsiteY22" fmla="*/ 828273 h 1053866"/>
                <a:gd name="connsiteX23" fmla="*/ 415903 w 1451810"/>
                <a:gd name="connsiteY23" fmla="*/ 844351 h 1053866"/>
                <a:gd name="connsiteX24" fmla="*/ 397766 w 1451810"/>
                <a:gd name="connsiteY24" fmla="*/ 878974 h 1053866"/>
                <a:gd name="connsiteX25" fmla="*/ 394766 w 1451810"/>
                <a:gd name="connsiteY25" fmla="*/ 884999 h 1053866"/>
                <a:gd name="connsiteX26" fmla="*/ 378573 w 1451810"/>
                <a:gd name="connsiteY26" fmla="*/ 914537 h 1053866"/>
                <a:gd name="connsiteX27" fmla="*/ 359140 w 1451810"/>
                <a:gd name="connsiteY27" fmla="*/ 923422 h 1053866"/>
                <a:gd name="connsiteX28" fmla="*/ 316332 w 1451810"/>
                <a:gd name="connsiteY28" fmla="*/ 939767 h 1053866"/>
                <a:gd name="connsiteX29" fmla="*/ 294915 w 1451810"/>
                <a:gd name="connsiteY29" fmla="*/ 978584 h 1053866"/>
                <a:gd name="connsiteX30" fmla="*/ 237122 w 1451810"/>
                <a:gd name="connsiteY30" fmla="*/ 964603 h 1053866"/>
                <a:gd name="connsiteX31" fmla="*/ 229165 w 1451810"/>
                <a:gd name="connsiteY31" fmla="*/ 944737 h 1053866"/>
                <a:gd name="connsiteX32" fmla="*/ 215451 w 1451810"/>
                <a:gd name="connsiteY32" fmla="*/ 950482 h 1053866"/>
                <a:gd name="connsiteX33" fmla="*/ 205155 w 1451810"/>
                <a:gd name="connsiteY33" fmla="*/ 965391 h 1053866"/>
                <a:gd name="connsiteX34" fmla="*/ 155293 w 1451810"/>
                <a:gd name="connsiteY34" fmla="*/ 1015698 h 1053866"/>
                <a:gd name="connsiteX35" fmla="*/ 89645 w 1451810"/>
                <a:gd name="connsiteY35" fmla="*/ 1053867 h 1053866"/>
                <a:gd name="connsiteX36" fmla="*/ 66424 w 1451810"/>
                <a:gd name="connsiteY36" fmla="*/ 983414 h 1053866"/>
                <a:gd name="connsiteX37" fmla="*/ 44626 w 1451810"/>
                <a:gd name="connsiteY37" fmla="*/ 1008377 h 1053866"/>
                <a:gd name="connsiteX38" fmla="*/ 38105 w 1451810"/>
                <a:gd name="connsiteY38" fmla="*/ 1008504 h 1053866"/>
                <a:gd name="connsiteX39" fmla="*/ 11223 w 1451810"/>
                <a:gd name="connsiteY39" fmla="*/ 1005237 h 1053866"/>
                <a:gd name="connsiteX40" fmla="*/ 0 w 1451810"/>
                <a:gd name="connsiteY40" fmla="*/ 986299 h 1053866"/>
                <a:gd name="connsiteX41" fmla="*/ 48934 w 1451810"/>
                <a:gd name="connsiteY41" fmla="*/ 962124 h 1053866"/>
                <a:gd name="connsiteX42" fmla="*/ 58467 w 1451810"/>
                <a:gd name="connsiteY42" fmla="*/ 949694 h 1053866"/>
                <a:gd name="connsiteX43" fmla="*/ 69042 w 1451810"/>
                <a:gd name="connsiteY43" fmla="*/ 950227 h 1053866"/>
                <a:gd name="connsiteX44" fmla="*/ 71393 w 1451810"/>
                <a:gd name="connsiteY44" fmla="*/ 929573 h 1053866"/>
                <a:gd name="connsiteX45" fmla="*/ 84955 w 1451810"/>
                <a:gd name="connsiteY45" fmla="*/ 905259 h 1053866"/>
                <a:gd name="connsiteX46" fmla="*/ 102432 w 1451810"/>
                <a:gd name="connsiteY46" fmla="*/ 890998 h 1053866"/>
                <a:gd name="connsiteX47" fmla="*/ 183612 w 1451810"/>
                <a:gd name="connsiteY47" fmla="*/ 818982 h 1053866"/>
                <a:gd name="connsiteX48" fmla="*/ 211282 w 1451810"/>
                <a:gd name="connsiteY48" fmla="*/ 803564 h 1053866"/>
                <a:gd name="connsiteX49" fmla="*/ 230983 w 1451810"/>
                <a:gd name="connsiteY49" fmla="*/ 773632 h 1053866"/>
                <a:gd name="connsiteX50" fmla="*/ 220293 w 1451810"/>
                <a:gd name="connsiteY50" fmla="*/ 751542 h 1053866"/>
                <a:gd name="connsiteX51" fmla="*/ 230856 w 1451810"/>
                <a:gd name="connsiteY51" fmla="*/ 701883 h 1053866"/>
                <a:gd name="connsiteX52" fmla="*/ 207748 w 1451810"/>
                <a:gd name="connsiteY52" fmla="*/ 650114 h 1053866"/>
                <a:gd name="connsiteX53" fmla="*/ 221603 w 1451810"/>
                <a:gd name="connsiteY53" fmla="*/ 635879 h 1053866"/>
                <a:gd name="connsiteX54" fmla="*/ 250950 w 1451810"/>
                <a:gd name="connsiteY54" fmla="*/ 629079 h 1053866"/>
                <a:gd name="connsiteX55" fmla="*/ 272227 w 1451810"/>
                <a:gd name="connsiteY55" fmla="*/ 632104 h 1053866"/>
                <a:gd name="connsiteX56" fmla="*/ 283959 w 1451810"/>
                <a:gd name="connsiteY56" fmla="*/ 621376 h 1053866"/>
                <a:gd name="connsiteX57" fmla="*/ 318302 w 1451810"/>
                <a:gd name="connsiteY57" fmla="*/ 619025 h 1053866"/>
                <a:gd name="connsiteX58" fmla="*/ 342311 w 1451810"/>
                <a:gd name="connsiteY58" fmla="*/ 600328 h 1053866"/>
                <a:gd name="connsiteX59" fmla="*/ 361224 w 1451810"/>
                <a:gd name="connsiteY59" fmla="*/ 566481 h 1053866"/>
                <a:gd name="connsiteX60" fmla="*/ 347116 w 1451810"/>
                <a:gd name="connsiteY60" fmla="*/ 544505 h 1053866"/>
                <a:gd name="connsiteX61" fmla="*/ 356649 w 1451810"/>
                <a:gd name="connsiteY61" fmla="*/ 530397 h 1053866"/>
                <a:gd name="connsiteX62" fmla="*/ 398554 w 1451810"/>
                <a:gd name="connsiteY62" fmla="*/ 525300 h 1053866"/>
                <a:gd name="connsiteX63" fmla="*/ 422703 w 1451810"/>
                <a:gd name="connsiteY63" fmla="*/ 522033 h 1053866"/>
                <a:gd name="connsiteX64" fmla="*/ 444234 w 1451810"/>
                <a:gd name="connsiteY64" fmla="*/ 507518 h 1053866"/>
                <a:gd name="connsiteX65" fmla="*/ 455191 w 1451810"/>
                <a:gd name="connsiteY65" fmla="*/ 478768 h 1053866"/>
                <a:gd name="connsiteX66" fmla="*/ 413285 w 1451810"/>
                <a:gd name="connsiteY66" fmla="*/ 462181 h 1053866"/>
                <a:gd name="connsiteX67" fmla="*/ 423873 w 1451810"/>
                <a:gd name="connsiteY67" fmla="*/ 427419 h 1053866"/>
                <a:gd name="connsiteX68" fmla="*/ 402723 w 1451810"/>
                <a:gd name="connsiteY68" fmla="*/ 423873 h 1053866"/>
                <a:gd name="connsiteX69" fmla="*/ 398287 w 1451810"/>
                <a:gd name="connsiteY69" fmla="*/ 407146 h 1053866"/>
                <a:gd name="connsiteX70" fmla="*/ 354055 w 1451810"/>
                <a:gd name="connsiteY70" fmla="*/ 392250 h 1053866"/>
                <a:gd name="connsiteX71" fmla="*/ 330046 w 1451810"/>
                <a:gd name="connsiteY71" fmla="*/ 420339 h 1053866"/>
                <a:gd name="connsiteX72" fmla="*/ 273791 w 1451810"/>
                <a:gd name="connsiteY72" fmla="*/ 428461 h 1053866"/>
                <a:gd name="connsiteX73" fmla="*/ 195369 w 1451810"/>
                <a:gd name="connsiteY73" fmla="*/ 434994 h 1053866"/>
                <a:gd name="connsiteX74" fmla="*/ 167686 w 1451810"/>
                <a:gd name="connsiteY74" fmla="*/ 443345 h 1053866"/>
                <a:gd name="connsiteX75" fmla="*/ 138986 w 1451810"/>
                <a:gd name="connsiteY75" fmla="*/ 431855 h 1053866"/>
                <a:gd name="connsiteX76" fmla="*/ 84320 w 1451810"/>
                <a:gd name="connsiteY76" fmla="*/ 447793 h 1053866"/>
                <a:gd name="connsiteX77" fmla="*/ 93827 w 1451810"/>
                <a:gd name="connsiteY77" fmla="*/ 390292 h 1053866"/>
                <a:gd name="connsiteX78" fmla="*/ 116934 w 1451810"/>
                <a:gd name="connsiteY78" fmla="*/ 367160 h 1053866"/>
                <a:gd name="connsiteX79" fmla="*/ 137690 w 1451810"/>
                <a:gd name="connsiteY79" fmla="*/ 362317 h 1053866"/>
                <a:gd name="connsiteX80" fmla="*/ 142240 w 1451810"/>
                <a:gd name="connsiteY80" fmla="*/ 322191 h 1053866"/>
                <a:gd name="connsiteX81" fmla="*/ 154632 w 1451810"/>
                <a:gd name="connsiteY81" fmla="*/ 315137 h 1053866"/>
                <a:gd name="connsiteX82" fmla="*/ 153463 w 1451810"/>
                <a:gd name="connsiteY82" fmla="*/ 291470 h 1053866"/>
                <a:gd name="connsiteX83" fmla="*/ 205664 w 1451810"/>
                <a:gd name="connsiteY83" fmla="*/ 292398 h 1053866"/>
                <a:gd name="connsiteX84" fmla="*/ 209718 w 1451810"/>
                <a:gd name="connsiteY84" fmla="*/ 211218 h 1053866"/>
                <a:gd name="connsiteX85" fmla="*/ 257356 w 1451810"/>
                <a:gd name="connsiteY85" fmla="*/ 204037 h 1053866"/>
                <a:gd name="connsiteX86" fmla="*/ 270791 w 1451810"/>
                <a:gd name="connsiteY86" fmla="*/ 170571 h 1053866"/>
                <a:gd name="connsiteX87" fmla="*/ 322331 w 1451810"/>
                <a:gd name="connsiteY87" fmla="*/ 163123 h 1053866"/>
                <a:gd name="connsiteX88" fmla="*/ 332906 w 1451810"/>
                <a:gd name="connsiteY88" fmla="*/ 124827 h 1053866"/>
                <a:gd name="connsiteX89" fmla="*/ 331991 w 1451810"/>
                <a:gd name="connsiteY89" fmla="*/ 110833 h 1053866"/>
                <a:gd name="connsiteX90" fmla="*/ 313065 w 1451810"/>
                <a:gd name="connsiteY90" fmla="*/ 111507 h 1053866"/>
                <a:gd name="connsiteX91" fmla="*/ 299885 w 1451810"/>
                <a:gd name="connsiteY91" fmla="*/ 78562 h 1053866"/>
                <a:gd name="connsiteX92" fmla="*/ 304079 w 1451810"/>
                <a:gd name="connsiteY92" fmla="*/ 57259 h 1053866"/>
                <a:gd name="connsiteX93" fmla="*/ 296758 w 1451810"/>
                <a:gd name="connsiteY93" fmla="*/ 29030 h 1053866"/>
                <a:gd name="connsiteX94" fmla="*/ 341917 w 1451810"/>
                <a:gd name="connsiteY94" fmla="*/ 4576 h 1053866"/>
                <a:gd name="connsiteX95" fmla="*/ 374926 w 1451810"/>
                <a:gd name="connsiteY95" fmla="*/ 0 h 1053866"/>
                <a:gd name="connsiteX96" fmla="*/ 406510 w 1451810"/>
                <a:gd name="connsiteY96" fmla="*/ 20794 h 1053866"/>
                <a:gd name="connsiteX97" fmla="*/ 413552 w 1451810"/>
                <a:gd name="connsiteY97" fmla="*/ 19739 h 1053866"/>
                <a:gd name="connsiteX98" fmla="*/ 463541 w 1451810"/>
                <a:gd name="connsiteY98" fmla="*/ 28890 h 1053866"/>
                <a:gd name="connsiteX99" fmla="*/ 482467 w 1451810"/>
                <a:gd name="connsiteY99" fmla="*/ 49011 h 1053866"/>
                <a:gd name="connsiteX100" fmla="*/ 504265 w 1451810"/>
                <a:gd name="connsiteY100" fmla="*/ 32424 h 1053866"/>
                <a:gd name="connsiteX101" fmla="*/ 524881 w 1451810"/>
                <a:gd name="connsiteY101" fmla="*/ 24188 h 1053866"/>
                <a:gd name="connsiteX102" fmla="*/ 557635 w 1451810"/>
                <a:gd name="connsiteY102" fmla="*/ 28890 h 1053866"/>
                <a:gd name="connsiteX103" fmla="*/ 589080 w 1451810"/>
                <a:gd name="connsiteY103" fmla="*/ 1970 h 1053866"/>
                <a:gd name="connsiteX104" fmla="*/ 614653 w 1451810"/>
                <a:gd name="connsiteY104" fmla="*/ 7575 h 1053866"/>
                <a:gd name="connsiteX105" fmla="*/ 641281 w 1451810"/>
                <a:gd name="connsiteY105" fmla="*/ 24709 h 1053866"/>
                <a:gd name="connsiteX106" fmla="*/ 653292 w 1451810"/>
                <a:gd name="connsiteY106" fmla="*/ 42350 h 1053866"/>
                <a:gd name="connsiteX107" fmla="*/ 694409 w 1451810"/>
                <a:gd name="connsiteY107" fmla="*/ 38957 h 1053866"/>
                <a:gd name="connsiteX108" fmla="*/ 735108 w 1451810"/>
                <a:gd name="connsiteY108" fmla="*/ 29411 h 1053866"/>
                <a:gd name="connsiteX109" fmla="*/ 740458 w 1451810"/>
                <a:gd name="connsiteY109" fmla="*/ 46011 h 1053866"/>
                <a:gd name="connsiteX110" fmla="*/ 723897 w 1451810"/>
                <a:gd name="connsiteY110" fmla="*/ 57768 h 1053866"/>
                <a:gd name="connsiteX111" fmla="*/ 691397 w 1451810"/>
                <a:gd name="connsiteY111" fmla="*/ 121433 h 1053866"/>
                <a:gd name="connsiteX112" fmla="*/ 691397 w 1451810"/>
                <a:gd name="connsiteY112" fmla="*/ 145354 h 1053866"/>
                <a:gd name="connsiteX113" fmla="*/ 674416 w 1451810"/>
                <a:gd name="connsiteY113" fmla="*/ 184692 h 1053866"/>
                <a:gd name="connsiteX114" fmla="*/ 719461 w 1451810"/>
                <a:gd name="connsiteY114" fmla="*/ 196589 h 1053866"/>
                <a:gd name="connsiteX115" fmla="*/ 739810 w 1451810"/>
                <a:gd name="connsiteY115" fmla="*/ 203249 h 1053866"/>
                <a:gd name="connsiteX116" fmla="*/ 777649 w 1451810"/>
                <a:gd name="connsiteY116" fmla="*/ 190310 h 1053866"/>
                <a:gd name="connsiteX117" fmla="*/ 807136 w 1451810"/>
                <a:gd name="connsiteY117" fmla="*/ 197364 h 1053866"/>
                <a:gd name="connsiteX118" fmla="*/ 826074 w 1451810"/>
                <a:gd name="connsiteY118" fmla="*/ 244684 h 1053866"/>
                <a:gd name="connsiteX119" fmla="*/ 872657 w 1451810"/>
                <a:gd name="connsiteY119" fmla="*/ 227551 h 1053866"/>
                <a:gd name="connsiteX120" fmla="*/ 898624 w 1451810"/>
                <a:gd name="connsiteY120" fmla="*/ 204558 h 1053866"/>
                <a:gd name="connsiteX121" fmla="*/ 922901 w 1451810"/>
                <a:gd name="connsiteY121" fmla="*/ 212133 h 1053866"/>
                <a:gd name="connsiteX122" fmla="*/ 941165 w 1451810"/>
                <a:gd name="connsiteY122" fmla="*/ 196195 h 1053866"/>
                <a:gd name="connsiteX123" fmla="*/ 992845 w 1451810"/>
                <a:gd name="connsiteY123" fmla="*/ 190971 h 1053866"/>
                <a:gd name="connsiteX124" fmla="*/ 989579 w 1451810"/>
                <a:gd name="connsiteY124" fmla="*/ 217878 h 1053866"/>
                <a:gd name="connsiteX125" fmla="*/ 1056790 w 1451810"/>
                <a:gd name="connsiteY125" fmla="*/ 252526 h 1053866"/>
                <a:gd name="connsiteX126" fmla="*/ 1052100 w 1451810"/>
                <a:gd name="connsiteY126" fmla="*/ 268986 h 1053866"/>
                <a:gd name="connsiteX127" fmla="*/ 1064111 w 1451810"/>
                <a:gd name="connsiteY127" fmla="*/ 269774 h 1053866"/>
                <a:gd name="connsiteX128" fmla="*/ 1089938 w 1451810"/>
                <a:gd name="connsiteY128" fmla="*/ 271477 h 1053866"/>
                <a:gd name="connsiteX129" fmla="*/ 1093332 w 1451810"/>
                <a:gd name="connsiteY129" fmla="*/ 285738 h 1053866"/>
                <a:gd name="connsiteX130" fmla="*/ 1165501 w 1451810"/>
                <a:gd name="connsiteY130" fmla="*/ 329766 h 1053866"/>
                <a:gd name="connsiteX131" fmla="*/ 1166161 w 1451810"/>
                <a:gd name="connsiteY131" fmla="*/ 345057 h 1053866"/>
                <a:gd name="connsiteX132" fmla="*/ 1162247 w 1451810"/>
                <a:gd name="connsiteY132" fmla="*/ 371596 h 1053866"/>
                <a:gd name="connsiteX133" fmla="*/ 1214053 w 1451810"/>
                <a:gd name="connsiteY133" fmla="*/ 370693 h 1053866"/>
                <a:gd name="connsiteX134" fmla="*/ 1211562 w 1451810"/>
                <a:gd name="connsiteY134" fmla="*/ 378904 h 1053866"/>
                <a:gd name="connsiteX135" fmla="*/ 1246935 w 1451810"/>
                <a:gd name="connsiteY135" fmla="*/ 393025 h 1053866"/>
                <a:gd name="connsiteX136" fmla="*/ 1256849 w 1451810"/>
                <a:gd name="connsiteY136" fmla="*/ 399685 h 1053866"/>
                <a:gd name="connsiteX137" fmla="*/ 1315710 w 1451810"/>
                <a:gd name="connsiteY137" fmla="*/ 404134 h 1053866"/>
                <a:gd name="connsiteX138" fmla="*/ 1329284 w 1451810"/>
                <a:gd name="connsiteY138" fmla="*/ 401134 h 1053866"/>
                <a:gd name="connsiteX139" fmla="*/ 1378867 w 1451810"/>
                <a:gd name="connsiteY139" fmla="*/ 396825 h 1053866"/>
                <a:gd name="connsiteX140" fmla="*/ 1420899 w 1451810"/>
                <a:gd name="connsiteY140" fmla="*/ 432503 h 1053866"/>
                <a:gd name="connsiteX141" fmla="*/ 1415421 w 1451810"/>
                <a:gd name="connsiteY141" fmla="*/ 462181 h 1053866"/>
                <a:gd name="connsiteX142" fmla="*/ 1446460 w 1451810"/>
                <a:gd name="connsiteY142" fmla="*/ 476683 h 1053866"/>
                <a:gd name="connsiteX143" fmla="*/ 1382794 w 1451810"/>
                <a:gd name="connsiteY143" fmla="*/ 537070 h 1053866"/>
                <a:gd name="connsiteX144" fmla="*/ 1402101 w 1451810"/>
                <a:gd name="connsiteY144" fmla="*/ 545052 h 1053866"/>
                <a:gd name="connsiteX145" fmla="*/ 1444642 w 1451810"/>
                <a:gd name="connsiteY145" fmla="*/ 527397 h 1053866"/>
                <a:gd name="connsiteX146" fmla="*/ 1451810 w 1451810"/>
                <a:gd name="connsiteY146" fmla="*/ 547899 h 1053866"/>
                <a:gd name="connsiteX147" fmla="*/ 1322357 w 1451810"/>
                <a:gd name="connsiteY147" fmla="*/ 605552 h 1053866"/>
                <a:gd name="connsiteX148" fmla="*/ 1288815 w 1451810"/>
                <a:gd name="connsiteY148" fmla="*/ 591177 h 1053866"/>
                <a:gd name="connsiteX149" fmla="*/ 1224107 w 1451810"/>
                <a:gd name="connsiteY149" fmla="*/ 586080 h 1053866"/>
                <a:gd name="connsiteX150" fmla="*/ 1220447 w 1451810"/>
                <a:gd name="connsiteY150" fmla="*/ 586728 h 1053866"/>
                <a:gd name="connsiteX151" fmla="*/ 1181693 w 1451810"/>
                <a:gd name="connsiteY151" fmla="*/ 591698 h 1053866"/>
                <a:gd name="connsiteX152" fmla="*/ 1119833 w 1451810"/>
                <a:gd name="connsiteY152" fmla="*/ 572874 h 1053866"/>
                <a:gd name="connsiteX153" fmla="*/ 1115905 w 1451810"/>
                <a:gd name="connsiteY153" fmla="*/ 565820 h 1053866"/>
                <a:gd name="connsiteX154" fmla="*/ 1108330 w 1451810"/>
                <a:gd name="connsiteY154" fmla="*/ 563481 h 1053866"/>
                <a:gd name="connsiteX155" fmla="*/ 1100640 w 1451810"/>
                <a:gd name="connsiteY155" fmla="*/ 561638 h 1053866"/>
                <a:gd name="connsiteX156" fmla="*/ 1035780 w 1451810"/>
                <a:gd name="connsiteY156" fmla="*/ 594316 h 105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451810" h="1053866">
                  <a:moveTo>
                    <a:pt x="1035780" y="594316"/>
                  </a:moveTo>
                  <a:lnTo>
                    <a:pt x="1033569" y="594965"/>
                  </a:lnTo>
                  <a:lnTo>
                    <a:pt x="1011771" y="594316"/>
                  </a:lnTo>
                  <a:lnTo>
                    <a:pt x="950825" y="647394"/>
                  </a:lnTo>
                  <a:lnTo>
                    <a:pt x="895370" y="657829"/>
                  </a:lnTo>
                  <a:lnTo>
                    <a:pt x="870967" y="655605"/>
                  </a:lnTo>
                  <a:lnTo>
                    <a:pt x="843945" y="654830"/>
                  </a:lnTo>
                  <a:lnTo>
                    <a:pt x="798671" y="646593"/>
                  </a:lnTo>
                  <a:lnTo>
                    <a:pt x="758736" y="644242"/>
                  </a:lnTo>
                  <a:lnTo>
                    <a:pt x="753906" y="644763"/>
                  </a:lnTo>
                  <a:lnTo>
                    <a:pt x="745022" y="624516"/>
                  </a:lnTo>
                  <a:lnTo>
                    <a:pt x="681610" y="628418"/>
                  </a:lnTo>
                  <a:lnTo>
                    <a:pt x="659024" y="631557"/>
                  </a:lnTo>
                  <a:lnTo>
                    <a:pt x="672738" y="661236"/>
                  </a:lnTo>
                  <a:lnTo>
                    <a:pt x="669726" y="686453"/>
                  </a:lnTo>
                  <a:lnTo>
                    <a:pt x="629155" y="702938"/>
                  </a:lnTo>
                  <a:lnTo>
                    <a:pt x="632549" y="770772"/>
                  </a:lnTo>
                  <a:lnTo>
                    <a:pt x="506603" y="798341"/>
                  </a:lnTo>
                  <a:lnTo>
                    <a:pt x="488326" y="765802"/>
                  </a:lnTo>
                  <a:lnTo>
                    <a:pt x="444870" y="783584"/>
                  </a:lnTo>
                  <a:lnTo>
                    <a:pt x="442646" y="787626"/>
                  </a:lnTo>
                  <a:lnTo>
                    <a:pt x="446179" y="815207"/>
                  </a:lnTo>
                  <a:lnTo>
                    <a:pt x="422157" y="828273"/>
                  </a:lnTo>
                  <a:lnTo>
                    <a:pt x="415903" y="844351"/>
                  </a:lnTo>
                  <a:lnTo>
                    <a:pt x="397766" y="878974"/>
                  </a:lnTo>
                  <a:lnTo>
                    <a:pt x="394766" y="884999"/>
                  </a:lnTo>
                  <a:lnTo>
                    <a:pt x="378573" y="914537"/>
                  </a:lnTo>
                  <a:lnTo>
                    <a:pt x="359140" y="923422"/>
                  </a:lnTo>
                  <a:lnTo>
                    <a:pt x="316332" y="939767"/>
                  </a:lnTo>
                  <a:lnTo>
                    <a:pt x="294915" y="978584"/>
                  </a:lnTo>
                  <a:lnTo>
                    <a:pt x="237122" y="964603"/>
                  </a:lnTo>
                  <a:lnTo>
                    <a:pt x="229165" y="944737"/>
                  </a:lnTo>
                  <a:lnTo>
                    <a:pt x="215451" y="950482"/>
                  </a:lnTo>
                  <a:lnTo>
                    <a:pt x="205155" y="965391"/>
                  </a:lnTo>
                  <a:lnTo>
                    <a:pt x="155293" y="1015698"/>
                  </a:lnTo>
                  <a:lnTo>
                    <a:pt x="89645" y="1053867"/>
                  </a:lnTo>
                  <a:lnTo>
                    <a:pt x="66424" y="983414"/>
                  </a:lnTo>
                  <a:lnTo>
                    <a:pt x="44626" y="1008377"/>
                  </a:lnTo>
                  <a:lnTo>
                    <a:pt x="38105" y="1008504"/>
                  </a:lnTo>
                  <a:lnTo>
                    <a:pt x="11223" y="1005237"/>
                  </a:lnTo>
                  <a:lnTo>
                    <a:pt x="0" y="986299"/>
                  </a:lnTo>
                  <a:lnTo>
                    <a:pt x="48934" y="962124"/>
                  </a:lnTo>
                  <a:lnTo>
                    <a:pt x="58467" y="949694"/>
                  </a:lnTo>
                  <a:lnTo>
                    <a:pt x="69042" y="950227"/>
                  </a:lnTo>
                  <a:lnTo>
                    <a:pt x="71393" y="929573"/>
                  </a:lnTo>
                  <a:lnTo>
                    <a:pt x="84955" y="905259"/>
                  </a:lnTo>
                  <a:lnTo>
                    <a:pt x="102432" y="890998"/>
                  </a:lnTo>
                  <a:lnTo>
                    <a:pt x="183612" y="818982"/>
                  </a:lnTo>
                  <a:lnTo>
                    <a:pt x="211282" y="803564"/>
                  </a:lnTo>
                  <a:lnTo>
                    <a:pt x="230983" y="773632"/>
                  </a:lnTo>
                  <a:lnTo>
                    <a:pt x="220293" y="751542"/>
                  </a:lnTo>
                  <a:lnTo>
                    <a:pt x="230856" y="701883"/>
                  </a:lnTo>
                  <a:lnTo>
                    <a:pt x="207748" y="650114"/>
                  </a:lnTo>
                  <a:lnTo>
                    <a:pt x="221603" y="635879"/>
                  </a:lnTo>
                  <a:lnTo>
                    <a:pt x="250950" y="629079"/>
                  </a:lnTo>
                  <a:lnTo>
                    <a:pt x="272227" y="632104"/>
                  </a:lnTo>
                  <a:lnTo>
                    <a:pt x="283959" y="621376"/>
                  </a:lnTo>
                  <a:lnTo>
                    <a:pt x="318302" y="619025"/>
                  </a:lnTo>
                  <a:lnTo>
                    <a:pt x="342311" y="600328"/>
                  </a:lnTo>
                  <a:lnTo>
                    <a:pt x="361224" y="566481"/>
                  </a:lnTo>
                  <a:lnTo>
                    <a:pt x="347116" y="544505"/>
                  </a:lnTo>
                  <a:lnTo>
                    <a:pt x="356649" y="530397"/>
                  </a:lnTo>
                  <a:lnTo>
                    <a:pt x="398554" y="525300"/>
                  </a:lnTo>
                  <a:lnTo>
                    <a:pt x="422703" y="522033"/>
                  </a:lnTo>
                  <a:lnTo>
                    <a:pt x="444234" y="507518"/>
                  </a:lnTo>
                  <a:lnTo>
                    <a:pt x="455191" y="478768"/>
                  </a:lnTo>
                  <a:lnTo>
                    <a:pt x="413285" y="462181"/>
                  </a:lnTo>
                  <a:lnTo>
                    <a:pt x="423873" y="427419"/>
                  </a:lnTo>
                  <a:lnTo>
                    <a:pt x="402723" y="423873"/>
                  </a:lnTo>
                  <a:lnTo>
                    <a:pt x="398287" y="407146"/>
                  </a:lnTo>
                  <a:lnTo>
                    <a:pt x="354055" y="392250"/>
                  </a:lnTo>
                  <a:lnTo>
                    <a:pt x="330046" y="420339"/>
                  </a:lnTo>
                  <a:lnTo>
                    <a:pt x="273791" y="428461"/>
                  </a:lnTo>
                  <a:lnTo>
                    <a:pt x="195369" y="434994"/>
                  </a:lnTo>
                  <a:lnTo>
                    <a:pt x="167686" y="443345"/>
                  </a:lnTo>
                  <a:lnTo>
                    <a:pt x="138986" y="431855"/>
                  </a:lnTo>
                  <a:lnTo>
                    <a:pt x="84320" y="447793"/>
                  </a:lnTo>
                  <a:lnTo>
                    <a:pt x="93827" y="390292"/>
                  </a:lnTo>
                  <a:lnTo>
                    <a:pt x="116934" y="367160"/>
                  </a:lnTo>
                  <a:lnTo>
                    <a:pt x="137690" y="362317"/>
                  </a:lnTo>
                  <a:lnTo>
                    <a:pt x="142240" y="322191"/>
                  </a:lnTo>
                  <a:lnTo>
                    <a:pt x="154632" y="315137"/>
                  </a:lnTo>
                  <a:lnTo>
                    <a:pt x="153463" y="291470"/>
                  </a:lnTo>
                  <a:lnTo>
                    <a:pt x="205664" y="292398"/>
                  </a:lnTo>
                  <a:lnTo>
                    <a:pt x="209718" y="211218"/>
                  </a:lnTo>
                  <a:lnTo>
                    <a:pt x="257356" y="204037"/>
                  </a:lnTo>
                  <a:lnTo>
                    <a:pt x="270791" y="170571"/>
                  </a:lnTo>
                  <a:lnTo>
                    <a:pt x="322331" y="163123"/>
                  </a:lnTo>
                  <a:lnTo>
                    <a:pt x="332906" y="124827"/>
                  </a:lnTo>
                  <a:lnTo>
                    <a:pt x="331991" y="110833"/>
                  </a:lnTo>
                  <a:lnTo>
                    <a:pt x="313065" y="111507"/>
                  </a:lnTo>
                  <a:lnTo>
                    <a:pt x="299885" y="78562"/>
                  </a:lnTo>
                  <a:lnTo>
                    <a:pt x="304079" y="57259"/>
                  </a:lnTo>
                  <a:lnTo>
                    <a:pt x="296758" y="29030"/>
                  </a:lnTo>
                  <a:lnTo>
                    <a:pt x="341917" y="4576"/>
                  </a:lnTo>
                  <a:lnTo>
                    <a:pt x="374926" y="0"/>
                  </a:lnTo>
                  <a:lnTo>
                    <a:pt x="406510" y="20794"/>
                  </a:lnTo>
                  <a:lnTo>
                    <a:pt x="413552" y="19739"/>
                  </a:lnTo>
                  <a:lnTo>
                    <a:pt x="463541" y="28890"/>
                  </a:lnTo>
                  <a:lnTo>
                    <a:pt x="482467" y="49011"/>
                  </a:lnTo>
                  <a:lnTo>
                    <a:pt x="504265" y="32424"/>
                  </a:lnTo>
                  <a:lnTo>
                    <a:pt x="524881" y="24188"/>
                  </a:lnTo>
                  <a:lnTo>
                    <a:pt x="557635" y="28890"/>
                  </a:lnTo>
                  <a:lnTo>
                    <a:pt x="589080" y="1970"/>
                  </a:lnTo>
                  <a:lnTo>
                    <a:pt x="614653" y="7575"/>
                  </a:lnTo>
                  <a:lnTo>
                    <a:pt x="641281" y="24709"/>
                  </a:lnTo>
                  <a:lnTo>
                    <a:pt x="653292" y="42350"/>
                  </a:lnTo>
                  <a:lnTo>
                    <a:pt x="694409" y="38957"/>
                  </a:lnTo>
                  <a:lnTo>
                    <a:pt x="735108" y="29411"/>
                  </a:lnTo>
                  <a:lnTo>
                    <a:pt x="740458" y="46011"/>
                  </a:lnTo>
                  <a:lnTo>
                    <a:pt x="723897" y="57768"/>
                  </a:lnTo>
                  <a:lnTo>
                    <a:pt x="691397" y="121433"/>
                  </a:lnTo>
                  <a:lnTo>
                    <a:pt x="691397" y="145354"/>
                  </a:lnTo>
                  <a:lnTo>
                    <a:pt x="674416" y="184692"/>
                  </a:lnTo>
                  <a:lnTo>
                    <a:pt x="719461" y="196589"/>
                  </a:lnTo>
                  <a:lnTo>
                    <a:pt x="739810" y="203249"/>
                  </a:lnTo>
                  <a:lnTo>
                    <a:pt x="777649" y="190310"/>
                  </a:lnTo>
                  <a:lnTo>
                    <a:pt x="807136" y="197364"/>
                  </a:lnTo>
                  <a:lnTo>
                    <a:pt x="826074" y="244684"/>
                  </a:lnTo>
                  <a:lnTo>
                    <a:pt x="872657" y="227551"/>
                  </a:lnTo>
                  <a:lnTo>
                    <a:pt x="898624" y="204558"/>
                  </a:lnTo>
                  <a:lnTo>
                    <a:pt x="922901" y="212133"/>
                  </a:lnTo>
                  <a:lnTo>
                    <a:pt x="941165" y="196195"/>
                  </a:lnTo>
                  <a:lnTo>
                    <a:pt x="992845" y="190971"/>
                  </a:lnTo>
                  <a:lnTo>
                    <a:pt x="989579" y="217878"/>
                  </a:lnTo>
                  <a:lnTo>
                    <a:pt x="1056790" y="252526"/>
                  </a:lnTo>
                  <a:lnTo>
                    <a:pt x="1052100" y="268986"/>
                  </a:lnTo>
                  <a:lnTo>
                    <a:pt x="1064111" y="269774"/>
                  </a:lnTo>
                  <a:lnTo>
                    <a:pt x="1089938" y="271477"/>
                  </a:lnTo>
                  <a:lnTo>
                    <a:pt x="1093332" y="285738"/>
                  </a:lnTo>
                  <a:lnTo>
                    <a:pt x="1165501" y="329766"/>
                  </a:lnTo>
                  <a:lnTo>
                    <a:pt x="1166161" y="345057"/>
                  </a:lnTo>
                  <a:lnTo>
                    <a:pt x="1162247" y="371596"/>
                  </a:lnTo>
                  <a:lnTo>
                    <a:pt x="1214053" y="370693"/>
                  </a:lnTo>
                  <a:lnTo>
                    <a:pt x="1211562" y="378904"/>
                  </a:lnTo>
                  <a:lnTo>
                    <a:pt x="1246935" y="393025"/>
                  </a:lnTo>
                  <a:lnTo>
                    <a:pt x="1256849" y="399685"/>
                  </a:lnTo>
                  <a:lnTo>
                    <a:pt x="1315710" y="404134"/>
                  </a:lnTo>
                  <a:lnTo>
                    <a:pt x="1329284" y="401134"/>
                  </a:lnTo>
                  <a:lnTo>
                    <a:pt x="1378867" y="396825"/>
                  </a:lnTo>
                  <a:lnTo>
                    <a:pt x="1420899" y="432503"/>
                  </a:lnTo>
                  <a:lnTo>
                    <a:pt x="1415421" y="462181"/>
                  </a:lnTo>
                  <a:lnTo>
                    <a:pt x="1446460" y="476683"/>
                  </a:lnTo>
                  <a:lnTo>
                    <a:pt x="1382794" y="537070"/>
                  </a:lnTo>
                  <a:lnTo>
                    <a:pt x="1402101" y="545052"/>
                  </a:lnTo>
                  <a:lnTo>
                    <a:pt x="1444642" y="527397"/>
                  </a:lnTo>
                  <a:lnTo>
                    <a:pt x="1451810" y="547899"/>
                  </a:lnTo>
                  <a:lnTo>
                    <a:pt x="1322357" y="605552"/>
                  </a:lnTo>
                  <a:lnTo>
                    <a:pt x="1288815" y="591177"/>
                  </a:lnTo>
                  <a:lnTo>
                    <a:pt x="1224107" y="586080"/>
                  </a:lnTo>
                  <a:lnTo>
                    <a:pt x="1220447" y="586728"/>
                  </a:lnTo>
                  <a:lnTo>
                    <a:pt x="1181693" y="591698"/>
                  </a:lnTo>
                  <a:lnTo>
                    <a:pt x="1119833" y="572874"/>
                  </a:lnTo>
                  <a:lnTo>
                    <a:pt x="1115905" y="565820"/>
                  </a:lnTo>
                  <a:lnTo>
                    <a:pt x="1108330" y="563481"/>
                  </a:lnTo>
                  <a:lnTo>
                    <a:pt x="1100640" y="561638"/>
                  </a:lnTo>
                  <a:lnTo>
                    <a:pt x="1035780" y="594316"/>
                  </a:lnTo>
                  <a:close/>
                </a:path>
              </a:pathLst>
            </a:custGeom>
            <a:solidFill>
              <a:srgbClr val="FFFFFF"/>
            </a:solidFill>
            <a:ln w="12700" cap="flat">
              <a:noFill/>
              <a:prstDash val="solid"/>
              <a:miter/>
            </a:ln>
          </p:spPr>
          <p:txBody>
            <a:bodyPr rtlCol="0" anchor="ctr"/>
            <a:lstStyle/>
            <a:p>
              <a:endParaRPr lang="de-CH"/>
            </a:p>
          </p:txBody>
        </p:sp>
        <p:sp>
          <p:nvSpPr>
            <p:cNvPr id="133" name="Freihandform: Form 132">
              <a:extLst>
                <a:ext uri="{FF2B5EF4-FFF2-40B4-BE49-F238E27FC236}">
                  <a16:creationId xmlns:a16="http://schemas.microsoft.com/office/drawing/2014/main" id="{7604FA6D-FE1B-E06A-AB75-806C6AF53668}"/>
                </a:ext>
              </a:extLst>
            </p:cNvPr>
            <p:cNvSpPr/>
            <p:nvPr/>
          </p:nvSpPr>
          <p:spPr>
            <a:xfrm>
              <a:off x="3311927" y="1405396"/>
              <a:ext cx="1451810" cy="1053866"/>
            </a:xfrm>
            <a:custGeom>
              <a:avLst/>
              <a:gdLst>
                <a:gd name="connsiteX0" fmla="*/ 1035780 w 1451810"/>
                <a:gd name="connsiteY0" fmla="*/ 594316 h 1053866"/>
                <a:gd name="connsiteX1" fmla="*/ 1033569 w 1451810"/>
                <a:gd name="connsiteY1" fmla="*/ 594965 h 1053866"/>
                <a:gd name="connsiteX2" fmla="*/ 1011771 w 1451810"/>
                <a:gd name="connsiteY2" fmla="*/ 594316 h 1053866"/>
                <a:gd name="connsiteX3" fmla="*/ 950825 w 1451810"/>
                <a:gd name="connsiteY3" fmla="*/ 647394 h 1053866"/>
                <a:gd name="connsiteX4" fmla="*/ 895370 w 1451810"/>
                <a:gd name="connsiteY4" fmla="*/ 657829 h 1053866"/>
                <a:gd name="connsiteX5" fmla="*/ 870967 w 1451810"/>
                <a:gd name="connsiteY5" fmla="*/ 655605 h 1053866"/>
                <a:gd name="connsiteX6" fmla="*/ 843945 w 1451810"/>
                <a:gd name="connsiteY6" fmla="*/ 654830 h 1053866"/>
                <a:gd name="connsiteX7" fmla="*/ 798671 w 1451810"/>
                <a:gd name="connsiteY7" fmla="*/ 646593 h 1053866"/>
                <a:gd name="connsiteX8" fmla="*/ 758736 w 1451810"/>
                <a:gd name="connsiteY8" fmla="*/ 644242 h 1053866"/>
                <a:gd name="connsiteX9" fmla="*/ 753906 w 1451810"/>
                <a:gd name="connsiteY9" fmla="*/ 644763 h 1053866"/>
                <a:gd name="connsiteX10" fmla="*/ 745022 w 1451810"/>
                <a:gd name="connsiteY10" fmla="*/ 624516 h 1053866"/>
                <a:gd name="connsiteX11" fmla="*/ 681610 w 1451810"/>
                <a:gd name="connsiteY11" fmla="*/ 628418 h 1053866"/>
                <a:gd name="connsiteX12" fmla="*/ 659024 w 1451810"/>
                <a:gd name="connsiteY12" fmla="*/ 631557 h 1053866"/>
                <a:gd name="connsiteX13" fmla="*/ 672738 w 1451810"/>
                <a:gd name="connsiteY13" fmla="*/ 661236 h 1053866"/>
                <a:gd name="connsiteX14" fmla="*/ 669726 w 1451810"/>
                <a:gd name="connsiteY14" fmla="*/ 686453 h 1053866"/>
                <a:gd name="connsiteX15" fmla="*/ 629155 w 1451810"/>
                <a:gd name="connsiteY15" fmla="*/ 702938 h 1053866"/>
                <a:gd name="connsiteX16" fmla="*/ 632549 w 1451810"/>
                <a:gd name="connsiteY16" fmla="*/ 770772 h 1053866"/>
                <a:gd name="connsiteX17" fmla="*/ 506603 w 1451810"/>
                <a:gd name="connsiteY17" fmla="*/ 798341 h 1053866"/>
                <a:gd name="connsiteX18" fmla="*/ 488326 w 1451810"/>
                <a:gd name="connsiteY18" fmla="*/ 765802 h 1053866"/>
                <a:gd name="connsiteX19" fmla="*/ 444870 w 1451810"/>
                <a:gd name="connsiteY19" fmla="*/ 783584 h 1053866"/>
                <a:gd name="connsiteX20" fmla="*/ 442646 w 1451810"/>
                <a:gd name="connsiteY20" fmla="*/ 787626 h 1053866"/>
                <a:gd name="connsiteX21" fmla="*/ 446179 w 1451810"/>
                <a:gd name="connsiteY21" fmla="*/ 815207 h 1053866"/>
                <a:gd name="connsiteX22" fmla="*/ 422157 w 1451810"/>
                <a:gd name="connsiteY22" fmla="*/ 828273 h 1053866"/>
                <a:gd name="connsiteX23" fmla="*/ 415903 w 1451810"/>
                <a:gd name="connsiteY23" fmla="*/ 844351 h 1053866"/>
                <a:gd name="connsiteX24" fmla="*/ 397766 w 1451810"/>
                <a:gd name="connsiteY24" fmla="*/ 878974 h 1053866"/>
                <a:gd name="connsiteX25" fmla="*/ 394766 w 1451810"/>
                <a:gd name="connsiteY25" fmla="*/ 884999 h 1053866"/>
                <a:gd name="connsiteX26" fmla="*/ 378573 w 1451810"/>
                <a:gd name="connsiteY26" fmla="*/ 914537 h 1053866"/>
                <a:gd name="connsiteX27" fmla="*/ 359140 w 1451810"/>
                <a:gd name="connsiteY27" fmla="*/ 923422 h 1053866"/>
                <a:gd name="connsiteX28" fmla="*/ 316332 w 1451810"/>
                <a:gd name="connsiteY28" fmla="*/ 939767 h 1053866"/>
                <a:gd name="connsiteX29" fmla="*/ 294915 w 1451810"/>
                <a:gd name="connsiteY29" fmla="*/ 978584 h 1053866"/>
                <a:gd name="connsiteX30" fmla="*/ 237122 w 1451810"/>
                <a:gd name="connsiteY30" fmla="*/ 964603 h 1053866"/>
                <a:gd name="connsiteX31" fmla="*/ 229165 w 1451810"/>
                <a:gd name="connsiteY31" fmla="*/ 944737 h 1053866"/>
                <a:gd name="connsiteX32" fmla="*/ 215451 w 1451810"/>
                <a:gd name="connsiteY32" fmla="*/ 950482 h 1053866"/>
                <a:gd name="connsiteX33" fmla="*/ 205155 w 1451810"/>
                <a:gd name="connsiteY33" fmla="*/ 965391 h 1053866"/>
                <a:gd name="connsiteX34" fmla="*/ 155293 w 1451810"/>
                <a:gd name="connsiteY34" fmla="*/ 1015698 h 1053866"/>
                <a:gd name="connsiteX35" fmla="*/ 89645 w 1451810"/>
                <a:gd name="connsiteY35" fmla="*/ 1053867 h 1053866"/>
                <a:gd name="connsiteX36" fmla="*/ 66424 w 1451810"/>
                <a:gd name="connsiteY36" fmla="*/ 983414 h 1053866"/>
                <a:gd name="connsiteX37" fmla="*/ 44626 w 1451810"/>
                <a:gd name="connsiteY37" fmla="*/ 1008377 h 1053866"/>
                <a:gd name="connsiteX38" fmla="*/ 38105 w 1451810"/>
                <a:gd name="connsiteY38" fmla="*/ 1008504 h 1053866"/>
                <a:gd name="connsiteX39" fmla="*/ 11223 w 1451810"/>
                <a:gd name="connsiteY39" fmla="*/ 1005237 h 1053866"/>
                <a:gd name="connsiteX40" fmla="*/ 0 w 1451810"/>
                <a:gd name="connsiteY40" fmla="*/ 986299 h 1053866"/>
                <a:gd name="connsiteX41" fmla="*/ 48934 w 1451810"/>
                <a:gd name="connsiteY41" fmla="*/ 962124 h 1053866"/>
                <a:gd name="connsiteX42" fmla="*/ 58467 w 1451810"/>
                <a:gd name="connsiteY42" fmla="*/ 949694 h 1053866"/>
                <a:gd name="connsiteX43" fmla="*/ 69042 w 1451810"/>
                <a:gd name="connsiteY43" fmla="*/ 950227 h 1053866"/>
                <a:gd name="connsiteX44" fmla="*/ 71393 w 1451810"/>
                <a:gd name="connsiteY44" fmla="*/ 929573 h 1053866"/>
                <a:gd name="connsiteX45" fmla="*/ 84955 w 1451810"/>
                <a:gd name="connsiteY45" fmla="*/ 905259 h 1053866"/>
                <a:gd name="connsiteX46" fmla="*/ 102432 w 1451810"/>
                <a:gd name="connsiteY46" fmla="*/ 890998 h 1053866"/>
                <a:gd name="connsiteX47" fmla="*/ 183612 w 1451810"/>
                <a:gd name="connsiteY47" fmla="*/ 818982 h 1053866"/>
                <a:gd name="connsiteX48" fmla="*/ 211282 w 1451810"/>
                <a:gd name="connsiteY48" fmla="*/ 803564 h 1053866"/>
                <a:gd name="connsiteX49" fmla="*/ 230983 w 1451810"/>
                <a:gd name="connsiteY49" fmla="*/ 773632 h 1053866"/>
                <a:gd name="connsiteX50" fmla="*/ 220293 w 1451810"/>
                <a:gd name="connsiteY50" fmla="*/ 751542 h 1053866"/>
                <a:gd name="connsiteX51" fmla="*/ 230856 w 1451810"/>
                <a:gd name="connsiteY51" fmla="*/ 701883 h 1053866"/>
                <a:gd name="connsiteX52" fmla="*/ 207748 w 1451810"/>
                <a:gd name="connsiteY52" fmla="*/ 650114 h 1053866"/>
                <a:gd name="connsiteX53" fmla="*/ 221603 w 1451810"/>
                <a:gd name="connsiteY53" fmla="*/ 635879 h 1053866"/>
                <a:gd name="connsiteX54" fmla="*/ 250950 w 1451810"/>
                <a:gd name="connsiteY54" fmla="*/ 629079 h 1053866"/>
                <a:gd name="connsiteX55" fmla="*/ 272227 w 1451810"/>
                <a:gd name="connsiteY55" fmla="*/ 632104 h 1053866"/>
                <a:gd name="connsiteX56" fmla="*/ 283959 w 1451810"/>
                <a:gd name="connsiteY56" fmla="*/ 621376 h 1053866"/>
                <a:gd name="connsiteX57" fmla="*/ 318302 w 1451810"/>
                <a:gd name="connsiteY57" fmla="*/ 619025 h 1053866"/>
                <a:gd name="connsiteX58" fmla="*/ 342311 w 1451810"/>
                <a:gd name="connsiteY58" fmla="*/ 600328 h 1053866"/>
                <a:gd name="connsiteX59" fmla="*/ 361224 w 1451810"/>
                <a:gd name="connsiteY59" fmla="*/ 566481 h 1053866"/>
                <a:gd name="connsiteX60" fmla="*/ 347116 w 1451810"/>
                <a:gd name="connsiteY60" fmla="*/ 544505 h 1053866"/>
                <a:gd name="connsiteX61" fmla="*/ 356649 w 1451810"/>
                <a:gd name="connsiteY61" fmla="*/ 530397 h 1053866"/>
                <a:gd name="connsiteX62" fmla="*/ 398554 w 1451810"/>
                <a:gd name="connsiteY62" fmla="*/ 525300 h 1053866"/>
                <a:gd name="connsiteX63" fmla="*/ 422703 w 1451810"/>
                <a:gd name="connsiteY63" fmla="*/ 522033 h 1053866"/>
                <a:gd name="connsiteX64" fmla="*/ 444234 w 1451810"/>
                <a:gd name="connsiteY64" fmla="*/ 507518 h 1053866"/>
                <a:gd name="connsiteX65" fmla="*/ 455191 w 1451810"/>
                <a:gd name="connsiteY65" fmla="*/ 478768 h 1053866"/>
                <a:gd name="connsiteX66" fmla="*/ 413285 w 1451810"/>
                <a:gd name="connsiteY66" fmla="*/ 462181 h 1053866"/>
                <a:gd name="connsiteX67" fmla="*/ 423873 w 1451810"/>
                <a:gd name="connsiteY67" fmla="*/ 427419 h 1053866"/>
                <a:gd name="connsiteX68" fmla="*/ 402723 w 1451810"/>
                <a:gd name="connsiteY68" fmla="*/ 423873 h 1053866"/>
                <a:gd name="connsiteX69" fmla="*/ 398287 w 1451810"/>
                <a:gd name="connsiteY69" fmla="*/ 407146 h 1053866"/>
                <a:gd name="connsiteX70" fmla="*/ 354055 w 1451810"/>
                <a:gd name="connsiteY70" fmla="*/ 392250 h 1053866"/>
                <a:gd name="connsiteX71" fmla="*/ 330046 w 1451810"/>
                <a:gd name="connsiteY71" fmla="*/ 420339 h 1053866"/>
                <a:gd name="connsiteX72" fmla="*/ 273791 w 1451810"/>
                <a:gd name="connsiteY72" fmla="*/ 428461 h 1053866"/>
                <a:gd name="connsiteX73" fmla="*/ 195369 w 1451810"/>
                <a:gd name="connsiteY73" fmla="*/ 434994 h 1053866"/>
                <a:gd name="connsiteX74" fmla="*/ 167686 w 1451810"/>
                <a:gd name="connsiteY74" fmla="*/ 443345 h 1053866"/>
                <a:gd name="connsiteX75" fmla="*/ 138986 w 1451810"/>
                <a:gd name="connsiteY75" fmla="*/ 431855 h 1053866"/>
                <a:gd name="connsiteX76" fmla="*/ 84320 w 1451810"/>
                <a:gd name="connsiteY76" fmla="*/ 447793 h 1053866"/>
                <a:gd name="connsiteX77" fmla="*/ 93827 w 1451810"/>
                <a:gd name="connsiteY77" fmla="*/ 390292 h 1053866"/>
                <a:gd name="connsiteX78" fmla="*/ 116934 w 1451810"/>
                <a:gd name="connsiteY78" fmla="*/ 367160 h 1053866"/>
                <a:gd name="connsiteX79" fmla="*/ 137690 w 1451810"/>
                <a:gd name="connsiteY79" fmla="*/ 362317 h 1053866"/>
                <a:gd name="connsiteX80" fmla="*/ 142240 w 1451810"/>
                <a:gd name="connsiteY80" fmla="*/ 322191 h 1053866"/>
                <a:gd name="connsiteX81" fmla="*/ 154632 w 1451810"/>
                <a:gd name="connsiteY81" fmla="*/ 315137 h 1053866"/>
                <a:gd name="connsiteX82" fmla="*/ 153463 w 1451810"/>
                <a:gd name="connsiteY82" fmla="*/ 291470 h 1053866"/>
                <a:gd name="connsiteX83" fmla="*/ 205664 w 1451810"/>
                <a:gd name="connsiteY83" fmla="*/ 292398 h 1053866"/>
                <a:gd name="connsiteX84" fmla="*/ 209718 w 1451810"/>
                <a:gd name="connsiteY84" fmla="*/ 211218 h 1053866"/>
                <a:gd name="connsiteX85" fmla="*/ 257356 w 1451810"/>
                <a:gd name="connsiteY85" fmla="*/ 204037 h 1053866"/>
                <a:gd name="connsiteX86" fmla="*/ 270791 w 1451810"/>
                <a:gd name="connsiteY86" fmla="*/ 170571 h 1053866"/>
                <a:gd name="connsiteX87" fmla="*/ 322331 w 1451810"/>
                <a:gd name="connsiteY87" fmla="*/ 163123 h 1053866"/>
                <a:gd name="connsiteX88" fmla="*/ 332906 w 1451810"/>
                <a:gd name="connsiteY88" fmla="*/ 124827 h 1053866"/>
                <a:gd name="connsiteX89" fmla="*/ 331991 w 1451810"/>
                <a:gd name="connsiteY89" fmla="*/ 110833 h 1053866"/>
                <a:gd name="connsiteX90" fmla="*/ 313065 w 1451810"/>
                <a:gd name="connsiteY90" fmla="*/ 111507 h 1053866"/>
                <a:gd name="connsiteX91" fmla="*/ 299885 w 1451810"/>
                <a:gd name="connsiteY91" fmla="*/ 78562 h 1053866"/>
                <a:gd name="connsiteX92" fmla="*/ 304079 w 1451810"/>
                <a:gd name="connsiteY92" fmla="*/ 57259 h 1053866"/>
                <a:gd name="connsiteX93" fmla="*/ 296758 w 1451810"/>
                <a:gd name="connsiteY93" fmla="*/ 29030 h 1053866"/>
                <a:gd name="connsiteX94" fmla="*/ 341917 w 1451810"/>
                <a:gd name="connsiteY94" fmla="*/ 4576 h 1053866"/>
                <a:gd name="connsiteX95" fmla="*/ 374926 w 1451810"/>
                <a:gd name="connsiteY95" fmla="*/ 0 h 1053866"/>
                <a:gd name="connsiteX96" fmla="*/ 406510 w 1451810"/>
                <a:gd name="connsiteY96" fmla="*/ 20794 h 1053866"/>
                <a:gd name="connsiteX97" fmla="*/ 413552 w 1451810"/>
                <a:gd name="connsiteY97" fmla="*/ 19739 h 1053866"/>
                <a:gd name="connsiteX98" fmla="*/ 463541 w 1451810"/>
                <a:gd name="connsiteY98" fmla="*/ 28890 h 1053866"/>
                <a:gd name="connsiteX99" fmla="*/ 482467 w 1451810"/>
                <a:gd name="connsiteY99" fmla="*/ 49011 h 1053866"/>
                <a:gd name="connsiteX100" fmla="*/ 504265 w 1451810"/>
                <a:gd name="connsiteY100" fmla="*/ 32424 h 1053866"/>
                <a:gd name="connsiteX101" fmla="*/ 524881 w 1451810"/>
                <a:gd name="connsiteY101" fmla="*/ 24188 h 1053866"/>
                <a:gd name="connsiteX102" fmla="*/ 557635 w 1451810"/>
                <a:gd name="connsiteY102" fmla="*/ 28890 h 1053866"/>
                <a:gd name="connsiteX103" fmla="*/ 589080 w 1451810"/>
                <a:gd name="connsiteY103" fmla="*/ 1970 h 1053866"/>
                <a:gd name="connsiteX104" fmla="*/ 614653 w 1451810"/>
                <a:gd name="connsiteY104" fmla="*/ 7575 h 1053866"/>
                <a:gd name="connsiteX105" fmla="*/ 641281 w 1451810"/>
                <a:gd name="connsiteY105" fmla="*/ 24709 h 1053866"/>
                <a:gd name="connsiteX106" fmla="*/ 653292 w 1451810"/>
                <a:gd name="connsiteY106" fmla="*/ 42350 h 1053866"/>
                <a:gd name="connsiteX107" fmla="*/ 694409 w 1451810"/>
                <a:gd name="connsiteY107" fmla="*/ 38957 h 1053866"/>
                <a:gd name="connsiteX108" fmla="*/ 735108 w 1451810"/>
                <a:gd name="connsiteY108" fmla="*/ 29411 h 1053866"/>
                <a:gd name="connsiteX109" fmla="*/ 740458 w 1451810"/>
                <a:gd name="connsiteY109" fmla="*/ 46011 h 1053866"/>
                <a:gd name="connsiteX110" fmla="*/ 723897 w 1451810"/>
                <a:gd name="connsiteY110" fmla="*/ 57768 h 1053866"/>
                <a:gd name="connsiteX111" fmla="*/ 691397 w 1451810"/>
                <a:gd name="connsiteY111" fmla="*/ 121433 h 1053866"/>
                <a:gd name="connsiteX112" fmla="*/ 691397 w 1451810"/>
                <a:gd name="connsiteY112" fmla="*/ 145354 h 1053866"/>
                <a:gd name="connsiteX113" fmla="*/ 674416 w 1451810"/>
                <a:gd name="connsiteY113" fmla="*/ 184692 h 1053866"/>
                <a:gd name="connsiteX114" fmla="*/ 719461 w 1451810"/>
                <a:gd name="connsiteY114" fmla="*/ 196589 h 1053866"/>
                <a:gd name="connsiteX115" fmla="*/ 739810 w 1451810"/>
                <a:gd name="connsiteY115" fmla="*/ 203249 h 1053866"/>
                <a:gd name="connsiteX116" fmla="*/ 777649 w 1451810"/>
                <a:gd name="connsiteY116" fmla="*/ 190310 h 1053866"/>
                <a:gd name="connsiteX117" fmla="*/ 807136 w 1451810"/>
                <a:gd name="connsiteY117" fmla="*/ 197364 h 1053866"/>
                <a:gd name="connsiteX118" fmla="*/ 826074 w 1451810"/>
                <a:gd name="connsiteY118" fmla="*/ 244684 h 1053866"/>
                <a:gd name="connsiteX119" fmla="*/ 872657 w 1451810"/>
                <a:gd name="connsiteY119" fmla="*/ 227551 h 1053866"/>
                <a:gd name="connsiteX120" fmla="*/ 898624 w 1451810"/>
                <a:gd name="connsiteY120" fmla="*/ 204558 h 1053866"/>
                <a:gd name="connsiteX121" fmla="*/ 922901 w 1451810"/>
                <a:gd name="connsiteY121" fmla="*/ 212133 h 1053866"/>
                <a:gd name="connsiteX122" fmla="*/ 941165 w 1451810"/>
                <a:gd name="connsiteY122" fmla="*/ 196195 h 1053866"/>
                <a:gd name="connsiteX123" fmla="*/ 992845 w 1451810"/>
                <a:gd name="connsiteY123" fmla="*/ 190971 h 1053866"/>
                <a:gd name="connsiteX124" fmla="*/ 989579 w 1451810"/>
                <a:gd name="connsiteY124" fmla="*/ 217878 h 1053866"/>
                <a:gd name="connsiteX125" fmla="*/ 1056790 w 1451810"/>
                <a:gd name="connsiteY125" fmla="*/ 252526 h 1053866"/>
                <a:gd name="connsiteX126" fmla="*/ 1052100 w 1451810"/>
                <a:gd name="connsiteY126" fmla="*/ 268986 h 1053866"/>
                <a:gd name="connsiteX127" fmla="*/ 1064111 w 1451810"/>
                <a:gd name="connsiteY127" fmla="*/ 269774 h 1053866"/>
                <a:gd name="connsiteX128" fmla="*/ 1089938 w 1451810"/>
                <a:gd name="connsiteY128" fmla="*/ 271477 h 1053866"/>
                <a:gd name="connsiteX129" fmla="*/ 1093332 w 1451810"/>
                <a:gd name="connsiteY129" fmla="*/ 285738 h 1053866"/>
                <a:gd name="connsiteX130" fmla="*/ 1165501 w 1451810"/>
                <a:gd name="connsiteY130" fmla="*/ 329766 h 1053866"/>
                <a:gd name="connsiteX131" fmla="*/ 1166161 w 1451810"/>
                <a:gd name="connsiteY131" fmla="*/ 345057 h 1053866"/>
                <a:gd name="connsiteX132" fmla="*/ 1162247 w 1451810"/>
                <a:gd name="connsiteY132" fmla="*/ 371596 h 1053866"/>
                <a:gd name="connsiteX133" fmla="*/ 1214053 w 1451810"/>
                <a:gd name="connsiteY133" fmla="*/ 370693 h 1053866"/>
                <a:gd name="connsiteX134" fmla="*/ 1211562 w 1451810"/>
                <a:gd name="connsiteY134" fmla="*/ 378904 h 1053866"/>
                <a:gd name="connsiteX135" fmla="*/ 1246935 w 1451810"/>
                <a:gd name="connsiteY135" fmla="*/ 393025 h 1053866"/>
                <a:gd name="connsiteX136" fmla="*/ 1256849 w 1451810"/>
                <a:gd name="connsiteY136" fmla="*/ 399685 h 1053866"/>
                <a:gd name="connsiteX137" fmla="*/ 1315710 w 1451810"/>
                <a:gd name="connsiteY137" fmla="*/ 404134 h 1053866"/>
                <a:gd name="connsiteX138" fmla="*/ 1329284 w 1451810"/>
                <a:gd name="connsiteY138" fmla="*/ 401134 h 1053866"/>
                <a:gd name="connsiteX139" fmla="*/ 1378867 w 1451810"/>
                <a:gd name="connsiteY139" fmla="*/ 396825 h 1053866"/>
                <a:gd name="connsiteX140" fmla="*/ 1420899 w 1451810"/>
                <a:gd name="connsiteY140" fmla="*/ 432503 h 1053866"/>
                <a:gd name="connsiteX141" fmla="*/ 1415421 w 1451810"/>
                <a:gd name="connsiteY141" fmla="*/ 462181 h 1053866"/>
                <a:gd name="connsiteX142" fmla="*/ 1446460 w 1451810"/>
                <a:gd name="connsiteY142" fmla="*/ 476683 h 1053866"/>
                <a:gd name="connsiteX143" fmla="*/ 1382794 w 1451810"/>
                <a:gd name="connsiteY143" fmla="*/ 537070 h 1053866"/>
                <a:gd name="connsiteX144" fmla="*/ 1402101 w 1451810"/>
                <a:gd name="connsiteY144" fmla="*/ 545052 h 1053866"/>
                <a:gd name="connsiteX145" fmla="*/ 1444642 w 1451810"/>
                <a:gd name="connsiteY145" fmla="*/ 527397 h 1053866"/>
                <a:gd name="connsiteX146" fmla="*/ 1451810 w 1451810"/>
                <a:gd name="connsiteY146" fmla="*/ 547899 h 1053866"/>
                <a:gd name="connsiteX147" fmla="*/ 1322357 w 1451810"/>
                <a:gd name="connsiteY147" fmla="*/ 605552 h 1053866"/>
                <a:gd name="connsiteX148" fmla="*/ 1288815 w 1451810"/>
                <a:gd name="connsiteY148" fmla="*/ 591177 h 1053866"/>
                <a:gd name="connsiteX149" fmla="*/ 1224107 w 1451810"/>
                <a:gd name="connsiteY149" fmla="*/ 586080 h 1053866"/>
                <a:gd name="connsiteX150" fmla="*/ 1220447 w 1451810"/>
                <a:gd name="connsiteY150" fmla="*/ 586728 h 1053866"/>
                <a:gd name="connsiteX151" fmla="*/ 1181693 w 1451810"/>
                <a:gd name="connsiteY151" fmla="*/ 591698 h 1053866"/>
                <a:gd name="connsiteX152" fmla="*/ 1119833 w 1451810"/>
                <a:gd name="connsiteY152" fmla="*/ 572874 h 1053866"/>
                <a:gd name="connsiteX153" fmla="*/ 1115905 w 1451810"/>
                <a:gd name="connsiteY153" fmla="*/ 565820 h 1053866"/>
                <a:gd name="connsiteX154" fmla="*/ 1108330 w 1451810"/>
                <a:gd name="connsiteY154" fmla="*/ 563481 h 1053866"/>
                <a:gd name="connsiteX155" fmla="*/ 1100640 w 1451810"/>
                <a:gd name="connsiteY155" fmla="*/ 561638 h 1053866"/>
                <a:gd name="connsiteX156" fmla="*/ 1035780 w 1451810"/>
                <a:gd name="connsiteY156" fmla="*/ 594316 h 105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451810" h="1053866">
                  <a:moveTo>
                    <a:pt x="1035780" y="594316"/>
                  </a:moveTo>
                  <a:lnTo>
                    <a:pt x="1033569" y="594965"/>
                  </a:lnTo>
                  <a:lnTo>
                    <a:pt x="1011771" y="594316"/>
                  </a:lnTo>
                  <a:lnTo>
                    <a:pt x="950825" y="647394"/>
                  </a:lnTo>
                  <a:lnTo>
                    <a:pt x="895370" y="657829"/>
                  </a:lnTo>
                  <a:lnTo>
                    <a:pt x="870967" y="655605"/>
                  </a:lnTo>
                  <a:lnTo>
                    <a:pt x="843945" y="654830"/>
                  </a:lnTo>
                  <a:lnTo>
                    <a:pt x="798671" y="646593"/>
                  </a:lnTo>
                  <a:lnTo>
                    <a:pt x="758736" y="644242"/>
                  </a:lnTo>
                  <a:lnTo>
                    <a:pt x="753906" y="644763"/>
                  </a:lnTo>
                  <a:lnTo>
                    <a:pt x="745022" y="624516"/>
                  </a:lnTo>
                  <a:lnTo>
                    <a:pt x="681610" y="628418"/>
                  </a:lnTo>
                  <a:lnTo>
                    <a:pt x="659024" y="631557"/>
                  </a:lnTo>
                  <a:lnTo>
                    <a:pt x="672738" y="661236"/>
                  </a:lnTo>
                  <a:lnTo>
                    <a:pt x="669726" y="686453"/>
                  </a:lnTo>
                  <a:lnTo>
                    <a:pt x="629155" y="702938"/>
                  </a:lnTo>
                  <a:lnTo>
                    <a:pt x="632549" y="770772"/>
                  </a:lnTo>
                  <a:lnTo>
                    <a:pt x="506603" y="798341"/>
                  </a:lnTo>
                  <a:lnTo>
                    <a:pt x="488326" y="765802"/>
                  </a:lnTo>
                  <a:lnTo>
                    <a:pt x="444870" y="783584"/>
                  </a:lnTo>
                  <a:lnTo>
                    <a:pt x="442646" y="787626"/>
                  </a:lnTo>
                  <a:lnTo>
                    <a:pt x="446179" y="815207"/>
                  </a:lnTo>
                  <a:lnTo>
                    <a:pt x="422157" y="828273"/>
                  </a:lnTo>
                  <a:lnTo>
                    <a:pt x="415903" y="844351"/>
                  </a:lnTo>
                  <a:lnTo>
                    <a:pt x="397766" y="878974"/>
                  </a:lnTo>
                  <a:lnTo>
                    <a:pt x="394766" y="884999"/>
                  </a:lnTo>
                  <a:lnTo>
                    <a:pt x="378573" y="914537"/>
                  </a:lnTo>
                  <a:lnTo>
                    <a:pt x="359140" y="923422"/>
                  </a:lnTo>
                  <a:lnTo>
                    <a:pt x="316332" y="939767"/>
                  </a:lnTo>
                  <a:lnTo>
                    <a:pt x="294915" y="978584"/>
                  </a:lnTo>
                  <a:lnTo>
                    <a:pt x="237122" y="964603"/>
                  </a:lnTo>
                  <a:lnTo>
                    <a:pt x="229165" y="944737"/>
                  </a:lnTo>
                  <a:lnTo>
                    <a:pt x="215451" y="950482"/>
                  </a:lnTo>
                  <a:lnTo>
                    <a:pt x="205155" y="965391"/>
                  </a:lnTo>
                  <a:lnTo>
                    <a:pt x="155293" y="1015698"/>
                  </a:lnTo>
                  <a:lnTo>
                    <a:pt x="89645" y="1053867"/>
                  </a:lnTo>
                  <a:lnTo>
                    <a:pt x="66424" y="983414"/>
                  </a:lnTo>
                  <a:lnTo>
                    <a:pt x="44626" y="1008377"/>
                  </a:lnTo>
                  <a:lnTo>
                    <a:pt x="38105" y="1008504"/>
                  </a:lnTo>
                  <a:lnTo>
                    <a:pt x="11223" y="1005237"/>
                  </a:lnTo>
                  <a:lnTo>
                    <a:pt x="0" y="986299"/>
                  </a:lnTo>
                  <a:lnTo>
                    <a:pt x="48934" y="962124"/>
                  </a:lnTo>
                  <a:lnTo>
                    <a:pt x="58467" y="949694"/>
                  </a:lnTo>
                  <a:lnTo>
                    <a:pt x="69042" y="950227"/>
                  </a:lnTo>
                  <a:lnTo>
                    <a:pt x="71393" y="929573"/>
                  </a:lnTo>
                  <a:lnTo>
                    <a:pt x="84955" y="905259"/>
                  </a:lnTo>
                  <a:lnTo>
                    <a:pt x="102432" y="890998"/>
                  </a:lnTo>
                  <a:lnTo>
                    <a:pt x="183612" y="818982"/>
                  </a:lnTo>
                  <a:lnTo>
                    <a:pt x="211282" y="803564"/>
                  </a:lnTo>
                  <a:lnTo>
                    <a:pt x="230983" y="773632"/>
                  </a:lnTo>
                  <a:lnTo>
                    <a:pt x="220293" y="751542"/>
                  </a:lnTo>
                  <a:lnTo>
                    <a:pt x="230856" y="701883"/>
                  </a:lnTo>
                  <a:lnTo>
                    <a:pt x="207748" y="650114"/>
                  </a:lnTo>
                  <a:lnTo>
                    <a:pt x="221603" y="635879"/>
                  </a:lnTo>
                  <a:lnTo>
                    <a:pt x="250950" y="629079"/>
                  </a:lnTo>
                  <a:lnTo>
                    <a:pt x="272227" y="632104"/>
                  </a:lnTo>
                  <a:lnTo>
                    <a:pt x="283959" y="621376"/>
                  </a:lnTo>
                  <a:lnTo>
                    <a:pt x="318302" y="619025"/>
                  </a:lnTo>
                  <a:lnTo>
                    <a:pt x="342311" y="600328"/>
                  </a:lnTo>
                  <a:lnTo>
                    <a:pt x="361224" y="566481"/>
                  </a:lnTo>
                  <a:lnTo>
                    <a:pt x="347116" y="544505"/>
                  </a:lnTo>
                  <a:lnTo>
                    <a:pt x="356649" y="530397"/>
                  </a:lnTo>
                  <a:lnTo>
                    <a:pt x="398554" y="525300"/>
                  </a:lnTo>
                  <a:lnTo>
                    <a:pt x="422703" y="522033"/>
                  </a:lnTo>
                  <a:lnTo>
                    <a:pt x="444234" y="507518"/>
                  </a:lnTo>
                  <a:lnTo>
                    <a:pt x="455191" y="478768"/>
                  </a:lnTo>
                  <a:lnTo>
                    <a:pt x="413285" y="462181"/>
                  </a:lnTo>
                  <a:lnTo>
                    <a:pt x="423873" y="427419"/>
                  </a:lnTo>
                  <a:lnTo>
                    <a:pt x="402723" y="423873"/>
                  </a:lnTo>
                  <a:lnTo>
                    <a:pt x="398287" y="407146"/>
                  </a:lnTo>
                  <a:lnTo>
                    <a:pt x="354055" y="392250"/>
                  </a:lnTo>
                  <a:lnTo>
                    <a:pt x="330046" y="420339"/>
                  </a:lnTo>
                  <a:lnTo>
                    <a:pt x="273791" y="428461"/>
                  </a:lnTo>
                  <a:lnTo>
                    <a:pt x="195369" y="434994"/>
                  </a:lnTo>
                  <a:lnTo>
                    <a:pt x="167686" y="443345"/>
                  </a:lnTo>
                  <a:lnTo>
                    <a:pt x="138986" y="431855"/>
                  </a:lnTo>
                  <a:lnTo>
                    <a:pt x="84320" y="447793"/>
                  </a:lnTo>
                  <a:lnTo>
                    <a:pt x="93827" y="390292"/>
                  </a:lnTo>
                  <a:lnTo>
                    <a:pt x="116934" y="367160"/>
                  </a:lnTo>
                  <a:lnTo>
                    <a:pt x="137690" y="362317"/>
                  </a:lnTo>
                  <a:lnTo>
                    <a:pt x="142240" y="322191"/>
                  </a:lnTo>
                  <a:lnTo>
                    <a:pt x="154632" y="315137"/>
                  </a:lnTo>
                  <a:lnTo>
                    <a:pt x="153463" y="291470"/>
                  </a:lnTo>
                  <a:lnTo>
                    <a:pt x="205664" y="292398"/>
                  </a:lnTo>
                  <a:lnTo>
                    <a:pt x="209718" y="211218"/>
                  </a:lnTo>
                  <a:lnTo>
                    <a:pt x="257356" y="204037"/>
                  </a:lnTo>
                  <a:lnTo>
                    <a:pt x="270791" y="170571"/>
                  </a:lnTo>
                  <a:lnTo>
                    <a:pt x="322331" y="163123"/>
                  </a:lnTo>
                  <a:lnTo>
                    <a:pt x="332906" y="124827"/>
                  </a:lnTo>
                  <a:lnTo>
                    <a:pt x="331991" y="110833"/>
                  </a:lnTo>
                  <a:lnTo>
                    <a:pt x="313065" y="111507"/>
                  </a:lnTo>
                  <a:lnTo>
                    <a:pt x="299885" y="78562"/>
                  </a:lnTo>
                  <a:lnTo>
                    <a:pt x="304079" y="57259"/>
                  </a:lnTo>
                  <a:lnTo>
                    <a:pt x="296758" y="29030"/>
                  </a:lnTo>
                  <a:lnTo>
                    <a:pt x="341917" y="4576"/>
                  </a:lnTo>
                  <a:lnTo>
                    <a:pt x="374926" y="0"/>
                  </a:lnTo>
                  <a:lnTo>
                    <a:pt x="406510" y="20794"/>
                  </a:lnTo>
                  <a:lnTo>
                    <a:pt x="413552" y="19739"/>
                  </a:lnTo>
                  <a:lnTo>
                    <a:pt x="463541" y="28890"/>
                  </a:lnTo>
                  <a:lnTo>
                    <a:pt x="482467" y="49011"/>
                  </a:lnTo>
                  <a:lnTo>
                    <a:pt x="504265" y="32424"/>
                  </a:lnTo>
                  <a:lnTo>
                    <a:pt x="524881" y="24188"/>
                  </a:lnTo>
                  <a:lnTo>
                    <a:pt x="557635" y="28890"/>
                  </a:lnTo>
                  <a:lnTo>
                    <a:pt x="589080" y="1970"/>
                  </a:lnTo>
                  <a:lnTo>
                    <a:pt x="614653" y="7575"/>
                  </a:lnTo>
                  <a:lnTo>
                    <a:pt x="641281" y="24709"/>
                  </a:lnTo>
                  <a:lnTo>
                    <a:pt x="653292" y="42350"/>
                  </a:lnTo>
                  <a:lnTo>
                    <a:pt x="694409" y="38957"/>
                  </a:lnTo>
                  <a:lnTo>
                    <a:pt x="735108" y="29411"/>
                  </a:lnTo>
                  <a:lnTo>
                    <a:pt x="740458" y="46011"/>
                  </a:lnTo>
                  <a:lnTo>
                    <a:pt x="723897" y="57768"/>
                  </a:lnTo>
                  <a:lnTo>
                    <a:pt x="691397" y="121433"/>
                  </a:lnTo>
                  <a:lnTo>
                    <a:pt x="691397" y="145354"/>
                  </a:lnTo>
                  <a:lnTo>
                    <a:pt x="674416" y="184692"/>
                  </a:lnTo>
                  <a:lnTo>
                    <a:pt x="719461" y="196589"/>
                  </a:lnTo>
                  <a:lnTo>
                    <a:pt x="739810" y="203249"/>
                  </a:lnTo>
                  <a:lnTo>
                    <a:pt x="777649" y="190310"/>
                  </a:lnTo>
                  <a:lnTo>
                    <a:pt x="807136" y="197364"/>
                  </a:lnTo>
                  <a:lnTo>
                    <a:pt x="826074" y="244684"/>
                  </a:lnTo>
                  <a:lnTo>
                    <a:pt x="872657" y="227551"/>
                  </a:lnTo>
                  <a:lnTo>
                    <a:pt x="898624" y="204558"/>
                  </a:lnTo>
                  <a:lnTo>
                    <a:pt x="922901" y="212133"/>
                  </a:lnTo>
                  <a:lnTo>
                    <a:pt x="941165" y="196195"/>
                  </a:lnTo>
                  <a:lnTo>
                    <a:pt x="992845" y="190971"/>
                  </a:lnTo>
                  <a:lnTo>
                    <a:pt x="989579" y="217878"/>
                  </a:lnTo>
                  <a:lnTo>
                    <a:pt x="1056790" y="252526"/>
                  </a:lnTo>
                  <a:lnTo>
                    <a:pt x="1052100" y="268986"/>
                  </a:lnTo>
                  <a:lnTo>
                    <a:pt x="1064111" y="269774"/>
                  </a:lnTo>
                  <a:lnTo>
                    <a:pt x="1089938" y="271477"/>
                  </a:lnTo>
                  <a:lnTo>
                    <a:pt x="1093332" y="285738"/>
                  </a:lnTo>
                  <a:lnTo>
                    <a:pt x="1165501" y="329766"/>
                  </a:lnTo>
                  <a:lnTo>
                    <a:pt x="1166161" y="345057"/>
                  </a:lnTo>
                  <a:lnTo>
                    <a:pt x="1162247" y="371596"/>
                  </a:lnTo>
                  <a:lnTo>
                    <a:pt x="1214053" y="370693"/>
                  </a:lnTo>
                  <a:lnTo>
                    <a:pt x="1211562" y="378904"/>
                  </a:lnTo>
                  <a:lnTo>
                    <a:pt x="1246935" y="393025"/>
                  </a:lnTo>
                  <a:lnTo>
                    <a:pt x="1256849" y="399685"/>
                  </a:lnTo>
                  <a:lnTo>
                    <a:pt x="1315710" y="404134"/>
                  </a:lnTo>
                  <a:lnTo>
                    <a:pt x="1329284" y="401134"/>
                  </a:lnTo>
                  <a:lnTo>
                    <a:pt x="1378867" y="396825"/>
                  </a:lnTo>
                  <a:lnTo>
                    <a:pt x="1420899" y="432503"/>
                  </a:lnTo>
                  <a:lnTo>
                    <a:pt x="1415421" y="462181"/>
                  </a:lnTo>
                  <a:lnTo>
                    <a:pt x="1446460" y="476683"/>
                  </a:lnTo>
                  <a:lnTo>
                    <a:pt x="1382794" y="537070"/>
                  </a:lnTo>
                  <a:lnTo>
                    <a:pt x="1402101" y="545052"/>
                  </a:lnTo>
                  <a:lnTo>
                    <a:pt x="1444642" y="527397"/>
                  </a:lnTo>
                  <a:lnTo>
                    <a:pt x="1451810" y="547899"/>
                  </a:lnTo>
                  <a:lnTo>
                    <a:pt x="1322357" y="605552"/>
                  </a:lnTo>
                  <a:lnTo>
                    <a:pt x="1288815" y="591177"/>
                  </a:lnTo>
                  <a:lnTo>
                    <a:pt x="1224107" y="586080"/>
                  </a:lnTo>
                  <a:lnTo>
                    <a:pt x="1220447" y="586728"/>
                  </a:lnTo>
                  <a:lnTo>
                    <a:pt x="1181693" y="591698"/>
                  </a:lnTo>
                  <a:lnTo>
                    <a:pt x="1119833" y="572874"/>
                  </a:lnTo>
                  <a:lnTo>
                    <a:pt x="1115905" y="565820"/>
                  </a:lnTo>
                  <a:lnTo>
                    <a:pt x="1108330" y="563481"/>
                  </a:lnTo>
                  <a:lnTo>
                    <a:pt x="1100640" y="561638"/>
                  </a:lnTo>
                  <a:lnTo>
                    <a:pt x="1035780" y="594316"/>
                  </a:lnTo>
                  <a:close/>
                </a:path>
              </a:pathLst>
            </a:custGeom>
            <a:noFill/>
            <a:ln w="3810" cap="flat">
              <a:solidFill>
                <a:srgbClr val="E6E4E2"/>
              </a:solidFill>
              <a:prstDash val="solid"/>
              <a:miter/>
            </a:ln>
          </p:spPr>
          <p:txBody>
            <a:bodyPr rtlCol="0" anchor="ctr"/>
            <a:lstStyle/>
            <a:p>
              <a:endParaRPr lang="de-CH"/>
            </a:p>
          </p:txBody>
        </p:sp>
        <p:sp>
          <p:nvSpPr>
            <p:cNvPr id="134" name="Freihandform: Form 133">
              <a:extLst>
                <a:ext uri="{FF2B5EF4-FFF2-40B4-BE49-F238E27FC236}">
                  <a16:creationId xmlns:a16="http://schemas.microsoft.com/office/drawing/2014/main" id="{5C2E6E45-BD43-27BD-60C2-E176EDBD721B}"/>
                </a:ext>
              </a:extLst>
            </p:cNvPr>
            <p:cNvSpPr/>
            <p:nvPr/>
          </p:nvSpPr>
          <p:spPr>
            <a:xfrm>
              <a:off x="6984350" y="1778936"/>
              <a:ext cx="113807" cy="155026"/>
            </a:xfrm>
            <a:custGeom>
              <a:avLst/>
              <a:gdLst>
                <a:gd name="connsiteX0" fmla="*/ 8490 w 113807"/>
                <a:gd name="connsiteY0" fmla="*/ 3012 h 155026"/>
                <a:gd name="connsiteX1" fmla="*/ 23628 w 113807"/>
                <a:gd name="connsiteY1" fmla="*/ 0 h 155026"/>
                <a:gd name="connsiteX2" fmla="*/ 44499 w 113807"/>
                <a:gd name="connsiteY2" fmla="*/ 26679 h 155026"/>
                <a:gd name="connsiteX3" fmla="*/ 57425 w 113807"/>
                <a:gd name="connsiteY3" fmla="*/ 33212 h 155026"/>
                <a:gd name="connsiteX4" fmla="*/ 73999 w 113807"/>
                <a:gd name="connsiteY4" fmla="*/ 60399 h 155026"/>
                <a:gd name="connsiteX5" fmla="*/ 76999 w 113807"/>
                <a:gd name="connsiteY5" fmla="*/ 69283 h 155026"/>
                <a:gd name="connsiteX6" fmla="*/ 75829 w 113807"/>
                <a:gd name="connsiteY6" fmla="*/ 87586 h 155026"/>
                <a:gd name="connsiteX7" fmla="*/ 79871 w 113807"/>
                <a:gd name="connsiteY7" fmla="*/ 96598 h 155026"/>
                <a:gd name="connsiteX8" fmla="*/ 92912 w 113807"/>
                <a:gd name="connsiteY8" fmla="*/ 107706 h 155026"/>
                <a:gd name="connsiteX9" fmla="*/ 113807 w 113807"/>
                <a:gd name="connsiteY9" fmla="*/ 119082 h 155026"/>
                <a:gd name="connsiteX10" fmla="*/ 113668 w 113807"/>
                <a:gd name="connsiteY10" fmla="*/ 131881 h 155026"/>
                <a:gd name="connsiteX11" fmla="*/ 110007 w 113807"/>
                <a:gd name="connsiteY11" fmla="*/ 140257 h 155026"/>
                <a:gd name="connsiteX12" fmla="*/ 98275 w 113807"/>
                <a:gd name="connsiteY12" fmla="*/ 140499 h 155026"/>
                <a:gd name="connsiteX13" fmla="*/ 94094 w 113807"/>
                <a:gd name="connsiteY13" fmla="*/ 147311 h 155026"/>
                <a:gd name="connsiteX14" fmla="*/ 94742 w 113807"/>
                <a:gd name="connsiteY14" fmla="*/ 155026 h 155026"/>
                <a:gd name="connsiteX15" fmla="*/ 81434 w 113807"/>
                <a:gd name="connsiteY15" fmla="*/ 154365 h 155026"/>
                <a:gd name="connsiteX16" fmla="*/ 77647 w 113807"/>
                <a:gd name="connsiteY16" fmla="*/ 145608 h 155026"/>
                <a:gd name="connsiteX17" fmla="*/ 78180 w 113807"/>
                <a:gd name="connsiteY17" fmla="*/ 136063 h 155026"/>
                <a:gd name="connsiteX18" fmla="*/ 72817 w 113807"/>
                <a:gd name="connsiteY18" fmla="*/ 127051 h 155026"/>
                <a:gd name="connsiteX19" fmla="*/ 63424 w 113807"/>
                <a:gd name="connsiteY19" fmla="*/ 105876 h 155026"/>
                <a:gd name="connsiteX20" fmla="*/ 46850 w 113807"/>
                <a:gd name="connsiteY20" fmla="*/ 81689 h 155026"/>
                <a:gd name="connsiteX21" fmla="*/ 36809 w 113807"/>
                <a:gd name="connsiteY21" fmla="*/ 79858 h 155026"/>
                <a:gd name="connsiteX22" fmla="*/ 29755 w 113807"/>
                <a:gd name="connsiteY22" fmla="*/ 73465 h 155026"/>
                <a:gd name="connsiteX23" fmla="*/ 24404 w 113807"/>
                <a:gd name="connsiteY23" fmla="*/ 60399 h 155026"/>
                <a:gd name="connsiteX24" fmla="*/ 17235 w 113807"/>
                <a:gd name="connsiteY24" fmla="*/ 56993 h 155026"/>
                <a:gd name="connsiteX25" fmla="*/ 9139 w 113807"/>
                <a:gd name="connsiteY25" fmla="*/ 46672 h 155026"/>
                <a:gd name="connsiteX26" fmla="*/ 1169 w 113807"/>
                <a:gd name="connsiteY26" fmla="*/ 33212 h 155026"/>
                <a:gd name="connsiteX27" fmla="*/ 0 w 113807"/>
                <a:gd name="connsiteY27" fmla="*/ 18176 h 155026"/>
                <a:gd name="connsiteX28" fmla="*/ 1970 w 113807"/>
                <a:gd name="connsiteY28" fmla="*/ 7715 h 155026"/>
                <a:gd name="connsiteX29" fmla="*/ 8490 w 113807"/>
                <a:gd name="connsiteY29" fmla="*/ 3012 h 1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3807" h="155026">
                  <a:moveTo>
                    <a:pt x="8490" y="3012"/>
                  </a:moveTo>
                  <a:lnTo>
                    <a:pt x="23628" y="0"/>
                  </a:lnTo>
                  <a:lnTo>
                    <a:pt x="44499" y="26679"/>
                  </a:lnTo>
                  <a:lnTo>
                    <a:pt x="57425" y="33212"/>
                  </a:lnTo>
                  <a:lnTo>
                    <a:pt x="73999" y="60399"/>
                  </a:lnTo>
                  <a:lnTo>
                    <a:pt x="76999" y="69283"/>
                  </a:lnTo>
                  <a:lnTo>
                    <a:pt x="75829" y="87586"/>
                  </a:lnTo>
                  <a:lnTo>
                    <a:pt x="79871" y="96598"/>
                  </a:lnTo>
                  <a:lnTo>
                    <a:pt x="92912" y="107706"/>
                  </a:lnTo>
                  <a:lnTo>
                    <a:pt x="113807" y="119082"/>
                  </a:lnTo>
                  <a:lnTo>
                    <a:pt x="113668" y="131881"/>
                  </a:lnTo>
                  <a:lnTo>
                    <a:pt x="110007" y="140257"/>
                  </a:lnTo>
                  <a:lnTo>
                    <a:pt x="98275" y="140499"/>
                  </a:lnTo>
                  <a:lnTo>
                    <a:pt x="94094" y="147311"/>
                  </a:lnTo>
                  <a:lnTo>
                    <a:pt x="94742" y="155026"/>
                  </a:lnTo>
                  <a:lnTo>
                    <a:pt x="81434" y="154365"/>
                  </a:lnTo>
                  <a:lnTo>
                    <a:pt x="77647" y="145608"/>
                  </a:lnTo>
                  <a:lnTo>
                    <a:pt x="78180" y="136063"/>
                  </a:lnTo>
                  <a:lnTo>
                    <a:pt x="72817" y="127051"/>
                  </a:lnTo>
                  <a:lnTo>
                    <a:pt x="63424" y="105876"/>
                  </a:lnTo>
                  <a:lnTo>
                    <a:pt x="46850" y="81689"/>
                  </a:lnTo>
                  <a:lnTo>
                    <a:pt x="36809" y="79858"/>
                  </a:lnTo>
                  <a:lnTo>
                    <a:pt x="29755" y="73465"/>
                  </a:lnTo>
                  <a:lnTo>
                    <a:pt x="24404" y="60399"/>
                  </a:lnTo>
                  <a:lnTo>
                    <a:pt x="17235" y="56993"/>
                  </a:lnTo>
                  <a:lnTo>
                    <a:pt x="9139" y="46672"/>
                  </a:lnTo>
                  <a:lnTo>
                    <a:pt x="1169" y="33212"/>
                  </a:lnTo>
                  <a:lnTo>
                    <a:pt x="0" y="18176"/>
                  </a:lnTo>
                  <a:lnTo>
                    <a:pt x="1970" y="7715"/>
                  </a:lnTo>
                  <a:lnTo>
                    <a:pt x="8490" y="3012"/>
                  </a:lnTo>
                  <a:close/>
                </a:path>
              </a:pathLst>
            </a:custGeom>
            <a:solidFill>
              <a:srgbClr val="BAE0DF"/>
            </a:solidFill>
            <a:ln w="12700" cap="flat">
              <a:noFill/>
              <a:prstDash val="solid"/>
              <a:miter/>
            </a:ln>
          </p:spPr>
          <p:txBody>
            <a:bodyPr rtlCol="0" anchor="ctr"/>
            <a:lstStyle/>
            <a:p>
              <a:endParaRPr lang="de-CH"/>
            </a:p>
          </p:txBody>
        </p:sp>
        <p:sp>
          <p:nvSpPr>
            <p:cNvPr id="135" name="Freihandform: Form 134">
              <a:extLst>
                <a:ext uri="{FF2B5EF4-FFF2-40B4-BE49-F238E27FC236}">
                  <a16:creationId xmlns:a16="http://schemas.microsoft.com/office/drawing/2014/main" id="{C6EEC590-0AE5-D653-40F2-01D05EBFFFAC}"/>
                </a:ext>
              </a:extLst>
            </p:cNvPr>
            <p:cNvSpPr/>
            <p:nvPr/>
          </p:nvSpPr>
          <p:spPr>
            <a:xfrm>
              <a:off x="6749440" y="1803912"/>
              <a:ext cx="837551" cy="510276"/>
            </a:xfrm>
            <a:custGeom>
              <a:avLst/>
              <a:gdLst>
                <a:gd name="connsiteX0" fmla="*/ 14350 w 837551"/>
                <a:gd name="connsiteY0" fmla="*/ 91755 h 510276"/>
                <a:gd name="connsiteX1" fmla="*/ 0 w 837551"/>
                <a:gd name="connsiteY1" fmla="*/ 52671 h 510276"/>
                <a:gd name="connsiteX2" fmla="*/ 0 w 837551"/>
                <a:gd name="connsiteY2" fmla="*/ 42478 h 510276"/>
                <a:gd name="connsiteX3" fmla="*/ 1436 w 837551"/>
                <a:gd name="connsiteY3" fmla="*/ 14375 h 510276"/>
                <a:gd name="connsiteX4" fmla="*/ 2885 w 837551"/>
                <a:gd name="connsiteY4" fmla="*/ 5745 h 510276"/>
                <a:gd name="connsiteX5" fmla="*/ 6266 w 837551"/>
                <a:gd name="connsiteY5" fmla="*/ 4182 h 510276"/>
                <a:gd name="connsiteX6" fmla="*/ 10575 w 837551"/>
                <a:gd name="connsiteY6" fmla="*/ 2224 h 510276"/>
                <a:gd name="connsiteX7" fmla="*/ 15265 w 837551"/>
                <a:gd name="connsiteY7" fmla="*/ 0 h 510276"/>
                <a:gd name="connsiteX8" fmla="*/ 18278 w 837551"/>
                <a:gd name="connsiteY8" fmla="*/ 6800 h 510276"/>
                <a:gd name="connsiteX9" fmla="*/ 21912 w 837551"/>
                <a:gd name="connsiteY9" fmla="*/ 15545 h 510276"/>
                <a:gd name="connsiteX10" fmla="*/ 29361 w 837551"/>
                <a:gd name="connsiteY10" fmla="*/ 38944 h 510276"/>
                <a:gd name="connsiteX11" fmla="*/ 41499 w 837551"/>
                <a:gd name="connsiteY11" fmla="*/ 41829 h 510276"/>
                <a:gd name="connsiteX12" fmla="*/ 54285 w 837551"/>
                <a:gd name="connsiteY12" fmla="*/ 60780 h 510276"/>
                <a:gd name="connsiteX13" fmla="*/ 60946 w 837551"/>
                <a:gd name="connsiteY13" fmla="*/ 70326 h 510276"/>
                <a:gd name="connsiteX14" fmla="*/ 62776 w 837551"/>
                <a:gd name="connsiteY14" fmla="*/ 85082 h 510276"/>
                <a:gd name="connsiteX15" fmla="*/ 70211 w 837551"/>
                <a:gd name="connsiteY15" fmla="*/ 101415 h 510276"/>
                <a:gd name="connsiteX16" fmla="*/ 82858 w 837551"/>
                <a:gd name="connsiteY16" fmla="*/ 130826 h 510276"/>
                <a:gd name="connsiteX17" fmla="*/ 84040 w 837551"/>
                <a:gd name="connsiteY17" fmla="*/ 144172 h 510276"/>
                <a:gd name="connsiteX18" fmla="*/ 91221 w 837551"/>
                <a:gd name="connsiteY18" fmla="*/ 161153 h 510276"/>
                <a:gd name="connsiteX19" fmla="*/ 103614 w 837551"/>
                <a:gd name="connsiteY19" fmla="*/ 175401 h 510276"/>
                <a:gd name="connsiteX20" fmla="*/ 128157 w 837551"/>
                <a:gd name="connsiteY20" fmla="*/ 214103 h 510276"/>
                <a:gd name="connsiteX21" fmla="*/ 150590 w 837551"/>
                <a:gd name="connsiteY21" fmla="*/ 247557 h 510276"/>
                <a:gd name="connsiteX22" fmla="*/ 161699 w 837551"/>
                <a:gd name="connsiteY22" fmla="*/ 261792 h 510276"/>
                <a:gd name="connsiteX23" fmla="*/ 190793 w 837551"/>
                <a:gd name="connsiteY23" fmla="*/ 282586 h 510276"/>
                <a:gd name="connsiteX24" fmla="*/ 267919 w 837551"/>
                <a:gd name="connsiteY24" fmla="*/ 310548 h 510276"/>
                <a:gd name="connsiteX25" fmla="*/ 291026 w 837551"/>
                <a:gd name="connsiteY25" fmla="*/ 320882 h 510276"/>
                <a:gd name="connsiteX26" fmla="*/ 303939 w 837551"/>
                <a:gd name="connsiteY26" fmla="*/ 325191 h 510276"/>
                <a:gd name="connsiteX27" fmla="*/ 314641 w 837551"/>
                <a:gd name="connsiteY27" fmla="*/ 337863 h 510276"/>
                <a:gd name="connsiteX28" fmla="*/ 354056 w 837551"/>
                <a:gd name="connsiteY28" fmla="*/ 355504 h 510276"/>
                <a:gd name="connsiteX29" fmla="*/ 364618 w 837551"/>
                <a:gd name="connsiteY29" fmla="*/ 372244 h 510276"/>
                <a:gd name="connsiteX30" fmla="*/ 409116 w 837551"/>
                <a:gd name="connsiteY30" fmla="*/ 390013 h 510276"/>
                <a:gd name="connsiteX31" fmla="*/ 457669 w 837551"/>
                <a:gd name="connsiteY31" fmla="*/ 389237 h 510276"/>
                <a:gd name="connsiteX32" fmla="*/ 487551 w 837551"/>
                <a:gd name="connsiteY32" fmla="*/ 385310 h 510276"/>
                <a:gd name="connsiteX33" fmla="*/ 514306 w 837551"/>
                <a:gd name="connsiteY33" fmla="*/ 384916 h 510276"/>
                <a:gd name="connsiteX34" fmla="*/ 525656 w 837551"/>
                <a:gd name="connsiteY34" fmla="*/ 375383 h 510276"/>
                <a:gd name="connsiteX35" fmla="*/ 532049 w 837551"/>
                <a:gd name="connsiteY35" fmla="*/ 374087 h 510276"/>
                <a:gd name="connsiteX36" fmla="*/ 539879 w 837551"/>
                <a:gd name="connsiteY36" fmla="*/ 372498 h 510276"/>
                <a:gd name="connsiteX37" fmla="*/ 549399 w 837551"/>
                <a:gd name="connsiteY37" fmla="*/ 375637 h 510276"/>
                <a:gd name="connsiteX38" fmla="*/ 571069 w 837551"/>
                <a:gd name="connsiteY38" fmla="*/ 378523 h 510276"/>
                <a:gd name="connsiteX39" fmla="*/ 576421 w 837551"/>
                <a:gd name="connsiteY39" fmla="*/ 398516 h 510276"/>
                <a:gd name="connsiteX40" fmla="*/ 564422 w 837551"/>
                <a:gd name="connsiteY40" fmla="*/ 406091 h 510276"/>
                <a:gd name="connsiteX41" fmla="*/ 573942 w 837551"/>
                <a:gd name="connsiteY41" fmla="*/ 419424 h 510276"/>
                <a:gd name="connsiteX42" fmla="*/ 593516 w 837551"/>
                <a:gd name="connsiteY42" fmla="*/ 421381 h 510276"/>
                <a:gd name="connsiteX43" fmla="*/ 607344 w 837551"/>
                <a:gd name="connsiteY43" fmla="*/ 435630 h 510276"/>
                <a:gd name="connsiteX44" fmla="*/ 629536 w 837551"/>
                <a:gd name="connsiteY44" fmla="*/ 439570 h 510276"/>
                <a:gd name="connsiteX45" fmla="*/ 639578 w 837551"/>
                <a:gd name="connsiteY45" fmla="*/ 436163 h 510276"/>
                <a:gd name="connsiteX46" fmla="*/ 638027 w 837551"/>
                <a:gd name="connsiteY46" fmla="*/ 428054 h 510276"/>
                <a:gd name="connsiteX47" fmla="*/ 641408 w 837551"/>
                <a:gd name="connsiteY47" fmla="*/ 420860 h 510276"/>
                <a:gd name="connsiteX48" fmla="*/ 659939 w 837551"/>
                <a:gd name="connsiteY48" fmla="*/ 419170 h 510276"/>
                <a:gd name="connsiteX49" fmla="*/ 673247 w 837551"/>
                <a:gd name="connsiteY49" fmla="*/ 429490 h 510276"/>
                <a:gd name="connsiteX50" fmla="*/ 692693 w 837551"/>
                <a:gd name="connsiteY50" fmla="*/ 431588 h 510276"/>
                <a:gd name="connsiteX51" fmla="*/ 698311 w 837551"/>
                <a:gd name="connsiteY51" fmla="*/ 438121 h 510276"/>
                <a:gd name="connsiteX52" fmla="*/ 709268 w 837551"/>
                <a:gd name="connsiteY52" fmla="*/ 438121 h 510276"/>
                <a:gd name="connsiteX53" fmla="*/ 733684 w 837551"/>
                <a:gd name="connsiteY53" fmla="*/ 429490 h 510276"/>
                <a:gd name="connsiteX54" fmla="*/ 759511 w 837551"/>
                <a:gd name="connsiteY54" fmla="*/ 418115 h 510276"/>
                <a:gd name="connsiteX55" fmla="*/ 776606 w 837551"/>
                <a:gd name="connsiteY55" fmla="*/ 415649 h 510276"/>
                <a:gd name="connsiteX56" fmla="*/ 780661 w 837551"/>
                <a:gd name="connsiteY56" fmla="*/ 407400 h 510276"/>
                <a:gd name="connsiteX57" fmla="*/ 837552 w 837551"/>
                <a:gd name="connsiteY57" fmla="*/ 409370 h 510276"/>
                <a:gd name="connsiteX58" fmla="*/ 836764 w 837551"/>
                <a:gd name="connsiteY58" fmla="*/ 415649 h 510276"/>
                <a:gd name="connsiteX59" fmla="*/ 827371 w 837551"/>
                <a:gd name="connsiteY59" fmla="*/ 428321 h 510276"/>
                <a:gd name="connsiteX60" fmla="*/ 826862 w 837551"/>
                <a:gd name="connsiteY60" fmla="*/ 435248 h 510276"/>
                <a:gd name="connsiteX61" fmla="*/ 806755 w 837551"/>
                <a:gd name="connsiteY61" fmla="*/ 446484 h 510276"/>
                <a:gd name="connsiteX62" fmla="*/ 784842 w 837551"/>
                <a:gd name="connsiteY62" fmla="*/ 456538 h 510276"/>
                <a:gd name="connsiteX63" fmla="*/ 763299 w 837551"/>
                <a:gd name="connsiteY63" fmla="*/ 460592 h 510276"/>
                <a:gd name="connsiteX64" fmla="*/ 738501 w 837551"/>
                <a:gd name="connsiteY64" fmla="*/ 468968 h 510276"/>
                <a:gd name="connsiteX65" fmla="*/ 727024 w 837551"/>
                <a:gd name="connsiteY65" fmla="*/ 459804 h 510276"/>
                <a:gd name="connsiteX66" fmla="*/ 718152 w 837551"/>
                <a:gd name="connsiteY66" fmla="*/ 457453 h 510276"/>
                <a:gd name="connsiteX67" fmla="*/ 702226 w 837551"/>
                <a:gd name="connsiteY67" fmla="*/ 465956 h 510276"/>
                <a:gd name="connsiteX68" fmla="*/ 689961 w 837551"/>
                <a:gd name="connsiteY68" fmla="*/ 464113 h 510276"/>
                <a:gd name="connsiteX69" fmla="*/ 666078 w 837551"/>
                <a:gd name="connsiteY69" fmla="*/ 470799 h 510276"/>
                <a:gd name="connsiteX70" fmla="*/ 649364 w 837551"/>
                <a:gd name="connsiteY70" fmla="*/ 476137 h 510276"/>
                <a:gd name="connsiteX71" fmla="*/ 646492 w 837551"/>
                <a:gd name="connsiteY71" fmla="*/ 497579 h 510276"/>
                <a:gd name="connsiteX72" fmla="*/ 638408 w 837551"/>
                <a:gd name="connsiteY72" fmla="*/ 507137 h 510276"/>
                <a:gd name="connsiteX73" fmla="*/ 624313 w 837551"/>
                <a:gd name="connsiteY73" fmla="*/ 510277 h 510276"/>
                <a:gd name="connsiteX74" fmla="*/ 606950 w 837551"/>
                <a:gd name="connsiteY74" fmla="*/ 500197 h 510276"/>
                <a:gd name="connsiteX75" fmla="*/ 577336 w 837551"/>
                <a:gd name="connsiteY75" fmla="*/ 499549 h 510276"/>
                <a:gd name="connsiteX76" fmla="*/ 573027 w 837551"/>
                <a:gd name="connsiteY76" fmla="*/ 486089 h 510276"/>
                <a:gd name="connsiteX77" fmla="*/ 551496 w 837551"/>
                <a:gd name="connsiteY77" fmla="*/ 479950 h 510276"/>
                <a:gd name="connsiteX78" fmla="*/ 531655 w 837551"/>
                <a:gd name="connsiteY78" fmla="*/ 475107 h 510276"/>
                <a:gd name="connsiteX79" fmla="*/ 538061 w 837551"/>
                <a:gd name="connsiteY79" fmla="*/ 460071 h 510276"/>
                <a:gd name="connsiteX80" fmla="*/ 554368 w 837551"/>
                <a:gd name="connsiteY80" fmla="*/ 446230 h 510276"/>
                <a:gd name="connsiteX81" fmla="*/ 558410 w 837551"/>
                <a:gd name="connsiteY81" fmla="*/ 432630 h 510276"/>
                <a:gd name="connsiteX82" fmla="*/ 551763 w 837551"/>
                <a:gd name="connsiteY82" fmla="*/ 429490 h 510276"/>
                <a:gd name="connsiteX83" fmla="*/ 542243 w 837551"/>
                <a:gd name="connsiteY83" fmla="*/ 441120 h 510276"/>
                <a:gd name="connsiteX84" fmla="*/ 526978 w 837551"/>
                <a:gd name="connsiteY84" fmla="*/ 447920 h 510276"/>
                <a:gd name="connsiteX85" fmla="*/ 522669 w 837551"/>
                <a:gd name="connsiteY85" fmla="*/ 469095 h 510276"/>
                <a:gd name="connsiteX86" fmla="*/ 494986 w 837551"/>
                <a:gd name="connsiteY86" fmla="*/ 465435 h 510276"/>
                <a:gd name="connsiteX87" fmla="*/ 486115 w 837551"/>
                <a:gd name="connsiteY87" fmla="*/ 473010 h 510276"/>
                <a:gd name="connsiteX88" fmla="*/ 463668 w 837551"/>
                <a:gd name="connsiteY88" fmla="*/ 469477 h 510276"/>
                <a:gd name="connsiteX89" fmla="*/ 453360 w 837551"/>
                <a:gd name="connsiteY89" fmla="*/ 463605 h 510276"/>
                <a:gd name="connsiteX90" fmla="*/ 405722 w 837551"/>
                <a:gd name="connsiteY90" fmla="*/ 472489 h 510276"/>
                <a:gd name="connsiteX91" fmla="*/ 381967 w 837551"/>
                <a:gd name="connsiteY91" fmla="*/ 485822 h 510276"/>
                <a:gd name="connsiteX92" fmla="*/ 367745 w 837551"/>
                <a:gd name="connsiteY92" fmla="*/ 481907 h 510276"/>
                <a:gd name="connsiteX93" fmla="*/ 340214 w 837551"/>
                <a:gd name="connsiteY93" fmla="*/ 439570 h 510276"/>
                <a:gd name="connsiteX94" fmla="*/ 319980 w 837551"/>
                <a:gd name="connsiteY94" fmla="*/ 427266 h 510276"/>
                <a:gd name="connsiteX95" fmla="*/ 292703 w 837551"/>
                <a:gd name="connsiteY95" fmla="*/ 406218 h 510276"/>
                <a:gd name="connsiteX96" fmla="*/ 258399 w 837551"/>
                <a:gd name="connsiteY96" fmla="*/ 375116 h 510276"/>
                <a:gd name="connsiteX97" fmla="*/ 247430 w 837551"/>
                <a:gd name="connsiteY97" fmla="*/ 356826 h 510276"/>
                <a:gd name="connsiteX98" fmla="*/ 240248 w 837551"/>
                <a:gd name="connsiteY98" fmla="*/ 346480 h 510276"/>
                <a:gd name="connsiteX99" fmla="*/ 223941 w 837551"/>
                <a:gd name="connsiteY99" fmla="*/ 337596 h 510276"/>
                <a:gd name="connsiteX100" fmla="*/ 215324 w 837551"/>
                <a:gd name="connsiteY100" fmla="*/ 337863 h 510276"/>
                <a:gd name="connsiteX101" fmla="*/ 206706 w 837551"/>
                <a:gd name="connsiteY101" fmla="*/ 344269 h 510276"/>
                <a:gd name="connsiteX102" fmla="*/ 189624 w 837551"/>
                <a:gd name="connsiteY102" fmla="*/ 337596 h 510276"/>
                <a:gd name="connsiteX103" fmla="*/ 117976 w 837551"/>
                <a:gd name="connsiteY103" fmla="*/ 302452 h 510276"/>
                <a:gd name="connsiteX104" fmla="*/ 109371 w 837551"/>
                <a:gd name="connsiteY104" fmla="*/ 282179 h 510276"/>
                <a:gd name="connsiteX105" fmla="*/ 100754 w 837551"/>
                <a:gd name="connsiteY105" fmla="*/ 271871 h 510276"/>
                <a:gd name="connsiteX106" fmla="*/ 93433 w 837551"/>
                <a:gd name="connsiteY106" fmla="*/ 247684 h 510276"/>
                <a:gd name="connsiteX107" fmla="*/ 75041 w 837551"/>
                <a:gd name="connsiteY107" fmla="*/ 212133 h 510276"/>
                <a:gd name="connsiteX108" fmla="*/ 52722 w 837551"/>
                <a:gd name="connsiteY108" fmla="*/ 184819 h 510276"/>
                <a:gd name="connsiteX109" fmla="*/ 41372 w 837551"/>
                <a:gd name="connsiteY109" fmla="*/ 143765 h 510276"/>
                <a:gd name="connsiteX110" fmla="*/ 24404 w 837551"/>
                <a:gd name="connsiteY110" fmla="*/ 102876 h 510276"/>
                <a:gd name="connsiteX111" fmla="*/ 14350 w 837551"/>
                <a:gd name="connsiteY111" fmla="*/ 91755 h 510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837551" h="510276">
                  <a:moveTo>
                    <a:pt x="14350" y="91755"/>
                  </a:moveTo>
                  <a:lnTo>
                    <a:pt x="0" y="52671"/>
                  </a:lnTo>
                  <a:lnTo>
                    <a:pt x="0" y="42478"/>
                  </a:lnTo>
                  <a:lnTo>
                    <a:pt x="1436" y="14375"/>
                  </a:lnTo>
                  <a:lnTo>
                    <a:pt x="2885" y="5745"/>
                  </a:lnTo>
                  <a:lnTo>
                    <a:pt x="6266" y="4182"/>
                  </a:lnTo>
                  <a:lnTo>
                    <a:pt x="10575" y="2224"/>
                  </a:lnTo>
                  <a:lnTo>
                    <a:pt x="15265" y="0"/>
                  </a:lnTo>
                  <a:lnTo>
                    <a:pt x="18278" y="6800"/>
                  </a:lnTo>
                  <a:lnTo>
                    <a:pt x="21912" y="15545"/>
                  </a:lnTo>
                  <a:lnTo>
                    <a:pt x="29361" y="38944"/>
                  </a:lnTo>
                  <a:lnTo>
                    <a:pt x="41499" y="41829"/>
                  </a:lnTo>
                  <a:lnTo>
                    <a:pt x="54285" y="60780"/>
                  </a:lnTo>
                  <a:lnTo>
                    <a:pt x="60946" y="70326"/>
                  </a:lnTo>
                  <a:lnTo>
                    <a:pt x="62776" y="85082"/>
                  </a:lnTo>
                  <a:lnTo>
                    <a:pt x="70211" y="101415"/>
                  </a:lnTo>
                  <a:lnTo>
                    <a:pt x="82858" y="130826"/>
                  </a:lnTo>
                  <a:lnTo>
                    <a:pt x="84040" y="144172"/>
                  </a:lnTo>
                  <a:lnTo>
                    <a:pt x="91221" y="161153"/>
                  </a:lnTo>
                  <a:lnTo>
                    <a:pt x="103614" y="175401"/>
                  </a:lnTo>
                  <a:lnTo>
                    <a:pt x="128157" y="214103"/>
                  </a:lnTo>
                  <a:lnTo>
                    <a:pt x="150590" y="247557"/>
                  </a:lnTo>
                  <a:lnTo>
                    <a:pt x="161699" y="261792"/>
                  </a:lnTo>
                  <a:lnTo>
                    <a:pt x="190793" y="282586"/>
                  </a:lnTo>
                  <a:lnTo>
                    <a:pt x="267919" y="310548"/>
                  </a:lnTo>
                  <a:lnTo>
                    <a:pt x="291026" y="320882"/>
                  </a:lnTo>
                  <a:lnTo>
                    <a:pt x="303939" y="325191"/>
                  </a:lnTo>
                  <a:lnTo>
                    <a:pt x="314641" y="337863"/>
                  </a:lnTo>
                  <a:lnTo>
                    <a:pt x="354056" y="355504"/>
                  </a:lnTo>
                  <a:lnTo>
                    <a:pt x="364618" y="372244"/>
                  </a:lnTo>
                  <a:lnTo>
                    <a:pt x="409116" y="390013"/>
                  </a:lnTo>
                  <a:lnTo>
                    <a:pt x="457669" y="389237"/>
                  </a:lnTo>
                  <a:lnTo>
                    <a:pt x="487551" y="385310"/>
                  </a:lnTo>
                  <a:lnTo>
                    <a:pt x="514306" y="384916"/>
                  </a:lnTo>
                  <a:lnTo>
                    <a:pt x="525656" y="375383"/>
                  </a:lnTo>
                  <a:lnTo>
                    <a:pt x="532049" y="374087"/>
                  </a:lnTo>
                  <a:lnTo>
                    <a:pt x="539879" y="372498"/>
                  </a:lnTo>
                  <a:lnTo>
                    <a:pt x="549399" y="375637"/>
                  </a:lnTo>
                  <a:lnTo>
                    <a:pt x="571069" y="378523"/>
                  </a:lnTo>
                  <a:lnTo>
                    <a:pt x="576421" y="398516"/>
                  </a:lnTo>
                  <a:lnTo>
                    <a:pt x="564422" y="406091"/>
                  </a:lnTo>
                  <a:lnTo>
                    <a:pt x="573942" y="419424"/>
                  </a:lnTo>
                  <a:lnTo>
                    <a:pt x="593516" y="421381"/>
                  </a:lnTo>
                  <a:lnTo>
                    <a:pt x="607344" y="435630"/>
                  </a:lnTo>
                  <a:lnTo>
                    <a:pt x="629536" y="439570"/>
                  </a:lnTo>
                  <a:lnTo>
                    <a:pt x="639578" y="436163"/>
                  </a:lnTo>
                  <a:lnTo>
                    <a:pt x="638027" y="428054"/>
                  </a:lnTo>
                  <a:lnTo>
                    <a:pt x="641408" y="420860"/>
                  </a:lnTo>
                  <a:lnTo>
                    <a:pt x="659939" y="419170"/>
                  </a:lnTo>
                  <a:lnTo>
                    <a:pt x="673247" y="429490"/>
                  </a:lnTo>
                  <a:lnTo>
                    <a:pt x="692693" y="431588"/>
                  </a:lnTo>
                  <a:lnTo>
                    <a:pt x="698311" y="438121"/>
                  </a:lnTo>
                  <a:lnTo>
                    <a:pt x="709268" y="438121"/>
                  </a:lnTo>
                  <a:lnTo>
                    <a:pt x="733684" y="429490"/>
                  </a:lnTo>
                  <a:lnTo>
                    <a:pt x="759511" y="418115"/>
                  </a:lnTo>
                  <a:lnTo>
                    <a:pt x="776606" y="415649"/>
                  </a:lnTo>
                  <a:lnTo>
                    <a:pt x="780661" y="407400"/>
                  </a:lnTo>
                  <a:lnTo>
                    <a:pt x="837552" y="409370"/>
                  </a:lnTo>
                  <a:lnTo>
                    <a:pt x="836764" y="415649"/>
                  </a:lnTo>
                  <a:lnTo>
                    <a:pt x="827371" y="428321"/>
                  </a:lnTo>
                  <a:lnTo>
                    <a:pt x="826862" y="435248"/>
                  </a:lnTo>
                  <a:lnTo>
                    <a:pt x="806755" y="446484"/>
                  </a:lnTo>
                  <a:lnTo>
                    <a:pt x="784842" y="456538"/>
                  </a:lnTo>
                  <a:lnTo>
                    <a:pt x="763299" y="460592"/>
                  </a:lnTo>
                  <a:lnTo>
                    <a:pt x="738501" y="468968"/>
                  </a:lnTo>
                  <a:lnTo>
                    <a:pt x="727024" y="459804"/>
                  </a:lnTo>
                  <a:lnTo>
                    <a:pt x="718152" y="457453"/>
                  </a:lnTo>
                  <a:lnTo>
                    <a:pt x="702226" y="465956"/>
                  </a:lnTo>
                  <a:lnTo>
                    <a:pt x="689961" y="464113"/>
                  </a:lnTo>
                  <a:lnTo>
                    <a:pt x="666078" y="470799"/>
                  </a:lnTo>
                  <a:lnTo>
                    <a:pt x="649364" y="476137"/>
                  </a:lnTo>
                  <a:lnTo>
                    <a:pt x="646492" y="497579"/>
                  </a:lnTo>
                  <a:lnTo>
                    <a:pt x="638408" y="507137"/>
                  </a:lnTo>
                  <a:lnTo>
                    <a:pt x="624313" y="510277"/>
                  </a:lnTo>
                  <a:lnTo>
                    <a:pt x="606950" y="500197"/>
                  </a:lnTo>
                  <a:lnTo>
                    <a:pt x="577336" y="499549"/>
                  </a:lnTo>
                  <a:lnTo>
                    <a:pt x="573027" y="486089"/>
                  </a:lnTo>
                  <a:lnTo>
                    <a:pt x="551496" y="479950"/>
                  </a:lnTo>
                  <a:lnTo>
                    <a:pt x="531655" y="475107"/>
                  </a:lnTo>
                  <a:lnTo>
                    <a:pt x="538061" y="460071"/>
                  </a:lnTo>
                  <a:lnTo>
                    <a:pt x="554368" y="446230"/>
                  </a:lnTo>
                  <a:lnTo>
                    <a:pt x="558410" y="432630"/>
                  </a:lnTo>
                  <a:lnTo>
                    <a:pt x="551763" y="429490"/>
                  </a:lnTo>
                  <a:lnTo>
                    <a:pt x="542243" y="441120"/>
                  </a:lnTo>
                  <a:lnTo>
                    <a:pt x="526978" y="447920"/>
                  </a:lnTo>
                  <a:lnTo>
                    <a:pt x="522669" y="469095"/>
                  </a:lnTo>
                  <a:lnTo>
                    <a:pt x="494986" y="465435"/>
                  </a:lnTo>
                  <a:lnTo>
                    <a:pt x="486115" y="473010"/>
                  </a:lnTo>
                  <a:lnTo>
                    <a:pt x="463668" y="469477"/>
                  </a:lnTo>
                  <a:lnTo>
                    <a:pt x="453360" y="463605"/>
                  </a:lnTo>
                  <a:lnTo>
                    <a:pt x="405722" y="472489"/>
                  </a:lnTo>
                  <a:lnTo>
                    <a:pt x="381967" y="485822"/>
                  </a:lnTo>
                  <a:lnTo>
                    <a:pt x="367745" y="481907"/>
                  </a:lnTo>
                  <a:lnTo>
                    <a:pt x="340214" y="439570"/>
                  </a:lnTo>
                  <a:lnTo>
                    <a:pt x="319980" y="427266"/>
                  </a:lnTo>
                  <a:lnTo>
                    <a:pt x="292703" y="406218"/>
                  </a:lnTo>
                  <a:lnTo>
                    <a:pt x="258399" y="375116"/>
                  </a:lnTo>
                  <a:lnTo>
                    <a:pt x="247430" y="356826"/>
                  </a:lnTo>
                  <a:lnTo>
                    <a:pt x="240248" y="346480"/>
                  </a:lnTo>
                  <a:lnTo>
                    <a:pt x="223941" y="337596"/>
                  </a:lnTo>
                  <a:lnTo>
                    <a:pt x="215324" y="337863"/>
                  </a:lnTo>
                  <a:lnTo>
                    <a:pt x="206706" y="344269"/>
                  </a:lnTo>
                  <a:lnTo>
                    <a:pt x="189624" y="337596"/>
                  </a:lnTo>
                  <a:lnTo>
                    <a:pt x="117976" y="302452"/>
                  </a:lnTo>
                  <a:lnTo>
                    <a:pt x="109371" y="282179"/>
                  </a:lnTo>
                  <a:lnTo>
                    <a:pt x="100754" y="271871"/>
                  </a:lnTo>
                  <a:lnTo>
                    <a:pt x="93433" y="247684"/>
                  </a:lnTo>
                  <a:lnTo>
                    <a:pt x="75041" y="212133"/>
                  </a:lnTo>
                  <a:lnTo>
                    <a:pt x="52722" y="184819"/>
                  </a:lnTo>
                  <a:lnTo>
                    <a:pt x="41372" y="143765"/>
                  </a:lnTo>
                  <a:lnTo>
                    <a:pt x="24404" y="102876"/>
                  </a:lnTo>
                  <a:lnTo>
                    <a:pt x="14350" y="91755"/>
                  </a:lnTo>
                  <a:close/>
                </a:path>
              </a:pathLst>
            </a:custGeom>
            <a:solidFill>
              <a:srgbClr val="BAE0DF"/>
            </a:solidFill>
            <a:ln w="12700" cap="flat">
              <a:noFill/>
              <a:prstDash val="solid"/>
              <a:miter/>
            </a:ln>
          </p:spPr>
          <p:txBody>
            <a:bodyPr rtlCol="0" anchor="ctr"/>
            <a:lstStyle/>
            <a:p>
              <a:endParaRPr lang="de-CH"/>
            </a:p>
          </p:txBody>
        </p:sp>
        <p:sp>
          <p:nvSpPr>
            <p:cNvPr id="136" name="Freihandform: Form 135">
              <a:extLst>
                <a:ext uri="{FF2B5EF4-FFF2-40B4-BE49-F238E27FC236}">
                  <a16:creationId xmlns:a16="http://schemas.microsoft.com/office/drawing/2014/main" id="{8CE32C46-CD42-5DE4-1940-3FE1E1AF0884}"/>
                </a:ext>
              </a:extLst>
            </p:cNvPr>
            <p:cNvSpPr/>
            <p:nvPr/>
          </p:nvSpPr>
          <p:spPr>
            <a:xfrm>
              <a:off x="4916959" y="3667736"/>
              <a:ext cx="410819" cy="269634"/>
            </a:xfrm>
            <a:custGeom>
              <a:avLst/>
              <a:gdLst>
                <a:gd name="connsiteX0" fmla="*/ 21404 w 410819"/>
                <a:gd name="connsiteY0" fmla="*/ 0 h 269634"/>
                <a:gd name="connsiteX1" fmla="*/ 40571 w 410819"/>
                <a:gd name="connsiteY1" fmla="*/ 13473 h 269634"/>
                <a:gd name="connsiteX2" fmla="*/ 62509 w 410819"/>
                <a:gd name="connsiteY2" fmla="*/ 38296 h 269634"/>
                <a:gd name="connsiteX3" fmla="*/ 85603 w 410819"/>
                <a:gd name="connsiteY3" fmla="*/ 56332 h 269634"/>
                <a:gd name="connsiteX4" fmla="*/ 101656 w 410819"/>
                <a:gd name="connsiteY4" fmla="*/ 60259 h 269634"/>
                <a:gd name="connsiteX5" fmla="*/ 120188 w 410819"/>
                <a:gd name="connsiteY5" fmla="*/ 89531 h 269634"/>
                <a:gd name="connsiteX6" fmla="*/ 161025 w 410819"/>
                <a:gd name="connsiteY6" fmla="*/ 105342 h 269634"/>
                <a:gd name="connsiteX7" fmla="*/ 197046 w 410819"/>
                <a:gd name="connsiteY7" fmla="*/ 117239 h 269634"/>
                <a:gd name="connsiteX8" fmla="*/ 231504 w 410819"/>
                <a:gd name="connsiteY8" fmla="*/ 155662 h 269634"/>
                <a:gd name="connsiteX9" fmla="*/ 244036 w 410819"/>
                <a:gd name="connsiteY9" fmla="*/ 191873 h 269634"/>
                <a:gd name="connsiteX10" fmla="*/ 263343 w 410819"/>
                <a:gd name="connsiteY10" fmla="*/ 196182 h 269634"/>
                <a:gd name="connsiteX11" fmla="*/ 276790 w 410819"/>
                <a:gd name="connsiteY11" fmla="*/ 190297 h 269634"/>
                <a:gd name="connsiteX12" fmla="*/ 306417 w 410819"/>
                <a:gd name="connsiteY12" fmla="*/ 190551 h 269634"/>
                <a:gd name="connsiteX13" fmla="*/ 334609 w 410819"/>
                <a:gd name="connsiteY13" fmla="*/ 180892 h 269634"/>
                <a:gd name="connsiteX14" fmla="*/ 351170 w 410819"/>
                <a:gd name="connsiteY14" fmla="*/ 183637 h 269634"/>
                <a:gd name="connsiteX15" fmla="*/ 373489 w 410819"/>
                <a:gd name="connsiteY15" fmla="*/ 190297 h 269634"/>
                <a:gd name="connsiteX16" fmla="*/ 397638 w 410819"/>
                <a:gd name="connsiteY16" fmla="*/ 216315 h 269634"/>
                <a:gd name="connsiteX17" fmla="*/ 408328 w 410819"/>
                <a:gd name="connsiteY17" fmla="*/ 220103 h 269634"/>
                <a:gd name="connsiteX18" fmla="*/ 410819 w 410819"/>
                <a:gd name="connsiteY18" fmla="*/ 229254 h 269634"/>
                <a:gd name="connsiteX19" fmla="*/ 405595 w 410819"/>
                <a:gd name="connsiteY19" fmla="*/ 239181 h 269634"/>
                <a:gd name="connsiteX20" fmla="*/ 395681 w 410819"/>
                <a:gd name="connsiteY20" fmla="*/ 249514 h 269634"/>
                <a:gd name="connsiteX21" fmla="*/ 382374 w 410819"/>
                <a:gd name="connsiteY21" fmla="*/ 253556 h 269634"/>
                <a:gd name="connsiteX22" fmla="*/ 366321 w 410819"/>
                <a:gd name="connsiteY22" fmla="*/ 240884 h 269634"/>
                <a:gd name="connsiteX23" fmla="*/ 356648 w 410819"/>
                <a:gd name="connsiteY23" fmla="*/ 240108 h 269634"/>
                <a:gd name="connsiteX24" fmla="*/ 335651 w 410819"/>
                <a:gd name="connsiteY24" fmla="*/ 253950 h 269634"/>
                <a:gd name="connsiteX25" fmla="*/ 298054 w 410819"/>
                <a:gd name="connsiteY25" fmla="*/ 266114 h 269634"/>
                <a:gd name="connsiteX26" fmla="*/ 269609 w 410819"/>
                <a:gd name="connsiteY26" fmla="*/ 269634 h 269634"/>
                <a:gd name="connsiteX27" fmla="*/ 254217 w 410819"/>
                <a:gd name="connsiteY27" fmla="*/ 265453 h 269634"/>
                <a:gd name="connsiteX28" fmla="*/ 233461 w 410819"/>
                <a:gd name="connsiteY28" fmla="*/ 248345 h 269634"/>
                <a:gd name="connsiteX29" fmla="*/ 198355 w 410819"/>
                <a:gd name="connsiteY29" fmla="*/ 237617 h 269634"/>
                <a:gd name="connsiteX30" fmla="*/ 153336 w 410819"/>
                <a:gd name="connsiteY30" fmla="*/ 216569 h 269634"/>
                <a:gd name="connsiteX31" fmla="*/ 156335 w 410819"/>
                <a:gd name="connsiteY31" fmla="*/ 195788 h 269634"/>
                <a:gd name="connsiteX32" fmla="*/ 148379 w 410819"/>
                <a:gd name="connsiteY32" fmla="*/ 185340 h 269634"/>
                <a:gd name="connsiteX33" fmla="*/ 133241 w 410819"/>
                <a:gd name="connsiteY33" fmla="*/ 178401 h 269634"/>
                <a:gd name="connsiteX34" fmla="*/ 123187 w 410819"/>
                <a:gd name="connsiteY34" fmla="*/ 161407 h 269634"/>
                <a:gd name="connsiteX35" fmla="*/ 106613 w 410819"/>
                <a:gd name="connsiteY35" fmla="*/ 153705 h 269634"/>
                <a:gd name="connsiteX36" fmla="*/ 85069 w 410819"/>
                <a:gd name="connsiteY36" fmla="*/ 152662 h 269634"/>
                <a:gd name="connsiteX37" fmla="*/ 70986 w 410819"/>
                <a:gd name="connsiteY37" fmla="*/ 145214 h 269634"/>
                <a:gd name="connsiteX38" fmla="*/ 63284 w 410819"/>
                <a:gd name="connsiteY38" fmla="*/ 128615 h 269634"/>
                <a:gd name="connsiteX39" fmla="*/ 31445 w 410819"/>
                <a:gd name="connsiteY39" fmla="*/ 102864 h 269634"/>
                <a:gd name="connsiteX40" fmla="*/ 30657 w 410819"/>
                <a:gd name="connsiteY40" fmla="*/ 88222 h 269634"/>
                <a:gd name="connsiteX41" fmla="*/ 24925 w 410819"/>
                <a:gd name="connsiteY41" fmla="*/ 82337 h 269634"/>
                <a:gd name="connsiteX42" fmla="*/ 20743 w 410819"/>
                <a:gd name="connsiteY42" fmla="*/ 77901 h 269634"/>
                <a:gd name="connsiteX43" fmla="*/ 11871 w 410819"/>
                <a:gd name="connsiteY43" fmla="*/ 79591 h 269634"/>
                <a:gd name="connsiteX44" fmla="*/ 0 w 410819"/>
                <a:gd name="connsiteY44" fmla="*/ 72156 h 269634"/>
                <a:gd name="connsiteX45" fmla="*/ 1042 w 410819"/>
                <a:gd name="connsiteY45" fmla="*/ 44435 h 269634"/>
                <a:gd name="connsiteX46" fmla="*/ 9659 w 410819"/>
                <a:gd name="connsiteY46" fmla="*/ 18417 h 269634"/>
                <a:gd name="connsiteX47" fmla="*/ 5872 w 410819"/>
                <a:gd name="connsiteY47" fmla="*/ 11503 h 269634"/>
                <a:gd name="connsiteX48" fmla="*/ 21404 w 410819"/>
                <a:gd name="connsiteY48" fmla="*/ 0 h 269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10819" h="269634">
                  <a:moveTo>
                    <a:pt x="21404" y="0"/>
                  </a:moveTo>
                  <a:lnTo>
                    <a:pt x="40571" y="13473"/>
                  </a:lnTo>
                  <a:lnTo>
                    <a:pt x="62509" y="38296"/>
                  </a:lnTo>
                  <a:lnTo>
                    <a:pt x="85603" y="56332"/>
                  </a:lnTo>
                  <a:lnTo>
                    <a:pt x="101656" y="60259"/>
                  </a:lnTo>
                  <a:lnTo>
                    <a:pt x="120188" y="89531"/>
                  </a:lnTo>
                  <a:lnTo>
                    <a:pt x="161025" y="105342"/>
                  </a:lnTo>
                  <a:lnTo>
                    <a:pt x="197046" y="117239"/>
                  </a:lnTo>
                  <a:lnTo>
                    <a:pt x="231504" y="155662"/>
                  </a:lnTo>
                  <a:lnTo>
                    <a:pt x="244036" y="191873"/>
                  </a:lnTo>
                  <a:lnTo>
                    <a:pt x="263343" y="196182"/>
                  </a:lnTo>
                  <a:lnTo>
                    <a:pt x="276790" y="190297"/>
                  </a:lnTo>
                  <a:lnTo>
                    <a:pt x="306417" y="190551"/>
                  </a:lnTo>
                  <a:lnTo>
                    <a:pt x="334609" y="180892"/>
                  </a:lnTo>
                  <a:lnTo>
                    <a:pt x="351170" y="183637"/>
                  </a:lnTo>
                  <a:lnTo>
                    <a:pt x="373489" y="190297"/>
                  </a:lnTo>
                  <a:lnTo>
                    <a:pt x="397638" y="216315"/>
                  </a:lnTo>
                  <a:lnTo>
                    <a:pt x="408328" y="220103"/>
                  </a:lnTo>
                  <a:lnTo>
                    <a:pt x="410819" y="229254"/>
                  </a:lnTo>
                  <a:lnTo>
                    <a:pt x="405595" y="239181"/>
                  </a:lnTo>
                  <a:lnTo>
                    <a:pt x="395681" y="249514"/>
                  </a:lnTo>
                  <a:lnTo>
                    <a:pt x="382374" y="253556"/>
                  </a:lnTo>
                  <a:lnTo>
                    <a:pt x="366321" y="240884"/>
                  </a:lnTo>
                  <a:lnTo>
                    <a:pt x="356648" y="240108"/>
                  </a:lnTo>
                  <a:lnTo>
                    <a:pt x="335651" y="253950"/>
                  </a:lnTo>
                  <a:lnTo>
                    <a:pt x="298054" y="266114"/>
                  </a:lnTo>
                  <a:lnTo>
                    <a:pt x="269609" y="269634"/>
                  </a:lnTo>
                  <a:lnTo>
                    <a:pt x="254217" y="265453"/>
                  </a:lnTo>
                  <a:lnTo>
                    <a:pt x="233461" y="248345"/>
                  </a:lnTo>
                  <a:lnTo>
                    <a:pt x="198355" y="237617"/>
                  </a:lnTo>
                  <a:lnTo>
                    <a:pt x="153336" y="216569"/>
                  </a:lnTo>
                  <a:lnTo>
                    <a:pt x="156335" y="195788"/>
                  </a:lnTo>
                  <a:lnTo>
                    <a:pt x="148379" y="185340"/>
                  </a:lnTo>
                  <a:lnTo>
                    <a:pt x="133241" y="178401"/>
                  </a:lnTo>
                  <a:lnTo>
                    <a:pt x="123187" y="161407"/>
                  </a:lnTo>
                  <a:lnTo>
                    <a:pt x="106613" y="153705"/>
                  </a:lnTo>
                  <a:lnTo>
                    <a:pt x="85069" y="152662"/>
                  </a:lnTo>
                  <a:lnTo>
                    <a:pt x="70986" y="145214"/>
                  </a:lnTo>
                  <a:lnTo>
                    <a:pt x="63284" y="128615"/>
                  </a:lnTo>
                  <a:lnTo>
                    <a:pt x="31445" y="102864"/>
                  </a:lnTo>
                  <a:lnTo>
                    <a:pt x="30657" y="88222"/>
                  </a:lnTo>
                  <a:lnTo>
                    <a:pt x="24925" y="82337"/>
                  </a:lnTo>
                  <a:lnTo>
                    <a:pt x="20743" y="77901"/>
                  </a:lnTo>
                  <a:lnTo>
                    <a:pt x="11871" y="79591"/>
                  </a:lnTo>
                  <a:lnTo>
                    <a:pt x="0" y="72156"/>
                  </a:lnTo>
                  <a:lnTo>
                    <a:pt x="1042" y="44435"/>
                  </a:lnTo>
                  <a:lnTo>
                    <a:pt x="9659" y="18417"/>
                  </a:lnTo>
                  <a:lnTo>
                    <a:pt x="5872" y="11503"/>
                  </a:lnTo>
                  <a:lnTo>
                    <a:pt x="21404" y="0"/>
                  </a:lnTo>
                  <a:close/>
                </a:path>
              </a:pathLst>
            </a:custGeom>
            <a:solidFill>
              <a:srgbClr val="BAE0DF"/>
            </a:solidFill>
            <a:ln w="12700" cap="flat">
              <a:noFill/>
              <a:prstDash val="solid"/>
              <a:miter/>
            </a:ln>
          </p:spPr>
          <p:txBody>
            <a:bodyPr rtlCol="0" anchor="ctr"/>
            <a:lstStyle/>
            <a:p>
              <a:endParaRPr lang="de-CH"/>
            </a:p>
          </p:txBody>
        </p:sp>
        <p:sp>
          <p:nvSpPr>
            <p:cNvPr id="137" name="Freihandform: Form 136">
              <a:extLst>
                <a:ext uri="{FF2B5EF4-FFF2-40B4-BE49-F238E27FC236}">
                  <a16:creationId xmlns:a16="http://schemas.microsoft.com/office/drawing/2014/main" id="{80FDCABB-F3F9-3504-703A-D5085604E864}"/>
                </a:ext>
              </a:extLst>
            </p:cNvPr>
            <p:cNvSpPr/>
            <p:nvPr/>
          </p:nvSpPr>
          <p:spPr>
            <a:xfrm>
              <a:off x="5440518" y="3631016"/>
              <a:ext cx="336947" cy="208078"/>
            </a:xfrm>
            <a:custGeom>
              <a:avLst/>
              <a:gdLst>
                <a:gd name="connsiteX0" fmla="*/ 230601 w 336947"/>
                <a:gd name="connsiteY0" fmla="*/ 9139 h 208078"/>
                <a:gd name="connsiteX1" fmla="*/ 248739 w 336947"/>
                <a:gd name="connsiteY1" fmla="*/ 9139 h 208078"/>
                <a:gd name="connsiteX2" fmla="*/ 268579 w 336947"/>
                <a:gd name="connsiteY2" fmla="*/ 0 h 208078"/>
                <a:gd name="connsiteX3" fmla="*/ 303545 w 336947"/>
                <a:gd name="connsiteY3" fmla="*/ 13587 h 208078"/>
                <a:gd name="connsiteX4" fmla="*/ 320640 w 336947"/>
                <a:gd name="connsiteY4" fmla="*/ 9393 h 208078"/>
                <a:gd name="connsiteX5" fmla="*/ 334355 w 336947"/>
                <a:gd name="connsiteY5" fmla="*/ 21290 h 208078"/>
                <a:gd name="connsiteX6" fmla="*/ 336948 w 336947"/>
                <a:gd name="connsiteY6" fmla="*/ 38677 h 208078"/>
                <a:gd name="connsiteX7" fmla="*/ 333554 w 336947"/>
                <a:gd name="connsiteY7" fmla="*/ 45083 h 208078"/>
                <a:gd name="connsiteX8" fmla="*/ 335905 w 336947"/>
                <a:gd name="connsiteY8" fmla="*/ 51616 h 208078"/>
                <a:gd name="connsiteX9" fmla="*/ 331215 w 336947"/>
                <a:gd name="connsiteY9" fmla="*/ 53968 h 208078"/>
                <a:gd name="connsiteX10" fmla="*/ 313205 w 336947"/>
                <a:gd name="connsiteY10" fmla="*/ 50574 h 208078"/>
                <a:gd name="connsiteX11" fmla="*/ 284887 w 336947"/>
                <a:gd name="connsiteY11" fmla="*/ 59598 h 208078"/>
                <a:gd name="connsiteX12" fmla="*/ 262580 w 336947"/>
                <a:gd name="connsiteY12" fmla="*/ 75537 h 208078"/>
                <a:gd name="connsiteX13" fmla="*/ 215730 w 336947"/>
                <a:gd name="connsiteY13" fmla="*/ 101809 h 208078"/>
                <a:gd name="connsiteX14" fmla="*/ 207113 w 336947"/>
                <a:gd name="connsiteY14" fmla="*/ 111735 h 208078"/>
                <a:gd name="connsiteX15" fmla="*/ 168613 w 336947"/>
                <a:gd name="connsiteY15" fmla="*/ 136838 h 208078"/>
                <a:gd name="connsiteX16" fmla="*/ 137156 w 336947"/>
                <a:gd name="connsiteY16" fmla="*/ 150171 h 208078"/>
                <a:gd name="connsiteX17" fmla="*/ 122285 w 336947"/>
                <a:gd name="connsiteY17" fmla="*/ 162462 h 208078"/>
                <a:gd name="connsiteX18" fmla="*/ 113286 w 336947"/>
                <a:gd name="connsiteY18" fmla="*/ 177625 h 208078"/>
                <a:gd name="connsiteX19" fmla="*/ 70999 w 336947"/>
                <a:gd name="connsiteY19" fmla="*/ 208079 h 208078"/>
                <a:gd name="connsiteX20" fmla="*/ 29500 w 336947"/>
                <a:gd name="connsiteY20" fmla="*/ 206121 h 208078"/>
                <a:gd name="connsiteX21" fmla="*/ 27149 w 336947"/>
                <a:gd name="connsiteY21" fmla="*/ 199957 h 208078"/>
                <a:gd name="connsiteX22" fmla="*/ 19053 w 336947"/>
                <a:gd name="connsiteY22" fmla="*/ 196182 h 208078"/>
                <a:gd name="connsiteX23" fmla="*/ 3660 w 336947"/>
                <a:gd name="connsiteY23" fmla="*/ 197224 h 208078"/>
                <a:gd name="connsiteX24" fmla="*/ 0 w 336947"/>
                <a:gd name="connsiteY24" fmla="*/ 194746 h 208078"/>
                <a:gd name="connsiteX25" fmla="*/ 915 w 336947"/>
                <a:gd name="connsiteY25" fmla="*/ 190157 h 208078"/>
                <a:gd name="connsiteX26" fmla="*/ 24543 w 336947"/>
                <a:gd name="connsiteY26" fmla="*/ 174994 h 208078"/>
                <a:gd name="connsiteX27" fmla="*/ 34203 w 336947"/>
                <a:gd name="connsiteY27" fmla="*/ 162589 h 208078"/>
                <a:gd name="connsiteX28" fmla="*/ 53777 w 336947"/>
                <a:gd name="connsiteY28" fmla="*/ 155128 h 208078"/>
                <a:gd name="connsiteX29" fmla="*/ 74647 w 336947"/>
                <a:gd name="connsiteY29" fmla="*/ 138795 h 208078"/>
                <a:gd name="connsiteX30" fmla="*/ 102190 w 336947"/>
                <a:gd name="connsiteY30" fmla="*/ 116972 h 208078"/>
                <a:gd name="connsiteX31" fmla="*/ 111062 w 336947"/>
                <a:gd name="connsiteY31" fmla="*/ 104300 h 208078"/>
                <a:gd name="connsiteX32" fmla="*/ 123454 w 336947"/>
                <a:gd name="connsiteY32" fmla="*/ 95936 h 208078"/>
                <a:gd name="connsiteX33" fmla="*/ 156463 w 336947"/>
                <a:gd name="connsiteY33" fmla="*/ 65216 h 208078"/>
                <a:gd name="connsiteX34" fmla="*/ 168880 w 336947"/>
                <a:gd name="connsiteY34" fmla="*/ 61683 h 208078"/>
                <a:gd name="connsiteX35" fmla="*/ 178921 w 336947"/>
                <a:gd name="connsiteY35" fmla="*/ 52798 h 208078"/>
                <a:gd name="connsiteX36" fmla="*/ 181260 w 336947"/>
                <a:gd name="connsiteY36" fmla="*/ 42211 h 208078"/>
                <a:gd name="connsiteX37" fmla="*/ 195102 w 336947"/>
                <a:gd name="connsiteY37" fmla="*/ 29538 h 208078"/>
                <a:gd name="connsiteX38" fmla="*/ 230601 w 336947"/>
                <a:gd name="connsiteY38" fmla="*/ 9139 h 20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36947" h="208078">
                  <a:moveTo>
                    <a:pt x="230601" y="9139"/>
                  </a:moveTo>
                  <a:lnTo>
                    <a:pt x="248739" y="9139"/>
                  </a:lnTo>
                  <a:lnTo>
                    <a:pt x="268579" y="0"/>
                  </a:lnTo>
                  <a:lnTo>
                    <a:pt x="303545" y="13587"/>
                  </a:lnTo>
                  <a:lnTo>
                    <a:pt x="320640" y="9393"/>
                  </a:lnTo>
                  <a:lnTo>
                    <a:pt x="334355" y="21290"/>
                  </a:lnTo>
                  <a:lnTo>
                    <a:pt x="336948" y="38677"/>
                  </a:lnTo>
                  <a:lnTo>
                    <a:pt x="333554" y="45083"/>
                  </a:lnTo>
                  <a:lnTo>
                    <a:pt x="335905" y="51616"/>
                  </a:lnTo>
                  <a:lnTo>
                    <a:pt x="331215" y="53968"/>
                  </a:lnTo>
                  <a:lnTo>
                    <a:pt x="313205" y="50574"/>
                  </a:lnTo>
                  <a:lnTo>
                    <a:pt x="284887" y="59598"/>
                  </a:lnTo>
                  <a:lnTo>
                    <a:pt x="262580" y="75537"/>
                  </a:lnTo>
                  <a:lnTo>
                    <a:pt x="215730" y="101809"/>
                  </a:lnTo>
                  <a:lnTo>
                    <a:pt x="207113" y="111735"/>
                  </a:lnTo>
                  <a:lnTo>
                    <a:pt x="168613" y="136838"/>
                  </a:lnTo>
                  <a:lnTo>
                    <a:pt x="137156" y="150171"/>
                  </a:lnTo>
                  <a:lnTo>
                    <a:pt x="122285" y="162462"/>
                  </a:lnTo>
                  <a:lnTo>
                    <a:pt x="113286" y="177625"/>
                  </a:lnTo>
                  <a:lnTo>
                    <a:pt x="70999" y="208079"/>
                  </a:lnTo>
                  <a:lnTo>
                    <a:pt x="29500" y="206121"/>
                  </a:lnTo>
                  <a:lnTo>
                    <a:pt x="27149" y="199957"/>
                  </a:lnTo>
                  <a:lnTo>
                    <a:pt x="19053" y="196182"/>
                  </a:lnTo>
                  <a:lnTo>
                    <a:pt x="3660" y="197224"/>
                  </a:lnTo>
                  <a:lnTo>
                    <a:pt x="0" y="194746"/>
                  </a:lnTo>
                  <a:lnTo>
                    <a:pt x="915" y="190157"/>
                  </a:lnTo>
                  <a:lnTo>
                    <a:pt x="24543" y="174994"/>
                  </a:lnTo>
                  <a:lnTo>
                    <a:pt x="34203" y="162589"/>
                  </a:lnTo>
                  <a:lnTo>
                    <a:pt x="53777" y="155128"/>
                  </a:lnTo>
                  <a:lnTo>
                    <a:pt x="74647" y="138795"/>
                  </a:lnTo>
                  <a:lnTo>
                    <a:pt x="102190" y="116972"/>
                  </a:lnTo>
                  <a:lnTo>
                    <a:pt x="111062" y="104300"/>
                  </a:lnTo>
                  <a:lnTo>
                    <a:pt x="123454" y="95936"/>
                  </a:lnTo>
                  <a:lnTo>
                    <a:pt x="156463" y="65216"/>
                  </a:lnTo>
                  <a:lnTo>
                    <a:pt x="168880" y="61683"/>
                  </a:lnTo>
                  <a:lnTo>
                    <a:pt x="178921" y="52798"/>
                  </a:lnTo>
                  <a:lnTo>
                    <a:pt x="181260" y="42211"/>
                  </a:lnTo>
                  <a:lnTo>
                    <a:pt x="195102" y="29538"/>
                  </a:lnTo>
                  <a:lnTo>
                    <a:pt x="230601" y="9139"/>
                  </a:lnTo>
                  <a:close/>
                </a:path>
              </a:pathLst>
            </a:custGeom>
            <a:solidFill>
              <a:srgbClr val="BAE0DF"/>
            </a:solidFill>
            <a:ln w="12700" cap="flat">
              <a:noFill/>
              <a:prstDash val="solid"/>
              <a:miter/>
            </a:ln>
          </p:spPr>
          <p:txBody>
            <a:bodyPr rtlCol="0" anchor="ctr"/>
            <a:lstStyle/>
            <a:p>
              <a:endParaRPr lang="de-CH"/>
            </a:p>
          </p:txBody>
        </p:sp>
        <p:sp>
          <p:nvSpPr>
            <p:cNvPr id="138" name="Freihandform: Form 137">
              <a:extLst>
                <a:ext uri="{FF2B5EF4-FFF2-40B4-BE49-F238E27FC236}">
                  <a16:creationId xmlns:a16="http://schemas.microsoft.com/office/drawing/2014/main" id="{5306CF64-D3EC-B02D-FC99-3DDC8DCBEC1E}"/>
                </a:ext>
              </a:extLst>
            </p:cNvPr>
            <p:cNvSpPr/>
            <p:nvPr/>
          </p:nvSpPr>
          <p:spPr>
            <a:xfrm>
              <a:off x="3785382" y="2512315"/>
              <a:ext cx="330833" cy="284924"/>
            </a:xfrm>
            <a:custGeom>
              <a:avLst/>
              <a:gdLst>
                <a:gd name="connsiteX0" fmla="*/ 289971 w 330833"/>
                <a:gd name="connsiteY0" fmla="*/ 21302 h 284924"/>
                <a:gd name="connsiteX1" fmla="*/ 304981 w 330833"/>
                <a:gd name="connsiteY1" fmla="*/ 8770 h 284924"/>
                <a:gd name="connsiteX2" fmla="*/ 324555 w 330833"/>
                <a:gd name="connsiteY2" fmla="*/ 0 h 284924"/>
                <a:gd name="connsiteX3" fmla="*/ 329512 w 330833"/>
                <a:gd name="connsiteY3" fmla="*/ 3788 h 284924"/>
                <a:gd name="connsiteX4" fmla="*/ 330834 w 330833"/>
                <a:gd name="connsiteY4" fmla="*/ 9800 h 284924"/>
                <a:gd name="connsiteX5" fmla="*/ 315556 w 330833"/>
                <a:gd name="connsiteY5" fmla="*/ 29551 h 284924"/>
                <a:gd name="connsiteX6" fmla="*/ 299503 w 330833"/>
                <a:gd name="connsiteY6" fmla="*/ 53586 h 284924"/>
                <a:gd name="connsiteX7" fmla="*/ 292576 w 330833"/>
                <a:gd name="connsiteY7" fmla="*/ 78816 h 284924"/>
                <a:gd name="connsiteX8" fmla="*/ 283056 w 330833"/>
                <a:gd name="connsiteY8" fmla="*/ 88489 h 284924"/>
                <a:gd name="connsiteX9" fmla="*/ 277578 w 330833"/>
                <a:gd name="connsiteY9" fmla="*/ 103525 h 284924"/>
                <a:gd name="connsiteX10" fmla="*/ 265046 w 330833"/>
                <a:gd name="connsiteY10" fmla="*/ 118815 h 284924"/>
                <a:gd name="connsiteX11" fmla="*/ 263864 w 330833"/>
                <a:gd name="connsiteY11" fmla="*/ 130051 h 284924"/>
                <a:gd name="connsiteX12" fmla="*/ 266482 w 330833"/>
                <a:gd name="connsiteY12" fmla="*/ 137753 h 284924"/>
                <a:gd name="connsiteX13" fmla="*/ 263864 w 330833"/>
                <a:gd name="connsiteY13" fmla="*/ 144820 h 284924"/>
                <a:gd name="connsiteX14" fmla="*/ 256962 w 330833"/>
                <a:gd name="connsiteY14" fmla="*/ 152268 h 284924"/>
                <a:gd name="connsiteX15" fmla="*/ 237122 w 330833"/>
                <a:gd name="connsiteY15" fmla="*/ 189128 h 284924"/>
                <a:gd name="connsiteX16" fmla="*/ 229813 w 330833"/>
                <a:gd name="connsiteY16" fmla="*/ 204037 h 284924"/>
                <a:gd name="connsiteX17" fmla="*/ 219760 w 330833"/>
                <a:gd name="connsiteY17" fmla="*/ 209388 h 284924"/>
                <a:gd name="connsiteX18" fmla="*/ 211282 w 330833"/>
                <a:gd name="connsiteY18" fmla="*/ 203109 h 284924"/>
                <a:gd name="connsiteX19" fmla="*/ 208028 w 330833"/>
                <a:gd name="connsiteY19" fmla="*/ 207176 h 284924"/>
                <a:gd name="connsiteX20" fmla="*/ 207367 w 330833"/>
                <a:gd name="connsiteY20" fmla="*/ 216849 h 284924"/>
                <a:gd name="connsiteX21" fmla="*/ 206058 w 330833"/>
                <a:gd name="connsiteY21" fmla="*/ 224017 h 284924"/>
                <a:gd name="connsiteX22" fmla="*/ 198495 w 330833"/>
                <a:gd name="connsiteY22" fmla="*/ 232393 h 284924"/>
                <a:gd name="connsiteX23" fmla="*/ 183230 w 330833"/>
                <a:gd name="connsiteY23" fmla="*/ 248472 h 284924"/>
                <a:gd name="connsiteX24" fmla="*/ 168080 w 330833"/>
                <a:gd name="connsiteY24" fmla="*/ 255793 h 284924"/>
                <a:gd name="connsiteX25" fmla="*/ 154785 w 330833"/>
                <a:gd name="connsiteY25" fmla="*/ 255272 h 284924"/>
                <a:gd name="connsiteX26" fmla="*/ 147858 w 330833"/>
                <a:gd name="connsiteY26" fmla="*/ 258271 h 284924"/>
                <a:gd name="connsiteX27" fmla="*/ 133368 w 330833"/>
                <a:gd name="connsiteY27" fmla="*/ 268084 h 284924"/>
                <a:gd name="connsiteX28" fmla="*/ 94488 w 330833"/>
                <a:gd name="connsiteY28" fmla="*/ 284149 h 284924"/>
                <a:gd name="connsiteX29" fmla="*/ 73465 w 330833"/>
                <a:gd name="connsiteY29" fmla="*/ 284925 h 284924"/>
                <a:gd name="connsiteX30" fmla="*/ 66563 w 330833"/>
                <a:gd name="connsiteY30" fmla="*/ 281010 h 284924"/>
                <a:gd name="connsiteX31" fmla="*/ 57831 w 330833"/>
                <a:gd name="connsiteY31" fmla="*/ 267029 h 284924"/>
                <a:gd name="connsiteX32" fmla="*/ 58594 w 330833"/>
                <a:gd name="connsiteY32" fmla="*/ 262593 h 284924"/>
                <a:gd name="connsiteX33" fmla="*/ 99318 w 330833"/>
                <a:gd name="connsiteY33" fmla="*/ 235266 h 284924"/>
                <a:gd name="connsiteX34" fmla="*/ 122806 w 330833"/>
                <a:gd name="connsiteY34" fmla="*/ 219454 h 284924"/>
                <a:gd name="connsiteX35" fmla="*/ 133495 w 330833"/>
                <a:gd name="connsiteY35" fmla="*/ 204685 h 284924"/>
                <a:gd name="connsiteX36" fmla="*/ 146549 w 330833"/>
                <a:gd name="connsiteY36" fmla="*/ 191886 h 284924"/>
                <a:gd name="connsiteX37" fmla="*/ 152942 w 330833"/>
                <a:gd name="connsiteY37" fmla="*/ 181680 h 284924"/>
                <a:gd name="connsiteX38" fmla="*/ 151518 w 330833"/>
                <a:gd name="connsiteY38" fmla="*/ 174880 h 284924"/>
                <a:gd name="connsiteX39" fmla="*/ 138338 w 330833"/>
                <a:gd name="connsiteY39" fmla="*/ 168881 h 284924"/>
                <a:gd name="connsiteX40" fmla="*/ 134042 w 330833"/>
                <a:gd name="connsiteY40" fmla="*/ 174880 h 284924"/>
                <a:gd name="connsiteX41" fmla="*/ 134944 w 330833"/>
                <a:gd name="connsiteY41" fmla="*/ 180637 h 284924"/>
                <a:gd name="connsiteX42" fmla="*/ 121497 w 330833"/>
                <a:gd name="connsiteY42" fmla="*/ 206515 h 284924"/>
                <a:gd name="connsiteX43" fmla="*/ 93445 w 330833"/>
                <a:gd name="connsiteY43" fmla="*/ 226775 h 284924"/>
                <a:gd name="connsiteX44" fmla="*/ 71126 w 330833"/>
                <a:gd name="connsiteY44" fmla="*/ 244290 h 284924"/>
                <a:gd name="connsiteX45" fmla="*/ 48540 w 330833"/>
                <a:gd name="connsiteY45" fmla="*/ 258144 h 284924"/>
                <a:gd name="connsiteX46" fmla="*/ 31458 w 330833"/>
                <a:gd name="connsiteY46" fmla="*/ 258793 h 284924"/>
                <a:gd name="connsiteX47" fmla="*/ 23234 w 330833"/>
                <a:gd name="connsiteY47" fmla="*/ 259581 h 284924"/>
                <a:gd name="connsiteX48" fmla="*/ 12405 w 330833"/>
                <a:gd name="connsiteY48" fmla="*/ 258665 h 284924"/>
                <a:gd name="connsiteX49" fmla="*/ 4042 w 330833"/>
                <a:gd name="connsiteY49" fmla="*/ 245066 h 284924"/>
                <a:gd name="connsiteX50" fmla="*/ 0 w 330833"/>
                <a:gd name="connsiteY50" fmla="*/ 238799 h 284924"/>
                <a:gd name="connsiteX51" fmla="*/ 2491 w 330833"/>
                <a:gd name="connsiteY51" fmla="*/ 233563 h 284924"/>
                <a:gd name="connsiteX52" fmla="*/ 19574 w 330833"/>
                <a:gd name="connsiteY52" fmla="*/ 224157 h 284924"/>
                <a:gd name="connsiteX53" fmla="*/ 29246 w 330833"/>
                <a:gd name="connsiteY53" fmla="*/ 224805 h 284924"/>
                <a:gd name="connsiteX54" fmla="*/ 69169 w 330833"/>
                <a:gd name="connsiteY54" fmla="*/ 204685 h 284924"/>
                <a:gd name="connsiteX55" fmla="*/ 79871 w 330833"/>
                <a:gd name="connsiteY55" fmla="*/ 192267 h 284924"/>
                <a:gd name="connsiteX56" fmla="*/ 84434 w 330833"/>
                <a:gd name="connsiteY56" fmla="*/ 176583 h 284924"/>
                <a:gd name="connsiteX57" fmla="*/ 125018 w 330833"/>
                <a:gd name="connsiteY57" fmla="*/ 152129 h 284924"/>
                <a:gd name="connsiteX58" fmla="*/ 165487 w 330833"/>
                <a:gd name="connsiteY58" fmla="*/ 126911 h 284924"/>
                <a:gd name="connsiteX59" fmla="*/ 210634 w 330833"/>
                <a:gd name="connsiteY59" fmla="*/ 98161 h 284924"/>
                <a:gd name="connsiteX60" fmla="*/ 230474 w 330833"/>
                <a:gd name="connsiteY60" fmla="*/ 73325 h 284924"/>
                <a:gd name="connsiteX61" fmla="*/ 254865 w 330833"/>
                <a:gd name="connsiteY61" fmla="*/ 56472 h 284924"/>
                <a:gd name="connsiteX62" fmla="*/ 280311 w 330833"/>
                <a:gd name="connsiteY62" fmla="*/ 30454 h 284924"/>
                <a:gd name="connsiteX63" fmla="*/ 289971 w 330833"/>
                <a:gd name="connsiteY63" fmla="*/ 21302 h 284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330833" h="284924">
                  <a:moveTo>
                    <a:pt x="289971" y="21302"/>
                  </a:moveTo>
                  <a:lnTo>
                    <a:pt x="304981" y="8770"/>
                  </a:lnTo>
                  <a:lnTo>
                    <a:pt x="324555" y="0"/>
                  </a:lnTo>
                  <a:lnTo>
                    <a:pt x="329512" y="3788"/>
                  </a:lnTo>
                  <a:lnTo>
                    <a:pt x="330834" y="9800"/>
                  </a:lnTo>
                  <a:lnTo>
                    <a:pt x="315556" y="29551"/>
                  </a:lnTo>
                  <a:lnTo>
                    <a:pt x="299503" y="53586"/>
                  </a:lnTo>
                  <a:lnTo>
                    <a:pt x="292576" y="78816"/>
                  </a:lnTo>
                  <a:lnTo>
                    <a:pt x="283056" y="88489"/>
                  </a:lnTo>
                  <a:lnTo>
                    <a:pt x="277578" y="103525"/>
                  </a:lnTo>
                  <a:lnTo>
                    <a:pt x="265046" y="118815"/>
                  </a:lnTo>
                  <a:lnTo>
                    <a:pt x="263864" y="130051"/>
                  </a:lnTo>
                  <a:lnTo>
                    <a:pt x="266482" y="137753"/>
                  </a:lnTo>
                  <a:lnTo>
                    <a:pt x="263864" y="144820"/>
                  </a:lnTo>
                  <a:lnTo>
                    <a:pt x="256962" y="152268"/>
                  </a:lnTo>
                  <a:lnTo>
                    <a:pt x="237122" y="189128"/>
                  </a:lnTo>
                  <a:lnTo>
                    <a:pt x="229813" y="204037"/>
                  </a:lnTo>
                  <a:lnTo>
                    <a:pt x="219760" y="209388"/>
                  </a:lnTo>
                  <a:lnTo>
                    <a:pt x="211282" y="203109"/>
                  </a:lnTo>
                  <a:lnTo>
                    <a:pt x="208028" y="207176"/>
                  </a:lnTo>
                  <a:lnTo>
                    <a:pt x="207367" y="216849"/>
                  </a:lnTo>
                  <a:lnTo>
                    <a:pt x="206058" y="224017"/>
                  </a:lnTo>
                  <a:lnTo>
                    <a:pt x="198495" y="232393"/>
                  </a:lnTo>
                  <a:lnTo>
                    <a:pt x="183230" y="248472"/>
                  </a:lnTo>
                  <a:lnTo>
                    <a:pt x="168080" y="255793"/>
                  </a:lnTo>
                  <a:lnTo>
                    <a:pt x="154785" y="255272"/>
                  </a:lnTo>
                  <a:lnTo>
                    <a:pt x="147858" y="258271"/>
                  </a:lnTo>
                  <a:lnTo>
                    <a:pt x="133368" y="268084"/>
                  </a:lnTo>
                  <a:lnTo>
                    <a:pt x="94488" y="284149"/>
                  </a:lnTo>
                  <a:lnTo>
                    <a:pt x="73465" y="284925"/>
                  </a:lnTo>
                  <a:lnTo>
                    <a:pt x="66563" y="281010"/>
                  </a:lnTo>
                  <a:lnTo>
                    <a:pt x="57831" y="267029"/>
                  </a:lnTo>
                  <a:lnTo>
                    <a:pt x="58594" y="262593"/>
                  </a:lnTo>
                  <a:lnTo>
                    <a:pt x="99318" y="235266"/>
                  </a:lnTo>
                  <a:lnTo>
                    <a:pt x="122806" y="219454"/>
                  </a:lnTo>
                  <a:lnTo>
                    <a:pt x="133495" y="204685"/>
                  </a:lnTo>
                  <a:lnTo>
                    <a:pt x="146549" y="191886"/>
                  </a:lnTo>
                  <a:lnTo>
                    <a:pt x="152942" y="181680"/>
                  </a:lnTo>
                  <a:lnTo>
                    <a:pt x="151518" y="174880"/>
                  </a:lnTo>
                  <a:lnTo>
                    <a:pt x="138338" y="168881"/>
                  </a:lnTo>
                  <a:lnTo>
                    <a:pt x="134042" y="174880"/>
                  </a:lnTo>
                  <a:lnTo>
                    <a:pt x="134944" y="180637"/>
                  </a:lnTo>
                  <a:lnTo>
                    <a:pt x="121497" y="206515"/>
                  </a:lnTo>
                  <a:lnTo>
                    <a:pt x="93445" y="226775"/>
                  </a:lnTo>
                  <a:lnTo>
                    <a:pt x="71126" y="244290"/>
                  </a:lnTo>
                  <a:lnTo>
                    <a:pt x="48540" y="258144"/>
                  </a:lnTo>
                  <a:lnTo>
                    <a:pt x="31458" y="258793"/>
                  </a:lnTo>
                  <a:lnTo>
                    <a:pt x="23234" y="259581"/>
                  </a:lnTo>
                  <a:lnTo>
                    <a:pt x="12405" y="258665"/>
                  </a:lnTo>
                  <a:lnTo>
                    <a:pt x="4042" y="245066"/>
                  </a:lnTo>
                  <a:lnTo>
                    <a:pt x="0" y="238799"/>
                  </a:lnTo>
                  <a:lnTo>
                    <a:pt x="2491" y="233563"/>
                  </a:lnTo>
                  <a:lnTo>
                    <a:pt x="19574" y="224157"/>
                  </a:lnTo>
                  <a:lnTo>
                    <a:pt x="29246" y="224805"/>
                  </a:lnTo>
                  <a:lnTo>
                    <a:pt x="69169" y="204685"/>
                  </a:lnTo>
                  <a:lnTo>
                    <a:pt x="79871" y="192267"/>
                  </a:lnTo>
                  <a:lnTo>
                    <a:pt x="84434" y="176583"/>
                  </a:lnTo>
                  <a:lnTo>
                    <a:pt x="125018" y="152129"/>
                  </a:lnTo>
                  <a:lnTo>
                    <a:pt x="165487" y="126911"/>
                  </a:lnTo>
                  <a:lnTo>
                    <a:pt x="210634" y="98161"/>
                  </a:lnTo>
                  <a:lnTo>
                    <a:pt x="230474" y="73325"/>
                  </a:lnTo>
                  <a:lnTo>
                    <a:pt x="254865" y="56472"/>
                  </a:lnTo>
                  <a:lnTo>
                    <a:pt x="280311" y="30454"/>
                  </a:lnTo>
                  <a:lnTo>
                    <a:pt x="289971" y="21302"/>
                  </a:lnTo>
                  <a:close/>
                </a:path>
              </a:pathLst>
            </a:custGeom>
            <a:solidFill>
              <a:srgbClr val="BAE0DF"/>
            </a:solidFill>
            <a:ln w="12700" cap="flat">
              <a:noFill/>
              <a:prstDash val="solid"/>
              <a:miter/>
            </a:ln>
          </p:spPr>
          <p:txBody>
            <a:bodyPr rtlCol="0" anchor="ctr"/>
            <a:lstStyle/>
            <a:p>
              <a:endParaRPr lang="de-CH"/>
            </a:p>
          </p:txBody>
        </p:sp>
        <p:sp>
          <p:nvSpPr>
            <p:cNvPr id="139" name="Freihandform: Form 138">
              <a:extLst>
                <a:ext uri="{FF2B5EF4-FFF2-40B4-BE49-F238E27FC236}">
                  <a16:creationId xmlns:a16="http://schemas.microsoft.com/office/drawing/2014/main" id="{1D9B8515-B5AB-95E4-57F3-9940E8E98FD5}"/>
                </a:ext>
              </a:extLst>
            </p:cNvPr>
            <p:cNvSpPr/>
            <p:nvPr/>
          </p:nvSpPr>
          <p:spPr>
            <a:xfrm>
              <a:off x="2887800" y="2873450"/>
              <a:ext cx="848520" cy="670653"/>
            </a:xfrm>
            <a:custGeom>
              <a:avLst/>
              <a:gdLst>
                <a:gd name="connsiteX0" fmla="*/ 707310 w 848520"/>
                <a:gd name="connsiteY0" fmla="*/ 0 h 670653"/>
                <a:gd name="connsiteX1" fmla="*/ 721673 w 848520"/>
                <a:gd name="connsiteY1" fmla="*/ 3800 h 670653"/>
                <a:gd name="connsiteX2" fmla="*/ 733938 w 848520"/>
                <a:gd name="connsiteY2" fmla="*/ 10727 h 670653"/>
                <a:gd name="connsiteX3" fmla="*/ 741119 w 848520"/>
                <a:gd name="connsiteY3" fmla="*/ 21950 h 670653"/>
                <a:gd name="connsiteX4" fmla="*/ 769692 w 848520"/>
                <a:gd name="connsiteY4" fmla="*/ 28369 h 670653"/>
                <a:gd name="connsiteX5" fmla="*/ 775958 w 848520"/>
                <a:gd name="connsiteY5" fmla="*/ 22624 h 670653"/>
                <a:gd name="connsiteX6" fmla="*/ 785491 w 848520"/>
                <a:gd name="connsiteY6" fmla="*/ 22624 h 670653"/>
                <a:gd name="connsiteX7" fmla="*/ 790829 w 848520"/>
                <a:gd name="connsiteY7" fmla="*/ 29157 h 670653"/>
                <a:gd name="connsiteX8" fmla="*/ 799052 w 848520"/>
                <a:gd name="connsiteY8" fmla="*/ 19726 h 670653"/>
                <a:gd name="connsiteX9" fmla="*/ 808445 w 848520"/>
                <a:gd name="connsiteY9" fmla="*/ 16879 h 670653"/>
                <a:gd name="connsiteX10" fmla="*/ 829849 w 848520"/>
                <a:gd name="connsiteY10" fmla="*/ 39338 h 670653"/>
                <a:gd name="connsiteX11" fmla="*/ 848521 w 848520"/>
                <a:gd name="connsiteY11" fmla="*/ 73986 h 670653"/>
                <a:gd name="connsiteX12" fmla="*/ 837806 w 848520"/>
                <a:gd name="connsiteY12" fmla="*/ 82222 h 670653"/>
                <a:gd name="connsiteX13" fmla="*/ 830383 w 848520"/>
                <a:gd name="connsiteY13" fmla="*/ 90064 h 670653"/>
                <a:gd name="connsiteX14" fmla="*/ 820851 w 848520"/>
                <a:gd name="connsiteY14" fmla="*/ 93064 h 670653"/>
                <a:gd name="connsiteX15" fmla="*/ 826201 w 848520"/>
                <a:gd name="connsiteY15" fmla="*/ 98428 h 670653"/>
                <a:gd name="connsiteX16" fmla="*/ 826329 w 848520"/>
                <a:gd name="connsiteY16" fmla="*/ 109003 h 670653"/>
                <a:gd name="connsiteX17" fmla="*/ 819147 w 848520"/>
                <a:gd name="connsiteY17" fmla="*/ 122069 h 670653"/>
                <a:gd name="connsiteX18" fmla="*/ 804403 w 848520"/>
                <a:gd name="connsiteY18" fmla="*/ 135681 h 670653"/>
                <a:gd name="connsiteX19" fmla="*/ 798925 w 848520"/>
                <a:gd name="connsiteY19" fmla="*/ 148608 h 670653"/>
                <a:gd name="connsiteX20" fmla="*/ 740979 w 848520"/>
                <a:gd name="connsiteY20" fmla="*/ 184158 h 670653"/>
                <a:gd name="connsiteX21" fmla="*/ 708619 w 848520"/>
                <a:gd name="connsiteY21" fmla="*/ 204037 h 670653"/>
                <a:gd name="connsiteX22" fmla="*/ 702226 w 848520"/>
                <a:gd name="connsiteY22" fmla="*/ 212527 h 670653"/>
                <a:gd name="connsiteX23" fmla="*/ 703395 w 848520"/>
                <a:gd name="connsiteY23" fmla="*/ 221412 h 670653"/>
                <a:gd name="connsiteX24" fmla="*/ 668036 w 848520"/>
                <a:gd name="connsiteY24" fmla="*/ 251725 h 670653"/>
                <a:gd name="connsiteX25" fmla="*/ 653165 w 848520"/>
                <a:gd name="connsiteY25" fmla="*/ 261029 h 670653"/>
                <a:gd name="connsiteX26" fmla="*/ 644547 w 848520"/>
                <a:gd name="connsiteY26" fmla="*/ 272507 h 670653"/>
                <a:gd name="connsiteX27" fmla="*/ 613738 w 848520"/>
                <a:gd name="connsiteY27" fmla="*/ 296173 h 670653"/>
                <a:gd name="connsiteX28" fmla="*/ 600049 w 848520"/>
                <a:gd name="connsiteY28" fmla="*/ 301791 h 670653"/>
                <a:gd name="connsiteX29" fmla="*/ 598867 w 848520"/>
                <a:gd name="connsiteY29" fmla="*/ 309506 h 670653"/>
                <a:gd name="connsiteX30" fmla="*/ 594685 w 848520"/>
                <a:gd name="connsiteY30" fmla="*/ 316573 h 670653"/>
                <a:gd name="connsiteX31" fmla="*/ 588419 w 848520"/>
                <a:gd name="connsiteY31" fmla="*/ 315785 h 670653"/>
                <a:gd name="connsiteX32" fmla="*/ 545103 w 848520"/>
                <a:gd name="connsiteY32" fmla="*/ 342057 h 670653"/>
                <a:gd name="connsiteX33" fmla="*/ 545103 w 848520"/>
                <a:gd name="connsiteY33" fmla="*/ 350929 h 670653"/>
                <a:gd name="connsiteX34" fmla="*/ 523165 w 848520"/>
                <a:gd name="connsiteY34" fmla="*/ 370541 h 670653"/>
                <a:gd name="connsiteX35" fmla="*/ 485721 w 848520"/>
                <a:gd name="connsiteY35" fmla="*/ 415776 h 670653"/>
                <a:gd name="connsiteX36" fmla="*/ 477243 w 848520"/>
                <a:gd name="connsiteY36" fmla="*/ 429630 h 670653"/>
                <a:gd name="connsiteX37" fmla="*/ 467710 w 848520"/>
                <a:gd name="connsiteY37" fmla="*/ 435642 h 670653"/>
                <a:gd name="connsiteX38" fmla="*/ 458317 w 848520"/>
                <a:gd name="connsiteY38" fmla="*/ 441400 h 670653"/>
                <a:gd name="connsiteX39" fmla="*/ 455445 w 848520"/>
                <a:gd name="connsiteY39" fmla="*/ 448454 h 670653"/>
                <a:gd name="connsiteX40" fmla="*/ 444743 w 848520"/>
                <a:gd name="connsiteY40" fmla="*/ 451466 h 670653"/>
                <a:gd name="connsiteX41" fmla="*/ 430266 w 848520"/>
                <a:gd name="connsiteY41" fmla="*/ 463744 h 670653"/>
                <a:gd name="connsiteX42" fmla="*/ 400117 w 848520"/>
                <a:gd name="connsiteY42" fmla="*/ 496549 h 670653"/>
                <a:gd name="connsiteX43" fmla="*/ 373223 w 848520"/>
                <a:gd name="connsiteY43" fmla="*/ 508700 h 670653"/>
                <a:gd name="connsiteX44" fmla="*/ 361478 w 848520"/>
                <a:gd name="connsiteY44" fmla="*/ 510531 h 670653"/>
                <a:gd name="connsiteX45" fmla="*/ 351691 w 848520"/>
                <a:gd name="connsiteY45" fmla="*/ 518627 h 670653"/>
                <a:gd name="connsiteX46" fmla="*/ 321022 w 848520"/>
                <a:gd name="connsiteY46" fmla="*/ 548305 h 670653"/>
                <a:gd name="connsiteX47" fmla="*/ 268313 w 848520"/>
                <a:gd name="connsiteY47" fmla="*/ 602286 h 670653"/>
                <a:gd name="connsiteX48" fmla="*/ 250696 w 848520"/>
                <a:gd name="connsiteY48" fmla="*/ 619788 h 670653"/>
                <a:gd name="connsiteX49" fmla="*/ 232800 w 848520"/>
                <a:gd name="connsiteY49" fmla="*/ 620970 h 670653"/>
                <a:gd name="connsiteX50" fmla="*/ 215324 w 848520"/>
                <a:gd name="connsiteY50" fmla="*/ 607776 h 670653"/>
                <a:gd name="connsiteX51" fmla="*/ 205664 w 848520"/>
                <a:gd name="connsiteY51" fmla="*/ 611170 h 670653"/>
                <a:gd name="connsiteX52" fmla="*/ 194962 w 848520"/>
                <a:gd name="connsiteY52" fmla="*/ 606988 h 670653"/>
                <a:gd name="connsiteX53" fmla="*/ 167177 w 848520"/>
                <a:gd name="connsiteY53" fmla="*/ 608946 h 670653"/>
                <a:gd name="connsiteX54" fmla="*/ 79210 w 848520"/>
                <a:gd name="connsiteY54" fmla="*/ 653012 h 670653"/>
                <a:gd name="connsiteX55" fmla="*/ 68635 w 848520"/>
                <a:gd name="connsiteY55" fmla="*/ 663193 h 670653"/>
                <a:gd name="connsiteX56" fmla="*/ 55073 w 848520"/>
                <a:gd name="connsiteY56" fmla="*/ 663714 h 670653"/>
                <a:gd name="connsiteX57" fmla="*/ 48286 w 848520"/>
                <a:gd name="connsiteY57" fmla="*/ 668557 h 670653"/>
                <a:gd name="connsiteX58" fmla="*/ 24404 w 848520"/>
                <a:gd name="connsiteY58" fmla="*/ 670654 h 670653"/>
                <a:gd name="connsiteX59" fmla="*/ 14083 w 848520"/>
                <a:gd name="connsiteY59" fmla="*/ 659672 h 670653"/>
                <a:gd name="connsiteX60" fmla="*/ 2351 w 848520"/>
                <a:gd name="connsiteY60" fmla="*/ 647115 h 670653"/>
                <a:gd name="connsiteX61" fmla="*/ 915 w 848520"/>
                <a:gd name="connsiteY61" fmla="*/ 638230 h 670653"/>
                <a:gd name="connsiteX62" fmla="*/ 0 w 848520"/>
                <a:gd name="connsiteY62" fmla="*/ 621758 h 670653"/>
                <a:gd name="connsiteX63" fmla="*/ 50104 w 848520"/>
                <a:gd name="connsiteY63" fmla="*/ 581250 h 670653"/>
                <a:gd name="connsiteX64" fmla="*/ 70986 w 848520"/>
                <a:gd name="connsiteY64" fmla="*/ 569735 h 670653"/>
                <a:gd name="connsiteX65" fmla="*/ 83392 w 848520"/>
                <a:gd name="connsiteY65" fmla="*/ 566735 h 670653"/>
                <a:gd name="connsiteX66" fmla="*/ 88082 w 848520"/>
                <a:gd name="connsiteY66" fmla="*/ 560202 h 670653"/>
                <a:gd name="connsiteX67" fmla="*/ 97487 w 848520"/>
                <a:gd name="connsiteY67" fmla="*/ 555232 h 670653"/>
                <a:gd name="connsiteX68" fmla="*/ 106359 w 848520"/>
                <a:gd name="connsiteY68" fmla="*/ 538379 h 670653"/>
                <a:gd name="connsiteX69" fmla="*/ 115231 w 848520"/>
                <a:gd name="connsiteY69" fmla="*/ 535379 h 670653"/>
                <a:gd name="connsiteX70" fmla="*/ 123581 w 848520"/>
                <a:gd name="connsiteY70" fmla="*/ 526622 h 670653"/>
                <a:gd name="connsiteX71" fmla="*/ 137537 w 848520"/>
                <a:gd name="connsiteY71" fmla="*/ 522160 h 670653"/>
                <a:gd name="connsiteX72" fmla="*/ 165462 w 848520"/>
                <a:gd name="connsiteY72" fmla="*/ 487665 h 670653"/>
                <a:gd name="connsiteX73" fmla="*/ 186090 w 848520"/>
                <a:gd name="connsiteY73" fmla="*/ 475641 h 670653"/>
                <a:gd name="connsiteX74" fmla="*/ 196284 w 848520"/>
                <a:gd name="connsiteY74" fmla="*/ 473798 h 670653"/>
                <a:gd name="connsiteX75" fmla="*/ 213887 w 848520"/>
                <a:gd name="connsiteY75" fmla="*/ 453284 h 670653"/>
                <a:gd name="connsiteX76" fmla="*/ 226280 w 848520"/>
                <a:gd name="connsiteY76" fmla="*/ 449102 h 670653"/>
                <a:gd name="connsiteX77" fmla="*/ 242473 w 848520"/>
                <a:gd name="connsiteY77" fmla="*/ 435769 h 670653"/>
                <a:gd name="connsiteX78" fmla="*/ 248739 w 848520"/>
                <a:gd name="connsiteY78" fmla="*/ 418382 h 670653"/>
                <a:gd name="connsiteX79" fmla="*/ 251077 w 848520"/>
                <a:gd name="connsiteY79" fmla="*/ 405977 h 670653"/>
                <a:gd name="connsiteX80" fmla="*/ 257738 w 848520"/>
                <a:gd name="connsiteY80" fmla="*/ 395122 h 670653"/>
                <a:gd name="connsiteX81" fmla="*/ 267016 w 848520"/>
                <a:gd name="connsiteY81" fmla="*/ 375777 h 670653"/>
                <a:gd name="connsiteX82" fmla="*/ 278226 w 848520"/>
                <a:gd name="connsiteY82" fmla="*/ 361008 h 670653"/>
                <a:gd name="connsiteX83" fmla="*/ 294801 w 848520"/>
                <a:gd name="connsiteY83" fmla="*/ 352123 h 670653"/>
                <a:gd name="connsiteX84" fmla="*/ 303939 w 848520"/>
                <a:gd name="connsiteY84" fmla="*/ 341930 h 670653"/>
                <a:gd name="connsiteX85" fmla="*/ 349353 w 848520"/>
                <a:gd name="connsiteY85" fmla="*/ 286246 h 670653"/>
                <a:gd name="connsiteX86" fmla="*/ 401948 w 848520"/>
                <a:gd name="connsiteY86" fmla="*/ 252272 h 670653"/>
                <a:gd name="connsiteX87" fmla="*/ 413946 w 848520"/>
                <a:gd name="connsiteY87" fmla="*/ 255539 h 670653"/>
                <a:gd name="connsiteX88" fmla="*/ 419043 w 848520"/>
                <a:gd name="connsiteY88" fmla="*/ 250823 h 670653"/>
                <a:gd name="connsiteX89" fmla="*/ 418649 w 848520"/>
                <a:gd name="connsiteY89" fmla="*/ 235012 h 670653"/>
                <a:gd name="connsiteX90" fmla="*/ 433774 w 848520"/>
                <a:gd name="connsiteY90" fmla="*/ 217230 h 670653"/>
                <a:gd name="connsiteX91" fmla="*/ 462105 w 848520"/>
                <a:gd name="connsiteY91" fmla="*/ 209922 h 670653"/>
                <a:gd name="connsiteX92" fmla="*/ 483636 w 848520"/>
                <a:gd name="connsiteY92" fmla="*/ 196589 h 670653"/>
                <a:gd name="connsiteX93" fmla="*/ 484284 w 848520"/>
                <a:gd name="connsiteY93" fmla="*/ 179468 h 670653"/>
                <a:gd name="connsiteX94" fmla="*/ 492126 w 848520"/>
                <a:gd name="connsiteY94" fmla="*/ 164305 h 670653"/>
                <a:gd name="connsiteX95" fmla="*/ 489762 w 848520"/>
                <a:gd name="connsiteY95" fmla="*/ 123785 h 670653"/>
                <a:gd name="connsiteX96" fmla="*/ 512082 w 848520"/>
                <a:gd name="connsiteY96" fmla="*/ 105482 h 670653"/>
                <a:gd name="connsiteX97" fmla="*/ 532443 w 848520"/>
                <a:gd name="connsiteY97" fmla="*/ 96331 h 670653"/>
                <a:gd name="connsiteX98" fmla="*/ 558677 w 848520"/>
                <a:gd name="connsiteY98" fmla="*/ 93585 h 670653"/>
                <a:gd name="connsiteX99" fmla="*/ 570548 w 848520"/>
                <a:gd name="connsiteY99" fmla="*/ 85362 h 670653"/>
                <a:gd name="connsiteX100" fmla="*/ 574069 w 848520"/>
                <a:gd name="connsiteY100" fmla="*/ 79477 h 670653"/>
                <a:gd name="connsiteX101" fmla="*/ 595333 w 848520"/>
                <a:gd name="connsiteY101" fmla="*/ 67567 h 670653"/>
                <a:gd name="connsiteX102" fmla="*/ 604218 w 848520"/>
                <a:gd name="connsiteY102" fmla="*/ 69919 h 670653"/>
                <a:gd name="connsiteX103" fmla="*/ 615962 w 848520"/>
                <a:gd name="connsiteY103" fmla="*/ 63132 h 670653"/>
                <a:gd name="connsiteX104" fmla="*/ 640238 w 848520"/>
                <a:gd name="connsiteY104" fmla="*/ 54628 h 670653"/>
                <a:gd name="connsiteX105" fmla="*/ 643759 w 848520"/>
                <a:gd name="connsiteY105" fmla="*/ 46926 h 670653"/>
                <a:gd name="connsiteX106" fmla="*/ 657054 w 848520"/>
                <a:gd name="connsiteY106" fmla="*/ 46799 h 670653"/>
                <a:gd name="connsiteX107" fmla="*/ 665544 w 848520"/>
                <a:gd name="connsiteY107" fmla="*/ 38703 h 670653"/>
                <a:gd name="connsiteX108" fmla="*/ 666714 w 848520"/>
                <a:gd name="connsiteY108" fmla="*/ 30326 h 670653"/>
                <a:gd name="connsiteX109" fmla="*/ 684203 w 848520"/>
                <a:gd name="connsiteY109" fmla="*/ 15557 h 670653"/>
                <a:gd name="connsiteX110" fmla="*/ 707310 w 848520"/>
                <a:gd name="connsiteY110" fmla="*/ 0 h 670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848520" h="670653">
                  <a:moveTo>
                    <a:pt x="707310" y="0"/>
                  </a:moveTo>
                  <a:lnTo>
                    <a:pt x="721673" y="3800"/>
                  </a:lnTo>
                  <a:lnTo>
                    <a:pt x="733938" y="10727"/>
                  </a:lnTo>
                  <a:lnTo>
                    <a:pt x="741119" y="21950"/>
                  </a:lnTo>
                  <a:lnTo>
                    <a:pt x="769692" y="28369"/>
                  </a:lnTo>
                  <a:lnTo>
                    <a:pt x="775958" y="22624"/>
                  </a:lnTo>
                  <a:lnTo>
                    <a:pt x="785491" y="22624"/>
                  </a:lnTo>
                  <a:lnTo>
                    <a:pt x="790829" y="29157"/>
                  </a:lnTo>
                  <a:lnTo>
                    <a:pt x="799052" y="19726"/>
                  </a:lnTo>
                  <a:lnTo>
                    <a:pt x="808445" y="16879"/>
                  </a:lnTo>
                  <a:lnTo>
                    <a:pt x="829849" y="39338"/>
                  </a:lnTo>
                  <a:lnTo>
                    <a:pt x="848521" y="73986"/>
                  </a:lnTo>
                  <a:lnTo>
                    <a:pt x="837806" y="82222"/>
                  </a:lnTo>
                  <a:lnTo>
                    <a:pt x="830383" y="90064"/>
                  </a:lnTo>
                  <a:lnTo>
                    <a:pt x="820851" y="93064"/>
                  </a:lnTo>
                  <a:lnTo>
                    <a:pt x="826201" y="98428"/>
                  </a:lnTo>
                  <a:lnTo>
                    <a:pt x="826329" y="109003"/>
                  </a:lnTo>
                  <a:lnTo>
                    <a:pt x="819147" y="122069"/>
                  </a:lnTo>
                  <a:lnTo>
                    <a:pt x="804403" y="135681"/>
                  </a:lnTo>
                  <a:lnTo>
                    <a:pt x="798925" y="148608"/>
                  </a:lnTo>
                  <a:lnTo>
                    <a:pt x="740979" y="184158"/>
                  </a:lnTo>
                  <a:lnTo>
                    <a:pt x="708619" y="204037"/>
                  </a:lnTo>
                  <a:lnTo>
                    <a:pt x="702226" y="212527"/>
                  </a:lnTo>
                  <a:lnTo>
                    <a:pt x="703395" y="221412"/>
                  </a:lnTo>
                  <a:lnTo>
                    <a:pt x="668036" y="251725"/>
                  </a:lnTo>
                  <a:lnTo>
                    <a:pt x="653165" y="261029"/>
                  </a:lnTo>
                  <a:lnTo>
                    <a:pt x="644547" y="272507"/>
                  </a:lnTo>
                  <a:lnTo>
                    <a:pt x="613738" y="296173"/>
                  </a:lnTo>
                  <a:lnTo>
                    <a:pt x="600049" y="301791"/>
                  </a:lnTo>
                  <a:lnTo>
                    <a:pt x="598867" y="309506"/>
                  </a:lnTo>
                  <a:lnTo>
                    <a:pt x="594685" y="316573"/>
                  </a:lnTo>
                  <a:lnTo>
                    <a:pt x="588419" y="315785"/>
                  </a:lnTo>
                  <a:lnTo>
                    <a:pt x="545103" y="342057"/>
                  </a:lnTo>
                  <a:lnTo>
                    <a:pt x="545103" y="350929"/>
                  </a:lnTo>
                  <a:lnTo>
                    <a:pt x="523165" y="370541"/>
                  </a:lnTo>
                  <a:lnTo>
                    <a:pt x="485721" y="415776"/>
                  </a:lnTo>
                  <a:lnTo>
                    <a:pt x="477243" y="429630"/>
                  </a:lnTo>
                  <a:lnTo>
                    <a:pt x="467710" y="435642"/>
                  </a:lnTo>
                  <a:lnTo>
                    <a:pt x="458317" y="441400"/>
                  </a:lnTo>
                  <a:lnTo>
                    <a:pt x="455445" y="448454"/>
                  </a:lnTo>
                  <a:lnTo>
                    <a:pt x="444743" y="451466"/>
                  </a:lnTo>
                  <a:lnTo>
                    <a:pt x="430266" y="463744"/>
                  </a:lnTo>
                  <a:lnTo>
                    <a:pt x="400117" y="496549"/>
                  </a:lnTo>
                  <a:lnTo>
                    <a:pt x="373223" y="508700"/>
                  </a:lnTo>
                  <a:lnTo>
                    <a:pt x="361478" y="510531"/>
                  </a:lnTo>
                  <a:lnTo>
                    <a:pt x="351691" y="518627"/>
                  </a:lnTo>
                  <a:lnTo>
                    <a:pt x="321022" y="548305"/>
                  </a:lnTo>
                  <a:lnTo>
                    <a:pt x="268313" y="602286"/>
                  </a:lnTo>
                  <a:lnTo>
                    <a:pt x="250696" y="619788"/>
                  </a:lnTo>
                  <a:lnTo>
                    <a:pt x="232800" y="620970"/>
                  </a:lnTo>
                  <a:lnTo>
                    <a:pt x="215324" y="607776"/>
                  </a:lnTo>
                  <a:lnTo>
                    <a:pt x="205664" y="611170"/>
                  </a:lnTo>
                  <a:lnTo>
                    <a:pt x="194962" y="606988"/>
                  </a:lnTo>
                  <a:lnTo>
                    <a:pt x="167177" y="608946"/>
                  </a:lnTo>
                  <a:lnTo>
                    <a:pt x="79210" y="653012"/>
                  </a:lnTo>
                  <a:lnTo>
                    <a:pt x="68635" y="663193"/>
                  </a:lnTo>
                  <a:lnTo>
                    <a:pt x="55073" y="663714"/>
                  </a:lnTo>
                  <a:lnTo>
                    <a:pt x="48286" y="668557"/>
                  </a:lnTo>
                  <a:lnTo>
                    <a:pt x="24404" y="670654"/>
                  </a:lnTo>
                  <a:lnTo>
                    <a:pt x="14083" y="659672"/>
                  </a:lnTo>
                  <a:lnTo>
                    <a:pt x="2351" y="647115"/>
                  </a:lnTo>
                  <a:lnTo>
                    <a:pt x="915" y="638230"/>
                  </a:lnTo>
                  <a:lnTo>
                    <a:pt x="0" y="621758"/>
                  </a:lnTo>
                  <a:lnTo>
                    <a:pt x="50104" y="581250"/>
                  </a:lnTo>
                  <a:lnTo>
                    <a:pt x="70986" y="569735"/>
                  </a:lnTo>
                  <a:lnTo>
                    <a:pt x="83392" y="566735"/>
                  </a:lnTo>
                  <a:lnTo>
                    <a:pt x="88082" y="560202"/>
                  </a:lnTo>
                  <a:lnTo>
                    <a:pt x="97487" y="555232"/>
                  </a:lnTo>
                  <a:lnTo>
                    <a:pt x="106359" y="538379"/>
                  </a:lnTo>
                  <a:lnTo>
                    <a:pt x="115231" y="535379"/>
                  </a:lnTo>
                  <a:lnTo>
                    <a:pt x="123581" y="526622"/>
                  </a:lnTo>
                  <a:lnTo>
                    <a:pt x="137537" y="522160"/>
                  </a:lnTo>
                  <a:lnTo>
                    <a:pt x="165462" y="487665"/>
                  </a:lnTo>
                  <a:lnTo>
                    <a:pt x="186090" y="475641"/>
                  </a:lnTo>
                  <a:lnTo>
                    <a:pt x="196284" y="473798"/>
                  </a:lnTo>
                  <a:lnTo>
                    <a:pt x="213887" y="453284"/>
                  </a:lnTo>
                  <a:lnTo>
                    <a:pt x="226280" y="449102"/>
                  </a:lnTo>
                  <a:lnTo>
                    <a:pt x="242473" y="435769"/>
                  </a:lnTo>
                  <a:lnTo>
                    <a:pt x="248739" y="418382"/>
                  </a:lnTo>
                  <a:lnTo>
                    <a:pt x="251077" y="405977"/>
                  </a:lnTo>
                  <a:lnTo>
                    <a:pt x="257738" y="395122"/>
                  </a:lnTo>
                  <a:lnTo>
                    <a:pt x="267016" y="375777"/>
                  </a:lnTo>
                  <a:lnTo>
                    <a:pt x="278226" y="361008"/>
                  </a:lnTo>
                  <a:lnTo>
                    <a:pt x="294801" y="352123"/>
                  </a:lnTo>
                  <a:lnTo>
                    <a:pt x="303939" y="341930"/>
                  </a:lnTo>
                  <a:lnTo>
                    <a:pt x="349353" y="286246"/>
                  </a:lnTo>
                  <a:lnTo>
                    <a:pt x="401948" y="252272"/>
                  </a:lnTo>
                  <a:lnTo>
                    <a:pt x="413946" y="255539"/>
                  </a:lnTo>
                  <a:lnTo>
                    <a:pt x="419043" y="250823"/>
                  </a:lnTo>
                  <a:lnTo>
                    <a:pt x="418649" y="235012"/>
                  </a:lnTo>
                  <a:lnTo>
                    <a:pt x="433774" y="217230"/>
                  </a:lnTo>
                  <a:lnTo>
                    <a:pt x="462105" y="209922"/>
                  </a:lnTo>
                  <a:lnTo>
                    <a:pt x="483636" y="196589"/>
                  </a:lnTo>
                  <a:lnTo>
                    <a:pt x="484284" y="179468"/>
                  </a:lnTo>
                  <a:lnTo>
                    <a:pt x="492126" y="164305"/>
                  </a:lnTo>
                  <a:lnTo>
                    <a:pt x="489762" y="123785"/>
                  </a:lnTo>
                  <a:lnTo>
                    <a:pt x="512082" y="105482"/>
                  </a:lnTo>
                  <a:lnTo>
                    <a:pt x="532443" y="96331"/>
                  </a:lnTo>
                  <a:lnTo>
                    <a:pt x="558677" y="93585"/>
                  </a:lnTo>
                  <a:lnTo>
                    <a:pt x="570548" y="85362"/>
                  </a:lnTo>
                  <a:lnTo>
                    <a:pt x="574069" y="79477"/>
                  </a:lnTo>
                  <a:lnTo>
                    <a:pt x="595333" y="67567"/>
                  </a:lnTo>
                  <a:lnTo>
                    <a:pt x="604218" y="69919"/>
                  </a:lnTo>
                  <a:lnTo>
                    <a:pt x="615962" y="63132"/>
                  </a:lnTo>
                  <a:lnTo>
                    <a:pt x="640238" y="54628"/>
                  </a:lnTo>
                  <a:lnTo>
                    <a:pt x="643759" y="46926"/>
                  </a:lnTo>
                  <a:lnTo>
                    <a:pt x="657054" y="46799"/>
                  </a:lnTo>
                  <a:lnTo>
                    <a:pt x="665544" y="38703"/>
                  </a:lnTo>
                  <a:lnTo>
                    <a:pt x="666714" y="30326"/>
                  </a:lnTo>
                  <a:lnTo>
                    <a:pt x="684203" y="15557"/>
                  </a:lnTo>
                  <a:lnTo>
                    <a:pt x="707310" y="0"/>
                  </a:lnTo>
                  <a:close/>
                </a:path>
              </a:pathLst>
            </a:custGeom>
            <a:solidFill>
              <a:srgbClr val="BAE0DF"/>
            </a:solidFill>
            <a:ln w="12700" cap="flat">
              <a:noFill/>
              <a:prstDash val="solid"/>
              <a:miter/>
            </a:ln>
          </p:spPr>
          <p:txBody>
            <a:bodyPr rtlCol="0" anchor="ctr"/>
            <a:lstStyle/>
            <a:p>
              <a:endParaRPr lang="de-CH"/>
            </a:p>
          </p:txBody>
        </p:sp>
        <p:sp>
          <p:nvSpPr>
            <p:cNvPr id="140" name="Freihandform: Form 139">
              <a:extLst>
                <a:ext uri="{FF2B5EF4-FFF2-40B4-BE49-F238E27FC236}">
                  <a16:creationId xmlns:a16="http://schemas.microsoft.com/office/drawing/2014/main" id="{0A393597-A615-6E48-8E07-2123147C8A25}"/>
                </a:ext>
              </a:extLst>
            </p:cNvPr>
            <p:cNvSpPr/>
            <p:nvPr/>
          </p:nvSpPr>
          <p:spPr>
            <a:xfrm>
              <a:off x="6162063" y="2254311"/>
              <a:ext cx="68520" cy="118535"/>
            </a:xfrm>
            <a:custGeom>
              <a:avLst/>
              <a:gdLst>
                <a:gd name="connsiteX0" fmla="*/ 2872 w 68520"/>
                <a:gd name="connsiteY0" fmla="*/ 11630 h 118535"/>
                <a:gd name="connsiteX1" fmla="*/ 2872 w 68520"/>
                <a:gd name="connsiteY1" fmla="*/ 2606 h 118535"/>
                <a:gd name="connsiteX2" fmla="*/ 7448 w 68520"/>
                <a:gd name="connsiteY2" fmla="*/ 0 h 118535"/>
                <a:gd name="connsiteX3" fmla="*/ 13053 w 68520"/>
                <a:gd name="connsiteY3" fmla="*/ 4321 h 118535"/>
                <a:gd name="connsiteX4" fmla="*/ 23628 w 68520"/>
                <a:gd name="connsiteY4" fmla="*/ 5491 h 118535"/>
                <a:gd name="connsiteX5" fmla="*/ 34839 w 68520"/>
                <a:gd name="connsiteY5" fmla="*/ 4957 h 118535"/>
                <a:gd name="connsiteX6" fmla="*/ 42147 w 68520"/>
                <a:gd name="connsiteY6" fmla="*/ 14756 h 118535"/>
                <a:gd name="connsiteX7" fmla="*/ 52989 w 68520"/>
                <a:gd name="connsiteY7" fmla="*/ 61949 h 118535"/>
                <a:gd name="connsiteX8" fmla="*/ 59509 w 68520"/>
                <a:gd name="connsiteY8" fmla="*/ 73058 h 118535"/>
                <a:gd name="connsiteX9" fmla="*/ 65636 w 68520"/>
                <a:gd name="connsiteY9" fmla="*/ 85870 h 118535"/>
                <a:gd name="connsiteX10" fmla="*/ 68521 w 68520"/>
                <a:gd name="connsiteY10" fmla="*/ 98542 h 118535"/>
                <a:gd name="connsiteX11" fmla="*/ 66169 w 68520"/>
                <a:gd name="connsiteY11" fmla="*/ 108876 h 118535"/>
                <a:gd name="connsiteX12" fmla="*/ 61467 w 68520"/>
                <a:gd name="connsiteY12" fmla="*/ 112002 h 118535"/>
                <a:gd name="connsiteX13" fmla="*/ 61975 w 68520"/>
                <a:gd name="connsiteY13" fmla="*/ 117900 h 118535"/>
                <a:gd name="connsiteX14" fmla="*/ 58581 w 68520"/>
                <a:gd name="connsiteY14" fmla="*/ 118535 h 118535"/>
                <a:gd name="connsiteX15" fmla="*/ 52722 w 68520"/>
                <a:gd name="connsiteY15" fmla="*/ 114493 h 118535"/>
                <a:gd name="connsiteX16" fmla="*/ 49595 w 68520"/>
                <a:gd name="connsiteY16" fmla="*/ 107172 h 118535"/>
                <a:gd name="connsiteX17" fmla="*/ 42528 w 68520"/>
                <a:gd name="connsiteY17" fmla="*/ 103652 h 118535"/>
                <a:gd name="connsiteX18" fmla="*/ 28700 w 68520"/>
                <a:gd name="connsiteY18" fmla="*/ 78930 h 118535"/>
                <a:gd name="connsiteX19" fmla="*/ 28318 w 68520"/>
                <a:gd name="connsiteY19" fmla="*/ 70580 h 118535"/>
                <a:gd name="connsiteX20" fmla="*/ 22446 w 68520"/>
                <a:gd name="connsiteY20" fmla="*/ 67034 h 118535"/>
                <a:gd name="connsiteX21" fmla="*/ 16968 w 68520"/>
                <a:gd name="connsiteY21" fmla="*/ 53065 h 118535"/>
                <a:gd name="connsiteX22" fmla="*/ 0 w 68520"/>
                <a:gd name="connsiteY22" fmla="*/ 26920 h 118535"/>
                <a:gd name="connsiteX23" fmla="*/ 661 w 68520"/>
                <a:gd name="connsiteY23" fmla="*/ 21429 h 118535"/>
                <a:gd name="connsiteX24" fmla="*/ 5859 w 68520"/>
                <a:gd name="connsiteY24" fmla="*/ 19065 h 118535"/>
                <a:gd name="connsiteX25" fmla="*/ 2872 w 68520"/>
                <a:gd name="connsiteY25" fmla="*/ 11630 h 118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8520" h="118535">
                  <a:moveTo>
                    <a:pt x="2872" y="11630"/>
                  </a:moveTo>
                  <a:lnTo>
                    <a:pt x="2872" y="2606"/>
                  </a:lnTo>
                  <a:lnTo>
                    <a:pt x="7448" y="0"/>
                  </a:lnTo>
                  <a:lnTo>
                    <a:pt x="13053" y="4321"/>
                  </a:lnTo>
                  <a:lnTo>
                    <a:pt x="23628" y="5491"/>
                  </a:lnTo>
                  <a:lnTo>
                    <a:pt x="34839" y="4957"/>
                  </a:lnTo>
                  <a:lnTo>
                    <a:pt x="42147" y="14756"/>
                  </a:lnTo>
                  <a:lnTo>
                    <a:pt x="52989" y="61949"/>
                  </a:lnTo>
                  <a:lnTo>
                    <a:pt x="59509" y="73058"/>
                  </a:lnTo>
                  <a:lnTo>
                    <a:pt x="65636" y="85870"/>
                  </a:lnTo>
                  <a:lnTo>
                    <a:pt x="68521" y="98542"/>
                  </a:lnTo>
                  <a:lnTo>
                    <a:pt x="66169" y="108876"/>
                  </a:lnTo>
                  <a:lnTo>
                    <a:pt x="61467" y="112002"/>
                  </a:lnTo>
                  <a:lnTo>
                    <a:pt x="61975" y="117900"/>
                  </a:lnTo>
                  <a:lnTo>
                    <a:pt x="58581" y="118535"/>
                  </a:lnTo>
                  <a:lnTo>
                    <a:pt x="52722" y="114493"/>
                  </a:lnTo>
                  <a:lnTo>
                    <a:pt x="49595" y="107172"/>
                  </a:lnTo>
                  <a:lnTo>
                    <a:pt x="42528" y="103652"/>
                  </a:lnTo>
                  <a:lnTo>
                    <a:pt x="28700" y="78930"/>
                  </a:lnTo>
                  <a:lnTo>
                    <a:pt x="28318" y="70580"/>
                  </a:lnTo>
                  <a:lnTo>
                    <a:pt x="22446" y="67034"/>
                  </a:lnTo>
                  <a:lnTo>
                    <a:pt x="16968" y="53065"/>
                  </a:lnTo>
                  <a:lnTo>
                    <a:pt x="0" y="26920"/>
                  </a:lnTo>
                  <a:lnTo>
                    <a:pt x="661" y="21429"/>
                  </a:lnTo>
                  <a:lnTo>
                    <a:pt x="5859" y="19065"/>
                  </a:lnTo>
                  <a:lnTo>
                    <a:pt x="2872" y="11630"/>
                  </a:lnTo>
                  <a:close/>
                </a:path>
              </a:pathLst>
            </a:custGeom>
            <a:solidFill>
              <a:srgbClr val="BAE0DF"/>
            </a:solidFill>
            <a:ln w="12700" cap="flat">
              <a:noFill/>
              <a:prstDash val="solid"/>
              <a:miter/>
            </a:ln>
          </p:spPr>
          <p:txBody>
            <a:bodyPr rtlCol="0" anchor="ctr"/>
            <a:lstStyle/>
            <a:p>
              <a:endParaRPr lang="de-CH"/>
            </a:p>
          </p:txBody>
        </p:sp>
        <p:sp>
          <p:nvSpPr>
            <p:cNvPr id="141" name="Freihandform: Form 140">
              <a:extLst>
                <a:ext uri="{FF2B5EF4-FFF2-40B4-BE49-F238E27FC236}">
                  <a16:creationId xmlns:a16="http://schemas.microsoft.com/office/drawing/2014/main" id="{5764136C-E4B7-26F4-C644-176453E7EF14}"/>
                </a:ext>
              </a:extLst>
            </p:cNvPr>
            <p:cNvSpPr/>
            <p:nvPr/>
          </p:nvSpPr>
          <p:spPr>
            <a:xfrm>
              <a:off x="5915155" y="2386205"/>
              <a:ext cx="143803" cy="165474"/>
            </a:xfrm>
            <a:custGeom>
              <a:avLst/>
              <a:gdLst>
                <a:gd name="connsiteX0" fmla="*/ 915 w 143803"/>
                <a:gd name="connsiteY0" fmla="*/ 24696 h 165474"/>
                <a:gd name="connsiteX1" fmla="*/ 7169 w 143803"/>
                <a:gd name="connsiteY1" fmla="*/ 13714 h 165474"/>
                <a:gd name="connsiteX2" fmla="*/ 0 w 143803"/>
                <a:gd name="connsiteY2" fmla="*/ 4690 h 165474"/>
                <a:gd name="connsiteX3" fmla="*/ 6775 w 143803"/>
                <a:gd name="connsiteY3" fmla="*/ 0 h 165474"/>
                <a:gd name="connsiteX4" fmla="*/ 23222 w 143803"/>
                <a:gd name="connsiteY4" fmla="*/ 8084 h 165474"/>
                <a:gd name="connsiteX5" fmla="*/ 46329 w 143803"/>
                <a:gd name="connsiteY5" fmla="*/ 30327 h 165474"/>
                <a:gd name="connsiteX6" fmla="*/ 67593 w 143803"/>
                <a:gd name="connsiteY6" fmla="*/ 54501 h 165474"/>
                <a:gd name="connsiteX7" fmla="*/ 107414 w 143803"/>
                <a:gd name="connsiteY7" fmla="*/ 82464 h 165474"/>
                <a:gd name="connsiteX8" fmla="*/ 127763 w 143803"/>
                <a:gd name="connsiteY8" fmla="*/ 98542 h 165474"/>
                <a:gd name="connsiteX9" fmla="*/ 142253 w 143803"/>
                <a:gd name="connsiteY9" fmla="*/ 121815 h 165474"/>
                <a:gd name="connsiteX10" fmla="*/ 143804 w 143803"/>
                <a:gd name="connsiteY10" fmla="*/ 137232 h 165474"/>
                <a:gd name="connsiteX11" fmla="*/ 137944 w 143803"/>
                <a:gd name="connsiteY11" fmla="*/ 147553 h 165474"/>
                <a:gd name="connsiteX12" fmla="*/ 132847 w 143803"/>
                <a:gd name="connsiteY12" fmla="*/ 156310 h 165474"/>
                <a:gd name="connsiteX13" fmla="*/ 127242 w 143803"/>
                <a:gd name="connsiteY13" fmla="*/ 164292 h 165474"/>
                <a:gd name="connsiteX14" fmla="*/ 117061 w 143803"/>
                <a:gd name="connsiteY14" fmla="*/ 165474 h 165474"/>
                <a:gd name="connsiteX15" fmla="*/ 99178 w 143803"/>
                <a:gd name="connsiteY15" fmla="*/ 152904 h 165474"/>
                <a:gd name="connsiteX16" fmla="*/ 52074 w 143803"/>
                <a:gd name="connsiteY16" fmla="*/ 120633 h 165474"/>
                <a:gd name="connsiteX17" fmla="*/ 17235 w 143803"/>
                <a:gd name="connsiteY17" fmla="*/ 82337 h 165474"/>
                <a:gd name="connsiteX18" fmla="*/ 5859 w 143803"/>
                <a:gd name="connsiteY18" fmla="*/ 70173 h 165474"/>
                <a:gd name="connsiteX19" fmla="*/ 2351 w 143803"/>
                <a:gd name="connsiteY19" fmla="*/ 57374 h 165474"/>
                <a:gd name="connsiteX20" fmla="*/ 4817 w 143803"/>
                <a:gd name="connsiteY20" fmla="*/ 43914 h 165474"/>
                <a:gd name="connsiteX21" fmla="*/ 1297 w 143803"/>
                <a:gd name="connsiteY21" fmla="*/ 34623 h 165474"/>
                <a:gd name="connsiteX22" fmla="*/ 915 w 143803"/>
                <a:gd name="connsiteY22" fmla="*/ 24696 h 165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3803" h="165474">
                  <a:moveTo>
                    <a:pt x="915" y="24696"/>
                  </a:moveTo>
                  <a:lnTo>
                    <a:pt x="7169" y="13714"/>
                  </a:lnTo>
                  <a:lnTo>
                    <a:pt x="0" y="4690"/>
                  </a:lnTo>
                  <a:lnTo>
                    <a:pt x="6775" y="0"/>
                  </a:lnTo>
                  <a:lnTo>
                    <a:pt x="23222" y="8084"/>
                  </a:lnTo>
                  <a:lnTo>
                    <a:pt x="46329" y="30327"/>
                  </a:lnTo>
                  <a:lnTo>
                    <a:pt x="67593" y="54501"/>
                  </a:lnTo>
                  <a:lnTo>
                    <a:pt x="107414" y="82464"/>
                  </a:lnTo>
                  <a:lnTo>
                    <a:pt x="127763" y="98542"/>
                  </a:lnTo>
                  <a:lnTo>
                    <a:pt x="142253" y="121815"/>
                  </a:lnTo>
                  <a:lnTo>
                    <a:pt x="143804" y="137232"/>
                  </a:lnTo>
                  <a:lnTo>
                    <a:pt x="137944" y="147553"/>
                  </a:lnTo>
                  <a:lnTo>
                    <a:pt x="132847" y="156310"/>
                  </a:lnTo>
                  <a:lnTo>
                    <a:pt x="127242" y="164292"/>
                  </a:lnTo>
                  <a:lnTo>
                    <a:pt x="117061" y="165474"/>
                  </a:lnTo>
                  <a:lnTo>
                    <a:pt x="99178" y="152904"/>
                  </a:lnTo>
                  <a:lnTo>
                    <a:pt x="52074" y="120633"/>
                  </a:lnTo>
                  <a:lnTo>
                    <a:pt x="17235" y="82337"/>
                  </a:lnTo>
                  <a:lnTo>
                    <a:pt x="5859" y="70173"/>
                  </a:lnTo>
                  <a:lnTo>
                    <a:pt x="2351" y="57374"/>
                  </a:lnTo>
                  <a:lnTo>
                    <a:pt x="4817" y="43914"/>
                  </a:lnTo>
                  <a:lnTo>
                    <a:pt x="1297" y="34623"/>
                  </a:lnTo>
                  <a:lnTo>
                    <a:pt x="915" y="24696"/>
                  </a:lnTo>
                  <a:close/>
                </a:path>
              </a:pathLst>
            </a:custGeom>
            <a:solidFill>
              <a:srgbClr val="BAE0DF"/>
            </a:solidFill>
            <a:ln w="12700" cap="flat">
              <a:noFill/>
              <a:prstDash val="solid"/>
              <a:miter/>
            </a:ln>
          </p:spPr>
          <p:txBody>
            <a:bodyPr rtlCol="0" anchor="ctr"/>
            <a:lstStyle/>
            <a:p>
              <a:endParaRPr lang="de-CH"/>
            </a:p>
          </p:txBody>
        </p:sp>
        <p:sp>
          <p:nvSpPr>
            <p:cNvPr id="142" name="Freihandform: Form 141">
              <a:extLst>
                <a:ext uri="{FF2B5EF4-FFF2-40B4-BE49-F238E27FC236}">
                  <a16:creationId xmlns:a16="http://schemas.microsoft.com/office/drawing/2014/main" id="{A219EC5A-8D4E-3BFE-D4EB-6A9FFA3521CB}"/>
                </a:ext>
              </a:extLst>
            </p:cNvPr>
            <p:cNvSpPr/>
            <p:nvPr/>
          </p:nvSpPr>
          <p:spPr>
            <a:xfrm>
              <a:off x="6067448" y="1952126"/>
              <a:ext cx="72155" cy="218539"/>
            </a:xfrm>
            <a:custGeom>
              <a:avLst/>
              <a:gdLst>
                <a:gd name="connsiteX0" fmla="*/ 3266 w 72155"/>
                <a:gd name="connsiteY0" fmla="*/ 10460 h 218539"/>
                <a:gd name="connsiteX1" fmla="*/ 8490 w 72155"/>
                <a:gd name="connsiteY1" fmla="*/ 7321 h 218539"/>
                <a:gd name="connsiteX2" fmla="*/ 6660 w 72155"/>
                <a:gd name="connsiteY2" fmla="*/ 1042 h 218539"/>
                <a:gd name="connsiteX3" fmla="*/ 12138 w 72155"/>
                <a:gd name="connsiteY3" fmla="*/ 0 h 218539"/>
                <a:gd name="connsiteX4" fmla="*/ 20234 w 72155"/>
                <a:gd name="connsiteY4" fmla="*/ 5097 h 218539"/>
                <a:gd name="connsiteX5" fmla="*/ 31585 w 72155"/>
                <a:gd name="connsiteY5" fmla="*/ 19739 h 218539"/>
                <a:gd name="connsiteX6" fmla="*/ 36415 w 72155"/>
                <a:gd name="connsiteY6" fmla="*/ 29272 h 218539"/>
                <a:gd name="connsiteX7" fmla="*/ 47104 w 72155"/>
                <a:gd name="connsiteY7" fmla="*/ 77507 h 218539"/>
                <a:gd name="connsiteX8" fmla="*/ 60818 w 72155"/>
                <a:gd name="connsiteY8" fmla="*/ 121815 h 218539"/>
                <a:gd name="connsiteX9" fmla="*/ 62776 w 72155"/>
                <a:gd name="connsiteY9" fmla="*/ 127966 h 218539"/>
                <a:gd name="connsiteX10" fmla="*/ 61327 w 72155"/>
                <a:gd name="connsiteY10" fmla="*/ 138033 h 218539"/>
                <a:gd name="connsiteX11" fmla="*/ 71114 w 72155"/>
                <a:gd name="connsiteY11" fmla="*/ 159983 h 218539"/>
                <a:gd name="connsiteX12" fmla="*/ 72155 w 72155"/>
                <a:gd name="connsiteY12" fmla="*/ 170825 h 218539"/>
                <a:gd name="connsiteX13" fmla="*/ 65127 w 72155"/>
                <a:gd name="connsiteY13" fmla="*/ 185200 h 218539"/>
                <a:gd name="connsiteX14" fmla="*/ 60030 w 72155"/>
                <a:gd name="connsiteY14" fmla="*/ 199728 h 218539"/>
                <a:gd name="connsiteX15" fmla="*/ 65902 w 72155"/>
                <a:gd name="connsiteY15" fmla="*/ 206897 h 218539"/>
                <a:gd name="connsiteX16" fmla="*/ 66296 w 72155"/>
                <a:gd name="connsiteY16" fmla="*/ 212527 h 218539"/>
                <a:gd name="connsiteX17" fmla="*/ 60691 w 72155"/>
                <a:gd name="connsiteY17" fmla="*/ 217878 h 218539"/>
                <a:gd name="connsiteX18" fmla="*/ 54298 w 72155"/>
                <a:gd name="connsiteY18" fmla="*/ 218539 h 218539"/>
                <a:gd name="connsiteX19" fmla="*/ 44765 w 72155"/>
                <a:gd name="connsiteY19" fmla="*/ 199728 h 218539"/>
                <a:gd name="connsiteX20" fmla="*/ 31457 w 72155"/>
                <a:gd name="connsiteY20" fmla="*/ 165207 h 218539"/>
                <a:gd name="connsiteX21" fmla="*/ 29615 w 72155"/>
                <a:gd name="connsiteY21" fmla="*/ 152141 h 218539"/>
                <a:gd name="connsiteX22" fmla="*/ 23755 w 72155"/>
                <a:gd name="connsiteY22" fmla="*/ 145087 h 218539"/>
                <a:gd name="connsiteX23" fmla="*/ 18786 w 72155"/>
                <a:gd name="connsiteY23" fmla="*/ 121942 h 218539"/>
                <a:gd name="connsiteX24" fmla="*/ 17235 w 72155"/>
                <a:gd name="connsiteY24" fmla="*/ 114900 h 218539"/>
                <a:gd name="connsiteX25" fmla="*/ 5605 w 72155"/>
                <a:gd name="connsiteY25" fmla="*/ 62610 h 218539"/>
                <a:gd name="connsiteX26" fmla="*/ 0 w 72155"/>
                <a:gd name="connsiteY26" fmla="*/ 30848 h 218539"/>
                <a:gd name="connsiteX27" fmla="*/ 3266 w 72155"/>
                <a:gd name="connsiteY27" fmla="*/ 10460 h 21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72155" h="218539">
                  <a:moveTo>
                    <a:pt x="3266" y="10460"/>
                  </a:moveTo>
                  <a:lnTo>
                    <a:pt x="8490" y="7321"/>
                  </a:lnTo>
                  <a:lnTo>
                    <a:pt x="6660" y="1042"/>
                  </a:lnTo>
                  <a:lnTo>
                    <a:pt x="12138" y="0"/>
                  </a:lnTo>
                  <a:lnTo>
                    <a:pt x="20234" y="5097"/>
                  </a:lnTo>
                  <a:lnTo>
                    <a:pt x="31585" y="19739"/>
                  </a:lnTo>
                  <a:lnTo>
                    <a:pt x="36415" y="29272"/>
                  </a:lnTo>
                  <a:lnTo>
                    <a:pt x="47104" y="77507"/>
                  </a:lnTo>
                  <a:lnTo>
                    <a:pt x="60818" y="121815"/>
                  </a:lnTo>
                  <a:lnTo>
                    <a:pt x="62776" y="127966"/>
                  </a:lnTo>
                  <a:lnTo>
                    <a:pt x="61327" y="138033"/>
                  </a:lnTo>
                  <a:lnTo>
                    <a:pt x="71114" y="159983"/>
                  </a:lnTo>
                  <a:lnTo>
                    <a:pt x="72155" y="170825"/>
                  </a:lnTo>
                  <a:lnTo>
                    <a:pt x="65127" y="185200"/>
                  </a:lnTo>
                  <a:lnTo>
                    <a:pt x="60030" y="199728"/>
                  </a:lnTo>
                  <a:lnTo>
                    <a:pt x="65902" y="206897"/>
                  </a:lnTo>
                  <a:lnTo>
                    <a:pt x="66296" y="212527"/>
                  </a:lnTo>
                  <a:lnTo>
                    <a:pt x="60691" y="217878"/>
                  </a:lnTo>
                  <a:lnTo>
                    <a:pt x="54298" y="218539"/>
                  </a:lnTo>
                  <a:lnTo>
                    <a:pt x="44765" y="199728"/>
                  </a:lnTo>
                  <a:lnTo>
                    <a:pt x="31457" y="165207"/>
                  </a:lnTo>
                  <a:lnTo>
                    <a:pt x="29615" y="152141"/>
                  </a:lnTo>
                  <a:lnTo>
                    <a:pt x="23755" y="145087"/>
                  </a:lnTo>
                  <a:lnTo>
                    <a:pt x="18786" y="121942"/>
                  </a:lnTo>
                  <a:lnTo>
                    <a:pt x="17235" y="114900"/>
                  </a:lnTo>
                  <a:lnTo>
                    <a:pt x="5605" y="62610"/>
                  </a:lnTo>
                  <a:lnTo>
                    <a:pt x="0" y="30848"/>
                  </a:lnTo>
                  <a:lnTo>
                    <a:pt x="3266" y="10460"/>
                  </a:lnTo>
                  <a:close/>
                </a:path>
              </a:pathLst>
            </a:custGeom>
            <a:solidFill>
              <a:srgbClr val="BAE0DF"/>
            </a:solidFill>
            <a:ln w="12700" cap="flat">
              <a:noFill/>
              <a:prstDash val="solid"/>
              <a:miter/>
            </a:ln>
          </p:spPr>
          <p:txBody>
            <a:bodyPr rtlCol="0" anchor="ctr"/>
            <a:lstStyle/>
            <a:p>
              <a:endParaRPr lang="de-CH"/>
            </a:p>
          </p:txBody>
        </p:sp>
        <p:sp>
          <p:nvSpPr>
            <p:cNvPr id="143" name="Freihandform: Form 142">
              <a:extLst>
                <a:ext uri="{FF2B5EF4-FFF2-40B4-BE49-F238E27FC236}">
                  <a16:creationId xmlns:a16="http://schemas.microsoft.com/office/drawing/2014/main" id="{1A3E15CE-409A-ADAF-4749-8279E5484E78}"/>
                </a:ext>
              </a:extLst>
            </p:cNvPr>
            <p:cNvSpPr/>
            <p:nvPr/>
          </p:nvSpPr>
          <p:spPr>
            <a:xfrm>
              <a:off x="6588402" y="2356793"/>
              <a:ext cx="155178" cy="354080"/>
            </a:xfrm>
            <a:custGeom>
              <a:avLst/>
              <a:gdLst>
                <a:gd name="connsiteX0" fmla="*/ 1703 w 155178"/>
                <a:gd name="connsiteY0" fmla="*/ 23781 h 354080"/>
                <a:gd name="connsiteX1" fmla="*/ 19205 w 155178"/>
                <a:gd name="connsiteY1" fmla="*/ 7969 h 354080"/>
                <a:gd name="connsiteX2" fmla="*/ 45159 w 155178"/>
                <a:gd name="connsiteY2" fmla="*/ 0 h 354080"/>
                <a:gd name="connsiteX3" fmla="*/ 57437 w 155178"/>
                <a:gd name="connsiteY3" fmla="*/ 9012 h 354080"/>
                <a:gd name="connsiteX4" fmla="*/ 58988 w 155178"/>
                <a:gd name="connsiteY4" fmla="*/ 15939 h 354080"/>
                <a:gd name="connsiteX5" fmla="*/ 67872 w 155178"/>
                <a:gd name="connsiteY5" fmla="*/ 11236 h 354080"/>
                <a:gd name="connsiteX6" fmla="*/ 85222 w 155178"/>
                <a:gd name="connsiteY6" fmla="*/ 12392 h 354080"/>
                <a:gd name="connsiteX7" fmla="*/ 92657 w 155178"/>
                <a:gd name="connsiteY7" fmla="*/ 20120 h 354080"/>
                <a:gd name="connsiteX8" fmla="*/ 99724 w 155178"/>
                <a:gd name="connsiteY8" fmla="*/ 22472 h 354080"/>
                <a:gd name="connsiteX9" fmla="*/ 109765 w 155178"/>
                <a:gd name="connsiteY9" fmla="*/ 30708 h 354080"/>
                <a:gd name="connsiteX10" fmla="*/ 118879 w 155178"/>
                <a:gd name="connsiteY10" fmla="*/ 32004 h 354080"/>
                <a:gd name="connsiteX11" fmla="*/ 123200 w 155178"/>
                <a:gd name="connsiteY11" fmla="*/ 40647 h 354080"/>
                <a:gd name="connsiteX12" fmla="*/ 114074 w 155178"/>
                <a:gd name="connsiteY12" fmla="*/ 75155 h 354080"/>
                <a:gd name="connsiteX13" fmla="*/ 114582 w 155178"/>
                <a:gd name="connsiteY13" fmla="*/ 81689 h 354080"/>
                <a:gd name="connsiteX14" fmla="*/ 104147 w 155178"/>
                <a:gd name="connsiteY14" fmla="*/ 101415 h 354080"/>
                <a:gd name="connsiteX15" fmla="*/ 105838 w 155178"/>
                <a:gd name="connsiteY15" fmla="*/ 133432 h 354080"/>
                <a:gd name="connsiteX16" fmla="*/ 102190 w 155178"/>
                <a:gd name="connsiteY16" fmla="*/ 143104 h 354080"/>
                <a:gd name="connsiteX17" fmla="*/ 95008 w 155178"/>
                <a:gd name="connsiteY17" fmla="*/ 150171 h 354080"/>
                <a:gd name="connsiteX18" fmla="*/ 90980 w 155178"/>
                <a:gd name="connsiteY18" fmla="*/ 155535 h 354080"/>
                <a:gd name="connsiteX19" fmla="*/ 90980 w 155178"/>
                <a:gd name="connsiteY19" fmla="*/ 162589 h 354080"/>
                <a:gd name="connsiteX20" fmla="*/ 84968 w 155178"/>
                <a:gd name="connsiteY20" fmla="*/ 170278 h 354080"/>
                <a:gd name="connsiteX21" fmla="*/ 86264 w 155178"/>
                <a:gd name="connsiteY21" fmla="*/ 182188 h 354080"/>
                <a:gd name="connsiteX22" fmla="*/ 94360 w 155178"/>
                <a:gd name="connsiteY22" fmla="*/ 194224 h 354080"/>
                <a:gd name="connsiteX23" fmla="*/ 103105 w 155178"/>
                <a:gd name="connsiteY23" fmla="*/ 219975 h 354080"/>
                <a:gd name="connsiteX24" fmla="*/ 113273 w 155178"/>
                <a:gd name="connsiteY24" fmla="*/ 228847 h 354080"/>
                <a:gd name="connsiteX25" fmla="*/ 122018 w 155178"/>
                <a:gd name="connsiteY25" fmla="*/ 245574 h 354080"/>
                <a:gd name="connsiteX26" fmla="*/ 135198 w 155178"/>
                <a:gd name="connsiteY26" fmla="*/ 258398 h 354080"/>
                <a:gd name="connsiteX27" fmla="*/ 143307 w 155178"/>
                <a:gd name="connsiteY27" fmla="*/ 271465 h 354080"/>
                <a:gd name="connsiteX28" fmla="*/ 143180 w 155178"/>
                <a:gd name="connsiteY28" fmla="*/ 293822 h 354080"/>
                <a:gd name="connsiteX29" fmla="*/ 152039 w 155178"/>
                <a:gd name="connsiteY29" fmla="*/ 314069 h 354080"/>
                <a:gd name="connsiteX30" fmla="*/ 155179 w 155178"/>
                <a:gd name="connsiteY30" fmla="*/ 328584 h 354080"/>
                <a:gd name="connsiteX31" fmla="*/ 151251 w 155178"/>
                <a:gd name="connsiteY31" fmla="*/ 334850 h 354080"/>
                <a:gd name="connsiteX32" fmla="*/ 138338 w 155178"/>
                <a:gd name="connsiteY32" fmla="*/ 352365 h 354080"/>
                <a:gd name="connsiteX33" fmla="*/ 130635 w 155178"/>
                <a:gd name="connsiteY33" fmla="*/ 354081 h 354080"/>
                <a:gd name="connsiteX34" fmla="*/ 119158 w 155178"/>
                <a:gd name="connsiteY34" fmla="*/ 334469 h 354080"/>
                <a:gd name="connsiteX35" fmla="*/ 106880 w 155178"/>
                <a:gd name="connsiteY35" fmla="*/ 327682 h 354080"/>
                <a:gd name="connsiteX36" fmla="*/ 87967 w 155178"/>
                <a:gd name="connsiteY36" fmla="*/ 312887 h 354080"/>
                <a:gd name="connsiteX37" fmla="*/ 82095 w 155178"/>
                <a:gd name="connsiteY37" fmla="*/ 304536 h 354080"/>
                <a:gd name="connsiteX38" fmla="*/ 74799 w 155178"/>
                <a:gd name="connsiteY38" fmla="*/ 302045 h 354080"/>
                <a:gd name="connsiteX39" fmla="*/ 57310 w 155178"/>
                <a:gd name="connsiteY39" fmla="*/ 285585 h 354080"/>
                <a:gd name="connsiteX40" fmla="*/ 39541 w 155178"/>
                <a:gd name="connsiteY40" fmla="*/ 274210 h 354080"/>
                <a:gd name="connsiteX41" fmla="*/ 26373 w 155178"/>
                <a:gd name="connsiteY41" fmla="*/ 257089 h 354080"/>
                <a:gd name="connsiteX42" fmla="*/ 27276 w 155178"/>
                <a:gd name="connsiteY42" fmla="*/ 251471 h 354080"/>
                <a:gd name="connsiteX43" fmla="*/ 40075 w 155178"/>
                <a:gd name="connsiteY43" fmla="*/ 243629 h 354080"/>
                <a:gd name="connsiteX44" fmla="*/ 45680 w 155178"/>
                <a:gd name="connsiteY44" fmla="*/ 235253 h 354080"/>
                <a:gd name="connsiteX45" fmla="*/ 49595 w 155178"/>
                <a:gd name="connsiteY45" fmla="*/ 224678 h 354080"/>
                <a:gd name="connsiteX46" fmla="*/ 60157 w 155178"/>
                <a:gd name="connsiteY46" fmla="*/ 221806 h 354080"/>
                <a:gd name="connsiteX47" fmla="*/ 70084 w 155178"/>
                <a:gd name="connsiteY47" fmla="*/ 213824 h 354080"/>
                <a:gd name="connsiteX48" fmla="*/ 73745 w 155178"/>
                <a:gd name="connsiteY48" fmla="*/ 207532 h 354080"/>
                <a:gd name="connsiteX49" fmla="*/ 72702 w 155178"/>
                <a:gd name="connsiteY49" fmla="*/ 199830 h 354080"/>
                <a:gd name="connsiteX50" fmla="*/ 63297 w 155178"/>
                <a:gd name="connsiteY50" fmla="*/ 195788 h 354080"/>
                <a:gd name="connsiteX51" fmla="*/ 44117 w 155178"/>
                <a:gd name="connsiteY51" fmla="*/ 197745 h 354080"/>
                <a:gd name="connsiteX52" fmla="*/ 30670 w 155178"/>
                <a:gd name="connsiteY52" fmla="*/ 187031 h 354080"/>
                <a:gd name="connsiteX53" fmla="*/ 24810 w 155178"/>
                <a:gd name="connsiteY53" fmla="*/ 178807 h 354080"/>
                <a:gd name="connsiteX54" fmla="*/ 24810 w 155178"/>
                <a:gd name="connsiteY54" fmla="*/ 152255 h 354080"/>
                <a:gd name="connsiteX55" fmla="*/ 40723 w 155178"/>
                <a:gd name="connsiteY55" fmla="*/ 132529 h 354080"/>
                <a:gd name="connsiteX56" fmla="*/ 43075 w 155178"/>
                <a:gd name="connsiteY56" fmla="*/ 124827 h 354080"/>
                <a:gd name="connsiteX57" fmla="*/ 36542 w 155178"/>
                <a:gd name="connsiteY57" fmla="*/ 121281 h 354080"/>
                <a:gd name="connsiteX58" fmla="*/ 26755 w 155178"/>
                <a:gd name="connsiteY58" fmla="*/ 128487 h 354080"/>
                <a:gd name="connsiteX59" fmla="*/ 11223 w 155178"/>
                <a:gd name="connsiteY59" fmla="*/ 119857 h 354080"/>
                <a:gd name="connsiteX60" fmla="*/ 10181 w 155178"/>
                <a:gd name="connsiteY60" fmla="*/ 102457 h 354080"/>
                <a:gd name="connsiteX61" fmla="*/ 18417 w 155178"/>
                <a:gd name="connsiteY61" fmla="*/ 90179 h 354080"/>
                <a:gd name="connsiteX62" fmla="*/ 21798 w 155178"/>
                <a:gd name="connsiteY62" fmla="*/ 75664 h 354080"/>
                <a:gd name="connsiteX63" fmla="*/ 15278 w 155178"/>
                <a:gd name="connsiteY63" fmla="*/ 71609 h 354080"/>
                <a:gd name="connsiteX64" fmla="*/ 17629 w 155178"/>
                <a:gd name="connsiteY64" fmla="*/ 64682 h 354080"/>
                <a:gd name="connsiteX65" fmla="*/ 11757 w 155178"/>
                <a:gd name="connsiteY65" fmla="*/ 49138 h 354080"/>
                <a:gd name="connsiteX66" fmla="*/ 5745 w 155178"/>
                <a:gd name="connsiteY66" fmla="*/ 42604 h 354080"/>
                <a:gd name="connsiteX67" fmla="*/ 0 w 155178"/>
                <a:gd name="connsiteY67" fmla="*/ 33720 h 354080"/>
                <a:gd name="connsiteX68" fmla="*/ 1703 w 155178"/>
                <a:gd name="connsiteY68" fmla="*/ 23781 h 354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55178" h="354080">
                  <a:moveTo>
                    <a:pt x="1703" y="23781"/>
                  </a:moveTo>
                  <a:lnTo>
                    <a:pt x="19205" y="7969"/>
                  </a:lnTo>
                  <a:lnTo>
                    <a:pt x="45159" y="0"/>
                  </a:lnTo>
                  <a:lnTo>
                    <a:pt x="57437" y="9012"/>
                  </a:lnTo>
                  <a:lnTo>
                    <a:pt x="58988" y="15939"/>
                  </a:lnTo>
                  <a:lnTo>
                    <a:pt x="67872" y="11236"/>
                  </a:lnTo>
                  <a:lnTo>
                    <a:pt x="85222" y="12392"/>
                  </a:lnTo>
                  <a:lnTo>
                    <a:pt x="92657" y="20120"/>
                  </a:lnTo>
                  <a:lnTo>
                    <a:pt x="99724" y="22472"/>
                  </a:lnTo>
                  <a:lnTo>
                    <a:pt x="109765" y="30708"/>
                  </a:lnTo>
                  <a:lnTo>
                    <a:pt x="118879" y="32004"/>
                  </a:lnTo>
                  <a:lnTo>
                    <a:pt x="123200" y="40647"/>
                  </a:lnTo>
                  <a:lnTo>
                    <a:pt x="114074" y="75155"/>
                  </a:lnTo>
                  <a:lnTo>
                    <a:pt x="114582" y="81689"/>
                  </a:lnTo>
                  <a:lnTo>
                    <a:pt x="104147" y="101415"/>
                  </a:lnTo>
                  <a:lnTo>
                    <a:pt x="105838" y="133432"/>
                  </a:lnTo>
                  <a:lnTo>
                    <a:pt x="102190" y="143104"/>
                  </a:lnTo>
                  <a:lnTo>
                    <a:pt x="95008" y="150171"/>
                  </a:lnTo>
                  <a:lnTo>
                    <a:pt x="90980" y="155535"/>
                  </a:lnTo>
                  <a:lnTo>
                    <a:pt x="90980" y="162589"/>
                  </a:lnTo>
                  <a:lnTo>
                    <a:pt x="84968" y="170278"/>
                  </a:lnTo>
                  <a:lnTo>
                    <a:pt x="86264" y="182188"/>
                  </a:lnTo>
                  <a:lnTo>
                    <a:pt x="94360" y="194224"/>
                  </a:lnTo>
                  <a:lnTo>
                    <a:pt x="103105" y="219975"/>
                  </a:lnTo>
                  <a:lnTo>
                    <a:pt x="113273" y="228847"/>
                  </a:lnTo>
                  <a:lnTo>
                    <a:pt x="122018" y="245574"/>
                  </a:lnTo>
                  <a:lnTo>
                    <a:pt x="135198" y="258398"/>
                  </a:lnTo>
                  <a:lnTo>
                    <a:pt x="143307" y="271465"/>
                  </a:lnTo>
                  <a:lnTo>
                    <a:pt x="143180" y="293822"/>
                  </a:lnTo>
                  <a:lnTo>
                    <a:pt x="152039" y="314069"/>
                  </a:lnTo>
                  <a:lnTo>
                    <a:pt x="155179" y="328584"/>
                  </a:lnTo>
                  <a:lnTo>
                    <a:pt x="151251" y="334850"/>
                  </a:lnTo>
                  <a:lnTo>
                    <a:pt x="138338" y="352365"/>
                  </a:lnTo>
                  <a:lnTo>
                    <a:pt x="130635" y="354081"/>
                  </a:lnTo>
                  <a:lnTo>
                    <a:pt x="119158" y="334469"/>
                  </a:lnTo>
                  <a:lnTo>
                    <a:pt x="106880" y="327682"/>
                  </a:lnTo>
                  <a:lnTo>
                    <a:pt x="87967" y="312887"/>
                  </a:lnTo>
                  <a:lnTo>
                    <a:pt x="82095" y="304536"/>
                  </a:lnTo>
                  <a:lnTo>
                    <a:pt x="74799" y="302045"/>
                  </a:lnTo>
                  <a:lnTo>
                    <a:pt x="57310" y="285585"/>
                  </a:lnTo>
                  <a:lnTo>
                    <a:pt x="39541" y="274210"/>
                  </a:lnTo>
                  <a:lnTo>
                    <a:pt x="26373" y="257089"/>
                  </a:lnTo>
                  <a:lnTo>
                    <a:pt x="27276" y="251471"/>
                  </a:lnTo>
                  <a:lnTo>
                    <a:pt x="40075" y="243629"/>
                  </a:lnTo>
                  <a:lnTo>
                    <a:pt x="45680" y="235253"/>
                  </a:lnTo>
                  <a:lnTo>
                    <a:pt x="49595" y="224678"/>
                  </a:lnTo>
                  <a:lnTo>
                    <a:pt x="60157" y="221806"/>
                  </a:lnTo>
                  <a:lnTo>
                    <a:pt x="70084" y="213824"/>
                  </a:lnTo>
                  <a:lnTo>
                    <a:pt x="73745" y="207532"/>
                  </a:lnTo>
                  <a:lnTo>
                    <a:pt x="72702" y="199830"/>
                  </a:lnTo>
                  <a:lnTo>
                    <a:pt x="63297" y="195788"/>
                  </a:lnTo>
                  <a:lnTo>
                    <a:pt x="44117" y="197745"/>
                  </a:lnTo>
                  <a:lnTo>
                    <a:pt x="30670" y="187031"/>
                  </a:lnTo>
                  <a:lnTo>
                    <a:pt x="24810" y="178807"/>
                  </a:lnTo>
                  <a:lnTo>
                    <a:pt x="24810" y="152255"/>
                  </a:lnTo>
                  <a:lnTo>
                    <a:pt x="40723" y="132529"/>
                  </a:lnTo>
                  <a:lnTo>
                    <a:pt x="43075" y="124827"/>
                  </a:lnTo>
                  <a:lnTo>
                    <a:pt x="36542" y="121281"/>
                  </a:lnTo>
                  <a:lnTo>
                    <a:pt x="26755" y="128487"/>
                  </a:lnTo>
                  <a:lnTo>
                    <a:pt x="11223" y="119857"/>
                  </a:lnTo>
                  <a:lnTo>
                    <a:pt x="10181" y="102457"/>
                  </a:lnTo>
                  <a:lnTo>
                    <a:pt x="18417" y="90179"/>
                  </a:lnTo>
                  <a:lnTo>
                    <a:pt x="21798" y="75664"/>
                  </a:lnTo>
                  <a:lnTo>
                    <a:pt x="15278" y="71609"/>
                  </a:lnTo>
                  <a:lnTo>
                    <a:pt x="17629" y="64682"/>
                  </a:lnTo>
                  <a:lnTo>
                    <a:pt x="11757" y="49138"/>
                  </a:lnTo>
                  <a:lnTo>
                    <a:pt x="5745" y="42604"/>
                  </a:lnTo>
                  <a:lnTo>
                    <a:pt x="0" y="33720"/>
                  </a:lnTo>
                  <a:lnTo>
                    <a:pt x="1703" y="23781"/>
                  </a:lnTo>
                  <a:close/>
                </a:path>
              </a:pathLst>
            </a:custGeom>
            <a:solidFill>
              <a:srgbClr val="BAE0DF"/>
            </a:solidFill>
            <a:ln w="12700" cap="flat">
              <a:noFill/>
              <a:prstDash val="solid"/>
              <a:miter/>
            </a:ln>
          </p:spPr>
          <p:txBody>
            <a:bodyPr rtlCol="0" anchor="ctr"/>
            <a:lstStyle/>
            <a:p>
              <a:endParaRPr lang="de-CH"/>
            </a:p>
          </p:txBody>
        </p:sp>
        <p:sp>
          <p:nvSpPr>
            <p:cNvPr id="144" name="Freihandform: Form 143">
              <a:extLst>
                <a:ext uri="{FF2B5EF4-FFF2-40B4-BE49-F238E27FC236}">
                  <a16:creationId xmlns:a16="http://schemas.microsoft.com/office/drawing/2014/main" id="{45B202CF-2728-1B67-6A33-EF0360EEE8D6}"/>
                </a:ext>
              </a:extLst>
            </p:cNvPr>
            <p:cNvSpPr/>
            <p:nvPr/>
          </p:nvSpPr>
          <p:spPr>
            <a:xfrm>
              <a:off x="6295812" y="2654136"/>
              <a:ext cx="651728" cy="570522"/>
            </a:xfrm>
            <a:custGeom>
              <a:avLst/>
              <a:gdLst>
                <a:gd name="connsiteX0" fmla="*/ 49735 w 651728"/>
                <a:gd name="connsiteY0" fmla="*/ 301003 h 570522"/>
                <a:gd name="connsiteX1" fmla="*/ 30543 w 651728"/>
                <a:gd name="connsiteY1" fmla="*/ 308197 h 570522"/>
                <a:gd name="connsiteX2" fmla="*/ 15405 w 651728"/>
                <a:gd name="connsiteY2" fmla="*/ 307409 h 570522"/>
                <a:gd name="connsiteX3" fmla="*/ 15926 w 651728"/>
                <a:gd name="connsiteY3" fmla="*/ 287416 h 570522"/>
                <a:gd name="connsiteX4" fmla="*/ 22853 w 651728"/>
                <a:gd name="connsiteY4" fmla="*/ 279040 h 570522"/>
                <a:gd name="connsiteX5" fmla="*/ 15405 w 651728"/>
                <a:gd name="connsiteY5" fmla="*/ 252120 h 570522"/>
                <a:gd name="connsiteX6" fmla="*/ 0 w 651728"/>
                <a:gd name="connsiteY6" fmla="*/ 225339 h 570522"/>
                <a:gd name="connsiteX7" fmla="*/ 8236 w 651728"/>
                <a:gd name="connsiteY7" fmla="*/ 218260 h 570522"/>
                <a:gd name="connsiteX8" fmla="*/ 23641 w 651728"/>
                <a:gd name="connsiteY8" fmla="*/ 214218 h 570522"/>
                <a:gd name="connsiteX9" fmla="*/ 31064 w 651728"/>
                <a:gd name="connsiteY9" fmla="*/ 236041 h 570522"/>
                <a:gd name="connsiteX10" fmla="*/ 48426 w 651728"/>
                <a:gd name="connsiteY10" fmla="*/ 245726 h 570522"/>
                <a:gd name="connsiteX11" fmla="*/ 72957 w 651728"/>
                <a:gd name="connsiteY11" fmla="*/ 230690 h 570522"/>
                <a:gd name="connsiteX12" fmla="*/ 69436 w 651728"/>
                <a:gd name="connsiteY12" fmla="*/ 210430 h 570522"/>
                <a:gd name="connsiteX13" fmla="*/ 60030 w 651728"/>
                <a:gd name="connsiteY13" fmla="*/ 176964 h 570522"/>
                <a:gd name="connsiteX14" fmla="*/ 67097 w 651728"/>
                <a:gd name="connsiteY14" fmla="*/ 159844 h 570522"/>
                <a:gd name="connsiteX15" fmla="*/ 65267 w 651728"/>
                <a:gd name="connsiteY15" fmla="*/ 152128 h 570522"/>
                <a:gd name="connsiteX16" fmla="*/ 55594 w 651728"/>
                <a:gd name="connsiteY16" fmla="*/ 141020 h 570522"/>
                <a:gd name="connsiteX17" fmla="*/ 46329 w 651728"/>
                <a:gd name="connsiteY17" fmla="*/ 127560 h 570522"/>
                <a:gd name="connsiteX18" fmla="*/ 24417 w 651728"/>
                <a:gd name="connsiteY18" fmla="*/ 107033 h 570522"/>
                <a:gd name="connsiteX19" fmla="*/ 15278 w 651728"/>
                <a:gd name="connsiteY19" fmla="*/ 99851 h 570522"/>
                <a:gd name="connsiteX20" fmla="*/ 5237 w 651728"/>
                <a:gd name="connsiteY20" fmla="*/ 92149 h 570522"/>
                <a:gd name="connsiteX21" fmla="*/ 9673 w 651728"/>
                <a:gd name="connsiteY21" fmla="*/ 87052 h 570522"/>
                <a:gd name="connsiteX22" fmla="*/ 34979 w 651728"/>
                <a:gd name="connsiteY22" fmla="*/ 86010 h 570522"/>
                <a:gd name="connsiteX23" fmla="*/ 49989 w 651728"/>
                <a:gd name="connsiteY23" fmla="*/ 85463 h 570522"/>
                <a:gd name="connsiteX24" fmla="*/ 73999 w 651728"/>
                <a:gd name="connsiteY24" fmla="*/ 110439 h 570522"/>
                <a:gd name="connsiteX25" fmla="*/ 94755 w 651728"/>
                <a:gd name="connsiteY25" fmla="*/ 132262 h 570522"/>
                <a:gd name="connsiteX26" fmla="*/ 97487 w 651728"/>
                <a:gd name="connsiteY26" fmla="*/ 147171 h 570522"/>
                <a:gd name="connsiteX27" fmla="*/ 113528 w 651728"/>
                <a:gd name="connsiteY27" fmla="*/ 147426 h 570522"/>
                <a:gd name="connsiteX28" fmla="*/ 126073 w 651728"/>
                <a:gd name="connsiteY28" fmla="*/ 137893 h 570522"/>
                <a:gd name="connsiteX29" fmla="*/ 168232 w 651728"/>
                <a:gd name="connsiteY29" fmla="*/ 93051 h 570522"/>
                <a:gd name="connsiteX30" fmla="*/ 182188 w 651728"/>
                <a:gd name="connsiteY30" fmla="*/ 82337 h 570522"/>
                <a:gd name="connsiteX31" fmla="*/ 190285 w 651728"/>
                <a:gd name="connsiteY31" fmla="*/ 68876 h 570522"/>
                <a:gd name="connsiteX32" fmla="*/ 208422 w 651728"/>
                <a:gd name="connsiteY32" fmla="*/ 53332 h 570522"/>
                <a:gd name="connsiteX33" fmla="*/ 216518 w 651728"/>
                <a:gd name="connsiteY33" fmla="*/ 55810 h 570522"/>
                <a:gd name="connsiteX34" fmla="*/ 222911 w 651728"/>
                <a:gd name="connsiteY34" fmla="*/ 53332 h 570522"/>
                <a:gd name="connsiteX35" fmla="*/ 230080 w 651728"/>
                <a:gd name="connsiteY35" fmla="*/ 44041 h 570522"/>
                <a:gd name="connsiteX36" fmla="*/ 258920 w 651728"/>
                <a:gd name="connsiteY36" fmla="*/ 0 h 570522"/>
                <a:gd name="connsiteX37" fmla="*/ 265974 w 651728"/>
                <a:gd name="connsiteY37" fmla="*/ 1055 h 570522"/>
                <a:gd name="connsiteX38" fmla="*/ 268185 w 651728"/>
                <a:gd name="connsiteY38" fmla="*/ 6914 h 570522"/>
                <a:gd name="connsiteX39" fmla="*/ 259047 w 651728"/>
                <a:gd name="connsiteY39" fmla="*/ 22751 h 570522"/>
                <a:gd name="connsiteX40" fmla="*/ 250048 w 651728"/>
                <a:gd name="connsiteY40" fmla="*/ 49938 h 570522"/>
                <a:gd name="connsiteX41" fmla="*/ 250048 w 651728"/>
                <a:gd name="connsiteY41" fmla="*/ 59865 h 570522"/>
                <a:gd name="connsiteX42" fmla="*/ 243655 w 651728"/>
                <a:gd name="connsiteY42" fmla="*/ 66398 h 570522"/>
                <a:gd name="connsiteX43" fmla="*/ 243133 w 651728"/>
                <a:gd name="connsiteY43" fmla="*/ 87306 h 570522"/>
                <a:gd name="connsiteX44" fmla="*/ 235825 w 651728"/>
                <a:gd name="connsiteY44" fmla="*/ 97106 h 570522"/>
                <a:gd name="connsiteX45" fmla="*/ 226305 w 651728"/>
                <a:gd name="connsiteY45" fmla="*/ 112142 h 570522"/>
                <a:gd name="connsiteX46" fmla="*/ 196678 w 651728"/>
                <a:gd name="connsiteY46" fmla="*/ 133177 h 570522"/>
                <a:gd name="connsiteX47" fmla="*/ 179977 w 651728"/>
                <a:gd name="connsiteY47" fmla="*/ 158941 h 570522"/>
                <a:gd name="connsiteX48" fmla="*/ 193017 w 651728"/>
                <a:gd name="connsiteY48" fmla="*/ 167953 h 570522"/>
                <a:gd name="connsiteX49" fmla="*/ 209604 w 651728"/>
                <a:gd name="connsiteY49" fmla="*/ 158267 h 570522"/>
                <a:gd name="connsiteX50" fmla="*/ 231783 w 651728"/>
                <a:gd name="connsiteY50" fmla="*/ 160365 h 570522"/>
                <a:gd name="connsiteX51" fmla="*/ 263355 w 651728"/>
                <a:gd name="connsiteY51" fmla="*/ 150692 h 570522"/>
                <a:gd name="connsiteX52" fmla="*/ 279548 w 651728"/>
                <a:gd name="connsiteY52" fmla="*/ 156183 h 570522"/>
                <a:gd name="connsiteX53" fmla="*/ 296771 w 651728"/>
                <a:gd name="connsiteY53" fmla="*/ 168080 h 570522"/>
                <a:gd name="connsiteX54" fmla="*/ 307333 w 651728"/>
                <a:gd name="connsiteY54" fmla="*/ 174613 h 570522"/>
                <a:gd name="connsiteX55" fmla="*/ 327173 w 651728"/>
                <a:gd name="connsiteY55" fmla="*/ 173965 h 570522"/>
                <a:gd name="connsiteX56" fmla="*/ 341002 w 651728"/>
                <a:gd name="connsiteY56" fmla="*/ 192915 h 570522"/>
                <a:gd name="connsiteX57" fmla="*/ 355504 w 651728"/>
                <a:gd name="connsiteY57" fmla="*/ 202715 h 570522"/>
                <a:gd name="connsiteX58" fmla="*/ 362940 w 651728"/>
                <a:gd name="connsiteY58" fmla="*/ 235520 h 570522"/>
                <a:gd name="connsiteX59" fmla="*/ 346099 w 651728"/>
                <a:gd name="connsiteY59" fmla="*/ 245993 h 570522"/>
                <a:gd name="connsiteX60" fmla="*/ 341536 w 651728"/>
                <a:gd name="connsiteY60" fmla="*/ 254331 h 570522"/>
                <a:gd name="connsiteX61" fmla="*/ 345832 w 651728"/>
                <a:gd name="connsiteY61" fmla="*/ 260610 h 570522"/>
                <a:gd name="connsiteX62" fmla="*/ 355504 w 651728"/>
                <a:gd name="connsiteY62" fmla="*/ 262059 h 570522"/>
                <a:gd name="connsiteX63" fmla="*/ 381065 w 651728"/>
                <a:gd name="connsiteY63" fmla="*/ 270168 h 570522"/>
                <a:gd name="connsiteX64" fmla="*/ 398961 w 651728"/>
                <a:gd name="connsiteY64" fmla="*/ 266774 h 570522"/>
                <a:gd name="connsiteX65" fmla="*/ 431969 w 651728"/>
                <a:gd name="connsiteY65" fmla="*/ 261792 h 570522"/>
                <a:gd name="connsiteX66" fmla="*/ 470989 w 651728"/>
                <a:gd name="connsiteY66" fmla="*/ 277210 h 570522"/>
                <a:gd name="connsiteX67" fmla="*/ 497999 w 651728"/>
                <a:gd name="connsiteY67" fmla="*/ 275125 h 570522"/>
                <a:gd name="connsiteX68" fmla="*/ 512476 w 651728"/>
                <a:gd name="connsiteY68" fmla="*/ 267550 h 570522"/>
                <a:gd name="connsiteX69" fmla="*/ 544060 w 651728"/>
                <a:gd name="connsiteY69" fmla="*/ 243235 h 570522"/>
                <a:gd name="connsiteX70" fmla="*/ 567168 w 651728"/>
                <a:gd name="connsiteY70" fmla="*/ 237871 h 570522"/>
                <a:gd name="connsiteX71" fmla="*/ 576560 w 651728"/>
                <a:gd name="connsiteY71" fmla="*/ 241926 h 570522"/>
                <a:gd name="connsiteX72" fmla="*/ 577730 w 651728"/>
                <a:gd name="connsiteY72" fmla="*/ 249641 h 570522"/>
                <a:gd name="connsiteX73" fmla="*/ 583742 w 651728"/>
                <a:gd name="connsiteY73" fmla="*/ 255259 h 570522"/>
                <a:gd name="connsiteX74" fmla="*/ 600837 w 651728"/>
                <a:gd name="connsiteY74" fmla="*/ 261538 h 570522"/>
                <a:gd name="connsiteX75" fmla="*/ 614793 w 651728"/>
                <a:gd name="connsiteY75" fmla="*/ 261017 h 570522"/>
                <a:gd name="connsiteX76" fmla="*/ 617284 w 651728"/>
                <a:gd name="connsiteY76" fmla="*/ 274477 h 570522"/>
                <a:gd name="connsiteX77" fmla="*/ 622114 w 651728"/>
                <a:gd name="connsiteY77" fmla="*/ 279841 h 570522"/>
                <a:gd name="connsiteX78" fmla="*/ 620932 w 651728"/>
                <a:gd name="connsiteY78" fmla="*/ 291076 h 570522"/>
                <a:gd name="connsiteX79" fmla="*/ 617424 w 651728"/>
                <a:gd name="connsiteY79" fmla="*/ 310930 h 570522"/>
                <a:gd name="connsiteX80" fmla="*/ 628380 w 651728"/>
                <a:gd name="connsiteY80" fmla="*/ 355771 h 570522"/>
                <a:gd name="connsiteX81" fmla="*/ 640378 w 651728"/>
                <a:gd name="connsiteY81" fmla="*/ 381916 h 570522"/>
                <a:gd name="connsiteX82" fmla="*/ 641154 w 651728"/>
                <a:gd name="connsiteY82" fmla="*/ 397728 h 570522"/>
                <a:gd name="connsiteX83" fmla="*/ 621453 w 651728"/>
                <a:gd name="connsiteY83" fmla="*/ 447272 h 570522"/>
                <a:gd name="connsiteX84" fmla="*/ 626791 w 651728"/>
                <a:gd name="connsiteY84" fmla="*/ 462677 h 570522"/>
                <a:gd name="connsiteX85" fmla="*/ 645068 w 651728"/>
                <a:gd name="connsiteY85" fmla="*/ 480852 h 570522"/>
                <a:gd name="connsiteX86" fmla="*/ 648589 w 651728"/>
                <a:gd name="connsiteY86" fmla="*/ 492088 h 570522"/>
                <a:gd name="connsiteX87" fmla="*/ 645068 w 651728"/>
                <a:gd name="connsiteY87" fmla="*/ 505815 h 570522"/>
                <a:gd name="connsiteX88" fmla="*/ 650953 w 651728"/>
                <a:gd name="connsiteY88" fmla="*/ 514064 h 570522"/>
                <a:gd name="connsiteX89" fmla="*/ 651728 w 651728"/>
                <a:gd name="connsiteY89" fmla="*/ 529482 h 570522"/>
                <a:gd name="connsiteX90" fmla="*/ 628507 w 651728"/>
                <a:gd name="connsiteY90" fmla="*/ 542154 h 570522"/>
                <a:gd name="connsiteX91" fmla="*/ 613750 w 651728"/>
                <a:gd name="connsiteY91" fmla="*/ 558880 h 570522"/>
                <a:gd name="connsiteX92" fmla="*/ 613242 w 651728"/>
                <a:gd name="connsiteY92" fmla="*/ 570523 h 570522"/>
                <a:gd name="connsiteX93" fmla="*/ 603328 w 651728"/>
                <a:gd name="connsiteY93" fmla="*/ 569862 h 570522"/>
                <a:gd name="connsiteX94" fmla="*/ 590529 w 651728"/>
                <a:gd name="connsiteY94" fmla="*/ 551686 h 570522"/>
                <a:gd name="connsiteX95" fmla="*/ 587135 w 651728"/>
                <a:gd name="connsiteY95" fmla="*/ 509616 h 570522"/>
                <a:gd name="connsiteX96" fmla="*/ 593261 w 651728"/>
                <a:gd name="connsiteY96" fmla="*/ 486610 h 570522"/>
                <a:gd name="connsiteX97" fmla="*/ 594711 w 651728"/>
                <a:gd name="connsiteY97" fmla="*/ 480331 h 570522"/>
                <a:gd name="connsiteX98" fmla="*/ 579052 w 651728"/>
                <a:gd name="connsiteY98" fmla="*/ 468816 h 570522"/>
                <a:gd name="connsiteX99" fmla="*/ 560113 w 651728"/>
                <a:gd name="connsiteY99" fmla="*/ 445696 h 570522"/>
                <a:gd name="connsiteX100" fmla="*/ 569532 w 651728"/>
                <a:gd name="connsiteY100" fmla="*/ 408836 h 570522"/>
                <a:gd name="connsiteX101" fmla="*/ 577348 w 651728"/>
                <a:gd name="connsiteY101" fmla="*/ 374188 h 570522"/>
                <a:gd name="connsiteX102" fmla="*/ 587262 w 651728"/>
                <a:gd name="connsiteY102" fmla="*/ 353814 h 570522"/>
                <a:gd name="connsiteX103" fmla="*/ 588838 w 651728"/>
                <a:gd name="connsiteY103" fmla="*/ 339172 h 570522"/>
                <a:gd name="connsiteX104" fmla="*/ 582699 w 651728"/>
                <a:gd name="connsiteY104" fmla="*/ 314349 h 570522"/>
                <a:gd name="connsiteX105" fmla="*/ 592359 w 651728"/>
                <a:gd name="connsiteY105" fmla="*/ 291076 h 570522"/>
                <a:gd name="connsiteX106" fmla="*/ 590529 w 651728"/>
                <a:gd name="connsiteY106" fmla="*/ 281518 h 570522"/>
                <a:gd name="connsiteX107" fmla="*/ 580742 w 651728"/>
                <a:gd name="connsiteY107" fmla="*/ 276307 h 570522"/>
                <a:gd name="connsiteX108" fmla="*/ 568337 w 651728"/>
                <a:gd name="connsiteY108" fmla="*/ 277476 h 570522"/>
                <a:gd name="connsiteX109" fmla="*/ 546424 w 651728"/>
                <a:gd name="connsiteY109" fmla="*/ 289233 h 570522"/>
                <a:gd name="connsiteX110" fmla="*/ 523978 w 651728"/>
                <a:gd name="connsiteY110" fmla="*/ 301664 h 570522"/>
                <a:gd name="connsiteX111" fmla="*/ 517585 w 651728"/>
                <a:gd name="connsiteY111" fmla="*/ 310027 h 570522"/>
                <a:gd name="connsiteX112" fmla="*/ 495253 w 651728"/>
                <a:gd name="connsiteY112" fmla="*/ 321009 h 570522"/>
                <a:gd name="connsiteX113" fmla="*/ 448276 w 651728"/>
                <a:gd name="connsiteY113" fmla="*/ 333554 h 570522"/>
                <a:gd name="connsiteX114" fmla="*/ 422970 w 651728"/>
                <a:gd name="connsiteY114" fmla="*/ 349886 h 570522"/>
                <a:gd name="connsiteX115" fmla="*/ 387204 w 651728"/>
                <a:gd name="connsiteY115" fmla="*/ 354729 h 570522"/>
                <a:gd name="connsiteX116" fmla="*/ 354449 w 651728"/>
                <a:gd name="connsiteY116" fmla="*/ 347548 h 570522"/>
                <a:gd name="connsiteX117" fmla="*/ 336312 w 651728"/>
                <a:gd name="connsiteY117" fmla="*/ 330681 h 570522"/>
                <a:gd name="connsiteX118" fmla="*/ 327962 w 651728"/>
                <a:gd name="connsiteY118" fmla="*/ 327148 h 570522"/>
                <a:gd name="connsiteX119" fmla="*/ 290759 w 651728"/>
                <a:gd name="connsiteY119" fmla="*/ 327021 h 570522"/>
                <a:gd name="connsiteX120" fmla="*/ 279027 w 651728"/>
                <a:gd name="connsiteY120" fmla="*/ 321276 h 570522"/>
                <a:gd name="connsiteX121" fmla="*/ 265974 w 651728"/>
                <a:gd name="connsiteY121" fmla="*/ 318912 h 570522"/>
                <a:gd name="connsiteX122" fmla="*/ 244443 w 651728"/>
                <a:gd name="connsiteY122" fmla="*/ 315645 h 570522"/>
                <a:gd name="connsiteX123" fmla="*/ 241824 w 651728"/>
                <a:gd name="connsiteY123" fmla="*/ 307663 h 570522"/>
                <a:gd name="connsiteX124" fmla="*/ 230347 w 651728"/>
                <a:gd name="connsiteY124" fmla="*/ 302299 h 570522"/>
                <a:gd name="connsiteX125" fmla="*/ 230080 w 651728"/>
                <a:gd name="connsiteY125" fmla="*/ 285585 h 570522"/>
                <a:gd name="connsiteX126" fmla="*/ 274058 w 651728"/>
                <a:gd name="connsiteY126" fmla="*/ 262580 h 570522"/>
                <a:gd name="connsiteX127" fmla="*/ 309824 w 651728"/>
                <a:gd name="connsiteY127" fmla="*/ 259059 h 570522"/>
                <a:gd name="connsiteX128" fmla="*/ 316726 w 651728"/>
                <a:gd name="connsiteY128" fmla="*/ 250289 h 570522"/>
                <a:gd name="connsiteX129" fmla="*/ 314133 w 651728"/>
                <a:gd name="connsiteY129" fmla="*/ 243629 h 570522"/>
                <a:gd name="connsiteX130" fmla="*/ 248217 w 651728"/>
                <a:gd name="connsiteY130" fmla="*/ 237744 h 570522"/>
                <a:gd name="connsiteX131" fmla="*/ 237783 w 651728"/>
                <a:gd name="connsiteY131" fmla="*/ 237490 h 570522"/>
                <a:gd name="connsiteX132" fmla="*/ 179188 w 651728"/>
                <a:gd name="connsiteY132" fmla="*/ 232381 h 570522"/>
                <a:gd name="connsiteX133" fmla="*/ 159360 w 651728"/>
                <a:gd name="connsiteY133" fmla="*/ 235774 h 570522"/>
                <a:gd name="connsiteX134" fmla="*/ 128170 w 651728"/>
                <a:gd name="connsiteY134" fmla="*/ 234732 h 570522"/>
                <a:gd name="connsiteX135" fmla="*/ 119298 w 651728"/>
                <a:gd name="connsiteY135" fmla="*/ 242320 h 570522"/>
                <a:gd name="connsiteX136" fmla="*/ 116667 w 651728"/>
                <a:gd name="connsiteY136" fmla="*/ 253162 h 570522"/>
                <a:gd name="connsiteX137" fmla="*/ 101796 w 651728"/>
                <a:gd name="connsiteY137" fmla="*/ 269253 h 570522"/>
                <a:gd name="connsiteX138" fmla="*/ 86798 w 651728"/>
                <a:gd name="connsiteY138" fmla="*/ 295906 h 570522"/>
                <a:gd name="connsiteX139" fmla="*/ 57171 w 651728"/>
                <a:gd name="connsiteY139" fmla="*/ 304536 h 570522"/>
                <a:gd name="connsiteX140" fmla="*/ 49735 w 651728"/>
                <a:gd name="connsiteY140" fmla="*/ 301003 h 57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651728" h="570522">
                  <a:moveTo>
                    <a:pt x="49735" y="301003"/>
                  </a:moveTo>
                  <a:lnTo>
                    <a:pt x="30543" y="308197"/>
                  </a:lnTo>
                  <a:lnTo>
                    <a:pt x="15405" y="307409"/>
                  </a:lnTo>
                  <a:lnTo>
                    <a:pt x="15926" y="287416"/>
                  </a:lnTo>
                  <a:lnTo>
                    <a:pt x="22853" y="279040"/>
                  </a:lnTo>
                  <a:lnTo>
                    <a:pt x="15405" y="252120"/>
                  </a:lnTo>
                  <a:lnTo>
                    <a:pt x="0" y="225339"/>
                  </a:lnTo>
                  <a:lnTo>
                    <a:pt x="8236" y="218260"/>
                  </a:lnTo>
                  <a:lnTo>
                    <a:pt x="23641" y="214218"/>
                  </a:lnTo>
                  <a:lnTo>
                    <a:pt x="31064" y="236041"/>
                  </a:lnTo>
                  <a:lnTo>
                    <a:pt x="48426" y="245726"/>
                  </a:lnTo>
                  <a:lnTo>
                    <a:pt x="72957" y="230690"/>
                  </a:lnTo>
                  <a:lnTo>
                    <a:pt x="69436" y="210430"/>
                  </a:lnTo>
                  <a:lnTo>
                    <a:pt x="60030" y="176964"/>
                  </a:lnTo>
                  <a:lnTo>
                    <a:pt x="67097" y="159844"/>
                  </a:lnTo>
                  <a:lnTo>
                    <a:pt x="65267" y="152128"/>
                  </a:lnTo>
                  <a:lnTo>
                    <a:pt x="55594" y="141020"/>
                  </a:lnTo>
                  <a:lnTo>
                    <a:pt x="46329" y="127560"/>
                  </a:lnTo>
                  <a:lnTo>
                    <a:pt x="24417" y="107033"/>
                  </a:lnTo>
                  <a:lnTo>
                    <a:pt x="15278" y="99851"/>
                  </a:lnTo>
                  <a:lnTo>
                    <a:pt x="5237" y="92149"/>
                  </a:lnTo>
                  <a:lnTo>
                    <a:pt x="9673" y="87052"/>
                  </a:lnTo>
                  <a:lnTo>
                    <a:pt x="34979" y="86010"/>
                  </a:lnTo>
                  <a:lnTo>
                    <a:pt x="49989" y="85463"/>
                  </a:lnTo>
                  <a:lnTo>
                    <a:pt x="73999" y="110439"/>
                  </a:lnTo>
                  <a:lnTo>
                    <a:pt x="94755" y="132262"/>
                  </a:lnTo>
                  <a:lnTo>
                    <a:pt x="97487" y="147171"/>
                  </a:lnTo>
                  <a:lnTo>
                    <a:pt x="113528" y="147426"/>
                  </a:lnTo>
                  <a:lnTo>
                    <a:pt x="126073" y="137893"/>
                  </a:lnTo>
                  <a:lnTo>
                    <a:pt x="168232" y="93051"/>
                  </a:lnTo>
                  <a:lnTo>
                    <a:pt x="182188" y="82337"/>
                  </a:lnTo>
                  <a:lnTo>
                    <a:pt x="190285" y="68876"/>
                  </a:lnTo>
                  <a:lnTo>
                    <a:pt x="208422" y="53332"/>
                  </a:lnTo>
                  <a:lnTo>
                    <a:pt x="216518" y="55810"/>
                  </a:lnTo>
                  <a:lnTo>
                    <a:pt x="222911" y="53332"/>
                  </a:lnTo>
                  <a:lnTo>
                    <a:pt x="230080" y="44041"/>
                  </a:lnTo>
                  <a:lnTo>
                    <a:pt x="258920" y="0"/>
                  </a:lnTo>
                  <a:lnTo>
                    <a:pt x="265974" y="1055"/>
                  </a:lnTo>
                  <a:lnTo>
                    <a:pt x="268185" y="6914"/>
                  </a:lnTo>
                  <a:lnTo>
                    <a:pt x="259047" y="22751"/>
                  </a:lnTo>
                  <a:lnTo>
                    <a:pt x="250048" y="49938"/>
                  </a:lnTo>
                  <a:lnTo>
                    <a:pt x="250048" y="59865"/>
                  </a:lnTo>
                  <a:lnTo>
                    <a:pt x="243655" y="66398"/>
                  </a:lnTo>
                  <a:lnTo>
                    <a:pt x="243133" y="87306"/>
                  </a:lnTo>
                  <a:lnTo>
                    <a:pt x="235825" y="97106"/>
                  </a:lnTo>
                  <a:lnTo>
                    <a:pt x="226305" y="112142"/>
                  </a:lnTo>
                  <a:lnTo>
                    <a:pt x="196678" y="133177"/>
                  </a:lnTo>
                  <a:lnTo>
                    <a:pt x="179977" y="158941"/>
                  </a:lnTo>
                  <a:lnTo>
                    <a:pt x="193017" y="167953"/>
                  </a:lnTo>
                  <a:lnTo>
                    <a:pt x="209604" y="158267"/>
                  </a:lnTo>
                  <a:lnTo>
                    <a:pt x="231783" y="160365"/>
                  </a:lnTo>
                  <a:lnTo>
                    <a:pt x="263355" y="150692"/>
                  </a:lnTo>
                  <a:lnTo>
                    <a:pt x="279548" y="156183"/>
                  </a:lnTo>
                  <a:lnTo>
                    <a:pt x="296771" y="168080"/>
                  </a:lnTo>
                  <a:lnTo>
                    <a:pt x="307333" y="174613"/>
                  </a:lnTo>
                  <a:lnTo>
                    <a:pt x="327173" y="173965"/>
                  </a:lnTo>
                  <a:lnTo>
                    <a:pt x="341002" y="192915"/>
                  </a:lnTo>
                  <a:lnTo>
                    <a:pt x="355504" y="202715"/>
                  </a:lnTo>
                  <a:lnTo>
                    <a:pt x="362940" y="235520"/>
                  </a:lnTo>
                  <a:lnTo>
                    <a:pt x="346099" y="245993"/>
                  </a:lnTo>
                  <a:lnTo>
                    <a:pt x="341536" y="254331"/>
                  </a:lnTo>
                  <a:lnTo>
                    <a:pt x="345832" y="260610"/>
                  </a:lnTo>
                  <a:lnTo>
                    <a:pt x="355504" y="262059"/>
                  </a:lnTo>
                  <a:lnTo>
                    <a:pt x="381065" y="270168"/>
                  </a:lnTo>
                  <a:lnTo>
                    <a:pt x="398961" y="266774"/>
                  </a:lnTo>
                  <a:lnTo>
                    <a:pt x="431969" y="261792"/>
                  </a:lnTo>
                  <a:lnTo>
                    <a:pt x="470989" y="277210"/>
                  </a:lnTo>
                  <a:lnTo>
                    <a:pt x="497999" y="275125"/>
                  </a:lnTo>
                  <a:lnTo>
                    <a:pt x="512476" y="267550"/>
                  </a:lnTo>
                  <a:lnTo>
                    <a:pt x="544060" y="243235"/>
                  </a:lnTo>
                  <a:lnTo>
                    <a:pt x="567168" y="237871"/>
                  </a:lnTo>
                  <a:lnTo>
                    <a:pt x="576560" y="241926"/>
                  </a:lnTo>
                  <a:lnTo>
                    <a:pt x="577730" y="249641"/>
                  </a:lnTo>
                  <a:lnTo>
                    <a:pt x="583742" y="255259"/>
                  </a:lnTo>
                  <a:lnTo>
                    <a:pt x="600837" y="261538"/>
                  </a:lnTo>
                  <a:lnTo>
                    <a:pt x="614793" y="261017"/>
                  </a:lnTo>
                  <a:lnTo>
                    <a:pt x="617284" y="274477"/>
                  </a:lnTo>
                  <a:lnTo>
                    <a:pt x="622114" y="279841"/>
                  </a:lnTo>
                  <a:lnTo>
                    <a:pt x="620932" y="291076"/>
                  </a:lnTo>
                  <a:lnTo>
                    <a:pt x="617424" y="310930"/>
                  </a:lnTo>
                  <a:lnTo>
                    <a:pt x="628380" y="355771"/>
                  </a:lnTo>
                  <a:lnTo>
                    <a:pt x="640378" y="381916"/>
                  </a:lnTo>
                  <a:lnTo>
                    <a:pt x="641154" y="397728"/>
                  </a:lnTo>
                  <a:lnTo>
                    <a:pt x="621453" y="447272"/>
                  </a:lnTo>
                  <a:lnTo>
                    <a:pt x="626791" y="462677"/>
                  </a:lnTo>
                  <a:lnTo>
                    <a:pt x="645068" y="480852"/>
                  </a:lnTo>
                  <a:lnTo>
                    <a:pt x="648589" y="492088"/>
                  </a:lnTo>
                  <a:lnTo>
                    <a:pt x="645068" y="505815"/>
                  </a:lnTo>
                  <a:lnTo>
                    <a:pt x="650953" y="514064"/>
                  </a:lnTo>
                  <a:lnTo>
                    <a:pt x="651728" y="529482"/>
                  </a:lnTo>
                  <a:lnTo>
                    <a:pt x="628507" y="542154"/>
                  </a:lnTo>
                  <a:lnTo>
                    <a:pt x="613750" y="558880"/>
                  </a:lnTo>
                  <a:lnTo>
                    <a:pt x="613242" y="570523"/>
                  </a:lnTo>
                  <a:lnTo>
                    <a:pt x="603328" y="569862"/>
                  </a:lnTo>
                  <a:lnTo>
                    <a:pt x="590529" y="551686"/>
                  </a:lnTo>
                  <a:lnTo>
                    <a:pt x="587135" y="509616"/>
                  </a:lnTo>
                  <a:lnTo>
                    <a:pt x="593261" y="486610"/>
                  </a:lnTo>
                  <a:lnTo>
                    <a:pt x="594711" y="480331"/>
                  </a:lnTo>
                  <a:lnTo>
                    <a:pt x="579052" y="468816"/>
                  </a:lnTo>
                  <a:lnTo>
                    <a:pt x="560113" y="445696"/>
                  </a:lnTo>
                  <a:lnTo>
                    <a:pt x="569532" y="408836"/>
                  </a:lnTo>
                  <a:lnTo>
                    <a:pt x="577348" y="374188"/>
                  </a:lnTo>
                  <a:lnTo>
                    <a:pt x="587262" y="353814"/>
                  </a:lnTo>
                  <a:lnTo>
                    <a:pt x="588838" y="339172"/>
                  </a:lnTo>
                  <a:lnTo>
                    <a:pt x="582699" y="314349"/>
                  </a:lnTo>
                  <a:lnTo>
                    <a:pt x="592359" y="291076"/>
                  </a:lnTo>
                  <a:lnTo>
                    <a:pt x="590529" y="281518"/>
                  </a:lnTo>
                  <a:lnTo>
                    <a:pt x="580742" y="276307"/>
                  </a:lnTo>
                  <a:lnTo>
                    <a:pt x="568337" y="277476"/>
                  </a:lnTo>
                  <a:lnTo>
                    <a:pt x="546424" y="289233"/>
                  </a:lnTo>
                  <a:lnTo>
                    <a:pt x="523978" y="301664"/>
                  </a:lnTo>
                  <a:lnTo>
                    <a:pt x="517585" y="310027"/>
                  </a:lnTo>
                  <a:lnTo>
                    <a:pt x="495253" y="321009"/>
                  </a:lnTo>
                  <a:lnTo>
                    <a:pt x="448276" y="333554"/>
                  </a:lnTo>
                  <a:lnTo>
                    <a:pt x="422970" y="349886"/>
                  </a:lnTo>
                  <a:lnTo>
                    <a:pt x="387204" y="354729"/>
                  </a:lnTo>
                  <a:lnTo>
                    <a:pt x="354449" y="347548"/>
                  </a:lnTo>
                  <a:lnTo>
                    <a:pt x="336312" y="330681"/>
                  </a:lnTo>
                  <a:lnTo>
                    <a:pt x="327962" y="327148"/>
                  </a:lnTo>
                  <a:lnTo>
                    <a:pt x="290759" y="327021"/>
                  </a:lnTo>
                  <a:lnTo>
                    <a:pt x="279027" y="321276"/>
                  </a:lnTo>
                  <a:lnTo>
                    <a:pt x="265974" y="318912"/>
                  </a:lnTo>
                  <a:lnTo>
                    <a:pt x="244443" y="315645"/>
                  </a:lnTo>
                  <a:lnTo>
                    <a:pt x="241824" y="307663"/>
                  </a:lnTo>
                  <a:lnTo>
                    <a:pt x="230347" y="302299"/>
                  </a:lnTo>
                  <a:lnTo>
                    <a:pt x="230080" y="285585"/>
                  </a:lnTo>
                  <a:lnTo>
                    <a:pt x="274058" y="262580"/>
                  </a:lnTo>
                  <a:lnTo>
                    <a:pt x="309824" y="259059"/>
                  </a:lnTo>
                  <a:lnTo>
                    <a:pt x="316726" y="250289"/>
                  </a:lnTo>
                  <a:lnTo>
                    <a:pt x="314133" y="243629"/>
                  </a:lnTo>
                  <a:lnTo>
                    <a:pt x="248217" y="237744"/>
                  </a:lnTo>
                  <a:lnTo>
                    <a:pt x="237783" y="237490"/>
                  </a:lnTo>
                  <a:lnTo>
                    <a:pt x="179188" y="232381"/>
                  </a:lnTo>
                  <a:lnTo>
                    <a:pt x="159360" y="235774"/>
                  </a:lnTo>
                  <a:lnTo>
                    <a:pt x="128170" y="234732"/>
                  </a:lnTo>
                  <a:lnTo>
                    <a:pt x="119298" y="242320"/>
                  </a:lnTo>
                  <a:lnTo>
                    <a:pt x="116667" y="253162"/>
                  </a:lnTo>
                  <a:lnTo>
                    <a:pt x="101796" y="269253"/>
                  </a:lnTo>
                  <a:lnTo>
                    <a:pt x="86798" y="295906"/>
                  </a:lnTo>
                  <a:lnTo>
                    <a:pt x="57171" y="304536"/>
                  </a:lnTo>
                  <a:lnTo>
                    <a:pt x="49735" y="301003"/>
                  </a:lnTo>
                  <a:close/>
                </a:path>
              </a:pathLst>
            </a:custGeom>
            <a:solidFill>
              <a:srgbClr val="BAE0DF"/>
            </a:solidFill>
            <a:ln w="12700" cap="flat">
              <a:noFill/>
              <a:prstDash val="solid"/>
              <a:miter/>
            </a:ln>
          </p:spPr>
          <p:txBody>
            <a:bodyPr rtlCol="0" anchor="ctr"/>
            <a:lstStyle/>
            <a:p>
              <a:endParaRPr lang="de-CH"/>
            </a:p>
          </p:txBody>
        </p:sp>
        <p:sp>
          <p:nvSpPr>
            <p:cNvPr id="145" name="Freihandform: Form 144">
              <a:extLst>
                <a:ext uri="{FF2B5EF4-FFF2-40B4-BE49-F238E27FC236}">
                  <a16:creationId xmlns:a16="http://schemas.microsoft.com/office/drawing/2014/main" id="{B5CEB5C1-D7A8-C877-AF0C-E3708BD5250D}"/>
                </a:ext>
              </a:extLst>
            </p:cNvPr>
            <p:cNvSpPr/>
            <p:nvPr/>
          </p:nvSpPr>
          <p:spPr>
            <a:xfrm>
              <a:off x="6245582" y="2960121"/>
              <a:ext cx="116667" cy="84954"/>
            </a:xfrm>
            <a:custGeom>
              <a:avLst/>
              <a:gdLst>
                <a:gd name="connsiteX0" fmla="*/ 107401 w 116667"/>
                <a:gd name="connsiteY0" fmla="*/ 3127 h 84954"/>
                <a:gd name="connsiteX1" fmla="*/ 115752 w 116667"/>
                <a:gd name="connsiteY1" fmla="*/ 19866 h 84954"/>
                <a:gd name="connsiteX2" fmla="*/ 116667 w 116667"/>
                <a:gd name="connsiteY2" fmla="*/ 26526 h 84954"/>
                <a:gd name="connsiteX3" fmla="*/ 112485 w 116667"/>
                <a:gd name="connsiteY3" fmla="*/ 33059 h 84954"/>
                <a:gd name="connsiteX4" fmla="*/ 98136 w 116667"/>
                <a:gd name="connsiteY4" fmla="*/ 43647 h 84954"/>
                <a:gd name="connsiteX5" fmla="*/ 90814 w 116667"/>
                <a:gd name="connsiteY5" fmla="*/ 50968 h 84954"/>
                <a:gd name="connsiteX6" fmla="*/ 51413 w 116667"/>
                <a:gd name="connsiteY6" fmla="*/ 73986 h 84954"/>
                <a:gd name="connsiteX7" fmla="*/ 37063 w 116667"/>
                <a:gd name="connsiteY7" fmla="*/ 84955 h 84954"/>
                <a:gd name="connsiteX8" fmla="*/ 31458 w 116667"/>
                <a:gd name="connsiteY8" fmla="*/ 84955 h 84954"/>
                <a:gd name="connsiteX9" fmla="*/ 31051 w 116667"/>
                <a:gd name="connsiteY9" fmla="*/ 79731 h 84954"/>
                <a:gd name="connsiteX10" fmla="*/ 26882 w 116667"/>
                <a:gd name="connsiteY10" fmla="*/ 77888 h 84954"/>
                <a:gd name="connsiteX11" fmla="*/ 23349 w 116667"/>
                <a:gd name="connsiteY11" fmla="*/ 79731 h 84954"/>
                <a:gd name="connsiteX12" fmla="*/ 21671 w 116667"/>
                <a:gd name="connsiteY12" fmla="*/ 73185 h 84954"/>
                <a:gd name="connsiteX13" fmla="*/ 15151 w 116667"/>
                <a:gd name="connsiteY13" fmla="*/ 73185 h 84954"/>
                <a:gd name="connsiteX14" fmla="*/ 11617 w 116667"/>
                <a:gd name="connsiteY14" fmla="*/ 79731 h 84954"/>
                <a:gd name="connsiteX15" fmla="*/ 7702 w 116667"/>
                <a:gd name="connsiteY15" fmla="*/ 79731 h 84954"/>
                <a:gd name="connsiteX16" fmla="*/ 0 w 116667"/>
                <a:gd name="connsiteY16" fmla="*/ 77100 h 84954"/>
                <a:gd name="connsiteX17" fmla="*/ 4690 w 116667"/>
                <a:gd name="connsiteY17" fmla="*/ 65089 h 84954"/>
                <a:gd name="connsiteX18" fmla="*/ 18671 w 116667"/>
                <a:gd name="connsiteY18" fmla="*/ 59077 h 84954"/>
                <a:gd name="connsiteX19" fmla="*/ 28700 w 116667"/>
                <a:gd name="connsiteY19" fmla="*/ 45998 h 84954"/>
                <a:gd name="connsiteX20" fmla="*/ 39415 w 116667"/>
                <a:gd name="connsiteY20" fmla="*/ 40253 h 84954"/>
                <a:gd name="connsiteX21" fmla="*/ 48807 w 116667"/>
                <a:gd name="connsiteY21" fmla="*/ 38944 h 84954"/>
                <a:gd name="connsiteX22" fmla="*/ 56510 w 116667"/>
                <a:gd name="connsiteY22" fmla="*/ 33720 h 84954"/>
                <a:gd name="connsiteX23" fmla="*/ 71241 w 116667"/>
                <a:gd name="connsiteY23" fmla="*/ 34228 h 84954"/>
                <a:gd name="connsiteX24" fmla="*/ 83659 w 116667"/>
                <a:gd name="connsiteY24" fmla="*/ 26526 h 84954"/>
                <a:gd name="connsiteX25" fmla="*/ 93700 w 116667"/>
                <a:gd name="connsiteY25" fmla="*/ 25344 h 84954"/>
                <a:gd name="connsiteX26" fmla="*/ 101275 w 116667"/>
                <a:gd name="connsiteY26" fmla="*/ 20654 h 84954"/>
                <a:gd name="connsiteX27" fmla="*/ 104008 w 116667"/>
                <a:gd name="connsiteY27" fmla="*/ 13193 h 84954"/>
                <a:gd name="connsiteX28" fmla="*/ 101008 w 116667"/>
                <a:gd name="connsiteY28" fmla="*/ 0 h 84954"/>
                <a:gd name="connsiteX29" fmla="*/ 107401 w 116667"/>
                <a:gd name="connsiteY29" fmla="*/ 3127 h 84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6667" h="84954">
                  <a:moveTo>
                    <a:pt x="107401" y="3127"/>
                  </a:moveTo>
                  <a:lnTo>
                    <a:pt x="115752" y="19866"/>
                  </a:lnTo>
                  <a:lnTo>
                    <a:pt x="116667" y="26526"/>
                  </a:lnTo>
                  <a:lnTo>
                    <a:pt x="112485" y="33059"/>
                  </a:lnTo>
                  <a:lnTo>
                    <a:pt x="98136" y="43647"/>
                  </a:lnTo>
                  <a:lnTo>
                    <a:pt x="90814" y="50968"/>
                  </a:lnTo>
                  <a:lnTo>
                    <a:pt x="51413" y="73986"/>
                  </a:lnTo>
                  <a:lnTo>
                    <a:pt x="37063" y="84955"/>
                  </a:lnTo>
                  <a:lnTo>
                    <a:pt x="31458" y="84955"/>
                  </a:lnTo>
                  <a:lnTo>
                    <a:pt x="31051" y="79731"/>
                  </a:lnTo>
                  <a:lnTo>
                    <a:pt x="26882" y="77888"/>
                  </a:lnTo>
                  <a:lnTo>
                    <a:pt x="23349" y="79731"/>
                  </a:lnTo>
                  <a:lnTo>
                    <a:pt x="21671" y="73185"/>
                  </a:lnTo>
                  <a:lnTo>
                    <a:pt x="15151" y="73185"/>
                  </a:lnTo>
                  <a:lnTo>
                    <a:pt x="11617" y="79731"/>
                  </a:lnTo>
                  <a:lnTo>
                    <a:pt x="7702" y="79731"/>
                  </a:lnTo>
                  <a:lnTo>
                    <a:pt x="0" y="77100"/>
                  </a:lnTo>
                  <a:lnTo>
                    <a:pt x="4690" y="65089"/>
                  </a:lnTo>
                  <a:lnTo>
                    <a:pt x="18671" y="59077"/>
                  </a:lnTo>
                  <a:lnTo>
                    <a:pt x="28700" y="45998"/>
                  </a:lnTo>
                  <a:lnTo>
                    <a:pt x="39415" y="40253"/>
                  </a:lnTo>
                  <a:lnTo>
                    <a:pt x="48807" y="38944"/>
                  </a:lnTo>
                  <a:lnTo>
                    <a:pt x="56510" y="33720"/>
                  </a:lnTo>
                  <a:lnTo>
                    <a:pt x="71241" y="34228"/>
                  </a:lnTo>
                  <a:lnTo>
                    <a:pt x="83659" y="26526"/>
                  </a:lnTo>
                  <a:lnTo>
                    <a:pt x="93700" y="25344"/>
                  </a:lnTo>
                  <a:lnTo>
                    <a:pt x="101275" y="20654"/>
                  </a:lnTo>
                  <a:lnTo>
                    <a:pt x="104008" y="13193"/>
                  </a:lnTo>
                  <a:lnTo>
                    <a:pt x="101008" y="0"/>
                  </a:lnTo>
                  <a:lnTo>
                    <a:pt x="107401" y="3127"/>
                  </a:lnTo>
                  <a:close/>
                </a:path>
              </a:pathLst>
            </a:custGeom>
            <a:solidFill>
              <a:srgbClr val="BAE0DF"/>
            </a:solidFill>
            <a:ln w="12700" cap="flat">
              <a:noFill/>
              <a:prstDash val="solid"/>
              <a:miter/>
            </a:ln>
          </p:spPr>
          <p:txBody>
            <a:bodyPr rtlCol="0" anchor="ctr"/>
            <a:lstStyle/>
            <a:p>
              <a:endParaRPr lang="de-CH"/>
            </a:p>
          </p:txBody>
        </p:sp>
        <p:sp>
          <p:nvSpPr>
            <p:cNvPr id="146" name="Freihandform: Form 145">
              <a:extLst>
                <a:ext uri="{FF2B5EF4-FFF2-40B4-BE49-F238E27FC236}">
                  <a16:creationId xmlns:a16="http://schemas.microsoft.com/office/drawing/2014/main" id="{7B8B609D-A125-6644-6032-56A34F9496A7}"/>
                </a:ext>
              </a:extLst>
            </p:cNvPr>
            <p:cNvSpPr/>
            <p:nvPr/>
          </p:nvSpPr>
          <p:spPr>
            <a:xfrm>
              <a:off x="7209333" y="2428021"/>
              <a:ext cx="126059" cy="206896"/>
            </a:xfrm>
            <a:custGeom>
              <a:avLst/>
              <a:gdLst>
                <a:gd name="connsiteX0" fmla="*/ 106613 w 126059"/>
                <a:gd name="connsiteY0" fmla="*/ 206897 h 206896"/>
                <a:gd name="connsiteX1" fmla="*/ 105965 w 126059"/>
                <a:gd name="connsiteY1" fmla="*/ 198012 h 206896"/>
                <a:gd name="connsiteX2" fmla="*/ 100080 w 126059"/>
                <a:gd name="connsiteY2" fmla="*/ 192649 h 206896"/>
                <a:gd name="connsiteX3" fmla="*/ 85984 w 126059"/>
                <a:gd name="connsiteY3" fmla="*/ 184031 h 206896"/>
                <a:gd name="connsiteX4" fmla="*/ 73071 w 126059"/>
                <a:gd name="connsiteY4" fmla="*/ 162729 h 206896"/>
                <a:gd name="connsiteX5" fmla="*/ 63818 w 126059"/>
                <a:gd name="connsiteY5" fmla="*/ 160110 h 206896"/>
                <a:gd name="connsiteX6" fmla="*/ 59242 w 126059"/>
                <a:gd name="connsiteY6" fmla="*/ 152522 h 206896"/>
                <a:gd name="connsiteX7" fmla="*/ 50103 w 126059"/>
                <a:gd name="connsiteY7" fmla="*/ 150171 h 206896"/>
                <a:gd name="connsiteX8" fmla="*/ 46583 w 126059"/>
                <a:gd name="connsiteY8" fmla="*/ 137766 h 206896"/>
                <a:gd name="connsiteX9" fmla="*/ 54794 w 126059"/>
                <a:gd name="connsiteY9" fmla="*/ 124700 h 206896"/>
                <a:gd name="connsiteX10" fmla="*/ 43456 w 126059"/>
                <a:gd name="connsiteY10" fmla="*/ 115155 h 206896"/>
                <a:gd name="connsiteX11" fmla="*/ 36923 w 126059"/>
                <a:gd name="connsiteY11" fmla="*/ 108367 h 206896"/>
                <a:gd name="connsiteX12" fmla="*/ 35754 w 126059"/>
                <a:gd name="connsiteY12" fmla="*/ 89264 h 206896"/>
                <a:gd name="connsiteX13" fmla="*/ 16307 w 126059"/>
                <a:gd name="connsiteY13" fmla="*/ 59725 h 206896"/>
                <a:gd name="connsiteX14" fmla="*/ 10041 w 126059"/>
                <a:gd name="connsiteY14" fmla="*/ 43914 h 206896"/>
                <a:gd name="connsiteX15" fmla="*/ 2593 w 126059"/>
                <a:gd name="connsiteY15" fmla="*/ 46138 h 206896"/>
                <a:gd name="connsiteX16" fmla="*/ 0 w 126059"/>
                <a:gd name="connsiteY16" fmla="*/ 41296 h 206896"/>
                <a:gd name="connsiteX17" fmla="*/ 7041 w 126059"/>
                <a:gd name="connsiteY17" fmla="*/ 33987 h 206896"/>
                <a:gd name="connsiteX18" fmla="*/ 9533 w 126059"/>
                <a:gd name="connsiteY18" fmla="*/ 19993 h 206896"/>
                <a:gd name="connsiteX19" fmla="*/ 15265 w 126059"/>
                <a:gd name="connsiteY19" fmla="*/ 13854 h 206896"/>
                <a:gd name="connsiteX20" fmla="*/ 23081 w 126059"/>
                <a:gd name="connsiteY20" fmla="*/ 17375 h 206896"/>
                <a:gd name="connsiteX21" fmla="*/ 31445 w 126059"/>
                <a:gd name="connsiteY21" fmla="*/ 15036 h 206896"/>
                <a:gd name="connsiteX22" fmla="*/ 39529 w 126059"/>
                <a:gd name="connsiteY22" fmla="*/ 11503 h 206896"/>
                <a:gd name="connsiteX23" fmla="*/ 42795 w 126059"/>
                <a:gd name="connsiteY23" fmla="*/ 0 h 206896"/>
                <a:gd name="connsiteX24" fmla="*/ 51273 w 126059"/>
                <a:gd name="connsiteY24" fmla="*/ 1830 h 206896"/>
                <a:gd name="connsiteX25" fmla="*/ 52722 w 126059"/>
                <a:gd name="connsiteY25" fmla="*/ 10194 h 206896"/>
                <a:gd name="connsiteX26" fmla="*/ 59509 w 126059"/>
                <a:gd name="connsiteY26" fmla="*/ 13981 h 206896"/>
                <a:gd name="connsiteX27" fmla="*/ 66284 w 126059"/>
                <a:gd name="connsiteY27" fmla="*/ 10588 h 206896"/>
                <a:gd name="connsiteX28" fmla="*/ 66284 w 126059"/>
                <a:gd name="connsiteY28" fmla="*/ 17502 h 206896"/>
                <a:gd name="connsiteX29" fmla="*/ 63411 w 126059"/>
                <a:gd name="connsiteY29" fmla="*/ 25878 h 206896"/>
                <a:gd name="connsiteX30" fmla="*/ 59509 w 126059"/>
                <a:gd name="connsiteY30" fmla="*/ 33847 h 206896"/>
                <a:gd name="connsiteX31" fmla="*/ 66945 w 126059"/>
                <a:gd name="connsiteY31" fmla="*/ 47701 h 206896"/>
                <a:gd name="connsiteX32" fmla="*/ 63411 w 126059"/>
                <a:gd name="connsiteY32" fmla="*/ 55811 h 206896"/>
                <a:gd name="connsiteX33" fmla="*/ 78676 w 126059"/>
                <a:gd name="connsiteY33" fmla="*/ 92149 h 206896"/>
                <a:gd name="connsiteX34" fmla="*/ 77253 w 126059"/>
                <a:gd name="connsiteY34" fmla="*/ 119463 h 206896"/>
                <a:gd name="connsiteX35" fmla="*/ 85197 w 126059"/>
                <a:gd name="connsiteY35" fmla="*/ 143511 h 206896"/>
                <a:gd name="connsiteX36" fmla="*/ 85603 w 126059"/>
                <a:gd name="connsiteY36" fmla="*/ 157238 h 206896"/>
                <a:gd name="connsiteX37" fmla="*/ 102698 w 126059"/>
                <a:gd name="connsiteY37" fmla="*/ 169910 h 206896"/>
                <a:gd name="connsiteX38" fmla="*/ 115752 w 126059"/>
                <a:gd name="connsiteY38" fmla="*/ 174626 h 206896"/>
                <a:gd name="connsiteX39" fmla="*/ 126060 w 126059"/>
                <a:gd name="connsiteY39" fmla="*/ 184565 h 206896"/>
                <a:gd name="connsiteX40" fmla="*/ 120709 w 126059"/>
                <a:gd name="connsiteY40" fmla="*/ 198940 h 206896"/>
                <a:gd name="connsiteX41" fmla="*/ 111837 w 126059"/>
                <a:gd name="connsiteY41" fmla="*/ 203897 h 206896"/>
                <a:gd name="connsiteX42" fmla="*/ 106613 w 126059"/>
                <a:gd name="connsiteY42" fmla="*/ 206897 h 206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6059" h="206896">
                  <a:moveTo>
                    <a:pt x="106613" y="206897"/>
                  </a:moveTo>
                  <a:lnTo>
                    <a:pt x="105965" y="198012"/>
                  </a:lnTo>
                  <a:lnTo>
                    <a:pt x="100080" y="192649"/>
                  </a:lnTo>
                  <a:lnTo>
                    <a:pt x="85984" y="184031"/>
                  </a:lnTo>
                  <a:lnTo>
                    <a:pt x="73071" y="162729"/>
                  </a:lnTo>
                  <a:lnTo>
                    <a:pt x="63818" y="160110"/>
                  </a:lnTo>
                  <a:lnTo>
                    <a:pt x="59242" y="152522"/>
                  </a:lnTo>
                  <a:lnTo>
                    <a:pt x="50103" y="150171"/>
                  </a:lnTo>
                  <a:lnTo>
                    <a:pt x="46583" y="137766"/>
                  </a:lnTo>
                  <a:lnTo>
                    <a:pt x="54794" y="124700"/>
                  </a:lnTo>
                  <a:lnTo>
                    <a:pt x="43456" y="115155"/>
                  </a:lnTo>
                  <a:lnTo>
                    <a:pt x="36923" y="108367"/>
                  </a:lnTo>
                  <a:lnTo>
                    <a:pt x="35754" y="89264"/>
                  </a:lnTo>
                  <a:lnTo>
                    <a:pt x="16307" y="59725"/>
                  </a:lnTo>
                  <a:lnTo>
                    <a:pt x="10041" y="43914"/>
                  </a:lnTo>
                  <a:lnTo>
                    <a:pt x="2593" y="46138"/>
                  </a:lnTo>
                  <a:lnTo>
                    <a:pt x="0" y="41296"/>
                  </a:lnTo>
                  <a:lnTo>
                    <a:pt x="7041" y="33987"/>
                  </a:lnTo>
                  <a:lnTo>
                    <a:pt x="9533" y="19993"/>
                  </a:lnTo>
                  <a:lnTo>
                    <a:pt x="15265" y="13854"/>
                  </a:lnTo>
                  <a:lnTo>
                    <a:pt x="23081" y="17375"/>
                  </a:lnTo>
                  <a:lnTo>
                    <a:pt x="31445" y="15036"/>
                  </a:lnTo>
                  <a:lnTo>
                    <a:pt x="39529" y="11503"/>
                  </a:lnTo>
                  <a:lnTo>
                    <a:pt x="42795" y="0"/>
                  </a:lnTo>
                  <a:lnTo>
                    <a:pt x="51273" y="1830"/>
                  </a:lnTo>
                  <a:lnTo>
                    <a:pt x="52722" y="10194"/>
                  </a:lnTo>
                  <a:lnTo>
                    <a:pt x="59509" y="13981"/>
                  </a:lnTo>
                  <a:lnTo>
                    <a:pt x="66284" y="10588"/>
                  </a:lnTo>
                  <a:lnTo>
                    <a:pt x="66284" y="17502"/>
                  </a:lnTo>
                  <a:lnTo>
                    <a:pt x="63411" y="25878"/>
                  </a:lnTo>
                  <a:lnTo>
                    <a:pt x="59509" y="33847"/>
                  </a:lnTo>
                  <a:lnTo>
                    <a:pt x="66945" y="47701"/>
                  </a:lnTo>
                  <a:lnTo>
                    <a:pt x="63411" y="55811"/>
                  </a:lnTo>
                  <a:lnTo>
                    <a:pt x="78676" y="92149"/>
                  </a:lnTo>
                  <a:lnTo>
                    <a:pt x="77253" y="119463"/>
                  </a:lnTo>
                  <a:lnTo>
                    <a:pt x="85197" y="143511"/>
                  </a:lnTo>
                  <a:lnTo>
                    <a:pt x="85603" y="157238"/>
                  </a:lnTo>
                  <a:lnTo>
                    <a:pt x="102698" y="169910"/>
                  </a:lnTo>
                  <a:lnTo>
                    <a:pt x="115752" y="174626"/>
                  </a:lnTo>
                  <a:lnTo>
                    <a:pt x="126060" y="184565"/>
                  </a:lnTo>
                  <a:lnTo>
                    <a:pt x="120709" y="198940"/>
                  </a:lnTo>
                  <a:lnTo>
                    <a:pt x="111837" y="203897"/>
                  </a:lnTo>
                  <a:lnTo>
                    <a:pt x="106613" y="206897"/>
                  </a:lnTo>
                  <a:close/>
                </a:path>
              </a:pathLst>
            </a:custGeom>
            <a:solidFill>
              <a:srgbClr val="BAE0DF"/>
            </a:solidFill>
            <a:ln w="12700" cap="flat">
              <a:noFill/>
              <a:prstDash val="solid"/>
              <a:miter/>
            </a:ln>
          </p:spPr>
          <p:txBody>
            <a:bodyPr rtlCol="0" anchor="ctr"/>
            <a:lstStyle/>
            <a:p>
              <a:endParaRPr lang="de-CH"/>
            </a:p>
          </p:txBody>
        </p:sp>
        <p:sp>
          <p:nvSpPr>
            <p:cNvPr id="147" name="Freihandform: Form 146">
              <a:extLst>
                <a:ext uri="{FF2B5EF4-FFF2-40B4-BE49-F238E27FC236}">
                  <a16:creationId xmlns:a16="http://schemas.microsoft.com/office/drawing/2014/main" id="{F7306DD7-9817-4FEA-C310-676CBEF1E6BF}"/>
                </a:ext>
              </a:extLst>
            </p:cNvPr>
            <p:cNvSpPr/>
            <p:nvPr/>
          </p:nvSpPr>
          <p:spPr>
            <a:xfrm>
              <a:off x="6062364" y="3232641"/>
              <a:ext cx="109358" cy="131220"/>
            </a:xfrm>
            <a:custGeom>
              <a:avLst/>
              <a:gdLst>
                <a:gd name="connsiteX0" fmla="*/ 2479 w 109358"/>
                <a:gd name="connsiteY0" fmla="*/ 101288 h 131220"/>
                <a:gd name="connsiteX1" fmla="*/ 8732 w 109358"/>
                <a:gd name="connsiteY1" fmla="*/ 88094 h 131220"/>
                <a:gd name="connsiteX2" fmla="*/ 13702 w 109358"/>
                <a:gd name="connsiteY2" fmla="*/ 70313 h 131220"/>
                <a:gd name="connsiteX3" fmla="*/ 55595 w 109358"/>
                <a:gd name="connsiteY3" fmla="*/ 48756 h 131220"/>
                <a:gd name="connsiteX4" fmla="*/ 74901 w 109358"/>
                <a:gd name="connsiteY4" fmla="*/ 34889 h 131220"/>
                <a:gd name="connsiteX5" fmla="*/ 77914 w 109358"/>
                <a:gd name="connsiteY5" fmla="*/ 23120 h 131220"/>
                <a:gd name="connsiteX6" fmla="*/ 87307 w 109358"/>
                <a:gd name="connsiteY6" fmla="*/ 11223 h 131220"/>
                <a:gd name="connsiteX7" fmla="*/ 89912 w 109358"/>
                <a:gd name="connsiteY7" fmla="*/ 1957 h 131220"/>
                <a:gd name="connsiteX8" fmla="*/ 95517 w 109358"/>
                <a:gd name="connsiteY8" fmla="*/ 3521 h 131220"/>
                <a:gd name="connsiteX9" fmla="*/ 101529 w 109358"/>
                <a:gd name="connsiteY9" fmla="*/ 1818 h 131220"/>
                <a:gd name="connsiteX10" fmla="*/ 105559 w 109358"/>
                <a:gd name="connsiteY10" fmla="*/ 0 h 131220"/>
                <a:gd name="connsiteX11" fmla="*/ 108571 w 109358"/>
                <a:gd name="connsiteY11" fmla="*/ 3012 h 131220"/>
                <a:gd name="connsiteX12" fmla="*/ 109359 w 109358"/>
                <a:gd name="connsiteY12" fmla="*/ 9800 h 131220"/>
                <a:gd name="connsiteX13" fmla="*/ 109092 w 109358"/>
                <a:gd name="connsiteY13" fmla="*/ 26005 h 131220"/>
                <a:gd name="connsiteX14" fmla="*/ 104135 w 109358"/>
                <a:gd name="connsiteY14" fmla="*/ 34496 h 131220"/>
                <a:gd name="connsiteX15" fmla="*/ 103347 w 109358"/>
                <a:gd name="connsiteY15" fmla="*/ 47714 h 131220"/>
                <a:gd name="connsiteX16" fmla="*/ 86646 w 109358"/>
                <a:gd name="connsiteY16" fmla="*/ 64822 h 131220"/>
                <a:gd name="connsiteX17" fmla="*/ 78168 w 109358"/>
                <a:gd name="connsiteY17" fmla="*/ 67313 h 131220"/>
                <a:gd name="connsiteX18" fmla="*/ 67199 w 109358"/>
                <a:gd name="connsiteY18" fmla="*/ 81689 h 131220"/>
                <a:gd name="connsiteX19" fmla="*/ 48553 w 109358"/>
                <a:gd name="connsiteY19" fmla="*/ 95136 h 131220"/>
                <a:gd name="connsiteX20" fmla="*/ 46710 w 109358"/>
                <a:gd name="connsiteY20" fmla="*/ 107833 h 131220"/>
                <a:gd name="connsiteX21" fmla="*/ 30797 w 109358"/>
                <a:gd name="connsiteY21" fmla="*/ 127038 h 131220"/>
                <a:gd name="connsiteX22" fmla="*/ 25459 w 109358"/>
                <a:gd name="connsiteY22" fmla="*/ 131220 h 131220"/>
                <a:gd name="connsiteX23" fmla="*/ 22319 w 109358"/>
                <a:gd name="connsiteY23" fmla="*/ 130178 h 131220"/>
                <a:gd name="connsiteX24" fmla="*/ 23362 w 109358"/>
                <a:gd name="connsiteY24" fmla="*/ 125081 h 131220"/>
                <a:gd name="connsiteX25" fmla="*/ 20616 w 109358"/>
                <a:gd name="connsiteY25" fmla="*/ 122590 h 131220"/>
                <a:gd name="connsiteX26" fmla="*/ 14490 w 109358"/>
                <a:gd name="connsiteY26" fmla="*/ 121942 h 131220"/>
                <a:gd name="connsiteX27" fmla="*/ 10702 w 109358"/>
                <a:gd name="connsiteY27" fmla="*/ 116057 h 131220"/>
                <a:gd name="connsiteX28" fmla="*/ 2619 w 109358"/>
                <a:gd name="connsiteY28" fmla="*/ 110693 h 131220"/>
                <a:gd name="connsiteX29" fmla="*/ 0 w 109358"/>
                <a:gd name="connsiteY29" fmla="*/ 107160 h 131220"/>
                <a:gd name="connsiteX30" fmla="*/ 2479 w 109358"/>
                <a:gd name="connsiteY30" fmla="*/ 101288 h 131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9358" h="131220">
                  <a:moveTo>
                    <a:pt x="2479" y="101288"/>
                  </a:moveTo>
                  <a:lnTo>
                    <a:pt x="8732" y="88094"/>
                  </a:lnTo>
                  <a:lnTo>
                    <a:pt x="13702" y="70313"/>
                  </a:lnTo>
                  <a:lnTo>
                    <a:pt x="55595" y="48756"/>
                  </a:lnTo>
                  <a:lnTo>
                    <a:pt x="74901" y="34889"/>
                  </a:lnTo>
                  <a:lnTo>
                    <a:pt x="77914" y="23120"/>
                  </a:lnTo>
                  <a:lnTo>
                    <a:pt x="87307" y="11223"/>
                  </a:lnTo>
                  <a:lnTo>
                    <a:pt x="89912" y="1957"/>
                  </a:lnTo>
                  <a:lnTo>
                    <a:pt x="95517" y="3521"/>
                  </a:lnTo>
                  <a:lnTo>
                    <a:pt x="101529" y="1818"/>
                  </a:lnTo>
                  <a:lnTo>
                    <a:pt x="105559" y="0"/>
                  </a:lnTo>
                  <a:lnTo>
                    <a:pt x="108571" y="3012"/>
                  </a:lnTo>
                  <a:lnTo>
                    <a:pt x="109359" y="9800"/>
                  </a:lnTo>
                  <a:lnTo>
                    <a:pt x="109092" y="26005"/>
                  </a:lnTo>
                  <a:lnTo>
                    <a:pt x="104135" y="34496"/>
                  </a:lnTo>
                  <a:lnTo>
                    <a:pt x="103347" y="47714"/>
                  </a:lnTo>
                  <a:lnTo>
                    <a:pt x="86646" y="64822"/>
                  </a:lnTo>
                  <a:lnTo>
                    <a:pt x="78168" y="67313"/>
                  </a:lnTo>
                  <a:lnTo>
                    <a:pt x="67199" y="81689"/>
                  </a:lnTo>
                  <a:lnTo>
                    <a:pt x="48553" y="95136"/>
                  </a:lnTo>
                  <a:lnTo>
                    <a:pt x="46710" y="107833"/>
                  </a:lnTo>
                  <a:lnTo>
                    <a:pt x="30797" y="127038"/>
                  </a:lnTo>
                  <a:lnTo>
                    <a:pt x="25459" y="131220"/>
                  </a:lnTo>
                  <a:lnTo>
                    <a:pt x="22319" y="130178"/>
                  </a:lnTo>
                  <a:lnTo>
                    <a:pt x="23362" y="125081"/>
                  </a:lnTo>
                  <a:lnTo>
                    <a:pt x="20616" y="122590"/>
                  </a:lnTo>
                  <a:lnTo>
                    <a:pt x="14490" y="121942"/>
                  </a:lnTo>
                  <a:lnTo>
                    <a:pt x="10702" y="116057"/>
                  </a:lnTo>
                  <a:lnTo>
                    <a:pt x="2619" y="110693"/>
                  </a:lnTo>
                  <a:lnTo>
                    <a:pt x="0" y="107160"/>
                  </a:lnTo>
                  <a:lnTo>
                    <a:pt x="2479" y="101288"/>
                  </a:lnTo>
                  <a:close/>
                </a:path>
              </a:pathLst>
            </a:custGeom>
            <a:solidFill>
              <a:srgbClr val="BAE0DF"/>
            </a:solidFill>
            <a:ln w="12700" cap="flat">
              <a:noFill/>
              <a:prstDash val="solid"/>
              <a:miter/>
            </a:ln>
          </p:spPr>
          <p:txBody>
            <a:bodyPr rtlCol="0" anchor="ctr"/>
            <a:lstStyle/>
            <a:p>
              <a:endParaRPr lang="de-CH"/>
            </a:p>
          </p:txBody>
        </p:sp>
        <p:sp>
          <p:nvSpPr>
            <p:cNvPr id="148" name="Freihandform: Form 147">
              <a:extLst>
                <a:ext uri="{FF2B5EF4-FFF2-40B4-BE49-F238E27FC236}">
                  <a16:creationId xmlns:a16="http://schemas.microsoft.com/office/drawing/2014/main" id="{031B3747-87E3-8E01-9F9A-45B8F707D5FF}"/>
                </a:ext>
              </a:extLst>
            </p:cNvPr>
            <p:cNvSpPr/>
            <p:nvPr/>
          </p:nvSpPr>
          <p:spPr>
            <a:xfrm>
              <a:off x="7901505" y="2460432"/>
              <a:ext cx="414340" cy="74901"/>
            </a:xfrm>
            <a:custGeom>
              <a:avLst/>
              <a:gdLst>
                <a:gd name="connsiteX0" fmla="*/ 28840 w 414340"/>
                <a:gd name="connsiteY0" fmla="*/ 521 h 74901"/>
                <a:gd name="connsiteX1" fmla="*/ 52862 w 414340"/>
                <a:gd name="connsiteY1" fmla="*/ 0 h 74901"/>
                <a:gd name="connsiteX2" fmla="*/ 66817 w 414340"/>
                <a:gd name="connsiteY2" fmla="*/ 5745 h 74901"/>
                <a:gd name="connsiteX3" fmla="*/ 89785 w 414340"/>
                <a:gd name="connsiteY3" fmla="*/ 5237 h 74901"/>
                <a:gd name="connsiteX4" fmla="*/ 93967 w 414340"/>
                <a:gd name="connsiteY4" fmla="*/ 12278 h 74901"/>
                <a:gd name="connsiteX5" fmla="*/ 99826 w 414340"/>
                <a:gd name="connsiteY5" fmla="*/ 14121 h 74901"/>
                <a:gd name="connsiteX6" fmla="*/ 105838 w 414340"/>
                <a:gd name="connsiteY6" fmla="*/ 9279 h 74901"/>
                <a:gd name="connsiteX7" fmla="*/ 117582 w 414340"/>
                <a:gd name="connsiteY7" fmla="*/ 10460 h 74901"/>
                <a:gd name="connsiteX8" fmla="*/ 125806 w 414340"/>
                <a:gd name="connsiteY8" fmla="*/ 15812 h 74901"/>
                <a:gd name="connsiteX9" fmla="*/ 183104 w 414340"/>
                <a:gd name="connsiteY9" fmla="*/ 15290 h 74901"/>
                <a:gd name="connsiteX10" fmla="*/ 222123 w 414340"/>
                <a:gd name="connsiteY10" fmla="*/ 26526 h 74901"/>
                <a:gd name="connsiteX11" fmla="*/ 236728 w 414340"/>
                <a:gd name="connsiteY11" fmla="*/ 26666 h 74901"/>
                <a:gd name="connsiteX12" fmla="*/ 310841 w 414340"/>
                <a:gd name="connsiteY12" fmla="*/ 20527 h 74901"/>
                <a:gd name="connsiteX13" fmla="*/ 350789 w 414340"/>
                <a:gd name="connsiteY13" fmla="*/ 25344 h 74901"/>
                <a:gd name="connsiteX14" fmla="*/ 362660 w 414340"/>
                <a:gd name="connsiteY14" fmla="*/ 22345 h 74901"/>
                <a:gd name="connsiteX15" fmla="*/ 410158 w 414340"/>
                <a:gd name="connsiteY15" fmla="*/ 22739 h 74901"/>
                <a:gd name="connsiteX16" fmla="*/ 414340 w 414340"/>
                <a:gd name="connsiteY16" fmla="*/ 27975 h 74901"/>
                <a:gd name="connsiteX17" fmla="*/ 407947 w 414340"/>
                <a:gd name="connsiteY17" fmla="*/ 44181 h 74901"/>
                <a:gd name="connsiteX18" fmla="*/ 407540 w 414340"/>
                <a:gd name="connsiteY18" fmla="*/ 50193 h 74901"/>
                <a:gd name="connsiteX19" fmla="*/ 407171 w 414340"/>
                <a:gd name="connsiteY19" fmla="*/ 56077 h 74901"/>
                <a:gd name="connsiteX20" fmla="*/ 395033 w 414340"/>
                <a:gd name="connsiteY20" fmla="*/ 60386 h 74901"/>
                <a:gd name="connsiteX21" fmla="*/ 379362 w 414340"/>
                <a:gd name="connsiteY21" fmla="*/ 67313 h 74901"/>
                <a:gd name="connsiteX22" fmla="*/ 365139 w 414340"/>
                <a:gd name="connsiteY22" fmla="*/ 68749 h 74901"/>
                <a:gd name="connsiteX23" fmla="*/ 320768 w 414340"/>
                <a:gd name="connsiteY23" fmla="*/ 60119 h 74901"/>
                <a:gd name="connsiteX24" fmla="*/ 307587 w 414340"/>
                <a:gd name="connsiteY24" fmla="*/ 69271 h 74901"/>
                <a:gd name="connsiteX25" fmla="*/ 252120 w 414340"/>
                <a:gd name="connsiteY25" fmla="*/ 74901 h 74901"/>
                <a:gd name="connsiteX26" fmla="*/ 248612 w 414340"/>
                <a:gd name="connsiteY26" fmla="*/ 69004 h 74901"/>
                <a:gd name="connsiteX27" fmla="*/ 238558 w 414340"/>
                <a:gd name="connsiteY27" fmla="*/ 64962 h 74901"/>
                <a:gd name="connsiteX28" fmla="*/ 225899 w 414340"/>
                <a:gd name="connsiteY28" fmla="*/ 71368 h 74901"/>
                <a:gd name="connsiteX29" fmla="*/ 183357 w 414340"/>
                <a:gd name="connsiteY29" fmla="*/ 64428 h 74901"/>
                <a:gd name="connsiteX30" fmla="*/ 138198 w 414340"/>
                <a:gd name="connsiteY30" fmla="*/ 55023 h 74901"/>
                <a:gd name="connsiteX31" fmla="*/ 117176 w 414340"/>
                <a:gd name="connsiteY31" fmla="*/ 46545 h 74901"/>
                <a:gd name="connsiteX32" fmla="*/ 90827 w 414340"/>
                <a:gd name="connsiteY32" fmla="*/ 43126 h 74901"/>
                <a:gd name="connsiteX33" fmla="*/ 77914 w 414340"/>
                <a:gd name="connsiteY33" fmla="*/ 35817 h 74901"/>
                <a:gd name="connsiteX34" fmla="*/ 43711 w 414340"/>
                <a:gd name="connsiteY34" fmla="*/ 36072 h 74901"/>
                <a:gd name="connsiteX35" fmla="*/ 16714 w 414340"/>
                <a:gd name="connsiteY35" fmla="*/ 32271 h 74901"/>
                <a:gd name="connsiteX36" fmla="*/ 267 w 414340"/>
                <a:gd name="connsiteY36" fmla="*/ 18684 h 74901"/>
                <a:gd name="connsiteX37" fmla="*/ 0 w 414340"/>
                <a:gd name="connsiteY37" fmla="*/ 14248 h 74901"/>
                <a:gd name="connsiteX38" fmla="*/ 3788 w 414340"/>
                <a:gd name="connsiteY38" fmla="*/ 12812 h 74901"/>
                <a:gd name="connsiteX39" fmla="*/ 13956 w 414340"/>
                <a:gd name="connsiteY39" fmla="*/ 14375 h 74901"/>
                <a:gd name="connsiteX40" fmla="*/ 22319 w 414340"/>
                <a:gd name="connsiteY40" fmla="*/ 10728 h 74901"/>
                <a:gd name="connsiteX41" fmla="*/ 28840 w 414340"/>
                <a:gd name="connsiteY41" fmla="*/ 521 h 74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14340" h="74901">
                  <a:moveTo>
                    <a:pt x="28840" y="521"/>
                  </a:moveTo>
                  <a:lnTo>
                    <a:pt x="52862" y="0"/>
                  </a:lnTo>
                  <a:lnTo>
                    <a:pt x="66817" y="5745"/>
                  </a:lnTo>
                  <a:lnTo>
                    <a:pt x="89785" y="5237"/>
                  </a:lnTo>
                  <a:lnTo>
                    <a:pt x="93967" y="12278"/>
                  </a:lnTo>
                  <a:lnTo>
                    <a:pt x="99826" y="14121"/>
                  </a:lnTo>
                  <a:lnTo>
                    <a:pt x="105838" y="9279"/>
                  </a:lnTo>
                  <a:lnTo>
                    <a:pt x="117582" y="10460"/>
                  </a:lnTo>
                  <a:lnTo>
                    <a:pt x="125806" y="15812"/>
                  </a:lnTo>
                  <a:lnTo>
                    <a:pt x="183104" y="15290"/>
                  </a:lnTo>
                  <a:lnTo>
                    <a:pt x="222123" y="26526"/>
                  </a:lnTo>
                  <a:lnTo>
                    <a:pt x="236728" y="26666"/>
                  </a:lnTo>
                  <a:lnTo>
                    <a:pt x="310841" y="20527"/>
                  </a:lnTo>
                  <a:lnTo>
                    <a:pt x="350789" y="25344"/>
                  </a:lnTo>
                  <a:lnTo>
                    <a:pt x="362660" y="22345"/>
                  </a:lnTo>
                  <a:lnTo>
                    <a:pt x="410158" y="22739"/>
                  </a:lnTo>
                  <a:lnTo>
                    <a:pt x="414340" y="27975"/>
                  </a:lnTo>
                  <a:lnTo>
                    <a:pt x="407947" y="44181"/>
                  </a:lnTo>
                  <a:lnTo>
                    <a:pt x="407540" y="50193"/>
                  </a:lnTo>
                  <a:lnTo>
                    <a:pt x="407171" y="56077"/>
                  </a:lnTo>
                  <a:lnTo>
                    <a:pt x="395033" y="60386"/>
                  </a:lnTo>
                  <a:lnTo>
                    <a:pt x="379362" y="67313"/>
                  </a:lnTo>
                  <a:lnTo>
                    <a:pt x="365139" y="68749"/>
                  </a:lnTo>
                  <a:lnTo>
                    <a:pt x="320768" y="60119"/>
                  </a:lnTo>
                  <a:lnTo>
                    <a:pt x="307587" y="69271"/>
                  </a:lnTo>
                  <a:lnTo>
                    <a:pt x="252120" y="74901"/>
                  </a:lnTo>
                  <a:lnTo>
                    <a:pt x="248612" y="69004"/>
                  </a:lnTo>
                  <a:lnTo>
                    <a:pt x="238558" y="64962"/>
                  </a:lnTo>
                  <a:lnTo>
                    <a:pt x="225899" y="71368"/>
                  </a:lnTo>
                  <a:lnTo>
                    <a:pt x="183357" y="64428"/>
                  </a:lnTo>
                  <a:lnTo>
                    <a:pt x="138198" y="55023"/>
                  </a:lnTo>
                  <a:lnTo>
                    <a:pt x="117176" y="46545"/>
                  </a:lnTo>
                  <a:lnTo>
                    <a:pt x="90827" y="43126"/>
                  </a:lnTo>
                  <a:lnTo>
                    <a:pt x="77914" y="35817"/>
                  </a:lnTo>
                  <a:lnTo>
                    <a:pt x="43711" y="36072"/>
                  </a:lnTo>
                  <a:lnTo>
                    <a:pt x="16714" y="32271"/>
                  </a:lnTo>
                  <a:lnTo>
                    <a:pt x="267" y="18684"/>
                  </a:lnTo>
                  <a:lnTo>
                    <a:pt x="0" y="14248"/>
                  </a:lnTo>
                  <a:lnTo>
                    <a:pt x="3788" y="12812"/>
                  </a:lnTo>
                  <a:lnTo>
                    <a:pt x="13956" y="14375"/>
                  </a:lnTo>
                  <a:lnTo>
                    <a:pt x="22319" y="10728"/>
                  </a:lnTo>
                  <a:lnTo>
                    <a:pt x="28840" y="521"/>
                  </a:lnTo>
                  <a:close/>
                </a:path>
              </a:pathLst>
            </a:custGeom>
            <a:solidFill>
              <a:srgbClr val="BAE0DF"/>
            </a:solidFill>
            <a:ln w="12700" cap="flat">
              <a:noFill/>
              <a:prstDash val="solid"/>
              <a:miter/>
            </a:ln>
          </p:spPr>
          <p:txBody>
            <a:bodyPr rtlCol="0" anchor="ctr"/>
            <a:lstStyle/>
            <a:p>
              <a:endParaRPr lang="de-CH"/>
            </a:p>
          </p:txBody>
        </p:sp>
        <p:sp>
          <p:nvSpPr>
            <p:cNvPr id="149" name="Freihandform: Form 148">
              <a:extLst>
                <a:ext uri="{FF2B5EF4-FFF2-40B4-BE49-F238E27FC236}">
                  <a16:creationId xmlns:a16="http://schemas.microsoft.com/office/drawing/2014/main" id="{F7DD6D8C-8A9F-CC54-ECF7-3A64EBDA9111}"/>
                </a:ext>
              </a:extLst>
            </p:cNvPr>
            <p:cNvSpPr/>
            <p:nvPr/>
          </p:nvSpPr>
          <p:spPr>
            <a:xfrm>
              <a:off x="6863107" y="2482510"/>
              <a:ext cx="111976" cy="106397"/>
            </a:xfrm>
            <a:custGeom>
              <a:avLst/>
              <a:gdLst>
                <a:gd name="connsiteX0" fmla="*/ 69169 w 111976"/>
                <a:gd name="connsiteY0" fmla="*/ 68749 h 106397"/>
                <a:gd name="connsiteX1" fmla="*/ 49214 w 111976"/>
                <a:gd name="connsiteY1" fmla="*/ 57132 h 106397"/>
                <a:gd name="connsiteX2" fmla="*/ 28840 w 111976"/>
                <a:gd name="connsiteY2" fmla="*/ 48756 h 106397"/>
                <a:gd name="connsiteX3" fmla="*/ 9139 w 111976"/>
                <a:gd name="connsiteY3" fmla="*/ 45490 h 106397"/>
                <a:gd name="connsiteX4" fmla="*/ 9393 w 111976"/>
                <a:gd name="connsiteY4" fmla="*/ 40800 h 106397"/>
                <a:gd name="connsiteX5" fmla="*/ 20489 w 111976"/>
                <a:gd name="connsiteY5" fmla="*/ 33987 h 106397"/>
                <a:gd name="connsiteX6" fmla="*/ 14490 w 111976"/>
                <a:gd name="connsiteY6" fmla="*/ 15290 h 106397"/>
                <a:gd name="connsiteX7" fmla="*/ 4830 w 111976"/>
                <a:gd name="connsiteY7" fmla="*/ 9545 h 106397"/>
                <a:gd name="connsiteX8" fmla="*/ 0 w 111976"/>
                <a:gd name="connsiteY8" fmla="*/ 2631 h 106397"/>
                <a:gd name="connsiteX9" fmla="*/ 6266 w 111976"/>
                <a:gd name="connsiteY9" fmla="*/ 0 h 106397"/>
                <a:gd name="connsiteX10" fmla="*/ 21544 w 111976"/>
                <a:gd name="connsiteY10" fmla="*/ 5110 h 106397"/>
                <a:gd name="connsiteX11" fmla="*/ 34203 w 111976"/>
                <a:gd name="connsiteY11" fmla="*/ 2758 h 106397"/>
                <a:gd name="connsiteX12" fmla="*/ 41245 w 111976"/>
                <a:gd name="connsiteY12" fmla="*/ 12558 h 106397"/>
                <a:gd name="connsiteX13" fmla="*/ 54298 w 111976"/>
                <a:gd name="connsiteY13" fmla="*/ 19091 h 106397"/>
                <a:gd name="connsiteX14" fmla="*/ 63564 w 111976"/>
                <a:gd name="connsiteY14" fmla="*/ 15036 h 106397"/>
                <a:gd name="connsiteX15" fmla="*/ 84307 w 111976"/>
                <a:gd name="connsiteY15" fmla="*/ 24188 h 106397"/>
                <a:gd name="connsiteX16" fmla="*/ 93446 w 111976"/>
                <a:gd name="connsiteY16" fmla="*/ 35690 h 106397"/>
                <a:gd name="connsiteX17" fmla="*/ 99966 w 111976"/>
                <a:gd name="connsiteY17" fmla="*/ 53599 h 106397"/>
                <a:gd name="connsiteX18" fmla="*/ 111850 w 111976"/>
                <a:gd name="connsiteY18" fmla="*/ 68749 h 106397"/>
                <a:gd name="connsiteX19" fmla="*/ 111977 w 111976"/>
                <a:gd name="connsiteY19" fmla="*/ 86010 h 106397"/>
                <a:gd name="connsiteX20" fmla="*/ 106499 w 111976"/>
                <a:gd name="connsiteY20" fmla="*/ 100512 h 106397"/>
                <a:gd name="connsiteX21" fmla="*/ 95797 w 111976"/>
                <a:gd name="connsiteY21" fmla="*/ 106397 h 106397"/>
                <a:gd name="connsiteX22" fmla="*/ 88361 w 111976"/>
                <a:gd name="connsiteY22" fmla="*/ 103779 h 106397"/>
                <a:gd name="connsiteX23" fmla="*/ 77405 w 111976"/>
                <a:gd name="connsiteY23" fmla="*/ 90192 h 106397"/>
                <a:gd name="connsiteX24" fmla="*/ 76859 w 111976"/>
                <a:gd name="connsiteY24" fmla="*/ 72016 h 106397"/>
                <a:gd name="connsiteX25" fmla="*/ 69169 w 111976"/>
                <a:gd name="connsiteY25" fmla="*/ 68749 h 106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1976" h="106397">
                  <a:moveTo>
                    <a:pt x="69169" y="68749"/>
                  </a:moveTo>
                  <a:lnTo>
                    <a:pt x="49214" y="57132"/>
                  </a:lnTo>
                  <a:lnTo>
                    <a:pt x="28840" y="48756"/>
                  </a:lnTo>
                  <a:lnTo>
                    <a:pt x="9139" y="45490"/>
                  </a:lnTo>
                  <a:lnTo>
                    <a:pt x="9393" y="40800"/>
                  </a:lnTo>
                  <a:lnTo>
                    <a:pt x="20489" y="33987"/>
                  </a:lnTo>
                  <a:lnTo>
                    <a:pt x="14490" y="15290"/>
                  </a:lnTo>
                  <a:lnTo>
                    <a:pt x="4830" y="9545"/>
                  </a:lnTo>
                  <a:lnTo>
                    <a:pt x="0" y="2631"/>
                  </a:lnTo>
                  <a:lnTo>
                    <a:pt x="6266" y="0"/>
                  </a:lnTo>
                  <a:lnTo>
                    <a:pt x="21544" y="5110"/>
                  </a:lnTo>
                  <a:lnTo>
                    <a:pt x="34203" y="2758"/>
                  </a:lnTo>
                  <a:lnTo>
                    <a:pt x="41245" y="12558"/>
                  </a:lnTo>
                  <a:lnTo>
                    <a:pt x="54298" y="19091"/>
                  </a:lnTo>
                  <a:lnTo>
                    <a:pt x="63564" y="15036"/>
                  </a:lnTo>
                  <a:lnTo>
                    <a:pt x="84307" y="24188"/>
                  </a:lnTo>
                  <a:lnTo>
                    <a:pt x="93446" y="35690"/>
                  </a:lnTo>
                  <a:lnTo>
                    <a:pt x="99966" y="53599"/>
                  </a:lnTo>
                  <a:lnTo>
                    <a:pt x="111850" y="68749"/>
                  </a:lnTo>
                  <a:lnTo>
                    <a:pt x="111977" y="86010"/>
                  </a:lnTo>
                  <a:lnTo>
                    <a:pt x="106499" y="100512"/>
                  </a:lnTo>
                  <a:lnTo>
                    <a:pt x="95797" y="106397"/>
                  </a:lnTo>
                  <a:lnTo>
                    <a:pt x="88361" y="103779"/>
                  </a:lnTo>
                  <a:lnTo>
                    <a:pt x="77405" y="90192"/>
                  </a:lnTo>
                  <a:lnTo>
                    <a:pt x="76859" y="72016"/>
                  </a:lnTo>
                  <a:lnTo>
                    <a:pt x="69169" y="68749"/>
                  </a:lnTo>
                  <a:close/>
                </a:path>
              </a:pathLst>
            </a:custGeom>
            <a:solidFill>
              <a:srgbClr val="BAE0DF"/>
            </a:solidFill>
            <a:ln w="12700" cap="flat">
              <a:noFill/>
              <a:prstDash val="solid"/>
              <a:miter/>
            </a:ln>
          </p:spPr>
          <p:txBody>
            <a:bodyPr rtlCol="0" anchor="ctr"/>
            <a:lstStyle/>
            <a:p>
              <a:endParaRPr lang="de-CH"/>
            </a:p>
          </p:txBody>
        </p:sp>
        <p:sp>
          <p:nvSpPr>
            <p:cNvPr id="150" name="Freihandform: Form 149">
              <a:extLst>
                <a:ext uri="{FF2B5EF4-FFF2-40B4-BE49-F238E27FC236}">
                  <a16:creationId xmlns:a16="http://schemas.microsoft.com/office/drawing/2014/main" id="{F15AB603-A2F9-FB4E-B912-5ED86B76AC5B}"/>
                </a:ext>
              </a:extLst>
            </p:cNvPr>
            <p:cNvSpPr/>
            <p:nvPr/>
          </p:nvSpPr>
          <p:spPr>
            <a:xfrm>
              <a:off x="3791915" y="3751382"/>
              <a:ext cx="87954" cy="314488"/>
            </a:xfrm>
            <a:custGeom>
              <a:avLst/>
              <a:gdLst>
                <a:gd name="connsiteX0" fmla="*/ 34318 w 87954"/>
                <a:gd name="connsiteY0" fmla="*/ 309646 h 314488"/>
                <a:gd name="connsiteX1" fmla="*/ 32500 w 87954"/>
                <a:gd name="connsiteY1" fmla="*/ 295525 h 314488"/>
                <a:gd name="connsiteX2" fmla="*/ 25446 w 87954"/>
                <a:gd name="connsiteY2" fmla="*/ 276066 h 314488"/>
                <a:gd name="connsiteX3" fmla="*/ 28318 w 87954"/>
                <a:gd name="connsiteY3" fmla="*/ 268986 h 314488"/>
                <a:gd name="connsiteX4" fmla="*/ 23107 w 87954"/>
                <a:gd name="connsiteY4" fmla="*/ 266647 h 314488"/>
                <a:gd name="connsiteX5" fmla="*/ 25967 w 87954"/>
                <a:gd name="connsiteY5" fmla="*/ 249387 h 314488"/>
                <a:gd name="connsiteX6" fmla="*/ 23603 w 87954"/>
                <a:gd name="connsiteY6" fmla="*/ 225212 h 314488"/>
                <a:gd name="connsiteX7" fmla="*/ 28039 w 87954"/>
                <a:gd name="connsiteY7" fmla="*/ 192013 h 314488"/>
                <a:gd name="connsiteX8" fmla="*/ 22434 w 87954"/>
                <a:gd name="connsiteY8" fmla="*/ 174359 h 314488"/>
                <a:gd name="connsiteX9" fmla="*/ 32106 w 87954"/>
                <a:gd name="connsiteY9" fmla="*/ 155802 h 314488"/>
                <a:gd name="connsiteX10" fmla="*/ 30136 w 87954"/>
                <a:gd name="connsiteY10" fmla="*/ 150705 h 314488"/>
                <a:gd name="connsiteX11" fmla="*/ 19574 w 87954"/>
                <a:gd name="connsiteY11" fmla="*/ 146918 h 314488"/>
                <a:gd name="connsiteX12" fmla="*/ 15405 w 87954"/>
                <a:gd name="connsiteY12" fmla="*/ 157111 h 314488"/>
                <a:gd name="connsiteX13" fmla="*/ 5351 w 87954"/>
                <a:gd name="connsiteY13" fmla="*/ 158433 h 314488"/>
                <a:gd name="connsiteX14" fmla="*/ 0 w 87954"/>
                <a:gd name="connsiteY14" fmla="*/ 151900 h 314488"/>
                <a:gd name="connsiteX15" fmla="*/ 8884 w 87954"/>
                <a:gd name="connsiteY15" fmla="*/ 146002 h 314488"/>
                <a:gd name="connsiteX16" fmla="*/ 14223 w 87954"/>
                <a:gd name="connsiteY16" fmla="*/ 136469 h 314488"/>
                <a:gd name="connsiteX17" fmla="*/ 15405 w 87954"/>
                <a:gd name="connsiteY17" fmla="*/ 122349 h 314488"/>
                <a:gd name="connsiteX18" fmla="*/ 31839 w 87954"/>
                <a:gd name="connsiteY18" fmla="*/ 102609 h 314488"/>
                <a:gd name="connsiteX19" fmla="*/ 39541 w 87954"/>
                <a:gd name="connsiteY19" fmla="*/ 99203 h 314488"/>
                <a:gd name="connsiteX20" fmla="*/ 43723 w 87954"/>
                <a:gd name="connsiteY20" fmla="*/ 91895 h 314488"/>
                <a:gd name="connsiteX21" fmla="*/ 49583 w 87954"/>
                <a:gd name="connsiteY21" fmla="*/ 89810 h 314488"/>
                <a:gd name="connsiteX22" fmla="*/ 49837 w 87954"/>
                <a:gd name="connsiteY22" fmla="*/ 80646 h 314488"/>
                <a:gd name="connsiteX23" fmla="*/ 54934 w 87954"/>
                <a:gd name="connsiteY23" fmla="*/ 75029 h 314488"/>
                <a:gd name="connsiteX24" fmla="*/ 50752 w 87954"/>
                <a:gd name="connsiteY24" fmla="*/ 73211 h 314488"/>
                <a:gd name="connsiteX25" fmla="*/ 42554 w 87954"/>
                <a:gd name="connsiteY25" fmla="*/ 80913 h 314488"/>
                <a:gd name="connsiteX26" fmla="*/ 37838 w 87954"/>
                <a:gd name="connsiteY26" fmla="*/ 73211 h 314488"/>
                <a:gd name="connsiteX27" fmla="*/ 26615 w 87954"/>
                <a:gd name="connsiteY27" fmla="*/ 71508 h 314488"/>
                <a:gd name="connsiteX28" fmla="*/ 24277 w 87954"/>
                <a:gd name="connsiteY28" fmla="*/ 65483 h 314488"/>
                <a:gd name="connsiteX29" fmla="*/ 25967 w 87954"/>
                <a:gd name="connsiteY29" fmla="*/ 51375 h 314488"/>
                <a:gd name="connsiteX30" fmla="*/ 32614 w 87954"/>
                <a:gd name="connsiteY30" fmla="*/ 47460 h 314488"/>
                <a:gd name="connsiteX31" fmla="*/ 32500 w 87954"/>
                <a:gd name="connsiteY31" fmla="*/ 40126 h 314488"/>
                <a:gd name="connsiteX32" fmla="*/ 28967 w 87954"/>
                <a:gd name="connsiteY32" fmla="*/ 35296 h 314488"/>
                <a:gd name="connsiteX33" fmla="*/ 22434 w 87954"/>
                <a:gd name="connsiteY33" fmla="*/ 37127 h 314488"/>
                <a:gd name="connsiteX34" fmla="*/ 22434 w 87954"/>
                <a:gd name="connsiteY34" fmla="*/ 31636 h 314488"/>
                <a:gd name="connsiteX35" fmla="*/ 36656 w 87954"/>
                <a:gd name="connsiteY35" fmla="*/ 25891 h 314488"/>
                <a:gd name="connsiteX36" fmla="*/ 40711 w 87954"/>
                <a:gd name="connsiteY36" fmla="*/ 18176 h 314488"/>
                <a:gd name="connsiteX37" fmla="*/ 47231 w 87954"/>
                <a:gd name="connsiteY37" fmla="*/ 19345 h 314488"/>
                <a:gd name="connsiteX38" fmla="*/ 51413 w 87954"/>
                <a:gd name="connsiteY38" fmla="*/ 15824 h 314488"/>
                <a:gd name="connsiteX39" fmla="*/ 54552 w 87954"/>
                <a:gd name="connsiteY39" fmla="*/ 5491 h 314488"/>
                <a:gd name="connsiteX40" fmla="*/ 64072 w 87954"/>
                <a:gd name="connsiteY40" fmla="*/ 0 h 314488"/>
                <a:gd name="connsiteX41" fmla="*/ 70872 w 87954"/>
                <a:gd name="connsiteY41" fmla="*/ 3394 h 314488"/>
                <a:gd name="connsiteX42" fmla="*/ 62636 w 87954"/>
                <a:gd name="connsiteY42" fmla="*/ 11121 h 314488"/>
                <a:gd name="connsiteX43" fmla="*/ 60030 w 87954"/>
                <a:gd name="connsiteY43" fmla="*/ 24455 h 314488"/>
                <a:gd name="connsiteX44" fmla="*/ 42007 w 87954"/>
                <a:gd name="connsiteY44" fmla="*/ 30327 h 314488"/>
                <a:gd name="connsiteX45" fmla="*/ 39020 w 87954"/>
                <a:gd name="connsiteY45" fmla="*/ 35296 h 314488"/>
                <a:gd name="connsiteX46" fmla="*/ 44104 w 87954"/>
                <a:gd name="connsiteY46" fmla="*/ 50333 h 314488"/>
                <a:gd name="connsiteX47" fmla="*/ 52976 w 87954"/>
                <a:gd name="connsiteY47" fmla="*/ 59217 h 314488"/>
                <a:gd name="connsiteX48" fmla="*/ 53103 w 87954"/>
                <a:gd name="connsiteY48" fmla="*/ 65483 h 314488"/>
                <a:gd name="connsiteX49" fmla="*/ 64339 w 87954"/>
                <a:gd name="connsiteY49" fmla="*/ 70593 h 314488"/>
                <a:gd name="connsiteX50" fmla="*/ 66157 w 87954"/>
                <a:gd name="connsiteY50" fmla="*/ 87968 h 314488"/>
                <a:gd name="connsiteX51" fmla="*/ 72041 w 87954"/>
                <a:gd name="connsiteY51" fmla="*/ 92670 h 314488"/>
                <a:gd name="connsiteX52" fmla="*/ 78562 w 87954"/>
                <a:gd name="connsiteY52" fmla="*/ 89810 h 314488"/>
                <a:gd name="connsiteX53" fmla="*/ 84548 w 87954"/>
                <a:gd name="connsiteY53" fmla="*/ 82083 h 314488"/>
                <a:gd name="connsiteX54" fmla="*/ 87955 w 87954"/>
                <a:gd name="connsiteY54" fmla="*/ 86277 h 314488"/>
                <a:gd name="connsiteX55" fmla="*/ 85997 w 87954"/>
                <a:gd name="connsiteY55" fmla="*/ 92162 h 314488"/>
                <a:gd name="connsiteX56" fmla="*/ 79731 w 87954"/>
                <a:gd name="connsiteY56" fmla="*/ 99864 h 314488"/>
                <a:gd name="connsiteX57" fmla="*/ 71508 w 87954"/>
                <a:gd name="connsiteY57" fmla="*/ 105101 h 314488"/>
                <a:gd name="connsiteX58" fmla="*/ 60284 w 87954"/>
                <a:gd name="connsiteY58" fmla="*/ 103385 h 314488"/>
                <a:gd name="connsiteX59" fmla="*/ 61988 w 87954"/>
                <a:gd name="connsiteY59" fmla="*/ 113452 h 314488"/>
                <a:gd name="connsiteX60" fmla="*/ 56103 w 87954"/>
                <a:gd name="connsiteY60" fmla="*/ 125221 h 314488"/>
                <a:gd name="connsiteX61" fmla="*/ 49074 w 87954"/>
                <a:gd name="connsiteY61" fmla="*/ 124039 h 314488"/>
                <a:gd name="connsiteX62" fmla="*/ 38372 w 87954"/>
                <a:gd name="connsiteY62" fmla="*/ 138287 h 314488"/>
                <a:gd name="connsiteX63" fmla="*/ 46977 w 87954"/>
                <a:gd name="connsiteY63" fmla="*/ 161433 h 314488"/>
                <a:gd name="connsiteX64" fmla="*/ 39020 w 87954"/>
                <a:gd name="connsiteY64" fmla="*/ 169668 h 314488"/>
                <a:gd name="connsiteX65" fmla="*/ 40711 w 87954"/>
                <a:gd name="connsiteY65" fmla="*/ 177892 h 314488"/>
                <a:gd name="connsiteX66" fmla="*/ 36923 w 87954"/>
                <a:gd name="connsiteY66" fmla="*/ 186001 h 314488"/>
                <a:gd name="connsiteX67" fmla="*/ 38372 w 87954"/>
                <a:gd name="connsiteY67" fmla="*/ 213977 h 314488"/>
                <a:gd name="connsiteX68" fmla="*/ 44892 w 87954"/>
                <a:gd name="connsiteY68" fmla="*/ 221692 h 314488"/>
                <a:gd name="connsiteX69" fmla="*/ 46062 w 87954"/>
                <a:gd name="connsiteY69" fmla="*/ 244697 h 314488"/>
                <a:gd name="connsiteX70" fmla="*/ 51413 w 87954"/>
                <a:gd name="connsiteY70" fmla="*/ 253569 h 314488"/>
                <a:gd name="connsiteX71" fmla="*/ 52595 w 87954"/>
                <a:gd name="connsiteY71" fmla="*/ 283628 h 314488"/>
                <a:gd name="connsiteX72" fmla="*/ 54285 w 87954"/>
                <a:gd name="connsiteY72" fmla="*/ 312137 h 314488"/>
                <a:gd name="connsiteX73" fmla="*/ 49074 w 87954"/>
                <a:gd name="connsiteY73" fmla="*/ 314489 h 314488"/>
                <a:gd name="connsiteX74" fmla="*/ 42007 w 87954"/>
                <a:gd name="connsiteY74" fmla="*/ 306774 h 314488"/>
                <a:gd name="connsiteX75" fmla="*/ 34318 w 87954"/>
                <a:gd name="connsiteY75" fmla="*/ 309646 h 314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87954" h="314488">
                  <a:moveTo>
                    <a:pt x="34318" y="309646"/>
                  </a:moveTo>
                  <a:lnTo>
                    <a:pt x="32500" y="295525"/>
                  </a:lnTo>
                  <a:lnTo>
                    <a:pt x="25446" y="276066"/>
                  </a:lnTo>
                  <a:lnTo>
                    <a:pt x="28318" y="268986"/>
                  </a:lnTo>
                  <a:lnTo>
                    <a:pt x="23107" y="266647"/>
                  </a:lnTo>
                  <a:lnTo>
                    <a:pt x="25967" y="249387"/>
                  </a:lnTo>
                  <a:lnTo>
                    <a:pt x="23603" y="225212"/>
                  </a:lnTo>
                  <a:lnTo>
                    <a:pt x="28039" y="192013"/>
                  </a:lnTo>
                  <a:lnTo>
                    <a:pt x="22434" y="174359"/>
                  </a:lnTo>
                  <a:lnTo>
                    <a:pt x="32106" y="155802"/>
                  </a:lnTo>
                  <a:lnTo>
                    <a:pt x="30136" y="150705"/>
                  </a:lnTo>
                  <a:lnTo>
                    <a:pt x="19574" y="146918"/>
                  </a:lnTo>
                  <a:lnTo>
                    <a:pt x="15405" y="157111"/>
                  </a:lnTo>
                  <a:lnTo>
                    <a:pt x="5351" y="158433"/>
                  </a:lnTo>
                  <a:lnTo>
                    <a:pt x="0" y="151900"/>
                  </a:lnTo>
                  <a:lnTo>
                    <a:pt x="8884" y="146002"/>
                  </a:lnTo>
                  <a:lnTo>
                    <a:pt x="14223" y="136469"/>
                  </a:lnTo>
                  <a:lnTo>
                    <a:pt x="15405" y="122349"/>
                  </a:lnTo>
                  <a:lnTo>
                    <a:pt x="31839" y="102609"/>
                  </a:lnTo>
                  <a:lnTo>
                    <a:pt x="39541" y="99203"/>
                  </a:lnTo>
                  <a:lnTo>
                    <a:pt x="43723" y="91895"/>
                  </a:lnTo>
                  <a:lnTo>
                    <a:pt x="49583" y="89810"/>
                  </a:lnTo>
                  <a:lnTo>
                    <a:pt x="49837" y="80646"/>
                  </a:lnTo>
                  <a:lnTo>
                    <a:pt x="54934" y="75029"/>
                  </a:lnTo>
                  <a:lnTo>
                    <a:pt x="50752" y="73211"/>
                  </a:lnTo>
                  <a:lnTo>
                    <a:pt x="42554" y="80913"/>
                  </a:lnTo>
                  <a:lnTo>
                    <a:pt x="37838" y="73211"/>
                  </a:lnTo>
                  <a:lnTo>
                    <a:pt x="26615" y="71508"/>
                  </a:lnTo>
                  <a:lnTo>
                    <a:pt x="24277" y="65483"/>
                  </a:lnTo>
                  <a:lnTo>
                    <a:pt x="25967" y="51375"/>
                  </a:lnTo>
                  <a:lnTo>
                    <a:pt x="32614" y="47460"/>
                  </a:lnTo>
                  <a:lnTo>
                    <a:pt x="32500" y="40126"/>
                  </a:lnTo>
                  <a:lnTo>
                    <a:pt x="28967" y="35296"/>
                  </a:lnTo>
                  <a:lnTo>
                    <a:pt x="22434" y="37127"/>
                  </a:lnTo>
                  <a:lnTo>
                    <a:pt x="22434" y="31636"/>
                  </a:lnTo>
                  <a:lnTo>
                    <a:pt x="36656" y="25891"/>
                  </a:lnTo>
                  <a:lnTo>
                    <a:pt x="40711" y="18176"/>
                  </a:lnTo>
                  <a:lnTo>
                    <a:pt x="47231" y="19345"/>
                  </a:lnTo>
                  <a:lnTo>
                    <a:pt x="51413" y="15824"/>
                  </a:lnTo>
                  <a:lnTo>
                    <a:pt x="54552" y="5491"/>
                  </a:lnTo>
                  <a:lnTo>
                    <a:pt x="64072" y="0"/>
                  </a:lnTo>
                  <a:lnTo>
                    <a:pt x="70872" y="3394"/>
                  </a:lnTo>
                  <a:lnTo>
                    <a:pt x="62636" y="11121"/>
                  </a:lnTo>
                  <a:lnTo>
                    <a:pt x="60030" y="24455"/>
                  </a:lnTo>
                  <a:lnTo>
                    <a:pt x="42007" y="30327"/>
                  </a:lnTo>
                  <a:lnTo>
                    <a:pt x="39020" y="35296"/>
                  </a:lnTo>
                  <a:lnTo>
                    <a:pt x="44104" y="50333"/>
                  </a:lnTo>
                  <a:lnTo>
                    <a:pt x="52976" y="59217"/>
                  </a:lnTo>
                  <a:lnTo>
                    <a:pt x="53103" y="65483"/>
                  </a:lnTo>
                  <a:lnTo>
                    <a:pt x="64339" y="70593"/>
                  </a:lnTo>
                  <a:lnTo>
                    <a:pt x="66157" y="87968"/>
                  </a:lnTo>
                  <a:lnTo>
                    <a:pt x="72041" y="92670"/>
                  </a:lnTo>
                  <a:lnTo>
                    <a:pt x="78562" y="89810"/>
                  </a:lnTo>
                  <a:lnTo>
                    <a:pt x="84548" y="82083"/>
                  </a:lnTo>
                  <a:lnTo>
                    <a:pt x="87955" y="86277"/>
                  </a:lnTo>
                  <a:lnTo>
                    <a:pt x="85997" y="92162"/>
                  </a:lnTo>
                  <a:lnTo>
                    <a:pt x="79731" y="99864"/>
                  </a:lnTo>
                  <a:lnTo>
                    <a:pt x="71508" y="105101"/>
                  </a:lnTo>
                  <a:lnTo>
                    <a:pt x="60284" y="103385"/>
                  </a:lnTo>
                  <a:lnTo>
                    <a:pt x="61988" y="113452"/>
                  </a:lnTo>
                  <a:lnTo>
                    <a:pt x="56103" y="125221"/>
                  </a:lnTo>
                  <a:lnTo>
                    <a:pt x="49074" y="124039"/>
                  </a:lnTo>
                  <a:lnTo>
                    <a:pt x="38372" y="138287"/>
                  </a:lnTo>
                  <a:lnTo>
                    <a:pt x="46977" y="161433"/>
                  </a:lnTo>
                  <a:lnTo>
                    <a:pt x="39020" y="169668"/>
                  </a:lnTo>
                  <a:lnTo>
                    <a:pt x="40711" y="177892"/>
                  </a:lnTo>
                  <a:lnTo>
                    <a:pt x="36923" y="186001"/>
                  </a:lnTo>
                  <a:lnTo>
                    <a:pt x="38372" y="213977"/>
                  </a:lnTo>
                  <a:lnTo>
                    <a:pt x="44892" y="221692"/>
                  </a:lnTo>
                  <a:lnTo>
                    <a:pt x="46062" y="244697"/>
                  </a:lnTo>
                  <a:lnTo>
                    <a:pt x="51413" y="253569"/>
                  </a:lnTo>
                  <a:lnTo>
                    <a:pt x="52595" y="283628"/>
                  </a:lnTo>
                  <a:lnTo>
                    <a:pt x="54285" y="312137"/>
                  </a:lnTo>
                  <a:lnTo>
                    <a:pt x="49074" y="314489"/>
                  </a:lnTo>
                  <a:lnTo>
                    <a:pt x="42007" y="306774"/>
                  </a:lnTo>
                  <a:lnTo>
                    <a:pt x="34318" y="309646"/>
                  </a:lnTo>
                  <a:close/>
                </a:path>
              </a:pathLst>
            </a:custGeom>
            <a:solidFill>
              <a:srgbClr val="BAE0DF"/>
            </a:solidFill>
            <a:ln w="12700" cap="flat">
              <a:noFill/>
              <a:prstDash val="solid"/>
              <a:miter/>
            </a:ln>
          </p:spPr>
          <p:txBody>
            <a:bodyPr rtlCol="0" anchor="ctr"/>
            <a:lstStyle/>
            <a:p>
              <a:endParaRPr lang="de-CH"/>
            </a:p>
          </p:txBody>
        </p:sp>
        <p:sp>
          <p:nvSpPr>
            <p:cNvPr id="151" name="Freihandform: Form 150">
              <a:extLst>
                <a:ext uri="{FF2B5EF4-FFF2-40B4-BE49-F238E27FC236}">
                  <a16:creationId xmlns:a16="http://schemas.microsoft.com/office/drawing/2014/main" id="{11414249-8400-9AC9-0F16-9CC2F1CBDF74}"/>
                </a:ext>
              </a:extLst>
            </p:cNvPr>
            <p:cNvSpPr/>
            <p:nvPr/>
          </p:nvSpPr>
          <p:spPr>
            <a:xfrm>
              <a:off x="3700834" y="3036967"/>
              <a:ext cx="203439" cy="156322"/>
            </a:xfrm>
            <a:custGeom>
              <a:avLst/>
              <a:gdLst>
                <a:gd name="connsiteX0" fmla="*/ 125272 w 203439"/>
                <a:gd name="connsiteY0" fmla="*/ 19345 h 156322"/>
                <a:gd name="connsiteX1" fmla="*/ 163250 w 203439"/>
                <a:gd name="connsiteY1" fmla="*/ 0 h 156322"/>
                <a:gd name="connsiteX2" fmla="*/ 182302 w 203439"/>
                <a:gd name="connsiteY2" fmla="*/ 3673 h 156322"/>
                <a:gd name="connsiteX3" fmla="*/ 203439 w 203439"/>
                <a:gd name="connsiteY3" fmla="*/ 32945 h 156322"/>
                <a:gd name="connsiteX4" fmla="*/ 202906 w 203439"/>
                <a:gd name="connsiteY4" fmla="*/ 44842 h 156322"/>
                <a:gd name="connsiteX5" fmla="*/ 178769 w 203439"/>
                <a:gd name="connsiteY5" fmla="*/ 68101 h 156322"/>
                <a:gd name="connsiteX6" fmla="*/ 157772 w 203439"/>
                <a:gd name="connsiteY6" fmla="*/ 89798 h 156322"/>
                <a:gd name="connsiteX7" fmla="*/ 138452 w 203439"/>
                <a:gd name="connsiteY7" fmla="*/ 107312 h 156322"/>
                <a:gd name="connsiteX8" fmla="*/ 124751 w 203439"/>
                <a:gd name="connsiteY8" fmla="*/ 109918 h 156322"/>
                <a:gd name="connsiteX9" fmla="*/ 116781 w 203439"/>
                <a:gd name="connsiteY9" fmla="*/ 104694 h 156322"/>
                <a:gd name="connsiteX10" fmla="*/ 113655 w 203439"/>
                <a:gd name="connsiteY10" fmla="*/ 108100 h 156322"/>
                <a:gd name="connsiteX11" fmla="*/ 116133 w 203439"/>
                <a:gd name="connsiteY11" fmla="*/ 118942 h 156322"/>
                <a:gd name="connsiteX12" fmla="*/ 105177 w 203439"/>
                <a:gd name="connsiteY12" fmla="*/ 133063 h 156322"/>
                <a:gd name="connsiteX13" fmla="*/ 65127 w 203439"/>
                <a:gd name="connsiteY13" fmla="*/ 155789 h 156322"/>
                <a:gd name="connsiteX14" fmla="*/ 44499 w 203439"/>
                <a:gd name="connsiteY14" fmla="*/ 156323 h 156322"/>
                <a:gd name="connsiteX15" fmla="*/ 30263 w 203439"/>
                <a:gd name="connsiteY15" fmla="*/ 153183 h 156322"/>
                <a:gd name="connsiteX16" fmla="*/ 15138 w 203439"/>
                <a:gd name="connsiteY16" fmla="*/ 141821 h 156322"/>
                <a:gd name="connsiteX17" fmla="*/ 2339 w 203439"/>
                <a:gd name="connsiteY17" fmla="*/ 123658 h 156322"/>
                <a:gd name="connsiteX18" fmla="*/ 0 w 203439"/>
                <a:gd name="connsiteY18" fmla="*/ 108100 h 156322"/>
                <a:gd name="connsiteX19" fmla="*/ 14223 w 203439"/>
                <a:gd name="connsiteY19" fmla="*/ 95021 h 156322"/>
                <a:gd name="connsiteX20" fmla="*/ 32869 w 203439"/>
                <a:gd name="connsiteY20" fmla="*/ 74240 h 156322"/>
                <a:gd name="connsiteX21" fmla="*/ 53243 w 203439"/>
                <a:gd name="connsiteY21" fmla="*/ 64047 h 156322"/>
                <a:gd name="connsiteX22" fmla="*/ 62890 w 203439"/>
                <a:gd name="connsiteY22" fmla="*/ 48502 h 156322"/>
                <a:gd name="connsiteX23" fmla="*/ 125272 w 203439"/>
                <a:gd name="connsiteY23" fmla="*/ 19345 h 156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3439" h="156322">
                  <a:moveTo>
                    <a:pt x="125272" y="19345"/>
                  </a:moveTo>
                  <a:lnTo>
                    <a:pt x="163250" y="0"/>
                  </a:lnTo>
                  <a:lnTo>
                    <a:pt x="182302" y="3673"/>
                  </a:lnTo>
                  <a:lnTo>
                    <a:pt x="203439" y="32945"/>
                  </a:lnTo>
                  <a:lnTo>
                    <a:pt x="202906" y="44842"/>
                  </a:lnTo>
                  <a:lnTo>
                    <a:pt x="178769" y="68101"/>
                  </a:lnTo>
                  <a:lnTo>
                    <a:pt x="157772" y="89798"/>
                  </a:lnTo>
                  <a:lnTo>
                    <a:pt x="138452" y="107312"/>
                  </a:lnTo>
                  <a:lnTo>
                    <a:pt x="124751" y="109918"/>
                  </a:lnTo>
                  <a:lnTo>
                    <a:pt x="116781" y="104694"/>
                  </a:lnTo>
                  <a:lnTo>
                    <a:pt x="113655" y="108100"/>
                  </a:lnTo>
                  <a:lnTo>
                    <a:pt x="116133" y="118942"/>
                  </a:lnTo>
                  <a:lnTo>
                    <a:pt x="105177" y="133063"/>
                  </a:lnTo>
                  <a:lnTo>
                    <a:pt x="65127" y="155789"/>
                  </a:lnTo>
                  <a:lnTo>
                    <a:pt x="44499" y="156323"/>
                  </a:lnTo>
                  <a:lnTo>
                    <a:pt x="30263" y="153183"/>
                  </a:lnTo>
                  <a:lnTo>
                    <a:pt x="15138" y="141821"/>
                  </a:lnTo>
                  <a:lnTo>
                    <a:pt x="2339" y="123658"/>
                  </a:lnTo>
                  <a:lnTo>
                    <a:pt x="0" y="108100"/>
                  </a:lnTo>
                  <a:lnTo>
                    <a:pt x="14223" y="95021"/>
                  </a:lnTo>
                  <a:lnTo>
                    <a:pt x="32869" y="74240"/>
                  </a:lnTo>
                  <a:lnTo>
                    <a:pt x="53243" y="64047"/>
                  </a:lnTo>
                  <a:lnTo>
                    <a:pt x="62890" y="48502"/>
                  </a:lnTo>
                  <a:lnTo>
                    <a:pt x="125272" y="19345"/>
                  </a:lnTo>
                  <a:close/>
                </a:path>
              </a:pathLst>
            </a:custGeom>
            <a:solidFill>
              <a:srgbClr val="BAE0DF"/>
            </a:solidFill>
            <a:ln w="12700" cap="flat">
              <a:noFill/>
              <a:prstDash val="solid"/>
              <a:miter/>
            </a:ln>
          </p:spPr>
          <p:txBody>
            <a:bodyPr rtlCol="0" anchor="ctr"/>
            <a:lstStyle/>
            <a:p>
              <a:endParaRPr lang="de-CH"/>
            </a:p>
          </p:txBody>
        </p:sp>
        <p:sp>
          <p:nvSpPr>
            <p:cNvPr id="152" name="Freihandform: Form 151">
              <a:extLst>
                <a:ext uri="{FF2B5EF4-FFF2-40B4-BE49-F238E27FC236}">
                  <a16:creationId xmlns:a16="http://schemas.microsoft.com/office/drawing/2014/main" id="{5FE76C50-62DF-65D3-3A96-CE91C0CB6482}"/>
                </a:ext>
              </a:extLst>
            </p:cNvPr>
            <p:cNvSpPr/>
            <p:nvPr/>
          </p:nvSpPr>
          <p:spPr>
            <a:xfrm>
              <a:off x="7387594" y="440667"/>
              <a:ext cx="1808089" cy="987214"/>
            </a:xfrm>
            <a:custGeom>
              <a:avLst/>
              <a:gdLst>
                <a:gd name="connsiteX0" fmla="*/ 358758 w 1808089"/>
                <a:gd name="connsiteY0" fmla="*/ 0 h 987214"/>
                <a:gd name="connsiteX1" fmla="*/ 350014 w 1808089"/>
                <a:gd name="connsiteY1" fmla="*/ 1436 h 987214"/>
                <a:gd name="connsiteX2" fmla="*/ 351564 w 1808089"/>
                <a:gd name="connsiteY2" fmla="*/ 13727 h 987214"/>
                <a:gd name="connsiteX3" fmla="*/ 342693 w 1808089"/>
                <a:gd name="connsiteY3" fmla="*/ 18443 h 987214"/>
                <a:gd name="connsiteX4" fmla="*/ 334596 w 1808089"/>
                <a:gd name="connsiteY4" fmla="*/ 38156 h 987214"/>
                <a:gd name="connsiteX5" fmla="*/ 368278 w 1808089"/>
                <a:gd name="connsiteY5" fmla="*/ 62229 h 987214"/>
                <a:gd name="connsiteX6" fmla="*/ 408989 w 1808089"/>
                <a:gd name="connsiteY6" fmla="*/ 112663 h 987214"/>
                <a:gd name="connsiteX7" fmla="*/ 458851 w 1808089"/>
                <a:gd name="connsiteY7" fmla="*/ 148875 h 987214"/>
                <a:gd name="connsiteX8" fmla="*/ 501125 w 1808089"/>
                <a:gd name="connsiteY8" fmla="*/ 165868 h 987214"/>
                <a:gd name="connsiteX9" fmla="*/ 549030 w 1808089"/>
                <a:gd name="connsiteY9" fmla="*/ 206261 h 987214"/>
                <a:gd name="connsiteX10" fmla="*/ 562986 w 1808089"/>
                <a:gd name="connsiteY10" fmla="*/ 206388 h 987214"/>
                <a:gd name="connsiteX11" fmla="*/ 571197 w 1808089"/>
                <a:gd name="connsiteY11" fmla="*/ 201686 h 987214"/>
                <a:gd name="connsiteX12" fmla="*/ 576548 w 1808089"/>
                <a:gd name="connsiteY12" fmla="*/ 202868 h 987214"/>
                <a:gd name="connsiteX13" fmla="*/ 579560 w 1808089"/>
                <a:gd name="connsiteY13" fmla="*/ 210570 h 987214"/>
                <a:gd name="connsiteX14" fmla="*/ 592334 w 1808089"/>
                <a:gd name="connsiteY14" fmla="*/ 222975 h 987214"/>
                <a:gd name="connsiteX15" fmla="*/ 609048 w 1808089"/>
                <a:gd name="connsiteY15" fmla="*/ 236054 h 987214"/>
                <a:gd name="connsiteX16" fmla="*/ 626283 w 1808089"/>
                <a:gd name="connsiteY16" fmla="*/ 242460 h 987214"/>
                <a:gd name="connsiteX17" fmla="*/ 635663 w 1808089"/>
                <a:gd name="connsiteY17" fmla="*/ 268592 h 987214"/>
                <a:gd name="connsiteX18" fmla="*/ 638014 w 1808089"/>
                <a:gd name="connsiteY18" fmla="*/ 289119 h 987214"/>
                <a:gd name="connsiteX19" fmla="*/ 642717 w 1808089"/>
                <a:gd name="connsiteY19" fmla="*/ 309900 h 987214"/>
                <a:gd name="connsiteX20" fmla="*/ 640505 w 1808089"/>
                <a:gd name="connsiteY20" fmla="*/ 331215 h 987214"/>
                <a:gd name="connsiteX21" fmla="*/ 648970 w 1808089"/>
                <a:gd name="connsiteY21" fmla="*/ 338257 h 987214"/>
                <a:gd name="connsiteX22" fmla="*/ 665036 w 1808089"/>
                <a:gd name="connsiteY22" fmla="*/ 317730 h 987214"/>
                <a:gd name="connsiteX23" fmla="*/ 683567 w 1808089"/>
                <a:gd name="connsiteY23" fmla="*/ 321797 h 987214"/>
                <a:gd name="connsiteX24" fmla="*/ 684076 w 1808089"/>
                <a:gd name="connsiteY24" fmla="*/ 335905 h 987214"/>
                <a:gd name="connsiteX25" fmla="*/ 666980 w 1808089"/>
                <a:gd name="connsiteY25" fmla="*/ 338257 h 987214"/>
                <a:gd name="connsiteX26" fmla="*/ 657473 w 1808089"/>
                <a:gd name="connsiteY26" fmla="*/ 346633 h 987214"/>
                <a:gd name="connsiteX27" fmla="*/ 687101 w 1808089"/>
                <a:gd name="connsiteY27" fmla="*/ 370286 h 987214"/>
                <a:gd name="connsiteX28" fmla="*/ 705632 w 1808089"/>
                <a:gd name="connsiteY28" fmla="*/ 394855 h 987214"/>
                <a:gd name="connsiteX29" fmla="*/ 703408 w 1808089"/>
                <a:gd name="connsiteY29" fmla="*/ 414861 h 987214"/>
                <a:gd name="connsiteX30" fmla="*/ 719715 w 1808089"/>
                <a:gd name="connsiteY30" fmla="*/ 443612 h 987214"/>
                <a:gd name="connsiteX31" fmla="*/ 697778 w 1808089"/>
                <a:gd name="connsiteY31" fmla="*/ 454720 h 987214"/>
                <a:gd name="connsiteX32" fmla="*/ 606035 w 1808089"/>
                <a:gd name="connsiteY32" fmla="*/ 430800 h 987214"/>
                <a:gd name="connsiteX33" fmla="*/ 560889 w 1808089"/>
                <a:gd name="connsiteY33" fmla="*/ 440726 h 987214"/>
                <a:gd name="connsiteX34" fmla="*/ 531121 w 1808089"/>
                <a:gd name="connsiteY34" fmla="*/ 434740 h 987214"/>
                <a:gd name="connsiteX35" fmla="*/ 519123 w 1808089"/>
                <a:gd name="connsiteY35" fmla="*/ 412904 h 987214"/>
                <a:gd name="connsiteX36" fmla="*/ 506476 w 1808089"/>
                <a:gd name="connsiteY36" fmla="*/ 390419 h 987214"/>
                <a:gd name="connsiteX37" fmla="*/ 467316 w 1808089"/>
                <a:gd name="connsiteY37" fmla="*/ 392758 h 987214"/>
                <a:gd name="connsiteX38" fmla="*/ 444082 w 1808089"/>
                <a:gd name="connsiteY38" fmla="*/ 399291 h 987214"/>
                <a:gd name="connsiteX39" fmla="*/ 366956 w 1808089"/>
                <a:gd name="connsiteY39" fmla="*/ 370286 h 987214"/>
                <a:gd name="connsiteX40" fmla="*/ 368151 w 1808089"/>
                <a:gd name="connsiteY40" fmla="*/ 360754 h 987214"/>
                <a:gd name="connsiteX41" fmla="*/ 362266 w 1808089"/>
                <a:gd name="connsiteY41" fmla="*/ 351335 h 987214"/>
                <a:gd name="connsiteX42" fmla="*/ 368151 w 1808089"/>
                <a:gd name="connsiteY42" fmla="*/ 342438 h 987214"/>
                <a:gd name="connsiteX43" fmla="*/ 363702 w 1808089"/>
                <a:gd name="connsiteY43" fmla="*/ 326640 h 987214"/>
                <a:gd name="connsiteX44" fmla="*/ 375853 w 1808089"/>
                <a:gd name="connsiteY44" fmla="*/ 325851 h 987214"/>
                <a:gd name="connsiteX45" fmla="*/ 382374 w 1808089"/>
                <a:gd name="connsiteY45" fmla="*/ 338918 h 987214"/>
                <a:gd name="connsiteX46" fmla="*/ 400499 w 1808089"/>
                <a:gd name="connsiteY46" fmla="*/ 339566 h 987214"/>
                <a:gd name="connsiteX47" fmla="*/ 427127 w 1808089"/>
                <a:gd name="connsiteY47" fmla="*/ 356686 h 987214"/>
                <a:gd name="connsiteX48" fmla="*/ 449840 w 1808089"/>
                <a:gd name="connsiteY48" fmla="*/ 379692 h 987214"/>
                <a:gd name="connsiteX49" fmla="*/ 480890 w 1808089"/>
                <a:gd name="connsiteY49" fmla="*/ 382056 h 987214"/>
                <a:gd name="connsiteX50" fmla="*/ 499180 w 1808089"/>
                <a:gd name="connsiteY50" fmla="*/ 377341 h 987214"/>
                <a:gd name="connsiteX51" fmla="*/ 496816 w 1808089"/>
                <a:gd name="connsiteY51" fmla="*/ 364389 h 987214"/>
                <a:gd name="connsiteX52" fmla="*/ 482200 w 1808089"/>
                <a:gd name="connsiteY52" fmla="*/ 341155 h 987214"/>
                <a:gd name="connsiteX53" fmla="*/ 414213 w 1808089"/>
                <a:gd name="connsiteY53" fmla="*/ 308083 h 987214"/>
                <a:gd name="connsiteX54" fmla="*/ 322471 w 1808089"/>
                <a:gd name="connsiteY54" fmla="*/ 264410 h 987214"/>
                <a:gd name="connsiteX55" fmla="*/ 281887 w 1808089"/>
                <a:gd name="connsiteY55" fmla="*/ 240757 h 987214"/>
                <a:gd name="connsiteX56" fmla="*/ 266736 w 1808089"/>
                <a:gd name="connsiteY56" fmla="*/ 224424 h 987214"/>
                <a:gd name="connsiteX57" fmla="*/ 251230 w 1808089"/>
                <a:gd name="connsiteY57" fmla="*/ 223636 h 987214"/>
                <a:gd name="connsiteX58" fmla="*/ 243133 w 1808089"/>
                <a:gd name="connsiteY58" fmla="*/ 232775 h 987214"/>
                <a:gd name="connsiteX59" fmla="*/ 255399 w 1808089"/>
                <a:gd name="connsiteY59" fmla="*/ 247824 h 987214"/>
                <a:gd name="connsiteX60" fmla="*/ 276663 w 1808089"/>
                <a:gd name="connsiteY60" fmla="*/ 253175 h 987214"/>
                <a:gd name="connsiteX61" fmla="*/ 291915 w 1808089"/>
                <a:gd name="connsiteY61" fmla="*/ 269774 h 987214"/>
                <a:gd name="connsiteX62" fmla="*/ 312163 w 1808089"/>
                <a:gd name="connsiteY62" fmla="*/ 281798 h 987214"/>
                <a:gd name="connsiteX63" fmla="*/ 306557 w 1808089"/>
                <a:gd name="connsiteY63" fmla="*/ 293440 h 987214"/>
                <a:gd name="connsiteX64" fmla="*/ 224729 w 1808089"/>
                <a:gd name="connsiteY64" fmla="*/ 248078 h 987214"/>
                <a:gd name="connsiteX65" fmla="*/ 195356 w 1808089"/>
                <a:gd name="connsiteY65" fmla="*/ 242574 h 987214"/>
                <a:gd name="connsiteX66" fmla="*/ 170965 w 1808089"/>
                <a:gd name="connsiteY66" fmla="*/ 249781 h 987214"/>
                <a:gd name="connsiteX67" fmla="*/ 157912 w 1808089"/>
                <a:gd name="connsiteY67" fmla="*/ 262059 h 987214"/>
                <a:gd name="connsiteX68" fmla="*/ 157378 w 1808089"/>
                <a:gd name="connsiteY68" fmla="*/ 276841 h 987214"/>
                <a:gd name="connsiteX69" fmla="*/ 169135 w 1808089"/>
                <a:gd name="connsiteY69" fmla="*/ 287416 h 987214"/>
                <a:gd name="connsiteX70" fmla="*/ 193919 w 1808089"/>
                <a:gd name="connsiteY70" fmla="*/ 296313 h 987214"/>
                <a:gd name="connsiteX71" fmla="*/ 223560 w 1808089"/>
                <a:gd name="connsiteY71" fmla="*/ 318924 h 987214"/>
                <a:gd name="connsiteX72" fmla="*/ 267651 w 1808089"/>
                <a:gd name="connsiteY72" fmla="*/ 332779 h 987214"/>
                <a:gd name="connsiteX73" fmla="*/ 290759 w 1808089"/>
                <a:gd name="connsiteY73" fmla="*/ 358390 h 987214"/>
                <a:gd name="connsiteX74" fmla="*/ 292589 w 1808089"/>
                <a:gd name="connsiteY74" fmla="*/ 367935 h 987214"/>
                <a:gd name="connsiteX75" fmla="*/ 284899 w 1808089"/>
                <a:gd name="connsiteY75" fmla="*/ 380861 h 987214"/>
                <a:gd name="connsiteX76" fmla="*/ 269482 w 1808089"/>
                <a:gd name="connsiteY76" fmla="*/ 399164 h 987214"/>
                <a:gd name="connsiteX77" fmla="*/ 245866 w 1808089"/>
                <a:gd name="connsiteY77" fmla="*/ 415776 h 987214"/>
                <a:gd name="connsiteX78" fmla="*/ 228250 w 1808089"/>
                <a:gd name="connsiteY78" fmla="*/ 424000 h 987214"/>
                <a:gd name="connsiteX79" fmla="*/ 224602 w 1808089"/>
                <a:gd name="connsiteY79" fmla="*/ 435896 h 987214"/>
                <a:gd name="connsiteX80" fmla="*/ 213493 w 1808089"/>
                <a:gd name="connsiteY80" fmla="*/ 442442 h 987214"/>
                <a:gd name="connsiteX81" fmla="*/ 198088 w 1808089"/>
                <a:gd name="connsiteY81" fmla="*/ 441260 h 987214"/>
                <a:gd name="connsiteX82" fmla="*/ 152675 w 1808089"/>
                <a:gd name="connsiteY82" fmla="*/ 477332 h 987214"/>
                <a:gd name="connsiteX83" fmla="*/ 128945 w 1808089"/>
                <a:gd name="connsiteY83" fmla="*/ 474446 h 987214"/>
                <a:gd name="connsiteX84" fmla="*/ 105444 w 1808089"/>
                <a:gd name="connsiteY84" fmla="*/ 492101 h 987214"/>
                <a:gd name="connsiteX85" fmla="*/ 87052 w 1808089"/>
                <a:gd name="connsiteY85" fmla="*/ 492101 h 987214"/>
                <a:gd name="connsiteX86" fmla="*/ 69563 w 1808089"/>
                <a:gd name="connsiteY86" fmla="*/ 499816 h 987214"/>
                <a:gd name="connsiteX87" fmla="*/ 31458 w 1808089"/>
                <a:gd name="connsiteY87" fmla="*/ 487665 h 987214"/>
                <a:gd name="connsiteX88" fmla="*/ 10715 w 1808089"/>
                <a:gd name="connsiteY88" fmla="*/ 481907 h 987214"/>
                <a:gd name="connsiteX89" fmla="*/ 2479 w 1808089"/>
                <a:gd name="connsiteY89" fmla="*/ 481653 h 987214"/>
                <a:gd name="connsiteX90" fmla="*/ 1436 w 1808089"/>
                <a:gd name="connsiteY90" fmla="*/ 483204 h 987214"/>
                <a:gd name="connsiteX91" fmla="*/ 0 w 1808089"/>
                <a:gd name="connsiteY91" fmla="*/ 485568 h 987214"/>
                <a:gd name="connsiteX92" fmla="*/ 6266 w 1808089"/>
                <a:gd name="connsiteY92" fmla="*/ 491961 h 987214"/>
                <a:gd name="connsiteX93" fmla="*/ 47650 w 1808089"/>
                <a:gd name="connsiteY93" fmla="*/ 505955 h 987214"/>
                <a:gd name="connsiteX94" fmla="*/ 71660 w 1808089"/>
                <a:gd name="connsiteY94" fmla="*/ 522821 h 987214"/>
                <a:gd name="connsiteX95" fmla="*/ 94742 w 1808089"/>
                <a:gd name="connsiteY95" fmla="*/ 520991 h 987214"/>
                <a:gd name="connsiteX96" fmla="*/ 115116 w 1808089"/>
                <a:gd name="connsiteY96" fmla="*/ 509895 h 987214"/>
                <a:gd name="connsiteX97" fmla="*/ 131805 w 1808089"/>
                <a:gd name="connsiteY97" fmla="*/ 511840 h 987214"/>
                <a:gd name="connsiteX98" fmla="*/ 144858 w 1808089"/>
                <a:gd name="connsiteY98" fmla="*/ 498113 h 987214"/>
                <a:gd name="connsiteX99" fmla="*/ 179443 w 1808089"/>
                <a:gd name="connsiteY99" fmla="*/ 488567 h 987214"/>
                <a:gd name="connsiteX100" fmla="*/ 203592 w 1808089"/>
                <a:gd name="connsiteY100" fmla="*/ 482822 h 987214"/>
                <a:gd name="connsiteX101" fmla="*/ 223560 w 1808089"/>
                <a:gd name="connsiteY101" fmla="*/ 470278 h 987214"/>
                <a:gd name="connsiteX102" fmla="*/ 226941 w 1808089"/>
                <a:gd name="connsiteY102" fmla="*/ 457466 h 987214"/>
                <a:gd name="connsiteX103" fmla="*/ 248090 w 1808089"/>
                <a:gd name="connsiteY103" fmla="*/ 442696 h 987214"/>
                <a:gd name="connsiteX104" fmla="*/ 291292 w 1808089"/>
                <a:gd name="connsiteY104" fmla="*/ 435108 h 987214"/>
                <a:gd name="connsiteX105" fmla="*/ 312163 w 1808089"/>
                <a:gd name="connsiteY105" fmla="*/ 425436 h 987214"/>
                <a:gd name="connsiteX106" fmla="*/ 323500 w 1808089"/>
                <a:gd name="connsiteY106" fmla="*/ 423491 h 987214"/>
                <a:gd name="connsiteX107" fmla="*/ 369460 w 1808089"/>
                <a:gd name="connsiteY107" fmla="*/ 430927 h 987214"/>
                <a:gd name="connsiteX108" fmla="*/ 380798 w 1808089"/>
                <a:gd name="connsiteY108" fmla="*/ 425182 h 987214"/>
                <a:gd name="connsiteX109" fmla="*/ 413170 w 1808089"/>
                <a:gd name="connsiteY109" fmla="*/ 426745 h 987214"/>
                <a:gd name="connsiteX110" fmla="*/ 423084 w 1808089"/>
                <a:gd name="connsiteY110" fmla="*/ 426237 h 987214"/>
                <a:gd name="connsiteX111" fmla="*/ 429618 w 1808089"/>
                <a:gd name="connsiteY111" fmla="*/ 435896 h 987214"/>
                <a:gd name="connsiteX112" fmla="*/ 440828 w 1808089"/>
                <a:gd name="connsiteY112" fmla="*/ 436418 h 987214"/>
                <a:gd name="connsiteX113" fmla="*/ 446560 w 1808089"/>
                <a:gd name="connsiteY113" fmla="*/ 425182 h 987214"/>
                <a:gd name="connsiteX114" fmla="*/ 462359 w 1808089"/>
                <a:gd name="connsiteY114" fmla="*/ 429363 h 987214"/>
                <a:gd name="connsiteX115" fmla="*/ 466274 w 1808089"/>
                <a:gd name="connsiteY115" fmla="*/ 443217 h 987214"/>
                <a:gd name="connsiteX116" fmla="*/ 475158 w 1808089"/>
                <a:gd name="connsiteY116" fmla="*/ 449751 h 987214"/>
                <a:gd name="connsiteX117" fmla="*/ 515996 w 1808089"/>
                <a:gd name="connsiteY117" fmla="*/ 450411 h 987214"/>
                <a:gd name="connsiteX118" fmla="*/ 535061 w 1808089"/>
                <a:gd name="connsiteY118" fmla="*/ 447272 h 987214"/>
                <a:gd name="connsiteX119" fmla="*/ 559859 w 1808089"/>
                <a:gd name="connsiteY119" fmla="*/ 456563 h 987214"/>
                <a:gd name="connsiteX120" fmla="*/ 579293 w 1808089"/>
                <a:gd name="connsiteY120" fmla="*/ 447666 h 987214"/>
                <a:gd name="connsiteX121" fmla="*/ 597685 w 1808089"/>
                <a:gd name="connsiteY121" fmla="*/ 447666 h 987214"/>
                <a:gd name="connsiteX122" fmla="*/ 609937 w 1808089"/>
                <a:gd name="connsiteY122" fmla="*/ 463922 h 987214"/>
                <a:gd name="connsiteX123" fmla="*/ 630833 w 1808089"/>
                <a:gd name="connsiteY123" fmla="*/ 476162 h 987214"/>
                <a:gd name="connsiteX124" fmla="*/ 647674 w 1808089"/>
                <a:gd name="connsiteY124" fmla="*/ 476023 h 987214"/>
                <a:gd name="connsiteX125" fmla="*/ 667247 w 1808089"/>
                <a:gd name="connsiteY125" fmla="*/ 499282 h 987214"/>
                <a:gd name="connsiteX126" fmla="*/ 696875 w 1808089"/>
                <a:gd name="connsiteY126" fmla="*/ 509616 h 987214"/>
                <a:gd name="connsiteX127" fmla="*/ 725574 w 1808089"/>
                <a:gd name="connsiteY127" fmla="*/ 524131 h 987214"/>
                <a:gd name="connsiteX128" fmla="*/ 780788 w 1808089"/>
                <a:gd name="connsiteY128" fmla="*/ 546742 h 987214"/>
                <a:gd name="connsiteX129" fmla="*/ 816275 w 1808089"/>
                <a:gd name="connsiteY129" fmla="*/ 568566 h 987214"/>
                <a:gd name="connsiteX130" fmla="*/ 849817 w 1808089"/>
                <a:gd name="connsiteY130" fmla="*/ 585953 h 987214"/>
                <a:gd name="connsiteX131" fmla="*/ 888837 w 1808089"/>
                <a:gd name="connsiteY131" fmla="*/ 605552 h 987214"/>
                <a:gd name="connsiteX132" fmla="*/ 917155 w 1808089"/>
                <a:gd name="connsiteY132" fmla="*/ 633654 h 987214"/>
                <a:gd name="connsiteX133" fmla="*/ 953837 w 1808089"/>
                <a:gd name="connsiteY133" fmla="*/ 662151 h 987214"/>
                <a:gd name="connsiteX134" fmla="*/ 1006152 w 1808089"/>
                <a:gd name="connsiteY134" fmla="*/ 692083 h 987214"/>
                <a:gd name="connsiteX135" fmla="*/ 1057438 w 1808089"/>
                <a:gd name="connsiteY135" fmla="*/ 719258 h 987214"/>
                <a:gd name="connsiteX136" fmla="*/ 1060832 w 1808089"/>
                <a:gd name="connsiteY136" fmla="*/ 728155 h 987214"/>
                <a:gd name="connsiteX137" fmla="*/ 1054972 w 1808089"/>
                <a:gd name="connsiteY137" fmla="*/ 763972 h 987214"/>
                <a:gd name="connsiteX138" fmla="*/ 1060451 w 1808089"/>
                <a:gd name="connsiteY138" fmla="*/ 778208 h 987214"/>
                <a:gd name="connsiteX139" fmla="*/ 1068395 w 1808089"/>
                <a:gd name="connsiteY139" fmla="*/ 799256 h 987214"/>
                <a:gd name="connsiteX140" fmla="*/ 1107173 w 1808089"/>
                <a:gd name="connsiteY140" fmla="*/ 825667 h 987214"/>
                <a:gd name="connsiteX141" fmla="*/ 1130268 w 1808089"/>
                <a:gd name="connsiteY141" fmla="*/ 847999 h 987214"/>
                <a:gd name="connsiteX142" fmla="*/ 1147490 w 1808089"/>
                <a:gd name="connsiteY142" fmla="*/ 864612 h 987214"/>
                <a:gd name="connsiteX143" fmla="*/ 1172288 w 1808089"/>
                <a:gd name="connsiteY143" fmla="*/ 872314 h 987214"/>
                <a:gd name="connsiteX144" fmla="*/ 1177105 w 1808089"/>
                <a:gd name="connsiteY144" fmla="*/ 884745 h 987214"/>
                <a:gd name="connsiteX145" fmla="*/ 1169949 w 1808089"/>
                <a:gd name="connsiteY145" fmla="*/ 893235 h 987214"/>
                <a:gd name="connsiteX146" fmla="*/ 1169949 w 1808089"/>
                <a:gd name="connsiteY146" fmla="*/ 909440 h 987214"/>
                <a:gd name="connsiteX147" fmla="*/ 1197860 w 1808089"/>
                <a:gd name="connsiteY147" fmla="*/ 924210 h 987214"/>
                <a:gd name="connsiteX148" fmla="*/ 1232063 w 1808089"/>
                <a:gd name="connsiteY148" fmla="*/ 938318 h 987214"/>
                <a:gd name="connsiteX149" fmla="*/ 1253061 w 1808089"/>
                <a:gd name="connsiteY149" fmla="*/ 958591 h 987214"/>
                <a:gd name="connsiteX150" fmla="*/ 1264805 w 1808089"/>
                <a:gd name="connsiteY150" fmla="*/ 981062 h 987214"/>
                <a:gd name="connsiteX151" fmla="*/ 1295729 w 1808089"/>
                <a:gd name="connsiteY151" fmla="*/ 987214 h 987214"/>
                <a:gd name="connsiteX152" fmla="*/ 1324187 w 1808089"/>
                <a:gd name="connsiteY152" fmla="*/ 986032 h 987214"/>
                <a:gd name="connsiteX153" fmla="*/ 1361771 w 1808089"/>
                <a:gd name="connsiteY153" fmla="*/ 979359 h 987214"/>
                <a:gd name="connsiteX154" fmla="*/ 1386835 w 1808089"/>
                <a:gd name="connsiteY154" fmla="*/ 968263 h 987214"/>
                <a:gd name="connsiteX155" fmla="*/ 1409663 w 1808089"/>
                <a:gd name="connsiteY155" fmla="*/ 928391 h 987214"/>
                <a:gd name="connsiteX156" fmla="*/ 1422971 w 1808089"/>
                <a:gd name="connsiteY156" fmla="*/ 920803 h 987214"/>
                <a:gd name="connsiteX157" fmla="*/ 1436025 w 1808089"/>
                <a:gd name="connsiteY157" fmla="*/ 920282 h 987214"/>
                <a:gd name="connsiteX158" fmla="*/ 1444629 w 1808089"/>
                <a:gd name="connsiteY158" fmla="*/ 935318 h 987214"/>
                <a:gd name="connsiteX159" fmla="*/ 1477523 w 1808089"/>
                <a:gd name="connsiteY159" fmla="*/ 957015 h 987214"/>
                <a:gd name="connsiteX160" fmla="*/ 1499461 w 1808089"/>
                <a:gd name="connsiteY160" fmla="*/ 958057 h 987214"/>
                <a:gd name="connsiteX161" fmla="*/ 1517840 w 1808089"/>
                <a:gd name="connsiteY161" fmla="*/ 953100 h 987214"/>
                <a:gd name="connsiteX162" fmla="*/ 1547988 w 1808089"/>
                <a:gd name="connsiteY162" fmla="*/ 935852 h 987214"/>
                <a:gd name="connsiteX163" fmla="*/ 1567702 w 1808089"/>
                <a:gd name="connsiteY163" fmla="*/ 916622 h 987214"/>
                <a:gd name="connsiteX164" fmla="*/ 1584530 w 1808089"/>
                <a:gd name="connsiteY164" fmla="*/ 896641 h 987214"/>
                <a:gd name="connsiteX165" fmla="*/ 1597457 w 1808089"/>
                <a:gd name="connsiteY165" fmla="*/ 901331 h 987214"/>
                <a:gd name="connsiteX166" fmla="*/ 1578544 w 1808089"/>
                <a:gd name="connsiteY166" fmla="*/ 920282 h 987214"/>
                <a:gd name="connsiteX167" fmla="*/ 1582700 w 1808089"/>
                <a:gd name="connsiteY167" fmla="*/ 935052 h 987214"/>
                <a:gd name="connsiteX168" fmla="*/ 1599147 w 1808089"/>
                <a:gd name="connsiteY168" fmla="*/ 952833 h 987214"/>
                <a:gd name="connsiteX169" fmla="*/ 1607764 w 1808089"/>
                <a:gd name="connsiteY169" fmla="*/ 952312 h 987214"/>
                <a:gd name="connsiteX170" fmla="*/ 1620945 w 1808089"/>
                <a:gd name="connsiteY170" fmla="*/ 931416 h 987214"/>
                <a:gd name="connsiteX171" fmla="*/ 1634774 w 1808089"/>
                <a:gd name="connsiteY171" fmla="*/ 928391 h 987214"/>
                <a:gd name="connsiteX172" fmla="*/ 1648997 w 1808089"/>
                <a:gd name="connsiteY172" fmla="*/ 936106 h 987214"/>
                <a:gd name="connsiteX173" fmla="*/ 1652009 w 1808089"/>
                <a:gd name="connsiteY173" fmla="*/ 949045 h 987214"/>
                <a:gd name="connsiteX174" fmla="*/ 1660105 w 1808089"/>
                <a:gd name="connsiteY174" fmla="*/ 948918 h 987214"/>
                <a:gd name="connsiteX175" fmla="*/ 1679679 w 1808089"/>
                <a:gd name="connsiteY175" fmla="*/ 934797 h 987214"/>
                <a:gd name="connsiteX176" fmla="*/ 1680963 w 1808089"/>
                <a:gd name="connsiteY176" fmla="*/ 905513 h 987214"/>
                <a:gd name="connsiteX177" fmla="*/ 1701325 w 1808089"/>
                <a:gd name="connsiteY177" fmla="*/ 895713 h 987214"/>
                <a:gd name="connsiteX178" fmla="*/ 1721318 w 1808089"/>
                <a:gd name="connsiteY178" fmla="*/ 889053 h 987214"/>
                <a:gd name="connsiteX179" fmla="*/ 1789279 w 1808089"/>
                <a:gd name="connsiteY179" fmla="*/ 898065 h 987214"/>
                <a:gd name="connsiteX180" fmla="*/ 1801175 w 1808089"/>
                <a:gd name="connsiteY180" fmla="*/ 892447 h 987214"/>
                <a:gd name="connsiteX181" fmla="*/ 1808090 w 1808089"/>
                <a:gd name="connsiteY181" fmla="*/ 879254 h 987214"/>
                <a:gd name="connsiteX182" fmla="*/ 1803781 w 1808089"/>
                <a:gd name="connsiteY182" fmla="*/ 851393 h 987214"/>
                <a:gd name="connsiteX183" fmla="*/ 1784602 w 1808089"/>
                <a:gd name="connsiteY183" fmla="*/ 826570 h 987214"/>
                <a:gd name="connsiteX184" fmla="*/ 1760325 w 1808089"/>
                <a:gd name="connsiteY184" fmla="*/ 812334 h 987214"/>
                <a:gd name="connsiteX185" fmla="*/ 1755749 w 1808089"/>
                <a:gd name="connsiteY185" fmla="*/ 798989 h 987214"/>
                <a:gd name="connsiteX186" fmla="*/ 1741132 w 1808089"/>
                <a:gd name="connsiteY186" fmla="*/ 777165 h 987214"/>
                <a:gd name="connsiteX187" fmla="*/ 1724038 w 1808089"/>
                <a:gd name="connsiteY187" fmla="*/ 762790 h 987214"/>
                <a:gd name="connsiteX188" fmla="*/ 1682933 w 1808089"/>
                <a:gd name="connsiteY188" fmla="*/ 767747 h 987214"/>
                <a:gd name="connsiteX189" fmla="*/ 1673159 w 1808089"/>
                <a:gd name="connsiteY189" fmla="*/ 789583 h 987214"/>
                <a:gd name="connsiteX190" fmla="*/ 1660105 w 1808089"/>
                <a:gd name="connsiteY190" fmla="*/ 788414 h 987214"/>
                <a:gd name="connsiteX191" fmla="*/ 1648742 w 1808089"/>
                <a:gd name="connsiteY191" fmla="*/ 778602 h 987214"/>
                <a:gd name="connsiteX192" fmla="*/ 1653051 w 1808089"/>
                <a:gd name="connsiteY192" fmla="*/ 771802 h 987214"/>
                <a:gd name="connsiteX193" fmla="*/ 1667807 w 1808089"/>
                <a:gd name="connsiteY193" fmla="*/ 764760 h 987214"/>
                <a:gd name="connsiteX194" fmla="*/ 1658784 w 1808089"/>
                <a:gd name="connsiteY194" fmla="*/ 747754 h 987214"/>
                <a:gd name="connsiteX195" fmla="*/ 1640659 w 1808089"/>
                <a:gd name="connsiteY195" fmla="*/ 745148 h 987214"/>
                <a:gd name="connsiteX196" fmla="*/ 1604117 w 1808089"/>
                <a:gd name="connsiteY196" fmla="*/ 749597 h 987214"/>
                <a:gd name="connsiteX197" fmla="*/ 1586348 w 1808089"/>
                <a:gd name="connsiteY197" fmla="*/ 738476 h 987214"/>
                <a:gd name="connsiteX198" fmla="*/ 1575531 w 1808089"/>
                <a:gd name="connsiteY198" fmla="*/ 720961 h 987214"/>
                <a:gd name="connsiteX199" fmla="*/ 1552691 w 1808089"/>
                <a:gd name="connsiteY199" fmla="*/ 708670 h 987214"/>
                <a:gd name="connsiteX200" fmla="*/ 1529597 w 1808089"/>
                <a:gd name="connsiteY200" fmla="*/ 714822 h 987214"/>
                <a:gd name="connsiteX201" fmla="*/ 1509260 w 1808089"/>
                <a:gd name="connsiteY201" fmla="*/ 703713 h 987214"/>
                <a:gd name="connsiteX202" fmla="*/ 1496449 w 1808089"/>
                <a:gd name="connsiteY202" fmla="*/ 665684 h 987214"/>
                <a:gd name="connsiteX203" fmla="*/ 1481959 w 1808089"/>
                <a:gd name="connsiteY203" fmla="*/ 659926 h 987214"/>
                <a:gd name="connsiteX204" fmla="*/ 1440981 w 1808089"/>
                <a:gd name="connsiteY204" fmla="*/ 670628 h 987214"/>
                <a:gd name="connsiteX205" fmla="*/ 1420886 w 1808089"/>
                <a:gd name="connsiteY205" fmla="*/ 669472 h 987214"/>
                <a:gd name="connsiteX206" fmla="*/ 1395962 w 1808089"/>
                <a:gd name="connsiteY206" fmla="*/ 661757 h 987214"/>
                <a:gd name="connsiteX207" fmla="*/ 1378485 w 1808089"/>
                <a:gd name="connsiteY207" fmla="*/ 641764 h 987214"/>
                <a:gd name="connsiteX208" fmla="*/ 1360729 w 1808089"/>
                <a:gd name="connsiteY208" fmla="*/ 635231 h 987214"/>
                <a:gd name="connsiteX209" fmla="*/ 1347155 w 1808089"/>
                <a:gd name="connsiteY209" fmla="*/ 606874 h 987214"/>
                <a:gd name="connsiteX210" fmla="*/ 1344804 w 1808089"/>
                <a:gd name="connsiteY210" fmla="*/ 580716 h 987214"/>
                <a:gd name="connsiteX211" fmla="*/ 1335932 w 1808089"/>
                <a:gd name="connsiteY211" fmla="*/ 578365 h 987214"/>
                <a:gd name="connsiteX212" fmla="*/ 1325890 w 1808089"/>
                <a:gd name="connsiteY212" fmla="*/ 560329 h 987214"/>
                <a:gd name="connsiteX213" fmla="*/ 1323933 w 1808089"/>
                <a:gd name="connsiteY213" fmla="*/ 531973 h 987214"/>
                <a:gd name="connsiteX214" fmla="*/ 1298093 w 1808089"/>
                <a:gd name="connsiteY214" fmla="*/ 503349 h 987214"/>
                <a:gd name="connsiteX215" fmla="*/ 1293136 w 1808089"/>
                <a:gd name="connsiteY215" fmla="*/ 489089 h 987214"/>
                <a:gd name="connsiteX216" fmla="*/ 1264284 w 1808089"/>
                <a:gd name="connsiteY216" fmla="*/ 474446 h 987214"/>
                <a:gd name="connsiteX217" fmla="*/ 1248498 w 1808089"/>
                <a:gd name="connsiteY217" fmla="*/ 482556 h 987214"/>
                <a:gd name="connsiteX218" fmla="*/ 1231937 w 1808089"/>
                <a:gd name="connsiteY218" fmla="*/ 477866 h 987214"/>
                <a:gd name="connsiteX219" fmla="*/ 1220179 w 1808089"/>
                <a:gd name="connsiteY219" fmla="*/ 486216 h 987214"/>
                <a:gd name="connsiteX220" fmla="*/ 1201114 w 1808089"/>
                <a:gd name="connsiteY220" fmla="*/ 475374 h 987214"/>
                <a:gd name="connsiteX221" fmla="*/ 1174766 w 1808089"/>
                <a:gd name="connsiteY221" fmla="*/ 460605 h 987214"/>
                <a:gd name="connsiteX222" fmla="*/ 1158853 w 1808089"/>
                <a:gd name="connsiteY222" fmla="*/ 463096 h 987214"/>
                <a:gd name="connsiteX223" fmla="*/ 1128565 w 1808089"/>
                <a:gd name="connsiteY223" fmla="*/ 434867 h 987214"/>
                <a:gd name="connsiteX224" fmla="*/ 1066717 w 1808089"/>
                <a:gd name="connsiteY224" fmla="*/ 429884 h 987214"/>
                <a:gd name="connsiteX225" fmla="*/ 1056663 w 1808089"/>
                <a:gd name="connsiteY225" fmla="*/ 438261 h 987214"/>
                <a:gd name="connsiteX226" fmla="*/ 1028357 w 1808089"/>
                <a:gd name="connsiteY226" fmla="*/ 438261 h 987214"/>
                <a:gd name="connsiteX227" fmla="*/ 999632 w 1808089"/>
                <a:gd name="connsiteY227" fmla="*/ 454987 h 987214"/>
                <a:gd name="connsiteX228" fmla="*/ 980974 w 1808089"/>
                <a:gd name="connsiteY228" fmla="*/ 453538 h 987214"/>
                <a:gd name="connsiteX229" fmla="*/ 949770 w 1808089"/>
                <a:gd name="connsiteY229" fmla="*/ 435896 h 987214"/>
                <a:gd name="connsiteX230" fmla="*/ 933590 w 1808089"/>
                <a:gd name="connsiteY230" fmla="*/ 421788 h 987214"/>
                <a:gd name="connsiteX231" fmla="*/ 911932 w 1808089"/>
                <a:gd name="connsiteY231" fmla="*/ 418128 h 987214"/>
                <a:gd name="connsiteX232" fmla="*/ 859083 w 1808089"/>
                <a:gd name="connsiteY232" fmla="*/ 388322 h 987214"/>
                <a:gd name="connsiteX233" fmla="*/ 780114 w 1808089"/>
                <a:gd name="connsiteY233" fmla="*/ 331597 h 987214"/>
                <a:gd name="connsiteX234" fmla="*/ 755469 w 1808089"/>
                <a:gd name="connsiteY234" fmla="*/ 308083 h 987214"/>
                <a:gd name="connsiteX235" fmla="*/ 733150 w 1808089"/>
                <a:gd name="connsiteY235" fmla="*/ 274871 h 987214"/>
                <a:gd name="connsiteX236" fmla="*/ 730545 w 1808089"/>
                <a:gd name="connsiteY236" fmla="*/ 225466 h 987214"/>
                <a:gd name="connsiteX237" fmla="*/ 699239 w 1808089"/>
                <a:gd name="connsiteY237" fmla="*/ 204024 h 987214"/>
                <a:gd name="connsiteX238" fmla="*/ 664515 w 1808089"/>
                <a:gd name="connsiteY238" fmla="*/ 194619 h 987214"/>
                <a:gd name="connsiteX239" fmla="*/ 640887 w 1808089"/>
                <a:gd name="connsiteY239" fmla="*/ 174498 h 987214"/>
                <a:gd name="connsiteX240" fmla="*/ 580462 w 1808089"/>
                <a:gd name="connsiteY240" fmla="*/ 143918 h 987214"/>
                <a:gd name="connsiteX241" fmla="*/ 562859 w 1808089"/>
                <a:gd name="connsiteY241" fmla="*/ 143638 h 987214"/>
                <a:gd name="connsiteX242" fmla="*/ 540921 w 1808089"/>
                <a:gd name="connsiteY242" fmla="*/ 131360 h 987214"/>
                <a:gd name="connsiteX243" fmla="*/ 530079 w 1808089"/>
                <a:gd name="connsiteY243" fmla="*/ 107312 h 987214"/>
                <a:gd name="connsiteX244" fmla="*/ 486115 w 1808089"/>
                <a:gd name="connsiteY244" fmla="*/ 72537 h 987214"/>
                <a:gd name="connsiteX245" fmla="*/ 463795 w 1808089"/>
                <a:gd name="connsiteY245" fmla="*/ 66131 h 987214"/>
                <a:gd name="connsiteX246" fmla="*/ 416819 w 1808089"/>
                <a:gd name="connsiteY246" fmla="*/ 32945 h 987214"/>
                <a:gd name="connsiteX247" fmla="*/ 396202 w 1808089"/>
                <a:gd name="connsiteY247" fmla="*/ 7842 h 987214"/>
                <a:gd name="connsiteX248" fmla="*/ 381713 w 1808089"/>
                <a:gd name="connsiteY248" fmla="*/ 11249 h 987214"/>
                <a:gd name="connsiteX249" fmla="*/ 358758 w 1808089"/>
                <a:gd name="connsiteY249" fmla="*/ 0 h 987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808089" h="987214">
                  <a:moveTo>
                    <a:pt x="358758" y="0"/>
                  </a:moveTo>
                  <a:lnTo>
                    <a:pt x="350014" y="1436"/>
                  </a:lnTo>
                  <a:lnTo>
                    <a:pt x="351564" y="13727"/>
                  </a:lnTo>
                  <a:lnTo>
                    <a:pt x="342693" y="18443"/>
                  </a:lnTo>
                  <a:lnTo>
                    <a:pt x="334596" y="38156"/>
                  </a:lnTo>
                  <a:lnTo>
                    <a:pt x="368278" y="62229"/>
                  </a:lnTo>
                  <a:lnTo>
                    <a:pt x="408989" y="112663"/>
                  </a:lnTo>
                  <a:lnTo>
                    <a:pt x="458851" y="148875"/>
                  </a:lnTo>
                  <a:lnTo>
                    <a:pt x="501125" y="165868"/>
                  </a:lnTo>
                  <a:lnTo>
                    <a:pt x="549030" y="206261"/>
                  </a:lnTo>
                  <a:lnTo>
                    <a:pt x="562986" y="206388"/>
                  </a:lnTo>
                  <a:lnTo>
                    <a:pt x="571197" y="201686"/>
                  </a:lnTo>
                  <a:lnTo>
                    <a:pt x="576548" y="202868"/>
                  </a:lnTo>
                  <a:lnTo>
                    <a:pt x="579560" y="210570"/>
                  </a:lnTo>
                  <a:lnTo>
                    <a:pt x="592334" y="222975"/>
                  </a:lnTo>
                  <a:lnTo>
                    <a:pt x="609048" y="236054"/>
                  </a:lnTo>
                  <a:lnTo>
                    <a:pt x="626283" y="242460"/>
                  </a:lnTo>
                  <a:lnTo>
                    <a:pt x="635663" y="268592"/>
                  </a:lnTo>
                  <a:lnTo>
                    <a:pt x="638014" y="289119"/>
                  </a:lnTo>
                  <a:lnTo>
                    <a:pt x="642717" y="309900"/>
                  </a:lnTo>
                  <a:lnTo>
                    <a:pt x="640505" y="331215"/>
                  </a:lnTo>
                  <a:lnTo>
                    <a:pt x="648970" y="338257"/>
                  </a:lnTo>
                  <a:lnTo>
                    <a:pt x="665036" y="317730"/>
                  </a:lnTo>
                  <a:lnTo>
                    <a:pt x="683567" y="321797"/>
                  </a:lnTo>
                  <a:lnTo>
                    <a:pt x="684076" y="335905"/>
                  </a:lnTo>
                  <a:lnTo>
                    <a:pt x="666980" y="338257"/>
                  </a:lnTo>
                  <a:lnTo>
                    <a:pt x="657473" y="346633"/>
                  </a:lnTo>
                  <a:lnTo>
                    <a:pt x="687101" y="370286"/>
                  </a:lnTo>
                  <a:lnTo>
                    <a:pt x="705632" y="394855"/>
                  </a:lnTo>
                  <a:lnTo>
                    <a:pt x="703408" y="414861"/>
                  </a:lnTo>
                  <a:lnTo>
                    <a:pt x="719715" y="443612"/>
                  </a:lnTo>
                  <a:lnTo>
                    <a:pt x="697778" y="454720"/>
                  </a:lnTo>
                  <a:lnTo>
                    <a:pt x="606035" y="430800"/>
                  </a:lnTo>
                  <a:lnTo>
                    <a:pt x="560889" y="440726"/>
                  </a:lnTo>
                  <a:lnTo>
                    <a:pt x="531121" y="434740"/>
                  </a:lnTo>
                  <a:lnTo>
                    <a:pt x="519123" y="412904"/>
                  </a:lnTo>
                  <a:lnTo>
                    <a:pt x="506476" y="390419"/>
                  </a:lnTo>
                  <a:lnTo>
                    <a:pt x="467316" y="392758"/>
                  </a:lnTo>
                  <a:lnTo>
                    <a:pt x="444082" y="399291"/>
                  </a:lnTo>
                  <a:lnTo>
                    <a:pt x="366956" y="370286"/>
                  </a:lnTo>
                  <a:lnTo>
                    <a:pt x="368151" y="360754"/>
                  </a:lnTo>
                  <a:lnTo>
                    <a:pt x="362266" y="351335"/>
                  </a:lnTo>
                  <a:lnTo>
                    <a:pt x="368151" y="342438"/>
                  </a:lnTo>
                  <a:lnTo>
                    <a:pt x="363702" y="326640"/>
                  </a:lnTo>
                  <a:lnTo>
                    <a:pt x="375853" y="325851"/>
                  </a:lnTo>
                  <a:lnTo>
                    <a:pt x="382374" y="338918"/>
                  </a:lnTo>
                  <a:lnTo>
                    <a:pt x="400499" y="339566"/>
                  </a:lnTo>
                  <a:lnTo>
                    <a:pt x="427127" y="356686"/>
                  </a:lnTo>
                  <a:lnTo>
                    <a:pt x="449840" y="379692"/>
                  </a:lnTo>
                  <a:lnTo>
                    <a:pt x="480890" y="382056"/>
                  </a:lnTo>
                  <a:lnTo>
                    <a:pt x="499180" y="377341"/>
                  </a:lnTo>
                  <a:lnTo>
                    <a:pt x="496816" y="364389"/>
                  </a:lnTo>
                  <a:lnTo>
                    <a:pt x="482200" y="341155"/>
                  </a:lnTo>
                  <a:lnTo>
                    <a:pt x="414213" y="308083"/>
                  </a:lnTo>
                  <a:lnTo>
                    <a:pt x="322471" y="264410"/>
                  </a:lnTo>
                  <a:lnTo>
                    <a:pt x="281887" y="240757"/>
                  </a:lnTo>
                  <a:lnTo>
                    <a:pt x="266736" y="224424"/>
                  </a:lnTo>
                  <a:lnTo>
                    <a:pt x="251230" y="223636"/>
                  </a:lnTo>
                  <a:lnTo>
                    <a:pt x="243133" y="232775"/>
                  </a:lnTo>
                  <a:lnTo>
                    <a:pt x="255399" y="247824"/>
                  </a:lnTo>
                  <a:lnTo>
                    <a:pt x="276663" y="253175"/>
                  </a:lnTo>
                  <a:lnTo>
                    <a:pt x="291915" y="269774"/>
                  </a:lnTo>
                  <a:lnTo>
                    <a:pt x="312163" y="281798"/>
                  </a:lnTo>
                  <a:lnTo>
                    <a:pt x="306557" y="293440"/>
                  </a:lnTo>
                  <a:lnTo>
                    <a:pt x="224729" y="248078"/>
                  </a:lnTo>
                  <a:lnTo>
                    <a:pt x="195356" y="242574"/>
                  </a:lnTo>
                  <a:lnTo>
                    <a:pt x="170965" y="249781"/>
                  </a:lnTo>
                  <a:lnTo>
                    <a:pt x="157912" y="262059"/>
                  </a:lnTo>
                  <a:lnTo>
                    <a:pt x="157378" y="276841"/>
                  </a:lnTo>
                  <a:lnTo>
                    <a:pt x="169135" y="287416"/>
                  </a:lnTo>
                  <a:lnTo>
                    <a:pt x="193919" y="296313"/>
                  </a:lnTo>
                  <a:lnTo>
                    <a:pt x="223560" y="318924"/>
                  </a:lnTo>
                  <a:lnTo>
                    <a:pt x="267651" y="332779"/>
                  </a:lnTo>
                  <a:lnTo>
                    <a:pt x="290759" y="358390"/>
                  </a:lnTo>
                  <a:lnTo>
                    <a:pt x="292589" y="367935"/>
                  </a:lnTo>
                  <a:lnTo>
                    <a:pt x="284899" y="380861"/>
                  </a:lnTo>
                  <a:lnTo>
                    <a:pt x="269482" y="399164"/>
                  </a:lnTo>
                  <a:lnTo>
                    <a:pt x="245866" y="415776"/>
                  </a:lnTo>
                  <a:lnTo>
                    <a:pt x="228250" y="424000"/>
                  </a:lnTo>
                  <a:lnTo>
                    <a:pt x="224602" y="435896"/>
                  </a:lnTo>
                  <a:lnTo>
                    <a:pt x="213493" y="442442"/>
                  </a:lnTo>
                  <a:lnTo>
                    <a:pt x="198088" y="441260"/>
                  </a:lnTo>
                  <a:lnTo>
                    <a:pt x="152675" y="477332"/>
                  </a:lnTo>
                  <a:lnTo>
                    <a:pt x="128945" y="474446"/>
                  </a:lnTo>
                  <a:lnTo>
                    <a:pt x="105444" y="492101"/>
                  </a:lnTo>
                  <a:lnTo>
                    <a:pt x="87052" y="492101"/>
                  </a:lnTo>
                  <a:lnTo>
                    <a:pt x="69563" y="499816"/>
                  </a:lnTo>
                  <a:lnTo>
                    <a:pt x="31458" y="487665"/>
                  </a:lnTo>
                  <a:lnTo>
                    <a:pt x="10715" y="481907"/>
                  </a:lnTo>
                  <a:lnTo>
                    <a:pt x="2479" y="481653"/>
                  </a:lnTo>
                  <a:lnTo>
                    <a:pt x="1436" y="483204"/>
                  </a:lnTo>
                  <a:lnTo>
                    <a:pt x="0" y="485568"/>
                  </a:lnTo>
                  <a:lnTo>
                    <a:pt x="6266" y="491961"/>
                  </a:lnTo>
                  <a:lnTo>
                    <a:pt x="47650" y="505955"/>
                  </a:lnTo>
                  <a:lnTo>
                    <a:pt x="71660" y="522821"/>
                  </a:lnTo>
                  <a:lnTo>
                    <a:pt x="94742" y="520991"/>
                  </a:lnTo>
                  <a:lnTo>
                    <a:pt x="115116" y="509895"/>
                  </a:lnTo>
                  <a:lnTo>
                    <a:pt x="131805" y="511840"/>
                  </a:lnTo>
                  <a:lnTo>
                    <a:pt x="144858" y="498113"/>
                  </a:lnTo>
                  <a:lnTo>
                    <a:pt x="179443" y="488567"/>
                  </a:lnTo>
                  <a:lnTo>
                    <a:pt x="203592" y="482822"/>
                  </a:lnTo>
                  <a:lnTo>
                    <a:pt x="223560" y="470278"/>
                  </a:lnTo>
                  <a:lnTo>
                    <a:pt x="226941" y="457466"/>
                  </a:lnTo>
                  <a:lnTo>
                    <a:pt x="248090" y="442696"/>
                  </a:lnTo>
                  <a:lnTo>
                    <a:pt x="291292" y="435108"/>
                  </a:lnTo>
                  <a:lnTo>
                    <a:pt x="312163" y="425436"/>
                  </a:lnTo>
                  <a:lnTo>
                    <a:pt x="323500" y="423491"/>
                  </a:lnTo>
                  <a:lnTo>
                    <a:pt x="369460" y="430927"/>
                  </a:lnTo>
                  <a:lnTo>
                    <a:pt x="380798" y="425182"/>
                  </a:lnTo>
                  <a:lnTo>
                    <a:pt x="413170" y="426745"/>
                  </a:lnTo>
                  <a:lnTo>
                    <a:pt x="423084" y="426237"/>
                  </a:lnTo>
                  <a:lnTo>
                    <a:pt x="429618" y="435896"/>
                  </a:lnTo>
                  <a:lnTo>
                    <a:pt x="440828" y="436418"/>
                  </a:lnTo>
                  <a:lnTo>
                    <a:pt x="446560" y="425182"/>
                  </a:lnTo>
                  <a:lnTo>
                    <a:pt x="462359" y="429363"/>
                  </a:lnTo>
                  <a:lnTo>
                    <a:pt x="466274" y="443217"/>
                  </a:lnTo>
                  <a:lnTo>
                    <a:pt x="475158" y="449751"/>
                  </a:lnTo>
                  <a:lnTo>
                    <a:pt x="515996" y="450411"/>
                  </a:lnTo>
                  <a:lnTo>
                    <a:pt x="535061" y="447272"/>
                  </a:lnTo>
                  <a:lnTo>
                    <a:pt x="559859" y="456563"/>
                  </a:lnTo>
                  <a:lnTo>
                    <a:pt x="579293" y="447666"/>
                  </a:lnTo>
                  <a:lnTo>
                    <a:pt x="597685" y="447666"/>
                  </a:lnTo>
                  <a:lnTo>
                    <a:pt x="609937" y="463922"/>
                  </a:lnTo>
                  <a:lnTo>
                    <a:pt x="630833" y="476162"/>
                  </a:lnTo>
                  <a:lnTo>
                    <a:pt x="647674" y="476023"/>
                  </a:lnTo>
                  <a:lnTo>
                    <a:pt x="667247" y="499282"/>
                  </a:lnTo>
                  <a:lnTo>
                    <a:pt x="696875" y="509616"/>
                  </a:lnTo>
                  <a:lnTo>
                    <a:pt x="725574" y="524131"/>
                  </a:lnTo>
                  <a:lnTo>
                    <a:pt x="780788" y="546742"/>
                  </a:lnTo>
                  <a:lnTo>
                    <a:pt x="816275" y="568566"/>
                  </a:lnTo>
                  <a:lnTo>
                    <a:pt x="849817" y="585953"/>
                  </a:lnTo>
                  <a:lnTo>
                    <a:pt x="888837" y="605552"/>
                  </a:lnTo>
                  <a:lnTo>
                    <a:pt x="917155" y="633654"/>
                  </a:lnTo>
                  <a:lnTo>
                    <a:pt x="953837" y="662151"/>
                  </a:lnTo>
                  <a:lnTo>
                    <a:pt x="1006152" y="692083"/>
                  </a:lnTo>
                  <a:lnTo>
                    <a:pt x="1057438" y="719258"/>
                  </a:lnTo>
                  <a:lnTo>
                    <a:pt x="1060832" y="728155"/>
                  </a:lnTo>
                  <a:lnTo>
                    <a:pt x="1054972" y="763972"/>
                  </a:lnTo>
                  <a:lnTo>
                    <a:pt x="1060451" y="778208"/>
                  </a:lnTo>
                  <a:lnTo>
                    <a:pt x="1068395" y="799256"/>
                  </a:lnTo>
                  <a:lnTo>
                    <a:pt x="1107173" y="825667"/>
                  </a:lnTo>
                  <a:lnTo>
                    <a:pt x="1130268" y="847999"/>
                  </a:lnTo>
                  <a:lnTo>
                    <a:pt x="1147490" y="864612"/>
                  </a:lnTo>
                  <a:lnTo>
                    <a:pt x="1172288" y="872314"/>
                  </a:lnTo>
                  <a:lnTo>
                    <a:pt x="1177105" y="884745"/>
                  </a:lnTo>
                  <a:lnTo>
                    <a:pt x="1169949" y="893235"/>
                  </a:lnTo>
                  <a:lnTo>
                    <a:pt x="1169949" y="909440"/>
                  </a:lnTo>
                  <a:lnTo>
                    <a:pt x="1197860" y="924210"/>
                  </a:lnTo>
                  <a:lnTo>
                    <a:pt x="1232063" y="938318"/>
                  </a:lnTo>
                  <a:lnTo>
                    <a:pt x="1253061" y="958591"/>
                  </a:lnTo>
                  <a:lnTo>
                    <a:pt x="1264805" y="981062"/>
                  </a:lnTo>
                  <a:lnTo>
                    <a:pt x="1295729" y="987214"/>
                  </a:lnTo>
                  <a:lnTo>
                    <a:pt x="1324187" y="986032"/>
                  </a:lnTo>
                  <a:lnTo>
                    <a:pt x="1361771" y="979359"/>
                  </a:lnTo>
                  <a:lnTo>
                    <a:pt x="1386835" y="968263"/>
                  </a:lnTo>
                  <a:lnTo>
                    <a:pt x="1409663" y="928391"/>
                  </a:lnTo>
                  <a:lnTo>
                    <a:pt x="1422971" y="920803"/>
                  </a:lnTo>
                  <a:lnTo>
                    <a:pt x="1436025" y="920282"/>
                  </a:lnTo>
                  <a:lnTo>
                    <a:pt x="1444629" y="935318"/>
                  </a:lnTo>
                  <a:lnTo>
                    <a:pt x="1477523" y="957015"/>
                  </a:lnTo>
                  <a:lnTo>
                    <a:pt x="1499461" y="958057"/>
                  </a:lnTo>
                  <a:lnTo>
                    <a:pt x="1517840" y="953100"/>
                  </a:lnTo>
                  <a:lnTo>
                    <a:pt x="1547988" y="935852"/>
                  </a:lnTo>
                  <a:lnTo>
                    <a:pt x="1567702" y="916622"/>
                  </a:lnTo>
                  <a:lnTo>
                    <a:pt x="1584530" y="896641"/>
                  </a:lnTo>
                  <a:lnTo>
                    <a:pt x="1597457" y="901331"/>
                  </a:lnTo>
                  <a:lnTo>
                    <a:pt x="1578544" y="920282"/>
                  </a:lnTo>
                  <a:lnTo>
                    <a:pt x="1582700" y="935052"/>
                  </a:lnTo>
                  <a:lnTo>
                    <a:pt x="1599147" y="952833"/>
                  </a:lnTo>
                  <a:lnTo>
                    <a:pt x="1607764" y="952312"/>
                  </a:lnTo>
                  <a:lnTo>
                    <a:pt x="1620945" y="931416"/>
                  </a:lnTo>
                  <a:lnTo>
                    <a:pt x="1634774" y="928391"/>
                  </a:lnTo>
                  <a:lnTo>
                    <a:pt x="1648997" y="936106"/>
                  </a:lnTo>
                  <a:lnTo>
                    <a:pt x="1652009" y="949045"/>
                  </a:lnTo>
                  <a:lnTo>
                    <a:pt x="1660105" y="948918"/>
                  </a:lnTo>
                  <a:lnTo>
                    <a:pt x="1679679" y="934797"/>
                  </a:lnTo>
                  <a:lnTo>
                    <a:pt x="1680963" y="905513"/>
                  </a:lnTo>
                  <a:lnTo>
                    <a:pt x="1701325" y="895713"/>
                  </a:lnTo>
                  <a:lnTo>
                    <a:pt x="1721318" y="889053"/>
                  </a:lnTo>
                  <a:lnTo>
                    <a:pt x="1789279" y="898065"/>
                  </a:lnTo>
                  <a:lnTo>
                    <a:pt x="1801175" y="892447"/>
                  </a:lnTo>
                  <a:lnTo>
                    <a:pt x="1808090" y="879254"/>
                  </a:lnTo>
                  <a:lnTo>
                    <a:pt x="1803781" y="851393"/>
                  </a:lnTo>
                  <a:lnTo>
                    <a:pt x="1784602" y="826570"/>
                  </a:lnTo>
                  <a:lnTo>
                    <a:pt x="1760325" y="812334"/>
                  </a:lnTo>
                  <a:lnTo>
                    <a:pt x="1755749" y="798989"/>
                  </a:lnTo>
                  <a:lnTo>
                    <a:pt x="1741132" y="777165"/>
                  </a:lnTo>
                  <a:lnTo>
                    <a:pt x="1724038" y="762790"/>
                  </a:lnTo>
                  <a:lnTo>
                    <a:pt x="1682933" y="767747"/>
                  </a:lnTo>
                  <a:lnTo>
                    <a:pt x="1673159" y="789583"/>
                  </a:lnTo>
                  <a:lnTo>
                    <a:pt x="1660105" y="788414"/>
                  </a:lnTo>
                  <a:lnTo>
                    <a:pt x="1648742" y="778602"/>
                  </a:lnTo>
                  <a:lnTo>
                    <a:pt x="1653051" y="771802"/>
                  </a:lnTo>
                  <a:lnTo>
                    <a:pt x="1667807" y="764760"/>
                  </a:lnTo>
                  <a:lnTo>
                    <a:pt x="1658784" y="747754"/>
                  </a:lnTo>
                  <a:lnTo>
                    <a:pt x="1640659" y="745148"/>
                  </a:lnTo>
                  <a:lnTo>
                    <a:pt x="1604117" y="749597"/>
                  </a:lnTo>
                  <a:lnTo>
                    <a:pt x="1586348" y="738476"/>
                  </a:lnTo>
                  <a:lnTo>
                    <a:pt x="1575531" y="720961"/>
                  </a:lnTo>
                  <a:lnTo>
                    <a:pt x="1552691" y="708670"/>
                  </a:lnTo>
                  <a:lnTo>
                    <a:pt x="1529597" y="714822"/>
                  </a:lnTo>
                  <a:lnTo>
                    <a:pt x="1509260" y="703713"/>
                  </a:lnTo>
                  <a:lnTo>
                    <a:pt x="1496449" y="665684"/>
                  </a:lnTo>
                  <a:lnTo>
                    <a:pt x="1481959" y="659926"/>
                  </a:lnTo>
                  <a:lnTo>
                    <a:pt x="1440981" y="670628"/>
                  </a:lnTo>
                  <a:lnTo>
                    <a:pt x="1420886" y="669472"/>
                  </a:lnTo>
                  <a:lnTo>
                    <a:pt x="1395962" y="661757"/>
                  </a:lnTo>
                  <a:lnTo>
                    <a:pt x="1378485" y="641764"/>
                  </a:lnTo>
                  <a:lnTo>
                    <a:pt x="1360729" y="635231"/>
                  </a:lnTo>
                  <a:lnTo>
                    <a:pt x="1347155" y="606874"/>
                  </a:lnTo>
                  <a:lnTo>
                    <a:pt x="1344804" y="580716"/>
                  </a:lnTo>
                  <a:lnTo>
                    <a:pt x="1335932" y="578365"/>
                  </a:lnTo>
                  <a:lnTo>
                    <a:pt x="1325890" y="560329"/>
                  </a:lnTo>
                  <a:lnTo>
                    <a:pt x="1323933" y="531973"/>
                  </a:lnTo>
                  <a:lnTo>
                    <a:pt x="1298093" y="503349"/>
                  </a:lnTo>
                  <a:lnTo>
                    <a:pt x="1293136" y="489089"/>
                  </a:lnTo>
                  <a:lnTo>
                    <a:pt x="1264284" y="474446"/>
                  </a:lnTo>
                  <a:lnTo>
                    <a:pt x="1248498" y="482556"/>
                  </a:lnTo>
                  <a:lnTo>
                    <a:pt x="1231937" y="477866"/>
                  </a:lnTo>
                  <a:lnTo>
                    <a:pt x="1220179" y="486216"/>
                  </a:lnTo>
                  <a:lnTo>
                    <a:pt x="1201114" y="475374"/>
                  </a:lnTo>
                  <a:lnTo>
                    <a:pt x="1174766" y="460605"/>
                  </a:lnTo>
                  <a:lnTo>
                    <a:pt x="1158853" y="463096"/>
                  </a:lnTo>
                  <a:lnTo>
                    <a:pt x="1128565" y="434867"/>
                  </a:lnTo>
                  <a:lnTo>
                    <a:pt x="1066717" y="429884"/>
                  </a:lnTo>
                  <a:lnTo>
                    <a:pt x="1056663" y="438261"/>
                  </a:lnTo>
                  <a:lnTo>
                    <a:pt x="1028357" y="438261"/>
                  </a:lnTo>
                  <a:lnTo>
                    <a:pt x="999632" y="454987"/>
                  </a:lnTo>
                  <a:lnTo>
                    <a:pt x="980974" y="453538"/>
                  </a:lnTo>
                  <a:lnTo>
                    <a:pt x="949770" y="435896"/>
                  </a:lnTo>
                  <a:lnTo>
                    <a:pt x="933590" y="421788"/>
                  </a:lnTo>
                  <a:lnTo>
                    <a:pt x="911932" y="418128"/>
                  </a:lnTo>
                  <a:lnTo>
                    <a:pt x="859083" y="388322"/>
                  </a:lnTo>
                  <a:lnTo>
                    <a:pt x="780114" y="331597"/>
                  </a:lnTo>
                  <a:lnTo>
                    <a:pt x="755469" y="308083"/>
                  </a:lnTo>
                  <a:lnTo>
                    <a:pt x="733150" y="274871"/>
                  </a:lnTo>
                  <a:lnTo>
                    <a:pt x="730545" y="225466"/>
                  </a:lnTo>
                  <a:lnTo>
                    <a:pt x="699239" y="204024"/>
                  </a:lnTo>
                  <a:lnTo>
                    <a:pt x="664515" y="194619"/>
                  </a:lnTo>
                  <a:lnTo>
                    <a:pt x="640887" y="174498"/>
                  </a:lnTo>
                  <a:lnTo>
                    <a:pt x="580462" y="143918"/>
                  </a:lnTo>
                  <a:lnTo>
                    <a:pt x="562859" y="143638"/>
                  </a:lnTo>
                  <a:lnTo>
                    <a:pt x="540921" y="131360"/>
                  </a:lnTo>
                  <a:lnTo>
                    <a:pt x="530079" y="107312"/>
                  </a:lnTo>
                  <a:lnTo>
                    <a:pt x="486115" y="72537"/>
                  </a:lnTo>
                  <a:lnTo>
                    <a:pt x="463795" y="66131"/>
                  </a:lnTo>
                  <a:lnTo>
                    <a:pt x="416819" y="32945"/>
                  </a:lnTo>
                  <a:lnTo>
                    <a:pt x="396202" y="7842"/>
                  </a:lnTo>
                  <a:lnTo>
                    <a:pt x="381713" y="11249"/>
                  </a:lnTo>
                  <a:lnTo>
                    <a:pt x="358758" y="0"/>
                  </a:lnTo>
                  <a:close/>
                </a:path>
              </a:pathLst>
            </a:custGeom>
            <a:solidFill>
              <a:srgbClr val="BAE0DF"/>
            </a:solidFill>
            <a:ln w="12700" cap="flat">
              <a:noFill/>
              <a:prstDash val="solid"/>
              <a:miter/>
            </a:ln>
          </p:spPr>
          <p:txBody>
            <a:bodyPr rtlCol="0" anchor="ctr"/>
            <a:lstStyle/>
            <a:p>
              <a:endParaRPr lang="de-CH"/>
            </a:p>
          </p:txBody>
        </p:sp>
        <p:sp>
          <p:nvSpPr>
            <p:cNvPr id="153" name="Freihandform: Form 152">
              <a:extLst>
                <a:ext uri="{FF2B5EF4-FFF2-40B4-BE49-F238E27FC236}">
                  <a16:creationId xmlns:a16="http://schemas.microsoft.com/office/drawing/2014/main" id="{66E42EF8-19F5-DE70-D188-BEAD57B6135E}"/>
                </a:ext>
              </a:extLst>
            </p:cNvPr>
            <p:cNvSpPr/>
            <p:nvPr/>
          </p:nvSpPr>
          <p:spPr>
            <a:xfrm>
              <a:off x="7479857" y="5751269"/>
              <a:ext cx="545750" cy="401133"/>
            </a:xfrm>
            <a:custGeom>
              <a:avLst/>
              <a:gdLst>
                <a:gd name="connsiteX0" fmla="*/ 274184 w 545750"/>
                <a:gd name="connsiteY0" fmla="*/ 98440 h 401133"/>
                <a:gd name="connsiteX1" fmla="*/ 297406 w 545750"/>
                <a:gd name="connsiteY1" fmla="*/ 96470 h 401133"/>
                <a:gd name="connsiteX2" fmla="*/ 313713 w 545750"/>
                <a:gd name="connsiteY2" fmla="*/ 76338 h 401133"/>
                <a:gd name="connsiteX3" fmla="*/ 334736 w 545750"/>
                <a:gd name="connsiteY3" fmla="*/ 60780 h 401133"/>
                <a:gd name="connsiteX4" fmla="*/ 351818 w 545750"/>
                <a:gd name="connsiteY4" fmla="*/ 47066 h 401133"/>
                <a:gd name="connsiteX5" fmla="*/ 372066 w 545750"/>
                <a:gd name="connsiteY5" fmla="*/ 42617 h 401133"/>
                <a:gd name="connsiteX6" fmla="*/ 386937 w 545750"/>
                <a:gd name="connsiteY6" fmla="*/ 34394 h 401133"/>
                <a:gd name="connsiteX7" fmla="*/ 394360 w 545750"/>
                <a:gd name="connsiteY7" fmla="*/ 37915 h 401133"/>
                <a:gd name="connsiteX8" fmla="*/ 426072 w 545750"/>
                <a:gd name="connsiteY8" fmla="*/ 39211 h 401133"/>
                <a:gd name="connsiteX9" fmla="*/ 470443 w 545750"/>
                <a:gd name="connsiteY9" fmla="*/ 36211 h 401133"/>
                <a:gd name="connsiteX10" fmla="*/ 490932 w 545750"/>
                <a:gd name="connsiteY10" fmla="*/ 28242 h 401133"/>
                <a:gd name="connsiteX11" fmla="*/ 498380 w 545750"/>
                <a:gd name="connsiteY11" fmla="*/ 16879 h 401133"/>
                <a:gd name="connsiteX12" fmla="*/ 520966 w 545750"/>
                <a:gd name="connsiteY12" fmla="*/ 1970 h 401133"/>
                <a:gd name="connsiteX13" fmla="*/ 527995 w 545750"/>
                <a:gd name="connsiteY13" fmla="*/ 0 h 401133"/>
                <a:gd name="connsiteX14" fmla="*/ 540666 w 545750"/>
                <a:gd name="connsiteY14" fmla="*/ 9164 h 401133"/>
                <a:gd name="connsiteX15" fmla="*/ 545751 w 545750"/>
                <a:gd name="connsiteY15" fmla="*/ 23145 h 401133"/>
                <a:gd name="connsiteX16" fmla="*/ 540006 w 545750"/>
                <a:gd name="connsiteY16" fmla="*/ 30988 h 401133"/>
                <a:gd name="connsiteX17" fmla="*/ 525643 w 545750"/>
                <a:gd name="connsiteY17" fmla="*/ 45617 h 401133"/>
                <a:gd name="connsiteX18" fmla="*/ 517953 w 545750"/>
                <a:gd name="connsiteY18" fmla="*/ 49163 h 401133"/>
                <a:gd name="connsiteX19" fmla="*/ 506870 w 545750"/>
                <a:gd name="connsiteY19" fmla="*/ 58187 h 401133"/>
                <a:gd name="connsiteX20" fmla="*/ 505548 w 545750"/>
                <a:gd name="connsiteY20" fmla="*/ 64454 h 401133"/>
                <a:gd name="connsiteX21" fmla="*/ 480370 w 545750"/>
                <a:gd name="connsiteY21" fmla="*/ 81562 h 401133"/>
                <a:gd name="connsiteX22" fmla="*/ 464837 w 545750"/>
                <a:gd name="connsiteY22" fmla="*/ 80519 h 401133"/>
                <a:gd name="connsiteX23" fmla="*/ 457529 w 545750"/>
                <a:gd name="connsiteY23" fmla="*/ 83010 h 401133"/>
                <a:gd name="connsiteX24" fmla="*/ 444082 w 545750"/>
                <a:gd name="connsiteY24" fmla="*/ 78689 h 401133"/>
                <a:gd name="connsiteX25" fmla="*/ 428168 w 545750"/>
                <a:gd name="connsiteY25" fmla="*/ 76338 h 401133"/>
                <a:gd name="connsiteX26" fmla="*/ 408595 w 545750"/>
                <a:gd name="connsiteY26" fmla="*/ 73859 h 401133"/>
                <a:gd name="connsiteX27" fmla="*/ 397372 w 545750"/>
                <a:gd name="connsiteY27" fmla="*/ 71508 h 401133"/>
                <a:gd name="connsiteX28" fmla="*/ 388754 w 545750"/>
                <a:gd name="connsiteY28" fmla="*/ 73605 h 401133"/>
                <a:gd name="connsiteX29" fmla="*/ 376883 w 545750"/>
                <a:gd name="connsiteY29" fmla="*/ 71889 h 401133"/>
                <a:gd name="connsiteX30" fmla="*/ 363969 w 545750"/>
                <a:gd name="connsiteY30" fmla="*/ 81053 h 401133"/>
                <a:gd name="connsiteX31" fmla="*/ 339439 w 545750"/>
                <a:gd name="connsiteY31" fmla="*/ 106270 h 401133"/>
                <a:gd name="connsiteX32" fmla="*/ 310726 w 545750"/>
                <a:gd name="connsiteY32" fmla="*/ 116082 h 401133"/>
                <a:gd name="connsiteX33" fmla="*/ 303278 w 545750"/>
                <a:gd name="connsiteY33" fmla="*/ 126657 h 401133"/>
                <a:gd name="connsiteX34" fmla="*/ 289958 w 545750"/>
                <a:gd name="connsiteY34" fmla="*/ 132415 h 401133"/>
                <a:gd name="connsiteX35" fmla="*/ 256034 w 545750"/>
                <a:gd name="connsiteY35" fmla="*/ 146002 h 401133"/>
                <a:gd name="connsiteX36" fmla="*/ 241812 w 545750"/>
                <a:gd name="connsiteY36" fmla="*/ 161433 h 401133"/>
                <a:gd name="connsiteX37" fmla="*/ 234643 w 545750"/>
                <a:gd name="connsiteY37" fmla="*/ 172668 h 401133"/>
                <a:gd name="connsiteX38" fmla="*/ 235685 w 545750"/>
                <a:gd name="connsiteY38" fmla="*/ 187043 h 401133"/>
                <a:gd name="connsiteX39" fmla="*/ 225631 w 545750"/>
                <a:gd name="connsiteY39" fmla="*/ 197771 h 401133"/>
                <a:gd name="connsiteX40" fmla="*/ 225631 w 545750"/>
                <a:gd name="connsiteY40" fmla="*/ 206528 h 401133"/>
                <a:gd name="connsiteX41" fmla="*/ 221069 w 545750"/>
                <a:gd name="connsiteY41" fmla="*/ 220637 h 401133"/>
                <a:gd name="connsiteX42" fmla="*/ 217154 w 545750"/>
                <a:gd name="connsiteY42" fmla="*/ 244938 h 401133"/>
                <a:gd name="connsiteX43" fmla="*/ 206452 w 545750"/>
                <a:gd name="connsiteY43" fmla="*/ 244290 h 401133"/>
                <a:gd name="connsiteX44" fmla="*/ 204227 w 545750"/>
                <a:gd name="connsiteY44" fmla="*/ 254624 h 401133"/>
                <a:gd name="connsiteX45" fmla="*/ 211155 w 545750"/>
                <a:gd name="connsiteY45" fmla="*/ 256848 h 401133"/>
                <a:gd name="connsiteX46" fmla="*/ 216111 w 545750"/>
                <a:gd name="connsiteY46" fmla="*/ 266520 h 401133"/>
                <a:gd name="connsiteX47" fmla="*/ 213887 w 545750"/>
                <a:gd name="connsiteY47" fmla="*/ 289132 h 401133"/>
                <a:gd name="connsiteX48" fmla="*/ 224081 w 545750"/>
                <a:gd name="connsiteY48" fmla="*/ 308197 h 401133"/>
                <a:gd name="connsiteX49" fmla="*/ 235291 w 545750"/>
                <a:gd name="connsiteY49" fmla="*/ 318276 h 401133"/>
                <a:gd name="connsiteX50" fmla="*/ 241939 w 545750"/>
                <a:gd name="connsiteY50" fmla="*/ 323754 h 401133"/>
                <a:gd name="connsiteX51" fmla="*/ 256034 w 545750"/>
                <a:gd name="connsiteY51" fmla="*/ 351857 h 401133"/>
                <a:gd name="connsiteX52" fmla="*/ 254484 w 545750"/>
                <a:gd name="connsiteY52" fmla="*/ 370693 h 401133"/>
                <a:gd name="connsiteX53" fmla="*/ 250810 w 545750"/>
                <a:gd name="connsiteY53" fmla="*/ 388335 h 401133"/>
                <a:gd name="connsiteX54" fmla="*/ 244824 w 545750"/>
                <a:gd name="connsiteY54" fmla="*/ 393432 h 401133"/>
                <a:gd name="connsiteX55" fmla="*/ 237248 w 545750"/>
                <a:gd name="connsiteY55" fmla="*/ 387039 h 401133"/>
                <a:gd name="connsiteX56" fmla="*/ 233995 w 545750"/>
                <a:gd name="connsiteY56" fmla="*/ 346900 h 401133"/>
                <a:gd name="connsiteX57" fmla="*/ 227970 w 545750"/>
                <a:gd name="connsiteY57" fmla="*/ 331215 h 401133"/>
                <a:gd name="connsiteX58" fmla="*/ 208930 w 545750"/>
                <a:gd name="connsiteY58" fmla="*/ 314603 h 401133"/>
                <a:gd name="connsiteX59" fmla="*/ 188187 w 545750"/>
                <a:gd name="connsiteY59" fmla="*/ 299986 h 401133"/>
                <a:gd name="connsiteX60" fmla="*/ 181515 w 545750"/>
                <a:gd name="connsiteY60" fmla="*/ 301029 h 401133"/>
                <a:gd name="connsiteX61" fmla="*/ 164178 w 545750"/>
                <a:gd name="connsiteY61" fmla="*/ 317628 h 401133"/>
                <a:gd name="connsiteX62" fmla="*/ 134944 w 545750"/>
                <a:gd name="connsiteY62" fmla="*/ 359839 h 401133"/>
                <a:gd name="connsiteX63" fmla="*/ 120048 w 545750"/>
                <a:gd name="connsiteY63" fmla="*/ 367020 h 401133"/>
                <a:gd name="connsiteX64" fmla="*/ 107668 w 545750"/>
                <a:gd name="connsiteY64" fmla="*/ 374875 h 401133"/>
                <a:gd name="connsiteX65" fmla="*/ 99305 w 545750"/>
                <a:gd name="connsiteY65" fmla="*/ 395122 h 401133"/>
                <a:gd name="connsiteX66" fmla="*/ 93827 w 545750"/>
                <a:gd name="connsiteY66" fmla="*/ 401134 h 401133"/>
                <a:gd name="connsiteX67" fmla="*/ 84561 w 545750"/>
                <a:gd name="connsiteY67" fmla="*/ 398643 h 401133"/>
                <a:gd name="connsiteX68" fmla="*/ 79985 w 545750"/>
                <a:gd name="connsiteY68" fmla="*/ 392529 h 401133"/>
                <a:gd name="connsiteX69" fmla="*/ 86645 w 545750"/>
                <a:gd name="connsiteY69" fmla="*/ 370032 h 401133"/>
                <a:gd name="connsiteX70" fmla="*/ 85463 w 545750"/>
                <a:gd name="connsiteY70" fmla="*/ 355123 h 401133"/>
                <a:gd name="connsiteX71" fmla="*/ 68114 w 545750"/>
                <a:gd name="connsiteY71" fmla="*/ 342464 h 401133"/>
                <a:gd name="connsiteX72" fmla="*/ 62382 w 545750"/>
                <a:gd name="connsiteY72" fmla="*/ 326373 h 401133"/>
                <a:gd name="connsiteX73" fmla="*/ 58988 w 545750"/>
                <a:gd name="connsiteY73" fmla="*/ 304804 h 401133"/>
                <a:gd name="connsiteX74" fmla="*/ 65114 w 545750"/>
                <a:gd name="connsiteY74" fmla="*/ 289386 h 401133"/>
                <a:gd name="connsiteX75" fmla="*/ 71368 w 545750"/>
                <a:gd name="connsiteY75" fmla="*/ 283641 h 401133"/>
                <a:gd name="connsiteX76" fmla="*/ 71508 w 545750"/>
                <a:gd name="connsiteY76" fmla="*/ 274223 h 401133"/>
                <a:gd name="connsiteX77" fmla="*/ 65890 w 545750"/>
                <a:gd name="connsiteY77" fmla="*/ 268351 h 401133"/>
                <a:gd name="connsiteX78" fmla="*/ 62776 w 545750"/>
                <a:gd name="connsiteY78" fmla="*/ 262593 h 401133"/>
                <a:gd name="connsiteX79" fmla="*/ 65636 w 545750"/>
                <a:gd name="connsiteY79" fmla="*/ 253696 h 401133"/>
                <a:gd name="connsiteX80" fmla="*/ 60945 w 545750"/>
                <a:gd name="connsiteY80" fmla="*/ 248205 h 401133"/>
                <a:gd name="connsiteX81" fmla="*/ 34457 w 545750"/>
                <a:gd name="connsiteY81" fmla="*/ 251230 h 401133"/>
                <a:gd name="connsiteX82" fmla="*/ 29500 w 545750"/>
                <a:gd name="connsiteY82" fmla="*/ 245218 h 401133"/>
                <a:gd name="connsiteX83" fmla="*/ 15913 w 545750"/>
                <a:gd name="connsiteY83" fmla="*/ 238799 h 401133"/>
                <a:gd name="connsiteX84" fmla="*/ 2224 w 545750"/>
                <a:gd name="connsiteY84" fmla="*/ 226127 h 401133"/>
                <a:gd name="connsiteX85" fmla="*/ 0 w 545750"/>
                <a:gd name="connsiteY85" fmla="*/ 215413 h 401133"/>
                <a:gd name="connsiteX86" fmla="*/ 4944 w 545750"/>
                <a:gd name="connsiteY86" fmla="*/ 206261 h 401133"/>
                <a:gd name="connsiteX87" fmla="*/ 16828 w 545750"/>
                <a:gd name="connsiteY87" fmla="*/ 199321 h 401133"/>
                <a:gd name="connsiteX88" fmla="*/ 22052 w 545750"/>
                <a:gd name="connsiteY88" fmla="*/ 201037 h 401133"/>
                <a:gd name="connsiteX89" fmla="*/ 27530 w 545750"/>
                <a:gd name="connsiteY89" fmla="*/ 211218 h 401133"/>
                <a:gd name="connsiteX90" fmla="*/ 21531 w 545750"/>
                <a:gd name="connsiteY90" fmla="*/ 218679 h 401133"/>
                <a:gd name="connsiteX91" fmla="*/ 20349 w 545750"/>
                <a:gd name="connsiteY91" fmla="*/ 230830 h 401133"/>
                <a:gd name="connsiteX92" fmla="*/ 38893 w 545750"/>
                <a:gd name="connsiteY92" fmla="*/ 236181 h 401133"/>
                <a:gd name="connsiteX93" fmla="*/ 57018 w 545750"/>
                <a:gd name="connsiteY93" fmla="*/ 230576 h 401133"/>
                <a:gd name="connsiteX94" fmla="*/ 58734 w 545750"/>
                <a:gd name="connsiteY94" fmla="*/ 223382 h 401133"/>
                <a:gd name="connsiteX95" fmla="*/ 50243 w 545750"/>
                <a:gd name="connsiteY95" fmla="*/ 208219 h 401133"/>
                <a:gd name="connsiteX96" fmla="*/ 50764 w 545750"/>
                <a:gd name="connsiteY96" fmla="*/ 202080 h 401133"/>
                <a:gd name="connsiteX97" fmla="*/ 65114 w 545750"/>
                <a:gd name="connsiteY97" fmla="*/ 195153 h 401133"/>
                <a:gd name="connsiteX98" fmla="*/ 71508 w 545750"/>
                <a:gd name="connsiteY98" fmla="*/ 186256 h 401133"/>
                <a:gd name="connsiteX99" fmla="*/ 71368 w 545750"/>
                <a:gd name="connsiteY99" fmla="*/ 172274 h 401133"/>
                <a:gd name="connsiteX100" fmla="*/ 68114 w 545750"/>
                <a:gd name="connsiteY100" fmla="*/ 150972 h 401133"/>
                <a:gd name="connsiteX101" fmla="*/ 78040 w 545750"/>
                <a:gd name="connsiteY101" fmla="*/ 136864 h 401133"/>
                <a:gd name="connsiteX102" fmla="*/ 96445 w 545750"/>
                <a:gd name="connsiteY102" fmla="*/ 128488 h 401133"/>
                <a:gd name="connsiteX103" fmla="*/ 102698 w 545750"/>
                <a:gd name="connsiteY103" fmla="*/ 133203 h 401133"/>
                <a:gd name="connsiteX104" fmla="*/ 104910 w 545750"/>
                <a:gd name="connsiteY104" fmla="*/ 141299 h 401133"/>
                <a:gd name="connsiteX105" fmla="*/ 104262 w 545750"/>
                <a:gd name="connsiteY105" fmla="*/ 146002 h 401133"/>
                <a:gd name="connsiteX106" fmla="*/ 99305 w 545750"/>
                <a:gd name="connsiteY106" fmla="*/ 163924 h 401133"/>
                <a:gd name="connsiteX107" fmla="*/ 84167 w 545750"/>
                <a:gd name="connsiteY107" fmla="*/ 183904 h 401133"/>
                <a:gd name="connsiteX108" fmla="*/ 82743 w 545750"/>
                <a:gd name="connsiteY108" fmla="*/ 191886 h 401133"/>
                <a:gd name="connsiteX109" fmla="*/ 78307 w 545750"/>
                <a:gd name="connsiteY109" fmla="*/ 201546 h 401133"/>
                <a:gd name="connsiteX110" fmla="*/ 78040 w 545750"/>
                <a:gd name="connsiteY110" fmla="*/ 207443 h 401133"/>
                <a:gd name="connsiteX111" fmla="*/ 81040 w 545750"/>
                <a:gd name="connsiteY111" fmla="*/ 219976 h 401133"/>
                <a:gd name="connsiteX112" fmla="*/ 88603 w 545750"/>
                <a:gd name="connsiteY112" fmla="*/ 253441 h 401133"/>
                <a:gd name="connsiteX113" fmla="*/ 90954 w 545750"/>
                <a:gd name="connsiteY113" fmla="*/ 269253 h 401133"/>
                <a:gd name="connsiteX114" fmla="*/ 78307 w 545750"/>
                <a:gd name="connsiteY114" fmla="*/ 305465 h 401133"/>
                <a:gd name="connsiteX115" fmla="*/ 79210 w 545750"/>
                <a:gd name="connsiteY115" fmla="*/ 316179 h 401133"/>
                <a:gd name="connsiteX116" fmla="*/ 98262 w 545750"/>
                <a:gd name="connsiteY116" fmla="*/ 332258 h 401133"/>
                <a:gd name="connsiteX117" fmla="*/ 110401 w 545750"/>
                <a:gd name="connsiteY117" fmla="*/ 345590 h 401133"/>
                <a:gd name="connsiteX118" fmla="*/ 120048 w 545750"/>
                <a:gd name="connsiteY118" fmla="*/ 343887 h 401133"/>
                <a:gd name="connsiteX119" fmla="*/ 129466 w 545750"/>
                <a:gd name="connsiteY119" fmla="*/ 335931 h 401133"/>
                <a:gd name="connsiteX120" fmla="*/ 145379 w 545750"/>
                <a:gd name="connsiteY120" fmla="*/ 318149 h 401133"/>
                <a:gd name="connsiteX121" fmla="*/ 160250 w 545750"/>
                <a:gd name="connsiteY121" fmla="*/ 295271 h 401133"/>
                <a:gd name="connsiteX122" fmla="*/ 167432 w 545750"/>
                <a:gd name="connsiteY122" fmla="*/ 278417 h 401133"/>
                <a:gd name="connsiteX123" fmla="*/ 171867 w 545750"/>
                <a:gd name="connsiteY123" fmla="*/ 260902 h 401133"/>
                <a:gd name="connsiteX124" fmla="*/ 180485 w 545750"/>
                <a:gd name="connsiteY124" fmla="*/ 255666 h 401133"/>
                <a:gd name="connsiteX125" fmla="*/ 191835 w 545750"/>
                <a:gd name="connsiteY125" fmla="*/ 254624 h 401133"/>
                <a:gd name="connsiteX126" fmla="*/ 196385 w 545750"/>
                <a:gd name="connsiteY126" fmla="*/ 243769 h 401133"/>
                <a:gd name="connsiteX127" fmla="*/ 186484 w 545750"/>
                <a:gd name="connsiteY127" fmla="*/ 240757 h 401133"/>
                <a:gd name="connsiteX128" fmla="*/ 184921 w 545750"/>
                <a:gd name="connsiteY128" fmla="*/ 222861 h 401133"/>
                <a:gd name="connsiteX129" fmla="*/ 187920 w 545750"/>
                <a:gd name="connsiteY129" fmla="*/ 203262 h 401133"/>
                <a:gd name="connsiteX130" fmla="*/ 199792 w 545750"/>
                <a:gd name="connsiteY130" fmla="*/ 185213 h 401133"/>
                <a:gd name="connsiteX131" fmla="*/ 202283 w 545750"/>
                <a:gd name="connsiteY131" fmla="*/ 175274 h 401133"/>
                <a:gd name="connsiteX132" fmla="*/ 201101 w 545750"/>
                <a:gd name="connsiteY132" fmla="*/ 160377 h 401133"/>
                <a:gd name="connsiteX133" fmla="*/ 200071 w 545750"/>
                <a:gd name="connsiteY133" fmla="*/ 146790 h 401133"/>
                <a:gd name="connsiteX134" fmla="*/ 193132 w 545750"/>
                <a:gd name="connsiteY134" fmla="*/ 140384 h 401133"/>
                <a:gd name="connsiteX135" fmla="*/ 177727 w 545750"/>
                <a:gd name="connsiteY135" fmla="*/ 131894 h 401133"/>
                <a:gd name="connsiteX136" fmla="*/ 184781 w 545750"/>
                <a:gd name="connsiteY136" fmla="*/ 113324 h 401133"/>
                <a:gd name="connsiteX137" fmla="*/ 188441 w 545750"/>
                <a:gd name="connsiteY137" fmla="*/ 103931 h 401133"/>
                <a:gd name="connsiteX138" fmla="*/ 201101 w 545750"/>
                <a:gd name="connsiteY138" fmla="*/ 100525 h 401133"/>
                <a:gd name="connsiteX139" fmla="*/ 208142 w 545750"/>
                <a:gd name="connsiteY139" fmla="*/ 104707 h 401133"/>
                <a:gd name="connsiteX140" fmla="*/ 214141 w 545750"/>
                <a:gd name="connsiteY140" fmla="*/ 96470 h 401133"/>
                <a:gd name="connsiteX141" fmla="*/ 225759 w 545750"/>
                <a:gd name="connsiteY141" fmla="*/ 97386 h 401133"/>
                <a:gd name="connsiteX142" fmla="*/ 231504 w 545750"/>
                <a:gd name="connsiteY142" fmla="*/ 108622 h 401133"/>
                <a:gd name="connsiteX143" fmla="*/ 239727 w 545750"/>
                <a:gd name="connsiteY143" fmla="*/ 112816 h 401133"/>
                <a:gd name="connsiteX144" fmla="*/ 255780 w 545750"/>
                <a:gd name="connsiteY144" fmla="*/ 110058 h 401133"/>
                <a:gd name="connsiteX145" fmla="*/ 274184 w 545750"/>
                <a:gd name="connsiteY145" fmla="*/ 98440 h 401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45750" h="401133">
                  <a:moveTo>
                    <a:pt x="274184" y="98440"/>
                  </a:moveTo>
                  <a:lnTo>
                    <a:pt x="297406" y="96470"/>
                  </a:lnTo>
                  <a:lnTo>
                    <a:pt x="313713" y="76338"/>
                  </a:lnTo>
                  <a:lnTo>
                    <a:pt x="334736" y="60780"/>
                  </a:lnTo>
                  <a:lnTo>
                    <a:pt x="351818" y="47066"/>
                  </a:lnTo>
                  <a:lnTo>
                    <a:pt x="372066" y="42617"/>
                  </a:lnTo>
                  <a:lnTo>
                    <a:pt x="386937" y="34394"/>
                  </a:lnTo>
                  <a:lnTo>
                    <a:pt x="394360" y="37915"/>
                  </a:lnTo>
                  <a:lnTo>
                    <a:pt x="426072" y="39211"/>
                  </a:lnTo>
                  <a:lnTo>
                    <a:pt x="470443" y="36211"/>
                  </a:lnTo>
                  <a:lnTo>
                    <a:pt x="490932" y="28242"/>
                  </a:lnTo>
                  <a:lnTo>
                    <a:pt x="498380" y="16879"/>
                  </a:lnTo>
                  <a:lnTo>
                    <a:pt x="520966" y="1970"/>
                  </a:lnTo>
                  <a:lnTo>
                    <a:pt x="527995" y="0"/>
                  </a:lnTo>
                  <a:lnTo>
                    <a:pt x="540666" y="9164"/>
                  </a:lnTo>
                  <a:lnTo>
                    <a:pt x="545751" y="23145"/>
                  </a:lnTo>
                  <a:lnTo>
                    <a:pt x="540006" y="30988"/>
                  </a:lnTo>
                  <a:lnTo>
                    <a:pt x="525643" y="45617"/>
                  </a:lnTo>
                  <a:lnTo>
                    <a:pt x="517953" y="49163"/>
                  </a:lnTo>
                  <a:lnTo>
                    <a:pt x="506870" y="58187"/>
                  </a:lnTo>
                  <a:lnTo>
                    <a:pt x="505548" y="64454"/>
                  </a:lnTo>
                  <a:lnTo>
                    <a:pt x="480370" y="81562"/>
                  </a:lnTo>
                  <a:lnTo>
                    <a:pt x="464837" y="80519"/>
                  </a:lnTo>
                  <a:lnTo>
                    <a:pt x="457529" y="83010"/>
                  </a:lnTo>
                  <a:lnTo>
                    <a:pt x="444082" y="78689"/>
                  </a:lnTo>
                  <a:lnTo>
                    <a:pt x="428168" y="76338"/>
                  </a:lnTo>
                  <a:lnTo>
                    <a:pt x="408595" y="73859"/>
                  </a:lnTo>
                  <a:lnTo>
                    <a:pt x="397372" y="71508"/>
                  </a:lnTo>
                  <a:lnTo>
                    <a:pt x="388754" y="73605"/>
                  </a:lnTo>
                  <a:lnTo>
                    <a:pt x="376883" y="71889"/>
                  </a:lnTo>
                  <a:lnTo>
                    <a:pt x="363969" y="81053"/>
                  </a:lnTo>
                  <a:lnTo>
                    <a:pt x="339439" y="106270"/>
                  </a:lnTo>
                  <a:lnTo>
                    <a:pt x="310726" y="116082"/>
                  </a:lnTo>
                  <a:lnTo>
                    <a:pt x="303278" y="126657"/>
                  </a:lnTo>
                  <a:lnTo>
                    <a:pt x="289958" y="132415"/>
                  </a:lnTo>
                  <a:lnTo>
                    <a:pt x="256034" y="146002"/>
                  </a:lnTo>
                  <a:lnTo>
                    <a:pt x="241812" y="161433"/>
                  </a:lnTo>
                  <a:lnTo>
                    <a:pt x="234643" y="172668"/>
                  </a:lnTo>
                  <a:lnTo>
                    <a:pt x="235685" y="187043"/>
                  </a:lnTo>
                  <a:lnTo>
                    <a:pt x="225631" y="197771"/>
                  </a:lnTo>
                  <a:lnTo>
                    <a:pt x="225631" y="206528"/>
                  </a:lnTo>
                  <a:lnTo>
                    <a:pt x="221069" y="220637"/>
                  </a:lnTo>
                  <a:lnTo>
                    <a:pt x="217154" y="244938"/>
                  </a:lnTo>
                  <a:lnTo>
                    <a:pt x="206452" y="244290"/>
                  </a:lnTo>
                  <a:lnTo>
                    <a:pt x="204227" y="254624"/>
                  </a:lnTo>
                  <a:lnTo>
                    <a:pt x="211155" y="256848"/>
                  </a:lnTo>
                  <a:lnTo>
                    <a:pt x="216111" y="266520"/>
                  </a:lnTo>
                  <a:lnTo>
                    <a:pt x="213887" y="289132"/>
                  </a:lnTo>
                  <a:lnTo>
                    <a:pt x="224081" y="308197"/>
                  </a:lnTo>
                  <a:lnTo>
                    <a:pt x="235291" y="318276"/>
                  </a:lnTo>
                  <a:lnTo>
                    <a:pt x="241939" y="323754"/>
                  </a:lnTo>
                  <a:lnTo>
                    <a:pt x="256034" y="351857"/>
                  </a:lnTo>
                  <a:lnTo>
                    <a:pt x="254484" y="370693"/>
                  </a:lnTo>
                  <a:lnTo>
                    <a:pt x="250810" y="388335"/>
                  </a:lnTo>
                  <a:lnTo>
                    <a:pt x="244824" y="393432"/>
                  </a:lnTo>
                  <a:lnTo>
                    <a:pt x="237248" y="387039"/>
                  </a:lnTo>
                  <a:lnTo>
                    <a:pt x="233995" y="346900"/>
                  </a:lnTo>
                  <a:lnTo>
                    <a:pt x="227970" y="331215"/>
                  </a:lnTo>
                  <a:lnTo>
                    <a:pt x="208930" y="314603"/>
                  </a:lnTo>
                  <a:lnTo>
                    <a:pt x="188187" y="299986"/>
                  </a:lnTo>
                  <a:lnTo>
                    <a:pt x="181515" y="301029"/>
                  </a:lnTo>
                  <a:lnTo>
                    <a:pt x="164178" y="317628"/>
                  </a:lnTo>
                  <a:lnTo>
                    <a:pt x="134944" y="359839"/>
                  </a:lnTo>
                  <a:lnTo>
                    <a:pt x="120048" y="367020"/>
                  </a:lnTo>
                  <a:lnTo>
                    <a:pt x="107668" y="374875"/>
                  </a:lnTo>
                  <a:lnTo>
                    <a:pt x="99305" y="395122"/>
                  </a:lnTo>
                  <a:lnTo>
                    <a:pt x="93827" y="401134"/>
                  </a:lnTo>
                  <a:lnTo>
                    <a:pt x="84561" y="398643"/>
                  </a:lnTo>
                  <a:lnTo>
                    <a:pt x="79985" y="392529"/>
                  </a:lnTo>
                  <a:lnTo>
                    <a:pt x="86645" y="370032"/>
                  </a:lnTo>
                  <a:lnTo>
                    <a:pt x="85463" y="355123"/>
                  </a:lnTo>
                  <a:lnTo>
                    <a:pt x="68114" y="342464"/>
                  </a:lnTo>
                  <a:lnTo>
                    <a:pt x="62382" y="326373"/>
                  </a:lnTo>
                  <a:lnTo>
                    <a:pt x="58988" y="304804"/>
                  </a:lnTo>
                  <a:lnTo>
                    <a:pt x="65114" y="289386"/>
                  </a:lnTo>
                  <a:lnTo>
                    <a:pt x="71368" y="283641"/>
                  </a:lnTo>
                  <a:lnTo>
                    <a:pt x="71508" y="274223"/>
                  </a:lnTo>
                  <a:lnTo>
                    <a:pt x="65890" y="268351"/>
                  </a:lnTo>
                  <a:lnTo>
                    <a:pt x="62776" y="262593"/>
                  </a:lnTo>
                  <a:lnTo>
                    <a:pt x="65636" y="253696"/>
                  </a:lnTo>
                  <a:lnTo>
                    <a:pt x="60945" y="248205"/>
                  </a:lnTo>
                  <a:lnTo>
                    <a:pt x="34457" y="251230"/>
                  </a:lnTo>
                  <a:lnTo>
                    <a:pt x="29500" y="245218"/>
                  </a:lnTo>
                  <a:lnTo>
                    <a:pt x="15913" y="238799"/>
                  </a:lnTo>
                  <a:lnTo>
                    <a:pt x="2224" y="226127"/>
                  </a:lnTo>
                  <a:lnTo>
                    <a:pt x="0" y="215413"/>
                  </a:lnTo>
                  <a:lnTo>
                    <a:pt x="4944" y="206261"/>
                  </a:lnTo>
                  <a:lnTo>
                    <a:pt x="16828" y="199321"/>
                  </a:lnTo>
                  <a:lnTo>
                    <a:pt x="22052" y="201037"/>
                  </a:lnTo>
                  <a:lnTo>
                    <a:pt x="27530" y="211218"/>
                  </a:lnTo>
                  <a:lnTo>
                    <a:pt x="21531" y="218679"/>
                  </a:lnTo>
                  <a:lnTo>
                    <a:pt x="20349" y="230830"/>
                  </a:lnTo>
                  <a:lnTo>
                    <a:pt x="38893" y="236181"/>
                  </a:lnTo>
                  <a:lnTo>
                    <a:pt x="57018" y="230576"/>
                  </a:lnTo>
                  <a:lnTo>
                    <a:pt x="58734" y="223382"/>
                  </a:lnTo>
                  <a:lnTo>
                    <a:pt x="50243" y="208219"/>
                  </a:lnTo>
                  <a:lnTo>
                    <a:pt x="50764" y="202080"/>
                  </a:lnTo>
                  <a:lnTo>
                    <a:pt x="65114" y="195153"/>
                  </a:lnTo>
                  <a:lnTo>
                    <a:pt x="71508" y="186256"/>
                  </a:lnTo>
                  <a:lnTo>
                    <a:pt x="71368" y="172274"/>
                  </a:lnTo>
                  <a:lnTo>
                    <a:pt x="68114" y="150972"/>
                  </a:lnTo>
                  <a:lnTo>
                    <a:pt x="78040" y="136864"/>
                  </a:lnTo>
                  <a:lnTo>
                    <a:pt x="96445" y="128488"/>
                  </a:lnTo>
                  <a:lnTo>
                    <a:pt x="102698" y="133203"/>
                  </a:lnTo>
                  <a:lnTo>
                    <a:pt x="104910" y="141299"/>
                  </a:lnTo>
                  <a:lnTo>
                    <a:pt x="104262" y="146002"/>
                  </a:lnTo>
                  <a:lnTo>
                    <a:pt x="99305" y="163924"/>
                  </a:lnTo>
                  <a:lnTo>
                    <a:pt x="84167" y="183904"/>
                  </a:lnTo>
                  <a:lnTo>
                    <a:pt x="82743" y="191886"/>
                  </a:lnTo>
                  <a:lnTo>
                    <a:pt x="78307" y="201546"/>
                  </a:lnTo>
                  <a:lnTo>
                    <a:pt x="78040" y="207443"/>
                  </a:lnTo>
                  <a:lnTo>
                    <a:pt x="81040" y="219976"/>
                  </a:lnTo>
                  <a:lnTo>
                    <a:pt x="88603" y="253441"/>
                  </a:lnTo>
                  <a:lnTo>
                    <a:pt x="90954" y="269253"/>
                  </a:lnTo>
                  <a:lnTo>
                    <a:pt x="78307" y="305465"/>
                  </a:lnTo>
                  <a:lnTo>
                    <a:pt x="79210" y="316179"/>
                  </a:lnTo>
                  <a:lnTo>
                    <a:pt x="98262" y="332258"/>
                  </a:lnTo>
                  <a:lnTo>
                    <a:pt x="110401" y="345590"/>
                  </a:lnTo>
                  <a:lnTo>
                    <a:pt x="120048" y="343887"/>
                  </a:lnTo>
                  <a:lnTo>
                    <a:pt x="129466" y="335931"/>
                  </a:lnTo>
                  <a:lnTo>
                    <a:pt x="145379" y="318149"/>
                  </a:lnTo>
                  <a:lnTo>
                    <a:pt x="160250" y="295271"/>
                  </a:lnTo>
                  <a:lnTo>
                    <a:pt x="167432" y="278417"/>
                  </a:lnTo>
                  <a:lnTo>
                    <a:pt x="171867" y="260902"/>
                  </a:lnTo>
                  <a:lnTo>
                    <a:pt x="180485" y="255666"/>
                  </a:lnTo>
                  <a:lnTo>
                    <a:pt x="191835" y="254624"/>
                  </a:lnTo>
                  <a:lnTo>
                    <a:pt x="196385" y="243769"/>
                  </a:lnTo>
                  <a:lnTo>
                    <a:pt x="186484" y="240757"/>
                  </a:lnTo>
                  <a:lnTo>
                    <a:pt x="184921" y="222861"/>
                  </a:lnTo>
                  <a:lnTo>
                    <a:pt x="187920" y="203262"/>
                  </a:lnTo>
                  <a:lnTo>
                    <a:pt x="199792" y="185213"/>
                  </a:lnTo>
                  <a:lnTo>
                    <a:pt x="202283" y="175274"/>
                  </a:lnTo>
                  <a:lnTo>
                    <a:pt x="201101" y="160377"/>
                  </a:lnTo>
                  <a:lnTo>
                    <a:pt x="200071" y="146790"/>
                  </a:lnTo>
                  <a:lnTo>
                    <a:pt x="193132" y="140384"/>
                  </a:lnTo>
                  <a:lnTo>
                    <a:pt x="177727" y="131894"/>
                  </a:lnTo>
                  <a:lnTo>
                    <a:pt x="184781" y="113324"/>
                  </a:lnTo>
                  <a:lnTo>
                    <a:pt x="188441" y="103931"/>
                  </a:lnTo>
                  <a:lnTo>
                    <a:pt x="201101" y="100525"/>
                  </a:lnTo>
                  <a:lnTo>
                    <a:pt x="208142" y="104707"/>
                  </a:lnTo>
                  <a:lnTo>
                    <a:pt x="214141" y="96470"/>
                  </a:lnTo>
                  <a:lnTo>
                    <a:pt x="225759" y="97386"/>
                  </a:lnTo>
                  <a:lnTo>
                    <a:pt x="231504" y="108622"/>
                  </a:lnTo>
                  <a:lnTo>
                    <a:pt x="239727" y="112816"/>
                  </a:lnTo>
                  <a:lnTo>
                    <a:pt x="255780" y="110058"/>
                  </a:lnTo>
                  <a:lnTo>
                    <a:pt x="274184" y="98440"/>
                  </a:lnTo>
                  <a:close/>
                </a:path>
              </a:pathLst>
            </a:custGeom>
            <a:solidFill>
              <a:srgbClr val="BAE0DF"/>
            </a:solidFill>
            <a:ln w="12700" cap="flat">
              <a:noFill/>
              <a:prstDash val="solid"/>
              <a:miter/>
            </a:ln>
          </p:spPr>
          <p:txBody>
            <a:bodyPr rtlCol="0" anchor="ctr"/>
            <a:lstStyle/>
            <a:p>
              <a:endParaRPr lang="de-CH"/>
            </a:p>
          </p:txBody>
        </p:sp>
        <p:sp>
          <p:nvSpPr>
            <p:cNvPr id="154" name="Freihandform: Form 153">
              <a:extLst>
                <a:ext uri="{FF2B5EF4-FFF2-40B4-BE49-F238E27FC236}">
                  <a16:creationId xmlns:a16="http://schemas.microsoft.com/office/drawing/2014/main" id="{61D823FA-3E89-BAB2-0AA8-F1247B9B08BE}"/>
                </a:ext>
              </a:extLst>
            </p:cNvPr>
            <p:cNvSpPr/>
            <p:nvPr/>
          </p:nvSpPr>
          <p:spPr>
            <a:xfrm>
              <a:off x="6699590" y="5333548"/>
              <a:ext cx="763044" cy="1368469"/>
            </a:xfrm>
            <a:custGeom>
              <a:avLst/>
              <a:gdLst>
                <a:gd name="connsiteX0" fmla="*/ 700269 w 763044"/>
                <a:gd name="connsiteY0" fmla="*/ 12291 h 1368469"/>
                <a:gd name="connsiteX1" fmla="*/ 666218 w 763044"/>
                <a:gd name="connsiteY1" fmla="*/ 24442 h 1368469"/>
                <a:gd name="connsiteX2" fmla="*/ 647700 w 763044"/>
                <a:gd name="connsiteY2" fmla="*/ 26526 h 1368469"/>
                <a:gd name="connsiteX3" fmla="*/ 656164 w 763044"/>
                <a:gd name="connsiteY3" fmla="*/ 68877 h 1368469"/>
                <a:gd name="connsiteX4" fmla="*/ 645195 w 763044"/>
                <a:gd name="connsiteY4" fmla="*/ 81816 h 1368469"/>
                <a:gd name="connsiteX5" fmla="*/ 628380 w 763044"/>
                <a:gd name="connsiteY5" fmla="*/ 101694 h 1368469"/>
                <a:gd name="connsiteX6" fmla="*/ 607751 w 763044"/>
                <a:gd name="connsiteY6" fmla="*/ 101428 h 1368469"/>
                <a:gd name="connsiteX7" fmla="*/ 577094 w 763044"/>
                <a:gd name="connsiteY7" fmla="*/ 77888 h 1368469"/>
                <a:gd name="connsiteX8" fmla="*/ 519657 w 763044"/>
                <a:gd name="connsiteY8" fmla="*/ 95148 h 1368469"/>
                <a:gd name="connsiteX9" fmla="*/ 484017 w 763044"/>
                <a:gd name="connsiteY9" fmla="*/ 136063 h 1368469"/>
                <a:gd name="connsiteX10" fmla="*/ 469286 w 763044"/>
                <a:gd name="connsiteY10" fmla="*/ 180231 h 1368469"/>
                <a:gd name="connsiteX11" fmla="*/ 434460 w 763044"/>
                <a:gd name="connsiteY11" fmla="*/ 234999 h 1368469"/>
                <a:gd name="connsiteX12" fmla="*/ 423224 w 763044"/>
                <a:gd name="connsiteY12" fmla="*/ 264283 h 1368469"/>
                <a:gd name="connsiteX13" fmla="*/ 433532 w 763044"/>
                <a:gd name="connsiteY13" fmla="*/ 321784 h 1368469"/>
                <a:gd name="connsiteX14" fmla="*/ 458330 w 763044"/>
                <a:gd name="connsiteY14" fmla="*/ 380734 h 1368469"/>
                <a:gd name="connsiteX15" fmla="*/ 460414 w 763044"/>
                <a:gd name="connsiteY15" fmla="*/ 421534 h 1368469"/>
                <a:gd name="connsiteX16" fmla="*/ 469934 w 763044"/>
                <a:gd name="connsiteY16" fmla="*/ 445950 h 1368469"/>
                <a:gd name="connsiteX17" fmla="*/ 445289 w 763044"/>
                <a:gd name="connsiteY17" fmla="*/ 467519 h 1368469"/>
                <a:gd name="connsiteX18" fmla="*/ 397258 w 763044"/>
                <a:gd name="connsiteY18" fmla="*/ 481119 h 1368469"/>
                <a:gd name="connsiteX19" fmla="*/ 369969 w 763044"/>
                <a:gd name="connsiteY19" fmla="*/ 519288 h 1368469"/>
                <a:gd name="connsiteX20" fmla="*/ 345819 w 763044"/>
                <a:gd name="connsiteY20" fmla="*/ 568693 h 1368469"/>
                <a:gd name="connsiteX21" fmla="*/ 298067 w 763044"/>
                <a:gd name="connsiteY21" fmla="*/ 629333 h 1368469"/>
                <a:gd name="connsiteX22" fmla="*/ 279281 w 763044"/>
                <a:gd name="connsiteY22" fmla="*/ 676272 h 1368469"/>
                <a:gd name="connsiteX23" fmla="*/ 187933 w 763044"/>
                <a:gd name="connsiteY23" fmla="*/ 736391 h 1368469"/>
                <a:gd name="connsiteX24" fmla="*/ 162081 w 763044"/>
                <a:gd name="connsiteY24" fmla="*/ 795710 h 1368469"/>
                <a:gd name="connsiteX25" fmla="*/ 135987 w 763044"/>
                <a:gd name="connsiteY25" fmla="*/ 779123 h 1368469"/>
                <a:gd name="connsiteX26" fmla="*/ 117836 w 763044"/>
                <a:gd name="connsiteY26" fmla="*/ 752597 h 1368469"/>
                <a:gd name="connsiteX27" fmla="*/ 58721 w 763044"/>
                <a:gd name="connsiteY27" fmla="*/ 725282 h 1368469"/>
                <a:gd name="connsiteX28" fmla="*/ 24277 w 763044"/>
                <a:gd name="connsiteY28" fmla="*/ 722524 h 1368469"/>
                <a:gd name="connsiteX29" fmla="*/ 0 w 763044"/>
                <a:gd name="connsiteY29" fmla="*/ 748669 h 1368469"/>
                <a:gd name="connsiteX30" fmla="*/ 11490 w 763044"/>
                <a:gd name="connsiteY30" fmla="*/ 767353 h 1368469"/>
                <a:gd name="connsiteX31" fmla="*/ 46214 w 763044"/>
                <a:gd name="connsiteY31" fmla="*/ 800959 h 1368469"/>
                <a:gd name="connsiteX32" fmla="*/ 80519 w 763044"/>
                <a:gd name="connsiteY32" fmla="*/ 869836 h 1368469"/>
                <a:gd name="connsiteX33" fmla="*/ 149955 w 763044"/>
                <a:gd name="connsiteY33" fmla="*/ 899641 h 1368469"/>
                <a:gd name="connsiteX34" fmla="*/ 175007 w 763044"/>
                <a:gd name="connsiteY34" fmla="*/ 935191 h 1368469"/>
                <a:gd name="connsiteX35" fmla="*/ 193017 w 763044"/>
                <a:gd name="connsiteY35" fmla="*/ 1019613 h 1368469"/>
                <a:gd name="connsiteX36" fmla="*/ 176570 w 763044"/>
                <a:gd name="connsiteY36" fmla="*/ 1078690 h 1368469"/>
                <a:gd name="connsiteX37" fmla="*/ 157403 w 763044"/>
                <a:gd name="connsiteY37" fmla="*/ 1097246 h 1368469"/>
                <a:gd name="connsiteX38" fmla="*/ 135859 w 763044"/>
                <a:gd name="connsiteY38" fmla="*/ 1095416 h 1368469"/>
                <a:gd name="connsiteX39" fmla="*/ 121115 w 763044"/>
                <a:gd name="connsiteY39" fmla="*/ 1147706 h 1368469"/>
                <a:gd name="connsiteX40" fmla="*/ 138745 w 763044"/>
                <a:gd name="connsiteY40" fmla="*/ 1224679 h 1368469"/>
                <a:gd name="connsiteX41" fmla="*/ 169529 w 763044"/>
                <a:gd name="connsiteY41" fmla="*/ 1252006 h 1368469"/>
                <a:gd name="connsiteX42" fmla="*/ 182061 w 763044"/>
                <a:gd name="connsiteY42" fmla="*/ 1298538 h 1368469"/>
                <a:gd name="connsiteX43" fmla="*/ 209337 w 763044"/>
                <a:gd name="connsiteY43" fmla="*/ 1322459 h 1368469"/>
                <a:gd name="connsiteX44" fmla="*/ 223293 w 763044"/>
                <a:gd name="connsiteY44" fmla="*/ 1367554 h 1368469"/>
                <a:gd name="connsiteX45" fmla="*/ 245853 w 763044"/>
                <a:gd name="connsiteY45" fmla="*/ 1358924 h 1368469"/>
                <a:gd name="connsiteX46" fmla="*/ 286196 w 763044"/>
                <a:gd name="connsiteY46" fmla="*/ 1362852 h 1368469"/>
                <a:gd name="connsiteX47" fmla="*/ 306685 w 763044"/>
                <a:gd name="connsiteY47" fmla="*/ 1368469 h 1368469"/>
                <a:gd name="connsiteX48" fmla="*/ 306685 w 763044"/>
                <a:gd name="connsiteY48" fmla="*/ 1357729 h 1368469"/>
                <a:gd name="connsiteX49" fmla="*/ 288687 w 763044"/>
                <a:gd name="connsiteY49" fmla="*/ 1347421 h 1368469"/>
                <a:gd name="connsiteX50" fmla="*/ 246642 w 763044"/>
                <a:gd name="connsiteY50" fmla="*/ 1335283 h 1368469"/>
                <a:gd name="connsiteX51" fmla="*/ 241430 w 763044"/>
                <a:gd name="connsiteY51" fmla="*/ 1301677 h 1368469"/>
                <a:gd name="connsiteX52" fmla="*/ 220179 w 763044"/>
                <a:gd name="connsiteY52" fmla="*/ 1271465 h 1368469"/>
                <a:gd name="connsiteX53" fmla="*/ 169402 w 763044"/>
                <a:gd name="connsiteY53" fmla="*/ 1202487 h 1368469"/>
                <a:gd name="connsiteX54" fmla="*/ 178667 w 763044"/>
                <a:gd name="connsiteY54" fmla="*/ 1143791 h 1368469"/>
                <a:gd name="connsiteX55" fmla="*/ 200186 w 763044"/>
                <a:gd name="connsiteY55" fmla="*/ 1134780 h 1368469"/>
                <a:gd name="connsiteX56" fmla="*/ 239333 w 763044"/>
                <a:gd name="connsiteY56" fmla="*/ 1140131 h 1368469"/>
                <a:gd name="connsiteX57" fmla="*/ 258398 w 763044"/>
                <a:gd name="connsiteY57" fmla="*/ 1120252 h 1368469"/>
                <a:gd name="connsiteX58" fmla="*/ 260750 w 763044"/>
                <a:gd name="connsiteY58" fmla="*/ 1081460 h 1368469"/>
                <a:gd name="connsiteX59" fmla="*/ 285548 w 763044"/>
                <a:gd name="connsiteY59" fmla="*/ 1067187 h 1368469"/>
                <a:gd name="connsiteX60" fmla="*/ 299643 w 763044"/>
                <a:gd name="connsiteY60" fmla="*/ 1054388 h 1368469"/>
                <a:gd name="connsiteX61" fmla="*/ 283590 w 763044"/>
                <a:gd name="connsiteY61" fmla="*/ 985765 h 1368469"/>
                <a:gd name="connsiteX62" fmla="*/ 267397 w 763044"/>
                <a:gd name="connsiteY62" fmla="*/ 974135 h 1368469"/>
                <a:gd name="connsiteX63" fmla="*/ 241557 w 763044"/>
                <a:gd name="connsiteY63" fmla="*/ 894150 h 1368469"/>
                <a:gd name="connsiteX64" fmla="*/ 228250 w 763044"/>
                <a:gd name="connsiteY64" fmla="*/ 861599 h 1368469"/>
                <a:gd name="connsiteX65" fmla="*/ 246642 w 763044"/>
                <a:gd name="connsiteY65" fmla="*/ 817825 h 1368469"/>
                <a:gd name="connsiteX66" fmla="*/ 278227 w 763044"/>
                <a:gd name="connsiteY66" fmla="*/ 818855 h 1368469"/>
                <a:gd name="connsiteX67" fmla="*/ 283336 w 763044"/>
                <a:gd name="connsiteY67" fmla="*/ 810097 h 1368469"/>
                <a:gd name="connsiteX68" fmla="*/ 264537 w 763044"/>
                <a:gd name="connsiteY68" fmla="*/ 795455 h 1368469"/>
                <a:gd name="connsiteX69" fmla="*/ 275481 w 763044"/>
                <a:gd name="connsiteY69" fmla="*/ 773632 h 1368469"/>
                <a:gd name="connsiteX70" fmla="*/ 311387 w 763044"/>
                <a:gd name="connsiteY70" fmla="*/ 755863 h 1368469"/>
                <a:gd name="connsiteX71" fmla="*/ 344523 w 763044"/>
                <a:gd name="connsiteY71" fmla="*/ 718482 h 1368469"/>
                <a:gd name="connsiteX72" fmla="*/ 366994 w 763044"/>
                <a:gd name="connsiteY72" fmla="*/ 712331 h 1368469"/>
                <a:gd name="connsiteX73" fmla="*/ 366575 w 763044"/>
                <a:gd name="connsiteY73" fmla="*/ 681763 h 1368469"/>
                <a:gd name="connsiteX74" fmla="*/ 434041 w 763044"/>
                <a:gd name="connsiteY74" fmla="*/ 631430 h 1368469"/>
                <a:gd name="connsiteX75" fmla="*/ 466808 w 763044"/>
                <a:gd name="connsiteY75" fmla="*/ 596007 h 1368469"/>
                <a:gd name="connsiteX76" fmla="*/ 470201 w 763044"/>
                <a:gd name="connsiteY76" fmla="*/ 572340 h 1368469"/>
                <a:gd name="connsiteX77" fmla="*/ 512755 w 763044"/>
                <a:gd name="connsiteY77" fmla="*/ 546081 h 1368469"/>
                <a:gd name="connsiteX78" fmla="*/ 541328 w 763044"/>
                <a:gd name="connsiteY78" fmla="*/ 513391 h 1368469"/>
                <a:gd name="connsiteX79" fmla="*/ 549424 w 763044"/>
                <a:gd name="connsiteY79" fmla="*/ 464380 h 1368469"/>
                <a:gd name="connsiteX80" fmla="*/ 534007 w 763044"/>
                <a:gd name="connsiteY80" fmla="*/ 433545 h 1368469"/>
                <a:gd name="connsiteX81" fmla="*/ 508573 w 763044"/>
                <a:gd name="connsiteY81" fmla="*/ 419309 h 1368469"/>
                <a:gd name="connsiteX82" fmla="*/ 512488 w 763044"/>
                <a:gd name="connsiteY82" fmla="*/ 383619 h 1368469"/>
                <a:gd name="connsiteX83" fmla="*/ 505561 w 763044"/>
                <a:gd name="connsiteY83" fmla="*/ 331596 h 1368469"/>
                <a:gd name="connsiteX84" fmla="*/ 482734 w 763044"/>
                <a:gd name="connsiteY84" fmla="*/ 298004 h 1368469"/>
                <a:gd name="connsiteX85" fmla="*/ 484437 w 763044"/>
                <a:gd name="connsiteY85" fmla="*/ 283234 h 1368469"/>
                <a:gd name="connsiteX86" fmla="*/ 512882 w 763044"/>
                <a:gd name="connsiteY86" fmla="*/ 255132 h 1368469"/>
                <a:gd name="connsiteX87" fmla="*/ 516390 w 763044"/>
                <a:gd name="connsiteY87" fmla="*/ 227945 h 1368469"/>
                <a:gd name="connsiteX88" fmla="*/ 556720 w 763044"/>
                <a:gd name="connsiteY88" fmla="*/ 224551 h 1368469"/>
                <a:gd name="connsiteX89" fmla="*/ 580475 w 763044"/>
                <a:gd name="connsiteY89" fmla="*/ 206122 h 1368469"/>
                <a:gd name="connsiteX90" fmla="*/ 600837 w 763044"/>
                <a:gd name="connsiteY90" fmla="*/ 181807 h 1368469"/>
                <a:gd name="connsiteX91" fmla="*/ 611920 w 763044"/>
                <a:gd name="connsiteY91" fmla="*/ 164953 h 1368469"/>
                <a:gd name="connsiteX92" fmla="*/ 633197 w 763044"/>
                <a:gd name="connsiteY92" fmla="*/ 150044 h 1368469"/>
                <a:gd name="connsiteX93" fmla="*/ 657855 w 763044"/>
                <a:gd name="connsiteY93" fmla="*/ 128742 h 1368469"/>
                <a:gd name="connsiteX94" fmla="*/ 674035 w 763044"/>
                <a:gd name="connsiteY94" fmla="*/ 121154 h 1368469"/>
                <a:gd name="connsiteX95" fmla="*/ 691918 w 763044"/>
                <a:gd name="connsiteY95" fmla="*/ 114252 h 1368469"/>
                <a:gd name="connsiteX96" fmla="*/ 709026 w 763044"/>
                <a:gd name="connsiteY96" fmla="*/ 107173 h 1368469"/>
                <a:gd name="connsiteX97" fmla="*/ 728206 w 763044"/>
                <a:gd name="connsiteY97" fmla="*/ 99330 h 1368469"/>
                <a:gd name="connsiteX98" fmla="*/ 748034 w 763044"/>
                <a:gd name="connsiteY98" fmla="*/ 95937 h 1368469"/>
                <a:gd name="connsiteX99" fmla="*/ 763044 w 763044"/>
                <a:gd name="connsiteY99" fmla="*/ 80900 h 1368469"/>
                <a:gd name="connsiteX100" fmla="*/ 760566 w 763044"/>
                <a:gd name="connsiteY100" fmla="*/ 69131 h 1368469"/>
                <a:gd name="connsiteX101" fmla="*/ 755228 w 763044"/>
                <a:gd name="connsiteY101" fmla="*/ 39592 h 1368469"/>
                <a:gd name="connsiteX102" fmla="*/ 734866 w 763044"/>
                <a:gd name="connsiteY102" fmla="*/ 16078 h 1368469"/>
                <a:gd name="connsiteX103" fmla="*/ 710844 w 763044"/>
                <a:gd name="connsiteY103" fmla="*/ 0 h 1368469"/>
                <a:gd name="connsiteX104" fmla="*/ 700269 w 763044"/>
                <a:gd name="connsiteY104" fmla="*/ 12291 h 1368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763044" h="1368469">
                  <a:moveTo>
                    <a:pt x="700269" y="12291"/>
                  </a:moveTo>
                  <a:lnTo>
                    <a:pt x="666218" y="24442"/>
                  </a:lnTo>
                  <a:lnTo>
                    <a:pt x="647700" y="26526"/>
                  </a:lnTo>
                  <a:lnTo>
                    <a:pt x="656164" y="68877"/>
                  </a:lnTo>
                  <a:lnTo>
                    <a:pt x="645195" y="81816"/>
                  </a:lnTo>
                  <a:lnTo>
                    <a:pt x="628380" y="101694"/>
                  </a:lnTo>
                  <a:lnTo>
                    <a:pt x="607751" y="101428"/>
                  </a:lnTo>
                  <a:lnTo>
                    <a:pt x="577094" y="77888"/>
                  </a:lnTo>
                  <a:lnTo>
                    <a:pt x="519657" y="95148"/>
                  </a:lnTo>
                  <a:lnTo>
                    <a:pt x="484017" y="136063"/>
                  </a:lnTo>
                  <a:lnTo>
                    <a:pt x="469286" y="180231"/>
                  </a:lnTo>
                  <a:lnTo>
                    <a:pt x="434460" y="234999"/>
                  </a:lnTo>
                  <a:lnTo>
                    <a:pt x="423224" y="264283"/>
                  </a:lnTo>
                  <a:lnTo>
                    <a:pt x="433532" y="321784"/>
                  </a:lnTo>
                  <a:lnTo>
                    <a:pt x="458330" y="380734"/>
                  </a:lnTo>
                  <a:lnTo>
                    <a:pt x="460414" y="421534"/>
                  </a:lnTo>
                  <a:lnTo>
                    <a:pt x="469934" y="445950"/>
                  </a:lnTo>
                  <a:lnTo>
                    <a:pt x="445289" y="467519"/>
                  </a:lnTo>
                  <a:lnTo>
                    <a:pt x="397258" y="481119"/>
                  </a:lnTo>
                  <a:lnTo>
                    <a:pt x="369969" y="519288"/>
                  </a:lnTo>
                  <a:lnTo>
                    <a:pt x="345819" y="568693"/>
                  </a:lnTo>
                  <a:lnTo>
                    <a:pt x="298067" y="629333"/>
                  </a:lnTo>
                  <a:lnTo>
                    <a:pt x="279281" y="676272"/>
                  </a:lnTo>
                  <a:lnTo>
                    <a:pt x="187933" y="736391"/>
                  </a:lnTo>
                  <a:lnTo>
                    <a:pt x="162081" y="795710"/>
                  </a:lnTo>
                  <a:lnTo>
                    <a:pt x="135987" y="779123"/>
                  </a:lnTo>
                  <a:lnTo>
                    <a:pt x="117836" y="752597"/>
                  </a:lnTo>
                  <a:lnTo>
                    <a:pt x="58721" y="725282"/>
                  </a:lnTo>
                  <a:lnTo>
                    <a:pt x="24277" y="722524"/>
                  </a:lnTo>
                  <a:lnTo>
                    <a:pt x="0" y="748669"/>
                  </a:lnTo>
                  <a:lnTo>
                    <a:pt x="11490" y="767353"/>
                  </a:lnTo>
                  <a:lnTo>
                    <a:pt x="46214" y="800959"/>
                  </a:lnTo>
                  <a:lnTo>
                    <a:pt x="80519" y="869836"/>
                  </a:lnTo>
                  <a:lnTo>
                    <a:pt x="149955" y="899641"/>
                  </a:lnTo>
                  <a:lnTo>
                    <a:pt x="175007" y="935191"/>
                  </a:lnTo>
                  <a:lnTo>
                    <a:pt x="193017" y="1019613"/>
                  </a:lnTo>
                  <a:lnTo>
                    <a:pt x="176570" y="1078690"/>
                  </a:lnTo>
                  <a:lnTo>
                    <a:pt x="157403" y="1097246"/>
                  </a:lnTo>
                  <a:lnTo>
                    <a:pt x="135859" y="1095416"/>
                  </a:lnTo>
                  <a:lnTo>
                    <a:pt x="121115" y="1147706"/>
                  </a:lnTo>
                  <a:lnTo>
                    <a:pt x="138745" y="1224679"/>
                  </a:lnTo>
                  <a:lnTo>
                    <a:pt x="169529" y="1252006"/>
                  </a:lnTo>
                  <a:lnTo>
                    <a:pt x="182061" y="1298538"/>
                  </a:lnTo>
                  <a:lnTo>
                    <a:pt x="209337" y="1322459"/>
                  </a:lnTo>
                  <a:lnTo>
                    <a:pt x="223293" y="1367554"/>
                  </a:lnTo>
                  <a:lnTo>
                    <a:pt x="245853" y="1358924"/>
                  </a:lnTo>
                  <a:lnTo>
                    <a:pt x="286196" y="1362852"/>
                  </a:lnTo>
                  <a:lnTo>
                    <a:pt x="306685" y="1368469"/>
                  </a:lnTo>
                  <a:lnTo>
                    <a:pt x="306685" y="1357729"/>
                  </a:lnTo>
                  <a:lnTo>
                    <a:pt x="288687" y="1347421"/>
                  </a:lnTo>
                  <a:lnTo>
                    <a:pt x="246642" y="1335283"/>
                  </a:lnTo>
                  <a:lnTo>
                    <a:pt x="241430" y="1301677"/>
                  </a:lnTo>
                  <a:lnTo>
                    <a:pt x="220179" y="1271465"/>
                  </a:lnTo>
                  <a:lnTo>
                    <a:pt x="169402" y="1202487"/>
                  </a:lnTo>
                  <a:lnTo>
                    <a:pt x="178667" y="1143791"/>
                  </a:lnTo>
                  <a:lnTo>
                    <a:pt x="200186" y="1134780"/>
                  </a:lnTo>
                  <a:lnTo>
                    <a:pt x="239333" y="1140131"/>
                  </a:lnTo>
                  <a:lnTo>
                    <a:pt x="258398" y="1120252"/>
                  </a:lnTo>
                  <a:lnTo>
                    <a:pt x="260750" y="1081460"/>
                  </a:lnTo>
                  <a:lnTo>
                    <a:pt x="285548" y="1067187"/>
                  </a:lnTo>
                  <a:lnTo>
                    <a:pt x="299643" y="1054388"/>
                  </a:lnTo>
                  <a:lnTo>
                    <a:pt x="283590" y="985765"/>
                  </a:lnTo>
                  <a:lnTo>
                    <a:pt x="267397" y="974135"/>
                  </a:lnTo>
                  <a:lnTo>
                    <a:pt x="241557" y="894150"/>
                  </a:lnTo>
                  <a:lnTo>
                    <a:pt x="228250" y="861599"/>
                  </a:lnTo>
                  <a:lnTo>
                    <a:pt x="246642" y="817825"/>
                  </a:lnTo>
                  <a:lnTo>
                    <a:pt x="278227" y="818855"/>
                  </a:lnTo>
                  <a:lnTo>
                    <a:pt x="283336" y="810097"/>
                  </a:lnTo>
                  <a:lnTo>
                    <a:pt x="264537" y="795455"/>
                  </a:lnTo>
                  <a:lnTo>
                    <a:pt x="275481" y="773632"/>
                  </a:lnTo>
                  <a:lnTo>
                    <a:pt x="311387" y="755863"/>
                  </a:lnTo>
                  <a:lnTo>
                    <a:pt x="344523" y="718482"/>
                  </a:lnTo>
                  <a:lnTo>
                    <a:pt x="366994" y="712331"/>
                  </a:lnTo>
                  <a:lnTo>
                    <a:pt x="366575" y="681763"/>
                  </a:lnTo>
                  <a:lnTo>
                    <a:pt x="434041" y="631430"/>
                  </a:lnTo>
                  <a:lnTo>
                    <a:pt x="466808" y="596007"/>
                  </a:lnTo>
                  <a:lnTo>
                    <a:pt x="470201" y="572340"/>
                  </a:lnTo>
                  <a:lnTo>
                    <a:pt x="512755" y="546081"/>
                  </a:lnTo>
                  <a:lnTo>
                    <a:pt x="541328" y="513391"/>
                  </a:lnTo>
                  <a:lnTo>
                    <a:pt x="549424" y="464380"/>
                  </a:lnTo>
                  <a:lnTo>
                    <a:pt x="534007" y="433545"/>
                  </a:lnTo>
                  <a:lnTo>
                    <a:pt x="508573" y="419309"/>
                  </a:lnTo>
                  <a:lnTo>
                    <a:pt x="512488" y="383619"/>
                  </a:lnTo>
                  <a:lnTo>
                    <a:pt x="505561" y="331596"/>
                  </a:lnTo>
                  <a:lnTo>
                    <a:pt x="482734" y="298004"/>
                  </a:lnTo>
                  <a:lnTo>
                    <a:pt x="484437" y="283234"/>
                  </a:lnTo>
                  <a:lnTo>
                    <a:pt x="512882" y="255132"/>
                  </a:lnTo>
                  <a:lnTo>
                    <a:pt x="516390" y="227945"/>
                  </a:lnTo>
                  <a:lnTo>
                    <a:pt x="556720" y="224551"/>
                  </a:lnTo>
                  <a:lnTo>
                    <a:pt x="580475" y="206122"/>
                  </a:lnTo>
                  <a:lnTo>
                    <a:pt x="600837" y="181807"/>
                  </a:lnTo>
                  <a:lnTo>
                    <a:pt x="611920" y="164953"/>
                  </a:lnTo>
                  <a:lnTo>
                    <a:pt x="633197" y="150044"/>
                  </a:lnTo>
                  <a:lnTo>
                    <a:pt x="657855" y="128742"/>
                  </a:lnTo>
                  <a:lnTo>
                    <a:pt x="674035" y="121154"/>
                  </a:lnTo>
                  <a:lnTo>
                    <a:pt x="691918" y="114252"/>
                  </a:lnTo>
                  <a:lnTo>
                    <a:pt x="709026" y="107173"/>
                  </a:lnTo>
                  <a:lnTo>
                    <a:pt x="728206" y="99330"/>
                  </a:lnTo>
                  <a:lnTo>
                    <a:pt x="748034" y="95937"/>
                  </a:lnTo>
                  <a:lnTo>
                    <a:pt x="763044" y="80900"/>
                  </a:lnTo>
                  <a:lnTo>
                    <a:pt x="760566" y="69131"/>
                  </a:lnTo>
                  <a:lnTo>
                    <a:pt x="755228" y="39592"/>
                  </a:lnTo>
                  <a:lnTo>
                    <a:pt x="734866" y="16078"/>
                  </a:lnTo>
                  <a:lnTo>
                    <a:pt x="710844" y="0"/>
                  </a:lnTo>
                  <a:lnTo>
                    <a:pt x="700269" y="12291"/>
                  </a:lnTo>
                  <a:close/>
                </a:path>
              </a:pathLst>
            </a:custGeom>
            <a:solidFill>
              <a:srgbClr val="BAE0DF"/>
            </a:solidFill>
            <a:ln w="12700" cap="flat">
              <a:noFill/>
              <a:prstDash val="solid"/>
              <a:miter/>
            </a:ln>
          </p:spPr>
          <p:txBody>
            <a:bodyPr rtlCol="0" anchor="ctr"/>
            <a:lstStyle/>
            <a:p>
              <a:endParaRPr lang="de-CH"/>
            </a:p>
          </p:txBody>
        </p:sp>
        <p:sp>
          <p:nvSpPr>
            <p:cNvPr id="155" name="Freihandform: Form 154">
              <a:extLst>
                <a:ext uri="{FF2B5EF4-FFF2-40B4-BE49-F238E27FC236}">
                  <a16:creationId xmlns:a16="http://schemas.microsoft.com/office/drawing/2014/main" id="{96E6B67C-499F-2F7E-1CF6-F56FAF34940F}"/>
                </a:ext>
              </a:extLst>
            </p:cNvPr>
            <p:cNvSpPr/>
            <p:nvPr/>
          </p:nvSpPr>
          <p:spPr>
            <a:xfrm>
              <a:off x="2072962" y="3888373"/>
              <a:ext cx="184120" cy="164800"/>
            </a:xfrm>
            <a:custGeom>
              <a:avLst/>
              <a:gdLst>
                <a:gd name="connsiteX0" fmla="*/ 30009 w 184120"/>
                <a:gd name="connsiteY0" fmla="*/ 115536 h 164800"/>
                <a:gd name="connsiteX1" fmla="*/ 92263 w 184120"/>
                <a:gd name="connsiteY1" fmla="*/ 65089 h 164800"/>
                <a:gd name="connsiteX2" fmla="*/ 163504 w 184120"/>
                <a:gd name="connsiteY2" fmla="*/ 13981 h 164800"/>
                <a:gd name="connsiteX3" fmla="*/ 174613 w 184120"/>
                <a:gd name="connsiteY3" fmla="*/ 0 h 164800"/>
                <a:gd name="connsiteX4" fmla="*/ 181781 w 184120"/>
                <a:gd name="connsiteY4" fmla="*/ 915 h 164800"/>
                <a:gd name="connsiteX5" fmla="*/ 184120 w 184120"/>
                <a:gd name="connsiteY5" fmla="*/ 6406 h 164800"/>
                <a:gd name="connsiteX6" fmla="*/ 170304 w 184120"/>
                <a:gd name="connsiteY6" fmla="*/ 25878 h 164800"/>
                <a:gd name="connsiteX7" fmla="*/ 171473 w 184120"/>
                <a:gd name="connsiteY7" fmla="*/ 38944 h 164800"/>
                <a:gd name="connsiteX8" fmla="*/ 167432 w 184120"/>
                <a:gd name="connsiteY8" fmla="*/ 46786 h 164800"/>
                <a:gd name="connsiteX9" fmla="*/ 148239 w 184120"/>
                <a:gd name="connsiteY9" fmla="*/ 58149 h 164800"/>
                <a:gd name="connsiteX10" fmla="*/ 73719 w 184120"/>
                <a:gd name="connsiteY10" fmla="*/ 123772 h 164800"/>
                <a:gd name="connsiteX11" fmla="*/ 60297 w 184120"/>
                <a:gd name="connsiteY11" fmla="*/ 127814 h 164800"/>
                <a:gd name="connsiteX12" fmla="*/ 48540 w 184120"/>
                <a:gd name="connsiteY12" fmla="*/ 134881 h 164800"/>
                <a:gd name="connsiteX13" fmla="*/ 45668 w 184120"/>
                <a:gd name="connsiteY13" fmla="*/ 142075 h 164800"/>
                <a:gd name="connsiteX14" fmla="*/ 38486 w 184120"/>
                <a:gd name="connsiteY14" fmla="*/ 142596 h 164800"/>
                <a:gd name="connsiteX15" fmla="*/ 34318 w 184120"/>
                <a:gd name="connsiteY15" fmla="*/ 149002 h 164800"/>
                <a:gd name="connsiteX16" fmla="*/ 27403 w 184120"/>
                <a:gd name="connsiteY16" fmla="*/ 154620 h 164800"/>
                <a:gd name="connsiteX17" fmla="*/ 23222 w 184120"/>
                <a:gd name="connsiteY17" fmla="*/ 156844 h 164800"/>
                <a:gd name="connsiteX18" fmla="*/ 18404 w 184120"/>
                <a:gd name="connsiteY18" fmla="*/ 153323 h 164800"/>
                <a:gd name="connsiteX19" fmla="*/ 5605 w 184120"/>
                <a:gd name="connsiteY19" fmla="*/ 164801 h 164800"/>
                <a:gd name="connsiteX20" fmla="*/ 0 w 184120"/>
                <a:gd name="connsiteY20" fmla="*/ 160632 h 164800"/>
                <a:gd name="connsiteX21" fmla="*/ 521 w 184120"/>
                <a:gd name="connsiteY21" fmla="*/ 150438 h 164800"/>
                <a:gd name="connsiteX22" fmla="*/ 10829 w 184120"/>
                <a:gd name="connsiteY22" fmla="*/ 143244 h 164800"/>
                <a:gd name="connsiteX23" fmla="*/ 30009 w 184120"/>
                <a:gd name="connsiteY23" fmla="*/ 115536 h 16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4120" h="164800">
                  <a:moveTo>
                    <a:pt x="30009" y="115536"/>
                  </a:moveTo>
                  <a:lnTo>
                    <a:pt x="92263" y="65089"/>
                  </a:lnTo>
                  <a:lnTo>
                    <a:pt x="163504" y="13981"/>
                  </a:lnTo>
                  <a:lnTo>
                    <a:pt x="174613" y="0"/>
                  </a:lnTo>
                  <a:lnTo>
                    <a:pt x="181781" y="915"/>
                  </a:lnTo>
                  <a:lnTo>
                    <a:pt x="184120" y="6406"/>
                  </a:lnTo>
                  <a:lnTo>
                    <a:pt x="170304" y="25878"/>
                  </a:lnTo>
                  <a:lnTo>
                    <a:pt x="171473" y="38944"/>
                  </a:lnTo>
                  <a:lnTo>
                    <a:pt x="167432" y="46786"/>
                  </a:lnTo>
                  <a:lnTo>
                    <a:pt x="148239" y="58149"/>
                  </a:lnTo>
                  <a:lnTo>
                    <a:pt x="73719" y="123772"/>
                  </a:lnTo>
                  <a:lnTo>
                    <a:pt x="60297" y="127814"/>
                  </a:lnTo>
                  <a:lnTo>
                    <a:pt x="48540" y="134881"/>
                  </a:lnTo>
                  <a:lnTo>
                    <a:pt x="45668" y="142075"/>
                  </a:lnTo>
                  <a:lnTo>
                    <a:pt x="38486" y="142596"/>
                  </a:lnTo>
                  <a:lnTo>
                    <a:pt x="34318" y="149002"/>
                  </a:lnTo>
                  <a:lnTo>
                    <a:pt x="27403" y="154620"/>
                  </a:lnTo>
                  <a:lnTo>
                    <a:pt x="23222" y="156844"/>
                  </a:lnTo>
                  <a:lnTo>
                    <a:pt x="18404" y="153323"/>
                  </a:lnTo>
                  <a:lnTo>
                    <a:pt x="5605" y="164801"/>
                  </a:lnTo>
                  <a:lnTo>
                    <a:pt x="0" y="160632"/>
                  </a:lnTo>
                  <a:lnTo>
                    <a:pt x="521" y="150438"/>
                  </a:lnTo>
                  <a:lnTo>
                    <a:pt x="10829" y="143244"/>
                  </a:lnTo>
                  <a:lnTo>
                    <a:pt x="30009" y="115536"/>
                  </a:lnTo>
                  <a:close/>
                </a:path>
              </a:pathLst>
            </a:custGeom>
            <a:solidFill>
              <a:srgbClr val="BAE0DF"/>
            </a:solidFill>
            <a:ln w="12700" cap="flat">
              <a:noFill/>
              <a:prstDash val="solid"/>
              <a:miter/>
            </a:ln>
          </p:spPr>
          <p:txBody>
            <a:bodyPr rtlCol="0" anchor="ctr"/>
            <a:lstStyle/>
            <a:p>
              <a:endParaRPr lang="de-CH"/>
            </a:p>
          </p:txBody>
        </p:sp>
        <p:sp>
          <p:nvSpPr>
            <p:cNvPr id="156" name="Freihandform: Form 155">
              <a:extLst>
                <a:ext uri="{FF2B5EF4-FFF2-40B4-BE49-F238E27FC236}">
                  <a16:creationId xmlns:a16="http://schemas.microsoft.com/office/drawing/2014/main" id="{05E38428-2E92-A3F6-AD67-83425F645148}"/>
                </a:ext>
              </a:extLst>
            </p:cNvPr>
            <p:cNvSpPr/>
            <p:nvPr/>
          </p:nvSpPr>
          <p:spPr>
            <a:xfrm>
              <a:off x="1860625" y="4340601"/>
              <a:ext cx="1622254" cy="922125"/>
            </a:xfrm>
            <a:custGeom>
              <a:avLst/>
              <a:gdLst>
                <a:gd name="connsiteX0" fmla="*/ 761735 w 1622254"/>
                <a:gd name="connsiteY0" fmla="*/ 3534 h 922125"/>
                <a:gd name="connsiteX1" fmla="*/ 786787 w 1622254"/>
                <a:gd name="connsiteY1" fmla="*/ 8503 h 922125"/>
                <a:gd name="connsiteX2" fmla="*/ 815499 w 1622254"/>
                <a:gd name="connsiteY2" fmla="*/ 29805 h 922125"/>
                <a:gd name="connsiteX3" fmla="*/ 859489 w 1622254"/>
                <a:gd name="connsiteY3" fmla="*/ 30581 h 922125"/>
                <a:gd name="connsiteX4" fmla="*/ 890146 w 1622254"/>
                <a:gd name="connsiteY4" fmla="*/ 13193 h 922125"/>
                <a:gd name="connsiteX5" fmla="*/ 902297 w 1622254"/>
                <a:gd name="connsiteY5" fmla="*/ 1703 h 922125"/>
                <a:gd name="connsiteX6" fmla="*/ 916774 w 1622254"/>
                <a:gd name="connsiteY6" fmla="*/ 394 h 922125"/>
                <a:gd name="connsiteX7" fmla="*/ 928125 w 1622254"/>
                <a:gd name="connsiteY7" fmla="*/ 0 h 922125"/>
                <a:gd name="connsiteX8" fmla="*/ 947571 w 1622254"/>
                <a:gd name="connsiteY8" fmla="*/ 15557 h 922125"/>
                <a:gd name="connsiteX9" fmla="*/ 985549 w 1622254"/>
                <a:gd name="connsiteY9" fmla="*/ 28484 h 922125"/>
                <a:gd name="connsiteX10" fmla="*/ 1010614 w 1622254"/>
                <a:gd name="connsiteY10" fmla="*/ 35690 h 922125"/>
                <a:gd name="connsiteX11" fmla="*/ 1030048 w 1622254"/>
                <a:gd name="connsiteY11" fmla="*/ 41169 h 922125"/>
                <a:gd name="connsiteX12" fmla="*/ 1075207 w 1622254"/>
                <a:gd name="connsiteY12" fmla="*/ 39478 h 922125"/>
                <a:gd name="connsiteX13" fmla="*/ 1081855 w 1622254"/>
                <a:gd name="connsiteY13" fmla="*/ 43011 h 922125"/>
                <a:gd name="connsiteX14" fmla="*/ 1099992 w 1622254"/>
                <a:gd name="connsiteY14" fmla="*/ 44969 h 922125"/>
                <a:gd name="connsiteX15" fmla="*/ 1127789 w 1622254"/>
                <a:gd name="connsiteY15" fmla="*/ 54120 h 922125"/>
                <a:gd name="connsiteX16" fmla="*/ 1154290 w 1622254"/>
                <a:gd name="connsiteY16" fmla="*/ 68101 h 922125"/>
                <a:gd name="connsiteX17" fmla="*/ 1175694 w 1622254"/>
                <a:gd name="connsiteY17" fmla="*/ 86404 h 922125"/>
                <a:gd name="connsiteX18" fmla="*/ 1192001 w 1622254"/>
                <a:gd name="connsiteY18" fmla="*/ 98301 h 922125"/>
                <a:gd name="connsiteX19" fmla="*/ 1210266 w 1622254"/>
                <a:gd name="connsiteY19" fmla="*/ 98301 h 922125"/>
                <a:gd name="connsiteX20" fmla="*/ 1222671 w 1622254"/>
                <a:gd name="connsiteY20" fmla="*/ 89671 h 922125"/>
                <a:gd name="connsiteX21" fmla="*/ 1236894 w 1622254"/>
                <a:gd name="connsiteY21" fmla="*/ 89671 h 922125"/>
                <a:gd name="connsiteX22" fmla="*/ 1253201 w 1622254"/>
                <a:gd name="connsiteY22" fmla="*/ 98301 h 922125"/>
                <a:gd name="connsiteX23" fmla="*/ 1269648 w 1622254"/>
                <a:gd name="connsiteY23" fmla="*/ 117252 h 922125"/>
                <a:gd name="connsiteX24" fmla="*/ 1306050 w 1622254"/>
                <a:gd name="connsiteY24" fmla="*/ 135542 h 922125"/>
                <a:gd name="connsiteX25" fmla="*/ 1326412 w 1622254"/>
                <a:gd name="connsiteY25" fmla="*/ 137359 h 922125"/>
                <a:gd name="connsiteX26" fmla="*/ 1351730 w 1622254"/>
                <a:gd name="connsiteY26" fmla="*/ 144566 h 922125"/>
                <a:gd name="connsiteX27" fmla="*/ 1381485 w 1622254"/>
                <a:gd name="connsiteY27" fmla="*/ 150311 h 922125"/>
                <a:gd name="connsiteX28" fmla="*/ 1420111 w 1622254"/>
                <a:gd name="connsiteY28" fmla="*/ 156196 h 922125"/>
                <a:gd name="connsiteX29" fmla="*/ 1425322 w 1622254"/>
                <a:gd name="connsiteY29" fmla="*/ 174893 h 922125"/>
                <a:gd name="connsiteX30" fmla="*/ 1435516 w 1622254"/>
                <a:gd name="connsiteY30" fmla="*/ 181807 h 922125"/>
                <a:gd name="connsiteX31" fmla="*/ 1460835 w 1622254"/>
                <a:gd name="connsiteY31" fmla="*/ 187819 h 922125"/>
                <a:gd name="connsiteX32" fmla="*/ 1472960 w 1622254"/>
                <a:gd name="connsiteY32" fmla="*/ 208346 h 922125"/>
                <a:gd name="connsiteX33" fmla="*/ 1485632 w 1622254"/>
                <a:gd name="connsiteY33" fmla="*/ 214358 h 922125"/>
                <a:gd name="connsiteX34" fmla="*/ 1513417 w 1622254"/>
                <a:gd name="connsiteY34" fmla="*/ 219722 h 922125"/>
                <a:gd name="connsiteX35" fmla="*/ 1515895 w 1622254"/>
                <a:gd name="connsiteY35" fmla="*/ 232266 h 922125"/>
                <a:gd name="connsiteX36" fmla="*/ 1545408 w 1622254"/>
                <a:gd name="connsiteY36" fmla="*/ 241672 h 922125"/>
                <a:gd name="connsiteX37" fmla="*/ 1561309 w 1622254"/>
                <a:gd name="connsiteY37" fmla="*/ 238151 h 922125"/>
                <a:gd name="connsiteX38" fmla="*/ 1575671 w 1622254"/>
                <a:gd name="connsiteY38" fmla="*/ 252781 h 922125"/>
                <a:gd name="connsiteX39" fmla="*/ 1576192 w 1622254"/>
                <a:gd name="connsiteY39" fmla="*/ 266241 h 922125"/>
                <a:gd name="connsiteX40" fmla="*/ 1583094 w 1622254"/>
                <a:gd name="connsiteY40" fmla="*/ 272914 h 922125"/>
                <a:gd name="connsiteX41" fmla="*/ 1594203 w 1622254"/>
                <a:gd name="connsiteY41" fmla="*/ 270702 h 922125"/>
                <a:gd name="connsiteX42" fmla="*/ 1602159 w 1622254"/>
                <a:gd name="connsiteY42" fmla="*/ 279714 h 922125"/>
                <a:gd name="connsiteX43" fmla="*/ 1606989 w 1622254"/>
                <a:gd name="connsiteY43" fmla="*/ 293822 h 922125"/>
                <a:gd name="connsiteX44" fmla="*/ 1622254 w 1622254"/>
                <a:gd name="connsiteY44" fmla="*/ 331990 h 922125"/>
                <a:gd name="connsiteX45" fmla="*/ 1609608 w 1622254"/>
                <a:gd name="connsiteY45" fmla="*/ 350674 h 922125"/>
                <a:gd name="connsiteX46" fmla="*/ 1606341 w 1622254"/>
                <a:gd name="connsiteY46" fmla="*/ 363880 h 922125"/>
                <a:gd name="connsiteX47" fmla="*/ 1596936 w 1622254"/>
                <a:gd name="connsiteY47" fmla="*/ 371074 h 922125"/>
                <a:gd name="connsiteX48" fmla="*/ 1559224 w 1622254"/>
                <a:gd name="connsiteY48" fmla="*/ 368316 h 922125"/>
                <a:gd name="connsiteX49" fmla="*/ 1546832 w 1622254"/>
                <a:gd name="connsiteY49" fmla="*/ 374074 h 922125"/>
                <a:gd name="connsiteX50" fmla="*/ 1533906 w 1622254"/>
                <a:gd name="connsiteY50" fmla="*/ 368850 h 922125"/>
                <a:gd name="connsiteX51" fmla="*/ 1511599 w 1622254"/>
                <a:gd name="connsiteY51" fmla="*/ 370286 h 922125"/>
                <a:gd name="connsiteX52" fmla="*/ 1493322 w 1622254"/>
                <a:gd name="connsiteY52" fmla="*/ 374214 h 922125"/>
                <a:gd name="connsiteX53" fmla="*/ 1477142 w 1622254"/>
                <a:gd name="connsiteY53" fmla="*/ 368850 h 922125"/>
                <a:gd name="connsiteX54" fmla="*/ 1474015 w 1622254"/>
                <a:gd name="connsiteY54" fmla="*/ 371583 h 922125"/>
                <a:gd name="connsiteX55" fmla="*/ 1471003 w 1622254"/>
                <a:gd name="connsiteY55" fmla="*/ 374341 h 922125"/>
                <a:gd name="connsiteX56" fmla="*/ 1475439 w 1622254"/>
                <a:gd name="connsiteY56" fmla="*/ 390686 h 922125"/>
                <a:gd name="connsiteX57" fmla="*/ 1469452 w 1622254"/>
                <a:gd name="connsiteY57" fmla="*/ 399698 h 922125"/>
                <a:gd name="connsiteX58" fmla="*/ 1460313 w 1622254"/>
                <a:gd name="connsiteY58" fmla="*/ 393406 h 922125"/>
                <a:gd name="connsiteX59" fmla="*/ 1449332 w 1622254"/>
                <a:gd name="connsiteY59" fmla="*/ 389758 h 922125"/>
                <a:gd name="connsiteX60" fmla="*/ 1416718 w 1622254"/>
                <a:gd name="connsiteY60" fmla="*/ 396418 h 922125"/>
                <a:gd name="connsiteX61" fmla="*/ 1402114 w 1622254"/>
                <a:gd name="connsiteY61" fmla="*/ 392898 h 922125"/>
                <a:gd name="connsiteX62" fmla="*/ 1363602 w 1622254"/>
                <a:gd name="connsiteY62" fmla="*/ 372117 h 922125"/>
                <a:gd name="connsiteX63" fmla="*/ 1353421 w 1622254"/>
                <a:gd name="connsiteY63" fmla="*/ 370541 h 922125"/>
                <a:gd name="connsiteX64" fmla="*/ 1337774 w 1622254"/>
                <a:gd name="connsiteY64" fmla="*/ 374849 h 922125"/>
                <a:gd name="connsiteX65" fmla="*/ 1270309 w 1622254"/>
                <a:gd name="connsiteY65" fmla="*/ 350420 h 922125"/>
                <a:gd name="connsiteX66" fmla="*/ 1266902 w 1622254"/>
                <a:gd name="connsiteY66" fmla="*/ 344803 h 922125"/>
                <a:gd name="connsiteX67" fmla="*/ 1249566 w 1622254"/>
                <a:gd name="connsiteY67" fmla="*/ 339706 h 922125"/>
                <a:gd name="connsiteX68" fmla="*/ 1220955 w 1622254"/>
                <a:gd name="connsiteY68" fmla="*/ 337736 h 922125"/>
                <a:gd name="connsiteX69" fmla="*/ 1199437 w 1622254"/>
                <a:gd name="connsiteY69" fmla="*/ 328851 h 922125"/>
                <a:gd name="connsiteX70" fmla="*/ 1141631 w 1622254"/>
                <a:gd name="connsiteY70" fmla="*/ 327301 h 922125"/>
                <a:gd name="connsiteX71" fmla="*/ 1099992 w 1622254"/>
                <a:gd name="connsiteY71" fmla="*/ 329372 h 922125"/>
                <a:gd name="connsiteX72" fmla="*/ 1086023 w 1622254"/>
                <a:gd name="connsiteY72" fmla="*/ 335778 h 922125"/>
                <a:gd name="connsiteX73" fmla="*/ 1072716 w 1622254"/>
                <a:gd name="connsiteY73" fmla="*/ 336566 h 922125"/>
                <a:gd name="connsiteX74" fmla="*/ 1053142 w 1622254"/>
                <a:gd name="connsiteY74" fmla="*/ 333554 h 922125"/>
                <a:gd name="connsiteX75" fmla="*/ 1016600 w 1622254"/>
                <a:gd name="connsiteY75" fmla="*/ 331864 h 922125"/>
                <a:gd name="connsiteX76" fmla="*/ 981495 w 1622254"/>
                <a:gd name="connsiteY76" fmla="*/ 339706 h 922125"/>
                <a:gd name="connsiteX77" fmla="*/ 908297 w 1622254"/>
                <a:gd name="connsiteY77" fmla="*/ 346239 h 922125"/>
                <a:gd name="connsiteX78" fmla="*/ 827384 w 1622254"/>
                <a:gd name="connsiteY78" fmla="*/ 365317 h 922125"/>
                <a:gd name="connsiteX79" fmla="*/ 812246 w 1622254"/>
                <a:gd name="connsiteY79" fmla="*/ 360093 h 922125"/>
                <a:gd name="connsiteX80" fmla="*/ 801404 w 1622254"/>
                <a:gd name="connsiteY80" fmla="*/ 352251 h 922125"/>
                <a:gd name="connsiteX81" fmla="*/ 778042 w 1622254"/>
                <a:gd name="connsiteY81" fmla="*/ 338524 h 922125"/>
                <a:gd name="connsiteX82" fmla="*/ 765650 w 1622254"/>
                <a:gd name="connsiteY82" fmla="*/ 334596 h 922125"/>
                <a:gd name="connsiteX83" fmla="*/ 752597 w 1622254"/>
                <a:gd name="connsiteY83" fmla="*/ 337481 h 922125"/>
                <a:gd name="connsiteX84" fmla="*/ 742162 w 1622254"/>
                <a:gd name="connsiteY84" fmla="*/ 344269 h 922125"/>
                <a:gd name="connsiteX85" fmla="*/ 718673 w 1622254"/>
                <a:gd name="connsiteY85" fmla="*/ 353166 h 922125"/>
                <a:gd name="connsiteX86" fmla="*/ 702239 w 1622254"/>
                <a:gd name="connsiteY86" fmla="*/ 368062 h 922125"/>
                <a:gd name="connsiteX87" fmla="*/ 698705 w 1622254"/>
                <a:gd name="connsiteY87" fmla="*/ 376032 h 922125"/>
                <a:gd name="connsiteX88" fmla="*/ 697930 w 1622254"/>
                <a:gd name="connsiteY88" fmla="*/ 402176 h 922125"/>
                <a:gd name="connsiteX89" fmla="*/ 687215 w 1622254"/>
                <a:gd name="connsiteY89" fmla="*/ 420860 h 922125"/>
                <a:gd name="connsiteX90" fmla="*/ 590516 w 1622254"/>
                <a:gd name="connsiteY90" fmla="*/ 465842 h 922125"/>
                <a:gd name="connsiteX91" fmla="*/ 555156 w 1622254"/>
                <a:gd name="connsiteY91" fmla="*/ 465715 h 922125"/>
                <a:gd name="connsiteX92" fmla="*/ 535328 w 1622254"/>
                <a:gd name="connsiteY92" fmla="*/ 493804 h 922125"/>
                <a:gd name="connsiteX93" fmla="*/ 523190 w 1622254"/>
                <a:gd name="connsiteY93" fmla="*/ 496944 h 922125"/>
                <a:gd name="connsiteX94" fmla="*/ 513657 w 1622254"/>
                <a:gd name="connsiteY94" fmla="*/ 517725 h 922125"/>
                <a:gd name="connsiteX95" fmla="*/ 504265 w 1622254"/>
                <a:gd name="connsiteY95" fmla="*/ 524525 h 922125"/>
                <a:gd name="connsiteX96" fmla="*/ 474103 w 1622254"/>
                <a:gd name="connsiteY96" fmla="*/ 514725 h 922125"/>
                <a:gd name="connsiteX97" fmla="*/ 446319 w 1622254"/>
                <a:gd name="connsiteY97" fmla="*/ 500477 h 922125"/>
                <a:gd name="connsiteX98" fmla="*/ 439277 w 1622254"/>
                <a:gd name="connsiteY98" fmla="*/ 480458 h 922125"/>
                <a:gd name="connsiteX99" fmla="*/ 428957 w 1622254"/>
                <a:gd name="connsiteY99" fmla="*/ 468702 h 922125"/>
                <a:gd name="connsiteX100" fmla="*/ 425042 w 1622254"/>
                <a:gd name="connsiteY100" fmla="*/ 456284 h 922125"/>
                <a:gd name="connsiteX101" fmla="*/ 426872 w 1622254"/>
                <a:gd name="connsiteY101" fmla="*/ 443345 h 922125"/>
                <a:gd name="connsiteX102" fmla="*/ 411340 w 1622254"/>
                <a:gd name="connsiteY102" fmla="*/ 433672 h 922125"/>
                <a:gd name="connsiteX103" fmla="*/ 376108 w 1622254"/>
                <a:gd name="connsiteY103" fmla="*/ 433939 h 922125"/>
                <a:gd name="connsiteX104" fmla="*/ 328737 w 1622254"/>
                <a:gd name="connsiteY104" fmla="*/ 444514 h 922125"/>
                <a:gd name="connsiteX105" fmla="*/ 325864 w 1622254"/>
                <a:gd name="connsiteY105" fmla="*/ 450272 h 922125"/>
                <a:gd name="connsiteX106" fmla="*/ 301067 w 1622254"/>
                <a:gd name="connsiteY106" fmla="*/ 466884 h 922125"/>
                <a:gd name="connsiteX107" fmla="*/ 283984 w 1622254"/>
                <a:gd name="connsiteY107" fmla="*/ 485174 h 922125"/>
                <a:gd name="connsiteX108" fmla="*/ 275100 w 1622254"/>
                <a:gd name="connsiteY108" fmla="*/ 490538 h 922125"/>
                <a:gd name="connsiteX109" fmla="*/ 273269 w 1622254"/>
                <a:gd name="connsiteY109" fmla="*/ 494706 h 922125"/>
                <a:gd name="connsiteX110" fmla="*/ 274197 w 1622254"/>
                <a:gd name="connsiteY110" fmla="*/ 503998 h 922125"/>
                <a:gd name="connsiteX111" fmla="*/ 252653 w 1622254"/>
                <a:gd name="connsiteY111" fmla="*/ 542039 h 922125"/>
                <a:gd name="connsiteX112" fmla="*/ 230741 w 1622254"/>
                <a:gd name="connsiteY112" fmla="*/ 568045 h 922125"/>
                <a:gd name="connsiteX113" fmla="*/ 234656 w 1622254"/>
                <a:gd name="connsiteY113" fmla="*/ 577310 h 922125"/>
                <a:gd name="connsiteX114" fmla="*/ 216112 w 1622254"/>
                <a:gd name="connsiteY114" fmla="*/ 619534 h 922125"/>
                <a:gd name="connsiteX115" fmla="*/ 198889 w 1622254"/>
                <a:gd name="connsiteY115" fmla="*/ 628939 h 922125"/>
                <a:gd name="connsiteX116" fmla="*/ 200326 w 1622254"/>
                <a:gd name="connsiteY116" fmla="*/ 644763 h 922125"/>
                <a:gd name="connsiteX117" fmla="*/ 184667 w 1622254"/>
                <a:gd name="connsiteY117" fmla="*/ 671823 h 922125"/>
                <a:gd name="connsiteX118" fmla="*/ 170444 w 1622254"/>
                <a:gd name="connsiteY118" fmla="*/ 682004 h 922125"/>
                <a:gd name="connsiteX119" fmla="*/ 145125 w 1622254"/>
                <a:gd name="connsiteY119" fmla="*/ 723185 h 922125"/>
                <a:gd name="connsiteX120" fmla="*/ 130648 w 1622254"/>
                <a:gd name="connsiteY120" fmla="*/ 741488 h 922125"/>
                <a:gd name="connsiteX121" fmla="*/ 108710 w 1622254"/>
                <a:gd name="connsiteY121" fmla="*/ 745670 h 922125"/>
                <a:gd name="connsiteX122" fmla="*/ 98148 w 1622254"/>
                <a:gd name="connsiteY122" fmla="*/ 764608 h 922125"/>
                <a:gd name="connsiteX123" fmla="*/ 93573 w 1622254"/>
                <a:gd name="connsiteY123" fmla="*/ 800832 h 922125"/>
                <a:gd name="connsiteX124" fmla="*/ 96585 w 1622254"/>
                <a:gd name="connsiteY124" fmla="*/ 821601 h 922125"/>
                <a:gd name="connsiteX125" fmla="*/ 50637 w 1622254"/>
                <a:gd name="connsiteY125" fmla="*/ 900022 h 922125"/>
                <a:gd name="connsiteX126" fmla="*/ 12926 w 1622254"/>
                <a:gd name="connsiteY126" fmla="*/ 922125 h 922125"/>
                <a:gd name="connsiteX127" fmla="*/ 0 w 1622254"/>
                <a:gd name="connsiteY127" fmla="*/ 914537 h 922125"/>
                <a:gd name="connsiteX128" fmla="*/ 3012 w 1622254"/>
                <a:gd name="connsiteY128" fmla="*/ 911525 h 922125"/>
                <a:gd name="connsiteX129" fmla="*/ 13969 w 1622254"/>
                <a:gd name="connsiteY129" fmla="*/ 900149 h 922125"/>
                <a:gd name="connsiteX130" fmla="*/ 13702 w 1622254"/>
                <a:gd name="connsiteY130" fmla="*/ 887605 h 922125"/>
                <a:gd name="connsiteX131" fmla="*/ 13320 w 1622254"/>
                <a:gd name="connsiteY131" fmla="*/ 872314 h 922125"/>
                <a:gd name="connsiteX132" fmla="*/ 5618 w 1622254"/>
                <a:gd name="connsiteY132" fmla="*/ 855981 h 922125"/>
                <a:gd name="connsiteX133" fmla="*/ 9266 w 1622254"/>
                <a:gd name="connsiteY133" fmla="*/ 836242 h 922125"/>
                <a:gd name="connsiteX134" fmla="*/ 13841 w 1622254"/>
                <a:gd name="connsiteY134" fmla="*/ 799002 h 922125"/>
                <a:gd name="connsiteX135" fmla="*/ 13575 w 1622254"/>
                <a:gd name="connsiteY135" fmla="*/ 784092 h 922125"/>
                <a:gd name="connsiteX136" fmla="*/ 23882 w 1622254"/>
                <a:gd name="connsiteY136" fmla="*/ 771014 h 922125"/>
                <a:gd name="connsiteX137" fmla="*/ 31852 w 1622254"/>
                <a:gd name="connsiteY137" fmla="*/ 752851 h 922125"/>
                <a:gd name="connsiteX138" fmla="*/ 41766 w 1622254"/>
                <a:gd name="connsiteY138" fmla="*/ 747627 h 922125"/>
                <a:gd name="connsiteX139" fmla="*/ 48680 w 1622254"/>
                <a:gd name="connsiteY139" fmla="*/ 726452 h 922125"/>
                <a:gd name="connsiteX140" fmla="*/ 53396 w 1622254"/>
                <a:gd name="connsiteY140" fmla="*/ 708416 h 922125"/>
                <a:gd name="connsiteX141" fmla="*/ 46202 w 1622254"/>
                <a:gd name="connsiteY141" fmla="*/ 689719 h 922125"/>
                <a:gd name="connsiteX142" fmla="*/ 52989 w 1622254"/>
                <a:gd name="connsiteY142" fmla="*/ 649733 h 922125"/>
                <a:gd name="connsiteX143" fmla="*/ 64085 w 1622254"/>
                <a:gd name="connsiteY143" fmla="*/ 642539 h 922125"/>
                <a:gd name="connsiteX144" fmla="*/ 76223 w 1622254"/>
                <a:gd name="connsiteY144" fmla="*/ 625952 h 922125"/>
                <a:gd name="connsiteX145" fmla="*/ 87446 w 1622254"/>
                <a:gd name="connsiteY145" fmla="*/ 608311 h 922125"/>
                <a:gd name="connsiteX146" fmla="*/ 104541 w 1622254"/>
                <a:gd name="connsiteY146" fmla="*/ 589868 h 922125"/>
                <a:gd name="connsiteX147" fmla="*/ 115892 w 1622254"/>
                <a:gd name="connsiteY147" fmla="*/ 563329 h 922125"/>
                <a:gd name="connsiteX148" fmla="*/ 130114 w 1622254"/>
                <a:gd name="connsiteY148" fmla="*/ 522809 h 922125"/>
                <a:gd name="connsiteX149" fmla="*/ 132593 w 1622254"/>
                <a:gd name="connsiteY149" fmla="*/ 498240 h 922125"/>
                <a:gd name="connsiteX150" fmla="*/ 140943 w 1622254"/>
                <a:gd name="connsiteY150" fmla="*/ 479950 h 922125"/>
                <a:gd name="connsiteX151" fmla="*/ 170965 w 1622254"/>
                <a:gd name="connsiteY151" fmla="*/ 441387 h 922125"/>
                <a:gd name="connsiteX152" fmla="*/ 184667 w 1622254"/>
                <a:gd name="connsiteY152" fmla="*/ 427406 h 922125"/>
                <a:gd name="connsiteX153" fmla="*/ 215603 w 1622254"/>
                <a:gd name="connsiteY153" fmla="*/ 383225 h 922125"/>
                <a:gd name="connsiteX154" fmla="*/ 237910 w 1622254"/>
                <a:gd name="connsiteY154" fmla="*/ 364415 h 922125"/>
                <a:gd name="connsiteX155" fmla="*/ 247430 w 1622254"/>
                <a:gd name="connsiteY155" fmla="*/ 363880 h 922125"/>
                <a:gd name="connsiteX156" fmla="*/ 269228 w 1622254"/>
                <a:gd name="connsiteY156" fmla="*/ 371850 h 922125"/>
                <a:gd name="connsiteX157" fmla="*/ 277070 w 1622254"/>
                <a:gd name="connsiteY157" fmla="*/ 356699 h 922125"/>
                <a:gd name="connsiteX158" fmla="*/ 287238 w 1622254"/>
                <a:gd name="connsiteY158" fmla="*/ 350674 h 922125"/>
                <a:gd name="connsiteX159" fmla="*/ 286323 w 1622254"/>
                <a:gd name="connsiteY159" fmla="*/ 326881 h 922125"/>
                <a:gd name="connsiteX160" fmla="*/ 303418 w 1622254"/>
                <a:gd name="connsiteY160" fmla="*/ 302058 h 922125"/>
                <a:gd name="connsiteX161" fmla="*/ 305897 w 1622254"/>
                <a:gd name="connsiteY161" fmla="*/ 275392 h 922125"/>
                <a:gd name="connsiteX162" fmla="*/ 318556 w 1622254"/>
                <a:gd name="connsiteY162" fmla="*/ 267817 h 922125"/>
                <a:gd name="connsiteX163" fmla="*/ 339172 w 1622254"/>
                <a:gd name="connsiteY163" fmla="*/ 255539 h 922125"/>
                <a:gd name="connsiteX164" fmla="*/ 343608 w 1622254"/>
                <a:gd name="connsiteY164" fmla="*/ 247824 h 922125"/>
                <a:gd name="connsiteX165" fmla="*/ 357970 w 1622254"/>
                <a:gd name="connsiteY165" fmla="*/ 230030 h 922125"/>
                <a:gd name="connsiteX166" fmla="*/ 365927 w 1622254"/>
                <a:gd name="connsiteY166" fmla="*/ 215400 h 922125"/>
                <a:gd name="connsiteX167" fmla="*/ 394639 w 1622254"/>
                <a:gd name="connsiteY167" fmla="*/ 193958 h 922125"/>
                <a:gd name="connsiteX168" fmla="*/ 407044 w 1622254"/>
                <a:gd name="connsiteY168" fmla="*/ 175401 h 922125"/>
                <a:gd name="connsiteX169" fmla="*/ 421915 w 1622254"/>
                <a:gd name="connsiteY169" fmla="*/ 162996 h 922125"/>
                <a:gd name="connsiteX170" fmla="*/ 431842 w 1622254"/>
                <a:gd name="connsiteY170" fmla="*/ 162868 h 922125"/>
                <a:gd name="connsiteX171" fmla="*/ 486903 w 1622254"/>
                <a:gd name="connsiteY171" fmla="*/ 153069 h 922125"/>
                <a:gd name="connsiteX172" fmla="*/ 500083 w 1622254"/>
                <a:gd name="connsiteY172" fmla="*/ 153972 h 922125"/>
                <a:gd name="connsiteX173" fmla="*/ 513657 w 1622254"/>
                <a:gd name="connsiteY173" fmla="*/ 165602 h 922125"/>
                <a:gd name="connsiteX174" fmla="*/ 529850 w 1622254"/>
                <a:gd name="connsiteY174" fmla="*/ 171080 h 922125"/>
                <a:gd name="connsiteX175" fmla="*/ 546933 w 1622254"/>
                <a:gd name="connsiteY175" fmla="*/ 166911 h 922125"/>
                <a:gd name="connsiteX176" fmla="*/ 551115 w 1622254"/>
                <a:gd name="connsiteY176" fmla="*/ 159462 h 922125"/>
                <a:gd name="connsiteX177" fmla="*/ 574857 w 1622254"/>
                <a:gd name="connsiteY177" fmla="*/ 142214 h 922125"/>
                <a:gd name="connsiteX178" fmla="*/ 605260 w 1622254"/>
                <a:gd name="connsiteY178" fmla="*/ 137105 h 922125"/>
                <a:gd name="connsiteX179" fmla="*/ 631761 w 1622254"/>
                <a:gd name="connsiteY179" fmla="*/ 127967 h 922125"/>
                <a:gd name="connsiteX180" fmla="*/ 645589 w 1622254"/>
                <a:gd name="connsiteY180" fmla="*/ 113451 h 922125"/>
                <a:gd name="connsiteX181" fmla="*/ 656037 w 1622254"/>
                <a:gd name="connsiteY181" fmla="*/ 116209 h 922125"/>
                <a:gd name="connsiteX182" fmla="*/ 659685 w 1622254"/>
                <a:gd name="connsiteY182" fmla="*/ 113184 h 922125"/>
                <a:gd name="connsiteX183" fmla="*/ 660473 w 1622254"/>
                <a:gd name="connsiteY183" fmla="*/ 94107 h 922125"/>
                <a:gd name="connsiteX184" fmla="*/ 679399 w 1622254"/>
                <a:gd name="connsiteY184" fmla="*/ 77507 h 922125"/>
                <a:gd name="connsiteX185" fmla="*/ 695439 w 1622254"/>
                <a:gd name="connsiteY185" fmla="*/ 78041 h 922125"/>
                <a:gd name="connsiteX186" fmla="*/ 701718 w 1622254"/>
                <a:gd name="connsiteY186" fmla="*/ 70961 h 922125"/>
                <a:gd name="connsiteX187" fmla="*/ 711492 w 1622254"/>
                <a:gd name="connsiteY187" fmla="*/ 45871 h 922125"/>
                <a:gd name="connsiteX188" fmla="*/ 730684 w 1622254"/>
                <a:gd name="connsiteY188" fmla="*/ 39745 h 922125"/>
                <a:gd name="connsiteX189" fmla="*/ 749076 w 1622254"/>
                <a:gd name="connsiteY189" fmla="*/ 10969 h 922125"/>
                <a:gd name="connsiteX190" fmla="*/ 761735 w 1622254"/>
                <a:gd name="connsiteY190" fmla="*/ 3534 h 92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1622254" h="922125">
                  <a:moveTo>
                    <a:pt x="761735" y="3534"/>
                  </a:moveTo>
                  <a:lnTo>
                    <a:pt x="786787" y="8503"/>
                  </a:lnTo>
                  <a:lnTo>
                    <a:pt x="815499" y="29805"/>
                  </a:lnTo>
                  <a:lnTo>
                    <a:pt x="859489" y="30581"/>
                  </a:lnTo>
                  <a:lnTo>
                    <a:pt x="890146" y="13193"/>
                  </a:lnTo>
                  <a:lnTo>
                    <a:pt x="902297" y="1703"/>
                  </a:lnTo>
                  <a:lnTo>
                    <a:pt x="916774" y="394"/>
                  </a:lnTo>
                  <a:lnTo>
                    <a:pt x="928125" y="0"/>
                  </a:lnTo>
                  <a:lnTo>
                    <a:pt x="947571" y="15557"/>
                  </a:lnTo>
                  <a:lnTo>
                    <a:pt x="985549" y="28484"/>
                  </a:lnTo>
                  <a:lnTo>
                    <a:pt x="1010614" y="35690"/>
                  </a:lnTo>
                  <a:lnTo>
                    <a:pt x="1030048" y="41169"/>
                  </a:lnTo>
                  <a:lnTo>
                    <a:pt x="1075207" y="39478"/>
                  </a:lnTo>
                  <a:lnTo>
                    <a:pt x="1081855" y="43011"/>
                  </a:lnTo>
                  <a:lnTo>
                    <a:pt x="1099992" y="44969"/>
                  </a:lnTo>
                  <a:lnTo>
                    <a:pt x="1127789" y="54120"/>
                  </a:lnTo>
                  <a:lnTo>
                    <a:pt x="1154290" y="68101"/>
                  </a:lnTo>
                  <a:lnTo>
                    <a:pt x="1175694" y="86404"/>
                  </a:lnTo>
                  <a:lnTo>
                    <a:pt x="1192001" y="98301"/>
                  </a:lnTo>
                  <a:lnTo>
                    <a:pt x="1210266" y="98301"/>
                  </a:lnTo>
                  <a:lnTo>
                    <a:pt x="1222671" y="89671"/>
                  </a:lnTo>
                  <a:lnTo>
                    <a:pt x="1236894" y="89671"/>
                  </a:lnTo>
                  <a:lnTo>
                    <a:pt x="1253201" y="98301"/>
                  </a:lnTo>
                  <a:lnTo>
                    <a:pt x="1269648" y="117252"/>
                  </a:lnTo>
                  <a:lnTo>
                    <a:pt x="1306050" y="135542"/>
                  </a:lnTo>
                  <a:lnTo>
                    <a:pt x="1326412" y="137359"/>
                  </a:lnTo>
                  <a:lnTo>
                    <a:pt x="1351730" y="144566"/>
                  </a:lnTo>
                  <a:lnTo>
                    <a:pt x="1381485" y="150311"/>
                  </a:lnTo>
                  <a:lnTo>
                    <a:pt x="1420111" y="156196"/>
                  </a:lnTo>
                  <a:lnTo>
                    <a:pt x="1425322" y="174893"/>
                  </a:lnTo>
                  <a:lnTo>
                    <a:pt x="1435516" y="181807"/>
                  </a:lnTo>
                  <a:lnTo>
                    <a:pt x="1460835" y="187819"/>
                  </a:lnTo>
                  <a:lnTo>
                    <a:pt x="1472960" y="208346"/>
                  </a:lnTo>
                  <a:lnTo>
                    <a:pt x="1485632" y="214358"/>
                  </a:lnTo>
                  <a:lnTo>
                    <a:pt x="1513417" y="219722"/>
                  </a:lnTo>
                  <a:lnTo>
                    <a:pt x="1515895" y="232266"/>
                  </a:lnTo>
                  <a:lnTo>
                    <a:pt x="1545408" y="241672"/>
                  </a:lnTo>
                  <a:lnTo>
                    <a:pt x="1561309" y="238151"/>
                  </a:lnTo>
                  <a:lnTo>
                    <a:pt x="1575671" y="252781"/>
                  </a:lnTo>
                  <a:lnTo>
                    <a:pt x="1576192" y="266241"/>
                  </a:lnTo>
                  <a:lnTo>
                    <a:pt x="1583094" y="272914"/>
                  </a:lnTo>
                  <a:lnTo>
                    <a:pt x="1594203" y="270702"/>
                  </a:lnTo>
                  <a:lnTo>
                    <a:pt x="1602159" y="279714"/>
                  </a:lnTo>
                  <a:lnTo>
                    <a:pt x="1606989" y="293822"/>
                  </a:lnTo>
                  <a:lnTo>
                    <a:pt x="1622254" y="331990"/>
                  </a:lnTo>
                  <a:lnTo>
                    <a:pt x="1609608" y="350674"/>
                  </a:lnTo>
                  <a:lnTo>
                    <a:pt x="1606341" y="363880"/>
                  </a:lnTo>
                  <a:lnTo>
                    <a:pt x="1596936" y="371074"/>
                  </a:lnTo>
                  <a:lnTo>
                    <a:pt x="1559224" y="368316"/>
                  </a:lnTo>
                  <a:lnTo>
                    <a:pt x="1546832" y="374074"/>
                  </a:lnTo>
                  <a:lnTo>
                    <a:pt x="1533906" y="368850"/>
                  </a:lnTo>
                  <a:lnTo>
                    <a:pt x="1511599" y="370286"/>
                  </a:lnTo>
                  <a:lnTo>
                    <a:pt x="1493322" y="374214"/>
                  </a:lnTo>
                  <a:lnTo>
                    <a:pt x="1477142" y="368850"/>
                  </a:lnTo>
                  <a:lnTo>
                    <a:pt x="1474015" y="371583"/>
                  </a:lnTo>
                  <a:lnTo>
                    <a:pt x="1471003" y="374341"/>
                  </a:lnTo>
                  <a:lnTo>
                    <a:pt x="1475439" y="390686"/>
                  </a:lnTo>
                  <a:lnTo>
                    <a:pt x="1469452" y="399698"/>
                  </a:lnTo>
                  <a:lnTo>
                    <a:pt x="1460313" y="393406"/>
                  </a:lnTo>
                  <a:lnTo>
                    <a:pt x="1449332" y="389758"/>
                  </a:lnTo>
                  <a:lnTo>
                    <a:pt x="1416718" y="396418"/>
                  </a:lnTo>
                  <a:lnTo>
                    <a:pt x="1402114" y="392898"/>
                  </a:lnTo>
                  <a:lnTo>
                    <a:pt x="1363602" y="372117"/>
                  </a:lnTo>
                  <a:lnTo>
                    <a:pt x="1353421" y="370541"/>
                  </a:lnTo>
                  <a:lnTo>
                    <a:pt x="1337774" y="374849"/>
                  </a:lnTo>
                  <a:lnTo>
                    <a:pt x="1270309" y="350420"/>
                  </a:lnTo>
                  <a:lnTo>
                    <a:pt x="1266902" y="344803"/>
                  </a:lnTo>
                  <a:lnTo>
                    <a:pt x="1249566" y="339706"/>
                  </a:lnTo>
                  <a:lnTo>
                    <a:pt x="1220955" y="337736"/>
                  </a:lnTo>
                  <a:lnTo>
                    <a:pt x="1199437" y="328851"/>
                  </a:lnTo>
                  <a:lnTo>
                    <a:pt x="1141631" y="327301"/>
                  </a:lnTo>
                  <a:lnTo>
                    <a:pt x="1099992" y="329372"/>
                  </a:lnTo>
                  <a:lnTo>
                    <a:pt x="1086023" y="335778"/>
                  </a:lnTo>
                  <a:lnTo>
                    <a:pt x="1072716" y="336566"/>
                  </a:lnTo>
                  <a:lnTo>
                    <a:pt x="1053142" y="333554"/>
                  </a:lnTo>
                  <a:lnTo>
                    <a:pt x="1016600" y="331864"/>
                  </a:lnTo>
                  <a:lnTo>
                    <a:pt x="981495" y="339706"/>
                  </a:lnTo>
                  <a:lnTo>
                    <a:pt x="908297" y="346239"/>
                  </a:lnTo>
                  <a:lnTo>
                    <a:pt x="827384" y="365317"/>
                  </a:lnTo>
                  <a:lnTo>
                    <a:pt x="812246" y="360093"/>
                  </a:lnTo>
                  <a:lnTo>
                    <a:pt x="801404" y="352251"/>
                  </a:lnTo>
                  <a:lnTo>
                    <a:pt x="778042" y="338524"/>
                  </a:lnTo>
                  <a:lnTo>
                    <a:pt x="765650" y="334596"/>
                  </a:lnTo>
                  <a:lnTo>
                    <a:pt x="752597" y="337481"/>
                  </a:lnTo>
                  <a:lnTo>
                    <a:pt x="742162" y="344269"/>
                  </a:lnTo>
                  <a:lnTo>
                    <a:pt x="718673" y="353166"/>
                  </a:lnTo>
                  <a:lnTo>
                    <a:pt x="702239" y="368062"/>
                  </a:lnTo>
                  <a:lnTo>
                    <a:pt x="698705" y="376032"/>
                  </a:lnTo>
                  <a:lnTo>
                    <a:pt x="697930" y="402176"/>
                  </a:lnTo>
                  <a:lnTo>
                    <a:pt x="687215" y="420860"/>
                  </a:lnTo>
                  <a:lnTo>
                    <a:pt x="590516" y="465842"/>
                  </a:lnTo>
                  <a:lnTo>
                    <a:pt x="555156" y="465715"/>
                  </a:lnTo>
                  <a:lnTo>
                    <a:pt x="535328" y="493804"/>
                  </a:lnTo>
                  <a:lnTo>
                    <a:pt x="523190" y="496944"/>
                  </a:lnTo>
                  <a:lnTo>
                    <a:pt x="513657" y="517725"/>
                  </a:lnTo>
                  <a:lnTo>
                    <a:pt x="504265" y="524525"/>
                  </a:lnTo>
                  <a:lnTo>
                    <a:pt x="474103" y="514725"/>
                  </a:lnTo>
                  <a:lnTo>
                    <a:pt x="446319" y="500477"/>
                  </a:lnTo>
                  <a:lnTo>
                    <a:pt x="439277" y="480458"/>
                  </a:lnTo>
                  <a:lnTo>
                    <a:pt x="428957" y="468702"/>
                  </a:lnTo>
                  <a:lnTo>
                    <a:pt x="425042" y="456284"/>
                  </a:lnTo>
                  <a:lnTo>
                    <a:pt x="426872" y="443345"/>
                  </a:lnTo>
                  <a:lnTo>
                    <a:pt x="411340" y="433672"/>
                  </a:lnTo>
                  <a:lnTo>
                    <a:pt x="376108" y="433939"/>
                  </a:lnTo>
                  <a:lnTo>
                    <a:pt x="328737" y="444514"/>
                  </a:lnTo>
                  <a:lnTo>
                    <a:pt x="325864" y="450272"/>
                  </a:lnTo>
                  <a:lnTo>
                    <a:pt x="301067" y="466884"/>
                  </a:lnTo>
                  <a:lnTo>
                    <a:pt x="283984" y="485174"/>
                  </a:lnTo>
                  <a:lnTo>
                    <a:pt x="275100" y="490538"/>
                  </a:lnTo>
                  <a:lnTo>
                    <a:pt x="273269" y="494706"/>
                  </a:lnTo>
                  <a:lnTo>
                    <a:pt x="274197" y="503998"/>
                  </a:lnTo>
                  <a:lnTo>
                    <a:pt x="252653" y="542039"/>
                  </a:lnTo>
                  <a:lnTo>
                    <a:pt x="230741" y="568045"/>
                  </a:lnTo>
                  <a:lnTo>
                    <a:pt x="234656" y="577310"/>
                  </a:lnTo>
                  <a:lnTo>
                    <a:pt x="216112" y="619534"/>
                  </a:lnTo>
                  <a:lnTo>
                    <a:pt x="198889" y="628939"/>
                  </a:lnTo>
                  <a:lnTo>
                    <a:pt x="200326" y="644763"/>
                  </a:lnTo>
                  <a:lnTo>
                    <a:pt x="184667" y="671823"/>
                  </a:lnTo>
                  <a:lnTo>
                    <a:pt x="170444" y="682004"/>
                  </a:lnTo>
                  <a:lnTo>
                    <a:pt x="145125" y="723185"/>
                  </a:lnTo>
                  <a:lnTo>
                    <a:pt x="130648" y="741488"/>
                  </a:lnTo>
                  <a:lnTo>
                    <a:pt x="108710" y="745670"/>
                  </a:lnTo>
                  <a:lnTo>
                    <a:pt x="98148" y="764608"/>
                  </a:lnTo>
                  <a:lnTo>
                    <a:pt x="93573" y="800832"/>
                  </a:lnTo>
                  <a:lnTo>
                    <a:pt x="96585" y="821601"/>
                  </a:lnTo>
                  <a:lnTo>
                    <a:pt x="50637" y="900022"/>
                  </a:lnTo>
                  <a:lnTo>
                    <a:pt x="12926" y="922125"/>
                  </a:lnTo>
                  <a:lnTo>
                    <a:pt x="0" y="914537"/>
                  </a:lnTo>
                  <a:lnTo>
                    <a:pt x="3012" y="911525"/>
                  </a:lnTo>
                  <a:lnTo>
                    <a:pt x="13969" y="900149"/>
                  </a:lnTo>
                  <a:lnTo>
                    <a:pt x="13702" y="887605"/>
                  </a:lnTo>
                  <a:lnTo>
                    <a:pt x="13320" y="872314"/>
                  </a:lnTo>
                  <a:lnTo>
                    <a:pt x="5618" y="855981"/>
                  </a:lnTo>
                  <a:lnTo>
                    <a:pt x="9266" y="836242"/>
                  </a:lnTo>
                  <a:lnTo>
                    <a:pt x="13841" y="799002"/>
                  </a:lnTo>
                  <a:lnTo>
                    <a:pt x="13575" y="784092"/>
                  </a:lnTo>
                  <a:lnTo>
                    <a:pt x="23882" y="771014"/>
                  </a:lnTo>
                  <a:lnTo>
                    <a:pt x="31852" y="752851"/>
                  </a:lnTo>
                  <a:lnTo>
                    <a:pt x="41766" y="747627"/>
                  </a:lnTo>
                  <a:lnTo>
                    <a:pt x="48680" y="726452"/>
                  </a:lnTo>
                  <a:lnTo>
                    <a:pt x="53396" y="708416"/>
                  </a:lnTo>
                  <a:lnTo>
                    <a:pt x="46202" y="689719"/>
                  </a:lnTo>
                  <a:lnTo>
                    <a:pt x="52989" y="649733"/>
                  </a:lnTo>
                  <a:lnTo>
                    <a:pt x="64085" y="642539"/>
                  </a:lnTo>
                  <a:lnTo>
                    <a:pt x="76223" y="625952"/>
                  </a:lnTo>
                  <a:lnTo>
                    <a:pt x="87446" y="608311"/>
                  </a:lnTo>
                  <a:lnTo>
                    <a:pt x="104541" y="589868"/>
                  </a:lnTo>
                  <a:lnTo>
                    <a:pt x="115892" y="563329"/>
                  </a:lnTo>
                  <a:lnTo>
                    <a:pt x="130114" y="522809"/>
                  </a:lnTo>
                  <a:lnTo>
                    <a:pt x="132593" y="498240"/>
                  </a:lnTo>
                  <a:lnTo>
                    <a:pt x="140943" y="479950"/>
                  </a:lnTo>
                  <a:lnTo>
                    <a:pt x="170965" y="441387"/>
                  </a:lnTo>
                  <a:lnTo>
                    <a:pt x="184667" y="427406"/>
                  </a:lnTo>
                  <a:lnTo>
                    <a:pt x="215603" y="383225"/>
                  </a:lnTo>
                  <a:lnTo>
                    <a:pt x="237910" y="364415"/>
                  </a:lnTo>
                  <a:lnTo>
                    <a:pt x="247430" y="363880"/>
                  </a:lnTo>
                  <a:lnTo>
                    <a:pt x="269228" y="371850"/>
                  </a:lnTo>
                  <a:lnTo>
                    <a:pt x="277070" y="356699"/>
                  </a:lnTo>
                  <a:lnTo>
                    <a:pt x="287238" y="350674"/>
                  </a:lnTo>
                  <a:lnTo>
                    <a:pt x="286323" y="326881"/>
                  </a:lnTo>
                  <a:lnTo>
                    <a:pt x="303418" y="302058"/>
                  </a:lnTo>
                  <a:lnTo>
                    <a:pt x="305897" y="275392"/>
                  </a:lnTo>
                  <a:lnTo>
                    <a:pt x="318556" y="267817"/>
                  </a:lnTo>
                  <a:lnTo>
                    <a:pt x="339172" y="255539"/>
                  </a:lnTo>
                  <a:lnTo>
                    <a:pt x="343608" y="247824"/>
                  </a:lnTo>
                  <a:lnTo>
                    <a:pt x="357970" y="230030"/>
                  </a:lnTo>
                  <a:lnTo>
                    <a:pt x="365927" y="215400"/>
                  </a:lnTo>
                  <a:lnTo>
                    <a:pt x="394639" y="193958"/>
                  </a:lnTo>
                  <a:lnTo>
                    <a:pt x="407044" y="175401"/>
                  </a:lnTo>
                  <a:lnTo>
                    <a:pt x="421915" y="162996"/>
                  </a:lnTo>
                  <a:lnTo>
                    <a:pt x="431842" y="162868"/>
                  </a:lnTo>
                  <a:lnTo>
                    <a:pt x="486903" y="153069"/>
                  </a:lnTo>
                  <a:lnTo>
                    <a:pt x="500083" y="153972"/>
                  </a:lnTo>
                  <a:lnTo>
                    <a:pt x="513657" y="165602"/>
                  </a:lnTo>
                  <a:lnTo>
                    <a:pt x="529850" y="171080"/>
                  </a:lnTo>
                  <a:lnTo>
                    <a:pt x="546933" y="166911"/>
                  </a:lnTo>
                  <a:lnTo>
                    <a:pt x="551115" y="159462"/>
                  </a:lnTo>
                  <a:lnTo>
                    <a:pt x="574857" y="142214"/>
                  </a:lnTo>
                  <a:lnTo>
                    <a:pt x="605260" y="137105"/>
                  </a:lnTo>
                  <a:lnTo>
                    <a:pt x="631761" y="127967"/>
                  </a:lnTo>
                  <a:lnTo>
                    <a:pt x="645589" y="113451"/>
                  </a:lnTo>
                  <a:lnTo>
                    <a:pt x="656037" y="116209"/>
                  </a:lnTo>
                  <a:lnTo>
                    <a:pt x="659685" y="113184"/>
                  </a:lnTo>
                  <a:lnTo>
                    <a:pt x="660473" y="94107"/>
                  </a:lnTo>
                  <a:lnTo>
                    <a:pt x="679399" y="77507"/>
                  </a:lnTo>
                  <a:lnTo>
                    <a:pt x="695439" y="78041"/>
                  </a:lnTo>
                  <a:lnTo>
                    <a:pt x="701718" y="70961"/>
                  </a:lnTo>
                  <a:lnTo>
                    <a:pt x="711492" y="45871"/>
                  </a:lnTo>
                  <a:lnTo>
                    <a:pt x="730684" y="39745"/>
                  </a:lnTo>
                  <a:lnTo>
                    <a:pt x="749076" y="10969"/>
                  </a:lnTo>
                  <a:lnTo>
                    <a:pt x="761735" y="3534"/>
                  </a:lnTo>
                  <a:close/>
                </a:path>
              </a:pathLst>
            </a:custGeom>
            <a:solidFill>
              <a:srgbClr val="BAE0DF"/>
            </a:solidFill>
            <a:ln w="12700" cap="flat">
              <a:noFill/>
              <a:prstDash val="solid"/>
              <a:miter/>
            </a:ln>
          </p:spPr>
          <p:txBody>
            <a:bodyPr rtlCol="0" anchor="ctr"/>
            <a:lstStyle/>
            <a:p>
              <a:endParaRPr lang="de-CH"/>
            </a:p>
          </p:txBody>
        </p:sp>
      </p:grpSp>
    </p:spTree>
    <p:extLst>
      <p:ext uri="{BB962C8B-B14F-4D97-AF65-F5344CB8AC3E}">
        <p14:creationId xmlns:p14="http://schemas.microsoft.com/office/powerpoint/2010/main" val="119505848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93513A-5E74-A16E-2A91-D265B48A66F0}"/>
              </a:ext>
            </a:extLst>
          </p:cNvPr>
          <p:cNvSpPr>
            <a:spLocks noGrp="1"/>
          </p:cNvSpPr>
          <p:nvPr>
            <p:ph type="ctrTitle"/>
          </p:nvPr>
        </p:nvSpPr>
        <p:spPr/>
        <p:txBody>
          <a:bodyPr/>
          <a:lstStyle/>
          <a:p>
            <a:r>
              <a:rPr lang="de-CH" dirty="0"/>
              <a:t>Danke, Merci,</a:t>
            </a:r>
            <a:br>
              <a:rPr lang="de-CH" dirty="0"/>
            </a:br>
            <a:r>
              <a:rPr lang="de-CH" dirty="0"/>
              <a:t>Grazie, </a:t>
            </a:r>
            <a:r>
              <a:rPr lang="de-CH" dirty="0" err="1"/>
              <a:t>Thank</a:t>
            </a:r>
            <a:r>
              <a:rPr lang="de-CH" dirty="0"/>
              <a:t> </a:t>
            </a:r>
            <a:r>
              <a:rPr lang="de-CH" dirty="0" err="1"/>
              <a:t>you</a:t>
            </a:r>
            <a:endParaRPr lang="de-CH" dirty="0"/>
          </a:p>
        </p:txBody>
      </p:sp>
      <p:sp>
        <p:nvSpPr>
          <p:cNvPr id="3" name="Datumsplatzhalter 2">
            <a:extLst>
              <a:ext uri="{FF2B5EF4-FFF2-40B4-BE49-F238E27FC236}">
                <a16:creationId xmlns:a16="http://schemas.microsoft.com/office/drawing/2014/main" id="{58643E1D-5D39-DB61-E64E-D3BF1949852E}"/>
              </a:ext>
            </a:extLst>
          </p:cNvPr>
          <p:cNvSpPr>
            <a:spLocks noGrp="1"/>
          </p:cNvSpPr>
          <p:nvPr>
            <p:ph type="dt" sz="half" idx="10"/>
          </p:nvPr>
        </p:nvSpPr>
        <p:spPr/>
        <p:txBody>
          <a:bodyPr/>
          <a:lstStyle/>
          <a:p>
            <a:fld id="{EE841787-BEA8-4909-85CE-63D3DEB8C020}" type="datetime4">
              <a:rPr lang="de-CH" smtClean="0"/>
              <a:t>8. Februar 2026</a:t>
            </a:fld>
            <a:endParaRPr lang="de-CH" dirty="0"/>
          </a:p>
        </p:txBody>
      </p:sp>
      <p:sp>
        <p:nvSpPr>
          <p:cNvPr id="4" name="Fußzeilenplatzhalter 3">
            <a:extLst>
              <a:ext uri="{FF2B5EF4-FFF2-40B4-BE49-F238E27FC236}">
                <a16:creationId xmlns:a16="http://schemas.microsoft.com/office/drawing/2014/main" id="{FE4CAC64-4377-5129-4CFA-F4237C4060E4}"/>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5" name="Foliennummernplatzhalter 4">
            <a:extLst>
              <a:ext uri="{FF2B5EF4-FFF2-40B4-BE49-F238E27FC236}">
                <a16:creationId xmlns:a16="http://schemas.microsoft.com/office/drawing/2014/main" id="{3A3A7606-C394-EC4C-129A-7D5E1EAB31AA}"/>
              </a:ext>
            </a:extLst>
          </p:cNvPr>
          <p:cNvSpPr>
            <a:spLocks noGrp="1"/>
          </p:cNvSpPr>
          <p:nvPr>
            <p:ph type="sldNum" sz="quarter" idx="12"/>
          </p:nvPr>
        </p:nvSpPr>
        <p:spPr/>
        <p:txBody>
          <a:bodyPr/>
          <a:lstStyle/>
          <a:p>
            <a:fld id="{442AD375-037F-43D0-B059-5172DA06796A}" type="slidenum">
              <a:rPr lang="de-CH" smtClean="0"/>
              <a:pPr/>
              <a:t>79</a:t>
            </a:fld>
            <a:endParaRPr lang="de-CH" dirty="0"/>
          </a:p>
        </p:txBody>
      </p:sp>
    </p:spTree>
    <p:extLst>
      <p:ext uri="{BB962C8B-B14F-4D97-AF65-F5344CB8AC3E}">
        <p14:creationId xmlns:p14="http://schemas.microsoft.com/office/powerpoint/2010/main" val="74793170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B98AAFF-051F-883E-A076-B14BCD9A76FE}"/>
              </a:ext>
            </a:extLst>
          </p:cNvPr>
          <p:cNvSpPr>
            <a:spLocks noGrp="1"/>
          </p:cNvSpPr>
          <p:nvPr>
            <p:ph type="ctrTitle"/>
          </p:nvPr>
        </p:nvSpPr>
        <p:spPr/>
        <p:txBody>
          <a:bodyPr/>
          <a:lstStyle/>
          <a:p>
            <a:r>
              <a:rPr lang="de-CH" dirty="0"/>
              <a:t>Herzlichen</a:t>
            </a:r>
            <a:br>
              <a:rPr lang="de-CH" dirty="0"/>
            </a:br>
            <a:r>
              <a:rPr lang="de-CH" dirty="0"/>
              <a:t>Dank</a:t>
            </a:r>
          </a:p>
        </p:txBody>
      </p:sp>
      <p:sp>
        <p:nvSpPr>
          <p:cNvPr id="3" name="Datumsplatzhalter 2">
            <a:extLst>
              <a:ext uri="{FF2B5EF4-FFF2-40B4-BE49-F238E27FC236}">
                <a16:creationId xmlns:a16="http://schemas.microsoft.com/office/drawing/2014/main" id="{BA0C004D-6825-B809-39D0-AA27124B3054}"/>
              </a:ext>
            </a:extLst>
          </p:cNvPr>
          <p:cNvSpPr>
            <a:spLocks noGrp="1"/>
          </p:cNvSpPr>
          <p:nvPr>
            <p:ph type="dt" sz="half" idx="10"/>
          </p:nvPr>
        </p:nvSpPr>
        <p:spPr/>
        <p:txBody>
          <a:bodyPr/>
          <a:lstStyle/>
          <a:p>
            <a:fld id="{2D564FF7-8D9E-48F9-9746-BDD14FB1DED5}" type="datetime4">
              <a:rPr lang="de-CH" smtClean="0"/>
              <a:t>8. Februar 2026</a:t>
            </a:fld>
            <a:endParaRPr lang="de-CH" dirty="0"/>
          </a:p>
        </p:txBody>
      </p:sp>
      <p:sp>
        <p:nvSpPr>
          <p:cNvPr id="4" name="Fußzeilenplatzhalter 3">
            <a:extLst>
              <a:ext uri="{FF2B5EF4-FFF2-40B4-BE49-F238E27FC236}">
                <a16:creationId xmlns:a16="http://schemas.microsoft.com/office/drawing/2014/main" id="{83B19132-0E70-3787-F67E-EE145414CA5C}"/>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5" name="Foliennummernplatzhalter 4">
            <a:extLst>
              <a:ext uri="{FF2B5EF4-FFF2-40B4-BE49-F238E27FC236}">
                <a16:creationId xmlns:a16="http://schemas.microsoft.com/office/drawing/2014/main" id="{38C2DE0F-17C4-7934-B979-F639A64902D6}"/>
              </a:ext>
            </a:extLst>
          </p:cNvPr>
          <p:cNvSpPr>
            <a:spLocks noGrp="1"/>
          </p:cNvSpPr>
          <p:nvPr>
            <p:ph type="sldNum" sz="quarter" idx="12"/>
          </p:nvPr>
        </p:nvSpPr>
        <p:spPr/>
        <p:txBody>
          <a:bodyPr/>
          <a:lstStyle/>
          <a:p>
            <a:fld id="{442AD375-037F-43D0-B059-5172DA06796A}" type="slidenum">
              <a:rPr lang="de-CH" smtClean="0"/>
              <a:pPr/>
              <a:t>80</a:t>
            </a:fld>
            <a:endParaRPr lang="de-CH" dirty="0"/>
          </a:p>
        </p:txBody>
      </p:sp>
    </p:spTree>
    <p:extLst>
      <p:ext uri="{BB962C8B-B14F-4D97-AF65-F5344CB8AC3E}">
        <p14:creationId xmlns:p14="http://schemas.microsoft.com/office/powerpoint/2010/main" val="308782224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DFE34D7E-1F66-27B8-E7AB-2B04FDEF5E33}"/>
              </a:ext>
            </a:extLst>
          </p:cNvPr>
          <p:cNvSpPr>
            <a:spLocks noGrp="1"/>
          </p:cNvSpPr>
          <p:nvPr>
            <p:ph type="dt" sz="half" idx="10"/>
          </p:nvPr>
        </p:nvSpPr>
        <p:spPr/>
        <p:txBody>
          <a:bodyPr/>
          <a:lstStyle/>
          <a:p>
            <a:fld id="{B207813C-3DD6-4E38-BB4E-A23381F675DB}" type="datetime4">
              <a:rPr lang="de-CH" smtClean="0"/>
              <a:t>8. Februar 2026</a:t>
            </a:fld>
            <a:endParaRPr lang="de-CH" dirty="0"/>
          </a:p>
        </p:txBody>
      </p:sp>
      <p:sp>
        <p:nvSpPr>
          <p:cNvPr id="5" name="Fußzeilenplatzhalter 4">
            <a:extLst>
              <a:ext uri="{FF2B5EF4-FFF2-40B4-BE49-F238E27FC236}">
                <a16:creationId xmlns:a16="http://schemas.microsoft.com/office/drawing/2014/main" id="{249EE39B-78ED-BECE-8E7D-D76D6369C485}"/>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7" name="Foliennummernplatzhalter 6">
            <a:extLst>
              <a:ext uri="{FF2B5EF4-FFF2-40B4-BE49-F238E27FC236}">
                <a16:creationId xmlns:a16="http://schemas.microsoft.com/office/drawing/2014/main" id="{E1A4AAA8-2762-50B7-DD51-24B66EEB1269}"/>
              </a:ext>
            </a:extLst>
          </p:cNvPr>
          <p:cNvSpPr>
            <a:spLocks noGrp="1"/>
          </p:cNvSpPr>
          <p:nvPr>
            <p:ph type="sldNum" sz="quarter" idx="12"/>
          </p:nvPr>
        </p:nvSpPr>
        <p:spPr/>
        <p:txBody>
          <a:bodyPr/>
          <a:lstStyle/>
          <a:p>
            <a:fld id="{442AD375-037F-43D0-B059-5172DA06796A}" type="slidenum">
              <a:rPr lang="de-CH" smtClean="0"/>
              <a:pPr/>
              <a:t>81</a:t>
            </a:fld>
            <a:endParaRPr lang="de-CH" dirty="0"/>
          </a:p>
        </p:txBody>
      </p:sp>
      <p:pic>
        <p:nvPicPr>
          <p:cNvPr id="6" name="Bildplatzhalter 5">
            <a:extLst>
              <a:ext uri="{FF2B5EF4-FFF2-40B4-BE49-F238E27FC236}">
                <a16:creationId xmlns:a16="http://schemas.microsoft.com/office/drawing/2014/main" id="{BA04D4C7-7131-1F45-17C4-9A85826F5370}"/>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11" r="11"/>
          <a:stretch/>
        </p:blipFill>
        <p:spPr/>
      </p:pic>
      <p:sp>
        <p:nvSpPr>
          <p:cNvPr id="3" name="Titel 2">
            <a:extLst>
              <a:ext uri="{FF2B5EF4-FFF2-40B4-BE49-F238E27FC236}">
                <a16:creationId xmlns:a16="http://schemas.microsoft.com/office/drawing/2014/main" id="{7F9DD96D-D47E-8A94-7AA5-F8ED204A62E2}"/>
              </a:ext>
            </a:extLst>
          </p:cNvPr>
          <p:cNvSpPr>
            <a:spLocks noGrp="1"/>
          </p:cNvSpPr>
          <p:nvPr>
            <p:ph type="ctrTitle"/>
          </p:nvPr>
        </p:nvSpPr>
        <p:spPr/>
        <p:txBody>
          <a:bodyPr/>
          <a:lstStyle/>
          <a:p>
            <a:r>
              <a:rPr lang="de-CH" dirty="0">
                <a:solidFill>
                  <a:schemeClr val="bg1"/>
                </a:solidFill>
              </a:rPr>
              <a:t>Herzlichen</a:t>
            </a:r>
            <a:br>
              <a:rPr lang="de-CH" dirty="0">
                <a:solidFill>
                  <a:schemeClr val="bg1"/>
                </a:solidFill>
              </a:rPr>
            </a:br>
            <a:r>
              <a:rPr lang="de-CH" dirty="0">
                <a:solidFill>
                  <a:schemeClr val="bg1"/>
                </a:solidFill>
              </a:rPr>
              <a:t>Dank</a:t>
            </a:r>
          </a:p>
        </p:txBody>
      </p:sp>
      <p:sp>
        <p:nvSpPr>
          <p:cNvPr id="8" name="Textplatzhalter 7">
            <a:extLst>
              <a:ext uri="{FF2B5EF4-FFF2-40B4-BE49-F238E27FC236}">
                <a16:creationId xmlns:a16="http://schemas.microsoft.com/office/drawing/2014/main" id="{6B67D40E-1B13-CD7C-91C1-368E4F08C12F}"/>
              </a:ext>
            </a:extLst>
          </p:cNvPr>
          <p:cNvSpPr>
            <a:spLocks noGrp="1"/>
          </p:cNvSpPr>
          <p:nvPr>
            <p:ph type="body" sz="quarter" idx="15"/>
          </p:nvPr>
        </p:nvSpPr>
        <p:spPr/>
        <p:txBody>
          <a:bodyPr/>
          <a:lstStyle/>
          <a:p>
            <a:endParaRPr lang="de-CH"/>
          </a:p>
        </p:txBody>
      </p:sp>
    </p:spTree>
    <p:extLst>
      <p:ext uri="{BB962C8B-B14F-4D97-AF65-F5344CB8AC3E}">
        <p14:creationId xmlns:p14="http://schemas.microsoft.com/office/powerpoint/2010/main" val="85928944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26632225-241B-7D5E-D8CD-33ED1BFA1C08}"/>
              </a:ext>
            </a:extLst>
          </p:cNvPr>
          <p:cNvSpPr>
            <a:spLocks noGrp="1"/>
          </p:cNvSpPr>
          <p:nvPr>
            <p:ph type="dt" sz="half" idx="10"/>
          </p:nvPr>
        </p:nvSpPr>
        <p:spPr/>
        <p:txBody>
          <a:bodyPr/>
          <a:lstStyle/>
          <a:p>
            <a:fld id="{AF64F2E6-C5D3-4422-80DC-F5A2FB1203C5}" type="datetime4">
              <a:rPr lang="de-CH" smtClean="0"/>
              <a:t>8. Februar 2026</a:t>
            </a:fld>
            <a:endParaRPr lang="de-CH" dirty="0"/>
          </a:p>
        </p:txBody>
      </p:sp>
      <p:sp>
        <p:nvSpPr>
          <p:cNvPr id="5" name="Fußzeilenplatzhalter 4">
            <a:extLst>
              <a:ext uri="{FF2B5EF4-FFF2-40B4-BE49-F238E27FC236}">
                <a16:creationId xmlns:a16="http://schemas.microsoft.com/office/drawing/2014/main" id="{E26E99B0-9910-4818-0E34-D23E0A764D76}"/>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7" name="Foliennummernplatzhalter 6">
            <a:extLst>
              <a:ext uri="{FF2B5EF4-FFF2-40B4-BE49-F238E27FC236}">
                <a16:creationId xmlns:a16="http://schemas.microsoft.com/office/drawing/2014/main" id="{2C2A8031-5FD9-DAA2-4162-906F86AF6A36}"/>
              </a:ext>
            </a:extLst>
          </p:cNvPr>
          <p:cNvSpPr>
            <a:spLocks noGrp="1"/>
          </p:cNvSpPr>
          <p:nvPr>
            <p:ph type="sldNum" sz="quarter" idx="12"/>
          </p:nvPr>
        </p:nvSpPr>
        <p:spPr/>
        <p:txBody>
          <a:bodyPr/>
          <a:lstStyle/>
          <a:p>
            <a:fld id="{442AD375-037F-43D0-B059-5172DA06796A}" type="slidenum">
              <a:rPr lang="de-CH" smtClean="0"/>
              <a:pPr/>
              <a:t>82</a:t>
            </a:fld>
            <a:endParaRPr lang="de-CH" dirty="0"/>
          </a:p>
        </p:txBody>
      </p:sp>
      <p:pic>
        <p:nvPicPr>
          <p:cNvPr id="6" name="Bildplatzhalter 5">
            <a:extLst>
              <a:ext uri="{FF2B5EF4-FFF2-40B4-BE49-F238E27FC236}">
                <a16:creationId xmlns:a16="http://schemas.microsoft.com/office/drawing/2014/main" id="{BA04D4C7-7131-1F45-17C4-9A85826F5370}"/>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11" r="11"/>
          <a:stretch/>
        </p:blipFill>
        <p:spPr/>
      </p:pic>
      <p:sp>
        <p:nvSpPr>
          <p:cNvPr id="3" name="Titel 2">
            <a:extLst>
              <a:ext uri="{FF2B5EF4-FFF2-40B4-BE49-F238E27FC236}">
                <a16:creationId xmlns:a16="http://schemas.microsoft.com/office/drawing/2014/main" id="{7F9DD96D-D47E-8A94-7AA5-F8ED204A62E2}"/>
              </a:ext>
            </a:extLst>
          </p:cNvPr>
          <p:cNvSpPr>
            <a:spLocks noGrp="1"/>
          </p:cNvSpPr>
          <p:nvPr>
            <p:ph type="ctrTitle"/>
          </p:nvPr>
        </p:nvSpPr>
        <p:spPr/>
        <p:txBody>
          <a:bodyPr/>
          <a:lstStyle/>
          <a:p>
            <a:r>
              <a:rPr lang="de-CH" dirty="0">
                <a:solidFill>
                  <a:schemeClr val="bg1"/>
                </a:solidFill>
              </a:rPr>
              <a:t>Herzlichen</a:t>
            </a:r>
            <a:br>
              <a:rPr lang="de-CH" dirty="0">
                <a:solidFill>
                  <a:schemeClr val="bg1"/>
                </a:solidFill>
              </a:rPr>
            </a:br>
            <a:r>
              <a:rPr lang="de-CH" dirty="0">
                <a:solidFill>
                  <a:schemeClr val="bg1"/>
                </a:solidFill>
              </a:rPr>
              <a:t>Dank</a:t>
            </a:r>
          </a:p>
        </p:txBody>
      </p:sp>
      <p:sp>
        <p:nvSpPr>
          <p:cNvPr id="13" name="Textplatzhalter 12">
            <a:extLst>
              <a:ext uri="{FF2B5EF4-FFF2-40B4-BE49-F238E27FC236}">
                <a16:creationId xmlns:a16="http://schemas.microsoft.com/office/drawing/2014/main" id="{7B10269F-8C52-4B90-E80F-C83937043FD5}"/>
              </a:ext>
            </a:extLst>
          </p:cNvPr>
          <p:cNvSpPr>
            <a:spLocks noGrp="1"/>
          </p:cNvSpPr>
          <p:nvPr>
            <p:ph type="body" sz="quarter" idx="15"/>
          </p:nvPr>
        </p:nvSpPr>
        <p:spPr/>
        <p:txBody>
          <a:bodyPr/>
          <a:lstStyle/>
          <a:p>
            <a:endParaRPr lang="de-CH"/>
          </a:p>
        </p:txBody>
      </p:sp>
    </p:spTree>
    <p:extLst>
      <p:ext uri="{BB962C8B-B14F-4D97-AF65-F5344CB8AC3E}">
        <p14:creationId xmlns:p14="http://schemas.microsoft.com/office/powerpoint/2010/main" val="337431592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DBABE402-749C-CC94-7D26-7016E2920BFF}"/>
              </a:ext>
            </a:extLst>
          </p:cNvPr>
          <p:cNvSpPr>
            <a:spLocks noGrp="1"/>
          </p:cNvSpPr>
          <p:nvPr>
            <p:ph type="dt" sz="half" idx="10"/>
          </p:nvPr>
        </p:nvSpPr>
        <p:spPr/>
        <p:txBody>
          <a:bodyPr/>
          <a:lstStyle/>
          <a:p>
            <a:fld id="{83D20C1B-9A1E-4C64-96A7-9CAD206F6858}" type="datetime4">
              <a:rPr lang="de-CH" smtClean="0"/>
              <a:t>8. Februar 2026</a:t>
            </a:fld>
            <a:endParaRPr lang="de-CH" dirty="0"/>
          </a:p>
        </p:txBody>
      </p:sp>
      <p:sp>
        <p:nvSpPr>
          <p:cNvPr id="5" name="Fußzeilenplatzhalter 4">
            <a:extLst>
              <a:ext uri="{FF2B5EF4-FFF2-40B4-BE49-F238E27FC236}">
                <a16:creationId xmlns:a16="http://schemas.microsoft.com/office/drawing/2014/main" id="{0D382938-F394-83F9-01D2-D3FF8AD6B19A}"/>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7" name="Foliennummernplatzhalter 6">
            <a:extLst>
              <a:ext uri="{FF2B5EF4-FFF2-40B4-BE49-F238E27FC236}">
                <a16:creationId xmlns:a16="http://schemas.microsoft.com/office/drawing/2014/main" id="{9AE688D3-4F0C-07C2-8547-DDA865592ABC}"/>
              </a:ext>
            </a:extLst>
          </p:cNvPr>
          <p:cNvSpPr>
            <a:spLocks noGrp="1"/>
          </p:cNvSpPr>
          <p:nvPr>
            <p:ph type="sldNum" sz="quarter" idx="12"/>
          </p:nvPr>
        </p:nvSpPr>
        <p:spPr/>
        <p:txBody>
          <a:bodyPr/>
          <a:lstStyle/>
          <a:p>
            <a:fld id="{442AD375-037F-43D0-B059-5172DA06796A}" type="slidenum">
              <a:rPr lang="de-CH" smtClean="0"/>
              <a:pPr/>
              <a:t>83</a:t>
            </a:fld>
            <a:endParaRPr lang="de-CH" dirty="0"/>
          </a:p>
        </p:txBody>
      </p:sp>
      <p:pic>
        <p:nvPicPr>
          <p:cNvPr id="6" name="Bildplatzhalter 5">
            <a:extLst>
              <a:ext uri="{FF2B5EF4-FFF2-40B4-BE49-F238E27FC236}">
                <a16:creationId xmlns:a16="http://schemas.microsoft.com/office/drawing/2014/main" id="{BA04D4C7-7131-1F45-17C4-9A85826F5370}"/>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t="6" b="6"/>
          <a:stretch/>
        </p:blipFill>
        <p:spPr/>
      </p:pic>
      <p:sp>
        <p:nvSpPr>
          <p:cNvPr id="3" name="Titel 2">
            <a:extLst>
              <a:ext uri="{FF2B5EF4-FFF2-40B4-BE49-F238E27FC236}">
                <a16:creationId xmlns:a16="http://schemas.microsoft.com/office/drawing/2014/main" id="{7F9DD96D-D47E-8A94-7AA5-F8ED204A62E2}"/>
              </a:ext>
            </a:extLst>
          </p:cNvPr>
          <p:cNvSpPr>
            <a:spLocks noGrp="1"/>
          </p:cNvSpPr>
          <p:nvPr>
            <p:ph type="ctrTitle"/>
          </p:nvPr>
        </p:nvSpPr>
        <p:spPr/>
        <p:txBody>
          <a:bodyPr/>
          <a:lstStyle/>
          <a:p>
            <a:r>
              <a:rPr lang="de-CH" dirty="0">
                <a:solidFill>
                  <a:schemeClr val="bg1"/>
                </a:solidFill>
              </a:rPr>
              <a:t>Herzlichen</a:t>
            </a:r>
            <a:br>
              <a:rPr lang="de-CH" dirty="0">
                <a:solidFill>
                  <a:schemeClr val="bg1"/>
                </a:solidFill>
              </a:rPr>
            </a:br>
            <a:r>
              <a:rPr lang="de-CH" dirty="0">
                <a:solidFill>
                  <a:schemeClr val="bg1"/>
                </a:solidFill>
              </a:rPr>
              <a:t>Dank</a:t>
            </a:r>
          </a:p>
        </p:txBody>
      </p:sp>
      <p:sp>
        <p:nvSpPr>
          <p:cNvPr id="8" name="Textplatzhalter 7">
            <a:extLst>
              <a:ext uri="{FF2B5EF4-FFF2-40B4-BE49-F238E27FC236}">
                <a16:creationId xmlns:a16="http://schemas.microsoft.com/office/drawing/2014/main" id="{B3F76479-F231-9F70-9828-29C6630F7A8C}"/>
              </a:ext>
            </a:extLst>
          </p:cNvPr>
          <p:cNvSpPr>
            <a:spLocks noGrp="1"/>
          </p:cNvSpPr>
          <p:nvPr>
            <p:ph type="body" sz="quarter" idx="15"/>
          </p:nvPr>
        </p:nvSpPr>
        <p:spPr/>
        <p:txBody>
          <a:bodyPr/>
          <a:lstStyle/>
          <a:p>
            <a:endParaRPr lang="de-CH"/>
          </a:p>
        </p:txBody>
      </p:sp>
    </p:spTree>
    <p:extLst>
      <p:ext uri="{BB962C8B-B14F-4D97-AF65-F5344CB8AC3E}">
        <p14:creationId xmlns:p14="http://schemas.microsoft.com/office/powerpoint/2010/main" val="255163362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DBABE402-749C-CC94-7D26-7016E2920BFF}"/>
              </a:ext>
            </a:extLst>
          </p:cNvPr>
          <p:cNvSpPr>
            <a:spLocks noGrp="1"/>
          </p:cNvSpPr>
          <p:nvPr>
            <p:ph type="dt" sz="half" idx="10"/>
          </p:nvPr>
        </p:nvSpPr>
        <p:spPr/>
        <p:txBody>
          <a:bodyPr/>
          <a:lstStyle/>
          <a:p>
            <a:fld id="{D1D04A22-B3B7-4DF7-B025-38C1DE62723D}" type="datetime4">
              <a:rPr lang="de-CH" smtClean="0"/>
              <a:t>8. Februar 2026</a:t>
            </a:fld>
            <a:endParaRPr lang="de-CH" dirty="0"/>
          </a:p>
        </p:txBody>
      </p:sp>
      <p:sp>
        <p:nvSpPr>
          <p:cNvPr id="5" name="Fußzeilenplatzhalter 4">
            <a:extLst>
              <a:ext uri="{FF2B5EF4-FFF2-40B4-BE49-F238E27FC236}">
                <a16:creationId xmlns:a16="http://schemas.microsoft.com/office/drawing/2014/main" id="{0D382938-F394-83F9-01D2-D3FF8AD6B19A}"/>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7" name="Foliennummernplatzhalter 6">
            <a:extLst>
              <a:ext uri="{FF2B5EF4-FFF2-40B4-BE49-F238E27FC236}">
                <a16:creationId xmlns:a16="http://schemas.microsoft.com/office/drawing/2014/main" id="{9AE688D3-4F0C-07C2-8547-DDA865592ABC}"/>
              </a:ext>
            </a:extLst>
          </p:cNvPr>
          <p:cNvSpPr>
            <a:spLocks noGrp="1"/>
          </p:cNvSpPr>
          <p:nvPr>
            <p:ph type="sldNum" sz="quarter" idx="12"/>
          </p:nvPr>
        </p:nvSpPr>
        <p:spPr/>
        <p:txBody>
          <a:bodyPr/>
          <a:lstStyle/>
          <a:p>
            <a:fld id="{442AD375-037F-43D0-B059-5172DA06796A}" type="slidenum">
              <a:rPr lang="de-CH" smtClean="0"/>
              <a:pPr/>
              <a:t>84</a:t>
            </a:fld>
            <a:endParaRPr lang="de-CH" dirty="0"/>
          </a:p>
        </p:txBody>
      </p:sp>
      <p:pic>
        <p:nvPicPr>
          <p:cNvPr id="6" name="Bildplatzhalter 5">
            <a:extLst>
              <a:ext uri="{FF2B5EF4-FFF2-40B4-BE49-F238E27FC236}">
                <a16:creationId xmlns:a16="http://schemas.microsoft.com/office/drawing/2014/main" id="{BA04D4C7-7131-1F45-17C4-9A85826F5370}"/>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11" r="11"/>
          <a:stretch/>
        </p:blipFill>
        <p:spPr/>
      </p:pic>
      <p:sp>
        <p:nvSpPr>
          <p:cNvPr id="3" name="Titel 2">
            <a:extLst>
              <a:ext uri="{FF2B5EF4-FFF2-40B4-BE49-F238E27FC236}">
                <a16:creationId xmlns:a16="http://schemas.microsoft.com/office/drawing/2014/main" id="{7F9DD96D-D47E-8A94-7AA5-F8ED204A62E2}"/>
              </a:ext>
            </a:extLst>
          </p:cNvPr>
          <p:cNvSpPr>
            <a:spLocks noGrp="1"/>
          </p:cNvSpPr>
          <p:nvPr>
            <p:ph type="ctrTitle"/>
          </p:nvPr>
        </p:nvSpPr>
        <p:spPr/>
        <p:txBody>
          <a:bodyPr/>
          <a:lstStyle/>
          <a:p>
            <a:r>
              <a:rPr lang="de-CH" dirty="0">
                <a:solidFill>
                  <a:schemeClr val="bg1"/>
                </a:solidFill>
              </a:rPr>
              <a:t>Herzlichen</a:t>
            </a:r>
            <a:br>
              <a:rPr lang="de-CH" dirty="0">
                <a:solidFill>
                  <a:schemeClr val="bg1"/>
                </a:solidFill>
              </a:rPr>
            </a:br>
            <a:r>
              <a:rPr lang="de-CH" dirty="0">
                <a:solidFill>
                  <a:schemeClr val="bg1"/>
                </a:solidFill>
              </a:rPr>
              <a:t>Dank</a:t>
            </a:r>
          </a:p>
        </p:txBody>
      </p:sp>
      <p:sp>
        <p:nvSpPr>
          <p:cNvPr id="8" name="Textplatzhalter 7">
            <a:extLst>
              <a:ext uri="{FF2B5EF4-FFF2-40B4-BE49-F238E27FC236}">
                <a16:creationId xmlns:a16="http://schemas.microsoft.com/office/drawing/2014/main" id="{BCB7B24D-E27A-EC7B-25CD-7533DF0F3F84}"/>
              </a:ext>
            </a:extLst>
          </p:cNvPr>
          <p:cNvSpPr>
            <a:spLocks noGrp="1"/>
          </p:cNvSpPr>
          <p:nvPr>
            <p:ph type="body" sz="quarter" idx="15"/>
          </p:nvPr>
        </p:nvSpPr>
        <p:spPr/>
        <p:txBody>
          <a:bodyPr/>
          <a:lstStyle/>
          <a:p>
            <a:endParaRPr lang="de-CH"/>
          </a:p>
        </p:txBody>
      </p:sp>
    </p:spTree>
    <p:extLst>
      <p:ext uri="{BB962C8B-B14F-4D97-AF65-F5344CB8AC3E}">
        <p14:creationId xmlns:p14="http://schemas.microsoft.com/office/powerpoint/2010/main" val="277059726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FBA7D9CD-FAE9-DABB-9A87-104023E0156C}"/>
              </a:ext>
            </a:extLst>
          </p:cNvPr>
          <p:cNvSpPr>
            <a:spLocks noGrp="1"/>
          </p:cNvSpPr>
          <p:nvPr>
            <p:ph type="dt" sz="half" idx="10"/>
          </p:nvPr>
        </p:nvSpPr>
        <p:spPr/>
        <p:txBody>
          <a:bodyPr/>
          <a:lstStyle/>
          <a:p>
            <a:fld id="{A3938368-26DB-4469-B6EB-322163F31312}" type="datetime4">
              <a:rPr lang="de-CH" smtClean="0"/>
              <a:t>8. Februar 2026</a:t>
            </a:fld>
            <a:endParaRPr lang="de-CH" dirty="0"/>
          </a:p>
        </p:txBody>
      </p:sp>
      <p:sp>
        <p:nvSpPr>
          <p:cNvPr id="3" name="Fußzeilenplatzhalter 2">
            <a:extLst>
              <a:ext uri="{FF2B5EF4-FFF2-40B4-BE49-F238E27FC236}">
                <a16:creationId xmlns:a16="http://schemas.microsoft.com/office/drawing/2014/main" id="{BA13293A-5DEA-B8FE-4445-E787C0DEDEE1}"/>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4" name="Foliennummernplatzhalter 3">
            <a:extLst>
              <a:ext uri="{FF2B5EF4-FFF2-40B4-BE49-F238E27FC236}">
                <a16:creationId xmlns:a16="http://schemas.microsoft.com/office/drawing/2014/main" id="{A28B5E0B-C3AB-D454-C050-B4C73701676E}"/>
              </a:ext>
            </a:extLst>
          </p:cNvPr>
          <p:cNvSpPr>
            <a:spLocks noGrp="1"/>
          </p:cNvSpPr>
          <p:nvPr>
            <p:ph type="sldNum" sz="quarter" idx="12"/>
          </p:nvPr>
        </p:nvSpPr>
        <p:spPr/>
        <p:txBody>
          <a:bodyPr/>
          <a:lstStyle/>
          <a:p>
            <a:fld id="{442AD375-037F-43D0-B059-5172DA06796A}" type="slidenum">
              <a:rPr lang="de-CH" smtClean="0"/>
              <a:pPr/>
              <a:t>85</a:t>
            </a:fld>
            <a:endParaRPr lang="de-CH" dirty="0"/>
          </a:p>
        </p:txBody>
      </p:sp>
      <p:sp>
        <p:nvSpPr>
          <p:cNvPr id="5" name="Titel 4">
            <a:extLst>
              <a:ext uri="{FF2B5EF4-FFF2-40B4-BE49-F238E27FC236}">
                <a16:creationId xmlns:a16="http://schemas.microsoft.com/office/drawing/2014/main" id="{6BF08A90-EA80-AEFD-8ACD-B11E74F85B88}"/>
              </a:ext>
            </a:extLst>
          </p:cNvPr>
          <p:cNvSpPr>
            <a:spLocks noGrp="1"/>
          </p:cNvSpPr>
          <p:nvPr>
            <p:ph type="title"/>
          </p:nvPr>
        </p:nvSpPr>
        <p:spPr/>
        <p:txBody>
          <a:bodyPr/>
          <a:lstStyle/>
          <a:p>
            <a:r>
              <a:rPr lang="de-CH" dirty="0"/>
              <a:t>Baukasten Infografiken</a:t>
            </a:r>
          </a:p>
        </p:txBody>
      </p:sp>
      <p:sp>
        <p:nvSpPr>
          <p:cNvPr id="8" name="Ellipse 7">
            <a:extLst>
              <a:ext uri="{FF2B5EF4-FFF2-40B4-BE49-F238E27FC236}">
                <a16:creationId xmlns:a16="http://schemas.microsoft.com/office/drawing/2014/main" id="{AA6D1D0A-C9AA-3250-9A5C-BEB594ECEC65}"/>
              </a:ext>
            </a:extLst>
          </p:cNvPr>
          <p:cNvSpPr>
            <a:spLocks noChangeAspect="1"/>
          </p:cNvSpPr>
          <p:nvPr/>
        </p:nvSpPr>
        <p:spPr>
          <a:xfrm>
            <a:off x="9804437" y="446001"/>
            <a:ext cx="1980000" cy="198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72000" rIns="36000" bIns="0" rtlCol="0" anchor="ctr"/>
          <a:lstStyle/>
          <a:p>
            <a:pPr algn="ctr">
              <a:lnSpc>
                <a:spcPct val="83000"/>
              </a:lnSpc>
            </a:pPr>
            <a:r>
              <a:rPr lang="de-CH" sz="2700" b="1" i="1" dirty="0">
                <a:solidFill>
                  <a:schemeClr val="tx1"/>
                </a:solidFill>
              </a:rPr>
              <a:t>Text</a:t>
            </a:r>
          </a:p>
        </p:txBody>
      </p:sp>
      <p:grpSp>
        <p:nvGrpSpPr>
          <p:cNvPr id="19" name="Gruppieren 18">
            <a:extLst>
              <a:ext uri="{FF2B5EF4-FFF2-40B4-BE49-F238E27FC236}">
                <a16:creationId xmlns:a16="http://schemas.microsoft.com/office/drawing/2014/main" id="{E6439FA8-99D5-E67D-11F6-962E7362CF72}"/>
              </a:ext>
            </a:extLst>
          </p:cNvPr>
          <p:cNvGrpSpPr/>
          <p:nvPr/>
        </p:nvGrpSpPr>
        <p:grpSpPr>
          <a:xfrm>
            <a:off x="8876815" y="3024386"/>
            <a:ext cx="2905609" cy="1325586"/>
            <a:chOff x="8876815" y="3024386"/>
            <a:chExt cx="2905609" cy="1325586"/>
          </a:xfrm>
        </p:grpSpPr>
        <p:sp>
          <p:nvSpPr>
            <p:cNvPr id="17" name="Rechteck 16">
              <a:extLst>
                <a:ext uri="{FF2B5EF4-FFF2-40B4-BE49-F238E27FC236}">
                  <a16:creationId xmlns:a16="http://schemas.microsoft.com/office/drawing/2014/main" id="{F9543C77-2AA6-1D58-3272-F8C9B45AFB50}"/>
                </a:ext>
              </a:extLst>
            </p:cNvPr>
            <p:cNvSpPr/>
            <p:nvPr/>
          </p:nvSpPr>
          <p:spPr>
            <a:xfrm>
              <a:off x="8876815" y="3024386"/>
              <a:ext cx="2905609" cy="102691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44000" rIns="72000" bIns="72000" rtlCol="0" anchor="ctr"/>
            <a:lstStyle/>
            <a:p>
              <a:pPr>
                <a:lnSpc>
                  <a:spcPct val="97000"/>
                </a:lnSpc>
              </a:pPr>
              <a:r>
                <a:rPr lang="de-CH" sz="1200" spc="30" dirty="0">
                  <a:solidFill>
                    <a:schemeClr val="tx1"/>
                  </a:solidFill>
                </a:rPr>
                <a:t>Text</a:t>
              </a:r>
            </a:p>
          </p:txBody>
        </p:sp>
        <p:sp>
          <p:nvSpPr>
            <p:cNvPr id="18" name="Rechtwinkliges Dreieck 17">
              <a:extLst>
                <a:ext uri="{FF2B5EF4-FFF2-40B4-BE49-F238E27FC236}">
                  <a16:creationId xmlns:a16="http://schemas.microsoft.com/office/drawing/2014/main" id="{93F390E3-00F4-41FF-0369-991844C2AC19}"/>
                </a:ext>
              </a:extLst>
            </p:cNvPr>
            <p:cNvSpPr/>
            <p:nvPr/>
          </p:nvSpPr>
          <p:spPr>
            <a:xfrm flipV="1">
              <a:off x="8876815" y="4034461"/>
              <a:ext cx="315529" cy="315511"/>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grpSp>
        <p:nvGrpSpPr>
          <p:cNvPr id="20" name="Gruppieren 19">
            <a:extLst>
              <a:ext uri="{FF2B5EF4-FFF2-40B4-BE49-F238E27FC236}">
                <a16:creationId xmlns:a16="http://schemas.microsoft.com/office/drawing/2014/main" id="{10CFFA43-9F46-89D7-4F20-7B402457E009}"/>
              </a:ext>
            </a:extLst>
          </p:cNvPr>
          <p:cNvGrpSpPr/>
          <p:nvPr/>
        </p:nvGrpSpPr>
        <p:grpSpPr>
          <a:xfrm>
            <a:off x="8876815" y="4622801"/>
            <a:ext cx="2905609" cy="1316755"/>
            <a:chOff x="8876815" y="2996758"/>
            <a:chExt cx="2905609" cy="1353214"/>
          </a:xfrm>
          <a:solidFill>
            <a:schemeClr val="accent6"/>
          </a:solidFill>
        </p:grpSpPr>
        <p:sp>
          <p:nvSpPr>
            <p:cNvPr id="21" name="Rechteck 20">
              <a:extLst>
                <a:ext uri="{FF2B5EF4-FFF2-40B4-BE49-F238E27FC236}">
                  <a16:creationId xmlns:a16="http://schemas.microsoft.com/office/drawing/2014/main" id="{B166C29B-53F9-4571-D824-8A8BFA811EAD}"/>
                </a:ext>
              </a:extLst>
            </p:cNvPr>
            <p:cNvSpPr/>
            <p:nvPr/>
          </p:nvSpPr>
          <p:spPr>
            <a:xfrm>
              <a:off x="8876815" y="2996758"/>
              <a:ext cx="2905609" cy="105454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44000" rIns="72000" bIns="72000" rtlCol="0" anchor="ctr"/>
            <a:lstStyle/>
            <a:p>
              <a:pPr>
                <a:lnSpc>
                  <a:spcPct val="97000"/>
                </a:lnSpc>
              </a:pPr>
              <a:r>
                <a:rPr lang="de-CH" sz="1200" spc="30" dirty="0">
                  <a:solidFill>
                    <a:schemeClr val="tx1"/>
                  </a:solidFill>
                </a:rPr>
                <a:t>Text</a:t>
              </a:r>
            </a:p>
          </p:txBody>
        </p:sp>
        <p:sp>
          <p:nvSpPr>
            <p:cNvPr id="22" name="Rechtwinkliges Dreieck 21">
              <a:extLst>
                <a:ext uri="{FF2B5EF4-FFF2-40B4-BE49-F238E27FC236}">
                  <a16:creationId xmlns:a16="http://schemas.microsoft.com/office/drawing/2014/main" id="{425C20D8-D8A5-A0DB-3486-BC14C5D3BD60}"/>
                </a:ext>
              </a:extLst>
            </p:cNvPr>
            <p:cNvSpPr/>
            <p:nvPr/>
          </p:nvSpPr>
          <p:spPr>
            <a:xfrm flipV="1">
              <a:off x="8876815" y="4034461"/>
              <a:ext cx="315529" cy="315511"/>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sp>
        <p:nvSpPr>
          <p:cNvPr id="23" name="Ellipse 22">
            <a:extLst>
              <a:ext uri="{FF2B5EF4-FFF2-40B4-BE49-F238E27FC236}">
                <a16:creationId xmlns:a16="http://schemas.microsoft.com/office/drawing/2014/main" id="{76264AC5-4EF1-E421-3182-6E17439F961E}"/>
              </a:ext>
            </a:extLst>
          </p:cNvPr>
          <p:cNvSpPr>
            <a:spLocks noChangeAspect="1"/>
          </p:cNvSpPr>
          <p:nvPr/>
        </p:nvSpPr>
        <p:spPr>
          <a:xfrm>
            <a:off x="4909345" y="2994272"/>
            <a:ext cx="900000" cy="900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7000"/>
              </a:lnSpc>
            </a:pPr>
            <a:r>
              <a:rPr lang="de-CH" sz="1200" dirty="0">
                <a:solidFill>
                  <a:schemeClr val="tx1"/>
                </a:solidFill>
              </a:rPr>
              <a:t>Text</a:t>
            </a:r>
          </a:p>
        </p:txBody>
      </p:sp>
      <p:sp>
        <p:nvSpPr>
          <p:cNvPr id="24" name="Ellipse 23">
            <a:extLst>
              <a:ext uri="{FF2B5EF4-FFF2-40B4-BE49-F238E27FC236}">
                <a16:creationId xmlns:a16="http://schemas.microsoft.com/office/drawing/2014/main" id="{51942422-FEB1-8507-B787-6583C8C674CD}"/>
              </a:ext>
            </a:extLst>
          </p:cNvPr>
          <p:cNvSpPr>
            <a:spLocks noChangeAspect="1"/>
          </p:cNvSpPr>
          <p:nvPr/>
        </p:nvSpPr>
        <p:spPr>
          <a:xfrm>
            <a:off x="3693000" y="4469329"/>
            <a:ext cx="1713600" cy="17136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7000"/>
              </a:lnSpc>
            </a:pPr>
            <a:r>
              <a:rPr lang="de-CH" sz="1200" dirty="0">
                <a:solidFill>
                  <a:schemeClr val="tx1"/>
                </a:solidFill>
              </a:rPr>
              <a:t>Text</a:t>
            </a:r>
          </a:p>
        </p:txBody>
      </p:sp>
      <p:sp>
        <p:nvSpPr>
          <p:cNvPr id="25" name="Ellipse 24">
            <a:extLst>
              <a:ext uri="{FF2B5EF4-FFF2-40B4-BE49-F238E27FC236}">
                <a16:creationId xmlns:a16="http://schemas.microsoft.com/office/drawing/2014/main" id="{2E3CF748-A960-D500-9858-65512DEED790}"/>
              </a:ext>
            </a:extLst>
          </p:cNvPr>
          <p:cNvSpPr>
            <a:spLocks noChangeAspect="1"/>
          </p:cNvSpPr>
          <p:nvPr/>
        </p:nvSpPr>
        <p:spPr>
          <a:xfrm>
            <a:off x="3233662" y="3190954"/>
            <a:ext cx="540000" cy="540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de-CH" sz="2000" dirty="0">
                <a:solidFill>
                  <a:schemeClr val="bg1"/>
                </a:solidFill>
              </a:rPr>
              <a:t>01</a:t>
            </a:r>
          </a:p>
        </p:txBody>
      </p:sp>
      <p:cxnSp>
        <p:nvCxnSpPr>
          <p:cNvPr id="28" name="Gerader Verbinder 27">
            <a:extLst>
              <a:ext uri="{FF2B5EF4-FFF2-40B4-BE49-F238E27FC236}">
                <a16:creationId xmlns:a16="http://schemas.microsoft.com/office/drawing/2014/main" id="{15EF0439-D477-88D5-06F5-80506310D05A}"/>
              </a:ext>
            </a:extLst>
          </p:cNvPr>
          <p:cNvCxnSpPr>
            <a:cxnSpLocks/>
          </p:cNvCxnSpPr>
          <p:nvPr/>
        </p:nvCxnSpPr>
        <p:spPr>
          <a:xfrm>
            <a:off x="409575" y="2051894"/>
            <a:ext cx="1930954" cy="0"/>
          </a:xfrm>
          <a:prstGeom prst="line">
            <a:avLst/>
          </a:prstGeom>
          <a:ln w="9525">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grpSp>
        <p:nvGrpSpPr>
          <p:cNvPr id="40" name="Gruppieren 39">
            <a:extLst>
              <a:ext uri="{FF2B5EF4-FFF2-40B4-BE49-F238E27FC236}">
                <a16:creationId xmlns:a16="http://schemas.microsoft.com/office/drawing/2014/main" id="{B6D73031-98D1-4F34-2D98-D35FB22B7BDA}"/>
              </a:ext>
            </a:extLst>
          </p:cNvPr>
          <p:cNvGrpSpPr>
            <a:grpSpLocks noChangeAspect="1"/>
          </p:cNvGrpSpPr>
          <p:nvPr/>
        </p:nvGrpSpPr>
        <p:grpSpPr>
          <a:xfrm>
            <a:off x="1616950" y="4816640"/>
            <a:ext cx="590343" cy="126000"/>
            <a:chOff x="1110494" y="5319215"/>
            <a:chExt cx="590343" cy="126000"/>
          </a:xfrm>
        </p:grpSpPr>
        <p:sp>
          <p:nvSpPr>
            <p:cNvPr id="35" name="Ellipse 34">
              <a:extLst>
                <a:ext uri="{FF2B5EF4-FFF2-40B4-BE49-F238E27FC236}">
                  <a16:creationId xmlns:a16="http://schemas.microsoft.com/office/drawing/2014/main" id="{CD9A380D-D991-1267-EDAC-2B1C59307C5D}"/>
                </a:ext>
              </a:extLst>
            </p:cNvPr>
            <p:cNvSpPr>
              <a:spLocks noChangeAspect="1"/>
            </p:cNvSpPr>
            <p:nvPr/>
          </p:nvSpPr>
          <p:spPr>
            <a:xfrm>
              <a:off x="1110494" y="5319215"/>
              <a:ext cx="126000" cy="126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36" name="Ellipse 35">
              <a:extLst>
                <a:ext uri="{FF2B5EF4-FFF2-40B4-BE49-F238E27FC236}">
                  <a16:creationId xmlns:a16="http://schemas.microsoft.com/office/drawing/2014/main" id="{C52BA2B2-7D2C-4A19-5FB6-DB4C018B8049}"/>
                </a:ext>
              </a:extLst>
            </p:cNvPr>
            <p:cNvSpPr>
              <a:spLocks noChangeAspect="1"/>
            </p:cNvSpPr>
            <p:nvPr/>
          </p:nvSpPr>
          <p:spPr>
            <a:xfrm>
              <a:off x="1342665" y="5319215"/>
              <a:ext cx="126000" cy="126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37" name="Ellipse 36">
              <a:extLst>
                <a:ext uri="{FF2B5EF4-FFF2-40B4-BE49-F238E27FC236}">
                  <a16:creationId xmlns:a16="http://schemas.microsoft.com/office/drawing/2014/main" id="{F7637960-F623-1832-5635-D8034CF125CE}"/>
                </a:ext>
              </a:extLst>
            </p:cNvPr>
            <p:cNvSpPr>
              <a:spLocks noChangeAspect="1"/>
            </p:cNvSpPr>
            <p:nvPr/>
          </p:nvSpPr>
          <p:spPr>
            <a:xfrm>
              <a:off x="1574837" y="5319215"/>
              <a:ext cx="126000" cy="126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grpSp>
        <p:nvGrpSpPr>
          <p:cNvPr id="49" name="Gruppieren 48">
            <a:extLst>
              <a:ext uri="{FF2B5EF4-FFF2-40B4-BE49-F238E27FC236}">
                <a16:creationId xmlns:a16="http://schemas.microsoft.com/office/drawing/2014/main" id="{27644270-2D54-C58C-7F42-DA921B44A3F6}"/>
              </a:ext>
            </a:extLst>
          </p:cNvPr>
          <p:cNvGrpSpPr>
            <a:grpSpLocks noChangeAspect="1"/>
          </p:cNvGrpSpPr>
          <p:nvPr/>
        </p:nvGrpSpPr>
        <p:grpSpPr>
          <a:xfrm>
            <a:off x="4071218" y="2052618"/>
            <a:ext cx="277200" cy="277200"/>
            <a:chOff x="4055049" y="2377316"/>
            <a:chExt cx="277200" cy="277200"/>
          </a:xfrm>
        </p:grpSpPr>
        <p:sp>
          <p:nvSpPr>
            <p:cNvPr id="42" name="Ellipse 41">
              <a:extLst>
                <a:ext uri="{FF2B5EF4-FFF2-40B4-BE49-F238E27FC236}">
                  <a16:creationId xmlns:a16="http://schemas.microsoft.com/office/drawing/2014/main" id="{BA349E87-38F5-9F3A-CDC8-A33BD948B852}"/>
                </a:ext>
              </a:extLst>
            </p:cNvPr>
            <p:cNvSpPr>
              <a:spLocks noChangeAspect="1"/>
            </p:cNvSpPr>
            <p:nvPr/>
          </p:nvSpPr>
          <p:spPr>
            <a:xfrm>
              <a:off x="4055049" y="2377316"/>
              <a:ext cx="277200" cy="277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nvGrpSpPr>
            <p:cNvPr id="48" name="Gruppieren 47">
              <a:extLst>
                <a:ext uri="{FF2B5EF4-FFF2-40B4-BE49-F238E27FC236}">
                  <a16:creationId xmlns:a16="http://schemas.microsoft.com/office/drawing/2014/main" id="{39A34BF1-41C2-727E-E70D-C2471D63BC0E}"/>
                </a:ext>
              </a:extLst>
            </p:cNvPr>
            <p:cNvGrpSpPr/>
            <p:nvPr/>
          </p:nvGrpSpPr>
          <p:grpSpPr>
            <a:xfrm>
              <a:off x="4138880" y="2462338"/>
              <a:ext cx="109538" cy="107156"/>
              <a:chOff x="4137211" y="2465566"/>
              <a:chExt cx="109538" cy="107156"/>
            </a:xfrm>
          </p:grpSpPr>
          <p:cxnSp>
            <p:nvCxnSpPr>
              <p:cNvPr id="44" name="Gerader Verbinder 43">
                <a:extLst>
                  <a:ext uri="{FF2B5EF4-FFF2-40B4-BE49-F238E27FC236}">
                    <a16:creationId xmlns:a16="http://schemas.microsoft.com/office/drawing/2014/main" id="{453953C9-D953-2A5C-05F4-FCCFA1C7356C}"/>
                  </a:ext>
                </a:extLst>
              </p:cNvPr>
              <p:cNvCxnSpPr>
                <a:cxnSpLocks/>
              </p:cNvCxnSpPr>
              <p:nvPr/>
            </p:nvCxnSpPr>
            <p:spPr>
              <a:xfrm>
                <a:off x="4137211" y="2465566"/>
                <a:ext cx="109538" cy="10715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7" name="Gerader Verbinder 46">
                <a:extLst>
                  <a:ext uri="{FF2B5EF4-FFF2-40B4-BE49-F238E27FC236}">
                    <a16:creationId xmlns:a16="http://schemas.microsoft.com/office/drawing/2014/main" id="{4BD3EBF7-57E5-871F-9DD0-7A6D13A0A32C}"/>
                  </a:ext>
                </a:extLst>
              </p:cNvPr>
              <p:cNvCxnSpPr>
                <a:cxnSpLocks/>
              </p:cNvCxnSpPr>
              <p:nvPr/>
            </p:nvCxnSpPr>
            <p:spPr>
              <a:xfrm flipV="1">
                <a:off x="4137211" y="2465566"/>
                <a:ext cx="109538" cy="10715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grpSp>
      <p:grpSp>
        <p:nvGrpSpPr>
          <p:cNvPr id="54" name="Gruppieren 53">
            <a:extLst>
              <a:ext uri="{FF2B5EF4-FFF2-40B4-BE49-F238E27FC236}">
                <a16:creationId xmlns:a16="http://schemas.microsoft.com/office/drawing/2014/main" id="{63B67CC3-DF3A-DD85-3566-E22823BED041}"/>
              </a:ext>
            </a:extLst>
          </p:cNvPr>
          <p:cNvGrpSpPr>
            <a:grpSpLocks noChangeAspect="1"/>
          </p:cNvGrpSpPr>
          <p:nvPr/>
        </p:nvGrpSpPr>
        <p:grpSpPr>
          <a:xfrm>
            <a:off x="3670440" y="2052618"/>
            <a:ext cx="277200" cy="277200"/>
            <a:chOff x="3636800" y="2412312"/>
            <a:chExt cx="277200" cy="277200"/>
          </a:xfrm>
        </p:grpSpPr>
        <p:sp>
          <p:nvSpPr>
            <p:cNvPr id="41" name="Ellipse 40">
              <a:extLst>
                <a:ext uri="{FF2B5EF4-FFF2-40B4-BE49-F238E27FC236}">
                  <a16:creationId xmlns:a16="http://schemas.microsoft.com/office/drawing/2014/main" id="{21180A31-A6D2-D54D-BEA5-58C931CCD786}"/>
                </a:ext>
              </a:extLst>
            </p:cNvPr>
            <p:cNvSpPr>
              <a:spLocks noChangeAspect="1"/>
            </p:cNvSpPr>
            <p:nvPr/>
          </p:nvSpPr>
          <p:spPr>
            <a:xfrm>
              <a:off x="3636800" y="2412312"/>
              <a:ext cx="277200" cy="2772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cxnSp>
          <p:nvCxnSpPr>
            <p:cNvPr id="50" name="Gerader Verbinder 49">
              <a:extLst>
                <a:ext uri="{FF2B5EF4-FFF2-40B4-BE49-F238E27FC236}">
                  <a16:creationId xmlns:a16="http://schemas.microsoft.com/office/drawing/2014/main" id="{B3E50087-6FE4-8A5B-DE33-7CDD4201A3BB}"/>
                </a:ext>
              </a:extLst>
            </p:cNvPr>
            <p:cNvCxnSpPr>
              <a:cxnSpLocks/>
            </p:cNvCxnSpPr>
            <p:nvPr/>
          </p:nvCxnSpPr>
          <p:spPr>
            <a:xfrm>
              <a:off x="3694400" y="2550912"/>
              <a:ext cx="16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1" name="Gruppieren 60">
            <a:extLst>
              <a:ext uri="{FF2B5EF4-FFF2-40B4-BE49-F238E27FC236}">
                <a16:creationId xmlns:a16="http://schemas.microsoft.com/office/drawing/2014/main" id="{911BB300-BD5F-201B-1786-38FFA270056A}"/>
              </a:ext>
            </a:extLst>
          </p:cNvPr>
          <p:cNvGrpSpPr>
            <a:grpSpLocks noChangeAspect="1"/>
          </p:cNvGrpSpPr>
          <p:nvPr/>
        </p:nvGrpSpPr>
        <p:grpSpPr>
          <a:xfrm>
            <a:off x="3269663" y="2052618"/>
            <a:ext cx="277200" cy="277200"/>
            <a:chOff x="3198726" y="2450032"/>
            <a:chExt cx="277200" cy="277200"/>
          </a:xfrm>
        </p:grpSpPr>
        <p:sp>
          <p:nvSpPr>
            <p:cNvPr id="39" name="Ellipse 38">
              <a:extLst>
                <a:ext uri="{FF2B5EF4-FFF2-40B4-BE49-F238E27FC236}">
                  <a16:creationId xmlns:a16="http://schemas.microsoft.com/office/drawing/2014/main" id="{9F584F28-B051-32B1-6516-C8E6609EEE25}"/>
                </a:ext>
              </a:extLst>
            </p:cNvPr>
            <p:cNvSpPr>
              <a:spLocks noChangeAspect="1"/>
            </p:cNvSpPr>
            <p:nvPr/>
          </p:nvSpPr>
          <p:spPr>
            <a:xfrm>
              <a:off x="3198726" y="2450032"/>
              <a:ext cx="277200" cy="2772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pic>
          <p:nvPicPr>
            <p:cNvPr id="60" name="Grafik 59">
              <a:extLst>
                <a:ext uri="{FF2B5EF4-FFF2-40B4-BE49-F238E27FC236}">
                  <a16:creationId xmlns:a16="http://schemas.microsoft.com/office/drawing/2014/main" id="{1FC8C7C1-F2B1-0E3B-9F8F-5B086FAD8B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44108" y="2522048"/>
              <a:ext cx="186437" cy="133169"/>
            </a:xfrm>
            <a:prstGeom prst="rect">
              <a:avLst/>
            </a:prstGeom>
          </p:spPr>
        </p:pic>
      </p:grpSp>
      <p:sp>
        <p:nvSpPr>
          <p:cNvPr id="62" name="Rechteck 61">
            <a:extLst>
              <a:ext uri="{FF2B5EF4-FFF2-40B4-BE49-F238E27FC236}">
                <a16:creationId xmlns:a16="http://schemas.microsoft.com/office/drawing/2014/main" id="{7A787394-6B0C-DDBB-3903-16AD28072A56}"/>
              </a:ext>
            </a:extLst>
          </p:cNvPr>
          <p:cNvSpPr/>
          <p:nvPr/>
        </p:nvSpPr>
        <p:spPr>
          <a:xfrm>
            <a:off x="6067590" y="453674"/>
            <a:ext cx="2160000" cy="522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90000" rIns="108000" bIns="90000" rtlCol="0" anchor="ctr"/>
          <a:lstStyle/>
          <a:p>
            <a:pPr>
              <a:lnSpc>
                <a:spcPct val="97000"/>
              </a:lnSpc>
            </a:pPr>
            <a:r>
              <a:rPr lang="de-CH" sz="1200" spc="30" dirty="0">
                <a:solidFill>
                  <a:schemeClr val="tx1"/>
                </a:solidFill>
              </a:rPr>
              <a:t>Text</a:t>
            </a:r>
          </a:p>
        </p:txBody>
      </p:sp>
      <p:sp>
        <p:nvSpPr>
          <p:cNvPr id="63" name="Rechteck 62">
            <a:extLst>
              <a:ext uri="{FF2B5EF4-FFF2-40B4-BE49-F238E27FC236}">
                <a16:creationId xmlns:a16="http://schemas.microsoft.com/office/drawing/2014/main" id="{E48B7B79-046E-C0D5-4D8E-075B15E09664}"/>
              </a:ext>
            </a:extLst>
          </p:cNvPr>
          <p:cNvSpPr/>
          <p:nvPr/>
        </p:nvSpPr>
        <p:spPr>
          <a:xfrm>
            <a:off x="6067590" y="1083909"/>
            <a:ext cx="2160000" cy="52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90000" rIns="108000" bIns="90000" rtlCol="0" anchor="ctr"/>
          <a:lstStyle/>
          <a:p>
            <a:pPr>
              <a:lnSpc>
                <a:spcPct val="97000"/>
              </a:lnSpc>
            </a:pPr>
            <a:r>
              <a:rPr lang="de-CH" sz="1200" spc="30" dirty="0">
                <a:solidFill>
                  <a:schemeClr val="tx1"/>
                </a:solidFill>
              </a:rPr>
              <a:t>Text</a:t>
            </a:r>
          </a:p>
        </p:txBody>
      </p:sp>
      <p:sp>
        <p:nvSpPr>
          <p:cNvPr id="64" name="Rechteck 63">
            <a:extLst>
              <a:ext uri="{FF2B5EF4-FFF2-40B4-BE49-F238E27FC236}">
                <a16:creationId xmlns:a16="http://schemas.microsoft.com/office/drawing/2014/main" id="{28E18CC0-B77C-AE92-615A-9CF837CA4B86}"/>
              </a:ext>
            </a:extLst>
          </p:cNvPr>
          <p:cNvSpPr/>
          <p:nvPr/>
        </p:nvSpPr>
        <p:spPr>
          <a:xfrm>
            <a:off x="6067590" y="1714144"/>
            <a:ext cx="2160000" cy="52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90000" rIns="108000" bIns="90000" rtlCol="0" anchor="ctr"/>
          <a:lstStyle/>
          <a:p>
            <a:pPr>
              <a:lnSpc>
                <a:spcPct val="97000"/>
              </a:lnSpc>
            </a:pPr>
            <a:r>
              <a:rPr lang="de-CH" sz="1200" spc="30" dirty="0">
                <a:solidFill>
                  <a:schemeClr val="bg1"/>
                </a:solidFill>
              </a:rPr>
              <a:t>Text</a:t>
            </a:r>
          </a:p>
        </p:txBody>
      </p:sp>
      <p:sp>
        <p:nvSpPr>
          <p:cNvPr id="66" name="Pfeil: Fünfeck 65">
            <a:extLst>
              <a:ext uri="{FF2B5EF4-FFF2-40B4-BE49-F238E27FC236}">
                <a16:creationId xmlns:a16="http://schemas.microsoft.com/office/drawing/2014/main" id="{0A4E9EE1-185B-551D-1A83-B16C397FE250}"/>
              </a:ext>
            </a:extLst>
          </p:cNvPr>
          <p:cNvSpPr/>
          <p:nvPr/>
        </p:nvSpPr>
        <p:spPr>
          <a:xfrm>
            <a:off x="6064140" y="2771915"/>
            <a:ext cx="2358000" cy="522000"/>
          </a:xfrm>
          <a:prstGeom prst="homePlate">
            <a:avLst>
              <a:gd name="adj" fmla="val 4133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90000" rIns="108000" bIns="90000" rtlCol="0" anchor="ctr"/>
          <a:lstStyle/>
          <a:p>
            <a:r>
              <a:rPr lang="de-CH" sz="1200" dirty="0">
                <a:solidFill>
                  <a:schemeClr val="tx1"/>
                </a:solidFill>
              </a:rPr>
              <a:t>Text</a:t>
            </a:r>
          </a:p>
        </p:txBody>
      </p:sp>
      <p:sp>
        <p:nvSpPr>
          <p:cNvPr id="67" name="Pfeil: Fünfeck 66">
            <a:extLst>
              <a:ext uri="{FF2B5EF4-FFF2-40B4-BE49-F238E27FC236}">
                <a16:creationId xmlns:a16="http://schemas.microsoft.com/office/drawing/2014/main" id="{6F0C13D2-DF04-BA2C-606E-2AA939CD7CB6}"/>
              </a:ext>
            </a:extLst>
          </p:cNvPr>
          <p:cNvSpPr/>
          <p:nvPr/>
        </p:nvSpPr>
        <p:spPr>
          <a:xfrm>
            <a:off x="6064140" y="3401523"/>
            <a:ext cx="2358000" cy="522000"/>
          </a:xfrm>
          <a:prstGeom prst="homePlate">
            <a:avLst>
              <a:gd name="adj" fmla="val 41333"/>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90000" rIns="108000" bIns="90000" rtlCol="0" anchor="ctr"/>
          <a:lstStyle/>
          <a:p>
            <a:r>
              <a:rPr lang="de-CH" sz="1200" dirty="0">
                <a:solidFill>
                  <a:schemeClr val="tx1"/>
                </a:solidFill>
              </a:rPr>
              <a:t>Text</a:t>
            </a:r>
          </a:p>
        </p:txBody>
      </p:sp>
      <p:sp>
        <p:nvSpPr>
          <p:cNvPr id="68" name="Pfeil: Fünfeck 67">
            <a:extLst>
              <a:ext uri="{FF2B5EF4-FFF2-40B4-BE49-F238E27FC236}">
                <a16:creationId xmlns:a16="http://schemas.microsoft.com/office/drawing/2014/main" id="{43C1E772-B132-A03C-0AF9-C879866EA3A1}"/>
              </a:ext>
            </a:extLst>
          </p:cNvPr>
          <p:cNvSpPr/>
          <p:nvPr/>
        </p:nvSpPr>
        <p:spPr>
          <a:xfrm>
            <a:off x="6064140" y="4031130"/>
            <a:ext cx="2358000" cy="522000"/>
          </a:xfrm>
          <a:prstGeom prst="homePlate">
            <a:avLst>
              <a:gd name="adj" fmla="val 4133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90000" rIns="108000" bIns="90000" rtlCol="0" anchor="ctr"/>
          <a:lstStyle/>
          <a:p>
            <a:r>
              <a:rPr lang="de-CH" sz="1200" dirty="0">
                <a:solidFill>
                  <a:schemeClr val="bg1"/>
                </a:solidFill>
              </a:rPr>
              <a:t>Text</a:t>
            </a:r>
          </a:p>
        </p:txBody>
      </p:sp>
      <p:sp>
        <p:nvSpPr>
          <p:cNvPr id="69" name="Rechteck: abgerundete Ecken 68">
            <a:extLst>
              <a:ext uri="{FF2B5EF4-FFF2-40B4-BE49-F238E27FC236}">
                <a16:creationId xmlns:a16="http://schemas.microsoft.com/office/drawing/2014/main" id="{5FBF0AF1-E136-742A-D4A1-6BA5E44030CE}"/>
              </a:ext>
            </a:extLst>
          </p:cNvPr>
          <p:cNvSpPr/>
          <p:nvPr/>
        </p:nvSpPr>
        <p:spPr>
          <a:xfrm>
            <a:off x="6073664" y="5105559"/>
            <a:ext cx="2152800" cy="2016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108000" bIns="0" rtlCol="0" anchor="ctr"/>
          <a:lstStyle/>
          <a:p>
            <a:r>
              <a:rPr lang="de-CH" sz="800" dirty="0">
                <a:solidFill>
                  <a:schemeClr val="tx1"/>
                </a:solidFill>
              </a:rPr>
              <a:t>Text</a:t>
            </a:r>
          </a:p>
        </p:txBody>
      </p:sp>
      <p:sp>
        <p:nvSpPr>
          <p:cNvPr id="70" name="Rechteck: abgerundete Ecken 69">
            <a:extLst>
              <a:ext uri="{FF2B5EF4-FFF2-40B4-BE49-F238E27FC236}">
                <a16:creationId xmlns:a16="http://schemas.microsoft.com/office/drawing/2014/main" id="{ECAEEF60-A138-6C81-8C1B-4C2207AEF20F}"/>
              </a:ext>
            </a:extLst>
          </p:cNvPr>
          <p:cNvSpPr/>
          <p:nvPr/>
        </p:nvSpPr>
        <p:spPr>
          <a:xfrm>
            <a:off x="6073664" y="5416312"/>
            <a:ext cx="2152800" cy="201600"/>
          </a:xfrm>
          <a:prstGeom prst="roundRect">
            <a:avLst>
              <a:gd name="adj"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108000" bIns="0" rtlCol="0" anchor="ctr"/>
          <a:lstStyle/>
          <a:p>
            <a:r>
              <a:rPr lang="de-CH" sz="800" dirty="0">
                <a:solidFill>
                  <a:schemeClr val="tx1"/>
                </a:solidFill>
              </a:rPr>
              <a:t>Text</a:t>
            </a:r>
          </a:p>
        </p:txBody>
      </p:sp>
      <p:sp>
        <p:nvSpPr>
          <p:cNvPr id="71" name="Rechteck: abgerundete Ecken 70">
            <a:extLst>
              <a:ext uri="{FF2B5EF4-FFF2-40B4-BE49-F238E27FC236}">
                <a16:creationId xmlns:a16="http://schemas.microsoft.com/office/drawing/2014/main" id="{63311B1F-8684-0AC8-B4D8-09F28416FC9E}"/>
              </a:ext>
            </a:extLst>
          </p:cNvPr>
          <p:cNvSpPr/>
          <p:nvPr/>
        </p:nvSpPr>
        <p:spPr>
          <a:xfrm>
            <a:off x="6073664" y="5727065"/>
            <a:ext cx="2152800" cy="201600"/>
          </a:xfrm>
          <a:prstGeom prst="roundRect">
            <a:avLst>
              <a:gd name="adj"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108000" bIns="0" rtlCol="0" anchor="ctr"/>
          <a:lstStyle/>
          <a:p>
            <a:r>
              <a:rPr lang="de-CH" sz="800" dirty="0">
                <a:solidFill>
                  <a:schemeClr val="bg1"/>
                </a:solidFill>
              </a:rPr>
              <a:t>Text</a:t>
            </a:r>
          </a:p>
        </p:txBody>
      </p:sp>
      <p:sp>
        <p:nvSpPr>
          <p:cNvPr id="81" name="Freihandform: Form 80">
            <a:extLst>
              <a:ext uri="{FF2B5EF4-FFF2-40B4-BE49-F238E27FC236}">
                <a16:creationId xmlns:a16="http://schemas.microsoft.com/office/drawing/2014/main" id="{83B6F12B-DDCD-B1BB-44DE-D39C62AC99D9}"/>
              </a:ext>
            </a:extLst>
          </p:cNvPr>
          <p:cNvSpPr/>
          <p:nvPr/>
        </p:nvSpPr>
        <p:spPr>
          <a:xfrm>
            <a:off x="945191" y="3516073"/>
            <a:ext cx="1915004" cy="956733"/>
          </a:xfrm>
          <a:custGeom>
            <a:avLst/>
            <a:gdLst>
              <a:gd name="connsiteX0" fmla="*/ 0 w 1433464"/>
              <a:gd name="connsiteY0" fmla="*/ 111766 h 716156"/>
              <a:gd name="connsiteX1" fmla="*/ 712013 w 1433464"/>
              <a:gd name="connsiteY1" fmla="*/ 716156 h 716156"/>
              <a:gd name="connsiteX2" fmla="*/ 1433465 w 1433464"/>
              <a:gd name="connsiteY2" fmla="*/ 0 h 716156"/>
            </a:gdLst>
            <a:ahLst/>
            <a:cxnLst>
              <a:cxn ang="0">
                <a:pos x="connsiteX0" y="connsiteY0"/>
              </a:cxn>
              <a:cxn ang="0">
                <a:pos x="connsiteX1" y="connsiteY1"/>
              </a:cxn>
              <a:cxn ang="0">
                <a:pos x="connsiteX2" y="connsiteY2"/>
              </a:cxn>
            </a:cxnLst>
            <a:rect l="l" t="t" r="r" b="b"/>
            <a:pathLst>
              <a:path w="1433464" h="716156">
                <a:moveTo>
                  <a:pt x="0" y="111766"/>
                </a:moveTo>
                <a:cubicBezTo>
                  <a:pt x="57405" y="460353"/>
                  <a:pt x="358732" y="716137"/>
                  <a:pt x="712013" y="716156"/>
                </a:cubicBezTo>
                <a:cubicBezTo>
                  <a:pt x="1110453" y="716156"/>
                  <a:pt x="1433465" y="398412"/>
                  <a:pt x="1433465" y="0"/>
                </a:cubicBezTo>
              </a:path>
            </a:pathLst>
          </a:custGeom>
          <a:noFill/>
          <a:ln w="7144" cap="flat">
            <a:solidFill>
              <a:srgbClr val="1D1D1B"/>
            </a:solidFill>
            <a:prstDash val="solid"/>
            <a:miter/>
          </a:ln>
        </p:spPr>
        <p:txBody>
          <a:bodyPr rtlCol="0" anchor="ctr"/>
          <a:lstStyle/>
          <a:p>
            <a:endParaRPr lang="de-CH"/>
          </a:p>
        </p:txBody>
      </p:sp>
      <p:sp>
        <p:nvSpPr>
          <p:cNvPr id="82" name="Freihandform: Form 81">
            <a:extLst>
              <a:ext uri="{FF2B5EF4-FFF2-40B4-BE49-F238E27FC236}">
                <a16:creationId xmlns:a16="http://schemas.microsoft.com/office/drawing/2014/main" id="{82A8364F-AE1D-ADCB-5F38-6C6EDAD04DDD}"/>
              </a:ext>
            </a:extLst>
          </p:cNvPr>
          <p:cNvSpPr/>
          <p:nvPr/>
        </p:nvSpPr>
        <p:spPr>
          <a:xfrm>
            <a:off x="2815991" y="3516073"/>
            <a:ext cx="88398" cy="47514"/>
          </a:xfrm>
          <a:custGeom>
            <a:avLst/>
            <a:gdLst>
              <a:gd name="connsiteX0" fmla="*/ 0 w 66170"/>
              <a:gd name="connsiteY0" fmla="*/ 35566 h 35566"/>
              <a:gd name="connsiteX1" fmla="*/ 33090 w 66170"/>
              <a:gd name="connsiteY1" fmla="*/ 0 h 35566"/>
              <a:gd name="connsiteX2" fmla="*/ 66170 w 66170"/>
              <a:gd name="connsiteY2" fmla="*/ 35566 h 35566"/>
            </a:gdLst>
            <a:ahLst/>
            <a:cxnLst>
              <a:cxn ang="0">
                <a:pos x="connsiteX0" y="connsiteY0"/>
              </a:cxn>
              <a:cxn ang="0">
                <a:pos x="connsiteX1" y="connsiteY1"/>
              </a:cxn>
              <a:cxn ang="0">
                <a:pos x="connsiteX2" y="connsiteY2"/>
              </a:cxn>
            </a:cxnLst>
            <a:rect l="l" t="t" r="r" b="b"/>
            <a:pathLst>
              <a:path w="66170" h="35566">
                <a:moveTo>
                  <a:pt x="0" y="35566"/>
                </a:moveTo>
                <a:lnTo>
                  <a:pt x="33090" y="0"/>
                </a:lnTo>
                <a:lnTo>
                  <a:pt x="66170" y="35566"/>
                </a:lnTo>
              </a:path>
            </a:pathLst>
          </a:custGeom>
          <a:noFill/>
          <a:ln w="7144" cap="flat">
            <a:solidFill>
              <a:srgbClr val="1D1D1B"/>
            </a:solidFill>
            <a:prstDash val="solid"/>
            <a:miter/>
          </a:ln>
        </p:spPr>
        <p:txBody>
          <a:bodyPr rtlCol="0" anchor="ctr"/>
          <a:lstStyle/>
          <a:p>
            <a:endParaRPr lang="de-CH"/>
          </a:p>
        </p:txBody>
      </p:sp>
      <p:sp>
        <p:nvSpPr>
          <p:cNvPr id="83" name="Freihandform: Form 82">
            <a:extLst>
              <a:ext uri="{FF2B5EF4-FFF2-40B4-BE49-F238E27FC236}">
                <a16:creationId xmlns:a16="http://schemas.microsoft.com/office/drawing/2014/main" id="{F09310FC-CC56-047D-0883-B43B402F869D}"/>
              </a:ext>
            </a:extLst>
          </p:cNvPr>
          <p:cNvSpPr/>
          <p:nvPr/>
        </p:nvSpPr>
        <p:spPr>
          <a:xfrm>
            <a:off x="932581" y="2545216"/>
            <a:ext cx="1914635" cy="956834"/>
          </a:xfrm>
          <a:custGeom>
            <a:avLst/>
            <a:gdLst>
              <a:gd name="connsiteX0" fmla="*/ 1433189 w 1433188"/>
              <a:gd name="connsiteY0" fmla="*/ 602752 h 716232"/>
              <a:gd name="connsiteX1" fmla="*/ 721452 w 1433188"/>
              <a:gd name="connsiteY1" fmla="*/ 0 h 716232"/>
              <a:gd name="connsiteX2" fmla="*/ 0 w 1433188"/>
              <a:gd name="connsiteY2" fmla="*/ 716232 h 716232"/>
            </a:gdLst>
            <a:ahLst/>
            <a:cxnLst>
              <a:cxn ang="0">
                <a:pos x="connsiteX0" y="connsiteY0"/>
              </a:cxn>
              <a:cxn ang="0">
                <a:pos x="connsiteX1" y="connsiteY1"/>
              </a:cxn>
              <a:cxn ang="0">
                <a:pos x="connsiteX2" y="connsiteY2"/>
              </a:cxn>
            </a:cxnLst>
            <a:rect l="l" t="t" r="r" b="b"/>
            <a:pathLst>
              <a:path w="1433188" h="716232">
                <a:moveTo>
                  <a:pt x="1433189" y="602752"/>
                </a:moveTo>
                <a:cubicBezTo>
                  <a:pt x="1375067" y="254928"/>
                  <a:pt x="1074096" y="42"/>
                  <a:pt x="721452" y="0"/>
                </a:cubicBezTo>
                <a:cubicBezTo>
                  <a:pt x="323012" y="0"/>
                  <a:pt x="0" y="317745"/>
                  <a:pt x="0" y="716232"/>
                </a:cubicBezTo>
              </a:path>
            </a:pathLst>
          </a:custGeom>
          <a:noFill/>
          <a:ln w="7144" cap="flat">
            <a:solidFill>
              <a:srgbClr val="1D1D1B"/>
            </a:solidFill>
            <a:prstDash val="solid"/>
            <a:miter/>
          </a:ln>
        </p:spPr>
        <p:txBody>
          <a:bodyPr rtlCol="0" anchor="ctr"/>
          <a:lstStyle/>
          <a:p>
            <a:endParaRPr lang="de-CH"/>
          </a:p>
        </p:txBody>
      </p:sp>
      <p:sp>
        <p:nvSpPr>
          <p:cNvPr id="84" name="Freihandform: Form 83">
            <a:extLst>
              <a:ext uri="{FF2B5EF4-FFF2-40B4-BE49-F238E27FC236}">
                <a16:creationId xmlns:a16="http://schemas.microsoft.com/office/drawing/2014/main" id="{D91282A8-8E2B-9574-11CD-2189601508FB}"/>
              </a:ext>
            </a:extLst>
          </p:cNvPr>
          <p:cNvSpPr/>
          <p:nvPr/>
        </p:nvSpPr>
        <p:spPr>
          <a:xfrm>
            <a:off x="888389" y="3454435"/>
            <a:ext cx="88398" cy="47615"/>
          </a:xfrm>
          <a:custGeom>
            <a:avLst/>
            <a:gdLst>
              <a:gd name="connsiteX0" fmla="*/ 66170 w 66170"/>
              <a:gd name="connsiteY0" fmla="*/ 0 h 35642"/>
              <a:gd name="connsiteX1" fmla="*/ 33080 w 66170"/>
              <a:gd name="connsiteY1" fmla="*/ 35643 h 35642"/>
              <a:gd name="connsiteX2" fmla="*/ 0 w 66170"/>
              <a:gd name="connsiteY2" fmla="*/ 0 h 35642"/>
            </a:gdLst>
            <a:ahLst/>
            <a:cxnLst>
              <a:cxn ang="0">
                <a:pos x="connsiteX0" y="connsiteY0"/>
              </a:cxn>
              <a:cxn ang="0">
                <a:pos x="connsiteX1" y="connsiteY1"/>
              </a:cxn>
              <a:cxn ang="0">
                <a:pos x="connsiteX2" y="connsiteY2"/>
              </a:cxn>
            </a:cxnLst>
            <a:rect l="l" t="t" r="r" b="b"/>
            <a:pathLst>
              <a:path w="66170" h="35642">
                <a:moveTo>
                  <a:pt x="66170" y="0"/>
                </a:moveTo>
                <a:lnTo>
                  <a:pt x="33080" y="35643"/>
                </a:lnTo>
                <a:lnTo>
                  <a:pt x="0" y="0"/>
                </a:lnTo>
              </a:path>
            </a:pathLst>
          </a:custGeom>
          <a:noFill/>
          <a:ln w="7144" cap="flat">
            <a:solidFill>
              <a:srgbClr val="1D1D1B"/>
            </a:solidFill>
            <a:prstDash val="solid"/>
            <a:miter/>
          </a:ln>
        </p:spPr>
        <p:txBody>
          <a:bodyPr rtlCol="0" anchor="ctr"/>
          <a:lstStyle/>
          <a:p>
            <a:endParaRPr lang="de-CH"/>
          </a:p>
        </p:txBody>
      </p:sp>
      <p:sp>
        <p:nvSpPr>
          <p:cNvPr id="9" name="Textfeld 8">
            <a:extLst>
              <a:ext uri="{FF2B5EF4-FFF2-40B4-BE49-F238E27FC236}">
                <a16:creationId xmlns:a16="http://schemas.microsoft.com/office/drawing/2014/main" id="{3B1C1DD2-D7BF-14E7-3155-ED4065461AFF}"/>
              </a:ext>
            </a:extLst>
          </p:cNvPr>
          <p:cNvSpPr txBox="1"/>
          <p:nvPr/>
        </p:nvSpPr>
        <p:spPr>
          <a:xfrm>
            <a:off x="409574" y="4386263"/>
            <a:ext cx="180000" cy="2024062"/>
          </a:xfrm>
          <a:prstGeom prst="rect">
            <a:avLst/>
          </a:prstGeom>
          <a:noFill/>
        </p:spPr>
        <p:txBody>
          <a:bodyPr wrap="square" lIns="0" tIns="0" rIns="0" bIns="0" rtlCol="0" anchor="ctr">
            <a:noAutofit/>
          </a:bodyPr>
          <a:lstStyle/>
          <a:p>
            <a:pPr>
              <a:lnSpc>
                <a:spcPct val="72000"/>
              </a:lnSpc>
            </a:pPr>
            <a:r>
              <a:rPr lang="de-CH" sz="2850" dirty="0"/>
              <a:t>I</a:t>
            </a:r>
          </a:p>
          <a:p>
            <a:pPr>
              <a:lnSpc>
                <a:spcPct val="72000"/>
              </a:lnSpc>
            </a:pPr>
            <a:r>
              <a:rPr lang="de-CH" sz="2850" dirty="0">
                <a:solidFill>
                  <a:schemeClr val="accent2"/>
                </a:solidFill>
              </a:rPr>
              <a:t>I</a:t>
            </a:r>
          </a:p>
          <a:p>
            <a:pPr>
              <a:lnSpc>
                <a:spcPct val="72000"/>
              </a:lnSpc>
            </a:pPr>
            <a:r>
              <a:rPr lang="de-CH" sz="2850" dirty="0">
                <a:solidFill>
                  <a:schemeClr val="accent2"/>
                </a:solidFill>
              </a:rPr>
              <a:t>I</a:t>
            </a:r>
          </a:p>
          <a:p>
            <a:pPr>
              <a:lnSpc>
                <a:spcPct val="72000"/>
              </a:lnSpc>
            </a:pPr>
            <a:r>
              <a:rPr lang="de-CH" sz="2850" dirty="0">
                <a:solidFill>
                  <a:schemeClr val="accent2"/>
                </a:solidFill>
              </a:rPr>
              <a:t>I</a:t>
            </a:r>
          </a:p>
        </p:txBody>
      </p:sp>
      <p:grpSp>
        <p:nvGrpSpPr>
          <p:cNvPr id="10" name="Gruppieren 9">
            <a:extLst>
              <a:ext uri="{FF2B5EF4-FFF2-40B4-BE49-F238E27FC236}">
                <a16:creationId xmlns:a16="http://schemas.microsoft.com/office/drawing/2014/main" id="{8D92BDE5-D309-6405-6775-4E2170A4365D}"/>
              </a:ext>
            </a:extLst>
          </p:cNvPr>
          <p:cNvGrpSpPr/>
          <p:nvPr/>
        </p:nvGrpSpPr>
        <p:grpSpPr>
          <a:xfrm>
            <a:off x="532406" y="5253167"/>
            <a:ext cx="2575262" cy="1164165"/>
            <a:chOff x="8680464" y="2787041"/>
            <a:chExt cx="2575262" cy="1196399"/>
          </a:xfrm>
          <a:solidFill>
            <a:schemeClr val="accent6"/>
          </a:solidFill>
        </p:grpSpPr>
        <p:sp>
          <p:nvSpPr>
            <p:cNvPr id="11" name="Rechteck 10">
              <a:extLst>
                <a:ext uri="{FF2B5EF4-FFF2-40B4-BE49-F238E27FC236}">
                  <a16:creationId xmlns:a16="http://schemas.microsoft.com/office/drawing/2014/main" id="{D1367A29-735F-B7FE-9277-EE744132ECE7}"/>
                </a:ext>
              </a:extLst>
            </p:cNvPr>
            <p:cNvSpPr/>
            <p:nvPr/>
          </p:nvSpPr>
          <p:spPr>
            <a:xfrm>
              <a:off x="8876816" y="2787042"/>
              <a:ext cx="2378910" cy="119639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44000" rIns="72000" bIns="72000" rtlCol="0" anchor="t"/>
            <a:lstStyle/>
            <a:p>
              <a:pPr>
                <a:lnSpc>
                  <a:spcPct val="97000"/>
                </a:lnSpc>
              </a:pPr>
              <a:r>
                <a:rPr lang="de-CH" sz="1200" b="1" spc="30" dirty="0">
                  <a:solidFill>
                    <a:schemeClr val="tx1"/>
                  </a:solidFill>
                </a:rPr>
                <a:t>Hinweis</a:t>
              </a:r>
            </a:p>
            <a:p>
              <a:pPr>
                <a:lnSpc>
                  <a:spcPct val="97000"/>
                </a:lnSpc>
              </a:pPr>
              <a:r>
                <a:rPr lang="de-CH" sz="1200" spc="30" dirty="0">
                  <a:solidFill>
                    <a:schemeClr val="tx1"/>
                  </a:solidFill>
                </a:rPr>
                <a:t>«Fortschrittsanzeige» besteht aus grossen «</a:t>
              </a:r>
              <a:r>
                <a:rPr lang="de-CH" sz="1200" spc="30" dirty="0" err="1">
                  <a:solidFill>
                    <a:schemeClr val="tx1"/>
                  </a:solidFill>
                </a:rPr>
                <a:t>i»’s</a:t>
              </a:r>
              <a:r>
                <a:rPr lang="de-CH" sz="1200" spc="30" dirty="0">
                  <a:solidFill>
                    <a:schemeClr val="tx1"/>
                  </a:solidFill>
                </a:rPr>
                <a:t> und kann je nach Folienanzahl beliebig ergänzt werden.</a:t>
              </a:r>
              <a:endParaRPr lang="de-DE" sz="1200" spc="30" dirty="0">
                <a:solidFill>
                  <a:schemeClr val="tx1"/>
                </a:solidFill>
              </a:endParaRPr>
            </a:p>
          </p:txBody>
        </p:sp>
        <p:sp>
          <p:nvSpPr>
            <p:cNvPr id="12" name="Rechtwinkliges Dreieck 11">
              <a:extLst>
                <a:ext uri="{FF2B5EF4-FFF2-40B4-BE49-F238E27FC236}">
                  <a16:creationId xmlns:a16="http://schemas.microsoft.com/office/drawing/2014/main" id="{D31B9560-72C5-EC99-0F95-86DB23800E18}"/>
                </a:ext>
              </a:extLst>
            </p:cNvPr>
            <p:cNvSpPr/>
            <p:nvPr/>
          </p:nvSpPr>
          <p:spPr>
            <a:xfrm rot="5400000" flipV="1">
              <a:off x="8671836" y="2795669"/>
              <a:ext cx="324265" cy="30701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grpSp>
        <p:nvGrpSpPr>
          <p:cNvPr id="13" name="Gruppieren 12">
            <a:extLst>
              <a:ext uri="{FF2B5EF4-FFF2-40B4-BE49-F238E27FC236}">
                <a16:creationId xmlns:a16="http://schemas.microsoft.com/office/drawing/2014/main" id="{CD813118-D186-F8CB-FFEF-BC8C67AF5D7A}"/>
              </a:ext>
            </a:extLst>
          </p:cNvPr>
          <p:cNvGrpSpPr/>
          <p:nvPr/>
        </p:nvGrpSpPr>
        <p:grpSpPr>
          <a:xfrm>
            <a:off x="423205" y="2887183"/>
            <a:ext cx="126000" cy="1083635"/>
            <a:chOff x="423205" y="2887183"/>
            <a:chExt cx="126000" cy="1083635"/>
          </a:xfrm>
        </p:grpSpPr>
        <p:sp>
          <p:nvSpPr>
            <p:cNvPr id="14" name="Ellipse 13">
              <a:extLst>
                <a:ext uri="{FF2B5EF4-FFF2-40B4-BE49-F238E27FC236}">
                  <a16:creationId xmlns:a16="http://schemas.microsoft.com/office/drawing/2014/main" id="{A4B667A8-0FEA-3928-2E21-FD8AAAD35B74}"/>
                </a:ext>
              </a:extLst>
            </p:cNvPr>
            <p:cNvSpPr>
              <a:spLocks noChangeAspect="1"/>
            </p:cNvSpPr>
            <p:nvPr/>
          </p:nvSpPr>
          <p:spPr>
            <a:xfrm>
              <a:off x="423205" y="2887183"/>
              <a:ext cx="126000" cy="126000"/>
            </a:xfrm>
            <a:prstGeom prst="ellipse">
              <a:avLst/>
            </a:prstGeom>
            <a:solidFill>
              <a:schemeClr val="tx1"/>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de-CH"/>
            </a:p>
          </p:txBody>
        </p:sp>
        <p:sp>
          <p:nvSpPr>
            <p:cNvPr id="15" name="Ellipse 14">
              <a:extLst>
                <a:ext uri="{FF2B5EF4-FFF2-40B4-BE49-F238E27FC236}">
                  <a16:creationId xmlns:a16="http://schemas.microsoft.com/office/drawing/2014/main" id="{08B3333D-BC49-58C0-FB0D-BA7D2A57DA56}"/>
                </a:ext>
              </a:extLst>
            </p:cNvPr>
            <p:cNvSpPr>
              <a:spLocks noChangeAspect="1"/>
            </p:cNvSpPr>
            <p:nvPr/>
          </p:nvSpPr>
          <p:spPr>
            <a:xfrm>
              <a:off x="423205" y="3527487"/>
              <a:ext cx="126000" cy="126000"/>
            </a:xfrm>
            <a:prstGeom prst="ellipse">
              <a:avLst/>
            </a:prstGeom>
            <a:noFill/>
            <a:ln>
              <a:solidFill>
                <a:schemeClr val="accent2"/>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de-CH"/>
            </a:p>
          </p:txBody>
        </p:sp>
        <p:sp>
          <p:nvSpPr>
            <p:cNvPr id="16" name="Ellipse 15">
              <a:extLst>
                <a:ext uri="{FF2B5EF4-FFF2-40B4-BE49-F238E27FC236}">
                  <a16:creationId xmlns:a16="http://schemas.microsoft.com/office/drawing/2014/main" id="{BD3A4951-041C-E53F-C398-8F83B63253DA}"/>
                </a:ext>
              </a:extLst>
            </p:cNvPr>
            <p:cNvSpPr>
              <a:spLocks noChangeAspect="1"/>
            </p:cNvSpPr>
            <p:nvPr/>
          </p:nvSpPr>
          <p:spPr>
            <a:xfrm>
              <a:off x="423205" y="3844818"/>
              <a:ext cx="126000" cy="126000"/>
            </a:xfrm>
            <a:prstGeom prst="ellipse">
              <a:avLst/>
            </a:prstGeom>
            <a:noFill/>
            <a:ln>
              <a:solidFill>
                <a:schemeClr val="accent2"/>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de-CH"/>
            </a:p>
          </p:txBody>
        </p:sp>
        <p:sp>
          <p:nvSpPr>
            <p:cNvPr id="26" name="Ellipse 25">
              <a:extLst>
                <a:ext uri="{FF2B5EF4-FFF2-40B4-BE49-F238E27FC236}">
                  <a16:creationId xmlns:a16="http://schemas.microsoft.com/office/drawing/2014/main" id="{ADD7ACDD-891C-6240-440D-E394A5C40A35}"/>
                </a:ext>
              </a:extLst>
            </p:cNvPr>
            <p:cNvSpPr>
              <a:spLocks noChangeAspect="1"/>
            </p:cNvSpPr>
            <p:nvPr/>
          </p:nvSpPr>
          <p:spPr>
            <a:xfrm>
              <a:off x="423205" y="3204513"/>
              <a:ext cx="126000" cy="126000"/>
            </a:xfrm>
            <a:prstGeom prst="ellipse">
              <a:avLst/>
            </a:prstGeom>
            <a:solidFill>
              <a:schemeClr val="bg1"/>
            </a:solidFill>
            <a:ln>
              <a:solidFill>
                <a:schemeClr val="bg2"/>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de-CH"/>
            </a:p>
          </p:txBody>
        </p:sp>
        <p:cxnSp>
          <p:nvCxnSpPr>
            <p:cNvPr id="27" name="Gerader Verbinder 26">
              <a:extLst>
                <a:ext uri="{FF2B5EF4-FFF2-40B4-BE49-F238E27FC236}">
                  <a16:creationId xmlns:a16="http://schemas.microsoft.com/office/drawing/2014/main" id="{65D3A899-324E-093A-DC1A-45D761E65A1B}"/>
                </a:ext>
              </a:extLst>
            </p:cNvPr>
            <p:cNvCxnSpPr>
              <a:cxnSpLocks/>
              <a:stCxn id="14" idx="4"/>
              <a:endCxn id="26" idx="0"/>
            </p:cNvCxnSpPr>
            <p:nvPr/>
          </p:nvCxnSpPr>
          <p:spPr>
            <a:xfrm>
              <a:off x="486205" y="3013183"/>
              <a:ext cx="0" cy="19133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4883BBF3-7BDC-1D85-6AEC-15FF69C7EB54}"/>
                </a:ext>
              </a:extLst>
            </p:cNvPr>
            <p:cNvCxnSpPr>
              <a:cxnSpLocks/>
              <a:stCxn id="26" idx="4"/>
            </p:cNvCxnSpPr>
            <p:nvPr/>
          </p:nvCxnSpPr>
          <p:spPr>
            <a:xfrm>
              <a:off x="486205" y="3330513"/>
              <a:ext cx="0" cy="196974"/>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D79D8940-461C-99F0-7FB5-77821AC2699F}"/>
                </a:ext>
              </a:extLst>
            </p:cNvPr>
            <p:cNvCxnSpPr>
              <a:cxnSpLocks/>
            </p:cNvCxnSpPr>
            <p:nvPr/>
          </p:nvCxnSpPr>
          <p:spPr>
            <a:xfrm>
              <a:off x="486205" y="3653487"/>
              <a:ext cx="0" cy="19133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32" name="Ellipse 31">
            <a:extLst>
              <a:ext uri="{FF2B5EF4-FFF2-40B4-BE49-F238E27FC236}">
                <a16:creationId xmlns:a16="http://schemas.microsoft.com/office/drawing/2014/main" id="{A5263ED0-1A61-A62A-561A-EE13790FDB54}"/>
              </a:ext>
            </a:extLst>
          </p:cNvPr>
          <p:cNvSpPr>
            <a:spLocks noChangeAspect="1"/>
          </p:cNvSpPr>
          <p:nvPr/>
        </p:nvSpPr>
        <p:spPr>
          <a:xfrm>
            <a:off x="4074398" y="3186209"/>
            <a:ext cx="540000" cy="540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33" name="Grafik 32">
            <a:extLst>
              <a:ext uri="{FF2B5EF4-FFF2-40B4-BE49-F238E27FC236}">
                <a16:creationId xmlns:a16="http://schemas.microsoft.com/office/drawing/2014/main" id="{4C989750-0D24-58E6-6576-9ABE9A5289F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161949" y="3272118"/>
            <a:ext cx="368182" cy="368182"/>
          </a:xfrm>
          <a:prstGeom prst="rect">
            <a:avLst/>
          </a:prstGeom>
        </p:spPr>
      </p:pic>
    </p:spTree>
    <p:extLst>
      <p:ext uri="{BB962C8B-B14F-4D97-AF65-F5344CB8AC3E}">
        <p14:creationId xmlns:p14="http://schemas.microsoft.com/office/powerpoint/2010/main" val="326803986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CB834C5E-44EE-77C1-8FCA-4A23C5733092}"/>
              </a:ext>
            </a:extLst>
          </p:cNvPr>
          <p:cNvSpPr>
            <a:spLocks noGrp="1"/>
          </p:cNvSpPr>
          <p:nvPr>
            <p:ph type="dt" sz="half" idx="10"/>
          </p:nvPr>
        </p:nvSpPr>
        <p:spPr/>
        <p:txBody>
          <a:bodyPr/>
          <a:lstStyle/>
          <a:p>
            <a:fld id="{9D3775E5-4741-4244-A3AE-EBE2971E667A}" type="datetime4">
              <a:rPr lang="de-CH" smtClean="0"/>
              <a:t>8. Februar 2026</a:t>
            </a:fld>
            <a:endParaRPr lang="de-CH" dirty="0"/>
          </a:p>
        </p:txBody>
      </p:sp>
      <p:sp>
        <p:nvSpPr>
          <p:cNvPr id="3" name="Fußzeilenplatzhalter 2">
            <a:extLst>
              <a:ext uri="{FF2B5EF4-FFF2-40B4-BE49-F238E27FC236}">
                <a16:creationId xmlns:a16="http://schemas.microsoft.com/office/drawing/2014/main" id="{2B6AD70F-5221-C0EF-00E2-459B5DFFE12C}"/>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4" name="Foliennummernplatzhalter 3">
            <a:extLst>
              <a:ext uri="{FF2B5EF4-FFF2-40B4-BE49-F238E27FC236}">
                <a16:creationId xmlns:a16="http://schemas.microsoft.com/office/drawing/2014/main" id="{DFABAE2F-7125-E968-3991-8092C4056C3C}"/>
              </a:ext>
            </a:extLst>
          </p:cNvPr>
          <p:cNvSpPr>
            <a:spLocks noGrp="1"/>
          </p:cNvSpPr>
          <p:nvPr>
            <p:ph type="sldNum" sz="quarter" idx="12"/>
          </p:nvPr>
        </p:nvSpPr>
        <p:spPr/>
        <p:txBody>
          <a:bodyPr/>
          <a:lstStyle/>
          <a:p>
            <a:fld id="{442AD375-037F-43D0-B059-5172DA06796A}" type="slidenum">
              <a:rPr lang="de-CH" smtClean="0"/>
              <a:pPr/>
              <a:t>86</a:t>
            </a:fld>
            <a:endParaRPr lang="de-CH" dirty="0"/>
          </a:p>
        </p:txBody>
      </p:sp>
      <p:sp>
        <p:nvSpPr>
          <p:cNvPr id="5" name="Titel 4">
            <a:extLst>
              <a:ext uri="{FF2B5EF4-FFF2-40B4-BE49-F238E27FC236}">
                <a16:creationId xmlns:a16="http://schemas.microsoft.com/office/drawing/2014/main" id="{288F4D6A-6D3A-5AC0-842A-BFFC49AFD558}"/>
              </a:ext>
            </a:extLst>
          </p:cNvPr>
          <p:cNvSpPr>
            <a:spLocks noGrp="1"/>
          </p:cNvSpPr>
          <p:nvPr>
            <p:ph type="title"/>
          </p:nvPr>
        </p:nvSpPr>
        <p:spPr/>
        <p:txBody>
          <a:bodyPr/>
          <a:lstStyle/>
          <a:p>
            <a:r>
              <a:rPr lang="de-CH" dirty="0"/>
              <a:t>Devices</a:t>
            </a:r>
          </a:p>
        </p:txBody>
      </p:sp>
      <p:pic>
        <p:nvPicPr>
          <p:cNvPr id="9" name="Grafik 8">
            <a:extLst>
              <a:ext uri="{FF2B5EF4-FFF2-40B4-BE49-F238E27FC236}">
                <a16:creationId xmlns:a16="http://schemas.microsoft.com/office/drawing/2014/main" id="{4A5580C9-B3BE-2416-3354-A330C3ABFF03}"/>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438973" y="1125592"/>
            <a:ext cx="6537576" cy="4784064"/>
          </a:xfrm>
          <a:prstGeom prst="rect">
            <a:avLst/>
          </a:prstGeom>
        </p:spPr>
      </p:pic>
      <p:pic>
        <p:nvPicPr>
          <p:cNvPr id="11" name="Grafik 10">
            <a:extLst>
              <a:ext uri="{FF2B5EF4-FFF2-40B4-BE49-F238E27FC236}">
                <a16:creationId xmlns:a16="http://schemas.microsoft.com/office/drawing/2014/main" id="{D2121ABA-FBA1-BACB-6326-23D75DF42590}"/>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7416384" y="3738936"/>
            <a:ext cx="1309302" cy="2671197"/>
          </a:xfrm>
          <a:prstGeom prst="rect">
            <a:avLst/>
          </a:prstGeom>
        </p:spPr>
      </p:pic>
      <p:pic>
        <p:nvPicPr>
          <p:cNvPr id="12" name="Grafik 11">
            <a:extLst>
              <a:ext uri="{FF2B5EF4-FFF2-40B4-BE49-F238E27FC236}">
                <a16:creationId xmlns:a16="http://schemas.microsoft.com/office/drawing/2014/main" id="{8B180ECD-D994-557F-47A5-0F7B7B0D53FA}"/>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7415342" y="452809"/>
            <a:ext cx="3928289" cy="3020910"/>
          </a:xfrm>
          <a:prstGeom prst="rect">
            <a:avLst/>
          </a:prstGeom>
        </p:spPr>
      </p:pic>
      <p:pic>
        <p:nvPicPr>
          <p:cNvPr id="13" name="Grafik 12">
            <a:extLst>
              <a:ext uri="{FF2B5EF4-FFF2-40B4-BE49-F238E27FC236}">
                <a16:creationId xmlns:a16="http://schemas.microsoft.com/office/drawing/2014/main" id="{D4161DD7-74EB-DDAF-D4C3-A52ADE004666}"/>
              </a:ext>
            </a:extLst>
          </p:cNvPr>
          <p:cNvPicPr>
            <a:picLocks noChangeAspect="1"/>
          </p:cNvPicPr>
          <p:nvPr/>
        </p:nvPicPr>
        <p:blipFill>
          <a:blip r:embed="rId5" cstate="print">
            <a:extLst>
              <a:ext uri="{28A0092B-C50C-407E-A947-70E740481C1C}">
                <a14:useLocalDpi xmlns:a14="http://schemas.microsoft.com/office/drawing/2010/main" val="0"/>
              </a:ext>
            </a:extLst>
          </a:blip>
          <a:srcRect t="16" b="16"/>
          <a:stretch/>
        </p:blipFill>
        <p:spPr>
          <a:xfrm>
            <a:off x="605268" y="1300942"/>
            <a:ext cx="6204987" cy="3508125"/>
          </a:xfrm>
          <a:prstGeom prst="rect">
            <a:avLst/>
          </a:prstGeom>
        </p:spPr>
      </p:pic>
      <p:pic>
        <p:nvPicPr>
          <p:cNvPr id="14" name="Grafik 13">
            <a:extLst>
              <a:ext uri="{FF2B5EF4-FFF2-40B4-BE49-F238E27FC236}">
                <a16:creationId xmlns:a16="http://schemas.microsoft.com/office/drawing/2014/main" id="{7B32CBD2-7C48-B093-9520-B715002CCBE4}"/>
              </a:ext>
            </a:extLst>
          </p:cNvPr>
          <p:cNvPicPr>
            <a:picLocks noChangeAspect="1"/>
          </p:cNvPicPr>
          <p:nvPr/>
        </p:nvPicPr>
        <p:blipFill>
          <a:blip r:embed="rId6" cstate="print">
            <a:extLst>
              <a:ext uri="{28A0092B-C50C-407E-A947-70E740481C1C}">
                <a14:useLocalDpi xmlns:a14="http://schemas.microsoft.com/office/drawing/2010/main" val="0"/>
              </a:ext>
            </a:extLst>
          </a:blip>
          <a:srcRect t="82" b="82"/>
          <a:stretch/>
        </p:blipFill>
        <p:spPr>
          <a:xfrm>
            <a:off x="7464150" y="3777836"/>
            <a:ext cx="1217039" cy="2590607"/>
          </a:xfrm>
          <a:prstGeom prst="roundRect">
            <a:avLst>
              <a:gd name="adj" fmla="val 15054"/>
            </a:avLst>
          </a:prstGeom>
        </p:spPr>
      </p:pic>
      <p:pic>
        <p:nvPicPr>
          <p:cNvPr id="15" name="Grafik 14">
            <a:extLst>
              <a:ext uri="{FF2B5EF4-FFF2-40B4-BE49-F238E27FC236}">
                <a16:creationId xmlns:a16="http://schemas.microsoft.com/office/drawing/2014/main" id="{1631BD11-937B-5CD7-6C54-CC4C464C395B}"/>
              </a:ext>
            </a:extLst>
          </p:cNvPr>
          <p:cNvPicPr>
            <a:picLocks noChangeAspect="1"/>
          </p:cNvPicPr>
          <p:nvPr/>
        </p:nvPicPr>
        <p:blipFill>
          <a:blip r:embed="rId7" cstate="print">
            <a:extLst>
              <a:ext uri="{28A0092B-C50C-407E-A947-70E740481C1C}">
                <a14:useLocalDpi xmlns:a14="http://schemas.microsoft.com/office/drawing/2010/main" val="0"/>
              </a:ext>
            </a:extLst>
          </a:blip>
          <a:srcRect l="30" r="30"/>
          <a:stretch/>
        </p:blipFill>
        <p:spPr>
          <a:xfrm>
            <a:off x="7533618" y="579919"/>
            <a:ext cx="3691737" cy="2786093"/>
          </a:xfrm>
          <a:prstGeom prst="roundRect">
            <a:avLst>
              <a:gd name="adj" fmla="val 968"/>
            </a:avLst>
          </a:prstGeom>
        </p:spPr>
      </p:pic>
    </p:spTree>
    <p:extLst>
      <p:ext uri="{BB962C8B-B14F-4D97-AF65-F5344CB8AC3E}">
        <p14:creationId xmlns:p14="http://schemas.microsoft.com/office/powerpoint/2010/main" val="168824347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FBA7D9CD-FAE9-DABB-9A87-104023E0156C}"/>
              </a:ext>
            </a:extLst>
          </p:cNvPr>
          <p:cNvSpPr>
            <a:spLocks noGrp="1"/>
          </p:cNvSpPr>
          <p:nvPr>
            <p:ph type="dt" sz="half" idx="10"/>
          </p:nvPr>
        </p:nvSpPr>
        <p:spPr/>
        <p:txBody>
          <a:bodyPr/>
          <a:lstStyle/>
          <a:p>
            <a:fld id="{BF7FFFA6-B8B4-49BA-94EC-BDA44F7F4404}" type="datetime4">
              <a:rPr lang="de-CH" smtClean="0"/>
              <a:t>8. Februar 2026</a:t>
            </a:fld>
            <a:endParaRPr lang="de-CH" dirty="0"/>
          </a:p>
        </p:txBody>
      </p:sp>
      <p:sp>
        <p:nvSpPr>
          <p:cNvPr id="3" name="Fußzeilenplatzhalter 2">
            <a:extLst>
              <a:ext uri="{FF2B5EF4-FFF2-40B4-BE49-F238E27FC236}">
                <a16:creationId xmlns:a16="http://schemas.microsoft.com/office/drawing/2014/main" id="{BA13293A-5DEA-B8FE-4445-E787C0DEDEE1}"/>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4" name="Foliennummernplatzhalter 3">
            <a:extLst>
              <a:ext uri="{FF2B5EF4-FFF2-40B4-BE49-F238E27FC236}">
                <a16:creationId xmlns:a16="http://schemas.microsoft.com/office/drawing/2014/main" id="{A28B5E0B-C3AB-D454-C050-B4C73701676E}"/>
              </a:ext>
            </a:extLst>
          </p:cNvPr>
          <p:cNvSpPr>
            <a:spLocks noGrp="1"/>
          </p:cNvSpPr>
          <p:nvPr>
            <p:ph type="sldNum" sz="quarter" idx="12"/>
          </p:nvPr>
        </p:nvSpPr>
        <p:spPr/>
        <p:txBody>
          <a:bodyPr/>
          <a:lstStyle/>
          <a:p>
            <a:fld id="{442AD375-037F-43D0-B059-5172DA06796A}" type="slidenum">
              <a:rPr lang="de-CH" smtClean="0"/>
              <a:pPr/>
              <a:t>87</a:t>
            </a:fld>
            <a:endParaRPr lang="de-CH" dirty="0"/>
          </a:p>
        </p:txBody>
      </p:sp>
      <p:sp>
        <p:nvSpPr>
          <p:cNvPr id="5" name="Titel 4">
            <a:extLst>
              <a:ext uri="{FF2B5EF4-FFF2-40B4-BE49-F238E27FC236}">
                <a16:creationId xmlns:a16="http://schemas.microsoft.com/office/drawing/2014/main" id="{6BF08A90-EA80-AEFD-8ACD-B11E74F85B88}"/>
              </a:ext>
            </a:extLst>
          </p:cNvPr>
          <p:cNvSpPr>
            <a:spLocks noGrp="1"/>
          </p:cNvSpPr>
          <p:nvPr>
            <p:ph type="title"/>
          </p:nvPr>
        </p:nvSpPr>
        <p:spPr/>
        <p:txBody>
          <a:bodyPr/>
          <a:lstStyle/>
          <a:p>
            <a:r>
              <a:rPr lang="de-CH" dirty="0"/>
              <a:t>Piktogramme</a:t>
            </a:r>
          </a:p>
        </p:txBody>
      </p:sp>
      <p:sp>
        <p:nvSpPr>
          <p:cNvPr id="31" name="Inhaltsplatzhalter 30">
            <a:extLst>
              <a:ext uri="{FF2B5EF4-FFF2-40B4-BE49-F238E27FC236}">
                <a16:creationId xmlns:a16="http://schemas.microsoft.com/office/drawing/2014/main" id="{F7F68934-ED1B-59CE-B2C8-1DDEE4003A8F}"/>
              </a:ext>
            </a:extLst>
          </p:cNvPr>
          <p:cNvSpPr>
            <a:spLocks noGrp="1"/>
          </p:cNvSpPr>
          <p:nvPr>
            <p:ph idx="4294967295"/>
          </p:nvPr>
        </p:nvSpPr>
        <p:spPr>
          <a:xfrm>
            <a:off x="412750" y="894260"/>
            <a:ext cx="11369675" cy="215900"/>
          </a:xfrm>
        </p:spPr>
        <p:txBody>
          <a:bodyPr/>
          <a:lstStyle/>
          <a:p>
            <a:r>
              <a:rPr lang="de-CH" sz="1400" dirty="0"/>
              <a:t>Eine grössere Auswahl an Piktogrammen findet sich im Experience Hub im </a:t>
            </a:r>
            <a:r>
              <a:rPr lang="de-CH" sz="1400" dirty="0">
                <a:cs typeface="Calibri"/>
                <a:hlinkClick r:id="rId3">
                  <a:extLst>
                    <a:ext uri="{A12FA001-AC4F-418D-AE19-62706E023703}">
                      <ahyp:hlinkClr xmlns:ahyp="http://schemas.microsoft.com/office/drawing/2018/hyperlinkcolor" val="tx"/>
                    </a:ext>
                  </a:extLst>
                </a:hlinkClick>
              </a:rPr>
              <a:t>Download-Bereich Piktogramme</a:t>
            </a:r>
            <a:r>
              <a:rPr lang="de-CH" sz="1400" dirty="0">
                <a:cs typeface="Calibri"/>
              </a:rPr>
              <a:t>. </a:t>
            </a:r>
          </a:p>
        </p:txBody>
      </p:sp>
      <p:pic>
        <p:nvPicPr>
          <p:cNvPr id="39" name="Grafik 38">
            <a:extLst>
              <a:ext uri="{FF2B5EF4-FFF2-40B4-BE49-F238E27FC236}">
                <a16:creationId xmlns:a16="http://schemas.microsoft.com/office/drawing/2014/main" id="{67B812D9-A471-8842-B44B-2F367F1EF66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36237" y="1304824"/>
            <a:ext cx="540000" cy="540000"/>
          </a:xfrm>
          <a:prstGeom prst="rect">
            <a:avLst/>
          </a:prstGeom>
        </p:spPr>
      </p:pic>
      <p:pic>
        <p:nvPicPr>
          <p:cNvPr id="51" name="Grafik 50">
            <a:extLst>
              <a:ext uri="{FF2B5EF4-FFF2-40B4-BE49-F238E27FC236}">
                <a16:creationId xmlns:a16="http://schemas.microsoft.com/office/drawing/2014/main" id="{2A2E5144-D913-5810-AD45-9983598B0C8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16856" y="1304824"/>
            <a:ext cx="540000" cy="540000"/>
          </a:xfrm>
          <a:prstGeom prst="rect">
            <a:avLst/>
          </a:prstGeom>
        </p:spPr>
      </p:pic>
      <p:pic>
        <p:nvPicPr>
          <p:cNvPr id="59" name="Grafik 58">
            <a:extLst>
              <a:ext uri="{FF2B5EF4-FFF2-40B4-BE49-F238E27FC236}">
                <a16:creationId xmlns:a16="http://schemas.microsoft.com/office/drawing/2014/main" id="{814369E3-1DB6-EAA3-2F74-5B0798581DA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597475" y="1304824"/>
            <a:ext cx="540000" cy="540000"/>
          </a:xfrm>
          <a:prstGeom prst="rect">
            <a:avLst/>
          </a:prstGeom>
        </p:spPr>
      </p:pic>
      <p:pic>
        <p:nvPicPr>
          <p:cNvPr id="67" name="Grafik 66">
            <a:extLst>
              <a:ext uri="{FF2B5EF4-FFF2-40B4-BE49-F238E27FC236}">
                <a16:creationId xmlns:a16="http://schemas.microsoft.com/office/drawing/2014/main" id="{F9DB0336-52BC-595A-853E-FBBBEE0C75D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678094" y="1304824"/>
            <a:ext cx="540000" cy="540000"/>
          </a:xfrm>
          <a:prstGeom prst="rect">
            <a:avLst/>
          </a:prstGeom>
        </p:spPr>
      </p:pic>
      <p:pic>
        <p:nvPicPr>
          <p:cNvPr id="75" name="Grafik 74">
            <a:extLst>
              <a:ext uri="{FF2B5EF4-FFF2-40B4-BE49-F238E27FC236}">
                <a16:creationId xmlns:a16="http://schemas.microsoft.com/office/drawing/2014/main" id="{783A9385-9695-2CE1-C74F-A092303DE1F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758713" y="1304824"/>
            <a:ext cx="540000" cy="540000"/>
          </a:xfrm>
          <a:prstGeom prst="rect">
            <a:avLst/>
          </a:prstGeom>
        </p:spPr>
      </p:pic>
      <p:pic>
        <p:nvPicPr>
          <p:cNvPr id="83" name="Grafik 82">
            <a:extLst>
              <a:ext uri="{FF2B5EF4-FFF2-40B4-BE49-F238E27FC236}">
                <a16:creationId xmlns:a16="http://schemas.microsoft.com/office/drawing/2014/main" id="{B86CCE71-1604-145C-CD87-7B7D97B8988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839332" y="1304824"/>
            <a:ext cx="540000" cy="540000"/>
          </a:xfrm>
          <a:prstGeom prst="rect">
            <a:avLst/>
          </a:prstGeom>
        </p:spPr>
      </p:pic>
      <p:pic>
        <p:nvPicPr>
          <p:cNvPr id="110" name="Grafik 109">
            <a:extLst>
              <a:ext uri="{FF2B5EF4-FFF2-40B4-BE49-F238E27FC236}">
                <a16:creationId xmlns:a16="http://schemas.microsoft.com/office/drawing/2014/main" id="{E6C68445-1429-8A5A-13CB-5B1D8FCDA4B4}"/>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919951" y="1304824"/>
            <a:ext cx="540000" cy="540000"/>
          </a:xfrm>
          <a:prstGeom prst="rect">
            <a:avLst/>
          </a:prstGeom>
        </p:spPr>
      </p:pic>
      <p:pic>
        <p:nvPicPr>
          <p:cNvPr id="134" name="Grafik 133">
            <a:extLst>
              <a:ext uri="{FF2B5EF4-FFF2-40B4-BE49-F238E27FC236}">
                <a16:creationId xmlns:a16="http://schemas.microsoft.com/office/drawing/2014/main" id="{306100F7-5B6E-C931-FB42-1789EAB20551}"/>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000570" y="1304824"/>
            <a:ext cx="540000" cy="540000"/>
          </a:xfrm>
          <a:prstGeom prst="rect">
            <a:avLst/>
          </a:prstGeom>
        </p:spPr>
      </p:pic>
      <p:pic>
        <p:nvPicPr>
          <p:cNvPr id="136" name="Grafik 135">
            <a:extLst>
              <a:ext uri="{FF2B5EF4-FFF2-40B4-BE49-F238E27FC236}">
                <a16:creationId xmlns:a16="http://schemas.microsoft.com/office/drawing/2014/main" id="{33D4C38A-3989-B5D6-7647-C85C584B87AF}"/>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9081189" y="1304824"/>
            <a:ext cx="540000" cy="540000"/>
          </a:xfrm>
          <a:prstGeom prst="rect">
            <a:avLst/>
          </a:prstGeom>
        </p:spPr>
      </p:pic>
      <p:pic>
        <p:nvPicPr>
          <p:cNvPr id="138" name="Grafik 137">
            <a:extLst>
              <a:ext uri="{FF2B5EF4-FFF2-40B4-BE49-F238E27FC236}">
                <a16:creationId xmlns:a16="http://schemas.microsoft.com/office/drawing/2014/main" id="{E00DA15E-091B-BFEC-AF7B-A9D6C2D45A2C}"/>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0161808" y="1304824"/>
            <a:ext cx="540000" cy="540000"/>
          </a:xfrm>
          <a:prstGeom prst="rect">
            <a:avLst/>
          </a:prstGeom>
        </p:spPr>
      </p:pic>
      <p:pic>
        <p:nvPicPr>
          <p:cNvPr id="140" name="Grafik 139">
            <a:extLst>
              <a:ext uri="{FF2B5EF4-FFF2-40B4-BE49-F238E27FC236}">
                <a16:creationId xmlns:a16="http://schemas.microsoft.com/office/drawing/2014/main" id="{80084DCC-BCE8-7D43-6194-E6428799AE13}"/>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1242425" y="1304824"/>
            <a:ext cx="540000" cy="540000"/>
          </a:xfrm>
          <a:prstGeom prst="rect">
            <a:avLst/>
          </a:prstGeom>
        </p:spPr>
      </p:pic>
      <p:pic>
        <p:nvPicPr>
          <p:cNvPr id="143" name="Grafik 142">
            <a:extLst>
              <a:ext uri="{FF2B5EF4-FFF2-40B4-BE49-F238E27FC236}">
                <a16:creationId xmlns:a16="http://schemas.microsoft.com/office/drawing/2014/main" id="{853C4A51-3872-5C7C-4F3A-2253DAE2A5B7}"/>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436237" y="2384410"/>
            <a:ext cx="540000" cy="540000"/>
          </a:xfrm>
          <a:prstGeom prst="rect">
            <a:avLst/>
          </a:prstGeom>
        </p:spPr>
      </p:pic>
      <p:pic>
        <p:nvPicPr>
          <p:cNvPr id="145" name="Grafik 144">
            <a:extLst>
              <a:ext uri="{FF2B5EF4-FFF2-40B4-BE49-F238E27FC236}">
                <a16:creationId xmlns:a16="http://schemas.microsoft.com/office/drawing/2014/main" id="{D831190C-6D05-1D1F-053E-E44D452E4673}"/>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516856" y="2384410"/>
            <a:ext cx="540000" cy="540000"/>
          </a:xfrm>
          <a:prstGeom prst="rect">
            <a:avLst/>
          </a:prstGeom>
        </p:spPr>
      </p:pic>
      <p:pic>
        <p:nvPicPr>
          <p:cNvPr id="147" name="Grafik 146">
            <a:extLst>
              <a:ext uri="{FF2B5EF4-FFF2-40B4-BE49-F238E27FC236}">
                <a16:creationId xmlns:a16="http://schemas.microsoft.com/office/drawing/2014/main" id="{801A982F-8E7D-3669-BBAC-7A8D057964B9}"/>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2597475" y="2384410"/>
            <a:ext cx="540000" cy="540000"/>
          </a:xfrm>
          <a:prstGeom prst="rect">
            <a:avLst/>
          </a:prstGeom>
        </p:spPr>
      </p:pic>
      <p:pic>
        <p:nvPicPr>
          <p:cNvPr id="149" name="Grafik 148">
            <a:extLst>
              <a:ext uri="{FF2B5EF4-FFF2-40B4-BE49-F238E27FC236}">
                <a16:creationId xmlns:a16="http://schemas.microsoft.com/office/drawing/2014/main" id="{02F53E10-923C-A38C-6D43-9A49EFDFF8B3}"/>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3678094" y="2384410"/>
            <a:ext cx="540000" cy="540000"/>
          </a:xfrm>
          <a:prstGeom prst="rect">
            <a:avLst/>
          </a:prstGeom>
        </p:spPr>
      </p:pic>
      <p:pic>
        <p:nvPicPr>
          <p:cNvPr id="151" name="Grafik 150">
            <a:extLst>
              <a:ext uri="{FF2B5EF4-FFF2-40B4-BE49-F238E27FC236}">
                <a16:creationId xmlns:a16="http://schemas.microsoft.com/office/drawing/2014/main" id="{6AC3666D-9501-2B76-AC01-32E93C3296F6}"/>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4758713" y="2384410"/>
            <a:ext cx="540000" cy="540000"/>
          </a:xfrm>
          <a:prstGeom prst="rect">
            <a:avLst/>
          </a:prstGeom>
        </p:spPr>
      </p:pic>
      <p:pic>
        <p:nvPicPr>
          <p:cNvPr id="153" name="Grafik 152">
            <a:extLst>
              <a:ext uri="{FF2B5EF4-FFF2-40B4-BE49-F238E27FC236}">
                <a16:creationId xmlns:a16="http://schemas.microsoft.com/office/drawing/2014/main" id="{1B47A1AD-DFD5-8114-748B-C66D38B0576F}"/>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5839332" y="2384410"/>
            <a:ext cx="540000" cy="540000"/>
          </a:xfrm>
          <a:prstGeom prst="rect">
            <a:avLst/>
          </a:prstGeom>
        </p:spPr>
      </p:pic>
      <p:pic>
        <p:nvPicPr>
          <p:cNvPr id="155" name="Grafik 154">
            <a:extLst>
              <a:ext uri="{FF2B5EF4-FFF2-40B4-BE49-F238E27FC236}">
                <a16:creationId xmlns:a16="http://schemas.microsoft.com/office/drawing/2014/main" id="{811EA530-3ACE-C1FB-90D2-206A78A1048A}"/>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6919951" y="2384410"/>
            <a:ext cx="540000" cy="540000"/>
          </a:xfrm>
          <a:prstGeom prst="rect">
            <a:avLst/>
          </a:prstGeom>
        </p:spPr>
      </p:pic>
      <p:pic>
        <p:nvPicPr>
          <p:cNvPr id="157" name="Grafik 156">
            <a:extLst>
              <a:ext uri="{FF2B5EF4-FFF2-40B4-BE49-F238E27FC236}">
                <a16:creationId xmlns:a16="http://schemas.microsoft.com/office/drawing/2014/main" id="{0C39E231-8929-851C-6783-8E4F7A086035}"/>
              </a:ext>
            </a:extLst>
          </p:cNvPr>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8000570" y="2384410"/>
            <a:ext cx="540000" cy="540000"/>
          </a:xfrm>
          <a:prstGeom prst="rect">
            <a:avLst/>
          </a:prstGeom>
        </p:spPr>
      </p:pic>
      <p:pic>
        <p:nvPicPr>
          <p:cNvPr id="159" name="Grafik 158">
            <a:extLst>
              <a:ext uri="{FF2B5EF4-FFF2-40B4-BE49-F238E27FC236}">
                <a16:creationId xmlns:a16="http://schemas.microsoft.com/office/drawing/2014/main" id="{9F12F3FA-20C4-E0C3-E171-ECA675A29A0D}"/>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9081189" y="2384410"/>
            <a:ext cx="540000" cy="540000"/>
          </a:xfrm>
          <a:prstGeom prst="rect">
            <a:avLst/>
          </a:prstGeom>
        </p:spPr>
      </p:pic>
      <p:pic>
        <p:nvPicPr>
          <p:cNvPr id="161" name="Grafik 160">
            <a:extLst>
              <a:ext uri="{FF2B5EF4-FFF2-40B4-BE49-F238E27FC236}">
                <a16:creationId xmlns:a16="http://schemas.microsoft.com/office/drawing/2014/main" id="{D7E5EB2E-9B40-B788-BDE6-2801005DE08B}"/>
              </a:ext>
            </a:extLst>
          </p:cNvPr>
          <p:cNvPicPr>
            <a:picLocks noChangeAspect="1"/>
          </p:cNvPicPr>
          <p:nvPr/>
        </p:nvPicPr>
        <p:blipFill>
          <a:blip r:embed="rId44">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10161808" y="2384410"/>
            <a:ext cx="540000" cy="540000"/>
          </a:xfrm>
          <a:prstGeom prst="rect">
            <a:avLst/>
          </a:prstGeom>
        </p:spPr>
      </p:pic>
      <p:pic>
        <p:nvPicPr>
          <p:cNvPr id="163" name="Grafik 162">
            <a:extLst>
              <a:ext uri="{FF2B5EF4-FFF2-40B4-BE49-F238E27FC236}">
                <a16:creationId xmlns:a16="http://schemas.microsoft.com/office/drawing/2014/main" id="{5E892824-3E06-3C6D-3E21-570A9646C3D3}"/>
              </a:ext>
            </a:extLst>
          </p:cNvPr>
          <p:cNvPicPr>
            <a:picLocks noChangeAspect="1"/>
          </p:cNvPicPr>
          <p:nvPr/>
        </p:nvPicPr>
        <p:blipFill>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11242425" y="2384410"/>
            <a:ext cx="540000" cy="540000"/>
          </a:xfrm>
          <a:prstGeom prst="rect">
            <a:avLst/>
          </a:prstGeom>
        </p:spPr>
      </p:pic>
      <p:pic>
        <p:nvPicPr>
          <p:cNvPr id="165" name="Grafik 164">
            <a:extLst>
              <a:ext uri="{FF2B5EF4-FFF2-40B4-BE49-F238E27FC236}">
                <a16:creationId xmlns:a16="http://schemas.microsoft.com/office/drawing/2014/main" id="{C4769B7A-87A6-07E0-BB1C-A25F8D9B6D21}"/>
              </a:ext>
            </a:extLst>
          </p:cNvPr>
          <p:cNvPicPr>
            <a:picLocks noChangeAspect="1"/>
          </p:cNvPicPr>
          <p:nvPr/>
        </p:nvPicPr>
        <p:blipFill>
          <a:blip r:embed="rId48">
            <a:extLst>
              <a:ext uri="{28A0092B-C50C-407E-A947-70E740481C1C}">
                <a14:useLocalDpi xmlns:a14="http://schemas.microsoft.com/office/drawing/2010/main" val="0"/>
              </a:ext>
              <a:ext uri="{96DAC541-7B7A-43D3-8B79-37D633B846F1}">
                <asvg:svgBlip xmlns:asvg="http://schemas.microsoft.com/office/drawing/2016/SVG/main" r:embed="rId49"/>
              </a:ext>
            </a:extLst>
          </a:blip>
          <a:stretch>
            <a:fillRect/>
          </a:stretch>
        </p:blipFill>
        <p:spPr>
          <a:xfrm>
            <a:off x="436237" y="3463996"/>
            <a:ext cx="540000" cy="540000"/>
          </a:xfrm>
          <a:prstGeom prst="rect">
            <a:avLst/>
          </a:prstGeom>
        </p:spPr>
      </p:pic>
      <p:pic>
        <p:nvPicPr>
          <p:cNvPr id="169" name="Grafik 168">
            <a:extLst>
              <a:ext uri="{FF2B5EF4-FFF2-40B4-BE49-F238E27FC236}">
                <a16:creationId xmlns:a16="http://schemas.microsoft.com/office/drawing/2014/main" id="{4231B7DD-985F-3401-E578-8ACA36684CD0}"/>
              </a:ext>
            </a:extLst>
          </p:cNvPr>
          <p:cNvPicPr>
            <a:picLocks noChangeAspect="1"/>
          </p:cNvPicPr>
          <p:nvPr/>
        </p:nvPicPr>
        <p:blipFill>
          <a:blip r:embed="rId50">
            <a:extLst>
              <a:ext uri="{28A0092B-C50C-407E-A947-70E740481C1C}">
                <a14:useLocalDpi xmlns:a14="http://schemas.microsoft.com/office/drawing/2010/main" val="0"/>
              </a:ext>
              <a:ext uri="{96DAC541-7B7A-43D3-8B79-37D633B846F1}">
                <asvg:svgBlip xmlns:asvg="http://schemas.microsoft.com/office/drawing/2016/SVG/main" r:embed="rId51"/>
              </a:ext>
            </a:extLst>
          </a:blip>
          <a:stretch>
            <a:fillRect/>
          </a:stretch>
        </p:blipFill>
        <p:spPr>
          <a:xfrm>
            <a:off x="2597475" y="3463996"/>
            <a:ext cx="540000" cy="540000"/>
          </a:xfrm>
          <a:prstGeom prst="rect">
            <a:avLst/>
          </a:prstGeom>
        </p:spPr>
      </p:pic>
      <p:pic>
        <p:nvPicPr>
          <p:cNvPr id="171" name="Grafik 170">
            <a:extLst>
              <a:ext uri="{FF2B5EF4-FFF2-40B4-BE49-F238E27FC236}">
                <a16:creationId xmlns:a16="http://schemas.microsoft.com/office/drawing/2014/main" id="{438EA915-32A1-EE3D-B0EA-0F737AEB48FF}"/>
              </a:ext>
            </a:extLst>
          </p:cNvPr>
          <p:cNvPicPr>
            <a:picLocks noChangeAspect="1"/>
          </p:cNvPicPr>
          <p:nvPr/>
        </p:nvPicPr>
        <p:blipFill>
          <a:blip r:embed="rId52">
            <a:extLst>
              <a:ext uri="{28A0092B-C50C-407E-A947-70E740481C1C}">
                <a14:useLocalDpi xmlns:a14="http://schemas.microsoft.com/office/drawing/2010/main" val="0"/>
              </a:ext>
              <a:ext uri="{96DAC541-7B7A-43D3-8B79-37D633B846F1}">
                <asvg:svgBlip xmlns:asvg="http://schemas.microsoft.com/office/drawing/2016/SVG/main" r:embed="rId53"/>
              </a:ext>
            </a:extLst>
          </a:blip>
          <a:stretch>
            <a:fillRect/>
          </a:stretch>
        </p:blipFill>
        <p:spPr>
          <a:xfrm>
            <a:off x="3678094" y="3463996"/>
            <a:ext cx="540000" cy="540000"/>
          </a:xfrm>
          <a:prstGeom prst="rect">
            <a:avLst/>
          </a:prstGeom>
        </p:spPr>
      </p:pic>
      <p:pic>
        <p:nvPicPr>
          <p:cNvPr id="173" name="Grafik 172">
            <a:extLst>
              <a:ext uri="{FF2B5EF4-FFF2-40B4-BE49-F238E27FC236}">
                <a16:creationId xmlns:a16="http://schemas.microsoft.com/office/drawing/2014/main" id="{FB1FA923-8D24-A757-7F28-F184386ACF5C}"/>
              </a:ext>
            </a:extLst>
          </p:cNvPr>
          <p:cNvPicPr>
            <a:picLocks noChangeAspect="1"/>
          </p:cNvPicPr>
          <p:nvPr/>
        </p:nvPicPr>
        <p:blipFill>
          <a:blip r:embed="rId54">
            <a:extLst>
              <a:ext uri="{28A0092B-C50C-407E-A947-70E740481C1C}">
                <a14:useLocalDpi xmlns:a14="http://schemas.microsoft.com/office/drawing/2010/main" val="0"/>
              </a:ext>
              <a:ext uri="{96DAC541-7B7A-43D3-8B79-37D633B846F1}">
                <asvg:svgBlip xmlns:asvg="http://schemas.microsoft.com/office/drawing/2016/SVG/main" r:embed="rId55"/>
              </a:ext>
            </a:extLst>
          </a:blip>
          <a:stretch>
            <a:fillRect/>
          </a:stretch>
        </p:blipFill>
        <p:spPr>
          <a:xfrm>
            <a:off x="5839332" y="3463996"/>
            <a:ext cx="540000" cy="540000"/>
          </a:xfrm>
          <a:prstGeom prst="rect">
            <a:avLst/>
          </a:prstGeom>
        </p:spPr>
      </p:pic>
      <p:pic>
        <p:nvPicPr>
          <p:cNvPr id="175" name="Grafik 174">
            <a:extLst>
              <a:ext uri="{FF2B5EF4-FFF2-40B4-BE49-F238E27FC236}">
                <a16:creationId xmlns:a16="http://schemas.microsoft.com/office/drawing/2014/main" id="{D66A785B-FAB4-AC9E-9BA9-2C3F7DF36183}"/>
              </a:ext>
            </a:extLst>
          </p:cNvPr>
          <p:cNvPicPr>
            <a:picLocks noChangeAspect="1"/>
          </p:cNvPicPr>
          <p:nvPr/>
        </p:nvPicPr>
        <p:blipFill>
          <a:blip r:embed="rId56">
            <a:extLst>
              <a:ext uri="{28A0092B-C50C-407E-A947-70E740481C1C}">
                <a14:useLocalDpi xmlns:a14="http://schemas.microsoft.com/office/drawing/2010/main" val="0"/>
              </a:ext>
              <a:ext uri="{96DAC541-7B7A-43D3-8B79-37D633B846F1}">
                <asvg:svgBlip xmlns:asvg="http://schemas.microsoft.com/office/drawing/2016/SVG/main" r:embed="rId57"/>
              </a:ext>
            </a:extLst>
          </a:blip>
          <a:stretch>
            <a:fillRect/>
          </a:stretch>
        </p:blipFill>
        <p:spPr>
          <a:xfrm>
            <a:off x="4758713" y="3463996"/>
            <a:ext cx="540000" cy="540000"/>
          </a:xfrm>
          <a:prstGeom prst="rect">
            <a:avLst/>
          </a:prstGeom>
        </p:spPr>
      </p:pic>
      <p:pic>
        <p:nvPicPr>
          <p:cNvPr id="177" name="Grafik 176">
            <a:extLst>
              <a:ext uri="{FF2B5EF4-FFF2-40B4-BE49-F238E27FC236}">
                <a16:creationId xmlns:a16="http://schemas.microsoft.com/office/drawing/2014/main" id="{46517E2A-58F3-237F-9EF3-5ADBA074A0F3}"/>
              </a:ext>
            </a:extLst>
          </p:cNvPr>
          <p:cNvPicPr>
            <a:picLocks noChangeAspect="1"/>
          </p:cNvPicPr>
          <p:nvPr/>
        </p:nvPicPr>
        <p:blipFill>
          <a:blip r:embed="rId58">
            <a:extLst>
              <a:ext uri="{28A0092B-C50C-407E-A947-70E740481C1C}">
                <a14:useLocalDpi xmlns:a14="http://schemas.microsoft.com/office/drawing/2010/main" val="0"/>
              </a:ext>
              <a:ext uri="{96DAC541-7B7A-43D3-8B79-37D633B846F1}">
                <asvg:svgBlip xmlns:asvg="http://schemas.microsoft.com/office/drawing/2016/SVG/main" r:embed="rId59"/>
              </a:ext>
            </a:extLst>
          </a:blip>
          <a:stretch>
            <a:fillRect/>
          </a:stretch>
        </p:blipFill>
        <p:spPr>
          <a:xfrm>
            <a:off x="1516856" y="3463996"/>
            <a:ext cx="540000" cy="540000"/>
          </a:xfrm>
          <a:prstGeom prst="rect">
            <a:avLst/>
          </a:prstGeom>
        </p:spPr>
      </p:pic>
      <p:pic>
        <p:nvPicPr>
          <p:cNvPr id="179" name="Grafik 178">
            <a:extLst>
              <a:ext uri="{FF2B5EF4-FFF2-40B4-BE49-F238E27FC236}">
                <a16:creationId xmlns:a16="http://schemas.microsoft.com/office/drawing/2014/main" id="{AE394259-1262-C594-CB10-CC10C9918CE6}"/>
              </a:ext>
            </a:extLst>
          </p:cNvPr>
          <p:cNvPicPr>
            <a:picLocks noChangeAspect="1"/>
          </p:cNvPicPr>
          <p:nvPr/>
        </p:nvPicPr>
        <p:blipFill>
          <a:blip r:embed="rId60">
            <a:extLst>
              <a:ext uri="{28A0092B-C50C-407E-A947-70E740481C1C}">
                <a14:useLocalDpi xmlns:a14="http://schemas.microsoft.com/office/drawing/2010/main" val="0"/>
              </a:ext>
              <a:ext uri="{96DAC541-7B7A-43D3-8B79-37D633B846F1}">
                <asvg:svgBlip xmlns:asvg="http://schemas.microsoft.com/office/drawing/2016/SVG/main" r:embed="rId61"/>
              </a:ext>
            </a:extLst>
          </a:blip>
          <a:stretch>
            <a:fillRect/>
          </a:stretch>
        </p:blipFill>
        <p:spPr>
          <a:xfrm>
            <a:off x="6919951" y="3463996"/>
            <a:ext cx="540000" cy="540000"/>
          </a:xfrm>
          <a:prstGeom prst="rect">
            <a:avLst/>
          </a:prstGeom>
        </p:spPr>
      </p:pic>
      <p:pic>
        <p:nvPicPr>
          <p:cNvPr id="181" name="Grafik 180">
            <a:extLst>
              <a:ext uri="{FF2B5EF4-FFF2-40B4-BE49-F238E27FC236}">
                <a16:creationId xmlns:a16="http://schemas.microsoft.com/office/drawing/2014/main" id="{A1D84588-BF05-CABB-07E1-FF12FFA06F6F}"/>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000570" y="3463996"/>
            <a:ext cx="540000" cy="540000"/>
          </a:xfrm>
          <a:prstGeom prst="rect">
            <a:avLst/>
          </a:prstGeom>
        </p:spPr>
      </p:pic>
      <p:pic>
        <p:nvPicPr>
          <p:cNvPr id="183" name="Grafik 182">
            <a:extLst>
              <a:ext uri="{FF2B5EF4-FFF2-40B4-BE49-F238E27FC236}">
                <a16:creationId xmlns:a16="http://schemas.microsoft.com/office/drawing/2014/main" id="{FBBF27CF-25F9-B566-6236-B3D3A9A88403}"/>
              </a:ext>
            </a:extLst>
          </p:cNvPr>
          <p:cNvPicPr>
            <a:picLocks noChangeAspect="1"/>
          </p:cNvPicPr>
          <p:nvPr/>
        </p:nvPicPr>
        <p:blipFill>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tretch>
            <a:fillRect/>
          </a:stretch>
        </p:blipFill>
        <p:spPr>
          <a:xfrm>
            <a:off x="9081189" y="3463996"/>
            <a:ext cx="540000" cy="540000"/>
          </a:xfrm>
          <a:prstGeom prst="rect">
            <a:avLst/>
          </a:prstGeom>
        </p:spPr>
      </p:pic>
      <p:pic>
        <p:nvPicPr>
          <p:cNvPr id="185" name="Grafik 184">
            <a:extLst>
              <a:ext uri="{FF2B5EF4-FFF2-40B4-BE49-F238E27FC236}">
                <a16:creationId xmlns:a16="http://schemas.microsoft.com/office/drawing/2014/main" id="{D914A239-4061-472A-9FFE-8827669A0162}"/>
              </a:ext>
            </a:extLst>
          </p:cNvPr>
          <p:cNvPicPr>
            <a:picLocks noChangeAspect="1"/>
          </p:cNvPicPr>
          <p:nvPr/>
        </p:nvPicPr>
        <p:blipFill>
          <a:blip r:embed="rId66">
            <a:extLst>
              <a:ext uri="{28A0092B-C50C-407E-A947-70E740481C1C}">
                <a14:useLocalDpi xmlns:a14="http://schemas.microsoft.com/office/drawing/2010/main" val="0"/>
              </a:ext>
              <a:ext uri="{96DAC541-7B7A-43D3-8B79-37D633B846F1}">
                <asvg:svgBlip xmlns:asvg="http://schemas.microsoft.com/office/drawing/2016/SVG/main" r:embed="rId67"/>
              </a:ext>
            </a:extLst>
          </a:blip>
          <a:stretch>
            <a:fillRect/>
          </a:stretch>
        </p:blipFill>
        <p:spPr>
          <a:xfrm>
            <a:off x="10161808" y="3463996"/>
            <a:ext cx="540000" cy="540000"/>
          </a:xfrm>
          <a:prstGeom prst="rect">
            <a:avLst/>
          </a:prstGeom>
        </p:spPr>
      </p:pic>
      <p:pic>
        <p:nvPicPr>
          <p:cNvPr id="187" name="Grafik 186">
            <a:extLst>
              <a:ext uri="{FF2B5EF4-FFF2-40B4-BE49-F238E27FC236}">
                <a16:creationId xmlns:a16="http://schemas.microsoft.com/office/drawing/2014/main" id="{31874EB0-46AB-EC8B-67C9-EC4B19724CA9}"/>
              </a:ext>
            </a:extLst>
          </p:cNvPr>
          <p:cNvPicPr>
            <a:picLocks noChangeAspect="1"/>
          </p:cNvPicPr>
          <p:nvPr/>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a:off x="11242425" y="3463996"/>
            <a:ext cx="540000" cy="540000"/>
          </a:xfrm>
          <a:prstGeom prst="rect">
            <a:avLst/>
          </a:prstGeom>
        </p:spPr>
      </p:pic>
      <p:pic>
        <p:nvPicPr>
          <p:cNvPr id="189" name="Grafik 188">
            <a:extLst>
              <a:ext uri="{FF2B5EF4-FFF2-40B4-BE49-F238E27FC236}">
                <a16:creationId xmlns:a16="http://schemas.microsoft.com/office/drawing/2014/main" id="{5C125CEF-38C7-A217-0BA1-F8A5EF447906}"/>
              </a:ext>
            </a:extLst>
          </p:cNvPr>
          <p:cNvPicPr>
            <a:picLocks noChangeAspect="1"/>
          </p:cNvPicPr>
          <p:nvPr/>
        </p:nvPicPr>
        <p:blipFill>
          <a:blip r:embed="rId70">
            <a:extLst>
              <a:ext uri="{28A0092B-C50C-407E-A947-70E740481C1C}">
                <a14:useLocalDpi xmlns:a14="http://schemas.microsoft.com/office/drawing/2010/main" val="0"/>
              </a:ext>
              <a:ext uri="{96DAC541-7B7A-43D3-8B79-37D633B846F1}">
                <asvg:svgBlip xmlns:asvg="http://schemas.microsoft.com/office/drawing/2016/SVG/main" r:embed="rId71"/>
              </a:ext>
            </a:extLst>
          </a:blip>
          <a:stretch>
            <a:fillRect/>
          </a:stretch>
        </p:blipFill>
        <p:spPr>
          <a:xfrm>
            <a:off x="436237" y="4543582"/>
            <a:ext cx="540000" cy="540000"/>
          </a:xfrm>
          <a:prstGeom prst="rect">
            <a:avLst/>
          </a:prstGeom>
        </p:spPr>
      </p:pic>
      <p:pic>
        <p:nvPicPr>
          <p:cNvPr id="191" name="Grafik 190">
            <a:extLst>
              <a:ext uri="{FF2B5EF4-FFF2-40B4-BE49-F238E27FC236}">
                <a16:creationId xmlns:a16="http://schemas.microsoft.com/office/drawing/2014/main" id="{AC421B23-2550-3AB2-1C3E-6C89AC7A6B14}"/>
              </a:ext>
            </a:extLst>
          </p:cNvPr>
          <p:cNvPicPr>
            <a:picLocks noChangeAspect="1"/>
          </p:cNvPicPr>
          <p:nvPr/>
        </p:nvPicPr>
        <p:blipFill>
          <a:blip r:embed="rId72">
            <a:extLst>
              <a:ext uri="{28A0092B-C50C-407E-A947-70E740481C1C}">
                <a14:useLocalDpi xmlns:a14="http://schemas.microsoft.com/office/drawing/2010/main" val="0"/>
              </a:ext>
              <a:ext uri="{96DAC541-7B7A-43D3-8B79-37D633B846F1}">
                <asvg:svgBlip xmlns:asvg="http://schemas.microsoft.com/office/drawing/2016/SVG/main" r:embed="rId73"/>
              </a:ext>
            </a:extLst>
          </a:blip>
          <a:stretch>
            <a:fillRect/>
          </a:stretch>
        </p:blipFill>
        <p:spPr>
          <a:xfrm>
            <a:off x="1516856" y="4543582"/>
            <a:ext cx="540000" cy="540000"/>
          </a:xfrm>
          <a:prstGeom prst="rect">
            <a:avLst/>
          </a:prstGeom>
        </p:spPr>
      </p:pic>
      <p:pic>
        <p:nvPicPr>
          <p:cNvPr id="193" name="Grafik 192">
            <a:extLst>
              <a:ext uri="{FF2B5EF4-FFF2-40B4-BE49-F238E27FC236}">
                <a16:creationId xmlns:a16="http://schemas.microsoft.com/office/drawing/2014/main" id="{B62C1834-9E58-4B55-A9F6-E11B2A0F3A02}"/>
              </a:ext>
            </a:extLst>
          </p:cNvPr>
          <p:cNvPicPr>
            <a:picLocks noChangeAspect="1"/>
          </p:cNvPicPr>
          <p:nvPr/>
        </p:nvPicPr>
        <p:blipFill>
          <a:blip r:embed="rId74">
            <a:extLst>
              <a:ext uri="{28A0092B-C50C-407E-A947-70E740481C1C}">
                <a14:useLocalDpi xmlns:a14="http://schemas.microsoft.com/office/drawing/2010/main" val="0"/>
              </a:ext>
              <a:ext uri="{96DAC541-7B7A-43D3-8B79-37D633B846F1}">
                <asvg:svgBlip xmlns:asvg="http://schemas.microsoft.com/office/drawing/2016/SVG/main" r:embed="rId75"/>
              </a:ext>
            </a:extLst>
          </a:blip>
          <a:stretch>
            <a:fillRect/>
          </a:stretch>
        </p:blipFill>
        <p:spPr>
          <a:xfrm>
            <a:off x="2597475" y="4543582"/>
            <a:ext cx="540000" cy="540000"/>
          </a:xfrm>
          <a:prstGeom prst="rect">
            <a:avLst/>
          </a:prstGeom>
        </p:spPr>
      </p:pic>
      <p:pic>
        <p:nvPicPr>
          <p:cNvPr id="195" name="Grafik 194">
            <a:extLst>
              <a:ext uri="{FF2B5EF4-FFF2-40B4-BE49-F238E27FC236}">
                <a16:creationId xmlns:a16="http://schemas.microsoft.com/office/drawing/2014/main" id="{736CCD2F-7A8A-E24A-01EF-708A039863A5}"/>
              </a:ext>
            </a:extLst>
          </p:cNvPr>
          <p:cNvPicPr>
            <a:picLocks noChangeAspect="1"/>
          </p:cNvPicPr>
          <p:nvPr/>
        </p:nvPicPr>
        <p:blipFill>
          <a:blip r:embed="rId76">
            <a:extLst>
              <a:ext uri="{28A0092B-C50C-407E-A947-70E740481C1C}">
                <a14:useLocalDpi xmlns:a14="http://schemas.microsoft.com/office/drawing/2010/main" val="0"/>
              </a:ext>
              <a:ext uri="{96DAC541-7B7A-43D3-8B79-37D633B846F1}">
                <asvg:svgBlip xmlns:asvg="http://schemas.microsoft.com/office/drawing/2016/SVG/main" r:embed="rId77"/>
              </a:ext>
            </a:extLst>
          </a:blip>
          <a:stretch>
            <a:fillRect/>
          </a:stretch>
        </p:blipFill>
        <p:spPr>
          <a:xfrm>
            <a:off x="3678094" y="4543582"/>
            <a:ext cx="540000" cy="540000"/>
          </a:xfrm>
          <a:prstGeom prst="rect">
            <a:avLst/>
          </a:prstGeom>
        </p:spPr>
      </p:pic>
      <p:pic>
        <p:nvPicPr>
          <p:cNvPr id="197" name="Grafik 196">
            <a:extLst>
              <a:ext uri="{FF2B5EF4-FFF2-40B4-BE49-F238E27FC236}">
                <a16:creationId xmlns:a16="http://schemas.microsoft.com/office/drawing/2014/main" id="{A6706342-805D-2FC5-7FE7-08FAC9B27162}"/>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tretch>
            <a:fillRect/>
          </a:stretch>
        </p:blipFill>
        <p:spPr>
          <a:xfrm>
            <a:off x="4758713" y="4543582"/>
            <a:ext cx="540000" cy="540000"/>
          </a:xfrm>
          <a:prstGeom prst="rect">
            <a:avLst/>
          </a:prstGeom>
        </p:spPr>
      </p:pic>
      <p:pic>
        <p:nvPicPr>
          <p:cNvPr id="199" name="Grafik 198">
            <a:extLst>
              <a:ext uri="{FF2B5EF4-FFF2-40B4-BE49-F238E27FC236}">
                <a16:creationId xmlns:a16="http://schemas.microsoft.com/office/drawing/2014/main" id="{1C19460F-C0DE-0B91-EC7F-9D057FF09086}"/>
              </a:ext>
            </a:extLst>
          </p:cNvPr>
          <p:cNvPicPr>
            <a:picLocks noChangeAspect="1"/>
          </p:cNvPicPr>
          <p:nvPr/>
        </p:nvPicPr>
        <p:blipFill>
          <a:blip r:embed="rId80">
            <a:extLst>
              <a:ext uri="{28A0092B-C50C-407E-A947-70E740481C1C}">
                <a14:useLocalDpi xmlns:a14="http://schemas.microsoft.com/office/drawing/2010/main" val="0"/>
              </a:ext>
              <a:ext uri="{96DAC541-7B7A-43D3-8B79-37D633B846F1}">
                <asvg:svgBlip xmlns:asvg="http://schemas.microsoft.com/office/drawing/2016/SVG/main" r:embed="rId81"/>
              </a:ext>
            </a:extLst>
          </a:blip>
          <a:stretch>
            <a:fillRect/>
          </a:stretch>
        </p:blipFill>
        <p:spPr>
          <a:xfrm>
            <a:off x="5839332" y="4543582"/>
            <a:ext cx="540000" cy="540000"/>
          </a:xfrm>
          <a:prstGeom prst="rect">
            <a:avLst/>
          </a:prstGeom>
        </p:spPr>
      </p:pic>
      <p:pic>
        <p:nvPicPr>
          <p:cNvPr id="201" name="Grafik 200">
            <a:extLst>
              <a:ext uri="{FF2B5EF4-FFF2-40B4-BE49-F238E27FC236}">
                <a16:creationId xmlns:a16="http://schemas.microsoft.com/office/drawing/2014/main" id="{0CB10489-4607-F295-1938-963BB690F1C9}"/>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6919951" y="4543582"/>
            <a:ext cx="540000" cy="540000"/>
          </a:xfrm>
          <a:prstGeom prst="rect">
            <a:avLst/>
          </a:prstGeom>
        </p:spPr>
      </p:pic>
      <p:pic>
        <p:nvPicPr>
          <p:cNvPr id="203" name="Grafik 202">
            <a:extLst>
              <a:ext uri="{FF2B5EF4-FFF2-40B4-BE49-F238E27FC236}">
                <a16:creationId xmlns:a16="http://schemas.microsoft.com/office/drawing/2014/main" id="{503618FA-A3F5-4576-007B-9B6B6CCF6A65}"/>
              </a:ext>
            </a:extLst>
          </p:cNvPr>
          <p:cNvPicPr>
            <a:picLocks noChangeAspect="1"/>
          </p:cNvPicPr>
          <p:nvPr/>
        </p:nvPicPr>
        <p:blipFill>
          <a:blip r:embed="rId84">
            <a:extLst>
              <a:ext uri="{28A0092B-C50C-407E-A947-70E740481C1C}">
                <a14:useLocalDpi xmlns:a14="http://schemas.microsoft.com/office/drawing/2010/main" val="0"/>
              </a:ext>
              <a:ext uri="{96DAC541-7B7A-43D3-8B79-37D633B846F1}">
                <asvg:svgBlip xmlns:asvg="http://schemas.microsoft.com/office/drawing/2016/SVG/main" r:embed="rId85"/>
              </a:ext>
            </a:extLst>
          </a:blip>
          <a:stretch>
            <a:fillRect/>
          </a:stretch>
        </p:blipFill>
        <p:spPr>
          <a:xfrm>
            <a:off x="8000570" y="4543582"/>
            <a:ext cx="540000" cy="540000"/>
          </a:xfrm>
          <a:prstGeom prst="rect">
            <a:avLst/>
          </a:prstGeom>
        </p:spPr>
      </p:pic>
      <p:pic>
        <p:nvPicPr>
          <p:cNvPr id="205" name="Grafik 204">
            <a:extLst>
              <a:ext uri="{FF2B5EF4-FFF2-40B4-BE49-F238E27FC236}">
                <a16:creationId xmlns:a16="http://schemas.microsoft.com/office/drawing/2014/main" id="{E1004AEA-D8D6-A303-5854-97E9A0A5F844}"/>
              </a:ext>
            </a:extLst>
          </p:cNvPr>
          <p:cNvPicPr>
            <a:picLocks noChangeAspect="1"/>
          </p:cNvPicPr>
          <p:nvPr/>
        </p:nvPicPr>
        <p:blipFill>
          <a:blip r:embed="rId86">
            <a:extLst>
              <a:ext uri="{28A0092B-C50C-407E-A947-70E740481C1C}">
                <a14:useLocalDpi xmlns:a14="http://schemas.microsoft.com/office/drawing/2010/main" val="0"/>
              </a:ext>
              <a:ext uri="{96DAC541-7B7A-43D3-8B79-37D633B846F1}">
                <asvg:svgBlip xmlns:asvg="http://schemas.microsoft.com/office/drawing/2016/SVG/main" r:embed="rId87"/>
              </a:ext>
            </a:extLst>
          </a:blip>
          <a:stretch>
            <a:fillRect/>
          </a:stretch>
        </p:blipFill>
        <p:spPr>
          <a:xfrm>
            <a:off x="9081189" y="4543582"/>
            <a:ext cx="540000" cy="540000"/>
          </a:xfrm>
          <a:prstGeom prst="rect">
            <a:avLst/>
          </a:prstGeom>
        </p:spPr>
      </p:pic>
      <p:pic>
        <p:nvPicPr>
          <p:cNvPr id="207" name="Grafik 206">
            <a:extLst>
              <a:ext uri="{FF2B5EF4-FFF2-40B4-BE49-F238E27FC236}">
                <a16:creationId xmlns:a16="http://schemas.microsoft.com/office/drawing/2014/main" id="{94A4B072-CDDD-BF7E-B1AF-C8FC34B3E15C}"/>
              </a:ext>
            </a:extLst>
          </p:cNvPr>
          <p:cNvPicPr>
            <a:picLocks noChangeAspect="1"/>
          </p:cNvPicPr>
          <p:nvPr/>
        </p:nvPicPr>
        <p:blipFill>
          <a:blip r:embed="rId88">
            <a:extLst>
              <a:ext uri="{28A0092B-C50C-407E-A947-70E740481C1C}">
                <a14:useLocalDpi xmlns:a14="http://schemas.microsoft.com/office/drawing/2010/main" val="0"/>
              </a:ext>
              <a:ext uri="{96DAC541-7B7A-43D3-8B79-37D633B846F1}">
                <asvg:svgBlip xmlns:asvg="http://schemas.microsoft.com/office/drawing/2016/SVG/main" r:embed="rId89"/>
              </a:ext>
            </a:extLst>
          </a:blip>
          <a:stretch>
            <a:fillRect/>
          </a:stretch>
        </p:blipFill>
        <p:spPr>
          <a:xfrm>
            <a:off x="10161808" y="4543582"/>
            <a:ext cx="540000" cy="540000"/>
          </a:xfrm>
          <a:prstGeom prst="rect">
            <a:avLst/>
          </a:prstGeom>
        </p:spPr>
      </p:pic>
      <p:pic>
        <p:nvPicPr>
          <p:cNvPr id="209" name="Grafik 208">
            <a:extLst>
              <a:ext uri="{FF2B5EF4-FFF2-40B4-BE49-F238E27FC236}">
                <a16:creationId xmlns:a16="http://schemas.microsoft.com/office/drawing/2014/main" id="{D23A2B87-3F1E-1031-04D7-73F90AC6C284}"/>
              </a:ext>
            </a:extLst>
          </p:cNvPr>
          <p:cNvPicPr>
            <a:picLocks noChangeAspect="1"/>
          </p:cNvPicPr>
          <p:nvPr/>
        </p:nvPicPr>
        <p:blipFill>
          <a:blip r:embed="rId90">
            <a:extLst>
              <a:ext uri="{28A0092B-C50C-407E-A947-70E740481C1C}">
                <a14:useLocalDpi xmlns:a14="http://schemas.microsoft.com/office/drawing/2010/main" val="0"/>
              </a:ext>
              <a:ext uri="{96DAC541-7B7A-43D3-8B79-37D633B846F1}">
                <asvg:svgBlip xmlns:asvg="http://schemas.microsoft.com/office/drawing/2016/SVG/main" r:embed="rId91"/>
              </a:ext>
            </a:extLst>
          </a:blip>
          <a:stretch>
            <a:fillRect/>
          </a:stretch>
        </p:blipFill>
        <p:spPr>
          <a:xfrm>
            <a:off x="11242425" y="4543582"/>
            <a:ext cx="540000" cy="540000"/>
          </a:xfrm>
          <a:prstGeom prst="rect">
            <a:avLst/>
          </a:prstGeom>
        </p:spPr>
      </p:pic>
      <p:pic>
        <p:nvPicPr>
          <p:cNvPr id="211" name="Grafik 210">
            <a:extLst>
              <a:ext uri="{FF2B5EF4-FFF2-40B4-BE49-F238E27FC236}">
                <a16:creationId xmlns:a16="http://schemas.microsoft.com/office/drawing/2014/main" id="{9145CF91-1140-B730-3DB9-9A1E690EE29E}"/>
              </a:ext>
            </a:extLst>
          </p:cNvPr>
          <p:cNvPicPr>
            <a:picLocks noChangeAspect="1"/>
          </p:cNvPicPr>
          <p:nvPr/>
        </p:nvPicPr>
        <p:blipFill>
          <a:blip r:embed="rId92">
            <a:extLst>
              <a:ext uri="{28A0092B-C50C-407E-A947-70E740481C1C}">
                <a14:useLocalDpi xmlns:a14="http://schemas.microsoft.com/office/drawing/2010/main" val="0"/>
              </a:ext>
              <a:ext uri="{96DAC541-7B7A-43D3-8B79-37D633B846F1}">
                <asvg:svgBlip xmlns:asvg="http://schemas.microsoft.com/office/drawing/2016/SVG/main" r:embed="rId93"/>
              </a:ext>
            </a:extLst>
          </a:blip>
          <a:stretch>
            <a:fillRect/>
          </a:stretch>
        </p:blipFill>
        <p:spPr>
          <a:xfrm>
            <a:off x="436237" y="5623168"/>
            <a:ext cx="540000" cy="540000"/>
          </a:xfrm>
          <a:prstGeom prst="rect">
            <a:avLst/>
          </a:prstGeom>
        </p:spPr>
      </p:pic>
      <p:pic>
        <p:nvPicPr>
          <p:cNvPr id="213" name="Grafik 212">
            <a:extLst>
              <a:ext uri="{FF2B5EF4-FFF2-40B4-BE49-F238E27FC236}">
                <a16:creationId xmlns:a16="http://schemas.microsoft.com/office/drawing/2014/main" id="{340EA6FB-153E-2B94-67F8-EF14A0846FD8}"/>
              </a:ext>
            </a:extLst>
          </p:cNvPr>
          <p:cNvPicPr>
            <a:picLocks noChangeAspect="1"/>
          </p:cNvPicPr>
          <p:nvPr/>
        </p:nvPicPr>
        <p:blipFill>
          <a:blip r:embed="rId94">
            <a:extLst>
              <a:ext uri="{28A0092B-C50C-407E-A947-70E740481C1C}">
                <a14:useLocalDpi xmlns:a14="http://schemas.microsoft.com/office/drawing/2010/main" val="0"/>
              </a:ext>
              <a:ext uri="{96DAC541-7B7A-43D3-8B79-37D633B846F1}">
                <asvg:svgBlip xmlns:asvg="http://schemas.microsoft.com/office/drawing/2016/SVG/main" r:embed="rId95"/>
              </a:ext>
            </a:extLst>
          </a:blip>
          <a:stretch>
            <a:fillRect/>
          </a:stretch>
        </p:blipFill>
        <p:spPr>
          <a:xfrm>
            <a:off x="1516856" y="5623168"/>
            <a:ext cx="540000" cy="540000"/>
          </a:xfrm>
          <a:prstGeom prst="rect">
            <a:avLst/>
          </a:prstGeom>
        </p:spPr>
      </p:pic>
      <p:pic>
        <p:nvPicPr>
          <p:cNvPr id="215" name="Grafik 214">
            <a:extLst>
              <a:ext uri="{FF2B5EF4-FFF2-40B4-BE49-F238E27FC236}">
                <a16:creationId xmlns:a16="http://schemas.microsoft.com/office/drawing/2014/main" id="{214AC675-BF29-A166-4E07-AB7DCD62FAE1}"/>
              </a:ext>
            </a:extLst>
          </p:cNvPr>
          <p:cNvPicPr>
            <a:picLocks noChangeAspect="1"/>
          </p:cNvPicPr>
          <p:nvPr/>
        </p:nvPicPr>
        <p:blipFill>
          <a:blip r:embed="rId96">
            <a:extLst>
              <a:ext uri="{28A0092B-C50C-407E-A947-70E740481C1C}">
                <a14:useLocalDpi xmlns:a14="http://schemas.microsoft.com/office/drawing/2010/main" val="0"/>
              </a:ext>
              <a:ext uri="{96DAC541-7B7A-43D3-8B79-37D633B846F1}">
                <asvg:svgBlip xmlns:asvg="http://schemas.microsoft.com/office/drawing/2016/SVG/main" r:embed="rId97"/>
              </a:ext>
            </a:extLst>
          </a:blip>
          <a:stretch>
            <a:fillRect/>
          </a:stretch>
        </p:blipFill>
        <p:spPr>
          <a:xfrm>
            <a:off x="2597475" y="5623168"/>
            <a:ext cx="540000" cy="540000"/>
          </a:xfrm>
          <a:prstGeom prst="rect">
            <a:avLst/>
          </a:prstGeom>
        </p:spPr>
      </p:pic>
      <p:pic>
        <p:nvPicPr>
          <p:cNvPr id="217" name="Grafik 216">
            <a:extLst>
              <a:ext uri="{FF2B5EF4-FFF2-40B4-BE49-F238E27FC236}">
                <a16:creationId xmlns:a16="http://schemas.microsoft.com/office/drawing/2014/main" id="{DFEC97F9-97ED-3BEC-6B67-A028674BFA82}"/>
              </a:ext>
            </a:extLst>
          </p:cNvPr>
          <p:cNvPicPr>
            <a:picLocks noChangeAspect="1"/>
          </p:cNvPicPr>
          <p:nvPr/>
        </p:nvPicPr>
        <p:blipFill>
          <a:blip r:embed="rId98">
            <a:extLst>
              <a:ext uri="{28A0092B-C50C-407E-A947-70E740481C1C}">
                <a14:useLocalDpi xmlns:a14="http://schemas.microsoft.com/office/drawing/2010/main" val="0"/>
              </a:ext>
              <a:ext uri="{96DAC541-7B7A-43D3-8B79-37D633B846F1}">
                <asvg:svgBlip xmlns:asvg="http://schemas.microsoft.com/office/drawing/2016/SVG/main" r:embed="rId99"/>
              </a:ext>
            </a:extLst>
          </a:blip>
          <a:stretch>
            <a:fillRect/>
          </a:stretch>
        </p:blipFill>
        <p:spPr>
          <a:xfrm>
            <a:off x="3678094" y="5623168"/>
            <a:ext cx="540000" cy="540000"/>
          </a:xfrm>
          <a:prstGeom prst="rect">
            <a:avLst/>
          </a:prstGeom>
        </p:spPr>
      </p:pic>
      <p:pic>
        <p:nvPicPr>
          <p:cNvPr id="219" name="Grafik 218">
            <a:extLst>
              <a:ext uri="{FF2B5EF4-FFF2-40B4-BE49-F238E27FC236}">
                <a16:creationId xmlns:a16="http://schemas.microsoft.com/office/drawing/2014/main" id="{64609602-4BA7-5920-CC02-61B5EDECC6FC}"/>
              </a:ext>
            </a:extLst>
          </p:cNvPr>
          <p:cNvPicPr>
            <a:picLocks noChangeAspect="1"/>
          </p:cNvPicPr>
          <p:nvPr/>
        </p:nvPicPr>
        <p:blipFill>
          <a:blip r:embed="rId100">
            <a:extLst>
              <a:ext uri="{28A0092B-C50C-407E-A947-70E740481C1C}">
                <a14:useLocalDpi xmlns:a14="http://schemas.microsoft.com/office/drawing/2010/main" val="0"/>
              </a:ext>
              <a:ext uri="{96DAC541-7B7A-43D3-8B79-37D633B846F1}">
                <asvg:svgBlip xmlns:asvg="http://schemas.microsoft.com/office/drawing/2016/SVG/main" r:embed="rId101"/>
              </a:ext>
            </a:extLst>
          </a:blip>
          <a:stretch>
            <a:fillRect/>
          </a:stretch>
        </p:blipFill>
        <p:spPr>
          <a:xfrm>
            <a:off x="4758713" y="5623168"/>
            <a:ext cx="540000" cy="540000"/>
          </a:xfrm>
          <a:prstGeom prst="rect">
            <a:avLst/>
          </a:prstGeom>
        </p:spPr>
      </p:pic>
      <p:pic>
        <p:nvPicPr>
          <p:cNvPr id="223" name="Grafik 222">
            <a:extLst>
              <a:ext uri="{FF2B5EF4-FFF2-40B4-BE49-F238E27FC236}">
                <a16:creationId xmlns:a16="http://schemas.microsoft.com/office/drawing/2014/main" id="{FE963E10-D7F6-7031-26EA-AFD2AB829611}"/>
              </a:ext>
            </a:extLst>
          </p:cNvPr>
          <p:cNvPicPr>
            <a:picLocks noChangeAspect="1"/>
          </p:cNvPicPr>
          <p:nvPr/>
        </p:nvPicPr>
        <p:blipFill>
          <a:blip r:embed="rId102">
            <a:extLst>
              <a:ext uri="{28A0092B-C50C-407E-A947-70E740481C1C}">
                <a14:useLocalDpi xmlns:a14="http://schemas.microsoft.com/office/drawing/2010/main" val="0"/>
              </a:ext>
              <a:ext uri="{96DAC541-7B7A-43D3-8B79-37D633B846F1}">
                <asvg:svgBlip xmlns:asvg="http://schemas.microsoft.com/office/drawing/2016/SVG/main" r:embed="rId103"/>
              </a:ext>
            </a:extLst>
          </a:blip>
          <a:stretch>
            <a:fillRect/>
          </a:stretch>
        </p:blipFill>
        <p:spPr>
          <a:xfrm>
            <a:off x="5839332" y="5623168"/>
            <a:ext cx="540000" cy="540000"/>
          </a:xfrm>
          <a:prstGeom prst="rect">
            <a:avLst/>
          </a:prstGeom>
        </p:spPr>
      </p:pic>
      <p:pic>
        <p:nvPicPr>
          <p:cNvPr id="225" name="Grafik 224">
            <a:extLst>
              <a:ext uri="{FF2B5EF4-FFF2-40B4-BE49-F238E27FC236}">
                <a16:creationId xmlns:a16="http://schemas.microsoft.com/office/drawing/2014/main" id="{F9F0F694-86D3-D53C-229D-031B1AB14691}"/>
              </a:ext>
            </a:extLst>
          </p:cNvPr>
          <p:cNvPicPr>
            <a:picLocks noChangeAspect="1"/>
          </p:cNvPicPr>
          <p:nvPr/>
        </p:nvPicPr>
        <p:blipFill>
          <a:blip r:embed="rId104">
            <a:extLst>
              <a:ext uri="{28A0092B-C50C-407E-A947-70E740481C1C}">
                <a14:useLocalDpi xmlns:a14="http://schemas.microsoft.com/office/drawing/2010/main" val="0"/>
              </a:ext>
              <a:ext uri="{96DAC541-7B7A-43D3-8B79-37D633B846F1}">
                <asvg:svgBlip xmlns:asvg="http://schemas.microsoft.com/office/drawing/2016/SVG/main" r:embed="rId105"/>
              </a:ext>
            </a:extLst>
          </a:blip>
          <a:stretch>
            <a:fillRect/>
          </a:stretch>
        </p:blipFill>
        <p:spPr>
          <a:xfrm>
            <a:off x="6919951" y="5623168"/>
            <a:ext cx="540000" cy="540000"/>
          </a:xfrm>
          <a:prstGeom prst="rect">
            <a:avLst/>
          </a:prstGeom>
        </p:spPr>
      </p:pic>
      <p:pic>
        <p:nvPicPr>
          <p:cNvPr id="227" name="Grafik 226">
            <a:extLst>
              <a:ext uri="{FF2B5EF4-FFF2-40B4-BE49-F238E27FC236}">
                <a16:creationId xmlns:a16="http://schemas.microsoft.com/office/drawing/2014/main" id="{6138DE7B-289B-9E99-D323-E935970E144A}"/>
              </a:ext>
            </a:extLst>
          </p:cNvPr>
          <p:cNvPicPr>
            <a:picLocks noChangeAspect="1"/>
          </p:cNvPicPr>
          <p:nvPr/>
        </p:nvPicPr>
        <p:blipFill>
          <a:blip r:embed="rId106">
            <a:extLst>
              <a:ext uri="{28A0092B-C50C-407E-A947-70E740481C1C}">
                <a14:useLocalDpi xmlns:a14="http://schemas.microsoft.com/office/drawing/2010/main" val="0"/>
              </a:ext>
              <a:ext uri="{96DAC541-7B7A-43D3-8B79-37D633B846F1}">
                <asvg:svgBlip xmlns:asvg="http://schemas.microsoft.com/office/drawing/2016/SVG/main" r:embed="rId107"/>
              </a:ext>
            </a:extLst>
          </a:blip>
          <a:stretch>
            <a:fillRect/>
          </a:stretch>
        </p:blipFill>
        <p:spPr>
          <a:xfrm>
            <a:off x="8000570" y="5623168"/>
            <a:ext cx="540000" cy="540000"/>
          </a:xfrm>
          <a:prstGeom prst="rect">
            <a:avLst/>
          </a:prstGeom>
        </p:spPr>
      </p:pic>
      <p:pic>
        <p:nvPicPr>
          <p:cNvPr id="229" name="Grafik 228">
            <a:extLst>
              <a:ext uri="{FF2B5EF4-FFF2-40B4-BE49-F238E27FC236}">
                <a16:creationId xmlns:a16="http://schemas.microsoft.com/office/drawing/2014/main" id="{E930B913-2365-DCEF-4E99-E8F3812E638D}"/>
              </a:ext>
            </a:extLst>
          </p:cNvPr>
          <p:cNvPicPr>
            <a:picLocks noChangeAspect="1"/>
          </p:cNvPicPr>
          <p:nvPr/>
        </p:nvPicPr>
        <p:blipFill>
          <a:blip r:embed="rId108">
            <a:extLst>
              <a:ext uri="{28A0092B-C50C-407E-A947-70E740481C1C}">
                <a14:useLocalDpi xmlns:a14="http://schemas.microsoft.com/office/drawing/2010/main" val="0"/>
              </a:ext>
              <a:ext uri="{96DAC541-7B7A-43D3-8B79-37D633B846F1}">
                <asvg:svgBlip xmlns:asvg="http://schemas.microsoft.com/office/drawing/2016/SVG/main" r:embed="rId109"/>
              </a:ext>
            </a:extLst>
          </a:blip>
          <a:stretch>
            <a:fillRect/>
          </a:stretch>
        </p:blipFill>
        <p:spPr>
          <a:xfrm>
            <a:off x="9081189" y="5623168"/>
            <a:ext cx="540000" cy="540000"/>
          </a:xfrm>
          <a:prstGeom prst="rect">
            <a:avLst/>
          </a:prstGeom>
        </p:spPr>
      </p:pic>
      <p:pic>
        <p:nvPicPr>
          <p:cNvPr id="231" name="Grafik 230">
            <a:extLst>
              <a:ext uri="{FF2B5EF4-FFF2-40B4-BE49-F238E27FC236}">
                <a16:creationId xmlns:a16="http://schemas.microsoft.com/office/drawing/2014/main" id="{E6DD0F7D-67C8-3652-5802-BEC197DD6EB8}"/>
              </a:ext>
            </a:extLst>
          </p:cNvPr>
          <p:cNvPicPr>
            <a:picLocks noChangeAspect="1"/>
          </p:cNvPicPr>
          <p:nvPr/>
        </p:nvPicPr>
        <p:blipFill>
          <a:blip r:embed="rId110">
            <a:extLst>
              <a:ext uri="{28A0092B-C50C-407E-A947-70E740481C1C}">
                <a14:useLocalDpi xmlns:a14="http://schemas.microsoft.com/office/drawing/2010/main" val="0"/>
              </a:ext>
              <a:ext uri="{96DAC541-7B7A-43D3-8B79-37D633B846F1}">
                <asvg:svgBlip xmlns:asvg="http://schemas.microsoft.com/office/drawing/2016/SVG/main" r:embed="rId111"/>
              </a:ext>
            </a:extLst>
          </a:blip>
          <a:stretch>
            <a:fillRect/>
          </a:stretch>
        </p:blipFill>
        <p:spPr>
          <a:xfrm>
            <a:off x="10161808" y="5623168"/>
            <a:ext cx="540000" cy="540000"/>
          </a:xfrm>
          <a:prstGeom prst="rect">
            <a:avLst/>
          </a:prstGeom>
        </p:spPr>
      </p:pic>
      <p:pic>
        <p:nvPicPr>
          <p:cNvPr id="233" name="Grafik 232">
            <a:extLst>
              <a:ext uri="{FF2B5EF4-FFF2-40B4-BE49-F238E27FC236}">
                <a16:creationId xmlns:a16="http://schemas.microsoft.com/office/drawing/2014/main" id="{1B2732E8-FFCF-CCBA-8835-5C06D19ABE01}"/>
              </a:ext>
            </a:extLst>
          </p:cNvPr>
          <p:cNvPicPr>
            <a:picLocks noChangeAspect="1"/>
          </p:cNvPicPr>
          <p:nvPr/>
        </p:nvPicPr>
        <p:blipFill>
          <a:blip r:embed="rId112">
            <a:extLst>
              <a:ext uri="{28A0092B-C50C-407E-A947-70E740481C1C}">
                <a14:useLocalDpi xmlns:a14="http://schemas.microsoft.com/office/drawing/2010/main" val="0"/>
              </a:ext>
              <a:ext uri="{96DAC541-7B7A-43D3-8B79-37D633B846F1}">
                <asvg:svgBlip xmlns:asvg="http://schemas.microsoft.com/office/drawing/2016/SVG/main" r:embed="rId113"/>
              </a:ext>
            </a:extLst>
          </a:blip>
          <a:stretch>
            <a:fillRect/>
          </a:stretch>
        </p:blipFill>
        <p:spPr>
          <a:xfrm>
            <a:off x="11242425" y="5623168"/>
            <a:ext cx="540000" cy="540000"/>
          </a:xfrm>
          <a:prstGeom prst="rect">
            <a:avLst/>
          </a:prstGeom>
        </p:spPr>
      </p:pic>
    </p:spTree>
    <p:extLst>
      <p:ext uri="{BB962C8B-B14F-4D97-AF65-F5344CB8AC3E}">
        <p14:creationId xmlns:p14="http://schemas.microsoft.com/office/powerpoint/2010/main" val="230333425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FBA7D9CD-FAE9-DABB-9A87-104023E0156C}"/>
              </a:ext>
            </a:extLst>
          </p:cNvPr>
          <p:cNvSpPr>
            <a:spLocks noGrp="1"/>
          </p:cNvSpPr>
          <p:nvPr>
            <p:ph type="dt" sz="half" idx="10"/>
          </p:nvPr>
        </p:nvSpPr>
        <p:spPr/>
        <p:txBody>
          <a:bodyPr/>
          <a:lstStyle/>
          <a:p>
            <a:fld id="{EE244407-578C-4E9A-B43C-A258CBD24A3F}" type="datetime4">
              <a:rPr lang="de-CH" smtClean="0"/>
              <a:t>8. Februar 2026</a:t>
            </a:fld>
            <a:endParaRPr lang="de-CH" dirty="0"/>
          </a:p>
        </p:txBody>
      </p:sp>
      <p:sp>
        <p:nvSpPr>
          <p:cNvPr id="3" name="Fußzeilenplatzhalter 2">
            <a:extLst>
              <a:ext uri="{FF2B5EF4-FFF2-40B4-BE49-F238E27FC236}">
                <a16:creationId xmlns:a16="http://schemas.microsoft.com/office/drawing/2014/main" id="{BA13293A-5DEA-B8FE-4445-E787C0DEDEE1}"/>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4" name="Foliennummernplatzhalter 3">
            <a:extLst>
              <a:ext uri="{FF2B5EF4-FFF2-40B4-BE49-F238E27FC236}">
                <a16:creationId xmlns:a16="http://schemas.microsoft.com/office/drawing/2014/main" id="{A28B5E0B-C3AB-D454-C050-B4C73701676E}"/>
              </a:ext>
            </a:extLst>
          </p:cNvPr>
          <p:cNvSpPr>
            <a:spLocks noGrp="1"/>
          </p:cNvSpPr>
          <p:nvPr>
            <p:ph type="sldNum" sz="quarter" idx="12"/>
          </p:nvPr>
        </p:nvSpPr>
        <p:spPr/>
        <p:txBody>
          <a:bodyPr/>
          <a:lstStyle/>
          <a:p>
            <a:fld id="{442AD375-037F-43D0-B059-5172DA06796A}" type="slidenum">
              <a:rPr lang="de-CH" smtClean="0"/>
              <a:pPr/>
              <a:t>88</a:t>
            </a:fld>
            <a:endParaRPr lang="de-CH" dirty="0"/>
          </a:p>
        </p:txBody>
      </p:sp>
      <p:sp>
        <p:nvSpPr>
          <p:cNvPr id="5" name="Titel 4">
            <a:extLst>
              <a:ext uri="{FF2B5EF4-FFF2-40B4-BE49-F238E27FC236}">
                <a16:creationId xmlns:a16="http://schemas.microsoft.com/office/drawing/2014/main" id="{6BF08A90-EA80-AEFD-8ACD-B11E74F85B88}"/>
              </a:ext>
            </a:extLst>
          </p:cNvPr>
          <p:cNvSpPr>
            <a:spLocks noGrp="1"/>
          </p:cNvSpPr>
          <p:nvPr>
            <p:ph type="title"/>
          </p:nvPr>
        </p:nvSpPr>
        <p:spPr/>
        <p:txBody>
          <a:bodyPr/>
          <a:lstStyle/>
          <a:p>
            <a:r>
              <a:rPr lang="de-CH" dirty="0"/>
              <a:t>Piktogramme</a:t>
            </a:r>
          </a:p>
        </p:txBody>
      </p:sp>
      <p:sp>
        <p:nvSpPr>
          <p:cNvPr id="31" name="Inhaltsplatzhalter 30">
            <a:extLst>
              <a:ext uri="{FF2B5EF4-FFF2-40B4-BE49-F238E27FC236}">
                <a16:creationId xmlns:a16="http://schemas.microsoft.com/office/drawing/2014/main" id="{F7F68934-ED1B-59CE-B2C8-1DDEE4003A8F}"/>
              </a:ext>
            </a:extLst>
          </p:cNvPr>
          <p:cNvSpPr>
            <a:spLocks noGrp="1"/>
          </p:cNvSpPr>
          <p:nvPr>
            <p:ph idx="4294967295"/>
          </p:nvPr>
        </p:nvSpPr>
        <p:spPr>
          <a:xfrm>
            <a:off x="412750" y="894260"/>
            <a:ext cx="11369675" cy="215900"/>
          </a:xfrm>
        </p:spPr>
        <p:txBody>
          <a:bodyPr/>
          <a:lstStyle/>
          <a:p>
            <a:r>
              <a:rPr lang="de-CH" sz="1400" dirty="0"/>
              <a:t>Eine grössere Auswahl an Piktogrammen findet sich im Experience Hub im </a:t>
            </a:r>
            <a:r>
              <a:rPr lang="de-CH" sz="1400" dirty="0">
                <a:cs typeface="Calibri"/>
                <a:hlinkClick r:id="rId3">
                  <a:extLst>
                    <a:ext uri="{A12FA001-AC4F-418D-AE19-62706E023703}">
                      <ahyp:hlinkClr xmlns:ahyp="http://schemas.microsoft.com/office/drawing/2018/hyperlinkcolor" val="tx"/>
                    </a:ext>
                  </a:extLst>
                </a:hlinkClick>
              </a:rPr>
              <a:t>Download-Bereich Piktogramme</a:t>
            </a:r>
            <a:r>
              <a:rPr lang="de-CH" sz="1400" dirty="0">
                <a:cs typeface="Calibri"/>
              </a:rPr>
              <a:t>. </a:t>
            </a:r>
          </a:p>
        </p:txBody>
      </p:sp>
      <p:pic>
        <p:nvPicPr>
          <p:cNvPr id="39" name="Grafik 38">
            <a:extLst>
              <a:ext uri="{FF2B5EF4-FFF2-40B4-BE49-F238E27FC236}">
                <a16:creationId xmlns:a16="http://schemas.microsoft.com/office/drawing/2014/main" id="{67B812D9-A471-8842-B44B-2F367F1EF66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36237" y="1304824"/>
            <a:ext cx="540000" cy="540000"/>
          </a:xfrm>
          <a:prstGeom prst="rect">
            <a:avLst/>
          </a:prstGeom>
        </p:spPr>
      </p:pic>
      <p:pic>
        <p:nvPicPr>
          <p:cNvPr id="51" name="Grafik 50">
            <a:extLst>
              <a:ext uri="{FF2B5EF4-FFF2-40B4-BE49-F238E27FC236}">
                <a16:creationId xmlns:a16="http://schemas.microsoft.com/office/drawing/2014/main" id="{2A2E5144-D913-5810-AD45-9983598B0C8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1516856" y="1304824"/>
            <a:ext cx="540000" cy="540000"/>
          </a:xfrm>
          <a:prstGeom prst="rect">
            <a:avLst/>
          </a:prstGeom>
        </p:spPr>
      </p:pic>
      <p:pic>
        <p:nvPicPr>
          <p:cNvPr id="59" name="Grafik 58">
            <a:extLst>
              <a:ext uri="{FF2B5EF4-FFF2-40B4-BE49-F238E27FC236}">
                <a16:creationId xmlns:a16="http://schemas.microsoft.com/office/drawing/2014/main" id="{814369E3-1DB6-EAA3-2F74-5B0798581DA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p:blipFill>
        <p:spPr>
          <a:xfrm>
            <a:off x="2597475" y="1304824"/>
            <a:ext cx="540000" cy="540000"/>
          </a:xfrm>
          <a:prstGeom prst="rect">
            <a:avLst/>
          </a:prstGeom>
        </p:spPr>
      </p:pic>
      <p:pic>
        <p:nvPicPr>
          <p:cNvPr id="67" name="Grafik 66">
            <a:extLst>
              <a:ext uri="{FF2B5EF4-FFF2-40B4-BE49-F238E27FC236}">
                <a16:creationId xmlns:a16="http://schemas.microsoft.com/office/drawing/2014/main" id="{F9DB0336-52BC-595A-853E-FBBBEE0C75D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p:blipFill>
        <p:spPr>
          <a:xfrm>
            <a:off x="3678094" y="1304824"/>
            <a:ext cx="540000" cy="540000"/>
          </a:xfrm>
          <a:prstGeom prst="rect">
            <a:avLst/>
          </a:prstGeom>
        </p:spPr>
      </p:pic>
      <p:pic>
        <p:nvPicPr>
          <p:cNvPr id="75" name="Grafik 74">
            <a:extLst>
              <a:ext uri="{FF2B5EF4-FFF2-40B4-BE49-F238E27FC236}">
                <a16:creationId xmlns:a16="http://schemas.microsoft.com/office/drawing/2014/main" id="{783A9385-9695-2CE1-C74F-A092303DE1F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a:stretch/>
        </p:blipFill>
        <p:spPr>
          <a:xfrm>
            <a:off x="4758713" y="1304824"/>
            <a:ext cx="540000" cy="540000"/>
          </a:xfrm>
          <a:prstGeom prst="rect">
            <a:avLst/>
          </a:prstGeom>
        </p:spPr>
      </p:pic>
      <p:pic>
        <p:nvPicPr>
          <p:cNvPr id="83" name="Grafik 82">
            <a:extLst>
              <a:ext uri="{FF2B5EF4-FFF2-40B4-BE49-F238E27FC236}">
                <a16:creationId xmlns:a16="http://schemas.microsoft.com/office/drawing/2014/main" id="{B86CCE71-1604-145C-CD87-7B7D97B8988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a:stretch/>
        </p:blipFill>
        <p:spPr>
          <a:xfrm>
            <a:off x="5839332" y="1304824"/>
            <a:ext cx="540000" cy="540000"/>
          </a:xfrm>
          <a:prstGeom prst="rect">
            <a:avLst/>
          </a:prstGeom>
        </p:spPr>
      </p:pic>
      <p:pic>
        <p:nvPicPr>
          <p:cNvPr id="110" name="Grafik 109">
            <a:extLst>
              <a:ext uri="{FF2B5EF4-FFF2-40B4-BE49-F238E27FC236}">
                <a16:creationId xmlns:a16="http://schemas.microsoft.com/office/drawing/2014/main" id="{E6C68445-1429-8A5A-13CB-5B1D8FCDA4B4}"/>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a:stretch/>
        </p:blipFill>
        <p:spPr>
          <a:xfrm>
            <a:off x="6919951" y="1304824"/>
            <a:ext cx="540000" cy="540000"/>
          </a:xfrm>
          <a:prstGeom prst="rect">
            <a:avLst/>
          </a:prstGeom>
        </p:spPr>
      </p:pic>
      <p:pic>
        <p:nvPicPr>
          <p:cNvPr id="134" name="Grafik 133">
            <a:extLst>
              <a:ext uri="{FF2B5EF4-FFF2-40B4-BE49-F238E27FC236}">
                <a16:creationId xmlns:a16="http://schemas.microsoft.com/office/drawing/2014/main" id="{306100F7-5B6E-C931-FB42-1789EAB20551}"/>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a:stretch/>
        </p:blipFill>
        <p:spPr>
          <a:xfrm>
            <a:off x="8000570" y="1304824"/>
            <a:ext cx="540000" cy="540000"/>
          </a:xfrm>
          <a:prstGeom prst="rect">
            <a:avLst/>
          </a:prstGeom>
        </p:spPr>
      </p:pic>
      <p:pic>
        <p:nvPicPr>
          <p:cNvPr id="136" name="Grafik 135">
            <a:extLst>
              <a:ext uri="{FF2B5EF4-FFF2-40B4-BE49-F238E27FC236}">
                <a16:creationId xmlns:a16="http://schemas.microsoft.com/office/drawing/2014/main" id="{33D4C38A-3989-B5D6-7647-C85C584B87AF}"/>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a:stretch/>
        </p:blipFill>
        <p:spPr>
          <a:xfrm>
            <a:off x="9081189" y="1304824"/>
            <a:ext cx="540000" cy="540000"/>
          </a:xfrm>
          <a:prstGeom prst="rect">
            <a:avLst/>
          </a:prstGeom>
        </p:spPr>
      </p:pic>
      <p:pic>
        <p:nvPicPr>
          <p:cNvPr id="138" name="Grafik 137">
            <a:extLst>
              <a:ext uri="{FF2B5EF4-FFF2-40B4-BE49-F238E27FC236}">
                <a16:creationId xmlns:a16="http://schemas.microsoft.com/office/drawing/2014/main" id="{E00DA15E-091B-BFEC-AF7B-A9D6C2D45A2C}"/>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a:stretch/>
        </p:blipFill>
        <p:spPr>
          <a:xfrm>
            <a:off x="10161808" y="1304824"/>
            <a:ext cx="540000" cy="540000"/>
          </a:xfrm>
          <a:prstGeom prst="rect">
            <a:avLst/>
          </a:prstGeom>
        </p:spPr>
      </p:pic>
      <p:pic>
        <p:nvPicPr>
          <p:cNvPr id="140" name="Grafik 139">
            <a:extLst>
              <a:ext uri="{FF2B5EF4-FFF2-40B4-BE49-F238E27FC236}">
                <a16:creationId xmlns:a16="http://schemas.microsoft.com/office/drawing/2014/main" id="{80084DCC-BCE8-7D43-6194-E6428799AE13}"/>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a:stretch/>
        </p:blipFill>
        <p:spPr>
          <a:xfrm>
            <a:off x="11242425" y="1304824"/>
            <a:ext cx="540000" cy="540000"/>
          </a:xfrm>
          <a:prstGeom prst="rect">
            <a:avLst/>
          </a:prstGeom>
        </p:spPr>
      </p:pic>
      <p:pic>
        <p:nvPicPr>
          <p:cNvPr id="143" name="Grafik 142">
            <a:extLst>
              <a:ext uri="{FF2B5EF4-FFF2-40B4-BE49-F238E27FC236}">
                <a16:creationId xmlns:a16="http://schemas.microsoft.com/office/drawing/2014/main" id="{853C4A51-3872-5C7C-4F3A-2253DAE2A5B7}"/>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a:stretch/>
        </p:blipFill>
        <p:spPr>
          <a:xfrm>
            <a:off x="436237" y="2384410"/>
            <a:ext cx="540000" cy="540000"/>
          </a:xfrm>
          <a:prstGeom prst="rect">
            <a:avLst/>
          </a:prstGeom>
        </p:spPr>
      </p:pic>
      <p:pic>
        <p:nvPicPr>
          <p:cNvPr id="145" name="Grafik 144">
            <a:extLst>
              <a:ext uri="{FF2B5EF4-FFF2-40B4-BE49-F238E27FC236}">
                <a16:creationId xmlns:a16="http://schemas.microsoft.com/office/drawing/2014/main" id="{D831190C-6D05-1D1F-053E-E44D452E4673}"/>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a:stretch/>
        </p:blipFill>
        <p:spPr>
          <a:xfrm>
            <a:off x="1516856" y="2384410"/>
            <a:ext cx="540000" cy="540000"/>
          </a:xfrm>
          <a:prstGeom prst="rect">
            <a:avLst/>
          </a:prstGeom>
        </p:spPr>
      </p:pic>
      <p:pic>
        <p:nvPicPr>
          <p:cNvPr id="147" name="Grafik 146">
            <a:extLst>
              <a:ext uri="{FF2B5EF4-FFF2-40B4-BE49-F238E27FC236}">
                <a16:creationId xmlns:a16="http://schemas.microsoft.com/office/drawing/2014/main" id="{801A982F-8E7D-3669-BBAC-7A8D057964B9}"/>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rcRect/>
          <a:stretch/>
        </p:blipFill>
        <p:spPr>
          <a:xfrm>
            <a:off x="2597475" y="2384410"/>
            <a:ext cx="540000" cy="540000"/>
          </a:xfrm>
          <a:prstGeom prst="rect">
            <a:avLst/>
          </a:prstGeom>
        </p:spPr>
      </p:pic>
      <p:pic>
        <p:nvPicPr>
          <p:cNvPr id="149" name="Grafik 148">
            <a:extLst>
              <a:ext uri="{FF2B5EF4-FFF2-40B4-BE49-F238E27FC236}">
                <a16:creationId xmlns:a16="http://schemas.microsoft.com/office/drawing/2014/main" id="{02F53E10-923C-A38C-6D43-9A49EFDFF8B3}"/>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rcRect/>
          <a:stretch/>
        </p:blipFill>
        <p:spPr>
          <a:xfrm>
            <a:off x="3678094" y="2384410"/>
            <a:ext cx="540000" cy="540000"/>
          </a:xfrm>
          <a:prstGeom prst="rect">
            <a:avLst/>
          </a:prstGeom>
        </p:spPr>
      </p:pic>
      <p:pic>
        <p:nvPicPr>
          <p:cNvPr id="151" name="Grafik 150">
            <a:extLst>
              <a:ext uri="{FF2B5EF4-FFF2-40B4-BE49-F238E27FC236}">
                <a16:creationId xmlns:a16="http://schemas.microsoft.com/office/drawing/2014/main" id="{6AC3666D-9501-2B76-AC01-32E93C3296F6}"/>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rcRect/>
          <a:stretch/>
        </p:blipFill>
        <p:spPr>
          <a:xfrm>
            <a:off x="4758713" y="2384410"/>
            <a:ext cx="540000" cy="540000"/>
          </a:xfrm>
          <a:prstGeom prst="rect">
            <a:avLst/>
          </a:prstGeom>
        </p:spPr>
      </p:pic>
      <p:pic>
        <p:nvPicPr>
          <p:cNvPr id="153" name="Grafik 152">
            <a:extLst>
              <a:ext uri="{FF2B5EF4-FFF2-40B4-BE49-F238E27FC236}">
                <a16:creationId xmlns:a16="http://schemas.microsoft.com/office/drawing/2014/main" id="{1B47A1AD-DFD5-8114-748B-C66D38B0576F}"/>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rcRect/>
          <a:stretch/>
        </p:blipFill>
        <p:spPr>
          <a:xfrm>
            <a:off x="5839332" y="2384410"/>
            <a:ext cx="540000" cy="540000"/>
          </a:xfrm>
          <a:prstGeom prst="rect">
            <a:avLst/>
          </a:prstGeom>
        </p:spPr>
      </p:pic>
      <p:pic>
        <p:nvPicPr>
          <p:cNvPr id="155" name="Grafik 154">
            <a:extLst>
              <a:ext uri="{FF2B5EF4-FFF2-40B4-BE49-F238E27FC236}">
                <a16:creationId xmlns:a16="http://schemas.microsoft.com/office/drawing/2014/main" id="{811EA530-3ACE-C1FB-90D2-206A78A1048A}"/>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rcRect/>
          <a:stretch/>
        </p:blipFill>
        <p:spPr>
          <a:xfrm>
            <a:off x="6919951" y="2384410"/>
            <a:ext cx="540000" cy="540000"/>
          </a:xfrm>
          <a:prstGeom prst="rect">
            <a:avLst/>
          </a:prstGeom>
        </p:spPr>
      </p:pic>
      <p:pic>
        <p:nvPicPr>
          <p:cNvPr id="157" name="Grafik 156">
            <a:extLst>
              <a:ext uri="{FF2B5EF4-FFF2-40B4-BE49-F238E27FC236}">
                <a16:creationId xmlns:a16="http://schemas.microsoft.com/office/drawing/2014/main" id="{0C39E231-8929-851C-6783-8E4F7A086035}"/>
              </a:ext>
            </a:extLst>
          </p:cNvPr>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rcRect/>
          <a:stretch/>
        </p:blipFill>
        <p:spPr>
          <a:xfrm>
            <a:off x="8000570" y="2384410"/>
            <a:ext cx="540000" cy="540000"/>
          </a:xfrm>
          <a:prstGeom prst="rect">
            <a:avLst/>
          </a:prstGeom>
        </p:spPr>
      </p:pic>
      <p:pic>
        <p:nvPicPr>
          <p:cNvPr id="159" name="Grafik 158">
            <a:extLst>
              <a:ext uri="{FF2B5EF4-FFF2-40B4-BE49-F238E27FC236}">
                <a16:creationId xmlns:a16="http://schemas.microsoft.com/office/drawing/2014/main" id="{9F12F3FA-20C4-E0C3-E171-ECA675A29A0D}"/>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rcRect/>
          <a:stretch/>
        </p:blipFill>
        <p:spPr>
          <a:xfrm>
            <a:off x="9081189" y="2384410"/>
            <a:ext cx="540000" cy="540000"/>
          </a:xfrm>
          <a:prstGeom prst="rect">
            <a:avLst/>
          </a:prstGeom>
        </p:spPr>
      </p:pic>
      <p:pic>
        <p:nvPicPr>
          <p:cNvPr id="161" name="Grafik 160">
            <a:extLst>
              <a:ext uri="{FF2B5EF4-FFF2-40B4-BE49-F238E27FC236}">
                <a16:creationId xmlns:a16="http://schemas.microsoft.com/office/drawing/2014/main" id="{D7E5EB2E-9B40-B788-BDE6-2801005DE08B}"/>
              </a:ext>
            </a:extLst>
          </p:cNvPr>
          <p:cNvPicPr>
            <a:picLocks noChangeAspect="1"/>
          </p:cNvPicPr>
          <p:nvPr/>
        </p:nvPicPr>
        <p:blipFill>
          <a:blip r:embed="rId44">
            <a:extLst>
              <a:ext uri="{28A0092B-C50C-407E-A947-70E740481C1C}">
                <a14:useLocalDpi xmlns:a14="http://schemas.microsoft.com/office/drawing/2010/main" val="0"/>
              </a:ext>
              <a:ext uri="{96DAC541-7B7A-43D3-8B79-37D633B846F1}">
                <asvg:svgBlip xmlns:asvg="http://schemas.microsoft.com/office/drawing/2016/SVG/main" r:embed="rId45"/>
              </a:ext>
            </a:extLst>
          </a:blip>
          <a:srcRect/>
          <a:stretch/>
        </p:blipFill>
        <p:spPr>
          <a:xfrm>
            <a:off x="10161808" y="2384410"/>
            <a:ext cx="540000" cy="540000"/>
          </a:xfrm>
          <a:prstGeom prst="rect">
            <a:avLst/>
          </a:prstGeom>
        </p:spPr>
      </p:pic>
      <p:pic>
        <p:nvPicPr>
          <p:cNvPr id="163" name="Grafik 162">
            <a:extLst>
              <a:ext uri="{FF2B5EF4-FFF2-40B4-BE49-F238E27FC236}">
                <a16:creationId xmlns:a16="http://schemas.microsoft.com/office/drawing/2014/main" id="{5E892824-3E06-3C6D-3E21-570A9646C3D3}"/>
              </a:ext>
            </a:extLst>
          </p:cNvPr>
          <p:cNvPicPr>
            <a:picLocks noChangeAspect="1"/>
          </p:cNvPicPr>
          <p:nvPr/>
        </p:nvPicPr>
        <p:blipFill>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rcRect/>
          <a:stretch/>
        </p:blipFill>
        <p:spPr>
          <a:xfrm>
            <a:off x="11242425" y="2384410"/>
            <a:ext cx="540000" cy="540000"/>
          </a:xfrm>
          <a:prstGeom prst="rect">
            <a:avLst/>
          </a:prstGeom>
        </p:spPr>
      </p:pic>
      <p:pic>
        <p:nvPicPr>
          <p:cNvPr id="165" name="Grafik 164">
            <a:extLst>
              <a:ext uri="{FF2B5EF4-FFF2-40B4-BE49-F238E27FC236}">
                <a16:creationId xmlns:a16="http://schemas.microsoft.com/office/drawing/2014/main" id="{C4769B7A-87A6-07E0-BB1C-A25F8D9B6D21}"/>
              </a:ext>
            </a:extLst>
          </p:cNvPr>
          <p:cNvPicPr>
            <a:picLocks noChangeAspect="1"/>
          </p:cNvPicPr>
          <p:nvPr/>
        </p:nvPicPr>
        <p:blipFill>
          <a:blip r:embed="rId48">
            <a:extLst>
              <a:ext uri="{28A0092B-C50C-407E-A947-70E740481C1C}">
                <a14:useLocalDpi xmlns:a14="http://schemas.microsoft.com/office/drawing/2010/main" val="0"/>
              </a:ext>
              <a:ext uri="{96DAC541-7B7A-43D3-8B79-37D633B846F1}">
                <asvg:svgBlip xmlns:asvg="http://schemas.microsoft.com/office/drawing/2016/SVG/main" r:embed="rId49"/>
              </a:ext>
            </a:extLst>
          </a:blip>
          <a:srcRect/>
          <a:stretch/>
        </p:blipFill>
        <p:spPr>
          <a:xfrm>
            <a:off x="436237" y="3463996"/>
            <a:ext cx="540000" cy="540000"/>
          </a:xfrm>
          <a:prstGeom prst="rect">
            <a:avLst/>
          </a:prstGeom>
        </p:spPr>
      </p:pic>
      <p:pic>
        <p:nvPicPr>
          <p:cNvPr id="169" name="Grafik 168">
            <a:extLst>
              <a:ext uri="{FF2B5EF4-FFF2-40B4-BE49-F238E27FC236}">
                <a16:creationId xmlns:a16="http://schemas.microsoft.com/office/drawing/2014/main" id="{4231B7DD-985F-3401-E578-8ACA36684CD0}"/>
              </a:ext>
            </a:extLst>
          </p:cNvPr>
          <p:cNvPicPr>
            <a:picLocks noChangeAspect="1"/>
          </p:cNvPicPr>
          <p:nvPr/>
        </p:nvPicPr>
        <p:blipFill>
          <a:blip r:embed="rId50">
            <a:extLst>
              <a:ext uri="{28A0092B-C50C-407E-A947-70E740481C1C}">
                <a14:useLocalDpi xmlns:a14="http://schemas.microsoft.com/office/drawing/2010/main" val="0"/>
              </a:ext>
              <a:ext uri="{96DAC541-7B7A-43D3-8B79-37D633B846F1}">
                <asvg:svgBlip xmlns:asvg="http://schemas.microsoft.com/office/drawing/2016/SVG/main" r:embed="rId51"/>
              </a:ext>
            </a:extLst>
          </a:blip>
          <a:srcRect/>
          <a:stretch/>
        </p:blipFill>
        <p:spPr>
          <a:xfrm>
            <a:off x="2597475" y="3463996"/>
            <a:ext cx="540000" cy="540000"/>
          </a:xfrm>
          <a:prstGeom prst="rect">
            <a:avLst/>
          </a:prstGeom>
        </p:spPr>
      </p:pic>
      <p:pic>
        <p:nvPicPr>
          <p:cNvPr id="171" name="Grafik 170">
            <a:extLst>
              <a:ext uri="{FF2B5EF4-FFF2-40B4-BE49-F238E27FC236}">
                <a16:creationId xmlns:a16="http://schemas.microsoft.com/office/drawing/2014/main" id="{438EA915-32A1-EE3D-B0EA-0F737AEB48FF}"/>
              </a:ext>
            </a:extLst>
          </p:cNvPr>
          <p:cNvPicPr>
            <a:picLocks noChangeAspect="1"/>
          </p:cNvPicPr>
          <p:nvPr/>
        </p:nvPicPr>
        <p:blipFill>
          <a:blip r:embed="rId52">
            <a:extLst>
              <a:ext uri="{28A0092B-C50C-407E-A947-70E740481C1C}">
                <a14:useLocalDpi xmlns:a14="http://schemas.microsoft.com/office/drawing/2010/main" val="0"/>
              </a:ext>
              <a:ext uri="{96DAC541-7B7A-43D3-8B79-37D633B846F1}">
                <asvg:svgBlip xmlns:asvg="http://schemas.microsoft.com/office/drawing/2016/SVG/main" r:embed="rId53"/>
              </a:ext>
            </a:extLst>
          </a:blip>
          <a:srcRect/>
          <a:stretch/>
        </p:blipFill>
        <p:spPr>
          <a:xfrm>
            <a:off x="3678094" y="3463996"/>
            <a:ext cx="540000" cy="540000"/>
          </a:xfrm>
          <a:prstGeom prst="rect">
            <a:avLst/>
          </a:prstGeom>
        </p:spPr>
      </p:pic>
      <p:pic>
        <p:nvPicPr>
          <p:cNvPr id="173" name="Grafik 172">
            <a:extLst>
              <a:ext uri="{FF2B5EF4-FFF2-40B4-BE49-F238E27FC236}">
                <a16:creationId xmlns:a16="http://schemas.microsoft.com/office/drawing/2014/main" id="{FB1FA923-8D24-A757-7F28-F184386ACF5C}"/>
              </a:ext>
            </a:extLst>
          </p:cNvPr>
          <p:cNvPicPr>
            <a:picLocks noChangeAspect="1"/>
          </p:cNvPicPr>
          <p:nvPr/>
        </p:nvPicPr>
        <p:blipFill>
          <a:blip r:embed="rId54">
            <a:extLst>
              <a:ext uri="{28A0092B-C50C-407E-A947-70E740481C1C}">
                <a14:useLocalDpi xmlns:a14="http://schemas.microsoft.com/office/drawing/2010/main" val="0"/>
              </a:ext>
              <a:ext uri="{96DAC541-7B7A-43D3-8B79-37D633B846F1}">
                <asvg:svgBlip xmlns:asvg="http://schemas.microsoft.com/office/drawing/2016/SVG/main" r:embed="rId55"/>
              </a:ext>
            </a:extLst>
          </a:blip>
          <a:srcRect/>
          <a:stretch/>
        </p:blipFill>
        <p:spPr>
          <a:xfrm>
            <a:off x="5839332" y="3463996"/>
            <a:ext cx="540000" cy="540000"/>
          </a:xfrm>
          <a:prstGeom prst="rect">
            <a:avLst/>
          </a:prstGeom>
        </p:spPr>
      </p:pic>
      <p:pic>
        <p:nvPicPr>
          <p:cNvPr id="175" name="Grafik 174">
            <a:extLst>
              <a:ext uri="{FF2B5EF4-FFF2-40B4-BE49-F238E27FC236}">
                <a16:creationId xmlns:a16="http://schemas.microsoft.com/office/drawing/2014/main" id="{D66A785B-FAB4-AC9E-9BA9-2C3F7DF36183}"/>
              </a:ext>
            </a:extLst>
          </p:cNvPr>
          <p:cNvPicPr>
            <a:picLocks noChangeAspect="1"/>
          </p:cNvPicPr>
          <p:nvPr/>
        </p:nvPicPr>
        <p:blipFill>
          <a:blip r:embed="rId56">
            <a:extLst>
              <a:ext uri="{28A0092B-C50C-407E-A947-70E740481C1C}">
                <a14:useLocalDpi xmlns:a14="http://schemas.microsoft.com/office/drawing/2010/main" val="0"/>
              </a:ext>
              <a:ext uri="{96DAC541-7B7A-43D3-8B79-37D633B846F1}">
                <asvg:svgBlip xmlns:asvg="http://schemas.microsoft.com/office/drawing/2016/SVG/main" r:embed="rId57"/>
              </a:ext>
            </a:extLst>
          </a:blip>
          <a:srcRect/>
          <a:stretch/>
        </p:blipFill>
        <p:spPr>
          <a:xfrm>
            <a:off x="4758713" y="3463996"/>
            <a:ext cx="540000" cy="540000"/>
          </a:xfrm>
          <a:prstGeom prst="rect">
            <a:avLst/>
          </a:prstGeom>
        </p:spPr>
      </p:pic>
      <p:pic>
        <p:nvPicPr>
          <p:cNvPr id="177" name="Grafik 176">
            <a:extLst>
              <a:ext uri="{FF2B5EF4-FFF2-40B4-BE49-F238E27FC236}">
                <a16:creationId xmlns:a16="http://schemas.microsoft.com/office/drawing/2014/main" id="{46517E2A-58F3-237F-9EF3-5ADBA074A0F3}"/>
              </a:ext>
            </a:extLst>
          </p:cNvPr>
          <p:cNvPicPr>
            <a:picLocks noChangeAspect="1"/>
          </p:cNvPicPr>
          <p:nvPr/>
        </p:nvPicPr>
        <p:blipFill>
          <a:blip r:embed="rId58">
            <a:extLst>
              <a:ext uri="{28A0092B-C50C-407E-A947-70E740481C1C}">
                <a14:useLocalDpi xmlns:a14="http://schemas.microsoft.com/office/drawing/2010/main" val="0"/>
              </a:ext>
              <a:ext uri="{96DAC541-7B7A-43D3-8B79-37D633B846F1}">
                <asvg:svgBlip xmlns:asvg="http://schemas.microsoft.com/office/drawing/2016/SVG/main" r:embed="rId59"/>
              </a:ext>
            </a:extLst>
          </a:blip>
          <a:srcRect/>
          <a:stretch/>
        </p:blipFill>
        <p:spPr>
          <a:xfrm>
            <a:off x="1516856" y="3463996"/>
            <a:ext cx="540000" cy="540000"/>
          </a:xfrm>
          <a:prstGeom prst="rect">
            <a:avLst/>
          </a:prstGeom>
        </p:spPr>
      </p:pic>
      <p:pic>
        <p:nvPicPr>
          <p:cNvPr id="179" name="Grafik 178">
            <a:extLst>
              <a:ext uri="{FF2B5EF4-FFF2-40B4-BE49-F238E27FC236}">
                <a16:creationId xmlns:a16="http://schemas.microsoft.com/office/drawing/2014/main" id="{AE394259-1262-C594-CB10-CC10C9918CE6}"/>
              </a:ext>
            </a:extLst>
          </p:cNvPr>
          <p:cNvPicPr>
            <a:picLocks noChangeAspect="1"/>
          </p:cNvPicPr>
          <p:nvPr/>
        </p:nvPicPr>
        <p:blipFill>
          <a:blip r:embed="rId60">
            <a:extLst>
              <a:ext uri="{28A0092B-C50C-407E-A947-70E740481C1C}">
                <a14:useLocalDpi xmlns:a14="http://schemas.microsoft.com/office/drawing/2010/main" val="0"/>
              </a:ext>
              <a:ext uri="{96DAC541-7B7A-43D3-8B79-37D633B846F1}">
                <asvg:svgBlip xmlns:asvg="http://schemas.microsoft.com/office/drawing/2016/SVG/main" r:embed="rId61"/>
              </a:ext>
            </a:extLst>
          </a:blip>
          <a:srcRect/>
          <a:stretch/>
        </p:blipFill>
        <p:spPr>
          <a:xfrm>
            <a:off x="6919951" y="3463996"/>
            <a:ext cx="540000" cy="540000"/>
          </a:xfrm>
          <a:prstGeom prst="rect">
            <a:avLst/>
          </a:prstGeom>
        </p:spPr>
      </p:pic>
      <p:pic>
        <p:nvPicPr>
          <p:cNvPr id="181" name="Grafik 180">
            <a:extLst>
              <a:ext uri="{FF2B5EF4-FFF2-40B4-BE49-F238E27FC236}">
                <a16:creationId xmlns:a16="http://schemas.microsoft.com/office/drawing/2014/main" id="{A1D84588-BF05-CABB-07E1-FF12FFA06F6F}"/>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rcRect/>
          <a:stretch/>
        </p:blipFill>
        <p:spPr>
          <a:xfrm>
            <a:off x="8000570" y="3463996"/>
            <a:ext cx="540000" cy="540000"/>
          </a:xfrm>
          <a:prstGeom prst="rect">
            <a:avLst/>
          </a:prstGeom>
        </p:spPr>
      </p:pic>
      <p:pic>
        <p:nvPicPr>
          <p:cNvPr id="183" name="Grafik 182">
            <a:extLst>
              <a:ext uri="{FF2B5EF4-FFF2-40B4-BE49-F238E27FC236}">
                <a16:creationId xmlns:a16="http://schemas.microsoft.com/office/drawing/2014/main" id="{FBBF27CF-25F9-B566-6236-B3D3A9A88403}"/>
              </a:ext>
            </a:extLst>
          </p:cNvPr>
          <p:cNvPicPr>
            <a:picLocks noChangeAspect="1"/>
          </p:cNvPicPr>
          <p:nvPr/>
        </p:nvPicPr>
        <p:blipFill>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rcRect/>
          <a:stretch/>
        </p:blipFill>
        <p:spPr>
          <a:xfrm>
            <a:off x="9081189" y="3463996"/>
            <a:ext cx="540000" cy="540000"/>
          </a:xfrm>
          <a:prstGeom prst="rect">
            <a:avLst/>
          </a:prstGeom>
        </p:spPr>
      </p:pic>
      <p:pic>
        <p:nvPicPr>
          <p:cNvPr id="185" name="Grafik 184">
            <a:extLst>
              <a:ext uri="{FF2B5EF4-FFF2-40B4-BE49-F238E27FC236}">
                <a16:creationId xmlns:a16="http://schemas.microsoft.com/office/drawing/2014/main" id="{D914A239-4061-472A-9FFE-8827669A0162}"/>
              </a:ext>
            </a:extLst>
          </p:cNvPr>
          <p:cNvPicPr>
            <a:picLocks noChangeAspect="1"/>
          </p:cNvPicPr>
          <p:nvPr/>
        </p:nvPicPr>
        <p:blipFill>
          <a:blip r:embed="rId66">
            <a:extLst>
              <a:ext uri="{28A0092B-C50C-407E-A947-70E740481C1C}">
                <a14:useLocalDpi xmlns:a14="http://schemas.microsoft.com/office/drawing/2010/main" val="0"/>
              </a:ext>
              <a:ext uri="{96DAC541-7B7A-43D3-8B79-37D633B846F1}">
                <asvg:svgBlip xmlns:asvg="http://schemas.microsoft.com/office/drawing/2016/SVG/main" r:embed="rId67"/>
              </a:ext>
            </a:extLst>
          </a:blip>
          <a:srcRect/>
          <a:stretch/>
        </p:blipFill>
        <p:spPr>
          <a:xfrm>
            <a:off x="10161808" y="3463996"/>
            <a:ext cx="540000" cy="540000"/>
          </a:xfrm>
          <a:prstGeom prst="rect">
            <a:avLst/>
          </a:prstGeom>
        </p:spPr>
      </p:pic>
      <p:pic>
        <p:nvPicPr>
          <p:cNvPr id="187" name="Grafik 186">
            <a:extLst>
              <a:ext uri="{FF2B5EF4-FFF2-40B4-BE49-F238E27FC236}">
                <a16:creationId xmlns:a16="http://schemas.microsoft.com/office/drawing/2014/main" id="{31874EB0-46AB-EC8B-67C9-EC4B19724CA9}"/>
              </a:ext>
            </a:extLst>
          </p:cNvPr>
          <p:cNvPicPr>
            <a:picLocks noChangeAspect="1"/>
          </p:cNvPicPr>
          <p:nvPr/>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rcRect/>
          <a:stretch/>
        </p:blipFill>
        <p:spPr>
          <a:xfrm>
            <a:off x="11242425" y="3463996"/>
            <a:ext cx="540000" cy="540000"/>
          </a:xfrm>
          <a:prstGeom prst="rect">
            <a:avLst/>
          </a:prstGeom>
        </p:spPr>
      </p:pic>
      <p:pic>
        <p:nvPicPr>
          <p:cNvPr id="189" name="Grafik 188">
            <a:extLst>
              <a:ext uri="{FF2B5EF4-FFF2-40B4-BE49-F238E27FC236}">
                <a16:creationId xmlns:a16="http://schemas.microsoft.com/office/drawing/2014/main" id="{5C125CEF-38C7-A217-0BA1-F8A5EF447906}"/>
              </a:ext>
            </a:extLst>
          </p:cNvPr>
          <p:cNvPicPr>
            <a:picLocks noChangeAspect="1"/>
          </p:cNvPicPr>
          <p:nvPr/>
        </p:nvPicPr>
        <p:blipFill>
          <a:blip r:embed="rId70">
            <a:extLst>
              <a:ext uri="{28A0092B-C50C-407E-A947-70E740481C1C}">
                <a14:useLocalDpi xmlns:a14="http://schemas.microsoft.com/office/drawing/2010/main" val="0"/>
              </a:ext>
              <a:ext uri="{96DAC541-7B7A-43D3-8B79-37D633B846F1}">
                <asvg:svgBlip xmlns:asvg="http://schemas.microsoft.com/office/drawing/2016/SVG/main" r:embed="rId71"/>
              </a:ext>
            </a:extLst>
          </a:blip>
          <a:srcRect/>
          <a:stretch/>
        </p:blipFill>
        <p:spPr>
          <a:xfrm>
            <a:off x="436237" y="4543582"/>
            <a:ext cx="540000" cy="540000"/>
          </a:xfrm>
          <a:prstGeom prst="rect">
            <a:avLst/>
          </a:prstGeom>
        </p:spPr>
      </p:pic>
      <p:pic>
        <p:nvPicPr>
          <p:cNvPr id="191" name="Grafik 190">
            <a:extLst>
              <a:ext uri="{FF2B5EF4-FFF2-40B4-BE49-F238E27FC236}">
                <a16:creationId xmlns:a16="http://schemas.microsoft.com/office/drawing/2014/main" id="{AC421B23-2550-3AB2-1C3E-6C89AC7A6B14}"/>
              </a:ext>
            </a:extLst>
          </p:cNvPr>
          <p:cNvPicPr>
            <a:picLocks noChangeAspect="1"/>
          </p:cNvPicPr>
          <p:nvPr/>
        </p:nvPicPr>
        <p:blipFill>
          <a:blip r:embed="rId72">
            <a:extLst>
              <a:ext uri="{28A0092B-C50C-407E-A947-70E740481C1C}">
                <a14:useLocalDpi xmlns:a14="http://schemas.microsoft.com/office/drawing/2010/main" val="0"/>
              </a:ext>
              <a:ext uri="{96DAC541-7B7A-43D3-8B79-37D633B846F1}">
                <asvg:svgBlip xmlns:asvg="http://schemas.microsoft.com/office/drawing/2016/SVG/main" r:embed="rId73"/>
              </a:ext>
            </a:extLst>
          </a:blip>
          <a:srcRect/>
          <a:stretch/>
        </p:blipFill>
        <p:spPr>
          <a:xfrm>
            <a:off x="1516856" y="4543582"/>
            <a:ext cx="540000" cy="540000"/>
          </a:xfrm>
          <a:prstGeom prst="rect">
            <a:avLst/>
          </a:prstGeom>
        </p:spPr>
      </p:pic>
      <p:pic>
        <p:nvPicPr>
          <p:cNvPr id="193" name="Grafik 192">
            <a:extLst>
              <a:ext uri="{FF2B5EF4-FFF2-40B4-BE49-F238E27FC236}">
                <a16:creationId xmlns:a16="http://schemas.microsoft.com/office/drawing/2014/main" id="{B62C1834-9E58-4B55-A9F6-E11B2A0F3A02}"/>
              </a:ext>
            </a:extLst>
          </p:cNvPr>
          <p:cNvPicPr>
            <a:picLocks noChangeAspect="1"/>
          </p:cNvPicPr>
          <p:nvPr/>
        </p:nvPicPr>
        <p:blipFill>
          <a:blip r:embed="rId74">
            <a:extLst>
              <a:ext uri="{28A0092B-C50C-407E-A947-70E740481C1C}">
                <a14:useLocalDpi xmlns:a14="http://schemas.microsoft.com/office/drawing/2010/main" val="0"/>
              </a:ext>
              <a:ext uri="{96DAC541-7B7A-43D3-8B79-37D633B846F1}">
                <asvg:svgBlip xmlns:asvg="http://schemas.microsoft.com/office/drawing/2016/SVG/main" r:embed="rId75"/>
              </a:ext>
            </a:extLst>
          </a:blip>
          <a:srcRect/>
          <a:stretch/>
        </p:blipFill>
        <p:spPr>
          <a:xfrm>
            <a:off x="2597475" y="4543582"/>
            <a:ext cx="540000" cy="540000"/>
          </a:xfrm>
          <a:prstGeom prst="rect">
            <a:avLst/>
          </a:prstGeom>
        </p:spPr>
      </p:pic>
      <p:pic>
        <p:nvPicPr>
          <p:cNvPr id="195" name="Grafik 194">
            <a:extLst>
              <a:ext uri="{FF2B5EF4-FFF2-40B4-BE49-F238E27FC236}">
                <a16:creationId xmlns:a16="http://schemas.microsoft.com/office/drawing/2014/main" id="{736CCD2F-7A8A-E24A-01EF-708A039863A5}"/>
              </a:ext>
            </a:extLst>
          </p:cNvPr>
          <p:cNvPicPr>
            <a:picLocks noChangeAspect="1"/>
          </p:cNvPicPr>
          <p:nvPr/>
        </p:nvPicPr>
        <p:blipFill>
          <a:blip r:embed="rId76">
            <a:extLst>
              <a:ext uri="{28A0092B-C50C-407E-A947-70E740481C1C}">
                <a14:useLocalDpi xmlns:a14="http://schemas.microsoft.com/office/drawing/2010/main" val="0"/>
              </a:ext>
              <a:ext uri="{96DAC541-7B7A-43D3-8B79-37D633B846F1}">
                <asvg:svgBlip xmlns:asvg="http://schemas.microsoft.com/office/drawing/2016/SVG/main" r:embed="rId77"/>
              </a:ext>
            </a:extLst>
          </a:blip>
          <a:srcRect/>
          <a:stretch/>
        </p:blipFill>
        <p:spPr>
          <a:xfrm>
            <a:off x="3678094" y="4543582"/>
            <a:ext cx="540000" cy="540000"/>
          </a:xfrm>
          <a:prstGeom prst="rect">
            <a:avLst/>
          </a:prstGeom>
        </p:spPr>
      </p:pic>
      <p:pic>
        <p:nvPicPr>
          <p:cNvPr id="197" name="Grafik 196">
            <a:extLst>
              <a:ext uri="{FF2B5EF4-FFF2-40B4-BE49-F238E27FC236}">
                <a16:creationId xmlns:a16="http://schemas.microsoft.com/office/drawing/2014/main" id="{A6706342-805D-2FC5-7FE7-08FAC9B27162}"/>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rcRect/>
          <a:stretch/>
        </p:blipFill>
        <p:spPr>
          <a:xfrm>
            <a:off x="4758713" y="4543582"/>
            <a:ext cx="540000" cy="540000"/>
          </a:xfrm>
          <a:prstGeom prst="rect">
            <a:avLst/>
          </a:prstGeom>
        </p:spPr>
      </p:pic>
      <p:pic>
        <p:nvPicPr>
          <p:cNvPr id="199" name="Grafik 198">
            <a:extLst>
              <a:ext uri="{FF2B5EF4-FFF2-40B4-BE49-F238E27FC236}">
                <a16:creationId xmlns:a16="http://schemas.microsoft.com/office/drawing/2014/main" id="{1C19460F-C0DE-0B91-EC7F-9D057FF09086}"/>
              </a:ext>
            </a:extLst>
          </p:cNvPr>
          <p:cNvPicPr>
            <a:picLocks noChangeAspect="1"/>
          </p:cNvPicPr>
          <p:nvPr/>
        </p:nvPicPr>
        <p:blipFill>
          <a:blip r:embed="rId80">
            <a:extLst>
              <a:ext uri="{28A0092B-C50C-407E-A947-70E740481C1C}">
                <a14:useLocalDpi xmlns:a14="http://schemas.microsoft.com/office/drawing/2010/main" val="0"/>
              </a:ext>
              <a:ext uri="{96DAC541-7B7A-43D3-8B79-37D633B846F1}">
                <asvg:svgBlip xmlns:asvg="http://schemas.microsoft.com/office/drawing/2016/SVG/main" r:embed="rId81"/>
              </a:ext>
            </a:extLst>
          </a:blip>
          <a:srcRect/>
          <a:stretch/>
        </p:blipFill>
        <p:spPr>
          <a:xfrm>
            <a:off x="5839332" y="4543582"/>
            <a:ext cx="540000" cy="540000"/>
          </a:xfrm>
          <a:prstGeom prst="rect">
            <a:avLst/>
          </a:prstGeom>
        </p:spPr>
      </p:pic>
      <p:pic>
        <p:nvPicPr>
          <p:cNvPr id="201" name="Grafik 200">
            <a:extLst>
              <a:ext uri="{FF2B5EF4-FFF2-40B4-BE49-F238E27FC236}">
                <a16:creationId xmlns:a16="http://schemas.microsoft.com/office/drawing/2014/main" id="{0CB10489-4607-F295-1938-963BB690F1C9}"/>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rcRect/>
          <a:stretch/>
        </p:blipFill>
        <p:spPr>
          <a:xfrm>
            <a:off x="6919951" y="4543582"/>
            <a:ext cx="540000" cy="540000"/>
          </a:xfrm>
          <a:prstGeom prst="rect">
            <a:avLst/>
          </a:prstGeom>
        </p:spPr>
      </p:pic>
      <p:pic>
        <p:nvPicPr>
          <p:cNvPr id="203" name="Grafik 202">
            <a:extLst>
              <a:ext uri="{FF2B5EF4-FFF2-40B4-BE49-F238E27FC236}">
                <a16:creationId xmlns:a16="http://schemas.microsoft.com/office/drawing/2014/main" id="{503618FA-A3F5-4576-007B-9B6B6CCF6A65}"/>
              </a:ext>
            </a:extLst>
          </p:cNvPr>
          <p:cNvPicPr>
            <a:picLocks noChangeAspect="1"/>
          </p:cNvPicPr>
          <p:nvPr/>
        </p:nvPicPr>
        <p:blipFill>
          <a:blip r:embed="rId84">
            <a:extLst>
              <a:ext uri="{28A0092B-C50C-407E-A947-70E740481C1C}">
                <a14:useLocalDpi xmlns:a14="http://schemas.microsoft.com/office/drawing/2010/main" val="0"/>
              </a:ext>
              <a:ext uri="{96DAC541-7B7A-43D3-8B79-37D633B846F1}">
                <asvg:svgBlip xmlns:asvg="http://schemas.microsoft.com/office/drawing/2016/SVG/main" r:embed="rId85"/>
              </a:ext>
            </a:extLst>
          </a:blip>
          <a:srcRect/>
          <a:stretch/>
        </p:blipFill>
        <p:spPr>
          <a:xfrm>
            <a:off x="8000570" y="4543582"/>
            <a:ext cx="540000" cy="540000"/>
          </a:xfrm>
          <a:prstGeom prst="rect">
            <a:avLst/>
          </a:prstGeom>
        </p:spPr>
      </p:pic>
      <p:pic>
        <p:nvPicPr>
          <p:cNvPr id="205" name="Grafik 204">
            <a:extLst>
              <a:ext uri="{FF2B5EF4-FFF2-40B4-BE49-F238E27FC236}">
                <a16:creationId xmlns:a16="http://schemas.microsoft.com/office/drawing/2014/main" id="{E1004AEA-D8D6-A303-5854-97E9A0A5F844}"/>
              </a:ext>
            </a:extLst>
          </p:cNvPr>
          <p:cNvPicPr>
            <a:picLocks noChangeAspect="1"/>
          </p:cNvPicPr>
          <p:nvPr/>
        </p:nvPicPr>
        <p:blipFill>
          <a:blip r:embed="rId86">
            <a:extLst>
              <a:ext uri="{28A0092B-C50C-407E-A947-70E740481C1C}">
                <a14:useLocalDpi xmlns:a14="http://schemas.microsoft.com/office/drawing/2010/main" val="0"/>
              </a:ext>
              <a:ext uri="{96DAC541-7B7A-43D3-8B79-37D633B846F1}">
                <asvg:svgBlip xmlns:asvg="http://schemas.microsoft.com/office/drawing/2016/SVG/main" r:embed="rId87"/>
              </a:ext>
            </a:extLst>
          </a:blip>
          <a:srcRect/>
          <a:stretch/>
        </p:blipFill>
        <p:spPr>
          <a:xfrm>
            <a:off x="9081189" y="4543582"/>
            <a:ext cx="540000" cy="540000"/>
          </a:xfrm>
          <a:prstGeom prst="rect">
            <a:avLst/>
          </a:prstGeom>
        </p:spPr>
      </p:pic>
      <p:pic>
        <p:nvPicPr>
          <p:cNvPr id="207" name="Grafik 206">
            <a:extLst>
              <a:ext uri="{FF2B5EF4-FFF2-40B4-BE49-F238E27FC236}">
                <a16:creationId xmlns:a16="http://schemas.microsoft.com/office/drawing/2014/main" id="{94A4B072-CDDD-BF7E-B1AF-C8FC34B3E15C}"/>
              </a:ext>
            </a:extLst>
          </p:cNvPr>
          <p:cNvPicPr>
            <a:picLocks noChangeAspect="1"/>
          </p:cNvPicPr>
          <p:nvPr/>
        </p:nvPicPr>
        <p:blipFill>
          <a:blip r:embed="rId88">
            <a:extLst>
              <a:ext uri="{28A0092B-C50C-407E-A947-70E740481C1C}">
                <a14:useLocalDpi xmlns:a14="http://schemas.microsoft.com/office/drawing/2010/main" val="0"/>
              </a:ext>
              <a:ext uri="{96DAC541-7B7A-43D3-8B79-37D633B846F1}">
                <asvg:svgBlip xmlns:asvg="http://schemas.microsoft.com/office/drawing/2016/SVG/main" r:embed="rId89"/>
              </a:ext>
            </a:extLst>
          </a:blip>
          <a:srcRect/>
          <a:stretch/>
        </p:blipFill>
        <p:spPr>
          <a:xfrm>
            <a:off x="10161808" y="4543582"/>
            <a:ext cx="540000" cy="540000"/>
          </a:xfrm>
          <a:prstGeom prst="rect">
            <a:avLst/>
          </a:prstGeom>
        </p:spPr>
      </p:pic>
      <p:pic>
        <p:nvPicPr>
          <p:cNvPr id="209" name="Grafik 208">
            <a:extLst>
              <a:ext uri="{FF2B5EF4-FFF2-40B4-BE49-F238E27FC236}">
                <a16:creationId xmlns:a16="http://schemas.microsoft.com/office/drawing/2014/main" id="{D23A2B87-3F1E-1031-04D7-73F90AC6C284}"/>
              </a:ext>
            </a:extLst>
          </p:cNvPr>
          <p:cNvPicPr>
            <a:picLocks noChangeAspect="1"/>
          </p:cNvPicPr>
          <p:nvPr/>
        </p:nvPicPr>
        <p:blipFill>
          <a:blip r:embed="rId90">
            <a:extLst>
              <a:ext uri="{28A0092B-C50C-407E-A947-70E740481C1C}">
                <a14:useLocalDpi xmlns:a14="http://schemas.microsoft.com/office/drawing/2010/main" val="0"/>
              </a:ext>
              <a:ext uri="{96DAC541-7B7A-43D3-8B79-37D633B846F1}">
                <asvg:svgBlip xmlns:asvg="http://schemas.microsoft.com/office/drawing/2016/SVG/main" r:embed="rId91"/>
              </a:ext>
            </a:extLst>
          </a:blip>
          <a:srcRect/>
          <a:stretch/>
        </p:blipFill>
        <p:spPr>
          <a:xfrm>
            <a:off x="11242425" y="4543582"/>
            <a:ext cx="540000" cy="540000"/>
          </a:xfrm>
          <a:prstGeom prst="rect">
            <a:avLst/>
          </a:prstGeom>
        </p:spPr>
      </p:pic>
      <p:pic>
        <p:nvPicPr>
          <p:cNvPr id="211" name="Grafik 210">
            <a:extLst>
              <a:ext uri="{FF2B5EF4-FFF2-40B4-BE49-F238E27FC236}">
                <a16:creationId xmlns:a16="http://schemas.microsoft.com/office/drawing/2014/main" id="{9145CF91-1140-B730-3DB9-9A1E690EE29E}"/>
              </a:ext>
            </a:extLst>
          </p:cNvPr>
          <p:cNvPicPr>
            <a:picLocks noChangeAspect="1"/>
          </p:cNvPicPr>
          <p:nvPr/>
        </p:nvPicPr>
        <p:blipFill>
          <a:blip r:embed="rId92">
            <a:extLst>
              <a:ext uri="{28A0092B-C50C-407E-A947-70E740481C1C}">
                <a14:useLocalDpi xmlns:a14="http://schemas.microsoft.com/office/drawing/2010/main" val="0"/>
              </a:ext>
              <a:ext uri="{96DAC541-7B7A-43D3-8B79-37D633B846F1}">
                <asvg:svgBlip xmlns:asvg="http://schemas.microsoft.com/office/drawing/2016/SVG/main" r:embed="rId93"/>
              </a:ext>
            </a:extLst>
          </a:blip>
          <a:srcRect/>
          <a:stretch/>
        </p:blipFill>
        <p:spPr>
          <a:xfrm>
            <a:off x="436237" y="5623168"/>
            <a:ext cx="540000" cy="540000"/>
          </a:xfrm>
          <a:prstGeom prst="rect">
            <a:avLst/>
          </a:prstGeom>
        </p:spPr>
      </p:pic>
      <p:pic>
        <p:nvPicPr>
          <p:cNvPr id="213" name="Grafik 212">
            <a:extLst>
              <a:ext uri="{FF2B5EF4-FFF2-40B4-BE49-F238E27FC236}">
                <a16:creationId xmlns:a16="http://schemas.microsoft.com/office/drawing/2014/main" id="{340EA6FB-153E-2B94-67F8-EF14A0846FD8}"/>
              </a:ext>
            </a:extLst>
          </p:cNvPr>
          <p:cNvPicPr>
            <a:picLocks noChangeAspect="1"/>
          </p:cNvPicPr>
          <p:nvPr/>
        </p:nvPicPr>
        <p:blipFill>
          <a:blip r:embed="rId94">
            <a:extLst>
              <a:ext uri="{28A0092B-C50C-407E-A947-70E740481C1C}">
                <a14:useLocalDpi xmlns:a14="http://schemas.microsoft.com/office/drawing/2010/main" val="0"/>
              </a:ext>
              <a:ext uri="{96DAC541-7B7A-43D3-8B79-37D633B846F1}">
                <asvg:svgBlip xmlns:asvg="http://schemas.microsoft.com/office/drawing/2016/SVG/main" r:embed="rId95"/>
              </a:ext>
            </a:extLst>
          </a:blip>
          <a:srcRect/>
          <a:stretch/>
        </p:blipFill>
        <p:spPr>
          <a:xfrm>
            <a:off x="1516856" y="5623168"/>
            <a:ext cx="540000" cy="540000"/>
          </a:xfrm>
          <a:prstGeom prst="rect">
            <a:avLst/>
          </a:prstGeom>
        </p:spPr>
      </p:pic>
      <p:pic>
        <p:nvPicPr>
          <p:cNvPr id="215" name="Grafik 214">
            <a:extLst>
              <a:ext uri="{FF2B5EF4-FFF2-40B4-BE49-F238E27FC236}">
                <a16:creationId xmlns:a16="http://schemas.microsoft.com/office/drawing/2014/main" id="{214AC675-BF29-A166-4E07-AB7DCD62FAE1}"/>
              </a:ext>
            </a:extLst>
          </p:cNvPr>
          <p:cNvPicPr>
            <a:picLocks noChangeAspect="1"/>
          </p:cNvPicPr>
          <p:nvPr/>
        </p:nvPicPr>
        <p:blipFill>
          <a:blip r:embed="rId96">
            <a:extLst>
              <a:ext uri="{28A0092B-C50C-407E-A947-70E740481C1C}">
                <a14:useLocalDpi xmlns:a14="http://schemas.microsoft.com/office/drawing/2010/main" val="0"/>
              </a:ext>
              <a:ext uri="{96DAC541-7B7A-43D3-8B79-37D633B846F1}">
                <asvg:svgBlip xmlns:asvg="http://schemas.microsoft.com/office/drawing/2016/SVG/main" r:embed="rId97"/>
              </a:ext>
            </a:extLst>
          </a:blip>
          <a:srcRect/>
          <a:stretch/>
        </p:blipFill>
        <p:spPr>
          <a:xfrm>
            <a:off x="2597475" y="5623168"/>
            <a:ext cx="540000" cy="540000"/>
          </a:xfrm>
          <a:prstGeom prst="rect">
            <a:avLst/>
          </a:prstGeom>
        </p:spPr>
      </p:pic>
      <p:pic>
        <p:nvPicPr>
          <p:cNvPr id="217" name="Grafik 216">
            <a:extLst>
              <a:ext uri="{FF2B5EF4-FFF2-40B4-BE49-F238E27FC236}">
                <a16:creationId xmlns:a16="http://schemas.microsoft.com/office/drawing/2014/main" id="{DFEC97F9-97ED-3BEC-6B67-A028674BFA82}"/>
              </a:ext>
            </a:extLst>
          </p:cNvPr>
          <p:cNvPicPr>
            <a:picLocks noChangeAspect="1"/>
          </p:cNvPicPr>
          <p:nvPr/>
        </p:nvPicPr>
        <p:blipFill>
          <a:blip r:embed="rId98">
            <a:extLst>
              <a:ext uri="{28A0092B-C50C-407E-A947-70E740481C1C}">
                <a14:useLocalDpi xmlns:a14="http://schemas.microsoft.com/office/drawing/2010/main" val="0"/>
              </a:ext>
              <a:ext uri="{96DAC541-7B7A-43D3-8B79-37D633B846F1}">
                <asvg:svgBlip xmlns:asvg="http://schemas.microsoft.com/office/drawing/2016/SVG/main" r:embed="rId99"/>
              </a:ext>
            </a:extLst>
          </a:blip>
          <a:srcRect/>
          <a:stretch/>
        </p:blipFill>
        <p:spPr>
          <a:xfrm>
            <a:off x="3678094" y="5623168"/>
            <a:ext cx="540000" cy="540000"/>
          </a:xfrm>
          <a:prstGeom prst="rect">
            <a:avLst/>
          </a:prstGeom>
        </p:spPr>
      </p:pic>
      <p:pic>
        <p:nvPicPr>
          <p:cNvPr id="219" name="Grafik 218">
            <a:extLst>
              <a:ext uri="{FF2B5EF4-FFF2-40B4-BE49-F238E27FC236}">
                <a16:creationId xmlns:a16="http://schemas.microsoft.com/office/drawing/2014/main" id="{64609602-4BA7-5920-CC02-61B5EDECC6FC}"/>
              </a:ext>
            </a:extLst>
          </p:cNvPr>
          <p:cNvPicPr>
            <a:picLocks noChangeAspect="1"/>
          </p:cNvPicPr>
          <p:nvPr/>
        </p:nvPicPr>
        <p:blipFill>
          <a:blip r:embed="rId100">
            <a:extLst>
              <a:ext uri="{28A0092B-C50C-407E-A947-70E740481C1C}">
                <a14:useLocalDpi xmlns:a14="http://schemas.microsoft.com/office/drawing/2010/main" val="0"/>
              </a:ext>
              <a:ext uri="{96DAC541-7B7A-43D3-8B79-37D633B846F1}">
                <asvg:svgBlip xmlns:asvg="http://schemas.microsoft.com/office/drawing/2016/SVG/main" r:embed="rId101"/>
              </a:ext>
            </a:extLst>
          </a:blip>
          <a:srcRect/>
          <a:stretch/>
        </p:blipFill>
        <p:spPr>
          <a:xfrm>
            <a:off x="4758713" y="5623168"/>
            <a:ext cx="540000" cy="540000"/>
          </a:xfrm>
          <a:prstGeom prst="rect">
            <a:avLst/>
          </a:prstGeom>
        </p:spPr>
      </p:pic>
      <p:pic>
        <p:nvPicPr>
          <p:cNvPr id="223" name="Grafik 222">
            <a:extLst>
              <a:ext uri="{FF2B5EF4-FFF2-40B4-BE49-F238E27FC236}">
                <a16:creationId xmlns:a16="http://schemas.microsoft.com/office/drawing/2014/main" id="{FE963E10-D7F6-7031-26EA-AFD2AB829611}"/>
              </a:ext>
            </a:extLst>
          </p:cNvPr>
          <p:cNvPicPr>
            <a:picLocks noChangeAspect="1"/>
          </p:cNvPicPr>
          <p:nvPr/>
        </p:nvPicPr>
        <p:blipFill>
          <a:blip r:embed="rId102">
            <a:extLst>
              <a:ext uri="{28A0092B-C50C-407E-A947-70E740481C1C}">
                <a14:useLocalDpi xmlns:a14="http://schemas.microsoft.com/office/drawing/2010/main" val="0"/>
              </a:ext>
              <a:ext uri="{96DAC541-7B7A-43D3-8B79-37D633B846F1}">
                <asvg:svgBlip xmlns:asvg="http://schemas.microsoft.com/office/drawing/2016/SVG/main" r:embed="rId103"/>
              </a:ext>
            </a:extLst>
          </a:blip>
          <a:srcRect/>
          <a:stretch/>
        </p:blipFill>
        <p:spPr>
          <a:xfrm>
            <a:off x="5839332" y="5623168"/>
            <a:ext cx="540000" cy="540000"/>
          </a:xfrm>
          <a:prstGeom prst="rect">
            <a:avLst/>
          </a:prstGeom>
        </p:spPr>
      </p:pic>
      <p:pic>
        <p:nvPicPr>
          <p:cNvPr id="225" name="Grafik 224">
            <a:extLst>
              <a:ext uri="{FF2B5EF4-FFF2-40B4-BE49-F238E27FC236}">
                <a16:creationId xmlns:a16="http://schemas.microsoft.com/office/drawing/2014/main" id="{F9F0F694-86D3-D53C-229D-031B1AB14691}"/>
              </a:ext>
            </a:extLst>
          </p:cNvPr>
          <p:cNvPicPr>
            <a:picLocks noChangeAspect="1"/>
          </p:cNvPicPr>
          <p:nvPr/>
        </p:nvPicPr>
        <p:blipFill>
          <a:blip r:embed="rId104">
            <a:extLst>
              <a:ext uri="{28A0092B-C50C-407E-A947-70E740481C1C}">
                <a14:useLocalDpi xmlns:a14="http://schemas.microsoft.com/office/drawing/2010/main" val="0"/>
              </a:ext>
              <a:ext uri="{96DAC541-7B7A-43D3-8B79-37D633B846F1}">
                <asvg:svgBlip xmlns:asvg="http://schemas.microsoft.com/office/drawing/2016/SVG/main" r:embed="rId105"/>
              </a:ext>
            </a:extLst>
          </a:blip>
          <a:srcRect/>
          <a:stretch/>
        </p:blipFill>
        <p:spPr>
          <a:xfrm>
            <a:off x="6919951" y="5623168"/>
            <a:ext cx="540000" cy="540000"/>
          </a:xfrm>
          <a:prstGeom prst="rect">
            <a:avLst/>
          </a:prstGeom>
        </p:spPr>
      </p:pic>
      <p:pic>
        <p:nvPicPr>
          <p:cNvPr id="227" name="Grafik 226">
            <a:extLst>
              <a:ext uri="{FF2B5EF4-FFF2-40B4-BE49-F238E27FC236}">
                <a16:creationId xmlns:a16="http://schemas.microsoft.com/office/drawing/2014/main" id="{6138DE7B-289B-9E99-D323-E935970E144A}"/>
              </a:ext>
            </a:extLst>
          </p:cNvPr>
          <p:cNvPicPr>
            <a:picLocks noChangeAspect="1"/>
          </p:cNvPicPr>
          <p:nvPr/>
        </p:nvPicPr>
        <p:blipFill>
          <a:blip r:embed="rId106">
            <a:extLst>
              <a:ext uri="{28A0092B-C50C-407E-A947-70E740481C1C}">
                <a14:useLocalDpi xmlns:a14="http://schemas.microsoft.com/office/drawing/2010/main" val="0"/>
              </a:ext>
              <a:ext uri="{96DAC541-7B7A-43D3-8B79-37D633B846F1}">
                <asvg:svgBlip xmlns:asvg="http://schemas.microsoft.com/office/drawing/2016/SVG/main" r:embed="rId107"/>
              </a:ext>
            </a:extLst>
          </a:blip>
          <a:srcRect/>
          <a:stretch/>
        </p:blipFill>
        <p:spPr>
          <a:xfrm>
            <a:off x="8000570" y="5623168"/>
            <a:ext cx="540000" cy="540000"/>
          </a:xfrm>
          <a:prstGeom prst="rect">
            <a:avLst/>
          </a:prstGeom>
        </p:spPr>
      </p:pic>
      <p:pic>
        <p:nvPicPr>
          <p:cNvPr id="229" name="Grafik 228">
            <a:extLst>
              <a:ext uri="{FF2B5EF4-FFF2-40B4-BE49-F238E27FC236}">
                <a16:creationId xmlns:a16="http://schemas.microsoft.com/office/drawing/2014/main" id="{E930B913-2365-DCEF-4E99-E8F3812E638D}"/>
              </a:ext>
            </a:extLst>
          </p:cNvPr>
          <p:cNvPicPr>
            <a:picLocks noChangeAspect="1"/>
          </p:cNvPicPr>
          <p:nvPr/>
        </p:nvPicPr>
        <p:blipFill>
          <a:blip r:embed="rId108">
            <a:extLst>
              <a:ext uri="{28A0092B-C50C-407E-A947-70E740481C1C}">
                <a14:useLocalDpi xmlns:a14="http://schemas.microsoft.com/office/drawing/2010/main" val="0"/>
              </a:ext>
              <a:ext uri="{96DAC541-7B7A-43D3-8B79-37D633B846F1}">
                <asvg:svgBlip xmlns:asvg="http://schemas.microsoft.com/office/drawing/2016/SVG/main" r:embed="rId109"/>
              </a:ext>
            </a:extLst>
          </a:blip>
          <a:srcRect/>
          <a:stretch/>
        </p:blipFill>
        <p:spPr>
          <a:xfrm>
            <a:off x="9081189" y="5623168"/>
            <a:ext cx="540000" cy="540000"/>
          </a:xfrm>
          <a:prstGeom prst="rect">
            <a:avLst/>
          </a:prstGeom>
        </p:spPr>
      </p:pic>
      <p:pic>
        <p:nvPicPr>
          <p:cNvPr id="231" name="Grafik 230">
            <a:extLst>
              <a:ext uri="{FF2B5EF4-FFF2-40B4-BE49-F238E27FC236}">
                <a16:creationId xmlns:a16="http://schemas.microsoft.com/office/drawing/2014/main" id="{E6DD0F7D-67C8-3652-5802-BEC197DD6EB8}"/>
              </a:ext>
            </a:extLst>
          </p:cNvPr>
          <p:cNvPicPr>
            <a:picLocks noChangeAspect="1"/>
          </p:cNvPicPr>
          <p:nvPr/>
        </p:nvPicPr>
        <p:blipFill>
          <a:blip r:embed="rId110">
            <a:extLst>
              <a:ext uri="{28A0092B-C50C-407E-A947-70E740481C1C}">
                <a14:useLocalDpi xmlns:a14="http://schemas.microsoft.com/office/drawing/2010/main" val="0"/>
              </a:ext>
              <a:ext uri="{96DAC541-7B7A-43D3-8B79-37D633B846F1}">
                <asvg:svgBlip xmlns:asvg="http://schemas.microsoft.com/office/drawing/2016/SVG/main" r:embed="rId111"/>
              </a:ext>
            </a:extLst>
          </a:blip>
          <a:srcRect/>
          <a:stretch/>
        </p:blipFill>
        <p:spPr>
          <a:xfrm>
            <a:off x="10161808" y="5623168"/>
            <a:ext cx="540000" cy="540000"/>
          </a:xfrm>
          <a:prstGeom prst="rect">
            <a:avLst/>
          </a:prstGeom>
        </p:spPr>
      </p:pic>
      <p:pic>
        <p:nvPicPr>
          <p:cNvPr id="233" name="Grafik 232">
            <a:extLst>
              <a:ext uri="{FF2B5EF4-FFF2-40B4-BE49-F238E27FC236}">
                <a16:creationId xmlns:a16="http://schemas.microsoft.com/office/drawing/2014/main" id="{1B2732E8-FFCF-CCBA-8835-5C06D19ABE01}"/>
              </a:ext>
            </a:extLst>
          </p:cNvPr>
          <p:cNvPicPr>
            <a:picLocks noChangeAspect="1"/>
          </p:cNvPicPr>
          <p:nvPr/>
        </p:nvPicPr>
        <p:blipFill>
          <a:blip r:embed="rId112">
            <a:extLst>
              <a:ext uri="{28A0092B-C50C-407E-A947-70E740481C1C}">
                <a14:useLocalDpi xmlns:a14="http://schemas.microsoft.com/office/drawing/2010/main" val="0"/>
              </a:ext>
              <a:ext uri="{96DAC541-7B7A-43D3-8B79-37D633B846F1}">
                <asvg:svgBlip xmlns:asvg="http://schemas.microsoft.com/office/drawing/2016/SVG/main" r:embed="rId113"/>
              </a:ext>
            </a:extLst>
          </a:blip>
          <a:srcRect/>
          <a:stretch/>
        </p:blipFill>
        <p:spPr>
          <a:xfrm>
            <a:off x="11242425" y="5623168"/>
            <a:ext cx="540000" cy="540000"/>
          </a:xfrm>
          <a:prstGeom prst="rect">
            <a:avLst/>
          </a:prstGeom>
        </p:spPr>
      </p:pic>
    </p:spTree>
    <p:extLst>
      <p:ext uri="{BB962C8B-B14F-4D97-AF65-F5344CB8AC3E}">
        <p14:creationId xmlns:p14="http://schemas.microsoft.com/office/powerpoint/2010/main" val="148246782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FBA7D9CD-FAE9-DABB-9A87-104023E0156C}"/>
              </a:ext>
            </a:extLst>
          </p:cNvPr>
          <p:cNvSpPr>
            <a:spLocks noGrp="1"/>
          </p:cNvSpPr>
          <p:nvPr>
            <p:ph type="dt" sz="half" idx="10"/>
          </p:nvPr>
        </p:nvSpPr>
        <p:spPr/>
        <p:txBody>
          <a:bodyPr/>
          <a:lstStyle/>
          <a:p>
            <a:fld id="{6E0D162D-AAF3-4A14-8505-C5D4B20BEB8E}" type="datetime4">
              <a:rPr lang="de-CH" smtClean="0"/>
              <a:t>8. Februar 2026</a:t>
            </a:fld>
            <a:endParaRPr lang="de-CH" dirty="0"/>
          </a:p>
        </p:txBody>
      </p:sp>
      <p:sp>
        <p:nvSpPr>
          <p:cNvPr id="3" name="Fußzeilenplatzhalter 2">
            <a:extLst>
              <a:ext uri="{FF2B5EF4-FFF2-40B4-BE49-F238E27FC236}">
                <a16:creationId xmlns:a16="http://schemas.microsoft.com/office/drawing/2014/main" id="{BA13293A-5DEA-B8FE-4445-E787C0DEDEE1}"/>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4" name="Foliennummernplatzhalter 3">
            <a:extLst>
              <a:ext uri="{FF2B5EF4-FFF2-40B4-BE49-F238E27FC236}">
                <a16:creationId xmlns:a16="http://schemas.microsoft.com/office/drawing/2014/main" id="{A28B5E0B-C3AB-D454-C050-B4C73701676E}"/>
              </a:ext>
            </a:extLst>
          </p:cNvPr>
          <p:cNvSpPr>
            <a:spLocks noGrp="1"/>
          </p:cNvSpPr>
          <p:nvPr>
            <p:ph type="sldNum" sz="quarter" idx="12"/>
          </p:nvPr>
        </p:nvSpPr>
        <p:spPr/>
        <p:txBody>
          <a:bodyPr/>
          <a:lstStyle/>
          <a:p>
            <a:fld id="{442AD375-037F-43D0-B059-5172DA06796A}" type="slidenum">
              <a:rPr lang="de-CH" smtClean="0"/>
              <a:pPr/>
              <a:t>89</a:t>
            </a:fld>
            <a:endParaRPr lang="de-CH" dirty="0"/>
          </a:p>
        </p:txBody>
      </p:sp>
      <p:sp>
        <p:nvSpPr>
          <p:cNvPr id="5" name="Titel 4">
            <a:extLst>
              <a:ext uri="{FF2B5EF4-FFF2-40B4-BE49-F238E27FC236}">
                <a16:creationId xmlns:a16="http://schemas.microsoft.com/office/drawing/2014/main" id="{6BF08A90-EA80-AEFD-8ACD-B11E74F85B88}"/>
              </a:ext>
            </a:extLst>
          </p:cNvPr>
          <p:cNvSpPr>
            <a:spLocks noGrp="1"/>
          </p:cNvSpPr>
          <p:nvPr>
            <p:ph type="title"/>
          </p:nvPr>
        </p:nvSpPr>
        <p:spPr/>
        <p:txBody>
          <a:bodyPr/>
          <a:lstStyle/>
          <a:p>
            <a:r>
              <a:rPr lang="de-CH" dirty="0"/>
              <a:t>Piktogramme</a:t>
            </a:r>
          </a:p>
        </p:txBody>
      </p:sp>
      <p:grpSp>
        <p:nvGrpSpPr>
          <p:cNvPr id="72" name="Gruppieren 71">
            <a:extLst>
              <a:ext uri="{FF2B5EF4-FFF2-40B4-BE49-F238E27FC236}">
                <a16:creationId xmlns:a16="http://schemas.microsoft.com/office/drawing/2014/main" id="{46157724-692E-D492-F84B-F2986369FA89}"/>
              </a:ext>
            </a:extLst>
          </p:cNvPr>
          <p:cNvGrpSpPr>
            <a:grpSpLocks noChangeAspect="1"/>
          </p:cNvGrpSpPr>
          <p:nvPr/>
        </p:nvGrpSpPr>
        <p:grpSpPr>
          <a:xfrm>
            <a:off x="310237" y="1178824"/>
            <a:ext cx="792000" cy="792000"/>
            <a:chOff x="310237" y="1178824"/>
            <a:chExt cx="792000" cy="792000"/>
          </a:xfrm>
        </p:grpSpPr>
        <p:sp>
          <p:nvSpPr>
            <p:cNvPr id="6" name="Ellipse 5">
              <a:extLst>
                <a:ext uri="{FF2B5EF4-FFF2-40B4-BE49-F238E27FC236}">
                  <a16:creationId xmlns:a16="http://schemas.microsoft.com/office/drawing/2014/main" id="{19A765EB-0082-C7FE-02C8-74C601146F50}"/>
                </a:ext>
              </a:extLst>
            </p:cNvPr>
            <p:cNvSpPr>
              <a:spLocks noChangeAspect="1"/>
            </p:cNvSpPr>
            <p:nvPr/>
          </p:nvSpPr>
          <p:spPr>
            <a:xfrm>
              <a:off x="310237" y="1178824"/>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39" name="Grafik 38">
              <a:extLst>
                <a:ext uri="{FF2B5EF4-FFF2-40B4-BE49-F238E27FC236}">
                  <a16:creationId xmlns:a16="http://schemas.microsoft.com/office/drawing/2014/main" id="{67B812D9-A471-8842-B44B-2F367F1EF66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6237" y="1304824"/>
              <a:ext cx="540000" cy="540000"/>
            </a:xfrm>
            <a:prstGeom prst="rect">
              <a:avLst/>
            </a:prstGeom>
          </p:spPr>
        </p:pic>
      </p:grpSp>
      <p:grpSp>
        <p:nvGrpSpPr>
          <p:cNvPr id="73" name="Gruppieren 72">
            <a:extLst>
              <a:ext uri="{FF2B5EF4-FFF2-40B4-BE49-F238E27FC236}">
                <a16:creationId xmlns:a16="http://schemas.microsoft.com/office/drawing/2014/main" id="{457BE294-0FB5-9779-FAB5-B84D9B038198}"/>
              </a:ext>
            </a:extLst>
          </p:cNvPr>
          <p:cNvGrpSpPr>
            <a:grpSpLocks noChangeAspect="1"/>
          </p:cNvGrpSpPr>
          <p:nvPr/>
        </p:nvGrpSpPr>
        <p:grpSpPr>
          <a:xfrm>
            <a:off x="1390512" y="1178824"/>
            <a:ext cx="792000" cy="792000"/>
            <a:chOff x="1390512" y="1178824"/>
            <a:chExt cx="792000" cy="792000"/>
          </a:xfrm>
        </p:grpSpPr>
        <p:sp>
          <p:nvSpPr>
            <p:cNvPr id="8" name="Ellipse 7">
              <a:extLst>
                <a:ext uri="{FF2B5EF4-FFF2-40B4-BE49-F238E27FC236}">
                  <a16:creationId xmlns:a16="http://schemas.microsoft.com/office/drawing/2014/main" id="{4553CD41-1669-D1CD-C1E6-8A241C5C6A11}"/>
                </a:ext>
              </a:extLst>
            </p:cNvPr>
            <p:cNvSpPr>
              <a:spLocks noChangeAspect="1"/>
            </p:cNvSpPr>
            <p:nvPr/>
          </p:nvSpPr>
          <p:spPr>
            <a:xfrm>
              <a:off x="1390512" y="1178824"/>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51" name="Grafik 50">
              <a:extLst>
                <a:ext uri="{FF2B5EF4-FFF2-40B4-BE49-F238E27FC236}">
                  <a16:creationId xmlns:a16="http://schemas.microsoft.com/office/drawing/2014/main" id="{2A2E5144-D913-5810-AD45-9983598B0C8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6856" y="1304824"/>
              <a:ext cx="540000" cy="540000"/>
            </a:xfrm>
            <a:prstGeom prst="rect">
              <a:avLst/>
            </a:prstGeom>
          </p:spPr>
        </p:pic>
      </p:grpSp>
      <p:grpSp>
        <p:nvGrpSpPr>
          <p:cNvPr id="74" name="Gruppieren 73">
            <a:extLst>
              <a:ext uri="{FF2B5EF4-FFF2-40B4-BE49-F238E27FC236}">
                <a16:creationId xmlns:a16="http://schemas.microsoft.com/office/drawing/2014/main" id="{FF31D287-D45C-97EA-BA48-8D3D33AE939F}"/>
              </a:ext>
            </a:extLst>
          </p:cNvPr>
          <p:cNvGrpSpPr>
            <a:grpSpLocks noChangeAspect="1"/>
          </p:cNvGrpSpPr>
          <p:nvPr/>
        </p:nvGrpSpPr>
        <p:grpSpPr>
          <a:xfrm>
            <a:off x="2470787" y="1178824"/>
            <a:ext cx="792000" cy="792000"/>
            <a:chOff x="2470787" y="1178824"/>
            <a:chExt cx="792000" cy="792000"/>
          </a:xfrm>
        </p:grpSpPr>
        <p:sp>
          <p:nvSpPr>
            <p:cNvPr id="9" name="Ellipse 8">
              <a:extLst>
                <a:ext uri="{FF2B5EF4-FFF2-40B4-BE49-F238E27FC236}">
                  <a16:creationId xmlns:a16="http://schemas.microsoft.com/office/drawing/2014/main" id="{B1E96FD5-C5D8-1A6D-F07F-9FF2B6B346E2}"/>
                </a:ext>
              </a:extLst>
            </p:cNvPr>
            <p:cNvSpPr>
              <a:spLocks noChangeAspect="1"/>
            </p:cNvSpPr>
            <p:nvPr/>
          </p:nvSpPr>
          <p:spPr>
            <a:xfrm>
              <a:off x="2470787" y="1178824"/>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59" name="Grafik 58">
              <a:extLst>
                <a:ext uri="{FF2B5EF4-FFF2-40B4-BE49-F238E27FC236}">
                  <a16:creationId xmlns:a16="http://schemas.microsoft.com/office/drawing/2014/main" id="{814369E3-1DB6-EAA3-2F74-5B0798581DA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597475" y="1304824"/>
              <a:ext cx="540000" cy="540000"/>
            </a:xfrm>
            <a:prstGeom prst="rect">
              <a:avLst/>
            </a:prstGeom>
          </p:spPr>
        </p:pic>
      </p:grpSp>
      <p:grpSp>
        <p:nvGrpSpPr>
          <p:cNvPr id="76" name="Gruppieren 75">
            <a:extLst>
              <a:ext uri="{FF2B5EF4-FFF2-40B4-BE49-F238E27FC236}">
                <a16:creationId xmlns:a16="http://schemas.microsoft.com/office/drawing/2014/main" id="{8A961C57-8501-7484-0C5E-B08DD4A7EC60}"/>
              </a:ext>
            </a:extLst>
          </p:cNvPr>
          <p:cNvGrpSpPr>
            <a:grpSpLocks noChangeAspect="1"/>
          </p:cNvGrpSpPr>
          <p:nvPr/>
        </p:nvGrpSpPr>
        <p:grpSpPr>
          <a:xfrm>
            <a:off x="3551062" y="1178824"/>
            <a:ext cx="792000" cy="792000"/>
            <a:chOff x="3551062" y="1178824"/>
            <a:chExt cx="792000" cy="792000"/>
          </a:xfrm>
        </p:grpSpPr>
        <p:sp>
          <p:nvSpPr>
            <p:cNvPr id="10" name="Ellipse 9">
              <a:extLst>
                <a:ext uri="{FF2B5EF4-FFF2-40B4-BE49-F238E27FC236}">
                  <a16:creationId xmlns:a16="http://schemas.microsoft.com/office/drawing/2014/main" id="{3B238DA5-89FF-FB09-3EF3-F9AE982F8F39}"/>
                </a:ext>
              </a:extLst>
            </p:cNvPr>
            <p:cNvSpPr>
              <a:spLocks noChangeAspect="1"/>
            </p:cNvSpPr>
            <p:nvPr/>
          </p:nvSpPr>
          <p:spPr>
            <a:xfrm>
              <a:off x="3551062" y="1178824"/>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67" name="Grafik 66">
              <a:extLst>
                <a:ext uri="{FF2B5EF4-FFF2-40B4-BE49-F238E27FC236}">
                  <a16:creationId xmlns:a16="http://schemas.microsoft.com/office/drawing/2014/main" id="{F9DB0336-52BC-595A-853E-FBBBEE0C75D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678094" y="1304824"/>
              <a:ext cx="540000" cy="540000"/>
            </a:xfrm>
            <a:prstGeom prst="rect">
              <a:avLst/>
            </a:prstGeom>
          </p:spPr>
        </p:pic>
      </p:grpSp>
      <p:grpSp>
        <p:nvGrpSpPr>
          <p:cNvPr id="77" name="Gruppieren 76">
            <a:extLst>
              <a:ext uri="{FF2B5EF4-FFF2-40B4-BE49-F238E27FC236}">
                <a16:creationId xmlns:a16="http://schemas.microsoft.com/office/drawing/2014/main" id="{683CD4EF-7122-1867-36E6-AE98552A3A3F}"/>
              </a:ext>
            </a:extLst>
          </p:cNvPr>
          <p:cNvGrpSpPr>
            <a:grpSpLocks noChangeAspect="1"/>
          </p:cNvGrpSpPr>
          <p:nvPr/>
        </p:nvGrpSpPr>
        <p:grpSpPr>
          <a:xfrm>
            <a:off x="4631337" y="1178824"/>
            <a:ext cx="792000" cy="792000"/>
            <a:chOff x="4631337" y="1178824"/>
            <a:chExt cx="792000" cy="792000"/>
          </a:xfrm>
        </p:grpSpPr>
        <p:sp>
          <p:nvSpPr>
            <p:cNvPr id="11" name="Ellipse 10">
              <a:extLst>
                <a:ext uri="{FF2B5EF4-FFF2-40B4-BE49-F238E27FC236}">
                  <a16:creationId xmlns:a16="http://schemas.microsoft.com/office/drawing/2014/main" id="{ECD1CC2D-33FD-53F1-A4EF-17A4CEDE739D}"/>
                </a:ext>
              </a:extLst>
            </p:cNvPr>
            <p:cNvSpPr>
              <a:spLocks noChangeAspect="1"/>
            </p:cNvSpPr>
            <p:nvPr/>
          </p:nvSpPr>
          <p:spPr>
            <a:xfrm>
              <a:off x="4631337" y="1178824"/>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75" name="Grafik 74">
              <a:extLst>
                <a:ext uri="{FF2B5EF4-FFF2-40B4-BE49-F238E27FC236}">
                  <a16:creationId xmlns:a16="http://schemas.microsoft.com/office/drawing/2014/main" id="{783A9385-9695-2CE1-C74F-A092303DE1F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758713" y="1304824"/>
              <a:ext cx="540000" cy="540000"/>
            </a:xfrm>
            <a:prstGeom prst="rect">
              <a:avLst/>
            </a:prstGeom>
          </p:spPr>
        </p:pic>
      </p:grpSp>
      <p:grpSp>
        <p:nvGrpSpPr>
          <p:cNvPr id="78" name="Gruppieren 77">
            <a:extLst>
              <a:ext uri="{FF2B5EF4-FFF2-40B4-BE49-F238E27FC236}">
                <a16:creationId xmlns:a16="http://schemas.microsoft.com/office/drawing/2014/main" id="{907AFFBE-08B1-0BF1-3F9C-746D56747207}"/>
              </a:ext>
            </a:extLst>
          </p:cNvPr>
          <p:cNvGrpSpPr>
            <a:grpSpLocks noChangeAspect="1"/>
          </p:cNvGrpSpPr>
          <p:nvPr/>
        </p:nvGrpSpPr>
        <p:grpSpPr>
          <a:xfrm>
            <a:off x="5711612" y="1178824"/>
            <a:ext cx="792000" cy="792000"/>
            <a:chOff x="5711612" y="1178824"/>
            <a:chExt cx="792000" cy="792000"/>
          </a:xfrm>
        </p:grpSpPr>
        <p:sp>
          <p:nvSpPr>
            <p:cNvPr id="12" name="Ellipse 11">
              <a:extLst>
                <a:ext uri="{FF2B5EF4-FFF2-40B4-BE49-F238E27FC236}">
                  <a16:creationId xmlns:a16="http://schemas.microsoft.com/office/drawing/2014/main" id="{6E5BFBB0-FBE5-D25F-2389-41B69CD294E5}"/>
                </a:ext>
              </a:extLst>
            </p:cNvPr>
            <p:cNvSpPr>
              <a:spLocks noChangeAspect="1"/>
            </p:cNvSpPr>
            <p:nvPr/>
          </p:nvSpPr>
          <p:spPr>
            <a:xfrm>
              <a:off x="5711612" y="1178824"/>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83" name="Grafik 82">
              <a:extLst>
                <a:ext uri="{FF2B5EF4-FFF2-40B4-BE49-F238E27FC236}">
                  <a16:creationId xmlns:a16="http://schemas.microsoft.com/office/drawing/2014/main" id="{B86CCE71-1604-145C-CD87-7B7D97B89887}"/>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839332" y="1304824"/>
              <a:ext cx="540000" cy="540000"/>
            </a:xfrm>
            <a:prstGeom prst="rect">
              <a:avLst/>
            </a:prstGeom>
          </p:spPr>
        </p:pic>
      </p:grpSp>
      <p:grpSp>
        <p:nvGrpSpPr>
          <p:cNvPr id="79" name="Gruppieren 78">
            <a:extLst>
              <a:ext uri="{FF2B5EF4-FFF2-40B4-BE49-F238E27FC236}">
                <a16:creationId xmlns:a16="http://schemas.microsoft.com/office/drawing/2014/main" id="{EBFE57A2-ECA8-FC7A-3C51-18720B20F46A}"/>
              </a:ext>
            </a:extLst>
          </p:cNvPr>
          <p:cNvGrpSpPr>
            <a:grpSpLocks noChangeAspect="1"/>
          </p:cNvGrpSpPr>
          <p:nvPr/>
        </p:nvGrpSpPr>
        <p:grpSpPr>
          <a:xfrm>
            <a:off x="6791887" y="1178824"/>
            <a:ext cx="792000" cy="792000"/>
            <a:chOff x="6791887" y="1178824"/>
            <a:chExt cx="792000" cy="792000"/>
          </a:xfrm>
        </p:grpSpPr>
        <p:sp>
          <p:nvSpPr>
            <p:cNvPr id="13" name="Ellipse 12">
              <a:extLst>
                <a:ext uri="{FF2B5EF4-FFF2-40B4-BE49-F238E27FC236}">
                  <a16:creationId xmlns:a16="http://schemas.microsoft.com/office/drawing/2014/main" id="{84172F91-BB6F-51F5-8A8D-0D554BC46EAF}"/>
                </a:ext>
              </a:extLst>
            </p:cNvPr>
            <p:cNvSpPr>
              <a:spLocks noChangeAspect="1"/>
            </p:cNvSpPr>
            <p:nvPr/>
          </p:nvSpPr>
          <p:spPr>
            <a:xfrm>
              <a:off x="6791887" y="1178824"/>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10" name="Grafik 109">
              <a:extLst>
                <a:ext uri="{FF2B5EF4-FFF2-40B4-BE49-F238E27FC236}">
                  <a16:creationId xmlns:a16="http://schemas.microsoft.com/office/drawing/2014/main" id="{E6C68445-1429-8A5A-13CB-5B1D8FCDA4B4}"/>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919951" y="1304824"/>
              <a:ext cx="540000" cy="540000"/>
            </a:xfrm>
            <a:prstGeom prst="rect">
              <a:avLst/>
            </a:prstGeom>
          </p:spPr>
        </p:pic>
      </p:grpSp>
      <p:grpSp>
        <p:nvGrpSpPr>
          <p:cNvPr id="80" name="Gruppieren 79">
            <a:extLst>
              <a:ext uri="{FF2B5EF4-FFF2-40B4-BE49-F238E27FC236}">
                <a16:creationId xmlns:a16="http://schemas.microsoft.com/office/drawing/2014/main" id="{81C03123-CB28-BE53-8BF6-40EA7D9497AE}"/>
              </a:ext>
            </a:extLst>
          </p:cNvPr>
          <p:cNvGrpSpPr>
            <a:grpSpLocks noChangeAspect="1"/>
          </p:cNvGrpSpPr>
          <p:nvPr/>
        </p:nvGrpSpPr>
        <p:grpSpPr>
          <a:xfrm>
            <a:off x="7872162" y="1178824"/>
            <a:ext cx="792000" cy="792000"/>
            <a:chOff x="7872162" y="1178824"/>
            <a:chExt cx="792000" cy="792000"/>
          </a:xfrm>
        </p:grpSpPr>
        <p:sp>
          <p:nvSpPr>
            <p:cNvPr id="14" name="Ellipse 13">
              <a:extLst>
                <a:ext uri="{FF2B5EF4-FFF2-40B4-BE49-F238E27FC236}">
                  <a16:creationId xmlns:a16="http://schemas.microsoft.com/office/drawing/2014/main" id="{09B5BA53-540B-499C-D803-28A545AFCDE7}"/>
                </a:ext>
              </a:extLst>
            </p:cNvPr>
            <p:cNvSpPr>
              <a:spLocks noChangeAspect="1"/>
            </p:cNvSpPr>
            <p:nvPr/>
          </p:nvSpPr>
          <p:spPr>
            <a:xfrm>
              <a:off x="7872162" y="1178824"/>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34" name="Grafik 133">
              <a:extLst>
                <a:ext uri="{FF2B5EF4-FFF2-40B4-BE49-F238E27FC236}">
                  <a16:creationId xmlns:a16="http://schemas.microsoft.com/office/drawing/2014/main" id="{306100F7-5B6E-C931-FB42-1789EAB20551}"/>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000570" y="1304824"/>
              <a:ext cx="540000" cy="540000"/>
            </a:xfrm>
            <a:prstGeom prst="rect">
              <a:avLst/>
            </a:prstGeom>
          </p:spPr>
        </p:pic>
      </p:grpSp>
      <p:grpSp>
        <p:nvGrpSpPr>
          <p:cNvPr id="81" name="Gruppieren 80">
            <a:extLst>
              <a:ext uri="{FF2B5EF4-FFF2-40B4-BE49-F238E27FC236}">
                <a16:creationId xmlns:a16="http://schemas.microsoft.com/office/drawing/2014/main" id="{8CD133C1-E67A-188A-4B6A-43D67B07A81A}"/>
              </a:ext>
            </a:extLst>
          </p:cNvPr>
          <p:cNvGrpSpPr>
            <a:grpSpLocks noChangeAspect="1"/>
          </p:cNvGrpSpPr>
          <p:nvPr/>
        </p:nvGrpSpPr>
        <p:grpSpPr>
          <a:xfrm>
            <a:off x="8952437" y="1178824"/>
            <a:ext cx="792000" cy="792000"/>
            <a:chOff x="8952437" y="1178824"/>
            <a:chExt cx="792000" cy="792000"/>
          </a:xfrm>
        </p:grpSpPr>
        <p:sp>
          <p:nvSpPr>
            <p:cNvPr id="15" name="Ellipse 14">
              <a:extLst>
                <a:ext uri="{FF2B5EF4-FFF2-40B4-BE49-F238E27FC236}">
                  <a16:creationId xmlns:a16="http://schemas.microsoft.com/office/drawing/2014/main" id="{BB5D98B1-48DA-33C1-8F2E-5CA202DADF4B}"/>
                </a:ext>
              </a:extLst>
            </p:cNvPr>
            <p:cNvSpPr>
              <a:spLocks noChangeAspect="1"/>
            </p:cNvSpPr>
            <p:nvPr/>
          </p:nvSpPr>
          <p:spPr>
            <a:xfrm>
              <a:off x="8952437" y="1178824"/>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36" name="Grafik 135">
              <a:extLst>
                <a:ext uri="{FF2B5EF4-FFF2-40B4-BE49-F238E27FC236}">
                  <a16:creationId xmlns:a16="http://schemas.microsoft.com/office/drawing/2014/main" id="{33D4C38A-3989-B5D6-7647-C85C584B87AF}"/>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9081189" y="1304824"/>
              <a:ext cx="540000" cy="540000"/>
            </a:xfrm>
            <a:prstGeom prst="rect">
              <a:avLst/>
            </a:prstGeom>
          </p:spPr>
        </p:pic>
      </p:grpSp>
      <p:grpSp>
        <p:nvGrpSpPr>
          <p:cNvPr id="82" name="Gruppieren 81">
            <a:extLst>
              <a:ext uri="{FF2B5EF4-FFF2-40B4-BE49-F238E27FC236}">
                <a16:creationId xmlns:a16="http://schemas.microsoft.com/office/drawing/2014/main" id="{68E2D3DD-725A-EBD5-9100-A3C9DDFA2D12}"/>
              </a:ext>
            </a:extLst>
          </p:cNvPr>
          <p:cNvGrpSpPr>
            <a:grpSpLocks noChangeAspect="1"/>
          </p:cNvGrpSpPr>
          <p:nvPr/>
        </p:nvGrpSpPr>
        <p:grpSpPr>
          <a:xfrm>
            <a:off x="10032712" y="1178824"/>
            <a:ext cx="792000" cy="792000"/>
            <a:chOff x="10032712" y="1178824"/>
            <a:chExt cx="792000" cy="792000"/>
          </a:xfrm>
        </p:grpSpPr>
        <p:sp>
          <p:nvSpPr>
            <p:cNvPr id="16" name="Ellipse 15">
              <a:extLst>
                <a:ext uri="{FF2B5EF4-FFF2-40B4-BE49-F238E27FC236}">
                  <a16:creationId xmlns:a16="http://schemas.microsoft.com/office/drawing/2014/main" id="{F5D436A5-62D9-5516-8349-D111671F7810}"/>
                </a:ext>
              </a:extLst>
            </p:cNvPr>
            <p:cNvSpPr>
              <a:spLocks noChangeAspect="1"/>
            </p:cNvSpPr>
            <p:nvPr/>
          </p:nvSpPr>
          <p:spPr>
            <a:xfrm>
              <a:off x="10032712" y="1178824"/>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38" name="Grafik 137">
              <a:extLst>
                <a:ext uri="{FF2B5EF4-FFF2-40B4-BE49-F238E27FC236}">
                  <a16:creationId xmlns:a16="http://schemas.microsoft.com/office/drawing/2014/main" id="{E00DA15E-091B-BFEC-AF7B-A9D6C2D45A2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0161808" y="1304824"/>
              <a:ext cx="540000" cy="540000"/>
            </a:xfrm>
            <a:prstGeom prst="rect">
              <a:avLst/>
            </a:prstGeom>
          </p:spPr>
        </p:pic>
      </p:grpSp>
      <p:grpSp>
        <p:nvGrpSpPr>
          <p:cNvPr id="84" name="Gruppieren 83">
            <a:extLst>
              <a:ext uri="{FF2B5EF4-FFF2-40B4-BE49-F238E27FC236}">
                <a16:creationId xmlns:a16="http://schemas.microsoft.com/office/drawing/2014/main" id="{4D7E3865-22FB-8A75-5250-C65C5E2977C7}"/>
              </a:ext>
            </a:extLst>
          </p:cNvPr>
          <p:cNvGrpSpPr>
            <a:grpSpLocks noChangeAspect="1"/>
          </p:cNvGrpSpPr>
          <p:nvPr/>
        </p:nvGrpSpPr>
        <p:grpSpPr>
          <a:xfrm>
            <a:off x="11112985" y="1178824"/>
            <a:ext cx="792000" cy="792000"/>
            <a:chOff x="11112985" y="1178824"/>
            <a:chExt cx="792000" cy="792000"/>
          </a:xfrm>
        </p:grpSpPr>
        <p:sp>
          <p:nvSpPr>
            <p:cNvPr id="17" name="Ellipse 16">
              <a:extLst>
                <a:ext uri="{FF2B5EF4-FFF2-40B4-BE49-F238E27FC236}">
                  <a16:creationId xmlns:a16="http://schemas.microsoft.com/office/drawing/2014/main" id="{047C12D5-D2AD-94B5-6ED4-A9EB791C9E82}"/>
                </a:ext>
              </a:extLst>
            </p:cNvPr>
            <p:cNvSpPr>
              <a:spLocks noChangeAspect="1"/>
            </p:cNvSpPr>
            <p:nvPr/>
          </p:nvSpPr>
          <p:spPr>
            <a:xfrm>
              <a:off x="11112985" y="1178824"/>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40" name="Grafik 139">
              <a:extLst>
                <a:ext uri="{FF2B5EF4-FFF2-40B4-BE49-F238E27FC236}">
                  <a16:creationId xmlns:a16="http://schemas.microsoft.com/office/drawing/2014/main" id="{80084DCC-BCE8-7D43-6194-E6428799AE13}"/>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1242425" y="1304824"/>
              <a:ext cx="540000" cy="540000"/>
            </a:xfrm>
            <a:prstGeom prst="rect">
              <a:avLst/>
            </a:prstGeom>
          </p:spPr>
        </p:pic>
      </p:grpSp>
      <p:grpSp>
        <p:nvGrpSpPr>
          <p:cNvPr id="95" name="Gruppieren 94">
            <a:extLst>
              <a:ext uri="{FF2B5EF4-FFF2-40B4-BE49-F238E27FC236}">
                <a16:creationId xmlns:a16="http://schemas.microsoft.com/office/drawing/2014/main" id="{F9C101A6-729E-2A78-FCF8-37E68BFCBEE8}"/>
              </a:ext>
            </a:extLst>
          </p:cNvPr>
          <p:cNvGrpSpPr>
            <a:grpSpLocks noChangeAspect="1"/>
          </p:cNvGrpSpPr>
          <p:nvPr/>
        </p:nvGrpSpPr>
        <p:grpSpPr>
          <a:xfrm>
            <a:off x="310237" y="2258410"/>
            <a:ext cx="792000" cy="792000"/>
            <a:chOff x="310237" y="2258410"/>
            <a:chExt cx="792000" cy="792000"/>
          </a:xfrm>
        </p:grpSpPr>
        <p:sp>
          <p:nvSpPr>
            <p:cNvPr id="20" name="Ellipse 19">
              <a:extLst>
                <a:ext uri="{FF2B5EF4-FFF2-40B4-BE49-F238E27FC236}">
                  <a16:creationId xmlns:a16="http://schemas.microsoft.com/office/drawing/2014/main" id="{5A3DC0C4-3B72-5AE0-CC6B-090FC95761BC}"/>
                </a:ext>
              </a:extLst>
            </p:cNvPr>
            <p:cNvSpPr>
              <a:spLocks noChangeAspect="1"/>
            </p:cNvSpPr>
            <p:nvPr/>
          </p:nvSpPr>
          <p:spPr>
            <a:xfrm>
              <a:off x="310237" y="2258410"/>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43" name="Grafik 142">
              <a:extLst>
                <a:ext uri="{FF2B5EF4-FFF2-40B4-BE49-F238E27FC236}">
                  <a16:creationId xmlns:a16="http://schemas.microsoft.com/office/drawing/2014/main" id="{853C4A51-3872-5C7C-4F3A-2253DAE2A5B7}"/>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436237" y="2384410"/>
              <a:ext cx="540000" cy="540000"/>
            </a:xfrm>
            <a:prstGeom prst="rect">
              <a:avLst/>
            </a:prstGeom>
          </p:spPr>
        </p:pic>
      </p:grpSp>
      <p:grpSp>
        <p:nvGrpSpPr>
          <p:cNvPr id="94" name="Gruppieren 93">
            <a:extLst>
              <a:ext uri="{FF2B5EF4-FFF2-40B4-BE49-F238E27FC236}">
                <a16:creationId xmlns:a16="http://schemas.microsoft.com/office/drawing/2014/main" id="{69D7B831-5D12-4E7B-7877-8F9CCD5F7ABA}"/>
              </a:ext>
            </a:extLst>
          </p:cNvPr>
          <p:cNvGrpSpPr>
            <a:grpSpLocks noChangeAspect="1"/>
          </p:cNvGrpSpPr>
          <p:nvPr/>
        </p:nvGrpSpPr>
        <p:grpSpPr>
          <a:xfrm>
            <a:off x="1390512" y="2258410"/>
            <a:ext cx="792000" cy="792000"/>
            <a:chOff x="1390512" y="2258410"/>
            <a:chExt cx="792000" cy="792000"/>
          </a:xfrm>
        </p:grpSpPr>
        <p:sp>
          <p:nvSpPr>
            <p:cNvPr id="21" name="Ellipse 20">
              <a:extLst>
                <a:ext uri="{FF2B5EF4-FFF2-40B4-BE49-F238E27FC236}">
                  <a16:creationId xmlns:a16="http://schemas.microsoft.com/office/drawing/2014/main" id="{11D4D196-5097-39CE-19B6-8F9985EA0CB7}"/>
                </a:ext>
              </a:extLst>
            </p:cNvPr>
            <p:cNvSpPr>
              <a:spLocks noChangeAspect="1"/>
            </p:cNvSpPr>
            <p:nvPr/>
          </p:nvSpPr>
          <p:spPr>
            <a:xfrm>
              <a:off x="1390512" y="2258410"/>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45" name="Grafik 144">
              <a:extLst>
                <a:ext uri="{FF2B5EF4-FFF2-40B4-BE49-F238E27FC236}">
                  <a16:creationId xmlns:a16="http://schemas.microsoft.com/office/drawing/2014/main" id="{D831190C-6D05-1D1F-053E-E44D452E4673}"/>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1516856" y="2384410"/>
              <a:ext cx="540000" cy="540000"/>
            </a:xfrm>
            <a:prstGeom prst="rect">
              <a:avLst/>
            </a:prstGeom>
          </p:spPr>
        </p:pic>
      </p:grpSp>
      <p:grpSp>
        <p:nvGrpSpPr>
          <p:cNvPr id="93" name="Gruppieren 92">
            <a:extLst>
              <a:ext uri="{FF2B5EF4-FFF2-40B4-BE49-F238E27FC236}">
                <a16:creationId xmlns:a16="http://schemas.microsoft.com/office/drawing/2014/main" id="{A7089FEC-E340-60E1-5295-0BC43FAF37D5}"/>
              </a:ext>
            </a:extLst>
          </p:cNvPr>
          <p:cNvGrpSpPr>
            <a:grpSpLocks noChangeAspect="1"/>
          </p:cNvGrpSpPr>
          <p:nvPr/>
        </p:nvGrpSpPr>
        <p:grpSpPr>
          <a:xfrm>
            <a:off x="2470787" y="2258410"/>
            <a:ext cx="792000" cy="792000"/>
            <a:chOff x="2470787" y="2258410"/>
            <a:chExt cx="792000" cy="792000"/>
          </a:xfrm>
        </p:grpSpPr>
        <p:sp>
          <p:nvSpPr>
            <p:cNvPr id="22" name="Ellipse 21">
              <a:extLst>
                <a:ext uri="{FF2B5EF4-FFF2-40B4-BE49-F238E27FC236}">
                  <a16:creationId xmlns:a16="http://schemas.microsoft.com/office/drawing/2014/main" id="{19ACCD1E-DD5C-7C23-D58C-971EC56126EC}"/>
                </a:ext>
              </a:extLst>
            </p:cNvPr>
            <p:cNvSpPr>
              <a:spLocks noChangeAspect="1"/>
            </p:cNvSpPr>
            <p:nvPr/>
          </p:nvSpPr>
          <p:spPr>
            <a:xfrm>
              <a:off x="2470787" y="2258410"/>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47" name="Grafik 146">
              <a:extLst>
                <a:ext uri="{FF2B5EF4-FFF2-40B4-BE49-F238E27FC236}">
                  <a16:creationId xmlns:a16="http://schemas.microsoft.com/office/drawing/2014/main" id="{801A982F-8E7D-3669-BBAC-7A8D057964B9}"/>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2597475" y="2384410"/>
              <a:ext cx="540000" cy="540000"/>
            </a:xfrm>
            <a:prstGeom prst="rect">
              <a:avLst/>
            </a:prstGeom>
          </p:spPr>
        </p:pic>
      </p:grpSp>
      <p:grpSp>
        <p:nvGrpSpPr>
          <p:cNvPr id="92" name="Gruppieren 91">
            <a:extLst>
              <a:ext uri="{FF2B5EF4-FFF2-40B4-BE49-F238E27FC236}">
                <a16:creationId xmlns:a16="http://schemas.microsoft.com/office/drawing/2014/main" id="{F3792484-76D9-91CA-F238-6BF6244E1FF2}"/>
              </a:ext>
            </a:extLst>
          </p:cNvPr>
          <p:cNvGrpSpPr>
            <a:grpSpLocks noChangeAspect="1"/>
          </p:cNvGrpSpPr>
          <p:nvPr/>
        </p:nvGrpSpPr>
        <p:grpSpPr>
          <a:xfrm>
            <a:off x="3551062" y="2258410"/>
            <a:ext cx="792000" cy="792000"/>
            <a:chOff x="3551062" y="2258410"/>
            <a:chExt cx="792000" cy="792000"/>
          </a:xfrm>
        </p:grpSpPr>
        <p:sp>
          <p:nvSpPr>
            <p:cNvPr id="23" name="Ellipse 22">
              <a:extLst>
                <a:ext uri="{FF2B5EF4-FFF2-40B4-BE49-F238E27FC236}">
                  <a16:creationId xmlns:a16="http://schemas.microsoft.com/office/drawing/2014/main" id="{406D835C-5B04-3BA4-5F59-59A4DD5DA54F}"/>
                </a:ext>
              </a:extLst>
            </p:cNvPr>
            <p:cNvSpPr>
              <a:spLocks noChangeAspect="1"/>
            </p:cNvSpPr>
            <p:nvPr/>
          </p:nvSpPr>
          <p:spPr>
            <a:xfrm>
              <a:off x="3551062" y="2258410"/>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49" name="Grafik 148">
              <a:extLst>
                <a:ext uri="{FF2B5EF4-FFF2-40B4-BE49-F238E27FC236}">
                  <a16:creationId xmlns:a16="http://schemas.microsoft.com/office/drawing/2014/main" id="{02F53E10-923C-A38C-6D43-9A49EFDFF8B3}"/>
                </a:ext>
              </a:extLst>
            </p:cNvPr>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3678094" y="2384410"/>
              <a:ext cx="540000" cy="540000"/>
            </a:xfrm>
            <a:prstGeom prst="rect">
              <a:avLst/>
            </a:prstGeom>
          </p:spPr>
        </p:pic>
      </p:grpSp>
      <p:grpSp>
        <p:nvGrpSpPr>
          <p:cNvPr id="91" name="Gruppieren 90">
            <a:extLst>
              <a:ext uri="{FF2B5EF4-FFF2-40B4-BE49-F238E27FC236}">
                <a16:creationId xmlns:a16="http://schemas.microsoft.com/office/drawing/2014/main" id="{CBEFF4D6-6D5F-3652-923F-6CD5FC9F34C9}"/>
              </a:ext>
            </a:extLst>
          </p:cNvPr>
          <p:cNvGrpSpPr>
            <a:grpSpLocks noChangeAspect="1"/>
          </p:cNvGrpSpPr>
          <p:nvPr/>
        </p:nvGrpSpPr>
        <p:grpSpPr>
          <a:xfrm>
            <a:off x="4631337" y="2258410"/>
            <a:ext cx="792000" cy="792000"/>
            <a:chOff x="4631337" y="2258410"/>
            <a:chExt cx="792000" cy="792000"/>
          </a:xfrm>
        </p:grpSpPr>
        <p:sp>
          <p:nvSpPr>
            <p:cNvPr id="24" name="Ellipse 23">
              <a:extLst>
                <a:ext uri="{FF2B5EF4-FFF2-40B4-BE49-F238E27FC236}">
                  <a16:creationId xmlns:a16="http://schemas.microsoft.com/office/drawing/2014/main" id="{FA4D98A0-DD62-A86E-F371-9D35B33518FE}"/>
                </a:ext>
              </a:extLst>
            </p:cNvPr>
            <p:cNvSpPr>
              <a:spLocks noChangeAspect="1"/>
            </p:cNvSpPr>
            <p:nvPr/>
          </p:nvSpPr>
          <p:spPr>
            <a:xfrm>
              <a:off x="4631337" y="2258410"/>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51" name="Grafik 150">
              <a:extLst>
                <a:ext uri="{FF2B5EF4-FFF2-40B4-BE49-F238E27FC236}">
                  <a16:creationId xmlns:a16="http://schemas.microsoft.com/office/drawing/2014/main" id="{6AC3666D-9501-2B76-AC01-32E93C3296F6}"/>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4758713" y="2384410"/>
              <a:ext cx="540000" cy="540000"/>
            </a:xfrm>
            <a:prstGeom prst="rect">
              <a:avLst/>
            </a:prstGeom>
          </p:spPr>
        </p:pic>
      </p:grpSp>
      <p:grpSp>
        <p:nvGrpSpPr>
          <p:cNvPr id="90" name="Gruppieren 89">
            <a:extLst>
              <a:ext uri="{FF2B5EF4-FFF2-40B4-BE49-F238E27FC236}">
                <a16:creationId xmlns:a16="http://schemas.microsoft.com/office/drawing/2014/main" id="{F1A7D12B-EBAD-6180-855E-BEEC42B2020B}"/>
              </a:ext>
            </a:extLst>
          </p:cNvPr>
          <p:cNvGrpSpPr>
            <a:grpSpLocks noChangeAspect="1"/>
          </p:cNvGrpSpPr>
          <p:nvPr/>
        </p:nvGrpSpPr>
        <p:grpSpPr>
          <a:xfrm>
            <a:off x="5711612" y="2258410"/>
            <a:ext cx="792000" cy="792000"/>
            <a:chOff x="5711612" y="2258410"/>
            <a:chExt cx="792000" cy="792000"/>
          </a:xfrm>
        </p:grpSpPr>
        <p:sp>
          <p:nvSpPr>
            <p:cNvPr id="25" name="Ellipse 24">
              <a:extLst>
                <a:ext uri="{FF2B5EF4-FFF2-40B4-BE49-F238E27FC236}">
                  <a16:creationId xmlns:a16="http://schemas.microsoft.com/office/drawing/2014/main" id="{69FB7CD0-BB28-ADD4-1B9A-92096991A85B}"/>
                </a:ext>
              </a:extLst>
            </p:cNvPr>
            <p:cNvSpPr>
              <a:spLocks noChangeAspect="1"/>
            </p:cNvSpPr>
            <p:nvPr/>
          </p:nvSpPr>
          <p:spPr>
            <a:xfrm>
              <a:off x="5711612" y="2258410"/>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53" name="Grafik 152">
              <a:extLst>
                <a:ext uri="{FF2B5EF4-FFF2-40B4-BE49-F238E27FC236}">
                  <a16:creationId xmlns:a16="http://schemas.microsoft.com/office/drawing/2014/main" id="{1B47A1AD-DFD5-8114-748B-C66D38B0576F}"/>
                </a:ext>
              </a:extLst>
            </p:cNvPr>
            <p:cNvPicPr>
              <a:picLocks noChangeAspect="1"/>
            </p:cNvPicPr>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5839332" y="2384410"/>
              <a:ext cx="540000" cy="540000"/>
            </a:xfrm>
            <a:prstGeom prst="rect">
              <a:avLst/>
            </a:prstGeom>
          </p:spPr>
        </p:pic>
      </p:grpSp>
      <p:grpSp>
        <p:nvGrpSpPr>
          <p:cNvPr id="89" name="Gruppieren 88">
            <a:extLst>
              <a:ext uri="{FF2B5EF4-FFF2-40B4-BE49-F238E27FC236}">
                <a16:creationId xmlns:a16="http://schemas.microsoft.com/office/drawing/2014/main" id="{01316FE1-CD13-527F-94FF-32D3BB2DF089}"/>
              </a:ext>
            </a:extLst>
          </p:cNvPr>
          <p:cNvGrpSpPr>
            <a:grpSpLocks noChangeAspect="1"/>
          </p:cNvGrpSpPr>
          <p:nvPr/>
        </p:nvGrpSpPr>
        <p:grpSpPr>
          <a:xfrm>
            <a:off x="6791887" y="2258410"/>
            <a:ext cx="792000" cy="792000"/>
            <a:chOff x="6791887" y="2258410"/>
            <a:chExt cx="792000" cy="792000"/>
          </a:xfrm>
        </p:grpSpPr>
        <p:sp>
          <p:nvSpPr>
            <p:cNvPr id="26" name="Ellipse 25">
              <a:extLst>
                <a:ext uri="{FF2B5EF4-FFF2-40B4-BE49-F238E27FC236}">
                  <a16:creationId xmlns:a16="http://schemas.microsoft.com/office/drawing/2014/main" id="{F1F75145-0D17-7377-A20B-2B8EE8A4A036}"/>
                </a:ext>
              </a:extLst>
            </p:cNvPr>
            <p:cNvSpPr>
              <a:spLocks noChangeAspect="1"/>
            </p:cNvSpPr>
            <p:nvPr/>
          </p:nvSpPr>
          <p:spPr>
            <a:xfrm>
              <a:off x="6791887" y="2258410"/>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55" name="Grafik 154">
              <a:extLst>
                <a:ext uri="{FF2B5EF4-FFF2-40B4-BE49-F238E27FC236}">
                  <a16:creationId xmlns:a16="http://schemas.microsoft.com/office/drawing/2014/main" id="{811EA530-3ACE-C1FB-90D2-206A78A1048A}"/>
                </a:ext>
              </a:extLst>
            </p:cNvPr>
            <p:cNvPicPr>
              <a:picLocks noChangeAspect="1"/>
            </p:cNvPicPr>
            <p:nvPr/>
          </p:nvPicPr>
          <p:blipFill>
            <a:blip r:embed="rId37">
              <a:extLst>
                <a:ext uri="{28A0092B-C50C-407E-A947-70E740481C1C}">
                  <a14:useLocalDpi xmlns:a14="http://schemas.microsoft.com/office/drawing/2010/main" val="0"/>
                </a:ext>
                <a:ext uri="{96DAC541-7B7A-43D3-8B79-37D633B846F1}">
                  <asvg:svgBlip xmlns:asvg="http://schemas.microsoft.com/office/drawing/2016/SVG/main" r:embed="rId38"/>
                </a:ext>
              </a:extLst>
            </a:blip>
            <a:stretch>
              <a:fillRect/>
            </a:stretch>
          </p:blipFill>
          <p:spPr>
            <a:xfrm>
              <a:off x="6919951" y="2384410"/>
              <a:ext cx="540000" cy="540000"/>
            </a:xfrm>
            <a:prstGeom prst="rect">
              <a:avLst/>
            </a:prstGeom>
          </p:spPr>
        </p:pic>
      </p:grpSp>
      <p:grpSp>
        <p:nvGrpSpPr>
          <p:cNvPr id="88" name="Gruppieren 87">
            <a:extLst>
              <a:ext uri="{FF2B5EF4-FFF2-40B4-BE49-F238E27FC236}">
                <a16:creationId xmlns:a16="http://schemas.microsoft.com/office/drawing/2014/main" id="{08255648-CE74-83D3-16B4-FCDCFE0A3840}"/>
              </a:ext>
            </a:extLst>
          </p:cNvPr>
          <p:cNvGrpSpPr>
            <a:grpSpLocks noChangeAspect="1"/>
          </p:cNvGrpSpPr>
          <p:nvPr/>
        </p:nvGrpSpPr>
        <p:grpSpPr>
          <a:xfrm>
            <a:off x="7872162" y="2258410"/>
            <a:ext cx="792000" cy="792000"/>
            <a:chOff x="7872162" y="2258410"/>
            <a:chExt cx="792000" cy="792000"/>
          </a:xfrm>
        </p:grpSpPr>
        <p:sp>
          <p:nvSpPr>
            <p:cNvPr id="27" name="Ellipse 26">
              <a:extLst>
                <a:ext uri="{FF2B5EF4-FFF2-40B4-BE49-F238E27FC236}">
                  <a16:creationId xmlns:a16="http://schemas.microsoft.com/office/drawing/2014/main" id="{D93513B8-532B-7515-A7FA-0E6F504DE17E}"/>
                </a:ext>
              </a:extLst>
            </p:cNvPr>
            <p:cNvSpPr>
              <a:spLocks noChangeAspect="1"/>
            </p:cNvSpPr>
            <p:nvPr/>
          </p:nvSpPr>
          <p:spPr>
            <a:xfrm>
              <a:off x="7872162" y="2258410"/>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57" name="Grafik 156">
              <a:extLst>
                <a:ext uri="{FF2B5EF4-FFF2-40B4-BE49-F238E27FC236}">
                  <a16:creationId xmlns:a16="http://schemas.microsoft.com/office/drawing/2014/main" id="{0C39E231-8929-851C-6783-8E4F7A086035}"/>
                </a:ext>
              </a:extLst>
            </p:cNvPr>
            <p:cNvPicPr>
              <a:picLocks noChangeAspect="1"/>
            </p:cNvPicPr>
            <p:nvPr/>
          </p:nvPicPr>
          <p:blipFill>
            <a:blip r:embed="rId39">
              <a:extLst>
                <a:ext uri="{28A0092B-C50C-407E-A947-70E740481C1C}">
                  <a14:useLocalDpi xmlns:a14="http://schemas.microsoft.com/office/drawing/2010/main" val="0"/>
                </a:ext>
                <a:ext uri="{96DAC541-7B7A-43D3-8B79-37D633B846F1}">
                  <asvg:svgBlip xmlns:asvg="http://schemas.microsoft.com/office/drawing/2016/SVG/main" r:embed="rId40"/>
                </a:ext>
              </a:extLst>
            </a:blip>
            <a:stretch>
              <a:fillRect/>
            </a:stretch>
          </p:blipFill>
          <p:spPr>
            <a:xfrm>
              <a:off x="8000570" y="2384410"/>
              <a:ext cx="540000" cy="540000"/>
            </a:xfrm>
            <a:prstGeom prst="rect">
              <a:avLst/>
            </a:prstGeom>
          </p:spPr>
        </p:pic>
      </p:grpSp>
      <p:grpSp>
        <p:nvGrpSpPr>
          <p:cNvPr id="87" name="Gruppieren 86">
            <a:extLst>
              <a:ext uri="{FF2B5EF4-FFF2-40B4-BE49-F238E27FC236}">
                <a16:creationId xmlns:a16="http://schemas.microsoft.com/office/drawing/2014/main" id="{D0345632-8D9D-E60D-C7DC-9B5A1E697807}"/>
              </a:ext>
            </a:extLst>
          </p:cNvPr>
          <p:cNvGrpSpPr>
            <a:grpSpLocks noChangeAspect="1"/>
          </p:cNvGrpSpPr>
          <p:nvPr/>
        </p:nvGrpSpPr>
        <p:grpSpPr>
          <a:xfrm>
            <a:off x="8952437" y="2258410"/>
            <a:ext cx="792000" cy="792000"/>
            <a:chOff x="8952437" y="2258410"/>
            <a:chExt cx="792000" cy="792000"/>
          </a:xfrm>
        </p:grpSpPr>
        <p:sp>
          <p:nvSpPr>
            <p:cNvPr id="28" name="Ellipse 27">
              <a:extLst>
                <a:ext uri="{FF2B5EF4-FFF2-40B4-BE49-F238E27FC236}">
                  <a16:creationId xmlns:a16="http://schemas.microsoft.com/office/drawing/2014/main" id="{920FEDD5-FB59-3C9E-D538-6E44CF2E5711}"/>
                </a:ext>
              </a:extLst>
            </p:cNvPr>
            <p:cNvSpPr>
              <a:spLocks noChangeAspect="1"/>
            </p:cNvSpPr>
            <p:nvPr/>
          </p:nvSpPr>
          <p:spPr>
            <a:xfrm>
              <a:off x="8952437" y="2258410"/>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59" name="Grafik 158">
              <a:extLst>
                <a:ext uri="{FF2B5EF4-FFF2-40B4-BE49-F238E27FC236}">
                  <a16:creationId xmlns:a16="http://schemas.microsoft.com/office/drawing/2014/main" id="{9F12F3FA-20C4-E0C3-E171-ECA675A29A0D}"/>
                </a:ext>
              </a:extLst>
            </p:cNvPr>
            <p:cNvPicPr>
              <a:picLocks noChangeAspect="1"/>
            </p:cNvPicPr>
            <p:nvPr/>
          </p:nvPicPr>
          <p:blipFill>
            <a:blip r:embed="rId41">
              <a:extLst>
                <a:ext uri="{28A0092B-C50C-407E-A947-70E740481C1C}">
                  <a14:useLocalDpi xmlns:a14="http://schemas.microsoft.com/office/drawing/2010/main" val="0"/>
                </a:ext>
                <a:ext uri="{96DAC541-7B7A-43D3-8B79-37D633B846F1}">
                  <asvg:svgBlip xmlns:asvg="http://schemas.microsoft.com/office/drawing/2016/SVG/main" r:embed="rId42"/>
                </a:ext>
              </a:extLst>
            </a:blip>
            <a:stretch>
              <a:fillRect/>
            </a:stretch>
          </p:blipFill>
          <p:spPr>
            <a:xfrm>
              <a:off x="9081189" y="2384410"/>
              <a:ext cx="540000" cy="540000"/>
            </a:xfrm>
            <a:prstGeom prst="rect">
              <a:avLst/>
            </a:prstGeom>
          </p:spPr>
        </p:pic>
      </p:grpSp>
      <p:grpSp>
        <p:nvGrpSpPr>
          <p:cNvPr id="86" name="Gruppieren 85">
            <a:extLst>
              <a:ext uri="{FF2B5EF4-FFF2-40B4-BE49-F238E27FC236}">
                <a16:creationId xmlns:a16="http://schemas.microsoft.com/office/drawing/2014/main" id="{3090966A-2061-0035-F3A8-583CEAE800E5}"/>
              </a:ext>
            </a:extLst>
          </p:cNvPr>
          <p:cNvGrpSpPr>
            <a:grpSpLocks noChangeAspect="1"/>
          </p:cNvGrpSpPr>
          <p:nvPr/>
        </p:nvGrpSpPr>
        <p:grpSpPr>
          <a:xfrm>
            <a:off x="10032712" y="2258410"/>
            <a:ext cx="792000" cy="792000"/>
            <a:chOff x="10032712" y="2258410"/>
            <a:chExt cx="792000" cy="792000"/>
          </a:xfrm>
        </p:grpSpPr>
        <p:sp>
          <p:nvSpPr>
            <p:cNvPr id="29" name="Ellipse 28">
              <a:extLst>
                <a:ext uri="{FF2B5EF4-FFF2-40B4-BE49-F238E27FC236}">
                  <a16:creationId xmlns:a16="http://schemas.microsoft.com/office/drawing/2014/main" id="{4DDA9D7B-738D-35E6-EF06-6417A32405C3}"/>
                </a:ext>
              </a:extLst>
            </p:cNvPr>
            <p:cNvSpPr>
              <a:spLocks noChangeAspect="1"/>
            </p:cNvSpPr>
            <p:nvPr/>
          </p:nvSpPr>
          <p:spPr>
            <a:xfrm>
              <a:off x="10032712" y="2258410"/>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61" name="Grafik 160">
              <a:extLst>
                <a:ext uri="{FF2B5EF4-FFF2-40B4-BE49-F238E27FC236}">
                  <a16:creationId xmlns:a16="http://schemas.microsoft.com/office/drawing/2014/main" id="{D7E5EB2E-9B40-B788-BDE6-2801005DE08B}"/>
                </a:ext>
              </a:extLst>
            </p:cNvPr>
            <p:cNvPicPr>
              <a:picLocks noChangeAspect="1"/>
            </p:cNvPicPr>
            <p:nvPr/>
          </p:nvPicPr>
          <p:blipFill>
            <a:blip r:embed="rId43">
              <a:extLst>
                <a:ext uri="{28A0092B-C50C-407E-A947-70E740481C1C}">
                  <a14:useLocalDpi xmlns:a14="http://schemas.microsoft.com/office/drawing/2010/main" val="0"/>
                </a:ext>
                <a:ext uri="{96DAC541-7B7A-43D3-8B79-37D633B846F1}">
                  <asvg:svgBlip xmlns:asvg="http://schemas.microsoft.com/office/drawing/2016/SVG/main" r:embed="rId44"/>
                </a:ext>
              </a:extLst>
            </a:blip>
            <a:stretch>
              <a:fillRect/>
            </a:stretch>
          </p:blipFill>
          <p:spPr>
            <a:xfrm>
              <a:off x="10161808" y="2384410"/>
              <a:ext cx="540000" cy="540000"/>
            </a:xfrm>
            <a:prstGeom prst="rect">
              <a:avLst/>
            </a:prstGeom>
          </p:spPr>
        </p:pic>
      </p:grpSp>
      <p:grpSp>
        <p:nvGrpSpPr>
          <p:cNvPr id="85" name="Gruppieren 84">
            <a:extLst>
              <a:ext uri="{FF2B5EF4-FFF2-40B4-BE49-F238E27FC236}">
                <a16:creationId xmlns:a16="http://schemas.microsoft.com/office/drawing/2014/main" id="{894DC1E0-1CE3-36A6-8F2B-3FF0BEFC3B74}"/>
              </a:ext>
            </a:extLst>
          </p:cNvPr>
          <p:cNvGrpSpPr>
            <a:grpSpLocks noChangeAspect="1"/>
          </p:cNvGrpSpPr>
          <p:nvPr/>
        </p:nvGrpSpPr>
        <p:grpSpPr>
          <a:xfrm>
            <a:off x="11112985" y="2258410"/>
            <a:ext cx="792000" cy="792000"/>
            <a:chOff x="11112985" y="2258410"/>
            <a:chExt cx="792000" cy="792000"/>
          </a:xfrm>
        </p:grpSpPr>
        <p:sp>
          <p:nvSpPr>
            <p:cNvPr id="30" name="Ellipse 29">
              <a:extLst>
                <a:ext uri="{FF2B5EF4-FFF2-40B4-BE49-F238E27FC236}">
                  <a16:creationId xmlns:a16="http://schemas.microsoft.com/office/drawing/2014/main" id="{81BDD5E2-BA58-9A75-D2E8-BFE564EC58ED}"/>
                </a:ext>
              </a:extLst>
            </p:cNvPr>
            <p:cNvSpPr>
              <a:spLocks noChangeAspect="1"/>
            </p:cNvSpPr>
            <p:nvPr/>
          </p:nvSpPr>
          <p:spPr>
            <a:xfrm>
              <a:off x="11112985" y="2258410"/>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63" name="Grafik 162">
              <a:extLst>
                <a:ext uri="{FF2B5EF4-FFF2-40B4-BE49-F238E27FC236}">
                  <a16:creationId xmlns:a16="http://schemas.microsoft.com/office/drawing/2014/main" id="{5E892824-3E06-3C6D-3E21-570A9646C3D3}"/>
                </a:ext>
              </a:extLst>
            </p:cNvPr>
            <p:cNvPicPr>
              <a:picLocks noChangeAspect="1"/>
            </p:cNvPicPr>
            <p:nvPr/>
          </p:nvPicPr>
          <p:blipFill>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tretch>
              <a:fillRect/>
            </a:stretch>
          </p:blipFill>
          <p:spPr>
            <a:xfrm>
              <a:off x="11242425" y="2384410"/>
              <a:ext cx="540000" cy="540000"/>
            </a:xfrm>
            <a:prstGeom prst="rect">
              <a:avLst/>
            </a:prstGeom>
          </p:spPr>
        </p:pic>
      </p:grpSp>
      <p:grpSp>
        <p:nvGrpSpPr>
          <p:cNvPr id="96" name="Gruppieren 95">
            <a:extLst>
              <a:ext uri="{FF2B5EF4-FFF2-40B4-BE49-F238E27FC236}">
                <a16:creationId xmlns:a16="http://schemas.microsoft.com/office/drawing/2014/main" id="{6B7818AD-C084-7398-E77A-ECC969E24796}"/>
              </a:ext>
            </a:extLst>
          </p:cNvPr>
          <p:cNvGrpSpPr>
            <a:grpSpLocks noChangeAspect="1"/>
          </p:cNvGrpSpPr>
          <p:nvPr/>
        </p:nvGrpSpPr>
        <p:grpSpPr>
          <a:xfrm>
            <a:off x="310237" y="3337996"/>
            <a:ext cx="792000" cy="792000"/>
            <a:chOff x="310237" y="3337996"/>
            <a:chExt cx="792000" cy="792000"/>
          </a:xfrm>
        </p:grpSpPr>
        <p:sp>
          <p:nvSpPr>
            <p:cNvPr id="33" name="Ellipse 32">
              <a:extLst>
                <a:ext uri="{FF2B5EF4-FFF2-40B4-BE49-F238E27FC236}">
                  <a16:creationId xmlns:a16="http://schemas.microsoft.com/office/drawing/2014/main" id="{1C38974B-762C-D47A-2CB5-290FD25BC3AF}"/>
                </a:ext>
              </a:extLst>
            </p:cNvPr>
            <p:cNvSpPr>
              <a:spLocks noChangeAspect="1"/>
            </p:cNvSpPr>
            <p:nvPr/>
          </p:nvSpPr>
          <p:spPr>
            <a:xfrm>
              <a:off x="310237" y="3337996"/>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65" name="Grafik 164">
              <a:extLst>
                <a:ext uri="{FF2B5EF4-FFF2-40B4-BE49-F238E27FC236}">
                  <a16:creationId xmlns:a16="http://schemas.microsoft.com/office/drawing/2014/main" id="{C4769B7A-87A6-07E0-BB1C-A25F8D9B6D21}"/>
                </a:ext>
              </a:extLst>
            </p:cNvPr>
            <p:cNvPicPr>
              <a:picLocks noChangeAspect="1"/>
            </p:cNvPicPr>
            <p:nvPr/>
          </p:nvPicPr>
          <p:blipFill>
            <a:blip r:embed="rId47">
              <a:extLst>
                <a:ext uri="{28A0092B-C50C-407E-A947-70E740481C1C}">
                  <a14:useLocalDpi xmlns:a14="http://schemas.microsoft.com/office/drawing/2010/main" val="0"/>
                </a:ext>
                <a:ext uri="{96DAC541-7B7A-43D3-8B79-37D633B846F1}">
                  <asvg:svgBlip xmlns:asvg="http://schemas.microsoft.com/office/drawing/2016/SVG/main" r:embed="rId48"/>
                </a:ext>
              </a:extLst>
            </a:blip>
            <a:stretch>
              <a:fillRect/>
            </a:stretch>
          </p:blipFill>
          <p:spPr>
            <a:xfrm>
              <a:off x="436237" y="3463996"/>
              <a:ext cx="540000" cy="540000"/>
            </a:xfrm>
            <a:prstGeom prst="rect">
              <a:avLst/>
            </a:prstGeom>
          </p:spPr>
        </p:pic>
      </p:grpSp>
      <p:grpSp>
        <p:nvGrpSpPr>
          <p:cNvPr id="98" name="Gruppieren 97">
            <a:extLst>
              <a:ext uri="{FF2B5EF4-FFF2-40B4-BE49-F238E27FC236}">
                <a16:creationId xmlns:a16="http://schemas.microsoft.com/office/drawing/2014/main" id="{E4F5ADD7-63D8-3171-028C-EFE482A4A59A}"/>
              </a:ext>
            </a:extLst>
          </p:cNvPr>
          <p:cNvGrpSpPr>
            <a:grpSpLocks noChangeAspect="1"/>
          </p:cNvGrpSpPr>
          <p:nvPr/>
        </p:nvGrpSpPr>
        <p:grpSpPr>
          <a:xfrm>
            <a:off x="2470787" y="3337996"/>
            <a:ext cx="792000" cy="792000"/>
            <a:chOff x="2470787" y="3337996"/>
            <a:chExt cx="792000" cy="792000"/>
          </a:xfrm>
        </p:grpSpPr>
        <p:sp>
          <p:nvSpPr>
            <p:cNvPr id="35" name="Ellipse 34">
              <a:extLst>
                <a:ext uri="{FF2B5EF4-FFF2-40B4-BE49-F238E27FC236}">
                  <a16:creationId xmlns:a16="http://schemas.microsoft.com/office/drawing/2014/main" id="{3DE02264-DD43-498E-7646-25C0B0C96FFE}"/>
                </a:ext>
              </a:extLst>
            </p:cNvPr>
            <p:cNvSpPr>
              <a:spLocks noChangeAspect="1"/>
            </p:cNvSpPr>
            <p:nvPr/>
          </p:nvSpPr>
          <p:spPr>
            <a:xfrm>
              <a:off x="2470787" y="3337996"/>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69" name="Grafik 168">
              <a:extLst>
                <a:ext uri="{FF2B5EF4-FFF2-40B4-BE49-F238E27FC236}">
                  <a16:creationId xmlns:a16="http://schemas.microsoft.com/office/drawing/2014/main" id="{4231B7DD-985F-3401-E578-8ACA36684CD0}"/>
                </a:ext>
              </a:extLst>
            </p:cNvPr>
            <p:cNvPicPr>
              <a:picLocks noChangeAspect="1"/>
            </p:cNvPicPr>
            <p:nvPr/>
          </p:nvPicPr>
          <p:blipFill>
            <a:blip r:embed="rId49">
              <a:extLst>
                <a:ext uri="{28A0092B-C50C-407E-A947-70E740481C1C}">
                  <a14:useLocalDpi xmlns:a14="http://schemas.microsoft.com/office/drawing/2010/main" val="0"/>
                </a:ext>
                <a:ext uri="{96DAC541-7B7A-43D3-8B79-37D633B846F1}">
                  <asvg:svgBlip xmlns:asvg="http://schemas.microsoft.com/office/drawing/2016/SVG/main" r:embed="rId50"/>
                </a:ext>
              </a:extLst>
            </a:blip>
            <a:stretch>
              <a:fillRect/>
            </a:stretch>
          </p:blipFill>
          <p:spPr>
            <a:xfrm>
              <a:off x="2597475" y="3463996"/>
              <a:ext cx="540000" cy="540000"/>
            </a:xfrm>
            <a:prstGeom prst="rect">
              <a:avLst/>
            </a:prstGeom>
          </p:spPr>
        </p:pic>
      </p:grpSp>
      <p:grpSp>
        <p:nvGrpSpPr>
          <p:cNvPr id="99" name="Gruppieren 98">
            <a:extLst>
              <a:ext uri="{FF2B5EF4-FFF2-40B4-BE49-F238E27FC236}">
                <a16:creationId xmlns:a16="http://schemas.microsoft.com/office/drawing/2014/main" id="{3ACFA523-BA69-84A3-D4E1-CBFE59310C11}"/>
              </a:ext>
            </a:extLst>
          </p:cNvPr>
          <p:cNvGrpSpPr>
            <a:grpSpLocks noChangeAspect="1"/>
          </p:cNvGrpSpPr>
          <p:nvPr/>
        </p:nvGrpSpPr>
        <p:grpSpPr>
          <a:xfrm>
            <a:off x="3551062" y="3337996"/>
            <a:ext cx="792000" cy="792000"/>
            <a:chOff x="3551062" y="3337996"/>
            <a:chExt cx="792000" cy="792000"/>
          </a:xfrm>
        </p:grpSpPr>
        <p:sp>
          <p:nvSpPr>
            <p:cNvPr id="36" name="Ellipse 35">
              <a:extLst>
                <a:ext uri="{FF2B5EF4-FFF2-40B4-BE49-F238E27FC236}">
                  <a16:creationId xmlns:a16="http://schemas.microsoft.com/office/drawing/2014/main" id="{D733EAD0-3E69-93CB-6F19-4FF865A84BE0}"/>
                </a:ext>
              </a:extLst>
            </p:cNvPr>
            <p:cNvSpPr>
              <a:spLocks noChangeAspect="1"/>
            </p:cNvSpPr>
            <p:nvPr/>
          </p:nvSpPr>
          <p:spPr>
            <a:xfrm>
              <a:off x="3551062" y="3337996"/>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71" name="Grafik 170">
              <a:extLst>
                <a:ext uri="{FF2B5EF4-FFF2-40B4-BE49-F238E27FC236}">
                  <a16:creationId xmlns:a16="http://schemas.microsoft.com/office/drawing/2014/main" id="{438EA915-32A1-EE3D-B0EA-0F737AEB48FF}"/>
                </a:ext>
              </a:extLst>
            </p:cNvPr>
            <p:cNvPicPr>
              <a:picLocks noChangeAspect="1"/>
            </p:cNvPicPr>
            <p:nvPr/>
          </p:nvPicPr>
          <p:blipFill>
            <a:blip r:embed="rId51">
              <a:extLst>
                <a:ext uri="{28A0092B-C50C-407E-A947-70E740481C1C}">
                  <a14:useLocalDpi xmlns:a14="http://schemas.microsoft.com/office/drawing/2010/main" val="0"/>
                </a:ext>
                <a:ext uri="{96DAC541-7B7A-43D3-8B79-37D633B846F1}">
                  <asvg:svgBlip xmlns:asvg="http://schemas.microsoft.com/office/drawing/2016/SVG/main" r:embed="rId52"/>
                </a:ext>
              </a:extLst>
            </a:blip>
            <a:stretch>
              <a:fillRect/>
            </a:stretch>
          </p:blipFill>
          <p:spPr>
            <a:xfrm>
              <a:off x="3678094" y="3463996"/>
              <a:ext cx="540000" cy="540000"/>
            </a:xfrm>
            <a:prstGeom prst="rect">
              <a:avLst/>
            </a:prstGeom>
          </p:spPr>
        </p:pic>
      </p:grpSp>
      <p:grpSp>
        <p:nvGrpSpPr>
          <p:cNvPr id="101" name="Gruppieren 100">
            <a:extLst>
              <a:ext uri="{FF2B5EF4-FFF2-40B4-BE49-F238E27FC236}">
                <a16:creationId xmlns:a16="http://schemas.microsoft.com/office/drawing/2014/main" id="{03DC7E15-A0DE-C55E-3BEC-377D064B54DA}"/>
              </a:ext>
            </a:extLst>
          </p:cNvPr>
          <p:cNvGrpSpPr>
            <a:grpSpLocks noChangeAspect="1"/>
          </p:cNvGrpSpPr>
          <p:nvPr/>
        </p:nvGrpSpPr>
        <p:grpSpPr>
          <a:xfrm>
            <a:off x="5711612" y="3337996"/>
            <a:ext cx="792000" cy="792000"/>
            <a:chOff x="5711612" y="3337996"/>
            <a:chExt cx="792000" cy="792000"/>
          </a:xfrm>
        </p:grpSpPr>
        <p:sp>
          <p:nvSpPr>
            <p:cNvPr id="38" name="Ellipse 37">
              <a:extLst>
                <a:ext uri="{FF2B5EF4-FFF2-40B4-BE49-F238E27FC236}">
                  <a16:creationId xmlns:a16="http://schemas.microsoft.com/office/drawing/2014/main" id="{D2B7E9C6-AC36-0D0C-2BD8-E361F6A84843}"/>
                </a:ext>
              </a:extLst>
            </p:cNvPr>
            <p:cNvSpPr>
              <a:spLocks noChangeAspect="1"/>
            </p:cNvSpPr>
            <p:nvPr/>
          </p:nvSpPr>
          <p:spPr>
            <a:xfrm>
              <a:off x="5711612" y="3337996"/>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73" name="Grafik 172">
              <a:extLst>
                <a:ext uri="{FF2B5EF4-FFF2-40B4-BE49-F238E27FC236}">
                  <a16:creationId xmlns:a16="http://schemas.microsoft.com/office/drawing/2014/main" id="{FB1FA923-8D24-A757-7F28-F184386ACF5C}"/>
                </a:ext>
              </a:extLst>
            </p:cNvPr>
            <p:cNvPicPr>
              <a:picLocks noChangeAspect="1"/>
            </p:cNvPicPr>
            <p:nvPr/>
          </p:nvPicPr>
          <p:blipFill>
            <a:blip r:embed="rId53">
              <a:extLst>
                <a:ext uri="{28A0092B-C50C-407E-A947-70E740481C1C}">
                  <a14:useLocalDpi xmlns:a14="http://schemas.microsoft.com/office/drawing/2010/main" val="0"/>
                </a:ext>
                <a:ext uri="{96DAC541-7B7A-43D3-8B79-37D633B846F1}">
                  <asvg:svgBlip xmlns:asvg="http://schemas.microsoft.com/office/drawing/2016/SVG/main" r:embed="rId54"/>
                </a:ext>
              </a:extLst>
            </a:blip>
            <a:stretch>
              <a:fillRect/>
            </a:stretch>
          </p:blipFill>
          <p:spPr>
            <a:xfrm>
              <a:off x="5839332" y="3463996"/>
              <a:ext cx="540000" cy="540000"/>
            </a:xfrm>
            <a:prstGeom prst="rect">
              <a:avLst/>
            </a:prstGeom>
          </p:spPr>
        </p:pic>
      </p:grpSp>
      <p:grpSp>
        <p:nvGrpSpPr>
          <p:cNvPr id="100" name="Gruppieren 99">
            <a:extLst>
              <a:ext uri="{FF2B5EF4-FFF2-40B4-BE49-F238E27FC236}">
                <a16:creationId xmlns:a16="http://schemas.microsoft.com/office/drawing/2014/main" id="{FCA27153-2347-90B0-272F-D74547B783C8}"/>
              </a:ext>
            </a:extLst>
          </p:cNvPr>
          <p:cNvGrpSpPr>
            <a:grpSpLocks noChangeAspect="1"/>
          </p:cNvGrpSpPr>
          <p:nvPr/>
        </p:nvGrpSpPr>
        <p:grpSpPr>
          <a:xfrm>
            <a:off x="4631337" y="3337996"/>
            <a:ext cx="792000" cy="792000"/>
            <a:chOff x="4631337" y="3337996"/>
            <a:chExt cx="792000" cy="792000"/>
          </a:xfrm>
        </p:grpSpPr>
        <p:sp>
          <p:nvSpPr>
            <p:cNvPr id="37" name="Ellipse 36">
              <a:extLst>
                <a:ext uri="{FF2B5EF4-FFF2-40B4-BE49-F238E27FC236}">
                  <a16:creationId xmlns:a16="http://schemas.microsoft.com/office/drawing/2014/main" id="{B5EC721D-28F5-54FD-7FE3-59312593CE24}"/>
                </a:ext>
              </a:extLst>
            </p:cNvPr>
            <p:cNvSpPr>
              <a:spLocks noChangeAspect="1"/>
            </p:cNvSpPr>
            <p:nvPr/>
          </p:nvSpPr>
          <p:spPr>
            <a:xfrm>
              <a:off x="4631337" y="3337996"/>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75" name="Grafik 174">
              <a:extLst>
                <a:ext uri="{FF2B5EF4-FFF2-40B4-BE49-F238E27FC236}">
                  <a16:creationId xmlns:a16="http://schemas.microsoft.com/office/drawing/2014/main" id="{D66A785B-FAB4-AC9E-9BA9-2C3F7DF36183}"/>
                </a:ext>
              </a:extLst>
            </p:cNvPr>
            <p:cNvPicPr>
              <a:picLocks noChangeAspect="1"/>
            </p:cNvPicPr>
            <p:nvPr/>
          </p:nvPicPr>
          <p:blipFill>
            <a:blip r:embed="rId55">
              <a:extLst>
                <a:ext uri="{28A0092B-C50C-407E-A947-70E740481C1C}">
                  <a14:useLocalDpi xmlns:a14="http://schemas.microsoft.com/office/drawing/2010/main" val="0"/>
                </a:ext>
                <a:ext uri="{96DAC541-7B7A-43D3-8B79-37D633B846F1}">
                  <asvg:svgBlip xmlns:asvg="http://schemas.microsoft.com/office/drawing/2016/SVG/main" r:embed="rId56"/>
                </a:ext>
              </a:extLst>
            </a:blip>
            <a:stretch>
              <a:fillRect/>
            </a:stretch>
          </p:blipFill>
          <p:spPr>
            <a:xfrm>
              <a:off x="4758713" y="3463996"/>
              <a:ext cx="540000" cy="540000"/>
            </a:xfrm>
            <a:prstGeom prst="rect">
              <a:avLst/>
            </a:prstGeom>
          </p:spPr>
        </p:pic>
      </p:grpSp>
      <p:grpSp>
        <p:nvGrpSpPr>
          <p:cNvPr id="97" name="Gruppieren 96">
            <a:extLst>
              <a:ext uri="{FF2B5EF4-FFF2-40B4-BE49-F238E27FC236}">
                <a16:creationId xmlns:a16="http://schemas.microsoft.com/office/drawing/2014/main" id="{13A9B336-1708-88A7-844C-609E9F7743E0}"/>
              </a:ext>
            </a:extLst>
          </p:cNvPr>
          <p:cNvGrpSpPr>
            <a:grpSpLocks noChangeAspect="1"/>
          </p:cNvGrpSpPr>
          <p:nvPr/>
        </p:nvGrpSpPr>
        <p:grpSpPr>
          <a:xfrm>
            <a:off x="1390512" y="3337996"/>
            <a:ext cx="792000" cy="792000"/>
            <a:chOff x="1390512" y="3337996"/>
            <a:chExt cx="792000" cy="792000"/>
          </a:xfrm>
        </p:grpSpPr>
        <p:sp>
          <p:nvSpPr>
            <p:cNvPr id="34" name="Ellipse 33">
              <a:extLst>
                <a:ext uri="{FF2B5EF4-FFF2-40B4-BE49-F238E27FC236}">
                  <a16:creationId xmlns:a16="http://schemas.microsoft.com/office/drawing/2014/main" id="{731A314D-F62D-4B52-D3B8-F8C581C7BA32}"/>
                </a:ext>
              </a:extLst>
            </p:cNvPr>
            <p:cNvSpPr>
              <a:spLocks noChangeAspect="1"/>
            </p:cNvSpPr>
            <p:nvPr/>
          </p:nvSpPr>
          <p:spPr>
            <a:xfrm>
              <a:off x="1390512" y="3337996"/>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77" name="Grafik 176">
              <a:extLst>
                <a:ext uri="{FF2B5EF4-FFF2-40B4-BE49-F238E27FC236}">
                  <a16:creationId xmlns:a16="http://schemas.microsoft.com/office/drawing/2014/main" id="{46517E2A-58F3-237F-9EF3-5ADBA074A0F3}"/>
                </a:ext>
              </a:extLst>
            </p:cNvPr>
            <p:cNvPicPr>
              <a:picLocks noChangeAspect="1"/>
            </p:cNvPicPr>
            <p:nvPr/>
          </p:nvPicPr>
          <p:blipFill>
            <a:blip r:embed="rId57">
              <a:extLst>
                <a:ext uri="{28A0092B-C50C-407E-A947-70E740481C1C}">
                  <a14:useLocalDpi xmlns:a14="http://schemas.microsoft.com/office/drawing/2010/main" val="0"/>
                </a:ext>
                <a:ext uri="{96DAC541-7B7A-43D3-8B79-37D633B846F1}">
                  <asvg:svgBlip xmlns:asvg="http://schemas.microsoft.com/office/drawing/2016/SVG/main" r:embed="rId58"/>
                </a:ext>
              </a:extLst>
            </a:blip>
            <a:stretch>
              <a:fillRect/>
            </a:stretch>
          </p:blipFill>
          <p:spPr>
            <a:xfrm>
              <a:off x="1516856" y="3463996"/>
              <a:ext cx="540000" cy="540000"/>
            </a:xfrm>
            <a:prstGeom prst="rect">
              <a:avLst/>
            </a:prstGeom>
          </p:spPr>
        </p:pic>
      </p:grpSp>
      <p:grpSp>
        <p:nvGrpSpPr>
          <p:cNvPr id="102" name="Gruppieren 101">
            <a:extLst>
              <a:ext uri="{FF2B5EF4-FFF2-40B4-BE49-F238E27FC236}">
                <a16:creationId xmlns:a16="http://schemas.microsoft.com/office/drawing/2014/main" id="{EF91EC4D-CA99-6CE4-AB17-321B0ACA49E4}"/>
              </a:ext>
            </a:extLst>
          </p:cNvPr>
          <p:cNvGrpSpPr>
            <a:grpSpLocks noChangeAspect="1"/>
          </p:cNvGrpSpPr>
          <p:nvPr/>
        </p:nvGrpSpPr>
        <p:grpSpPr>
          <a:xfrm>
            <a:off x="6791887" y="3337996"/>
            <a:ext cx="792000" cy="792000"/>
            <a:chOff x="6791887" y="3337996"/>
            <a:chExt cx="792000" cy="792000"/>
          </a:xfrm>
        </p:grpSpPr>
        <p:sp>
          <p:nvSpPr>
            <p:cNvPr id="40" name="Ellipse 39">
              <a:extLst>
                <a:ext uri="{FF2B5EF4-FFF2-40B4-BE49-F238E27FC236}">
                  <a16:creationId xmlns:a16="http://schemas.microsoft.com/office/drawing/2014/main" id="{07A1BDF4-A08E-C257-C3F0-1BA0541C3434}"/>
                </a:ext>
              </a:extLst>
            </p:cNvPr>
            <p:cNvSpPr>
              <a:spLocks noChangeAspect="1"/>
            </p:cNvSpPr>
            <p:nvPr/>
          </p:nvSpPr>
          <p:spPr>
            <a:xfrm>
              <a:off x="6791887" y="3337996"/>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79" name="Grafik 178">
              <a:extLst>
                <a:ext uri="{FF2B5EF4-FFF2-40B4-BE49-F238E27FC236}">
                  <a16:creationId xmlns:a16="http://schemas.microsoft.com/office/drawing/2014/main" id="{AE394259-1262-C594-CB10-CC10C9918CE6}"/>
                </a:ext>
              </a:extLst>
            </p:cNvPr>
            <p:cNvPicPr>
              <a:picLocks noChangeAspect="1"/>
            </p:cNvPicPr>
            <p:nvPr/>
          </p:nvPicPr>
          <p:blipFill>
            <a:blip r:embed="rId59">
              <a:extLst>
                <a:ext uri="{28A0092B-C50C-407E-A947-70E740481C1C}">
                  <a14:useLocalDpi xmlns:a14="http://schemas.microsoft.com/office/drawing/2010/main" val="0"/>
                </a:ext>
                <a:ext uri="{96DAC541-7B7A-43D3-8B79-37D633B846F1}">
                  <asvg:svgBlip xmlns:asvg="http://schemas.microsoft.com/office/drawing/2016/SVG/main" r:embed="rId60"/>
                </a:ext>
              </a:extLst>
            </a:blip>
            <a:stretch>
              <a:fillRect/>
            </a:stretch>
          </p:blipFill>
          <p:spPr>
            <a:xfrm>
              <a:off x="6919951" y="3463996"/>
              <a:ext cx="540000" cy="540000"/>
            </a:xfrm>
            <a:prstGeom prst="rect">
              <a:avLst/>
            </a:prstGeom>
          </p:spPr>
        </p:pic>
      </p:grpSp>
      <p:grpSp>
        <p:nvGrpSpPr>
          <p:cNvPr id="103" name="Gruppieren 102">
            <a:extLst>
              <a:ext uri="{FF2B5EF4-FFF2-40B4-BE49-F238E27FC236}">
                <a16:creationId xmlns:a16="http://schemas.microsoft.com/office/drawing/2014/main" id="{2C8180CA-F7CF-4163-2C47-EE05F16C6B6C}"/>
              </a:ext>
            </a:extLst>
          </p:cNvPr>
          <p:cNvGrpSpPr>
            <a:grpSpLocks noChangeAspect="1"/>
          </p:cNvGrpSpPr>
          <p:nvPr/>
        </p:nvGrpSpPr>
        <p:grpSpPr>
          <a:xfrm>
            <a:off x="7872162" y="3337996"/>
            <a:ext cx="792000" cy="792000"/>
            <a:chOff x="7872162" y="3337996"/>
            <a:chExt cx="792000" cy="792000"/>
          </a:xfrm>
        </p:grpSpPr>
        <p:sp>
          <p:nvSpPr>
            <p:cNvPr id="41" name="Ellipse 40">
              <a:extLst>
                <a:ext uri="{FF2B5EF4-FFF2-40B4-BE49-F238E27FC236}">
                  <a16:creationId xmlns:a16="http://schemas.microsoft.com/office/drawing/2014/main" id="{59388BB5-3A18-CF08-A430-F6F12C535D79}"/>
                </a:ext>
              </a:extLst>
            </p:cNvPr>
            <p:cNvSpPr>
              <a:spLocks noChangeAspect="1"/>
            </p:cNvSpPr>
            <p:nvPr/>
          </p:nvSpPr>
          <p:spPr>
            <a:xfrm>
              <a:off x="7872162" y="3337996"/>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81" name="Grafik 180">
              <a:extLst>
                <a:ext uri="{FF2B5EF4-FFF2-40B4-BE49-F238E27FC236}">
                  <a16:creationId xmlns:a16="http://schemas.microsoft.com/office/drawing/2014/main" id="{A1D84588-BF05-CABB-07E1-FF12FFA06F6F}"/>
                </a:ext>
              </a:extLst>
            </p:cNvPr>
            <p:cNvPicPr>
              <a:picLocks noChangeAspect="1"/>
            </p:cNvPicPr>
            <p:nvPr/>
          </p:nvPicPr>
          <p:blipFill>
            <a:blip r:embed="rId61">
              <a:extLst>
                <a:ext uri="{28A0092B-C50C-407E-A947-70E740481C1C}">
                  <a14:useLocalDpi xmlns:a14="http://schemas.microsoft.com/office/drawing/2010/main" val="0"/>
                </a:ext>
                <a:ext uri="{96DAC541-7B7A-43D3-8B79-37D633B846F1}">
                  <asvg:svgBlip xmlns:asvg="http://schemas.microsoft.com/office/drawing/2016/SVG/main" r:embed="rId62"/>
                </a:ext>
              </a:extLst>
            </a:blip>
            <a:stretch>
              <a:fillRect/>
            </a:stretch>
          </p:blipFill>
          <p:spPr>
            <a:xfrm>
              <a:off x="8000570" y="3463996"/>
              <a:ext cx="540000" cy="540000"/>
            </a:xfrm>
            <a:prstGeom prst="rect">
              <a:avLst/>
            </a:prstGeom>
          </p:spPr>
        </p:pic>
      </p:grpSp>
      <p:grpSp>
        <p:nvGrpSpPr>
          <p:cNvPr id="104" name="Gruppieren 103">
            <a:extLst>
              <a:ext uri="{FF2B5EF4-FFF2-40B4-BE49-F238E27FC236}">
                <a16:creationId xmlns:a16="http://schemas.microsoft.com/office/drawing/2014/main" id="{4EC875BD-4902-8B08-35DD-53DFD0818DB2}"/>
              </a:ext>
            </a:extLst>
          </p:cNvPr>
          <p:cNvGrpSpPr>
            <a:grpSpLocks noChangeAspect="1"/>
          </p:cNvGrpSpPr>
          <p:nvPr/>
        </p:nvGrpSpPr>
        <p:grpSpPr>
          <a:xfrm>
            <a:off x="8952437" y="3337996"/>
            <a:ext cx="792000" cy="792000"/>
            <a:chOff x="8952437" y="3337996"/>
            <a:chExt cx="792000" cy="792000"/>
          </a:xfrm>
        </p:grpSpPr>
        <p:sp>
          <p:nvSpPr>
            <p:cNvPr id="42" name="Ellipse 41">
              <a:extLst>
                <a:ext uri="{FF2B5EF4-FFF2-40B4-BE49-F238E27FC236}">
                  <a16:creationId xmlns:a16="http://schemas.microsoft.com/office/drawing/2014/main" id="{2D08F461-EC1A-B92C-7622-635A6047754A}"/>
                </a:ext>
              </a:extLst>
            </p:cNvPr>
            <p:cNvSpPr>
              <a:spLocks noChangeAspect="1"/>
            </p:cNvSpPr>
            <p:nvPr/>
          </p:nvSpPr>
          <p:spPr>
            <a:xfrm>
              <a:off x="8952437" y="3337996"/>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83" name="Grafik 182">
              <a:extLst>
                <a:ext uri="{FF2B5EF4-FFF2-40B4-BE49-F238E27FC236}">
                  <a16:creationId xmlns:a16="http://schemas.microsoft.com/office/drawing/2014/main" id="{FBBF27CF-25F9-B566-6236-B3D3A9A88403}"/>
                </a:ext>
              </a:extLst>
            </p:cNvPr>
            <p:cNvPicPr>
              <a:picLocks noChangeAspect="1"/>
            </p:cNvPicPr>
            <p:nvPr/>
          </p:nvPicPr>
          <p:blipFill>
            <a:blip r:embed="rId63">
              <a:extLst>
                <a:ext uri="{28A0092B-C50C-407E-A947-70E740481C1C}">
                  <a14:useLocalDpi xmlns:a14="http://schemas.microsoft.com/office/drawing/2010/main" val="0"/>
                </a:ext>
                <a:ext uri="{96DAC541-7B7A-43D3-8B79-37D633B846F1}">
                  <asvg:svgBlip xmlns:asvg="http://schemas.microsoft.com/office/drawing/2016/SVG/main" r:embed="rId64"/>
                </a:ext>
              </a:extLst>
            </a:blip>
            <a:stretch>
              <a:fillRect/>
            </a:stretch>
          </p:blipFill>
          <p:spPr>
            <a:xfrm>
              <a:off x="9081189" y="3463996"/>
              <a:ext cx="540000" cy="540000"/>
            </a:xfrm>
            <a:prstGeom prst="rect">
              <a:avLst/>
            </a:prstGeom>
          </p:spPr>
        </p:pic>
      </p:grpSp>
      <p:grpSp>
        <p:nvGrpSpPr>
          <p:cNvPr id="105" name="Gruppieren 104">
            <a:extLst>
              <a:ext uri="{FF2B5EF4-FFF2-40B4-BE49-F238E27FC236}">
                <a16:creationId xmlns:a16="http://schemas.microsoft.com/office/drawing/2014/main" id="{E7CD3FB7-15F6-4493-BFC6-738A516609B1}"/>
              </a:ext>
            </a:extLst>
          </p:cNvPr>
          <p:cNvGrpSpPr>
            <a:grpSpLocks noChangeAspect="1"/>
          </p:cNvGrpSpPr>
          <p:nvPr/>
        </p:nvGrpSpPr>
        <p:grpSpPr>
          <a:xfrm>
            <a:off x="10032712" y="3337996"/>
            <a:ext cx="792000" cy="792000"/>
            <a:chOff x="10032712" y="3337996"/>
            <a:chExt cx="792000" cy="792000"/>
          </a:xfrm>
        </p:grpSpPr>
        <p:sp>
          <p:nvSpPr>
            <p:cNvPr id="43" name="Ellipse 42">
              <a:extLst>
                <a:ext uri="{FF2B5EF4-FFF2-40B4-BE49-F238E27FC236}">
                  <a16:creationId xmlns:a16="http://schemas.microsoft.com/office/drawing/2014/main" id="{1F649FB0-2A90-1732-19EF-45B8793D82CC}"/>
                </a:ext>
              </a:extLst>
            </p:cNvPr>
            <p:cNvSpPr>
              <a:spLocks noChangeAspect="1"/>
            </p:cNvSpPr>
            <p:nvPr/>
          </p:nvSpPr>
          <p:spPr>
            <a:xfrm>
              <a:off x="10032712" y="3337996"/>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85" name="Grafik 184">
              <a:extLst>
                <a:ext uri="{FF2B5EF4-FFF2-40B4-BE49-F238E27FC236}">
                  <a16:creationId xmlns:a16="http://schemas.microsoft.com/office/drawing/2014/main" id="{D914A239-4061-472A-9FFE-8827669A0162}"/>
                </a:ext>
              </a:extLst>
            </p:cNvPr>
            <p:cNvPicPr>
              <a:picLocks noChangeAspect="1"/>
            </p:cNvPicPr>
            <p:nvPr/>
          </p:nvPicPr>
          <p:blipFill>
            <a:blip r:embed="rId65">
              <a:extLst>
                <a:ext uri="{28A0092B-C50C-407E-A947-70E740481C1C}">
                  <a14:useLocalDpi xmlns:a14="http://schemas.microsoft.com/office/drawing/2010/main" val="0"/>
                </a:ext>
                <a:ext uri="{96DAC541-7B7A-43D3-8B79-37D633B846F1}">
                  <asvg:svgBlip xmlns:asvg="http://schemas.microsoft.com/office/drawing/2016/SVG/main" r:embed="rId66"/>
                </a:ext>
              </a:extLst>
            </a:blip>
            <a:stretch>
              <a:fillRect/>
            </a:stretch>
          </p:blipFill>
          <p:spPr>
            <a:xfrm>
              <a:off x="10161808" y="3463996"/>
              <a:ext cx="540000" cy="540000"/>
            </a:xfrm>
            <a:prstGeom prst="rect">
              <a:avLst/>
            </a:prstGeom>
          </p:spPr>
        </p:pic>
      </p:grpSp>
      <p:grpSp>
        <p:nvGrpSpPr>
          <p:cNvPr id="106" name="Gruppieren 105">
            <a:extLst>
              <a:ext uri="{FF2B5EF4-FFF2-40B4-BE49-F238E27FC236}">
                <a16:creationId xmlns:a16="http://schemas.microsoft.com/office/drawing/2014/main" id="{480D83ED-90F2-C14D-DEE2-0EB4EF9CE5CE}"/>
              </a:ext>
            </a:extLst>
          </p:cNvPr>
          <p:cNvGrpSpPr>
            <a:grpSpLocks noChangeAspect="1"/>
          </p:cNvGrpSpPr>
          <p:nvPr/>
        </p:nvGrpSpPr>
        <p:grpSpPr>
          <a:xfrm>
            <a:off x="11112985" y="3337996"/>
            <a:ext cx="792000" cy="792000"/>
            <a:chOff x="11112985" y="3337996"/>
            <a:chExt cx="792000" cy="792000"/>
          </a:xfrm>
        </p:grpSpPr>
        <p:sp>
          <p:nvSpPr>
            <p:cNvPr id="44" name="Ellipse 43">
              <a:extLst>
                <a:ext uri="{FF2B5EF4-FFF2-40B4-BE49-F238E27FC236}">
                  <a16:creationId xmlns:a16="http://schemas.microsoft.com/office/drawing/2014/main" id="{02823BD9-8369-1DE4-D05C-0809065BDDD6}"/>
                </a:ext>
              </a:extLst>
            </p:cNvPr>
            <p:cNvSpPr>
              <a:spLocks noChangeAspect="1"/>
            </p:cNvSpPr>
            <p:nvPr/>
          </p:nvSpPr>
          <p:spPr>
            <a:xfrm>
              <a:off x="11112985" y="3337996"/>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87" name="Grafik 186">
              <a:extLst>
                <a:ext uri="{FF2B5EF4-FFF2-40B4-BE49-F238E27FC236}">
                  <a16:creationId xmlns:a16="http://schemas.microsoft.com/office/drawing/2014/main" id="{31874EB0-46AB-EC8B-67C9-EC4B19724CA9}"/>
                </a:ext>
              </a:extLst>
            </p:cNvPr>
            <p:cNvPicPr>
              <a:picLocks noChangeAspect="1"/>
            </p:cNvPicPr>
            <p:nvPr/>
          </p:nvPicPr>
          <p:blipFill>
            <a:blip r:embed="rId67">
              <a:extLst>
                <a:ext uri="{28A0092B-C50C-407E-A947-70E740481C1C}">
                  <a14:useLocalDpi xmlns:a14="http://schemas.microsoft.com/office/drawing/2010/main" val="0"/>
                </a:ext>
                <a:ext uri="{96DAC541-7B7A-43D3-8B79-37D633B846F1}">
                  <asvg:svgBlip xmlns:asvg="http://schemas.microsoft.com/office/drawing/2016/SVG/main" r:embed="rId68"/>
                </a:ext>
              </a:extLst>
            </a:blip>
            <a:stretch>
              <a:fillRect/>
            </a:stretch>
          </p:blipFill>
          <p:spPr>
            <a:xfrm>
              <a:off x="11242425" y="3463996"/>
              <a:ext cx="540000" cy="540000"/>
            </a:xfrm>
            <a:prstGeom prst="rect">
              <a:avLst/>
            </a:prstGeom>
          </p:spPr>
        </p:pic>
      </p:grpSp>
      <p:grpSp>
        <p:nvGrpSpPr>
          <p:cNvPr id="118" name="Gruppieren 117">
            <a:extLst>
              <a:ext uri="{FF2B5EF4-FFF2-40B4-BE49-F238E27FC236}">
                <a16:creationId xmlns:a16="http://schemas.microsoft.com/office/drawing/2014/main" id="{2341B384-FE98-3406-3CD9-F924E9CCC21C}"/>
              </a:ext>
            </a:extLst>
          </p:cNvPr>
          <p:cNvGrpSpPr>
            <a:grpSpLocks noChangeAspect="1"/>
          </p:cNvGrpSpPr>
          <p:nvPr/>
        </p:nvGrpSpPr>
        <p:grpSpPr>
          <a:xfrm>
            <a:off x="310237" y="4417582"/>
            <a:ext cx="792000" cy="792000"/>
            <a:chOff x="310237" y="4417582"/>
            <a:chExt cx="792000" cy="792000"/>
          </a:xfrm>
        </p:grpSpPr>
        <p:sp>
          <p:nvSpPr>
            <p:cNvPr id="46" name="Ellipse 45">
              <a:extLst>
                <a:ext uri="{FF2B5EF4-FFF2-40B4-BE49-F238E27FC236}">
                  <a16:creationId xmlns:a16="http://schemas.microsoft.com/office/drawing/2014/main" id="{69C6737E-A588-93FD-AA4E-5B9082861FEC}"/>
                </a:ext>
              </a:extLst>
            </p:cNvPr>
            <p:cNvSpPr>
              <a:spLocks noChangeAspect="1"/>
            </p:cNvSpPr>
            <p:nvPr/>
          </p:nvSpPr>
          <p:spPr>
            <a:xfrm>
              <a:off x="310237" y="4417582"/>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89" name="Grafik 188">
              <a:extLst>
                <a:ext uri="{FF2B5EF4-FFF2-40B4-BE49-F238E27FC236}">
                  <a16:creationId xmlns:a16="http://schemas.microsoft.com/office/drawing/2014/main" id="{5C125CEF-38C7-A217-0BA1-F8A5EF447906}"/>
                </a:ext>
              </a:extLst>
            </p:cNvPr>
            <p:cNvPicPr>
              <a:picLocks noChangeAspect="1"/>
            </p:cNvPicPr>
            <p:nvPr/>
          </p:nvPicPr>
          <p:blipFill>
            <a:blip r:embed="rId69">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a:off x="436237" y="4543582"/>
              <a:ext cx="540000" cy="540000"/>
            </a:xfrm>
            <a:prstGeom prst="rect">
              <a:avLst/>
            </a:prstGeom>
          </p:spPr>
        </p:pic>
      </p:grpSp>
      <p:grpSp>
        <p:nvGrpSpPr>
          <p:cNvPr id="117" name="Gruppieren 116">
            <a:extLst>
              <a:ext uri="{FF2B5EF4-FFF2-40B4-BE49-F238E27FC236}">
                <a16:creationId xmlns:a16="http://schemas.microsoft.com/office/drawing/2014/main" id="{320490D5-DF23-460F-F43E-A73B8CC1C621}"/>
              </a:ext>
            </a:extLst>
          </p:cNvPr>
          <p:cNvGrpSpPr>
            <a:grpSpLocks noChangeAspect="1"/>
          </p:cNvGrpSpPr>
          <p:nvPr/>
        </p:nvGrpSpPr>
        <p:grpSpPr>
          <a:xfrm>
            <a:off x="1390512" y="4417582"/>
            <a:ext cx="792000" cy="792000"/>
            <a:chOff x="1390512" y="4417582"/>
            <a:chExt cx="792000" cy="792000"/>
          </a:xfrm>
        </p:grpSpPr>
        <p:sp>
          <p:nvSpPr>
            <p:cNvPr id="47" name="Ellipse 46">
              <a:extLst>
                <a:ext uri="{FF2B5EF4-FFF2-40B4-BE49-F238E27FC236}">
                  <a16:creationId xmlns:a16="http://schemas.microsoft.com/office/drawing/2014/main" id="{5D372ADD-C8C4-710D-0E99-34132614EE47}"/>
                </a:ext>
              </a:extLst>
            </p:cNvPr>
            <p:cNvSpPr>
              <a:spLocks noChangeAspect="1"/>
            </p:cNvSpPr>
            <p:nvPr/>
          </p:nvSpPr>
          <p:spPr>
            <a:xfrm>
              <a:off x="1390512" y="4417582"/>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91" name="Grafik 190">
              <a:extLst>
                <a:ext uri="{FF2B5EF4-FFF2-40B4-BE49-F238E27FC236}">
                  <a16:creationId xmlns:a16="http://schemas.microsoft.com/office/drawing/2014/main" id="{AC421B23-2550-3AB2-1C3E-6C89AC7A6B14}"/>
                </a:ext>
              </a:extLst>
            </p:cNvPr>
            <p:cNvPicPr>
              <a:picLocks noChangeAspect="1"/>
            </p:cNvPicPr>
            <p:nvPr/>
          </p:nvPicPr>
          <p:blipFill>
            <a:blip r:embed="rId71">
              <a:extLst>
                <a:ext uri="{28A0092B-C50C-407E-A947-70E740481C1C}">
                  <a14:useLocalDpi xmlns:a14="http://schemas.microsoft.com/office/drawing/2010/main" val="0"/>
                </a:ext>
                <a:ext uri="{96DAC541-7B7A-43D3-8B79-37D633B846F1}">
                  <asvg:svgBlip xmlns:asvg="http://schemas.microsoft.com/office/drawing/2016/SVG/main" r:embed="rId72"/>
                </a:ext>
              </a:extLst>
            </a:blip>
            <a:stretch>
              <a:fillRect/>
            </a:stretch>
          </p:blipFill>
          <p:spPr>
            <a:xfrm>
              <a:off x="1516856" y="4543582"/>
              <a:ext cx="540000" cy="540000"/>
            </a:xfrm>
            <a:prstGeom prst="rect">
              <a:avLst/>
            </a:prstGeom>
          </p:spPr>
        </p:pic>
      </p:grpSp>
      <p:grpSp>
        <p:nvGrpSpPr>
          <p:cNvPr id="116" name="Gruppieren 115">
            <a:extLst>
              <a:ext uri="{FF2B5EF4-FFF2-40B4-BE49-F238E27FC236}">
                <a16:creationId xmlns:a16="http://schemas.microsoft.com/office/drawing/2014/main" id="{30DBAE85-9FBE-E0D0-0A47-C492A12EDCB0}"/>
              </a:ext>
            </a:extLst>
          </p:cNvPr>
          <p:cNvGrpSpPr>
            <a:grpSpLocks noChangeAspect="1"/>
          </p:cNvGrpSpPr>
          <p:nvPr/>
        </p:nvGrpSpPr>
        <p:grpSpPr>
          <a:xfrm>
            <a:off x="2470787" y="4417582"/>
            <a:ext cx="792000" cy="792000"/>
            <a:chOff x="2470787" y="4417582"/>
            <a:chExt cx="792000" cy="792000"/>
          </a:xfrm>
        </p:grpSpPr>
        <p:sp>
          <p:nvSpPr>
            <p:cNvPr id="48" name="Ellipse 47">
              <a:extLst>
                <a:ext uri="{FF2B5EF4-FFF2-40B4-BE49-F238E27FC236}">
                  <a16:creationId xmlns:a16="http://schemas.microsoft.com/office/drawing/2014/main" id="{E56ADF11-7046-10E8-EE43-2E720C25D871}"/>
                </a:ext>
              </a:extLst>
            </p:cNvPr>
            <p:cNvSpPr>
              <a:spLocks noChangeAspect="1"/>
            </p:cNvSpPr>
            <p:nvPr/>
          </p:nvSpPr>
          <p:spPr>
            <a:xfrm>
              <a:off x="2470787" y="4417582"/>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93" name="Grafik 192">
              <a:extLst>
                <a:ext uri="{FF2B5EF4-FFF2-40B4-BE49-F238E27FC236}">
                  <a16:creationId xmlns:a16="http://schemas.microsoft.com/office/drawing/2014/main" id="{B62C1834-9E58-4B55-A9F6-E11B2A0F3A02}"/>
                </a:ext>
              </a:extLst>
            </p:cNvPr>
            <p:cNvPicPr>
              <a:picLocks noChangeAspect="1"/>
            </p:cNvPicPr>
            <p:nvPr/>
          </p:nvPicPr>
          <p:blipFill>
            <a:blip r:embed="rId73">
              <a:extLst>
                <a:ext uri="{28A0092B-C50C-407E-A947-70E740481C1C}">
                  <a14:useLocalDpi xmlns:a14="http://schemas.microsoft.com/office/drawing/2010/main" val="0"/>
                </a:ext>
                <a:ext uri="{96DAC541-7B7A-43D3-8B79-37D633B846F1}">
                  <asvg:svgBlip xmlns:asvg="http://schemas.microsoft.com/office/drawing/2016/SVG/main" r:embed="rId74"/>
                </a:ext>
              </a:extLst>
            </a:blip>
            <a:stretch>
              <a:fillRect/>
            </a:stretch>
          </p:blipFill>
          <p:spPr>
            <a:xfrm>
              <a:off x="2597475" y="4543582"/>
              <a:ext cx="540000" cy="540000"/>
            </a:xfrm>
            <a:prstGeom prst="rect">
              <a:avLst/>
            </a:prstGeom>
          </p:spPr>
        </p:pic>
      </p:grpSp>
      <p:grpSp>
        <p:nvGrpSpPr>
          <p:cNvPr id="115" name="Gruppieren 114">
            <a:extLst>
              <a:ext uri="{FF2B5EF4-FFF2-40B4-BE49-F238E27FC236}">
                <a16:creationId xmlns:a16="http://schemas.microsoft.com/office/drawing/2014/main" id="{A56B52D2-6154-C990-9542-1600618E15DB}"/>
              </a:ext>
            </a:extLst>
          </p:cNvPr>
          <p:cNvGrpSpPr>
            <a:grpSpLocks noChangeAspect="1"/>
          </p:cNvGrpSpPr>
          <p:nvPr/>
        </p:nvGrpSpPr>
        <p:grpSpPr>
          <a:xfrm>
            <a:off x="3551062" y="4417582"/>
            <a:ext cx="792000" cy="792000"/>
            <a:chOff x="3551062" y="4417582"/>
            <a:chExt cx="792000" cy="792000"/>
          </a:xfrm>
        </p:grpSpPr>
        <p:sp>
          <p:nvSpPr>
            <p:cNvPr id="49" name="Ellipse 48">
              <a:extLst>
                <a:ext uri="{FF2B5EF4-FFF2-40B4-BE49-F238E27FC236}">
                  <a16:creationId xmlns:a16="http://schemas.microsoft.com/office/drawing/2014/main" id="{3022B651-A868-F8C9-2816-CDCD75659C7B}"/>
                </a:ext>
              </a:extLst>
            </p:cNvPr>
            <p:cNvSpPr>
              <a:spLocks noChangeAspect="1"/>
            </p:cNvSpPr>
            <p:nvPr/>
          </p:nvSpPr>
          <p:spPr>
            <a:xfrm>
              <a:off x="3551062" y="4417582"/>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95" name="Grafik 194">
              <a:extLst>
                <a:ext uri="{FF2B5EF4-FFF2-40B4-BE49-F238E27FC236}">
                  <a16:creationId xmlns:a16="http://schemas.microsoft.com/office/drawing/2014/main" id="{736CCD2F-7A8A-E24A-01EF-708A039863A5}"/>
                </a:ext>
              </a:extLst>
            </p:cNvPr>
            <p:cNvPicPr>
              <a:picLocks noChangeAspect="1"/>
            </p:cNvPicPr>
            <p:nvPr/>
          </p:nvPicPr>
          <p:blipFill>
            <a:blip r:embed="rId75">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3678094" y="4543582"/>
              <a:ext cx="540000" cy="540000"/>
            </a:xfrm>
            <a:prstGeom prst="rect">
              <a:avLst/>
            </a:prstGeom>
          </p:spPr>
        </p:pic>
      </p:grpSp>
      <p:grpSp>
        <p:nvGrpSpPr>
          <p:cNvPr id="114" name="Gruppieren 113">
            <a:extLst>
              <a:ext uri="{FF2B5EF4-FFF2-40B4-BE49-F238E27FC236}">
                <a16:creationId xmlns:a16="http://schemas.microsoft.com/office/drawing/2014/main" id="{EFFE65B6-302B-9BD6-4416-9E008D574C51}"/>
              </a:ext>
            </a:extLst>
          </p:cNvPr>
          <p:cNvGrpSpPr>
            <a:grpSpLocks noChangeAspect="1"/>
          </p:cNvGrpSpPr>
          <p:nvPr/>
        </p:nvGrpSpPr>
        <p:grpSpPr>
          <a:xfrm>
            <a:off x="4631337" y="4417582"/>
            <a:ext cx="792000" cy="792000"/>
            <a:chOff x="4631337" y="4417582"/>
            <a:chExt cx="792000" cy="792000"/>
          </a:xfrm>
        </p:grpSpPr>
        <p:sp>
          <p:nvSpPr>
            <p:cNvPr id="50" name="Ellipse 49">
              <a:extLst>
                <a:ext uri="{FF2B5EF4-FFF2-40B4-BE49-F238E27FC236}">
                  <a16:creationId xmlns:a16="http://schemas.microsoft.com/office/drawing/2014/main" id="{D7C060FE-CA59-8476-2EA1-036E3A48498B}"/>
                </a:ext>
              </a:extLst>
            </p:cNvPr>
            <p:cNvSpPr>
              <a:spLocks noChangeAspect="1"/>
            </p:cNvSpPr>
            <p:nvPr/>
          </p:nvSpPr>
          <p:spPr>
            <a:xfrm>
              <a:off x="4631337" y="4417582"/>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97" name="Grafik 196">
              <a:extLst>
                <a:ext uri="{FF2B5EF4-FFF2-40B4-BE49-F238E27FC236}">
                  <a16:creationId xmlns:a16="http://schemas.microsoft.com/office/drawing/2014/main" id="{A6706342-805D-2FC5-7FE7-08FAC9B27162}"/>
                </a:ext>
              </a:extLst>
            </p:cNvPr>
            <p:cNvPicPr>
              <a:picLocks noChangeAspect="1"/>
            </p:cNvPicPr>
            <p:nvPr/>
          </p:nvPicPr>
          <p:blipFill>
            <a:blip r:embed="rId77">
              <a:extLst>
                <a:ext uri="{28A0092B-C50C-407E-A947-70E740481C1C}">
                  <a14:useLocalDpi xmlns:a14="http://schemas.microsoft.com/office/drawing/2010/main" val="0"/>
                </a:ext>
                <a:ext uri="{96DAC541-7B7A-43D3-8B79-37D633B846F1}">
                  <asvg:svgBlip xmlns:asvg="http://schemas.microsoft.com/office/drawing/2016/SVG/main" r:embed="rId78"/>
                </a:ext>
              </a:extLst>
            </a:blip>
            <a:stretch>
              <a:fillRect/>
            </a:stretch>
          </p:blipFill>
          <p:spPr>
            <a:xfrm>
              <a:off x="4758713" y="4543582"/>
              <a:ext cx="540000" cy="540000"/>
            </a:xfrm>
            <a:prstGeom prst="rect">
              <a:avLst/>
            </a:prstGeom>
          </p:spPr>
        </p:pic>
      </p:grpSp>
      <p:grpSp>
        <p:nvGrpSpPr>
          <p:cNvPr id="113" name="Gruppieren 112">
            <a:extLst>
              <a:ext uri="{FF2B5EF4-FFF2-40B4-BE49-F238E27FC236}">
                <a16:creationId xmlns:a16="http://schemas.microsoft.com/office/drawing/2014/main" id="{18B49FD0-80D8-860E-F9E9-3DD524A07D46}"/>
              </a:ext>
            </a:extLst>
          </p:cNvPr>
          <p:cNvGrpSpPr>
            <a:grpSpLocks noChangeAspect="1"/>
          </p:cNvGrpSpPr>
          <p:nvPr/>
        </p:nvGrpSpPr>
        <p:grpSpPr>
          <a:xfrm>
            <a:off x="5711612" y="4417582"/>
            <a:ext cx="792000" cy="792000"/>
            <a:chOff x="5711612" y="4417582"/>
            <a:chExt cx="792000" cy="792000"/>
          </a:xfrm>
        </p:grpSpPr>
        <p:sp>
          <p:nvSpPr>
            <p:cNvPr id="52" name="Ellipse 51">
              <a:extLst>
                <a:ext uri="{FF2B5EF4-FFF2-40B4-BE49-F238E27FC236}">
                  <a16:creationId xmlns:a16="http://schemas.microsoft.com/office/drawing/2014/main" id="{8CA4D314-3138-D1E0-96F6-FC85B58FAF19}"/>
                </a:ext>
              </a:extLst>
            </p:cNvPr>
            <p:cNvSpPr>
              <a:spLocks noChangeAspect="1"/>
            </p:cNvSpPr>
            <p:nvPr/>
          </p:nvSpPr>
          <p:spPr>
            <a:xfrm>
              <a:off x="5711612" y="4417582"/>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99" name="Grafik 198">
              <a:extLst>
                <a:ext uri="{FF2B5EF4-FFF2-40B4-BE49-F238E27FC236}">
                  <a16:creationId xmlns:a16="http://schemas.microsoft.com/office/drawing/2014/main" id="{1C19460F-C0DE-0B91-EC7F-9D057FF09086}"/>
                </a:ext>
              </a:extLst>
            </p:cNvPr>
            <p:cNvPicPr>
              <a:picLocks noChangeAspect="1"/>
            </p:cNvPicPr>
            <p:nvPr/>
          </p:nvPicPr>
          <p:blipFill>
            <a:blip r:embed="rId79">
              <a:extLst>
                <a:ext uri="{28A0092B-C50C-407E-A947-70E740481C1C}">
                  <a14:useLocalDpi xmlns:a14="http://schemas.microsoft.com/office/drawing/2010/main" val="0"/>
                </a:ext>
                <a:ext uri="{96DAC541-7B7A-43D3-8B79-37D633B846F1}">
                  <asvg:svgBlip xmlns:asvg="http://schemas.microsoft.com/office/drawing/2016/SVG/main" r:embed="rId80"/>
                </a:ext>
              </a:extLst>
            </a:blip>
            <a:stretch>
              <a:fillRect/>
            </a:stretch>
          </p:blipFill>
          <p:spPr>
            <a:xfrm>
              <a:off x="5839332" y="4543582"/>
              <a:ext cx="540000" cy="540000"/>
            </a:xfrm>
            <a:prstGeom prst="rect">
              <a:avLst/>
            </a:prstGeom>
          </p:spPr>
        </p:pic>
      </p:grpSp>
      <p:grpSp>
        <p:nvGrpSpPr>
          <p:cNvPr id="112" name="Gruppieren 111">
            <a:extLst>
              <a:ext uri="{FF2B5EF4-FFF2-40B4-BE49-F238E27FC236}">
                <a16:creationId xmlns:a16="http://schemas.microsoft.com/office/drawing/2014/main" id="{4290D865-8FFB-B6CB-3397-34311DF7D4CE}"/>
              </a:ext>
            </a:extLst>
          </p:cNvPr>
          <p:cNvGrpSpPr>
            <a:grpSpLocks noChangeAspect="1"/>
          </p:cNvGrpSpPr>
          <p:nvPr/>
        </p:nvGrpSpPr>
        <p:grpSpPr>
          <a:xfrm>
            <a:off x="6791887" y="4417582"/>
            <a:ext cx="792000" cy="792000"/>
            <a:chOff x="6791887" y="4417582"/>
            <a:chExt cx="792000" cy="792000"/>
          </a:xfrm>
        </p:grpSpPr>
        <p:sp>
          <p:nvSpPr>
            <p:cNvPr id="53" name="Ellipse 52">
              <a:extLst>
                <a:ext uri="{FF2B5EF4-FFF2-40B4-BE49-F238E27FC236}">
                  <a16:creationId xmlns:a16="http://schemas.microsoft.com/office/drawing/2014/main" id="{55A4914C-D3A3-1408-62D4-275F96A8E2C0}"/>
                </a:ext>
              </a:extLst>
            </p:cNvPr>
            <p:cNvSpPr>
              <a:spLocks noChangeAspect="1"/>
            </p:cNvSpPr>
            <p:nvPr/>
          </p:nvSpPr>
          <p:spPr>
            <a:xfrm>
              <a:off x="6791887" y="4417582"/>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201" name="Grafik 200">
              <a:extLst>
                <a:ext uri="{FF2B5EF4-FFF2-40B4-BE49-F238E27FC236}">
                  <a16:creationId xmlns:a16="http://schemas.microsoft.com/office/drawing/2014/main" id="{0CB10489-4607-F295-1938-963BB690F1C9}"/>
                </a:ext>
              </a:extLst>
            </p:cNvPr>
            <p:cNvPicPr>
              <a:picLocks noChangeAspect="1"/>
            </p:cNvPicPr>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6919951" y="4543582"/>
              <a:ext cx="540000" cy="540000"/>
            </a:xfrm>
            <a:prstGeom prst="rect">
              <a:avLst/>
            </a:prstGeom>
          </p:spPr>
        </p:pic>
      </p:grpSp>
      <p:grpSp>
        <p:nvGrpSpPr>
          <p:cNvPr id="111" name="Gruppieren 110">
            <a:extLst>
              <a:ext uri="{FF2B5EF4-FFF2-40B4-BE49-F238E27FC236}">
                <a16:creationId xmlns:a16="http://schemas.microsoft.com/office/drawing/2014/main" id="{58C0B3CB-3566-8428-E9E9-95D1E3219715}"/>
              </a:ext>
            </a:extLst>
          </p:cNvPr>
          <p:cNvGrpSpPr>
            <a:grpSpLocks noChangeAspect="1"/>
          </p:cNvGrpSpPr>
          <p:nvPr/>
        </p:nvGrpSpPr>
        <p:grpSpPr>
          <a:xfrm>
            <a:off x="7872162" y="4417582"/>
            <a:ext cx="792000" cy="792000"/>
            <a:chOff x="7872162" y="4417582"/>
            <a:chExt cx="792000" cy="792000"/>
          </a:xfrm>
        </p:grpSpPr>
        <p:sp>
          <p:nvSpPr>
            <p:cNvPr id="54" name="Ellipse 53">
              <a:extLst>
                <a:ext uri="{FF2B5EF4-FFF2-40B4-BE49-F238E27FC236}">
                  <a16:creationId xmlns:a16="http://schemas.microsoft.com/office/drawing/2014/main" id="{8E4EE789-88E4-EEA2-D9D1-AB713AE89999}"/>
                </a:ext>
              </a:extLst>
            </p:cNvPr>
            <p:cNvSpPr>
              <a:spLocks noChangeAspect="1"/>
            </p:cNvSpPr>
            <p:nvPr/>
          </p:nvSpPr>
          <p:spPr>
            <a:xfrm>
              <a:off x="7872162" y="4417582"/>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203" name="Grafik 202">
              <a:extLst>
                <a:ext uri="{FF2B5EF4-FFF2-40B4-BE49-F238E27FC236}">
                  <a16:creationId xmlns:a16="http://schemas.microsoft.com/office/drawing/2014/main" id="{503618FA-A3F5-4576-007B-9B6B6CCF6A65}"/>
                </a:ext>
              </a:extLst>
            </p:cNvPr>
            <p:cNvPicPr>
              <a:picLocks noChangeAspect="1"/>
            </p:cNvPicPr>
            <p:nvPr/>
          </p:nvPicPr>
          <p:blipFill>
            <a:blip r:embed="rId83">
              <a:extLst>
                <a:ext uri="{28A0092B-C50C-407E-A947-70E740481C1C}">
                  <a14:useLocalDpi xmlns:a14="http://schemas.microsoft.com/office/drawing/2010/main" val="0"/>
                </a:ext>
                <a:ext uri="{96DAC541-7B7A-43D3-8B79-37D633B846F1}">
                  <asvg:svgBlip xmlns:asvg="http://schemas.microsoft.com/office/drawing/2016/SVG/main" r:embed="rId84"/>
                </a:ext>
              </a:extLst>
            </a:blip>
            <a:stretch>
              <a:fillRect/>
            </a:stretch>
          </p:blipFill>
          <p:spPr>
            <a:xfrm>
              <a:off x="8000570" y="4543582"/>
              <a:ext cx="540000" cy="540000"/>
            </a:xfrm>
            <a:prstGeom prst="rect">
              <a:avLst/>
            </a:prstGeom>
          </p:spPr>
        </p:pic>
      </p:grpSp>
      <p:grpSp>
        <p:nvGrpSpPr>
          <p:cNvPr id="109" name="Gruppieren 108">
            <a:extLst>
              <a:ext uri="{FF2B5EF4-FFF2-40B4-BE49-F238E27FC236}">
                <a16:creationId xmlns:a16="http://schemas.microsoft.com/office/drawing/2014/main" id="{B8852D52-423C-5E2E-F714-04E9F5AEA929}"/>
              </a:ext>
            </a:extLst>
          </p:cNvPr>
          <p:cNvGrpSpPr>
            <a:grpSpLocks noChangeAspect="1"/>
          </p:cNvGrpSpPr>
          <p:nvPr/>
        </p:nvGrpSpPr>
        <p:grpSpPr>
          <a:xfrm>
            <a:off x="8952437" y="4417582"/>
            <a:ext cx="792000" cy="792000"/>
            <a:chOff x="8952437" y="4417582"/>
            <a:chExt cx="792000" cy="792000"/>
          </a:xfrm>
        </p:grpSpPr>
        <p:sp>
          <p:nvSpPr>
            <p:cNvPr id="55" name="Ellipse 54">
              <a:extLst>
                <a:ext uri="{FF2B5EF4-FFF2-40B4-BE49-F238E27FC236}">
                  <a16:creationId xmlns:a16="http://schemas.microsoft.com/office/drawing/2014/main" id="{61FDE17E-BD0F-E8F5-7942-8A4030810E4C}"/>
                </a:ext>
              </a:extLst>
            </p:cNvPr>
            <p:cNvSpPr>
              <a:spLocks noChangeAspect="1"/>
            </p:cNvSpPr>
            <p:nvPr/>
          </p:nvSpPr>
          <p:spPr>
            <a:xfrm>
              <a:off x="8952437" y="4417582"/>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205" name="Grafik 204">
              <a:extLst>
                <a:ext uri="{FF2B5EF4-FFF2-40B4-BE49-F238E27FC236}">
                  <a16:creationId xmlns:a16="http://schemas.microsoft.com/office/drawing/2014/main" id="{E1004AEA-D8D6-A303-5854-97E9A0A5F844}"/>
                </a:ext>
              </a:extLst>
            </p:cNvPr>
            <p:cNvPicPr>
              <a:picLocks noChangeAspect="1"/>
            </p:cNvPicPr>
            <p:nvPr/>
          </p:nvPicPr>
          <p:blipFill>
            <a:blip r:embed="rId85">
              <a:extLst>
                <a:ext uri="{28A0092B-C50C-407E-A947-70E740481C1C}">
                  <a14:useLocalDpi xmlns:a14="http://schemas.microsoft.com/office/drawing/2010/main" val="0"/>
                </a:ext>
                <a:ext uri="{96DAC541-7B7A-43D3-8B79-37D633B846F1}">
                  <asvg:svgBlip xmlns:asvg="http://schemas.microsoft.com/office/drawing/2016/SVG/main" r:embed="rId86"/>
                </a:ext>
              </a:extLst>
            </a:blip>
            <a:stretch>
              <a:fillRect/>
            </a:stretch>
          </p:blipFill>
          <p:spPr>
            <a:xfrm>
              <a:off x="9081189" y="4543582"/>
              <a:ext cx="540000" cy="540000"/>
            </a:xfrm>
            <a:prstGeom prst="rect">
              <a:avLst/>
            </a:prstGeom>
          </p:spPr>
        </p:pic>
      </p:grpSp>
      <p:grpSp>
        <p:nvGrpSpPr>
          <p:cNvPr id="108" name="Gruppieren 107">
            <a:extLst>
              <a:ext uri="{FF2B5EF4-FFF2-40B4-BE49-F238E27FC236}">
                <a16:creationId xmlns:a16="http://schemas.microsoft.com/office/drawing/2014/main" id="{1A35E85F-47C4-8E47-AB01-8A36FFEBDB27}"/>
              </a:ext>
            </a:extLst>
          </p:cNvPr>
          <p:cNvGrpSpPr>
            <a:grpSpLocks noChangeAspect="1"/>
          </p:cNvGrpSpPr>
          <p:nvPr/>
        </p:nvGrpSpPr>
        <p:grpSpPr>
          <a:xfrm>
            <a:off x="10032712" y="4417582"/>
            <a:ext cx="792000" cy="792000"/>
            <a:chOff x="10032712" y="4417582"/>
            <a:chExt cx="792000" cy="792000"/>
          </a:xfrm>
        </p:grpSpPr>
        <p:sp>
          <p:nvSpPr>
            <p:cNvPr id="56" name="Ellipse 55">
              <a:extLst>
                <a:ext uri="{FF2B5EF4-FFF2-40B4-BE49-F238E27FC236}">
                  <a16:creationId xmlns:a16="http://schemas.microsoft.com/office/drawing/2014/main" id="{7EA56B2B-6C17-9C76-7B0C-6D853C0F7C7D}"/>
                </a:ext>
              </a:extLst>
            </p:cNvPr>
            <p:cNvSpPr>
              <a:spLocks noChangeAspect="1"/>
            </p:cNvSpPr>
            <p:nvPr/>
          </p:nvSpPr>
          <p:spPr>
            <a:xfrm>
              <a:off x="10032712" y="4417582"/>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207" name="Grafik 206">
              <a:extLst>
                <a:ext uri="{FF2B5EF4-FFF2-40B4-BE49-F238E27FC236}">
                  <a16:creationId xmlns:a16="http://schemas.microsoft.com/office/drawing/2014/main" id="{94A4B072-CDDD-BF7E-B1AF-C8FC34B3E15C}"/>
                </a:ext>
              </a:extLst>
            </p:cNvPr>
            <p:cNvPicPr>
              <a:picLocks noChangeAspect="1"/>
            </p:cNvPicPr>
            <p:nvPr/>
          </p:nvPicPr>
          <p:blipFill>
            <a:blip r:embed="rId87">
              <a:extLst>
                <a:ext uri="{28A0092B-C50C-407E-A947-70E740481C1C}">
                  <a14:useLocalDpi xmlns:a14="http://schemas.microsoft.com/office/drawing/2010/main" val="0"/>
                </a:ext>
                <a:ext uri="{96DAC541-7B7A-43D3-8B79-37D633B846F1}">
                  <asvg:svgBlip xmlns:asvg="http://schemas.microsoft.com/office/drawing/2016/SVG/main" r:embed="rId88"/>
                </a:ext>
              </a:extLst>
            </a:blip>
            <a:stretch>
              <a:fillRect/>
            </a:stretch>
          </p:blipFill>
          <p:spPr>
            <a:xfrm>
              <a:off x="10161808" y="4543582"/>
              <a:ext cx="540000" cy="540000"/>
            </a:xfrm>
            <a:prstGeom prst="rect">
              <a:avLst/>
            </a:prstGeom>
          </p:spPr>
        </p:pic>
      </p:grpSp>
      <p:grpSp>
        <p:nvGrpSpPr>
          <p:cNvPr id="107" name="Gruppieren 106">
            <a:extLst>
              <a:ext uri="{FF2B5EF4-FFF2-40B4-BE49-F238E27FC236}">
                <a16:creationId xmlns:a16="http://schemas.microsoft.com/office/drawing/2014/main" id="{E4FFD309-F4F0-B8CB-622F-660F74DE6EB6}"/>
              </a:ext>
            </a:extLst>
          </p:cNvPr>
          <p:cNvGrpSpPr>
            <a:grpSpLocks noChangeAspect="1"/>
          </p:cNvGrpSpPr>
          <p:nvPr/>
        </p:nvGrpSpPr>
        <p:grpSpPr>
          <a:xfrm>
            <a:off x="11112985" y="4417582"/>
            <a:ext cx="792000" cy="792000"/>
            <a:chOff x="11112985" y="4417582"/>
            <a:chExt cx="792000" cy="792000"/>
          </a:xfrm>
        </p:grpSpPr>
        <p:sp>
          <p:nvSpPr>
            <p:cNvPr id="57" name="Ellipse 56">
              <a:extLst>
                <a:ext uri="{FF2B5EF4-FFF2-40B4-BE49-F238E27FC236}">
                  <a16:creationId xmlns:a16="http://schemas.microsoft.com/office/drawing/2014/main" id="{BC566CF1-B3E9-2547-AC26-CA821F111608}"/>
                </a:ext>
              </a:extLst>
            </p:cNvPr>
            <p:cNvSpPr>
              <a:spLocks noChangeAspect="1"/>
            </p:cNvSpPr>
            <p:nvPr/>
          </p:nvSpPr>
          <p:spPr>
            <a:xfrm>
              <a:off x="11112985" y="4417582"/>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209" name="Grafik 208">
              <a:extLst>
                <a:ext uri="{FF2B5EF4-FFF2-40B4-BE49-F238E27FC236}">
                  <a16:creationId xmlns:a16="http://schemas.microsoft.com/office/drawing/2014/main" id="{D23A2B87-3F1E-1031-04D7-73F90AC6C284}"/>
                </a:ext>
              </a:extLst>
            </p:cNvPr>
            <p:cNvPicPr>
              <a:picLocks noChangeAspect="1"/>
            </p:cNvPicPr>
            <p:nvPr/>
          </p:nvPicPr>
          <p:blipFill>
            <a:blip r:embed="rId89">
              <a:extLst>
                <a:ext uri="{28A0092B-C50C-407E-A947-70E740481C1C}">
                  <a14:useLocalDpi xmlns:a14="http://schemas.microsoft.com/office/drawing/2010/main" val="0"/>
                </a:ext>
                <a:ext uri="{96DAC541-7B7A-43D3-8B79-37D633B846F1}">
                  <asvg:svgBlip xmlns:asvg="http://schemas.microsoft.com/office/drawing/2016/SVG/main" r:embed="rId90"/>
                </a:ext>
              </a:extLst>
            </a:blip>
            <a:stretch>
              <a:fillRect/>
            </a:stretch>
          </p:blipFill>
          <p:spPr>
            <a:xfrm>
              <a:off x="11242425" y="4543582"/>
              <a:ext cx="540000" cy="540000"/>
            </a:xfrm>
            <a:prstGeom prst="rect">
              <a:avLst/>
            </a:prstGeom>
          </p:spPr>
        </p:pic>
      </p:grpSp>
      <p:grpSp>
        <p:nvGrpSpPr>
          <p:cNvPr id="119" name="Gruppieren 118">
            <a:extLst>
              <a:ext uri="{FF2B5EF4-FFF2-40B4-BE49-F238E27FC236}">
                <a16:creationId xmlns:a16="http://schemas.microsoft.com/office/drawing/2014/main" id="{713EFE8B-C599-BC7E-73F9-744EB8BA2B8B}"/>
              </a:ext>
            </a:extLst>
          </p:cNvPr>
          <p:cNvGrpSpPr>
            <a:grpSpLocks noChangeAspect="1"/>
          </p:cNvGrpSpPr>
          <p:nvPr/>
        </p:nvGrpSpPr>
        <p:grpSpPr>
          <a:xfrm>
            <a:off x="310237" y="5497168"/>
            <a:ext cx="792000" cy="792000"/>
            <a:chOff x="310237" y="5497168"/>
            <a:chExt cx="792000" cy="792000"/>
          </a:xfrm>
        </p:grpSpPr>
        <p:sp>
          <p:nvSpPr>
            <p:cNvPr id="60" name="Ellipse 59">
              <a:extLst>
                <a:ext uri="{FF2B5EF4-FFF2-40B4-BE49-F238E27FC236}">
                  <a16:creationId xmlns:a16="http://schemas.microsoft.com/office/drawing/2014/main" id="{865E5A54-EEBE-FD6D-668C-A4CD1AA21624}"/>
                </a:ext>
              </a:extLst>
            </p:cNvPr>
            <p:cNvSpPr>
              <a:spLocks noChangeAspect="1"/>
            </p:cNvSpPr>
            <p:nvPr/>
          </p:nvSpPr>
          <p:spPr>
            <a:xfrm>
              <a:off x="310237" y="5497168"/>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211" name="Grafik 210">
              <a:extLst>
                <a:ext uri="{FF2B5EF4-FFF2-40B4-BE49-F238E27FC236}">
                  <a16:creationId xmlns:a16="http://schemas.microsoft.com/office/drawing/2014/main" id="{9145CF91-1140-B730-3DB9-9A1E690EE29E}"/>
                </a:ext>
              </a:extLst>
            </p:cNvPr>
            <p:cNvPicPr>
              <a:picLocks noChangeAspect="1"/>
            </p:cNvPicPr>
            <p:nvPr/>
          </p:nvPicPr>
          <p:blipFill>
            <a:blip r:embed="rId91">
              <a:extLst>
                <a:ext uri="{28A0092B-C50C-407E-A947-70E740481C1C}">
                  <a14:useLocalDpi xmlns:a14="http://schemas.microsoft.com/office/drawing/2010/main" val="0"/>
                </a:ext>
                <a:ext uri="{96DAC541-7B7A-43D3-8B79-37D633B846F1}">
                  <asvg:svgBlip xmlns:asvg="http://schemas.microsoft.com/office/drawing/2016/SVG/main" r:embed="rId92"/>
                </a:ext>
              </a:extLst>
            </a:blip>
            <a:stretch>
              <a:fillRect/>
            </a:stretch>
          </p:blipFill>
          <p:spPr>
            <a:xfrm>
              <a:off x="436237" y="5623168"/>
              <a:ext cx="540000" cy="540000"/>
            </a:xfrm>
            <a:prstGeom prst="rect">
              <a:avLst/>
            </a:prstGeom>
          </p:spPr>
        </p:pic>
      </p:grpSp>
      <p:grpSp>
        <p:nvGrpSpPr>
          <p:cNvPr id="120" name="Gruppieren 119">
            <a:extLst>
              <a:ext uri="{FF2B5EF4-FFF2-40B4-BE49-F238E27FC236}">
                <a16:creationId xmlns:a16="http://schemas.microsoft.com/office/drawing/2014/main" id="{7567A6B1-AFF4-8FD0-3C58-D0E699C7BE78}"/>
              </a:ext>
            </a:extLst>
          </p:cNvPr>
          <p:cNvGrpSpPr>
            <a:grpSpLocks noChangeAspect="1"/>
          </p:cNvGrpSpPr>
          <p:nvPr/>
        </p:nvGrpSpPr>
        <p:grpSpPr>
          <a:xfrm>
            <a:off x="1390512" y="5497168"/>
            <a:ext cx="792000" cy="792000"/>
            <a:chOff x="1390512" y="5497168"/>
            <a:chExt cx="792000" cy="792000"/>
          </a:xfrm>
        </p:grpSpPr>
        <p:sp>
          <p:nvSpPr>
            <p:cNvPr id="61" name="Ellipse 60">
              <a:extLst>
                <a:ext uri="{FF2B5EF4-FFF2-40B4-BE49-F238E27FC236}">
                  <a16:creationId xmlns:a16="http://schemas.microsoft.com/office/drawing/2014/main" id="{9D9475D3-601E-6456-5699-F3B0867A5E85}"/>
                </a:ext>
              </a:extLst>
            </p:cNvPr>
            <p:cNvSpPr>
              <a:spLocks noChangeAspect="1"/>
            </p:cNvSpPr>
            <p:nvPr/>
          </p:nvSpPr>
          <p:spPr>
            <a:xfrm>
              <a:off x="1390512" y="5497168"/>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213" name="Grafik 212">
              <a:extLst>
                <a:ext uri="{FF2B5EF4-FFF2-40B4-BE49-F238E27FC236}">
                  <a16:creationId xmlns:a16="http://schemas.microsoft.com/office/drawing/2014/main" id="{340EA6FB-153E-2B94-67F8-EF14A0846FD8}"/>
                </a:ext>
              </a:extLst>
            </p:cNvPr>
            <p:cNvPicPr>
              <a:picLocks noChangeAspect="1"/>
            </p:cNvPicPr>
            <p:nvPr/>
          </p:nvPicPr>
          <p:blipFill>
            <a:blip r:embed="rId93">
              <a:extLst>
                <a:ext uri="{28A0092B-C50C-407E-A947-70E740481C1C}">
                  <a14:useLocalDpi xmlns:a14="http://schemas.microsoft.com/office/drawing/2010/main" val="0"/>
                </a:ext>
                <a:ext uri="{96DAC541-7B7A-43D3-8B79-37D633B846F1}">
                  <asvg:svgBlip xmlns:asvg="http://schemas.microsoft.com/office/drawing/2016/SVG/main" r:embed="rId94"/>
                </a:ext>
              </a:extLst>
            </a:blip>
            <a:stretch>
              <a:fillRect/>
            </a:stretch>
          </p:blipFill>
          <p:spPr>
            <a:xfrm>
              <a:off x="1516856" y="5623168"/>
              <a:ext cx="540000" cy="540000"/>
            </a:xfrm>
            <a:prstGeom prst="rect">
              <a:avLst/>
            </a:prstGeom>
          </p:spPr>
        </p:pic>
      </p:grpSp>
      <p:grpSp>
        <p:nvGrpSpPr>
          <p:cNvPr id="121" name="Gruppieren 120">
            <a:extLst>
              <a:ext uri="{FF2B5EF4-FFF2-40B4-BE49-F238E27FC236}">
                <a16:creationId xmlns:a16="http://schemas.microsoft.com/office/drawing/2014/main" id="{78BD6F48-1894-9E1C-810D-7B6F5B7AEB7E}"/>
              </a:ext>
            </a:extLst>
          </p:cNvPr>
          <p:cNvGrpSpPr>
            <a:grpSpLocks noChangeAspect="1"/>
          </p:cNvGrpSpPr>
          <p:nvPr/>
        </p:nvGrpSpPr>
        <p:grpSpPr>
          <a:xfrm>
            <a:off x="2470787" y="5497168"/>
            <a:ext cx="792000" cy="792000"/>
            <a:chOff x="2470787" y="5497168"/>
            <a:chExt cx="792000" cy="792000"/>
          </a:xfrm>
        </p:grpSpPr>
        <p:sp>
          <p:nvSpPr>
            <p:cNvPr id="62" name="Ellipse 61">
              <a:extLst>
                <a:ext uri="{FF2B5EF4-FFF2-40B4-BE49-F238E27FC236}">
                  <a16:creationId xmlns:a16="http://schemas.microsoft.com/office/drawing/2014/main" id="{E164C190-84A5-3482-78DB-4A8287D99382}"/>
                </a:ext>
              </a:extLst>
            </p:cNvPr>
            <p:cNvSpPr>
              <a:spLocks noChangeAspect="1"/>
            </p:cNvSpPr>
            <p:nvPr/>
          </p:nvSpPr>
          <p:spPr>
            <a:xfrm>
              <a:off x="2470787" y="5497168"/>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215" name="Grafik 214">
              <a:extLst>
                <a:ext uri="{FF2B5EF4-FFF2-40B4-BE49-F238E27FC236}">
                  <a16:creationId xmlns:a16="http://schemas.microsoft.com/office/drawing/2014/main" id="{214AC675-BF29-A166-4E07-AB7DCD62FAE1}"/>
                </a:ext>
              </a:extLst>
            </p:cNvPr>
            <p:cNvPicPr>
              <a:picLocks noChangeAspect="1"/>
            </p:cNvPicPr>
            <p:nvPr/>
          </p:nvPicPr>
          <p:blipFill>
            <a:blip r:embed="rId95">
              <a:extLst>
                <a:ext uri="{28A0092B-C50C-407E-A947-70E740481C1C}">
                  <a14:useLocalDpi xmlns:a14="http://schemas.microsoft.com/office/drawing/2010/main" val="0"/>
                </a:ext>
                <a:ext uri="{96DAC541-7B7A-43D3-8B79-37D633B846F1}">
                  <asvg:svgBlip xmlns:asvg="http://schemas.microsoft.com/office/drawing/2016/SVG/main" r:embed="rId96"/>
                </a:ext>
              </a:extLst>
            </a:blip>
            <a:stretch>
              <a:fillRect/>
            </a:stretch>
          </p:blipFill>
          <p:spPr>
            <a:xfrm>
              <a:off x="2597475" y="5623168"/>
              <a:ext cx="540000" cy="540000"/>
            </a:xfrm>
            <a:prstGeom prst="rect">
              <a:avLst/>
            </a:prstGeom>
          </p:spPr>
        </p:pic>
      </p:grpSp>
      <p:grpSp>
        <p:nvGrpSpPr>
          <p:cNvPr id="122" name="Gruppieren 121">
            <a:extLst>
              <a:ext uri="{FF2B5EF4-FFF2-40B4-BE49-F238E27FC236}">
                <a16:creationId xmlns:a16="http://schemas.microsoft.com/office/drawing/2014/main" id="{E468D68B-CB29-7B0B-0886-4BE251ACF46C}"/>
              </a:ext>
            </a:extLst>
          </p:cNvPr>
          <p:cNvGrpSpPr>
            <a:grpSpLocks noChangeAspect="1"/>
          </p:cNvGrpSpPr>
          <p:nvPr/>
        </p:nvGrpSpPr>
        <p:grpSpPr>
          <a:xfrm>
            <a:off x="3551062" y="5497168"/>
            <a:ext cx="792000" cy="792000"/>
            <a:chOff x="3551062" y="5497168"/>
            <a:chExt cx="792000" cy="792000"/>
          </a:xfrm>
        </p:grpSpPr>
        <p:sp>
          <p:nvSpPr>
            <p:cNvPr id="63" name="Ellipse 62">
              <a:extLst>
                <a:ext uri="{FF2B5EF4-FFF2-40B4-BE49-F238E27FC236}">
                  <a16:creationId xmlns:a16="http://schemas.microsoft.com/office/drawing/2014/main" id="{58589A3F-FF66-170D-29B1-ECB84B086BAA}"/>
                </a:ext>
              </a:extLst>
            </p:cNvPr>
            <p:cNvSpPr>
              <a:spLocks noChangeAspect="1"/>
            </p:cNvSpPr>
            <p:nvPr/>
          </p:nvSpPr>
          <p:spPr>
            <a:xfrm>
              <a:off x="3551062" y="5497168"/>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217" name="Grafik 216">
              <a:extLst>
                <a:ext uri="{FF2B5EF4-FFF2-40B4-BE49-F238E27FC236}">
                  <a16:creationId xmlns:a16="http://schemas.microsoft.com/office/drawing/2014/main" id="{DFEC97F9-97ED-3BEC-6B67-A028674BFA82}"/>
                </a:ext>
              </a:extLst>
            </p:cNvPr>
            <p:cNvPicPr>
              <a:picLocks noChangeAspect="1"/>
            </p:cNvPicPr>
            <p:nvPr/>
          </p:nvPicPr>
          <p:blipFill>
            <a:blip r:embed="rId97">
              <a:extLst>
                <a:ext uri="{28A0092B-C50C-407E-A947-70E740481C1C}">
                  <a14:useLocalDpi xmlns:a14="http://schemas.microsoft.com/office/drawing/2010/main" val="0"/>
                </a:ext>
                <a:ext uri="{96DAC541-7B7A-43D3-8B79-37D633B846F1}">
                  <asvg:svgBlip xmlns:asvg="http://schemas.microsoft.com/office/drawing/2016/SVG/main" r:embed="rId98"/>
                </a:ext>
              </a:extLst>
            </a:blip>
            <a:stretch>
              <a:fillRect/>
            </a:stretch>
          </p:blipFill>
          <p:spPr>
            <a:xfrm>
              <a:off x="3647788" y="5623168"/>
              <a:ext cx="540000" cy="540000"/>
            </a:xfrm>
            <a:prstGeom prst="rect">
              <a:avLst/>
            </a:prstGeom>
          </p:spPr>
        </p:pic>
      </p:grpSp>
      <p:grpSp>
        <p:nvGrpSpPr>
          <p:cNvPr id="123" name="Gruppieren 122">
            <a:extLst>
              <a:ext uri="{FF2B5EF4-FFF2-40B4-BE49-F238E27FC236}">
                <a16:creationId xmlns:a16="http://schemas.microsoft.com/office/drawing/2014/main" id="{B1482826-38B0-D7A9-5F92-C2D273AB2423}"/>
              </a:ext>
            </a:extLst>
          </p:cNvPr>
          <p:cNvGrpSpPr>
            <a:grpSpLocks noChangeAspect="1"/>
          </p:cNvGrpSpPr>
          <p:nvPr/>
        </p:nvGrpSpPr>
        <p:grpSpPr>
          <a:xfrm>
            <a:off x="4631337" y="5497168"/>
            <a:ext cx="792000" cy="792000"/>
            <a:chOff x="4631337" y="5497168"/>
            <a:chExt cx="792000" cy="792000"/>
          </a:xfrm>
        </p:grpSpPr>
        <p:sp>
          <p:nvSpPr>
            <p:cNvPr id="64" name="Ellipse 63">
              <a:extLst>
                <a:ext uri="{FF2B5EF4-FFF2-40B4-BE49-F238E27FC236}">
                  <a16:creationId xmlns:a16="http://schemas.microsoft.com/office/drawing/2014/main" id="{D24DCED6-B4FC-CE17-1A3F-665EDA4D06EB}"/>
                </a:ext>
              </a:extLst>
            </p:cNvPr>
            <p:cNvSpPr>
              <a:spLocks noChangeAspect="1"/>
            </p:cNvSpPr>
            <p:nvPr/>
          </p:nvSpPr>
          <p:spPr>
            <a:xfrm>
              <a:off x="4631337" y="5497168"/>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219" name="Grafik 218">
              <a:extLst>
                <a:ext uri="{FF2B5EF4-FFF2-40B4-BE49-F238E27FC236}">
                  <a16:creationId xmlns:a16="http://schemas.microsoft.com/office/drawing/2014/main" id="{64609602-4BA7-5920-CC02-61B5EDECC6FC}"/>
                </a:ext>
              </a:extLst>
            </p:cNvPr>
            <p:cNvPicPr>
              <a:picLocks noChangeAspect="1"/>
            </p:cNvPicPr>
            <p:nvPr/>
          </p:nvPicPr>
          <p:blipFill>
            <a:blip r:embed="rId99">
              <a:extLst>
                <a:ext uri="{28A0092B-C50C-407E-A947-70E740481C1C}">
                  <a14:useLocalDpi xmlns:a14="http://schemas.microsoft.com/office/drawing/2010/main" val="0"/>
                </a:ext>
                <a:ext uri="{96DAC541-7B7A-43D3-8B79-37D633B846F1}">
                  <asvg:svgBlip xmlns:asvg="http://schemas.microsoft.com/office/drawing/2016/SVG/main" r:embed="rId100"/>
                </a:ext>
              </a:extLst>
            </a:blip>
            <a:stretch>
              <a:fillRect/>
            </a:stretch>
          </p:blipFill>
          <p:spPr>
            <a:xfrm>
              <a:off x="4758713" y="5623168"/>
              <a:ext cx="540000" cy="540000"/>
            </a:xfrm>
            <a:prstGeom prst="rect">
              <a:avLst/>
            </a:prstGeom>
          </p:spPr>
        </p:pic>
      </p:grpSp>
      <p:grpSp>
        <p:nvGrpSpPr>
          <p:cNvPr id="124" name="Gruppieren 123">
            <a:extLst>
              <a:ext uri="{FF2B5EF4-FFF2-40B4-BE49-F238E27FC236}">
                <a16:creationId xmlns:a16="http://schemas.microsoft.com/office/drawing/2014/main" id="{41BACF5A-2C65-F563-3B5C-EB33CE8919AA}"/>
              </a:ext>
            </a:extLst>
          </p:cNvPr>
          <p:cNvGrpSpPr>
            <a:grpSpLocks noChangeAspect="1"/>
          </p:cNvGrpSpPr>
          <p:nvPr/>
        </p:nvGrpSpPr>
        <p:grpSpPr>
          <a:xfrm>
            <a:off x="5711612" y="5497168"/>
            <a:ext cx="792000" cy="792000"/>
            <a:chOff x="5711612" y="5497168"/>
            <a:chExt cx="792000" cy="792000"/>
          </a:xfrm>
        </p:grpSpPr>
        <p:sp>
          <p:nvSpPr>
            <p:cNvPr id="65" name="Ellipse 64">
              <a:extLst>
                <a:ext uri="{FF2B5EF4-FFF2-40B4-BE49-F238E27FC236}">
                  <a16:creationId xmlns:a16="http://schemas.microsoft.com/office/drawing/2014/main" id="{B0A6BE83-F943-8A38-D866-EEE54F0D820A}"/>
                </a:ext>
              </a:extLst>
            </p:cNvPr>
            <p:cNvSpPr>
              <a:spLocks noChangeAspect="1"/>
            </p:cNvSpPr>
            <p:nvPr/>
          </p:nvSpPr>
          <p:spPr>
            <a:xfrm>
              <a:off x="5711612" y="5497168"/>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223" name="Grafik 222">
              <a:extLst>
                <a:ext uri="{FF2B5EF4-FFF2-40B4-BE49-F238E27FC236}">
                  <a16:creationId xmlns:a16="http://schemas.microsoft.com/office/drawing/2014/main" id="{FE963E10-D7F6-7031-26EA-AFD2AB829611}"/>
                </a:ext>
              </a:extLst>
            </p:cNvPr>
            <p:cNvPicPr>
              <a:picLocks noChangeAspect="1"/>
            </p:cNvPicPr>
            <p:nvPr/>
          </p:nvPicPr>
          <p:blipFill>
            <a:blip r:embed="rId101">
              <a:extLst>
                <a:ext uri="{28A0092B-C50C-407E-A947-70E740481C1C}">
                  <a14:useLocalDpi xmlns:a14="http://schemas.microsoft.com/office/drawing/2010/main" val="0"/>
                </a:ext>
                <a:ext uri="{96DAC541-7B7A-43D3-8B79-37D633B846F1}">
                  <asvg:svgBlip xmlns:asvg="http://schemas.microsoft.com/office/drawing/2016/SVG/main" r:embed="rId102"/>
                </a:ext>
              </a:extLst>
            </a:blip>
            <a:stretch>
              <a:fillRect/>
            </a:stretch>
          </p:blipFill>
          <p:spPr>
            <a:xfrm>
              <a:off x="5839332" y="5623168"/>
              <a:ext cx="540000" cy="540000"/>
            </a:xfrm>
            <a:prstGeom prst="rect">
              <a:avLst/>
            </a:prstGeom>
          </p:spPr>
        </p:pic>
      </p:grpSp>
      <p:grpSp>
        <p:nvGrpSpPr>
          <p:cNvPr id="125" name="Gruppieren 124">
            <a:extLst>
              <a:ext uri="{FF2B5EF4-FFF2-40B4-BE49-F238E27FC236}">
                <a16:creationId xmlns:a16="http://schemas.microsoft.com/office/drawing/2014/main" id="{C1D45C2A-93A8-A83D-3F6D-6B0AE850B022}"/>
              </a:ext>
            </a:extLst>
          </p:cNvPr>
          <p:cNvGrpSpPr>
            <a:grpSpLocks noChangeAspect="1"/>
          </p:cNvGrpSpPr>
          <p:nvPr/>
        </p:nvGrpSpPr>
        <p:grpSpPr>
          <a:xfrm>
            <a:off x="6791887" y="5497168"/>
            <a:ext cx="792000" cy="792000"/>
            <a:chOff x="6791887" y="5497168"/>
            <a:chExt cx="792000" cy="792000"/>
          </a:xfrm>
        </p:grpSpPr>
        <p:sp>
          <p:nvSpPr>
            <p:cNvPr id="66" name="Ellipse 65">
              <a:extLst>
                <a:ext uri="{FF2B5EF4-FFF2-40B4-BE49-F238E27FC236}">
                  <a16:creationId xmlns:a16="http://schemas.microsoft.com/office/drawing/2014/main" id="{44BFD09B-BFEA-81A4-1A50-9422D225668D}"/>
                </a:ext>
              </a:extLst>
            </p:cNvPr>
            <p:cNvSpPr>
              <a:spLocks noChangeAspect="1"/>
            </p:cNvSpPr>
            <p:nvPr/>
          </p:nvSpPr>
          <p:spPr>
            <a:xfrm>
              <a:off x="6791887" y="5497168"/>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225" name="Grafik 224">
              <a:extLst>
                <a:ext uri="{FF2B5EF4-FFF2-40B4-BE49-F238E27FC236}">
                  <a16:creationId xmlns:a16="http://schemas.microsoft.com/office/drawing/2014/main" id="{F9F0F694-86D3-D53C-229D-031B1AB14691}"/>
                </a:ext>
              </a:extLst>
            </p:cNvPr>
            <p:cNvPicPr>
              <a:picLocks noChangeAspect="1"/>
            </p:cNvPicPr>
            <p:nvPr/>
          </p:nvPicPr>
          <p:blipFill>
            <a:blip r:embed="rId103">
              <a:extLst>
                <a:ext uri="{28A0092B-C50C-407E-A947-70E740481C1C}">
                  <a14:useLocalDpi xmlns:a14="http://schemas.microsoft.com/office/drawing/2010/main" val="0"/>
                </a:ext>
                <a:ext uri="{96DAC541-7B7A-43D3-8B79-37D633B846F1}">
                  <asvg:svgBlip xmlns:asvg="http://schemas.microsoft.com/office/drawing/2016/SVG/main" r:embed="rId104"/>
                </a:ext>
              </a:extLst>
            </a:blip>
            <a:stretch>
              <a:fillRect/>
            </a:stretch>
          </p:blipFill>
          <p:spPr>
            <a:xfrm>
              <a:off x="6919951" y="5623168"/>
              <a:ext cx="540000" cy="540000"/>
            </a:xfrm>
            <a:prstGeom prst="rect">
              <a:avLst/>
            </a:prstGeom>
          </p:spPr>
        </p:pic>
      </p:grpSp>
      <p:grpSp>
        <p:nvGrpSpPr>
          <p:cNvPr id="126" name="Gruppieren 125">
            <a:extLst>
              <a:ext uri="{FF2B5EF4-FFF2-40B4-BE49-F238E27FC236}">
                <a16:creationId xmlns:a16="http://schemas.microsoft.com/office/drawing/2014/main" id="{5396F6CC-2FE2-C116-92FB-95D9DC8937CB}"/>
              </a:ext>
            </a:extLst>
          </p:cNvPr>
          <p:cNvGrpSpPr>
            <a:grpSpLocks noChangeAspect="1"/>
          </p:cNvGrpSpPr>
          <p:nvPr/>
        </p:nvGrpSpPr>
        <p:grpSpPr>
          <a:xfrm>
            <a:off x="7872162" y="5497168"/>
            <a:ext cx="792000" cy="792000"/>
            <a:chOff x="7872162" y="5497168"/>
            <a:chExt cx="792000" cy="792000"/>
          </a:xfrm>
        </p:grpSpPr>
        <p:sp>
          <p:nvSpPr>
            <p:cNvPr id="68" name="Ellipse 67">
              <a:extLst>
                <a:ext uri="{FF2B5EF4-FFF2-40B4-BE49-F238E27FC236}">
                  <a16:creationId xmlns:a16="http://schemas.microsoft.com/office/drawing/2014/main" id="{B08D34AD-68BB-7BDC-08D7-B94A0257C659}"/>
                </a:ext>
              </a:extLst>
            </p:cNvPr>
            <p:cNvSpPr>
              <a:spLocks noChangeAspect="1"/>
            </p:cNvSpPr>
            <p:nvPr/>
          </p:nvSpPr>
          <p:spPr>
            <a:xfrm>
              <a:off x="7872162" y="5497168"/>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227" name="Grafik 226">
              <a:extLst>
                <a:ext uri="{FF2B5EF4-FFF2-40B4-BE49-F238E27FC236}">
                  <a16:creationId xmlns:a16="http://schemas.microsoft.com/office/drawing/2014/main" id="{6138DE7B-289B-9E99-D323-E935970E144A}"/>
                </a:ext>
              </a:extLst>
            </p:cNvPr>
            <p:cNvPicPr>
              <a:picLocks noChangeAspect="1"/>
            </p:cNvPicPr>
            <p:nvPr/>
          </p:nvPicPr>
          <p:blipFill>
            <a:blip r:embed="rId105">
              <a:extLst>
                <a:ext uri="{28A0092B-C50C-407E-A947-70E740481C1C}">
                  <a14:useLocalDpi xmlns:a14="http://schemas.microsoft.com/office/drawing/2010/main" val="0"/>
                </a:ext>
                <a:ext uri="{96DAC541-7B7A-43D3-8B79-37D633B846F1}">
                  <asvg:svgBlip xmlns:asvg="http://schemas.microsoft.com/office/drawing/2016/SVG/main" r:embed="rId106"/>
                </a:ext>
              </a:extLst>
            </a:blip>
            <a:stretch>
              <a:fillRect/>
            </a:stretch>
          </p:blipFill>
          <p:spPr>
            <a:xfrm>
              <a:off x="8000570" y="5623168"/>
              <a:ext cx="540000" cy="540000"/>
            </a:xfrm>
            <a:prstGeom prst="rect">
              <a:avLst/>
            </a:prstGeom>
          </p:spPr>
        </p:pic>
      </p:grpSp>
      <p:grpSp>
        <p:nvGrpSpPr>
          <p:cNvPr id="127" name="Gruppieren 126">
            <a:extLst>
              <a:ext uri="{FF2B5EF4-FFF2-40B4-BE49-F238E27FC236}">
                <a16:creationId xmlns:a16="http://schemas.microsoft.com/office/drawing/2014/main" id="{D07D543C-0213-6C80-837B-9D760E3E8C44}"/>
              </a:ext>
            </a:extLst>
          </p:cNvPr>
          <p:cNvGrpSpPr>
            <a:grpSpLocks noChangeAspect="1"/>
          </p:cNvGrpSpPr>
          <p:nvPr/>
        </p:nvGrpSpPr>
        <p:grpSpPr>
          <a:xfrm>
            <a:off x="8952437" y="5497168"/>
            <a:ext cx="792000" cy="792000"/>
            <a:chOff x="8952437" y="5497168"/>
            <a:chExt cx="792000" cy="792000"/>
          </a:xfrm>
        </p:grpSpPr>
        <p:sp>
          <p:nvSpPr>
            <p:cNvPr id="69" name="Ellipse 68">
              <a:extLst>
                <a:ext uri="{FF2B5EF4-FFF2-40B4-BE49-F238E27FC236}">
                  <a16:creationId xmlns:a16="http://schemas.microsoft.com/office/drawing/2014/main" id="{A1443114-1B2E-D764-A483-20256C7F9EB7}"/>
                </a:ext>
              </a:extLst>
            </p:cNvPr>
            <p:cNvSpPr>
              <a:spLocks noChangeAspect="1"/>
            </p:cNvSpPr>
            <p:nvPr/>
          </p:nvSpPr>
          <p:spPr>
            <a:xfrm>
              <a:off x="8952437" y="5497168"/>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229" name="Grafik 228">
              <a:extLst>
                <a:ext uri="{FF2B5EF4-FFF2-40B4-BE49-F238E27FC236}">
                  <a16:creationId xmlns:a16="http://schemas.microsoft.com/office/drawing/2014/main" id="{E930B913-2365-DCEF-4E99-E8F3812E638D}"/>
                </a:ext>
              </a:extLst>
            </p:cNvPr>
            <p:cNvPicPr>
              <a:picLocks noChangeAspect="1"/>
            </p:cNvPicPr>
            <p:nvPr/>
          </p:nvPicPr>
          <p:blipFill>
            <a:blip r:embed="rId107">
              <a:extLst>
                <a:ext uri="{28A0092B-C50C-407E-A947-70E740481C1C}">
                  <a14:useLocalDpi xmlns:a14="http://schemas.microsoft.com/office/drawing/2010/main" val="0"/>
                </a:ext>
                <a:ext uri="{96DAC541-7B7A-43D3-8B79-37D633B846F1}">
                  <asvg:svgBlip xmlns:asvg="http://schemas.microsoft.com/office/drawing/2016/SVG/main" r:embed="rId108"/>
                </a:ext>
              </a:extLst>
            </a:blip>
            <a:stretch>
              <a:fillRect/>
            </a:stretch>
          </p:blipFill>
          <p:spPr>
            <a:xfrm>
              <a:off x="9081189" y="5623168"/>
              <a:ext cx="540000" cy="540000"/>
            </a:xfrm>
            <a:prstGeom prst="rect">
              <a:avLst/>
            </a:prstGeom>
          </p:spPr>
        </p:pic>
      </p:grpSp>
      <p:grpSp>
        <p:nvGrpSpPr>
          <p:cNvPr id="128" name="Gruppieren 127">
            <a:extLst>
              <a:ext uri="{FF2B5EF4-FFF2-40B4-BE49-F238E27FC236}">
                <a16:creationId xmlns:a16="http://schemas.microsoft.com/office/drawing/2014/main" id="{AF13FC03-C22D-0449-4F4F-34C2D988292A}"/>
              </a:ext>
            </a:extLst>
          </p:cNvPr>
          <p:cNvGrpSpPr>
            <a:grpSpLocks noChangeAspect="1"/>
          </p:cNvGrpSpPr>
          <p:nvPr/>
        </p:nvGrpSpPr>
        <p:grpSpPr>
          <a:xfrm>
            <a:off x="10032712" y="5497168"/>
            <a:ext cx="792000" cy="792000"/>
            <a:chOff x="10032712" y="5497168"/>
            <a:chExt cx="792000" cy="792000"/>
          </a:xfrm>
        </p:grpSpPr>
        <p:sp>
          <p:nvSpPr>
            <p:cNvPr id="70" name="Ellipse 69">
              <a:extLst>
                <a:ext uri="{FF2B5EF4-FFF2-40B4-BE49-F238E27FC236}">
                  <a16:creationId xmlns:a16="http://schemas.microsoft.com/office/drawing/2014/main" id="{92F2AF5F-5163-E524-C09A-E3DC7E5BC780}"/>
                </a:ext>
              </a:extLst>
            </p:cNvPr>
            <p:cNvSpPr>
              <a:spLocks noChangeAspect="1"/>
            </p:cNvSpPr>
            <p:nvPr/>
          </p:nvSpPr>
          <p:spPr>
            <a:xfrm>
              <a:off x="10032712" y="5497168"/>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231" name="Grafik 230">
              <a:extLst>
                <a:ext uri="{FF2B5EF4-FFF2-40B4-BE49-F238E27FC236}">
                  <a16:creationId xmlns:a16="http://schemas.microsoft.com/office/drawing/2014/main" id="{E6DD0F7D-67C8-3652-5802-BEC197DD6EB8}"/>
                </a:ext>
              </a:extLst>
            </p:cNvPr>
            <p:cNvPicPr>
              <a:picLocks noChangeAspect="1"/>
            </p:cNvPicPr>
            <p:nvPr/>
          </p:nvPicPr>
          <p:blipFill>
            <a:blip r:embed="rId109">
              <a:extLst>
                <a:ext uri="{28A0092B-C50C-407E-A947-70E740481C1C}">
                  <a14:useLocalDpi xmlns:a14="http://schemas.microsoft.com/office/drawing/2010/main" val="0"/>
                </a:ext>
                <a:ext uri="{96DAC541-7B7A-43D3-8B79-37D633B846F1}">
                  <asvg:svgBlip xmlns:asvg="http://schemas.microsoft.com/office/drawing/2016/SVG/main" r:embed="rId110"/>
                </a:ext>
              </a:extLst>
            </a:blip>
            <a:stretch>
              <a:fillRect/>
            </a:stretch>
          </p:blipFill>
          <p:spPr>
            <a:xfrm>
              <a:off x="10161808" y="5623168"/>
              <a:ext cx="540000" cy="540000"/>
            </a:xfrm>
            <a:prstGeom prst="rect">
              <a:avLst/>
            </a:prstGeom>
          </p:spPr>
        </p:pic>
      </p:grpSp>
      <p:grpSp>
        <p:nvGrpSpPr>
          <p:cNvPr id="129" name="Gruppieren 128">
            <a:extLst>
              <a:ext uri="{FF2B5EF4-FFF2-40B4-BE49-F238E27FC236}">
                <a16:creationId xmlns:a16="http://schemas.microsoft.com/office/drawing/2014/main" id="{628FEF07-DB8D-EEEB-E203-51347D13D563}"/>
              </a:ext>
            </a:extLst>
          </p:cNvPr>
          <p:cNvGrpSpPr>
            <a:grpSpLocks noChangeAspect="1"/>
          </p:cNvGrpSpPr>
          <p:nvPr/>
        </p:nvGrpSpPr>
        <p:grpSpPr>
          <a:xfrm>
            <a:off x="11112985" y="5497168"/>
            <a:ext cx="792000" cy="792000"/>
            <a:chOff x="11112985" y="5497168"/>
            <a:chExt cx="792000" cy="792000"/>
          </a:xfrm>
        </p:grpSpPr>
        <p:sp>
          <p:nvSpPr>
            <p:cNvPr id="71" name="Ellipse 70">
              <a:extLst>
                <a:ext uri="{FF2B5EF4-FFF2-40B4-BE49-F238E27FC236}">
                  <a16:creationId xmlns:a16="http://schemas.microsoft.com/office/drawing/2014/main" id="{6C47EF47-37E2-1EF0-96E1-29502AF388F3}"/>
                </a:ext>
              </a:extLst>
            </p:cNvPr>
            <p:cNvSpPr>
              <a:spLocks noChangeAspect="1"/>
            </p:cNvSpPr>
            <p:nvPr/>
          </p:nvSpPr>
          <p:spPr>
            <a:xfrm>
              <a:off x="11112985" y="5497168"/>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233" name="Grafik 232">
              <a:extLst>
                <a:ext uri="{FF2B5EF4-FFF2-40B4-BE49-F238E27FC236}">
                  <a16:creationId xmlns:a16="http://schemas.microsoft.com/office/drawing/2014/main" id="{1B2732E8-FFCF-CCBA-8835-5C06D19ABE01}"/>
                </a:ext>
              </a:extLst>
            </p:cNvPr>
            <p:cNvPicPr>
              <a:picLocks noChangeAspect="1"/>
            </p:cNvPicPr>
            <p:nvPr/>
          </p:nvPicPr>
          <p:blipFill>
            <a:blip r:embed="rId111">
              <a:extLst>
                <a:ext uri="{28A0092B-C50C-407E-A947-70E740481C1C}">
                  <a14:useLocalDpi xmlns:a14="http://schemas.microsoft.com/office/drawing/2010/main" val="0"/>
                </a:ext>
                <a:ext uri="{96DAC541-7B7A-43D3-8B79-37D633B846F1}">
                  <asvg:svgBlip xmlns:asvg="http://schemas.microsoft.com/office/drawing/2016/SVG/main" r:embed="rId112"/>
                </a:ext>
              </a:extLst>
            </a:blip>
            <a:stretch>
              <a:fillRect/>
            </a:stretch>
          </p:blipFill>
          <p:spPr>
            <a:xfrm>
              <a:off x="11242425" y="5623168"/>
              <a:ext cx="540000" cy="540000"/>
            </a:xfrm>
            <a:prstGeom prst="rect">
              <a:avLst/>
            </a:prstGeom>
          </p:spPr>
        </p:pic>
      </p:grpSp>
    </p:spTree>
    <p:extLst>
      <p:ext uri="{BB962C8B-B14F-4D97-AF65-F5344CB8AC3E}">
        <p14:creationId xmlns:p14="http://schemas.microsoft.com/office/powerpoint/2010/main" val="59853121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FBA7D9CD-FAE9-DABB-9A87-104023E0156C}"/>
              </a:ext>
            </a:extLst>
          </p:cNvPr>
          <p:cNvSpPr>
            <a:spLocks noGrp="1"/>
          </p:cNvSpPr>
          <p:nvPr>
            <p:ph type="dt" sz="half" idx="10"/>
          </p:nvPr>
        </p:nvSpPr>
        <p:spPr/>
        <p:txBody>
          <a:bodyPr/>
          <a:lstStyle/>
          <a:p>
            <a:fld id="{84C36561-7190-474D-B756-60483A00F5C2}" type="datetime4">
              <a:rPr lang="de-CH" smtClean="0"/>
              <a:t>8. Februar 2026</a:t>
            </a:fld>
            <a:endParaRPr lang="de-CH" dirty="0"/>
          </a:p>
        </p:txBody>
      </p:sp>
      <p:sp>
        <p:nvSpPr>
          <p:cNvPr id="3" name="Fußzeilenplatzhalter 2">
            <a:extLst>
              <a:ext uri="{FF2B5EF4-FFF2-40B4-BE49-F238E27FC236}">
                <a16:creationId xmlns:a16="http://schemas.microsoft.com/office/drawing/2014/main" id="{BA13293A-5DEA-B8FE-4445-E787C0DEDEE1}"/>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4" name="Foliennummernplatzhalter 3">
            <a:extLst>
              <a:ext uri="{FF2B5EF4-FFF2-40B4-BE49-F238E27FC236}">
                <a16:creationId xmlns:a16="http://schemas.microsoft.com/office/drawing/2014/main" id="{A28B5E0B-C3AB-D454-C050-B4C73701676E}"/>
              </a:ext>
            </a:extLst>
          </p:cNvPr>
          <p:cNvSpPr>
            <a:spLocks noGrp="1"/>
          </p:cNvSpPr>
          <p:nvPr>
            <p:ph type="sldNum" sz="quarter" idx="12"/>
          </p:nvPr>
        </p:nvSpPr>
        <p:spPr/>
        <p:txBody>
          <a:bodyPr/>
          <a:lstStyle/>
          <a:p>
            <a:fld id="{442AD375-037F-43D0-B059-5172DA06796A}" type="slidenum">
              <a:rPr lang="de-CH" smtClean="0"/>
              <a:pPr/>
              <a:t>90</a:t>
            </a:fld>
            <a:endParaRPr lang="de-CH" dirty="0"/>
          </a:p>
        </p:txBody>
      </p:sp>
      <p:sp>
        <p:nvSpPr>
          <p:cNvPr id="5" name="Titel 4">
            <a:extLst>
              <a:ext uri="{FF2B5EF4-FFF2-40B4-BE49-F238E27FC236}">
                <a16:creationId xmlns:a16="http://schemas.microsoft.com/office/drawing/2014/main" id="{6BF08A90-EA80-AEFD-8ACD-B11E74F85B88}"/>
              </a:ext>
            </a:extLst>
          </p:cNvPr>
          <p:cNvSpPr>
            <a:spLocks noGrp="1"/>
          </p:cNvSpPr>
          <p:nvPr>
            <p:ph type="title"/>
          </p:nvPr>
        </p:nvSpPr>
        <p:spPr/>
        <p:txBody>
          <a:bodyPr/>
          <a:lstStyle/>
          <a:p>
            <a:r>
              <a:rPr lang="de-CH" dirty="0"/>
              <a:t>Piktogramme</a:t>
            </a:r>
          </a:p>
        </p:txBody>
      </p:sp>
      <p:grpSp>
        <p:nvGrpSpPr>
          <p:cNvPr id="66" name="Gruppieren 65">
            <a:extLst>
              <a:ext uri="{FF2B5EF4-FFF2-40B4-BE49-F238E27FC236}">
                <a16:creationId xmlns:a16="http://schemas.microsoft.com/office/drawing/2014/main" id="{7B62115B-8109-34F5-DCCD-971EA36E1B17}"/>
              </a:ext>
            </a:extLst>
          </p:cNvPr>
          <p:cNvGrpSpPr>
            <a:grpSpLocks noChangeAspect="1"/>
          </p:cNvGrpSpPr>
          <p:nvPr/>
        </p:nvGrpSpPr>
        <p:grpSpPr>
          <a:xfrm>
            <a:off x="310237" y="1178824"/>
            <a:ext cx="792000" cy="792000"/>
            <a:chOff x="310237" y="1178824"/>
            <a:chExt cx="792000" cy="792000"/>
          </a:xfrm>
        </p:grpSpPr>
        <p:sp>
          <p:nvSpPr>
            <p:cNvPr id="7" name="Ellipse 6">
              <a:extLst>
                <a:ext uri="{FF2B5EF4-FFF2-40B4-BE49-F238E27FC236}">
                  <a16:creationId xmlns:a16="http://schemas.microsoft.com/office/drawing/2014/main" id="{88064817-94F2-94D1-C29D-0A443A60972D}"/>
                </a:ext>
              </a:extLst>
            </p:cNvPr>
            <p:cNvSpPr>
              <a:spLocks noChangeAspect="1"/>
            </p:cNvSpPr>
            <p:nvPr/>
          </p:nvSpPr>
          <p:spPr>
            <a:xfrm>
              <a:off x="310237" y="1178824"/>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39" name="Grafik 38">
              <a:extLst>
                <a:ext uri="{FF2B5EF4-FFF2-40B4-BE49-F238E27FC236}">
                  <a16:creationId xmlns:a16="http://schemas.microsoft.com/office/drawing/2014/main" id="{67B812D9-A471-8842-B44B-2F367F1EF66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36237" y="1304824"/>
              <a:ext cx="540000" cy="540000"/>
            </a:xfrm>
            <a:prstGeom prst="rect">
              <a:avLst/>
            </a:prstGeom>
          </p:spPr>
        </p:pic>
      </p:grpSp>
      <p:grpSp>
        <p:nvGrpSpPr>
          <p:cNvPr id="68" name="Gruppieren 67">
            <a:extLst>
              <a:ext uri="{FF2B5EF4-FFF2-40B4-BE49-F238E27FC236}">
                <a16:creationId xmlns:a16="http://schemas.microsoft.com/office/drawing/2014/main" id="{8694C8D4-EBC2-DC4C-0BBC-8047D8F6ED3A}"/>
              </a:ext>
            </a:extLst>
          </p:cNvPr>
          <p:cNvGrpSpPr>
            <a:grpSpLocks noChangeAspect="1"/>
          </p:cNvGrpSpPr>
          <p:nvPr/>
        </p:nvGrpSpPr>
        <p:grpSpPr>
          <a:xfrm>
            <a:off x="1390512" y="1178824"/>
            <a:ext cx="792000" cy="792000"/>
            <a:chOff x="1390512" y="1178824"/>
            <a:chExt cx="792000" cy="792000"/>
          </a:xfrm>
        </p:grpSpPr>
        <p:sp>
          <p:nvSpPr>
            <p:cNvPr id="8" name="Ellipse 7">
              <a:extLst>
                <a:ext uri="{FF2B5EF4-FFF2-40B4-BE49-F238E27FC236}">
                  <a16:creationId xmlns:a16="http://schemas.microsoft.com/office/drawing/2014/main" id="{A46424F0-AE0F-5DBE-2364-99048FBDEBAD}"/>
                </a:ext>
              </a:extLst>
            </p:cNvPr>
            <p:cNvSpPr>
              <a:spLocks noChangeAspect="1"/>
            </p:cNvSpPr>
            <p:nvPr/>
          </p:nvSpPr>
          <p:spPr>
            <a:xfrm>
              <a:off x="1390512" y="1178824"/>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51" name="Grafik 50">
              <a:extLst>
                <a:ext uri="{FF2B5EF4-FFF2-40B4-BE49-F238E27FC236}">
                  <a16:creationId xmlns:a16="http://schemas.microsoft.com/office/drawing/2014/main" id="{2A2E5144-D913-5810-AD45-9983598B0C8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516856" y="1304824"/>
              <a:ext cx="540000" cy="540000"/>
            </a:xfrm>
            <a:prstGeom prst="rect">
              <a:avLst/>
            </a:prstGeom>
          </p:spPr>
        </p:pic>
      </p:grpSp>
      <p:grpSp>
        <p:nvGrpSpPr>
          <p:cNvPr id="69" name="Gruppieren 68">
            <a:extLst>
              <a:ext uri="{FF2B5EF4-FFF2-40B4-BE49-F238E27FC236}">
                <a16:creationId xmlns:a16="http://schemas.microsoft.com/office/drawing/2014/main" id="{89FD4164-E2C1-73E1-C06E-DF3F18395767}"/>
              </a:ext>
            </a:extLst>
          </p:cNvPr>
          <p:cNvGrpSpPr>
            <a:grpSpLocks noChangeAspect="1"/>
          </p:cNvGrpSpPr>
          <p:nvPr/>
        </p:nvGrpSpPr>
        <p:grpSpPr>
          <a:xfrm>
            <a:off x="2470787" y="1178824"/>
            <a:ext cx="792000" cy="792000"/>
            <a:chOff x="2470787" y="1178824"/>
            <a:chExt cx="792000" cy="792000"/>
          </a:xfrm>
        </p:grpSpPr>
        <p:sp>
          <p:nvSpPr>
            <p:cNvPr id="9" name="Ellipse 8">
              <a:extLst>
                <a:ext uri="{FF2B5EF4-FFF2-40B4-BE49-F238E27FC236}">
                  <a16:creationId xmlns:a16="http://schemas.microsoft.com/office/drawing/2014/main" id="{38EBEC12-63F2-7C92-CF98-C44F21495793}"/>
                </a:ext>
              </a:extLst>
            </p:cNvPr>
            <p:cNvSpPr>
              <a:spLocks noChangeAspect="1"/>
            </p:cNvSpPr>
            <p:nvPr/>
          </p:nvSpPr>
          <p:spPr>
            <a:xfrm>
              <a:off x="2470787" y="1178824"/>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59" name="Grafik 58">
              <a:extLst>
                <a:ext uri="{FF2B5EF4-FFF2-40B4-BE49-F238E27FC236}">
                  <a16:creationId xmlns:a16="http://schemas.microsoft.com/office/drawing/2014/main" id="{814369E3-1DB6-EAA3-2F74-5B0798581DA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2597475" y="1304824"/>
              <a:ext cx="540000" cy="540000"/>
            </a:xfrm>
            <a:prstGeom prst="rect">
              <a:avLst/>
            </a:prstGeom>
          </p:spPr>
        </p:pic>
      </p:grpSp>
      <p:grpSp>
        <p:nvGrpSpPr>
          <p:cNvPr id="70" name="Gruppieren 69">
            <a:extLst>
              <a:ext uri="{FF2B5EF4-FFF2-40B4-BE49-F238E27FC236}">
                <a16:creationId xmlns:a16="http://schemas.microsoft.com/office/drawing/2014/main" id="{35887EE9-1705-A0A2-9B3D-0375BF1FFC5A}"/>
              </a:ext>
            </a:extLst>
          </p:cNvPr>
          <p:cNvGrpSpPr>
            <a:grpSpLocks noChangeAspect="1"/>
          </p:cNvGrpSpPr>
          <p:nvPr/>
        </p:nvGrpSpPr>
        <p:grpSpPr>
          <a:xfrm>
            <a:off x="3551062" y="1178824"/>
            <a:ext cx="792000" cy="792000"/>
            <a:chOff x="3551062" y="1178824"/>
            <a:chExt cx="792000" cy="792000"/>
          </a:xfrm>
        </p:grpSpPr>
        <p:sp>
          <p:nvSpPr>
            <p:cNvPr id="10" name="Ellipse 9">
              <a:extLst>
                <a:ext uri="{FF2B5EF4-FFF2-40B4-BE49-F238E27FC236}">
                  <a16:creationId xmlns:a16="http://schemas.microsoft.com/office/drawing/2014/main" id="{D3A75715-E4A8-300E-B881-E9C132B32D31}"/>
                </a:ext>
              </a:extLst>
            </p:cNvPr>
            <p:cNvSpPr>
              <a:spLocks noChangeAspect="1"/>
            </p:cNvSpPr>
            <p:nvPr/>
          </p:nvSpPr>
          <p:spPr>
            <a:xfrm>
              <a:off x="3551062" y="1178824"/>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67" name="Grafik 66">
              <a:extLst>
                <a:ext uri="{FF2B5EF4-FFF2-40B4-BE49-F238E27FC236}">
                  <a16:creationId xmlns:a16="http://schemas.microsoft.com/office/drawing/2014/main" id="{F9DB0336-52BC-595A-853E-FBBBEE0C75D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3678094" y="1304824"/>
              <a:ext cx="540000" cy="540000"/>
            </a:xfrm>
            <a:prstGeom prst="rect">
              <a:avLst/>
            </a:prstGeom>
          </p:spPr>
        </p:pic>
      </p:grpSp>
      <p:grpSp>
        <p:nvGrpSpPr>
          <p:cNvPr id="71" name="Gruppieren 70">
            <a:extLst>
              <a:ext uri="{FF2B5EF4-FFF2-40B4-BE49-F238E27FC236}">
                <a16:creationId xmlns:a16="http://schemas.microsoft.com/office/drawing/2014/main" id="{A2456CCC-01B0-9C54-91D9-145D7E1F6DB0}"/>
              </a:ext>
            </a:extLst>
          </p:cNvPr>
          <p:cNvGrpSpPr>
            <a:grpSpLocks noChangeAspect="1"/>
          </p:cNvGrpSpPr>
          <p:nvPr/>
        </p:nvGrpSpPr>
        <p:grpSpPr>
          <a:xfrm>
            <a:off x="4631337" y="1178824"/>
            <a:ext cx="792000" cy="792000"/>
            <a:chOff x="4631337" y="1178824"/>
            <a:chExt cx="792000" cy="792000"/>
          </a:xfrm>
        </p:grpSpPr>
        <p:sp>
          <p:nvSpPr>
            <p:cNvPr id="11" name="Ellipse 10">
              <a:extLst>
                <a:ext uri="{FF2B5EF4-FFF2-40B4-BE49-F238E27FC236}">
                  <a16:creationId xmlns:a16="http://schemas.microsoft.com/office/drawing/2014/main" id="{D968BC9D-EA06-045E-1918-2CB9C473D6EE}"/>
                </a:ext>
              </a:extLst>
            </p:cNvPr>
            <p:cNvSpPr>
              <a:spLocks noChangeAspect="1"/>
            </p:cNvSpPr>
            <p:nvPr/>
          </p:nvSpPr>
          <p:spPr>
            <a:xfrm>
              <a:off x="4631337" y="1178824"/>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75" name="Grafik 74">
              <a:extLst>
                <a:ext uri="{FF2B5EF4-FFF2-40B4-BE49-F238E27FC236}">
                  <a16:creationId xmlns:a16="http://schemas.microsoft.com/office/drawing/2014/main" id="{783A9385-9695-2CE1-C74F-A092303DE1F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4758713" y="1304824"/>
              <a:ext cx="540000" cy="540000"/>
            </a:xfrm>
            <a:prstGeom prst="rect">
              <a:avLst/>
            </a:prstGeom>
          </p:spPr>
        </p:pic>
      </p:grpSp>
      <p:grpSp>
        <p:nvGrpSpPr>
          <p:cNvPr id="72" name="Gruppieren 71">
            <a:extLst>
              <a:ext uri="{FF2B5EF4-FFF2-40B4-BE49-F238E27FC236}">
                <a16:creationId xmlns:a16="http://schemas.microsoft.com/office/drawing/2014/main" id="{BDA0CB61-8DD9-A926-14C3-CB8C32F58445}"/>
              </a:ext>
            </a:extLst>
          </p:cNvPr>
          <p:cNvGrpSpPr>
            <a:grpSpLocks noChangeAspect="1"/>
          </p:cNvGrpSpPr>
          <p:nvPr/>
        </p:nvGrpSpPr>
        <p:grpSpPr>
          <a:xfrm>
            <a:off x="5711612" y="1178824"/>
            <a:ext cx="792000" cy="792000"/>
            <a:chOff x="5711612" y="1178824"/>
            <a:chExt cx="792000" cy="792000"/>
          </a:xfrm>
        </p:grpSpPr>
        <p:sp>
          <p:nvSpPr>
            <p:cNvPr id="12" name="Ellipse 11">
              <a:extLst>
                <a:ext uri="{FF2B5EF4-FFF2-40B4-BE49-F238E27FC236}">
                  <a16:creationId xmlns:a16="http://schemas.microsoft.com/office/drawing/2014/main" id="{4611C13D-2A6A-C2D3-6967-9CEA932BC12D}"/>
                </a:ext>
              </a:extLst>
            </p:cNvPr>
            <p:cNvSpPr>
              <a:spLocks noChangeAspect="1"/>
            </p:cNvSpPr>
            <p:nvPr/>
          </p:nvSpPr>
          <p:spPr>
            <a:xfrm>
              <a:off x="5711612" y="1178824"/>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83" name="Grafik 82">
              <a:extLst>
                <a:ext uri="{FF2B5EF4-FFF2-40B4-BE49-F238E27FC236}">
                  <a16:creationId xmlns:a16="http://schemas.microsoft.com/office/drawing/2014/main" id="{B86CCE71-1604-145C-CD87-7B7D97B89887}"/>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a:stretch/>
          </p:blipFill>
          <p:spPr>
            <a:xfrm>
              <a:off x="5839332" y="1304824"/>
              <a:ext cx="540000" cy="540000"/>
            </a:xfrm>
            <a:prstGeom prst="rect">
              <a:avLst/>
            </a:prstGeom>
          </p:spPr>
        </p:pic>
      </p:grpSp>
      <p:grpSp>
        <p:nvGrpSpPr>
          <p:cNvPr id="73" name="Gruppieren 72">
            <a:extLst>
              <a:ext uri="{FF2B5EF4-FFF2-40B4-BE49-F238E27FC236}">
                <a16:creationId xmlns:a16="http://schemas.microsoft.com/office/drawing/2014/main" id="{A0643445-2D18-75EA-93E0-00AE312FD07F}"/>
              </a:ext>
            </a:extLst>
          </p:cNvPr>
          <p:cNvGrpSpPr>
            <a:grpSpLocks noChangeAspect="1"/>
          </p:cNvGrpSpPr>
          <p:nvPr/>
        </p:nvGrpSpPr>
        <p:grpSpPr>
          <a:xfrm>
            <a:off x="6791887" y="1178824"/>
            <a:ext cx="792000" cy="792000"/>
            <a:chOff x="6791887" y="1178824"/>
            <a:chExt cx="792000" cy="792000"/>
          </a:xfrm>
        </p:grpSpPr>
        <p:sp>
          <p:nvSpPr>
            <p:cNvPr id="13" name="Ellipse 12">
              <a:extLst>
                <a:ext uri="{FF2B5EF4-FFF2-40B4-BE49-F238E27FC236}">
                  <a16:creationId xmlns:a16="http://schemas.microsoft.com/office/drawing/2014/main" id="{74DEEA47-D764-AA6F-4EF1-2135B6A4B7FA}"/>
                </a:ext>
              </a:extLst>
            </p:cNvPr>
            <p:cNvSpPr>
              <a:spLocks noChangeAspect="1"/>
            </p:cNvSpPr>
            <p:nvPr/>
          </p:nvSpPr>
          <p:spPr>
            <a:xfrm>
              <a:off x="6791887" y="1178824"/>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10" name="Grafik 109">
              <a:extLst>
                <a:ext uri="{FF2B5EF4-FFF2-40B4-BE49-F238E27FC236}">
                  <a16:creationId xmlns:a16="http://schemas.microsoft.com/office/drawing/2014/main" id="{E6C68445-1429-8A5A-13CB-5B1D8FCDA4B4}"/>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p:blipFill>
          <p:spPr>
            <a:xfrm>
              <a:off x="6919951" y="1304824"/>
              <a:ext cx="540000" cy="540000"/>
            </a:xfrm>
            <a:prstGeom prst="rect">
              <a:avLst/>
            </a:prstGeom>
          </p:spPr>
        </p:pic>
      </p:grpSp>
      <p:grpSp>
        <p:nvGrpSpPr>
          <p:cNvPr id="74" name="Gruppieren 73">
            <a:extLst>
              <a:ext uri="{FF2B5EF4-FFF2-40B4-BE49-F238E27FC236}">
                <a16:creationId xmlns:a16="http://schemas.microsoft.com/office/drawing/2014/main" id="{00D872B1-5666-7BE5-E630-BB23B7729793}"/>
              </a:ext>
            </a:extLst>
          </p:cNvPr>
          <p:cNvGrpSpPr>
            <a:grpSpLocks noChangeAspect="1"/>
          </p:cNvGrpSpPr>
          <p:nvPr/>
        </p:nvGrpSpPr>
        <p:grpSpPr>
          <a:xfrm>
            <a:off x="7872162" y="1178824"/>
            <a:ext cx="792000" cy="792000"/>
            <a:chOff x="7872162" y="1178824"/>
            <a:chExt cx="792000" cy="792000"/>
          </a:xfrm>
        </p:grpSpPr>
        <p:sp>
          <p:nvSpPr>
            <p:cNvPr id="14" name="Ellipse 13">
              <a:extLst>
                <a:ext uri="{FF2B5EF4-FFF2-40B4-BE49-F238E27FC236}">
                  <a16:creationId xmlns:a16="http://schemas.microsoft.com/office/drawing/2014/main" id="{51E00485-BE7E-F253-255D-A618A546EDC4}"/>
                </a:ext>
              </a:extLst>
            </p:cNvPr>
            <p:cNvSpPr>
              <a:spLocks noChangeAspect="1"/>
            </p:cNvSpPr>
            <p:nvPr/>
          </p:nvSpPr>
          <p:spPr>
            <a:xfrm>
              <a:off x="7872162" y="1178824"/>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34" name="Grafik 133">
              <a:extLst>
                <a:ext uri="{FF2B5EF4-FFF2-40B4-BE49-F238E27FC236}">
                  <a16:creationId xmlns:a16="http://schemas.microsoft.com/office/drawing/2014/main" id="{306100F7-5B6E-C931-FB42-1789EAB20551}"/>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a:stretch/>
          </p:blipFill>
          <p:spPr>
            <a:xfrm>
              <a:off x="8000570" y="1304824"/>
              <a:ext cx="540000" cy="540000"/>
            </a:xfrm>
            <a:prstGeom prst="rect">
              <a:avLst/>
            </a:prstGeom>
          </p:spPr>
        </p:pic>
      </p:grpSp>
      <p:grpSp>
        <p:nvGrpSpPr>
          <p:cNvPr id="76" name="Gruppieren 75">
            <a:extLst>
              <a:ext uri="{FF2B5EF4-FFF2-40B4-BE49-F238E27FC236}">
                <a16:creationId xmlns:a16="http://schemas.microsoft.com/office/drawing/2014/main" id="{4AF6C4B5-4943-1123-5ADD-B9872FAA1BDC}"/>
              </a:ext>
            </a:extLst>
          </p:cNvPr>
          <p:cNvGrpSpPr>
            <a:grpSpLocks noChangeAspect="1"/>
          </p:cNvGrpSpPr>
          <p:nvPr/>
        </p:nvGrpSpPr>
        <p:grpSpPr>
          <a:xfrm>
            <a:off x="8952437" y="1178824"/>
            <a:ext cx="792000" cy="792000"/>
            <a:chOff x="8952437" y="1178824"/>
            <a:chExt cx="792000" cy="792000"/>
          </a:xfrm>
        </p:grpSpPr>
        <p:sp>
          <p:nvSpPr>
            <p:cNvPr id="15" name="Ellipse 14">
              <a:extLst>
                <a:ext uri="{FF2B5EF4-FFF2-40B4-BE49-F238E27FC236}">
                  <a16:creationId xmlns:a16="http://schemas.microsoft.com/office/drawing/2014/main" id="{1120FA74-EC46-B6C8-9681-AA87C398BF64}"/>
                </a:ext>
              </a:extLst>
            </p:cNvPr>
            <p:cNvSpPr>
              <a:spLocks noChangeAspect="1"/>
            </p:cNvSpPr>
            <p:nvPr/>
          </p:nvSpPr>
          <p:spPr>
            <a:xfrm>
              <a:off x="8952437" y="1178824"/>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36" name="Grafik 135">
              <a:extLst>
                <a:ext uri="{FF2B5EF4-FFF2-40B4-BE49-F238E27FC236}">
                  <a16:creationId xmlns:a16="http://schemas.microsoft.com/office/drawing/2014/main" id="{33D4C38A-3989-B5D6-7647-C85C584B87AF}"/>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a:stretch/>
          </p:blipFill>
          <p:spPr>
            <a:xfrm>
              <a:off x="9081189" y="1304824"/>
              <a:ext cx="540000" cy="540000"/>
            </a:xfrm>
            <a:prstGeom prst="rect">
              <a:avLst/>
            </a:prstGeom>
          </p:spPr>
        </p:pic>
      </p:grpSp>
      <p:grpSp>
        <p:nvGrpSpPr>
          <p:cNvPr id="77" name="Gruppieren 76">
            <a:extLst>
              <a:ext uri="{FF2B5EF4-FFF2-40B4-BE49-F238E27FC236}">
                <a16:creationId xmlns:a16="http://schemas.microsoft.com/office/drawing/2014/main" id="{C4F71D49-FDA0-1925-E395-C3DDB25D3574}"/>
              </a:ext>
            </a:extLst>
          </p:cNvPr>
          <p:cNvGrpSpPr>
            <a:grpSpLocks noChangeAspect="1"/>
          </p:cNvGrpSpPr>
          <p:nvPr/>
        </p:nvGrpSpPr>
        <p:grpSpPr>
          <a:xfrm>
            <a:off x="10032712" y="1178824"/>
            <a:ext cx="792000" cy="792000"/>
            <a:chOff x="10032712" y="1178824"/>
            <a:chExt cx="792000" cy="792000"/>
          </a:xfrm>
        </p:grpSpPr>
        <p:sp>
          <p:nvSpPr>
            <p:cNvPr id="16" name="Ellipse 15">
              <a:extLst>
                <a:ext uri="{FF2B5EF4-FFF2-40B4-BE49-F238E27FC236}">
                  <a16:creationId xmlns:a16="http://schemas.microsoft.com/office/drawing/2014/main" id="{FFF04AED-C99F-732B-ED64-CA2148CACF73}"/>
                </a:ext>
              </a:extLst>
            </p:cNvPr>
            <p:cNvSpPr>
              <a:spLocks noChangeAspect="1"/>
            </p:cNvSpPr>
            <p:nvPr/>
          </p:nvSpPr>
          <p:spPr>
            <a:xfrm>
              <a:off x="10032712" y="1178824"/>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38" name="Grafik 137">
              <a:extLst>
                <a:ext uri="{FF2B5EF4-FFF2-40B4-BE49-F238E27FC236}">
                  <a16:creationId xmlns:a16="http://schemas.microsoft.com/office/drawing/2014/main" id="{E00DA15E-091B-BFEC-AF7B-A9D6C2D45A2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rcRect/>
            <a:stretch/>
          </p:blipFill>
          <p:spPr>
            <a:xfrm>
              <a:off x="10161808" y="1304824"/>
              <a:ext cx="540000" cy="540000"/>
            </a:xfrm>
            <a:prstGeom prst="rect">
              <a:avLst/>
            </a:prstGeom>
          </p:spPr>
        </p:pic>
      </p:grpSp>
      <p:grpSp>
        <p:nvGrpSpPr>
          <p:cNvPr id="78" name="Gruppieren 77">
            <a:extLst>
              <a:ext uri="{FF2B5EF4-FFF2-40B4-BE49-F238E27FC236}">
                <a16:creationId xmlns:a16="http://schemas.microsoft.com/office/drawing/2014/main" id="{38A450B1-CDFC-5816-2ECC-E6B8D04577F2}"/>
              </a:ext>
            </a:extLst>
          </p:cNvPr>
          <p:cNvGrpSpPr>
            <a:grpSpLocks noChangeAspect="1"/>
          </p:cNvGrpSpPr>
          <p:nvPr/>
        </p:nvGrpSpPr>
        <p:grpSpPr>
          <a:xfrm>
            <a:off x="11112985" y="1178824"/>
            <a:ext cx="792000" cy="792000"/>
            <a:chOff x="11112985" y="1178824"/>
            <a:chExt cx="792000" cy="792000"/>
          </a:xfrm>
        </p:grpSpPr>
        <p:sp>
          <p:nvSpPr>
            <p:cNvPr id="17" name="Ellipse 16">
              <a:extLst>
                <a:ext uri="{FF2B5EF4-FFF2-40B4-BE49-F238E27FC236}">
                  <a16:creationId xmlns:a16="http://schemas.microsoft.com/office/drawing/2014/main" id="{895F3073-42C1-34C9-EFD5-15409F7B07CF}"/>
                </a:ext>
              </a:extLst>
            </p:cNvPr>
            <p:cNvSpPr>
              <a:spLocks noChangeAspect="1"/>
            </p:cNvSpPr>
            <p:nvPr/>
          </p:nvSpPr>
          <p:spPr>
            <a:xfrm>
              <a:off x="11112985" y="1178824"/>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40" name="Grafik 139">
              <a:extLst>
                <a:ext uri="{FF2B5EF4-FFF2-40B4-BE49-F238E27FC236}">
                  <a16:creationId xmlns:a16="http://schemas.microsoft.com/office/drawing/2014/main" id="{80084DCC-BCE8-7D43-6194-E6428799AE13}"/>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rcRect/>
            <a:stretch/>
          </p:blipFill>
          <p:spPr>
            <a:xfrm>
              <a:off x="11242425" y="1304824"/>
              <a:ext cx="540000" cy="540000"/>
            </a:xfrm>
            <a:prstGeom prst="rect">
              <a:avLst/>
            </a:prstGeom>
          </p:spPr>
        </p:pic>
      </p:grpSp>
      <p:grpSp>
        <p:nvGrpSpPr>
          <p:cNvPr id="90" name="Gruppieren 89">
            <a:extLst>
              <a:ext uri="{FF2B5EF4-FFF2-40B4-BE49-F238E27FC236}">
                <a16:creationId xmlns:a16="http://schemas.microsoft.com/office/drawing/2014/main" id="{376B0053-95C3-0BE2-34FD-6D37123EE8D6}"/>
              </a:ext>
            </a:extLst>
          </p:cNvPr>
          <p:cNvGrpSpPr>
            <a:grpSpLocks noChangeAspect="1"/>
          </p:cNvGrpSpPr>
          <p:nvPr/>
        </p:nvGrpSpPr>
        <p:grpSpPr>
          <a:xfrm>
            <a:off x="310237" y="2258410"/>
            <a:ext cx="792000" cy="792000"/>
            <a:chOff x="310237" y="2258410"/>
            <a:chExt cx="792000" cy="792000"/>
          </a:xfrm>
        </p:grpSpPr>
        <p:sp>
          <p:nvSpPr>
            <p:cNvPr id="18" name="Ellipse 17">
              <a:extLst>
                <a:ext uri="{FF2B5EF4-FFF2-40B4-BE49-F238E27FC236}">
                  <a16:creationId xmlns:a16="http://schemas.microsoft.com/office/drawing/2014/main" id="{D54DA8D4-0792-BA1D-DEFF-EEC64AE79071}"/>
                </a:ext>
              </a:extLst>
            </p:cNvPr>
            <p:cNvSpPr>
              <a:spLocks noChangeAspect="1"/>
            </p:cNvSpPr>
            <p:nvPr/>
          </p:nvSpPr>
          <p:spPr>
            <a:xfrm>
              <a:off x="310237" y="2258410"/>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43" name="Grafik 142">
              <a:extLst>
                <a:ext uri="{FF2B5EF4-FFF2-40B4-BE49-F238E27FC236}">
                  <a16:creationId xmlns:a16="http://schemas.microsoft.com/office/drawing/2014/main" id="{853C4A51-3872-5C7C-4F3A-2253DAE2A5B7}"/>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rcRect/>
            <a:stretch/>
          </p:blipFill>
          <p:spPr>
            <a:xfrm>
              <a:off x="436237" y="2384410"/>
              <a:ext cx="540000" cy="540000"/>
            </a:xfrm>
            <a:prstGeom prst="rect">
              <a:avLst/>
            </a:prstGeom>
          </p:spPr>
        </p:pic>
      </p:grpSp>
      <p:grpSp>
        <p:nvGrpSpPr>
          <p:cNvPr id="89" name="Gruppieren 88">
            <a:extLst>
              <a:ext uri="{FF2B5EF4-FFF2-40B4-BE49-F238E27FC236}">
                <a16:creationId xmlns:a16="http://schemas.microsoft.com/office/drawing/2014/main" id="{34785CD1-061A-2767-0008-866DD1488300}"/>
              </a:ext>
            </a:extLst>
          </p:cNvPr>
          <p:cNvGrpSpPr>
            <a:grpSpLocks noChangeAspect="1"/>
          </p:cNvGrpSpPr>
          <p:nvPr/>
        </p:nvGrpSpPr>
        <p:grpSpPr>
          <a:xfrm>
            <a:off x="1390512" y="2258410"/>
            <a:ext cx="792000" cy="792000"/>
            <a:chOff x="1390512" y="2258410"/>
            <a:chExt cx="792000" cy="792000"/>
          </a:xfrm>
        </p:grpSpPr>
        <p:sp>
          <p:nvSpPr>
            <p:cNvPr id="19" name="Ellipse 18">
              <a:extLst>
                <a:ext uri="{FF2B5EF4-FFF2-40B4-BE49-F238E27FC236}">
                  <a16:creationId xmlns:a16="http://schemas.microsoft.com/office/drawing/2014/main" id="{60280368-3BB5-C2D5-BF28-77918877C9CD}"/>
                </a:ext>
              </a:extLst>
            </p:cNvPr>
            <p:cNvSpPr>
              <a:spLocks noChangeAspect="1"/>
            </p:cNvSpPr>
            <p:nvPr/>
          </p:nvSpPr>
          <p:spPr>
            <a:xfrm>
              <a:off x="1390512" y="2258410"/>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45" name="Grafik 144">
              <a:extLst>
                <a:ext uri="{FF2B5EF4-FFF2-40B4-BE49-F238E27FC236}">
                  <a16:creationId xmlns:a16="http://schemas.microsoft.com/office/drawing/2014/main" id="{D831190C-6D05-1D1F-053E-E44D452E4673}"/>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rcRect/>
            <a:stretch/>
          </p:blipFill>
          <p:spPr>
            <a:xfrm>
              <a:off x="1516856" y="2384410"/>
              <a:ext cx="540000" cy="540000"/>
            </a:xfrm>
            <a:prstGeom prst="rect">
              <a:avLst/>
            </a:prstGeom>
          </p:spPr>
        </p:pic>
      </p:grpSp>
      <p:grpSp>
        <p:nvGrpSpPr>
          <p:cNvPr id="88" name="Gruppieren 87">
            <a:extLst>
              <a:ext uri="{FF2B5EF4-FFF2-40B4-BE49-F238E27FC236}">
                <a16:creationId xmlns:a16="http://schemas.microsoft.com/office/drawing/2014/main" id="{72C2C464-3CB8-DA3C-026C-B0ED997AC4D4}"/>
              </a:ext>
            </a:extLst>
          </p:cNvPr>
          <p:cNvGrpSpPr>
            <a:grpSpLocks noChangeAspect="1"/>
          </p:cNvGrpSpPr>
          <p:nvPr/>
        </p:nvGrpSpPr>
        <p:grpSpPr>
          <a:xfrm>
            <a:off x="2470787" y="2258410"/>
            <a:ext cx="792000" cy="792000"/>
            <a:chOff x="2470787" y="2258410"/>
            <a:chExt cx="792000" cy="792000"/>
          </a:xfrm>
        </p:grpSpPr>
        <p:sp>
          <p:nvSpPr>
            <p:cNvPr id="20" name="Ellipse 19">
              <a:extLst>
                <a:ext uri="{FF2B5EF4-FFF2-40B4-BE49-F238E27FC236}">
                  <a16:creationId xmlns:a16="http://schemas.microsoft.com/office/drawing/2014/main" id="{4E52E654-2427-10F6-A92F-0B881C274631}"/>
                </a:ext>
              </a:extLst>
            </p:cNvPr>
            <p:cNvSpPr>
              <a:spLocks noChangeAspect="1"/>
            </p:cNvSpPr>
            <p:nvPr/>
          </p:nvSpPr>
          <p:spPr>
            <a:xfrm>
              <a:off x="2470787" y="2258410"/>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47" name="Grafik 146">
              <a:extLst>
                <a:ext uri="{FF2B5EF4-FFF2-40B4-BE49-F238E27FC236}">
                  <a16:creationId xmlns:a16="http://schemas.microsoft.com/office/drawing/2014/main" id="{801A982F-8E7D-3669-BBAC-7A8D057964B9}"/>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rcRect/>
            <a:stretch/>
          </p:blipFill>
          <p:spPr>
            <a:xfrm>
              <a:off x="2597475" y="2384410"/>
              <a:ext cx="540000" cy="540000"/>
            </a:xfrm>
            <a:prstGeom prst="rect">
              <a:avLst/>
            </a:prstGeom>
          </p:spPr>
        </p:pic>
      </p:grpSp>
      <p:grpSp>
        <p:nvGrpSpPr>
          <p:cNvPr id="87" name="Gruppieren 86">
            <a:extLst>
              <a:ext uri="{FF2B5EF4-FFF2-40B4-BE49-F238E27FC236}">
                <a16:creationId xmlns:a16="http://schemas.microsoft.com/office/drawing/2014/main" id="{6A9F78A0-37A1-72B7-37A4-CCD38EFB3082}"/>
              </a:ext>
            </a:extLst>
          </p:cNvPr>
          <p:cNvGrpSpPr>
            <a:grpSpLocks noChangeAspect="1"/>
          </p:cNvGrpSpPr>
          <p:nvPr/>
        </p:nvGrpSpPr>
        <p:grpSpPr>
          <a:xfrm>
            <a:off x="3551062" y="2258410"/>
            <a:ext cx="792000" cy="792000"/>
            <a:chOff x="3551062" y="2258410"/>
            <a:chExt cx="792000" cy="792000"/>
          </a:xfrm>
        </p:grpSpPr>
        <p:sp>
          <p:nvSpPr>
            <p:cNvPr id="21" name="Ellipse 20">
              <a:extLst>
                <a:ext uri="{FF2B5EF4-FFF2-40B4-BE49-F238E27FC236}">
                  <a16:creationId xmlns:a16="http://schemas.microsoft.com/office/drawing/2014/main" id="{5E97BCC9-5BCE-518D-C5E9-2E91F3369782}"/>
                </a:ext>
              </a:extLst>
            </p:cNvPr>
            <p:cNvSpPr>
              <a:spLocks noChangeAspect="1"/>
            </p:cNvSpPr>
            <p:nvPr/>
          </p:nvSpPr>
          <p:spPr>
            <a:xfrm>
              <a:off x="3551062" y="2258410"/>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49" name="Grafik 148">
              <a:extLst>
                <a:ext uri="{FF2B5EF4-FFF2-40B4-BE49-F238E27FC236}">
                  <a16:creationId xmlns:a16="http://schemas.microsoft.com/office/drawing/2014/main" id="{02F53E10-923C-A38C-6D43-9A49EFDFF8B3}"/>
                </a:ext>
              </a:extLst>
            </p:cNvPr>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rcRect/>
            <a:stretch/>
          </p:blipFill>
          <p:spPr>
            <a:xfrm>
              <a:off x="3678094" y="2384410"/>
              <a:ext cx="540000" cy="540000"/>
            </a:xfrm>
            <a:prstGeom prst="rect">
              <a:avLst/>
            </a:prstGeom>
          </p:spPr>
        </p:pic>
      </p:grpSp>
      <p:grpSp>
        <p:nvGrpSpPr>
          <p:cNvPr id="86" name="Gruppieren 85">
            <a:extLst>
              <a:ext uri="{FF2B5EF4-FFF2-40B4-BE49-F238E27FC236}">
                <a16:creationId xmlns:a16="http://schemas.microsoft.com/office/drawing/2014/main" id="{6C3C537D-D21B-D4E2-9BCB-91D9D16D74F1}"/>
              </a:ext>
            </a:extLst>
          </p:cNvPr>
          <p:cNvGrpSpPr>
            <a:grpSpLocks noChangeAspect="1"/>
          </p:cNvGrpSpPr>
          <p:nvPr/>
        </p:nvGrpSpPr>
        <p:grpSpPr>
          <a:xfrm>
            <a:off x="4631337" y="2258410"/>
            <a:ext cx="792000" cy="792000"/>
            <a:chOff x="4631337" y="2258410"/>
            <a:chExt cx="792000" cy="792000"/>
          </a:xfrm>
        </p:grpSpPr>
        <p:sp>
          <p:nvSpPr>
            <p:cNvPr id="22" name="Ellipse 21">
              <a:extLst>
                <a:ext uri="{FF2B5EF4-FFF2-40B4-BE49-F238E27FC236}">
                  <a16:creationId xmlns:a16="http://schemas.microsoft.com/office/drawing/2014/main" id="{6882B29B-27BA-CDD8-7FA8-76C2C3C85355}"/>
                </a:ext>
              </a:extLst>
            </p:cNvPr>
            <p:cNvSpPr>
              <a:spLocks noChangeAspect="1"/>
            </p:cNvSpPr>
            <p:nvPr/>
          </p:nvSpPr>
          <p:spPr>
            <a:xfrm>
              <a:off x="4631337" y="2258410"/>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51" name="Grafik 150">
              <a:extLst>
                <a:ext uri="{FF2B5EF4-FFF2-40B4-BE49-F238E27FC236}">
                  <a16:creationId xmlns:a16="http://schemas.microsoft.com/office/drawing/2014/main" id="{6AC3666D-9501-2B76-AC01-32E93C3296F6}"/>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rcRect/>
            <a:stretch/>
          </p:blipFill>
          <p:spPr>
            <a:xfrm>
              <a:off x="4758713" y="2384410"/>
              <a:ext cx="540000" cy="540000"/>
            </a:xfrm>
            <a:prstGeom prst="rect">
              <a:avLst/>
            </a:prstGeom>
          </p:spPr>
        </p:pic>
      </p:grpSp>
      <p:grpSp>
        <p:nvGrpSpPr>
          <p:cNvPr id="85" name="Gruppieren 84">
            <a:extLst>
              <a:ext uri="{FF2B5EF4-FFF2-40B4-BE49-F238E27FC236}">
                <a16:creationId xmlns:a16="http://schemas.microsoft.com/office/drawing/2014/main" id="{3953B815-BCC5-2F70-8046-BF45F450798C}"/>
              </a:ext>
            </a:extLst>
          </p:cNvPr>
          <p:cNvGrpSpPr>
            <a:grpSpLocks noChangeAspect="1"/>
          </p:cNvGrpSpPr>
          <p:nvPr/>
        </p:nvGrpSpPr>
        <p:grpSpPr>
          <a:xfrm>
            <a:off x="5711612" y="2258410"/>
            <a:ext cx="792000" cy="792000"/>
            <a:chOff x="5711612" y="2258410"/>
            <a:chExt cx="792000" cy="792000"/>
          </a:xfrm>
        </p:grpSpPr>
        <p:sp>
          <p:nvSpPr>
            <p:cNvPr id="23" name="Ellipse 22">
              <a:extLst>
                <a:ext uri="{FF2B5EF4-FFF2-40B4-BE49-F238E27FC236}">
                  <a16:creationId xmlns:a16="http://schemas.microsoft.com/office/drawing/2014/main" id="{6A71B60C-B740-3055-E335-AAC3E9E63A88}"/>
                </a:ext>
              </a:extLst>
            </p:cNvPr>
            <p:cNvSpPr>
              <a:spLocks noChangeAspect="1"/>
            </p:cNvSpPr>
            <p:nvPr/>
          </p:nvSpPr>
          <p:spPr>
            <a:xfrm>
              <a:off x="5711612" y="2258410"/>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53" name="Grafik 152">
              <a:extLst>
                <a:ext uri="{FF2B5EF4-FFF2-40B4-BE49-F238E27FC236}">
                  <a16:creationId xmlns:a16="http://schemas.microsoft.com/office/drawing/2014/main" id="{1B47A1AD-DFD5-8114-748B-C66D38B0576F}"/>
                </a:ext>
              </a:extLst>
            </p:cNvPr>
            <p:cNvPicPr>
              <a:picLocks noChangeAspect="1"/>
            </p:cNvPicPr>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rcRect/>
            <a:stretch/>
          </p:blipFill>
          <p:spPr>
            <a:xfrm>
              <a:off x="5839332" y="2384410"/>
              <a:ext cx="540000" cy="540000"/>
            </a:xfrm>
            <a:prstGeom prst="rect">
              <a:avLst/>
            </a:prstGeom>
          </p:spPr>
        </p:pic>
      </p:grpSp>
      <p:grpSp>
        <p:nvGrpSpPr>
          <p:cNvPr id="84" name="Gruppieren 83">
            <a:extLst>
              <a:ext uri="{FF2B5EF4-FFF2-40B4-BE49-F238E27FC236}">
                <a16:creationId xmlns:a16="http://schemas.microsoft.com/office/drawing/2014/main" id="{1BD6E5C8-4A4D-5B74-05D8-CE841B3A1E85}"/>
              </a:ext>
            </a:extLst>
          </p:cNvPr>
          <p:cNvGrpSpPr>
            <a:grpSpLocks noChangeAspect="1"/>
          </p:cNvGrpSpPr>
          <p:nvPr/>
        </p:nvGrpSpPr>
        <p:grpSpPr>
          <a:xfrm>
            <a:off x="6791887" y="2258410"/>
            <a:ext cx="792000" cy="792000"/>
            <a:chOff x="6791887" y="2258410"/>
            <a:chExt cx="792000" cy="792000"/>
          </a:xfrm>
        </p:grpSpPr>
        <p:sp>
          <p:nvSpPr>
            <p:cNvPr id="24" name="Ellipse 23">
              <a:extLst>
                <a:ext uri="{FF2B5EF4-FFF2-40B4-BE49-F238E27FC236}">
                  <a16:creationId xmlns:a16="http://schemas.microsoft.com/office/drawing/2014/main" id="{B2AC33A3-918B-AC2F-AD0B-A143F59C6C10}"/>
                </a:ext>
              </a:extLst>
            </p:cNvPr>
            <p:cNvSpPr>
              <a:spLocks noChangeAspect="1"/>
            </p:cNvSpPr>
            <p:nvPr/>
          </p:nvSpPr>
          <p:spPr>
            <a:xfrm>
              <a:off x="6791887" y="2258410"/>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55" name="Grafik 154">
              <a:extLst>
                <a:ext uri="{FF2B5EF4-FFF2-40B4-BE49-F238E27FC236}">
                  <a16:creationId xmlns:a16="http://schemas.microsoft.com/office/drawing/2014/main" id="{811EA530-3ACE-C1FB-90D2-206A78A1048A}"/>
                </a:ext>
              </a:extLst>
            </p:cNvPr>
            <p:cNvPicPr>
              <a:picLocks noChangeAspect="1"/>
            </p:cNvPicPr>
            <p:nvPr/>
          </p:nvPicPr>
          <p:blipFill>
            <a:blip r:embed="rId37">
              <a:extLst>
                <a:ext uri="{28A0092B-C50C-407E-A947-70E740481C1C}">
                  <a14:useLocalDpi xmlns:a14="http://schemas.microsoft.com/office/drawing/2010/main" val="0"/>
                </a:ext>
                <a:ext uri="{96DAC541-7B7A-43D3-8B79-37D633B846F1}">
                  <asvg:svgBlip xmlns:asvg="http://schemas.microsoft.com/office/drawing/2016/SVG/main" r:embed="rId38"/>
                </a:ext>
              </a:extLst>
            </a:blip>
            <a:srcRect/>
            <a:stretch/>
          </p:blipFill>
          <p:spPr>
            <a:xfrm>
              <a:off x="6919951" y="2384410"/>
              <a:ext cx="540000" cy="540000"/>
            </a:xfrm>
            <a:prstGeom prst="rect">
              <a:avLst/>
            </a:prstGeom>
          </p:spPr>
        </p:pic>
      </p:grpSp>
      <p:grpSp>
        <p:nvGrpSpPr>
          <p:cNvPr id="82" name="Gruppieren 81">
            <a:extLst>
              <a:ext uri="{FF2B5EF4-FFF2-40B4-BE49-F238E27FC236}">
                <a16:creationId xmlns:a16="http://schemas.microsoft.com/office/drawing/2014/main" id="{91663E2A-6DA8-2157-D28C-67BCC94EC4F3}"/>
              </a:ext>
            </a:extLst>
          </p:cNvPr>
          <p:cNvGrpSpPr>
            <a:grpSpLocks noChangeAspect="1"/>
          </p:cNvGrpSpPr>
          <p:nvPr/>
        </p:nvGrpSpPr>
        <p:grpSpPr>
          <a:xfrm>
            <a:off x="7872162" y="2258410"/>
            <a:ext cx="792000" cy="792000"/>
            <a:chOff x="7872162" y="2258410"/>
            <a:chExt cx="792000" cy="792000"/>
          </a:xfrm>
        </p:grpSpPr>
        <p:sp>
          <p:nvSpPr>
            <p:cNvPr id="25" name="Ellipse 24">
              <a:extLst>
                <a:ext uri="{FF2B5EF4-FFF2-40B4-BE49-F238E27FC236}">
                  <a16:creationId xmlns:a16="http://schemas.microsoft.com/office/drawing/2014/main" id="{60BE18D3-B4F7-9769-4E4A-24D58B27055F}"/>
                </a:ext>
              </a:extLst>
            </p:cNvPr>
            <p:cNvSpPr>
              <a:spLocks noChangeAspect="1"/>
            </p:cNvSpPr>
            <p:nvPr/>
          </p:nvSpPr>
          <p:spPr>
            <a:xfrm>
              <a:off x="7872162" y="2258410"/>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57" name="Grafik 156">
              <a:extLst>
                <a:ext uri="{FF2B5EF4-FFF2-40B4-BE49-F238E27FC236}">
                  <a16:creationId xmlns:a16="http://schemas.microsoft.com/office/drawing/2014/main" id="{0C39E231-8929-851C-6783-8E4F7A086035}"/>
                </a:ext>
              </a:extLst>
            </p:cNvPr>
            <p:cNvPicPr>
              <a:picLocks noChangeAspect="1"/>
            </p:cNvPicPr>
            <p:nvPr/>
          </p:nvPicPr>
          <p:blipFill>
            <a:blip r:embed="rId39">
              <a:extLst>
                <a:ext uri="{28A0092B-C50C-407E-A947-70E740481C1C}">
                  <a14:useLocalDpi xmlns:a14="http://schemas.microsoft.com/office/drawing/2010/main" val="0"/>
                </a:ext>
                <a:ext uri="{96DAC541-7B7A-43D3-8B79-37D633B846F1}">
                  <asvg:svgBlip xmlns:asvg="http://schemas.microsoft.com/office/drawing/2016/SVG/main" r:embed="rId40"/>
                </a:ext>
              </a:extLst>
            </a:blip>
            <a:srcRect/>
            <a:stretch/>
          </p:blipFill>
          <p:spPr>
            <a:xfrm>
              <a:off x="8000570" y="2384410"/>
              <a:ext cx="540000" cy="540000"/>
            </a:xfrm>
            <a:prstGeom prst="rect">
              <a:avLst/>
            </a:prstGeom>
          </p:spPr>
        </p:pic>
      </p:grpSp>
      <p:grpSp>
        <p:nvGrpSpPr>
          <p:cNvPr id="81" name="Gruppieren 80">
            <a:extLst>
              <a:ext uri="{FF2B5EF4-FFF2-40B4-BE49-F238E27FC236}">
                <a16:creationId xmlns:a16="http://schemas.microsoft.com/office/drawing/2014/main" id="{8A2F4E31-F5CD-5B1F-ECEA-E460E106DDA9}"/>
              </a:ext>
            </a:extLst>
          </p:cNvPr>
          <p:cNvGrpSpPr>
            <a:grpSpLocks noChangeAspect="1"/>
          </p:cNvGrpSpPr>
          <p:nvPr/>
        </p:nvGrpSpPr>
        <p:grpSpPr>
          <a:xfrm>
            <a:off x="8952437" y="2258410"/>
            <a:ext cx="792000" cy="792000"/>
            <a:chOff x="8952437" y="2258410"/>
            <a:chExt cx="792000" cy="792000"/>
          </a:xfrm>
        </p:grpSpPr>
        <p:sp>
          <p:nvSpPr>
            <p:cNvPr id="26" name="Ellipse 25">
              <a:extLst>
                <a:ext uri="{FF2B5EF4-FFF2-40B4-BE49-F238E27FC236}">
                  <a16:creationId xmlns:a16="http://schemas.microsoft.com/office/drawing/2014/main" id="{FEFDA643-EF27-0CA8-0E78-425EC23D7431}"/>
                </a:ext>
              </a:extLst>
            </p:cNvPr>
            <p:cNvSpPr>
              <a:spLocks noChangeAspect="1"/>
            </p:cNvSpPr>
            <p:nvPr/>
          </p:nvSpPr>
          <p:spPr>
            <a:xfrm>
              <a:off x="8952437" y="2258410"/>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59" name="Grafik 158">
              <a:extLst>
                <a:ext uri="{FF2B5EF4-FFF2-40B4-BE49-F238E27FC236}">
                  <a16:creationId xmlns:a16="http://schemas.microsoft.com/office/drawing/2014/main" id="{9F12F3FA-20C4-E0C3-E171-ECA675A29A0D}"/>
                </a:ext>
              </a:extLst>
            </p:cNvPr>
            <p:cNvPicPr>
              <a:picLocks noChangeAspect="1"/>
            </p:cNvPicPr>
            <p:nvPr/>
          </p:nvPicPr>
          <p:blipFill>
            <a:blip r:embed="rId41">
              <a:extLst>
                <a:ext uri="{28A0092B-C50C-407E-A947-70E740481C1C}">
                  <a14:useLocalDpi xmlns:a14="http://schemas.microsoft.com/office/drawing/2010/main" val="0"/>
                </a:ext>
                <a:ext uri="{96DAC541-7B7A-43D3-8B79-37D633B846F1}">
                  <asvg:svgBlip xmlns:asvg="http://schemas.microsoft.com/office/drawing/2016/SVG/main" r:embed="rId42"/>
                </a:ext>
              </a:extLst>
            </a:blip>
            <a:srcRect/>
            <a:stretch/>
          </p:blipFill>
          <p:spPr>
            <a:xfrm>
              <a:off x="9081189" y="2384410"/>
              <a:ext cx="540000" cy="540000"/>
            </a:xfrm>
            <a:prstGeom prst="rect">
              <a:avLst/>
            </a:prstGeom>
          </p:spPr>
        </p:pic>
      </p:grpSp>
      <p:grpSp>
        <p:nvGrpSpPr>
          <p:cNvPr id="80" name="Gruppieren 79">
            <a:extLst>
              <a:ext uri="{FF2B5EF4-FFF2-40B4-BE49-F238E27FC236}">
                <a16:creationId xmlns:a16="http://schemas.microsoft.com/office/drawing/2014/main" id="{3D5D9A4E-BDCE-A3D6-5619-CE10CAC574FE}"/>
              </a:ext>
            </a:extLst>
          </p:cNvPr>
          <p:cNvGrpSpPr>
            <a:grpSpLocks noChangeAspect="1"/>
          </p:cNvGrpSpPr>
          <p:nvPr/>
        </p:nvGrpSpPr>
        <p:grpSpPr>
          <a:xfrm>
            <a:off x="10032712" y="2258410"/>
            <a:ext cx="792000" cy="792000"/>
            <a:chOff x="10032712" y="2258410"/>
            <a:chExt cx="792000" cy="792000"/>
          </a:xfrm>
        </p:grpSpPr>
        <p:sp>
          <p:nvSpPr>
            <p:cNvPr id="27" name="Ellipse 26">
              <a:extLst>
                <a:ext uri="{FF2B5EF4-FFF2-40B4-BE49-F238E27FC236}">
                  <a16:creationId xmlns:a16="http://schemas.microsoft.com/office/drawing/2014/main" id="{20B28DED-B5B9-4AC2-1FD9-D1BC9153221D}"/>
                </a:ext>
              </a:extLst>
            </p:cNvPr>
            <p:cNvSpPr>
              <a:spLocks noChangeAspect="1"/>
            </p:cNvSpPr>
            <p:nvPr/>
          </p:nvSpPr>
          <p:spPr>
            <a:xfrm>
              <a:off x="10032712" y="2258410"/>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61" name="Grafik 160">
              <a:extLst>
                <a:ext uri="{FF2B5EF4-FFF2-40B4-BE49-F238E27FC236}">
                  <a16:creationId xmlns:a16="http://schemas.microsoft.com/office/drawing/2014/main" id="{D7E5EB2E-9B40-B788-BDE6-2801005DE08B}"/>
                </a:ext>
              </a:extLst>
            </p:cNvPr>
            <p:cNvPicPr>
              <a:picLocks noChangeAspect="1"/>
            </p:cNvPicPr>
            <p:nvPr/>
          </p:nvPicPr>
          <p:blipFill>
            <a:blip r:embed="rId43">
              <a:extLst>
                <a:ext uri="{28A0092B-C50C-407E-A947-70E740481C1C}">
                  <a14:useLocalDpi xmlns:a14="http://schemas.microsoft.com/office/drawing/2010/main" val="0"/>
                </a:ext>
                <a:ext uri="{96DAC541-7B7A-43D3-8B79-37D633B846F1}">
                  <asvg:svgBlip xmlns:asvg="http://schemas.microsoft.com/office/drawing/2016/SVG/main" r:embed="rId44"/>
                </a:ext>
              </a:extLst>
            </a:blip>
            <a:srcRect/>
            <a:stretch/>
          </p:blipFill>
          <p:spPr>
            <a:xfrm>
              <a:off x="10161808" y="2384410"/>
              <a:ext cx="540000" cy="540000"/>
            </a:xfrm>
            <a:prstGeom prst="rect">
              <a:avLst/>
            </a:prstGeom>
          </p:spPr>
        </p:pic>
      </p:grpSp>
      <p:grpSp>
        <p:nvGrpSpPr>
          <p:cNvPr id="79" name="Gruppieren 78">
            <a:extLst>
              <a:ext uri="{FF2B5EF4-FFF2-40B4-BE49-F238E27FC236}">
                <a16:creationId xmlns:a16="http://schemas.microsoft.com/office/drawing/2014/main" id="{BE1A539E-B0EE-A110-F5AC-0BE30FA709AC}"/>
              </a:ext>
            </a:extLst>
          </p:cNvPr>
          <p:cNvGrpSpPr>
            <a:grpSpLocks noChangeAspect="1"/>
          </p:cNvGrpSpPr>
          <p:nvPr/>
        </p:nvGrpSpPr>
        <p:grpSpPr>
          <a:xfrm>
            <a:off x="11112985" y="2258410"/>
            <a:ext cx="792000" cy="792000"/>
            <a:chOff x="11112985" y="2258410"/>
            <a:chExt cx="792000" cy="792000"/>
          </a:xfrm>
        </p:grpSpPr>
        <p:sp>
          <p:nvSpPr>
            <p:cNvPr id="28" name="Ellipse 27">
              <a:extLst>
                <a:ext uri="{FF2B5EF4-FFF2-40B4-BE49-F238E27FC236}">
                  <a16:creationId xmlns:a16="http://schemas.microsoft.com/office/drawing/2014/main" id="{5CF5ACFC-44BF-6EDD-D77B-BEEC9A5BB78F}"/>
                </a:ext>
              </a:extLst>
            </p:cNvPr>
            <p:cNvSpPr>
              <a:spLocks noChangeAspect="1"/>
            </p:cNvSpPr>
            <p:nvPr/>
          </p:nvSpPr>
          <p:spPr>
            <a:xfrm>
              <a:off x="11112985" y="2258410"/>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63" name="Grafik 162">
              <a:extLst>
                <a:ext uri="{FF2B5EF4-FFF2-40B4-BE49-F238E27FC236}">
                  <a16:creationId xmlns:a16="http://schemas.microsoft.com/office/drawing/2014/main" id="{5E892824-3E06-3C6D-3E21-570A9646C3D3}"/>
                </a:ext>
              </a:extLst>
            </p:cNvPr>
            <p:cNvPicPr>
              <a:picLocks noChangeAspect="1"/>
            </p:cNvPicPr>
            <p:nvPr/>
          </p:nvPicPr>
          <p:blipFill>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rcRect/>
            <a:stretch/>
          </p:blipFill>
          <p:spPr>
            <a:xfrm>
              <a:off x="11242425" y="2384410"/>
              <a:ext cx="540000" cy="540000"/>
            </a:xfrm>
            <a:prstGeom prst="rect">
              <a:avLst/>
            </a:prstGeom>
          </p:spPr>
        </p:pic>
      </p:grpSp>
      <p:grpSp>
        <p:nvGrpSpPr>
          <p:cNvPr id="91" name="Gruppieren 90">
            <a:extLst>
              <a:ext uri="{FF2B5EF4-FFF2-40B4-BE49-F238E27FC236}">
                <a16:creationId xmlns:a16="http://schemas.microsoft.com/office/drawing/2014/main" id="{23F82BAB-0DC0-466D-28A9-E155E789C2A5}"/>
              </a:ext>
            </a:extLst>
          </p:cNvPr>
          <p:cNvGrpSpPr>
            <a:grpSpLocks noChangeAspect="1"/>
          </p:cNvGrpSpPr>
          <p:nvPr/>
        </p:nvGrpSpPr>
        <p:grpSpPr>
          <a:xfrm>
            <a:off x="310237" y="3337996"/>
            <a:ext cx="792000" cy="792000"/>
            <a:chOff x="310237" y="3337996"/>
            <a:chExt cx="792000" cy="792000"/>
          </a:xfrm>
        </p:grpSpPr>
        <p:sp>
          <p:nvSpPr>
            <p:cNvPr id="29" name="Ellipse 28">
              <a:extLst>
                <a:ext uri="{FF2B5EF4-FFF2-40B4-BE49-F238E27FC236}">
                  <a16:creationId xmlns:a16="http://schemas.microsoft.com/office/drawing/2014/main" id="{ADB52530-6A9A-E45F-9679-D180B5151754}"/>
                </a:ext>
              </a:extLst>
            </p:cNvPr>
            <p:cNvSpPr>
              <a:spLocks noChangeAspect="1"/>
            </p:cNvSpPr>
            <p:nvPr/>
          </p:nvSpPr>
          <p:spPr>
            <a:xfrm>
              <a:off x="310237" y="3337996"/>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65" name="Grafik 164">
              <a:extLst>
                <a:ext uri="{FF2B5EF4-FFF2-40B4-BE49-F238E27FC236}">
                  <a16:creationId xmlns:a16="http://schemas.microsoft.com/office/drawing/2014/main" id="{C4769B7A-87A6-07E0-BB1C-A25F8D9B6D21}"/>
                </a:ext>
              </a:extLst>
            </p:cNvPr>
            <p:cNvPicPr>
              <a:picLocks noChangeAspect="1"/>
            </p:cNvPicPr>
            <p:nvPr/>
          </p:nvPicPr>
          <p:blipFill>
            <a:blip r:embed="rId47">
              <a:extLst>
                <a:ext uri="{28A0092B-C50C-407E-A947-70E740481C1C}">
                  <a14:useLocalDpi xmlns:a14="http://schemas.microsoft.com/office/drawing/2010/main" val="0"/>
                </a:ext>
                <a:ext uri="{96DAC541-7B7A-43D3-8B79-37D633B846F1}">
                  <asvg:svgBlip xmlns:asvg="http://schemas.microsoft.com/office/drawing/2016/SVG/main" r:embed="rId48"/>
                </a:ext>
              </a:extLst>
            </a:blip>
            <a:srcRect/>
            <a:stretch/>
          </p:blipFill>
          <p:spPr>
            <a:xfrm>
              <a:off x="436237" y="3463996"/>
              <a:ext cx="540000" cy="540000"/>
            </a:xfrm>
            <a:prstGeom prst="rect">
              <a:avLst/>
            </a:prstGeom>
          </p:spPr>
        </p:pic>
      </p:grpSp>
      <p:grpSp>
        <p:nvGrpSpPr>
          <p:cNvPr id="93" name="Gruppieren 92">
            <a:extLst>
              <a:ext uri="{FF2B5EF4-FFF2-40B4-BE49-F238E27FC236}">
                <a16:creationId xmlns:a16="http://schemas.microsoft.com/office/drawing/2014/main" id="{0B6C1892-D633-4C5F-8EAA-6B4138B9F450}"/>
              </a:ext>
            </a:extLst>
          </p:cNvPr>
          <p:cNvGrpSpPr>
            <a:grpSpLocks noChangeAspect="1"/>
          </p:cNvGrpSpPr>
          <p:nvPr/>
        </p:nvGrpSpPr>
        <p:grpSpPr>
          <a:xfrm>
            <a:off x="2470787" y="3337996"/>
            <a:ext cx="792000" cy="792000"/>
            <a:chOff x="2470787" y="3337996"/>
            <a:chExt cx="792000" cy="792000"/>
          </a:xfrm>
        </p:grpSpPr>
        <p:sp>
          <p:nvSpPr>
            <p:cNvPr id="32" name="Ellipse 31">
              <a:extLst>
                <a:ext uri="{FF2B5EF4-FFF2-40B4-BE49-F238E27FC236}">
                  <a16:creationId xmlns:a16="http://schemas.microsoft.com/office/drawing/2014/main" id="{45DFBF47-1F65-1CB1-C7BF-01E48055B8BE}"/>
                </a:ext>
              </a:extLst>
            </p:cNvPr>
            <p:cNvSpPr>
              <a:spLocks noChangeAspect="1"/>
            </p:cNvSpPr>
            <p:nvPr/>
          </p:nvSpPr>
          <p:spPr>
            <a:xfrm>
              <a:off x="2470787" y="3337996"/>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69" name="Grafik 168">
              <a:extLst>
                <a:ext uri="{FF2B5EF4-FFF2-40B4-BE49-F238E27FC236}">
                  <a16:creationId xmlns:a16="http://schemas.microsoft.com/office/drawing/2014/main" id="{4231B7DD-985F-3401-E578-8ACA36684CD0}"/>
                </a:ext>
              </a:extLst>
            </p:cNvPr>
            <p:cNvPicPr>
              <a:picLocks noChangeAspect="1"/>
            </p:cNvPicPr>
            <p:nvPr/>
          </p:nvPicPr>
          <p:blipFill>
            <a:blip r:embed="rId49">
              <a:extLst>
                <a:ext uri="{28A0092B-C50C-407E-A947-70E740481C1C}">
                  <a14:useLocalDpi xmlns:a14="http://schemas.microsoft.com/office/drawing/2010/main" val="0"/>
                </a:ext>
                <a:ext uri="{96DAC541-7B7A-43D3-8B79-37D633B846F1}">
                  <asvg:svgBlip xmlns:asvg="http://schemas.microsoft.com/office/drawing/2016/SVG/main" r:embed="rId50"/>
                </a:ext>
              </a:extLst>
            </a:blip>
            <a:srcRect/>
            <a:stretch/>
          </p:blipFill>
          <p:spPr>
            <a:xfrm>
              <a:off x="2597475" y="3463996"/>
              <a:ext cx="540000" cy="540000"/>
            </a:xfrm>
            <a:prstGeom prst="rect">
              <a:avLst/>
            </a:prstGeom>
          </p:spPr>
        </p:pic>
      </p:grpSp>
      <p:grpSp>
        <p:nvGrpSpPr>
          <p:cNvPr id="94" name="Gruppieren 93">
            <a:extLst>
              <a:ext uri="{FF2B5EF4-FFF2-40B4-BE49-F238E27FC236}">
                <a16:creationId xmlns:a16="http://schemas.microsoft.com/office/drawing/2014/main" id="{6B5CCCF0-D5B6-149B-6AF2-A87C869864E2}"/>
              </a:ext>
            </a:extLst>
          </p:cNvPr>
          <p:cNvGrpSpPr>
            <a:grpSpLocks noChangeAspect="1"/>
          </p:cNvGrpSpPr>
          <p:nvPr/>
        </p:nvGrpSpPr>
        <p:grpSpPr>
          <a:xfrm>
            <a:off x="3551062" y="3337996"/>
            <a:ext cx="792000" cy="792000"/>
            <a:chOff x="3551062" y="3337996"/>
            <a:chExt cx="792000" cy="792000"/>
          </a:xfrm>
        </p:grpSpPr>
        <p:sp>
          <p:nvSpPr>
            <p:cNvPr id="33" name="Ellipse 32">
              <a:extLst>
                <a:ext uri="{FF2B5EF4-FFF2-40B4-BE49-F238E27FC236}">
                  <a16:creationId xmlns:a16="http://schemas.microsoft.com/office/drawing/2014/main" id="{383E5A89-96AB-3218-F744-A77A21C6F6E5}"/>
                </a:ext>
              </a:extLst>
            </p:cNvPr>
            <p:cNvSpPr>
              <a:spLocks noChangeAspect="1"/>
            </p:cNvSpPr>
            <p:nvPr/>
          </p:nvSpPr>
          <p:spPr>
            <a:xfrm>
              <a:off x="3551062" y="3337996"/>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71" name="Grafik 170">
              <a:extLst>
                <a:ext uri="{FF2B5EF4-FFF2-40B4-BE49-F238E27FC236}">
                  <a16:creationId xmlns:a16="http://schemas.microsoft.com/office/drawing/2014/main" id="{438EA915-32A1-EE3D-B0EA-0F737AEB48FF}"/>
                </a:ext>
              </a:extLst>
            </p:cNvPr>
            <p:cNvPicPr>
              <a:picLocks noChangeAspect="1"/>
            </p:cNvPicPr>
            <p:nvPr/>
          </p:nvPicPr>
          <p:blipFill>
            <a:blip r:embed="rId51">
              <a:extLst>
                <a:ext uri="{28A0092B-C50C-407E-A947-70E740481C1C}">
                  <a14:useLocalDpi xmlns:a14="http://schemas.microsoft.com/office/drawing/2010/main" val="0"/>
                </a:ext>
                <a:ext uri="{96DAC541-7B7A-43D3-8B79-37D633B846F1}">
                  <asvg:svgBlip xmlns:asvg="http://schemas.microsoft.com/office/drawing/2016/SVG/main" r:embed="rId52"/>
                </a:ext>
              </a:extLst>
            </a:blip>
            <a:srcRect/>
            <a:stretch/>
          </p:blipFill>
          <p:spPr>
            <a:xfrm>
              <a:off x="3678094" y="3463996"/>
              <a:ext cx="540000" cy="540000"/>
            </a:xfrm>
            <a:prstGeom prst="rect">
              <a:avLst/>
            </a:prstGeom>
          </p:spPr>
        </p:pic>
      </p:grpSp>
      <p:grpSp>
        <p:nvGrpSpPr>
          <p:cNvPr id="96" name="Gruppieren 95">
            <a:extLst>
              <a:ext uri="{FF2B5EF4-FFF2-40B4-BE49-F238E27FC236}">
                <a16:creationId xmlns:a16="http://schemas.microsoft.com/office/drawing/2014/main" id="{2C7C675C-5071-0522-9B9B-FC37B8C0988D}"/>
              </a:ext>
            </a:extLst>
          </p:cNvPr>
          <p:cNvGrpSpPr>
            <a:grpSpLocks noChangeAspect="1"/>
          </p:cNvGrpSpPr>
          <p:nvPr/>
        </p:nvGrpSpPr>
        <p:grpSpPr>
          <a:xfrm>
            <a:off x="5711612" y="3337996"/>
            <a:ext cx="792000" cy="792000"/>
            <a:chOff x="5711612" y="3337996"/>
            <a:chExt cx="792000" cy="792000"/>
          </a:xfrm>
        </p:grpSpPr>
        <p:sp>
          <p:nvSpPr>
            <p:cNvPr id="35" name="Ellipse 34">
              <a:extLst>
                <a:ext uri="{FF2B5EF4-FFF2-40B4-BE49-F238E27FC236}">
                  <a16:creationId xmlns:a16="http://schemas.microsoft.com/office/drawing/2014/main" id="{C3D7AA76-F2CC-C7EC-F53C-2D2AD3C2F032}"/>
                </a:ext>
              </a:extLst>
            </p:cNvPr>
            <p:cNvSpPr>
              <a:spLocks noChangeAspect="1"/>
            </p:cNvSpPr>
            <p:nvPr/>
          </p:nvSpPr>
          <p:spPr>
            <a:xfrm>
              <a:off x="5711612" y="3337996"/>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73" name="Grafik 172">
              <a:extLst>
                <a:ext uri="{FF2B5EF4-FFF2-40B4-BE49-F238E27FC236}">
                  <a16:creationId xmlns:a16="http://schemas.microsoft.com/office/drawing/2014/main" id="{FB1FA923-8D24-A757-7F28-F184386ACF5C}"/>
                </a:ext>
              </a:extLst>
            </p:cNvPr>
            <p:cNvPicPr>
              <a:picLocks noChangeAspect="1"/>
            </p:cNvPicPr>
            <p:nvPr/>
          </p:nvPicPr>
          <p:blipFill>
            <a:blip r:embed="rId53">
              <a:extLst>
                <a:ext uri="{28A0092B-C50C-407E-A947-70E740481C1C}">
                  <a14:useLocalDpi xmlns:a14="http://schemas.microsoft.com/office/drawing/2010/main" val="0"/>
                </a:ext>
                <a:ext uri="{96DAC541-7B7A-43D3-8B79-37D633B846F1}">
                  <asvg:svgBlip xmlns:asvg="http://schemas.microsoft.com/office/drawing/2016/SVG/main" r:embed="rId54"/>
                </a:ext>
              </a:extLst>
            </a:blip>
            <a:srcRect/>
            <a:stretch/>
          </p:blipFill>
          <p:spPr>
            <a:xfrm>
              <a:off x="5839332" y="3463996"/>
              <a:ext cx="540000" cy="540000"/>
            </a:xfrm>
            <a:prstGeom prst="rect">
              <a:avLst/>
            </a:prstGeom>
          </p:spPr>
        </p:pic>
      </p:grpSp>
      <p:grpSp>
        <p:nvGrpSpPr>
          <p:cNvPr id="95" name="Gruppieren 94">
            <a:extLst>
              <a:ext uri="{FF2B5EF4-FFF2-40B4-BE49-F238E27FC236}">
                <a16:creationId xmlns:a16="http://schemas.microsoft.com/office/drawing/2014/main" id="{314C3713-FDBD-D573-08D4-5C78E30E21F1}"/>
              </a:ext>
            </a:extLst>
          </p:cNvPr>
          <p:cNvGrpSpPr>
            <a:grpSpLocks noChangeAspect="1"/>
          </p:cNvGrpSpPr>
          <p:nvPr/>
        </p:nvGrpSpPr>
        <p:grpSpPr>
          <a:xfrm>
            <a:off x="4631337" y="3337996"/>
            <a:ext cx="792000" cy="792000"/>
            <a:chOff x="4631337" y="3337996"/>
            <a:chExt cx="792000" cy="792000"/>
          </a:xfrm>
        </p:grpSpPr>
        <p:sp>
          <p:nvSpPr>
            <p:cNvPr id="34" name="Ellipse 33">
              <a:extLst>
                <a:ext uri="{FF2B5EF4-FFF2-40B4-BE49-F238E27FC236}">
                  <a16:creationId xmlns:a16="http://schemas.microsoft.com/office/drawing/2014/main" id="{5980AC3D-3DFE-382D-E498-C3FBF46814FA}"/>
                </a:ext>
              </a:extLst>
            </p:cNvPr>
            <p:cNvSpPr>
              <a:spLocks noChangeAspect="1"/>
            </p:cNvSpPr>
            <p:nvPr/>
          </p:nvSpPr>
          <p:spPr>
            <a:xfrm>
              <a:off x="4631337" y="3337996"/>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75" name="Grafik 174">
              <a:extLst>
                <a:ext uri="{FF2B5EF4-FFF2-40B4-BE49-F238E27FC236}">
                  <a16:creationId xmlns:a16="http://schemas.microsoft.com/office/drawing/2014/main" id="{D66A785B-FAB4-AC9E-9BA9-2C3F7DF36183}"/>
                </a:ext>
              </a:extLst>
            </p:cNvPr>
            <p:cNvPicPr>
              <a:picLocks noChangeAspect="1"/>
            </p:cNvPicPr>
            <p:nvPr/>
          </p:nvPicPr>
          <p:blipFill>
            <a:blip r:embed="rId55">
              <a:extLst>
                <a:ext uri="{28A0092B-C50C-407E-A947-70E740481C1C}">
                  <a14:useLocalDpi xmlns:a14="http://schemas.microsoft.com/office/drawing/2010/main" val="0"/>
                </a:ext>
                <a:ext uri="{96DAC541-7B7A-43D3-8B79-37D633B846F1}">
                  <asvg:svgBlip xmlns:asvg="http://schemas.microsoft.com/office/drawing/2016/SVG/main" r:embed="rId56"/>
                </a:ext>
              </a:extLst>
            </a:blip>
            <a:srcRect/>
            <a:stretch/>
          </p:blipFill>
          <p:spPr>
            <a:xfrm>
              <a:off x="4758713" y="3463996"/>
              <a:ext cx="540000" cy="540000"/>
            </a:xfrm>
            <a:prstGeom prst="rect">
              <a:avLst/>
            </a:prstGeom>
          </p:spPr>
        </p:pic>
      </p:grpSp>
      <p:grpSp>
        <p:nvGrpSpPr>
          <p:cNvPr id="92" name="Gruppieren 91">
            <a:extLst>
              <a:ext uri="{FF2B5EF4-FFF2-40B4-BE49-F238E27FC236}">
                <a16:creationId xmlns:a16="http://schemas.microsoft.com/office/drawing/2014/main" id="{4B226DD5-B149-2FF9-22A6-0B47DB9FD637}"/>
              </a:ext>
            </a:extLst>
          </p:cNvPr>
          <p:cNvGrpSpPr>
            <a:grpSpLocks noChangeAspect="1"/>
          </p:cNvGrpSpPr>
          <p:nvPr/>
        </p:nvGrpSpPr>
        <p:grpSpPr>
          <a:xfrm>
            <a:off x="1390512" y="3337996"/>
            <a:ext cx="792000" cy="792000"/>
            <a:chOff x="1390512" y="3337996"/>
            <a:chExt cx="792000" cy="792000"/>
          </a:xfrm>
        </p:grpSpPr>
        <p:sp>
          <p:nvSpPr>
            <p:cNvPr id="30" name="Ellipse 29">
              <a:extLst>
                <a:ext uri="{FF2B5EF4-FFF2-40B4-BE49-F238E27FC236}">
                  <a16:creationId xmlns:a16="http://schemas.microsoft.com/office/drawing/2014/main" id="{82AA033A-EC53-D1FA-2067-869B8BEAD54F}"/>
                </a:ext>
              </a:extLst>
            </p:cNvPr>
            <p:cNvSpPr>
              <a:spLocks noChangeAspect="1"/>
            </p:cNvSpPr>
            <p:nvPr/>
          </p:nvSpPr>
          <p:spPr>
            <a:xfrm>
              <a:off x="1390512" y="3337996"/>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77" name="Grafik 176">
              <a:extLst>
                <a:ext uri="{FF2B5EF4-FFF2-40B4-BE49-F238E27FC236}">
                  <a16:creationId xmlns:a16="http://schemas.microsoft.com/office/drawing/2014/main" id="{46517E2A-58F3-237F-9EF3-5ADBA074A0F3}"/>
                </a:ext>
              </a:extLst>
            </p:cNvPr>
            <p:cNvPicPr>
              <a:picLocks noChangeAspect="1"/>
            </p:cNvPicPr>
            <p:nvPr/>
          </p:nvPicPr>
          <p:blipFill>
            <a:blip r:embed="rId57">
              <a:extLst>
                <a:ext uri="{28A0092B-C50C-407E-A947-70E740481C1C}">
                  <a14:useLocalDpi xmlns:a14="http://schemas.microsoft.com/office/drawing/2010/main" val="0"/>
                </a:ext>
                <a:ext uri="{96DAC541-7B7A-43D3-8B79-37D633B846F1}">
                  <asvg:svgBlip xmlns:asvg="http://schemas.microsoft.com/office/drawing/2016/SVG/main" r:embed="rId58"/>
                </a:ext>
              </a:extLst>
            </a:blip>
            <a:srcRect/>
            <a:stretch/>
          </p:blipFill>
          <p:spPr>
            <a:xfrm>
              <a:off x="1516856" y="3463996"/>
              <a:ext cx="540000" cy="540000"/>
            </a:xfrm>
            <a:prstGeom prst="rect">
              <a:avLst/>
            </a:prstGeom>
          </p:spPr>
        </p:pic>
      </p:grpSp>
      <p:grpSp>
        <p:nvGrpSpPr>
          <p:cNvPr id="97" name="Gruppieren 96">
            <a:extLst>
              <a:ext uri="{FF2B5EF4-FFF2-40B4-BE49-F238E27FC236}">
                <a16:creationId xmlns:a16="http://schemas.microsoft.com/office/drawing/2014/main" id="{0F986448-8AB9-0929-17B0-992674B2F332}"/>
              </a:ext>
            </a:extLst>
          </p:cNvPr>
          <p:cNvGrpSpPr>
            <a:grpSpLocks noChangeAspect="1"/>
          </p:cNvGrpSpPr>
          <p:nvPr/>
        </p:nvGrpSpPr>
        <p:grpSpPr>
          <a:xfrm>
            <a:off x="6791887" y="3337996"/>
            <a:ext cx="792000" cy="792000"/>
            <a:chOff x="6791887" y="3337996"/>
            <a:chExt cx="792000" cy="792000"/>
          </a:xfrm>
        </p:grpSpPr>
        <p:sp>
          <p:nvSpPr>
            <p:cNvPr id="36" name="Ellipse 35">
              <a:extLst>
                <a:ext uri="{FF2B5EF4-FFF2-40B4-BE49-F238E27FC236}">
                  <a16:creationId xmlns:a16="http://schemas.microsoft.com/office/drawing/2014/main" id="{093FF684-57ED-93B7-199A-D30B049C86A9}"/>
                </a:ext>
              </a:extLst>
            </p:cNvPr>
            <p:cNvSpPr>
              <a:spLocks noChangeAspect="1"/>
            </p:cNvSpPr>
            <p:nvPr/>
          </p:nvSpPr>
          <p:spPr>
            <a:xfrm>
              <a:off x="6791887" y="3337996"/>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79" name="Grafik 178">
              <a:extLst>
                <a:ext uri="{FF2B5EF4-FFF2-40B4-BE49-F238E27FC236}">
                  <a16:creationId xmlns:a16="http://schemas.microsoft.com/office/drawing/2014/main" id="{AE394259-1262-C594-CB10-CC10C9918CE6}"/>
                </a:ext>
              </a:extLst>
            </p:cNvPr>
            <p:cNvPicPr>
              <a:picLocks noChangeAspect="1"/>
            </p:cNvPicPr>
            <p:nvPr/>
          </p:nvPicPr>
          <p:blipFill>
            <a:blip r:embed="rId59">
              <a:extLst>
                <a:ext uri="{28A0092B-C50C-407E-A947-70E740481C1C}">
                  <a14:useLocalDpi xmlns:a14="http://schemas.microsoft.com/office/drawing/2010/main" val="0"/>
                </a:ext>
                <a:ext uri="{96DAC541-7B7A-43D3-8B79-37D633B846F1}">
                  <asvg:svgBlip xmlns:asvg="http://schemas.microsoft.com/office/drawing/2016/SVG/main" r:embed="rId60"/>
                </a:ext>
              </a:extLst>
            </a:blip>
            <a:srcRect/>
            <a:stretch/>
          </p:blipFill>
          <p:spPr>
            <a:xfrm>
              <a:off x="6919951" y="3463996"/>
              <a:ext cx="540000" cy="540000"/>
            </a:xfrm>
            <a:prstGeom prst="rect">
              <a:avLst/>
            </a:prstGeom>
          </p:spPr>
        </p:pic>
      </p:grpSp>
      <p:grpSp>
        <p:nvGrpSpPr>
          <p:cNvPr id="98" name="Gruppieren 97">
            <a:extLst>
              <a:ext uri="{FF2B5EF4-FFF2-40B4-BE49-F238E27FC236}">
                <a16:creationId xmlns:a16="http://schemas.microsoft.com/office/drawing/2014/main" id="{28E970BA-F789-18F0-AF2C-340D5AA599E6}"/>
              </a:ext>
            </a:extLst>
          </p:cNvPr>
          <p:cNvGrpSpPr>
            <a:grpSpLocks noChangeAspect="1"/>
          </p:cNvGrpSpPr>
          <p:nvPr/>
        </p:nvGrpSpPr>
        <p:grpSpPr>
          <a:xfrm>
            <a:off x="7872162" y="3337996"/>
            <a:ext cx="792000" cy="792000"/>
            <a:chOff x="7872162" y="3337996"/>
            <a:chExt cx="792000" cy="792000"/>
          </a:xfrm>
        </p:grpSpPr>
        <p:sp>
          <p:nvSpPr>
            <p:cNvPr id="37" name="Ellipse 36">
              <a:extLst>
                <a:ext uri="{FF2B5EF4-FFF2-40B4-BE49-F238E27FC236}">
                  <a16:creationId xmlns:a16="http://schemas.microsoft.com/office/drawing/2014/main" id="{B174026A-9BDA-D7DC-958F-C76BD09143F7}"/>
                </a:ext>
              </a:extLst>
            </p:cNvPr>
            <p:cNvSpPr>
              <a:spLocks noChangeAspect="1"/>
            </p:cNvSpPr>
            <p:nvPr/>
          </p:nvSpPr>
          <p:spPr>
            <a:xfrm>
              <a:off x="7872162" y="3337996"/>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81" name="Grafik 180">
              <a:extLst>
                <a:ext uri="{FF2B5EF4-FFF2-40B4-BE49-F238E27FC236}">
                  <a16:creationId xmlns:a16="http://schemas.microsoft.com/office/drawing/2014/main" id="{A1D84588-BF05-CABB-07E1-FF12FFA06F6F}"/>
                </a:ext>
              </a:extLst>
            </p:cNvPr>
            <p:cNvPicPr>
              <a:picLocks noChangeAspect="1"/>
            </p:cNvPicPr>
            <p:nvPr/>
          </p:nvPicPr>
          <p:blipFill>
            <a:blip r:embed="rId61">
              <a:extLst>
                <a:ext uri="{28A0092B-C50C-407E-A947-70E740481C1C}">
                  <a14:useLocalDpi xmlns:a14="http://schemas.microsoft.com/office/drawing/2010/main" val="0"/>
                </a:ext>
                <a:ext uri="{96DAC541-7B7A-43D3-8B79-37D633B846F1}">
                  <asvg:svgBlip xmlns:asvg="http://schemas.microsoft.com/office/drawing/2016/SVG/main" r:embed="rId62"/>
                </a:ext>
              </a:extLst>
            </a:blip>
            <a:srcRect/>
            <a:stretch/>
          </p:blipFill>
          <p:spPr>
            <a:xfrm>
              <a:off x="8000570" y="3463996"/>
              <a:ext cx="540000" cy="540000"/>
            </a:xfrm>
            <a:prstGeom prst="rect">
              <a:avLst/>
            </a:prstGeom>
          </p:spPr>
        </p:pic>
      </p:grpSp>
      <p:grpSp>
        <p:nvGrpSpPr>
          <p:cNvPr id="99" name="Gruppieren 98">
            <a:extLst>
              <a:ext uri="{FF2B5EF4-FFF2-40B4-BE49-F238E27FC236}">
                <a16:creationId xmlns:a16="http://schemas.microsoft.com/office/drawing/2014/main" id="{34D1B957-4079-278D-2898-CD2288651766}"/>
              </a:ext>
            </a:extLst>
          </p:cNvPr>
          <p:cNvGrpSpPr>
            <a:grpSpLocks noChangeAspect="1"/>
          </p:cNvGrpSpPr>
          <p:nvPr/>
        </p:nvGrpSpPr>
        <p:grpSpPr>
          <a:xfrm>
            <a:off x="8952437" y="3337996"/>
            <a:ext cx="792000" cy="792000"/>
            <a:chOff x="8952437" y="3337996"/>
            <a:chExt cx="792000" cy="792000"/>
          </a:xfrm>
        </p:grpSpPr>
        <p:sp>
          <p:nvSpPr>
            <p:cNvPr id="38" name="Ellipse 37">
              <a:extLst>
                <a:ext uri="{FF2B5EF4-FFF2-40B4-BE49-F238E27FC236}">
                  <a16:creationId xmlns:a16="http://schemas.microsoft.com/office/drawing/2014/main" id="{84A46E92-740F-B55E-7384-90A7A48E1903}"/>
                </a:ext>
              </a:extLst>
            </p:cNvPr>
            <p:cNvSpPr>
              <a:spLocks noChangeAspect="1"/>
            </p:cNvSpPr>
            <p:nvPr/>
          </p:nvSpPr>
          <p:spPr>
            <a:xfrm>
              <a:off x="8952437" y="3337996"/>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83" name="Grafik 182">
              <a:extLst>
                <a:ext uri="{FF2B5EF4-FFF2-40B4-BE49-F238E27FC236}">
                  <a16:creationId xmlns:a16="http://schemas.microsoft.com/office/drawing/2014/main" id="{FBBF27CF-25F9-B566-6236-B3D3A9A88403}"/>
                </a:ext>
              </a:extLst>
            </p:cNvPr>
            <p:cNvPicPr>
              <a:picLocks noChangeAspect="1"/>
            </p:cNvPicPr>
            <p:nvPr/>
          </p:nvPicPr>
          <p:blipFill>
            <a:blip r:embed="rId63">
              <a:extLst>
                <a:ext uri="{28A0092B-C50C-407E-A947-70E740481C1C}">
                  <a14:useLocalDpi xmlns:a14="http://schemas.microsoft.com/office/drawing/2010/main" val="0"/>
                </a:ext>
                <a:ext uri="{96DAC541-7B7A-43D3-8B79-37D633B846F1}">
                  <asvg:svgBlip xmlns:asvg="http://schemas.microsoft.com/office/drawing/2016/SVG/main" r:embed="rId64"/>
                </a:ext>
              </a:extLst>
            </a:blip>
            <a:srcRect/>
            <a:stretch/>
          </p:blipFill>
          <p:spPr>
            <a:xfrm>
              <a:off x="9081189" y="3463996"/>
              <a:ext cx="540000" cy="540000"/>
            </a:xfrm>
            <a:prstGeom prst="rect">
              <a:avLst/>
            </a:prstGeom>
          </p:spPr>
        </p:pic>
      </p:grpSp>
      <p:grpSp>
        <p:nvGrpSpPr>
          <p:cNvPr id="100" name="Gruppieren 99">
            <a:extLst>
              <a:ext uri="{FF2B5EF4-FFF2-40B4-BE49-F238E27FC236}">
                <a16:creationId xmlns:a16="http://schemas.microsoft.com/office/drawing/2014/main" id="{EC7DE55E-06AC-309C-39F6-C3E9C958331B}"/>
              </a:ext>
            </a:extLst>
          </p:cNvPr>
          <p:cNvGrpSpPr>
            <a:grpSpLocks noChangeAspect="1"/>
          </p:cNvGrpSpPr>
          <p:nvPr/>
        </p:nvGrpSpPr>
        <p:grpSpPr>
          <a:xfrm>
            <a:off x="10032712" y="3337996"/>
            <a:ext cx="792000" cy="792000"/>
            <a:chOff x="10032712" y="3337996"/>
            <a:chExt cx="792000" cy="792000"/>
          </a:xfrm>
        </p:grpSpPr>
        <p:sp>
          <p:nvSpPr>
            <p:cNvPr id="40" name="Ellipse 39">
              <a:extLst>
                <a:ext uri="{FF2B5EF4-FFF2-40B4-BE49-F238E27FC236}">
                  <a16:creationId xmlns:a16="http://schemas.microsoft.com/office/drawing/2014/main" id="{5537240C-FD6C-A794-B42F-E9A45FC0B567}"/>
                </a:ext>
              </a:extLst>
            </p:cNvPr>
            <p:cNvSpPr>
              <a:spLocks noChangeAspect="1"/>
            </p:cNvSpPr>
            <p:nvPr/>
          </p:nvSpPr>
          <p:spPr>
            <a:xfrm>
              <a:off x="10032712" y="3337996"/>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85" name="Grafik 184">
              <a:extLst>
                <a:ext uri="{FF2B5EF4-FFF2-40B4-BE49-F238E27FC236}">
                  <a16:creationId xmlns:a16="http://schemas.microsoft.com/office/drawing/2014/main" id="{D914A239-4061-472A-9FFE-8827669A0162}"/>
                </a:ext>
              </a:extLst>
            </p:cNvPr>
            <p:cNvPicPr>
              <a:picLocks noChangeAspect="1"/>
            </p:cNvPicPr>
            <p:nvPr/>
          </p:nvPicPr>
          <p:blipFill>
            <a:blip r:embed="rId65">
              <a:extLst>
                <a:ext uri="{28A0092B-C50C-407E-A947-70E740481C1C}">
                  <a14:useLocalDpi xmlns:a14="http://schemas.microsoft.com/office/drawing/2010/main" val="0"/>
                </a:ext>
                <a:ext uri="{96DAC541-7B7A-43D3-8B79-37D633B846F1}">
                  <asvg:svgBlip xmlns:asvg="http://schemas.microsoft.com/office/drawing/2016/SVG/main" r:embed="rId66"/>
                </a:ext>
              </a:extLst>
            </a:blip>
            <a:srcRect/>
            <a:stretch/>
          </p:blipFill>
          <p:spPr>
            <a:xfrm>
              <a:off x="10161808" y="3463996"/>
              <a:ext cx="540000" cy="540000"/>
            </a:xfrm>
            <a:prstGeom prst="rect">
              <a:avLst/>
            </a:prstGeom>
          </p:spPr>
        </p:pic>
      </p:grpSp>
      <p:grpSp>
        <p:nvGrpSpPr>
          <p:cNvPr id="101" name="Gruppieren 100">
            <a:extLst>
              <a:ext uri="{FF2B5EF4-FFF2-40B4-BE49-F238E27FC236}">
                <a16:creationId xmlns:a16="http://schemas.microsoft.com/office/drawing/2014/main" id="{A02C0BDA-7BAA-A68D-CE69-D011E0A17C03}"/>
              </a:ext>
            </a:extLst>
          </p:cNvPr>
          <p:cNvGrpSpPr>
            <a:grpSpLocks noChangeAspect="1"/>
          </p:cNvGrpSpPr>
          <p:nvPr/>
        </p:nvGrpSpPr>
        <p:grpSpPr>
          <a:xfrm>
            <a:off x="11112985" y="3337996"/>
            <a:ext cx="792000" cy="792000"/>
            <a:chOff x="11112985" y="3337996"/>
            <a:chExt cx="792000" cy="792000"/>
          </a:xfrm>
        </p:grpSpPr>
        <p:sp>
          <p:nvSpPr>
            <p:cNvPr id="41" name="Ellipse 40">
              <a:extLst>
                <a:ext uri="{FF2B5EF4-FFF2-40B4-BE49-F238E27FC236}">
                  <a16:creationId xmlns:a16="http://schemas.microsoft.com/office/drawing/2014/main" id="{2D10B3E8-01A6-0A51-DDA5-7A40E81DE134}"/>
                </a:ext>
              </a:extLst>
            </p:cNvPr>
            <p:cNvSpPr>
              <a:spLocks noChangeAspect="1"/>
            </p:cNvSpPr>
            <p:nvPr/>
          </p:nvSpPr>
          <p:spPr>
            <a:xfrm>
              <a:off x="11112985" y="3337996"/>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87" name="Grafik 186">
              <a:extLst>
                <a:ext uri="{FF2B5EF4-FFF2-40B4-BE49-F238E27FC236}">
                  <a16:creationId xmlns:a16="http://schemas.microsoft.com/office/drawing/2014/main" id="{31874EB0-46AB-EC8B-67C9-EC4B19724CA9}"/>
                </a:ext>
              </a:extLst>
            </p:cNvPr>
            <p:cNvPicPr>
              <a:picLocks noChangeAspect="1"/>
            </p:cNvPicPr>
            <p:nvPr/>
          </p:nvPicPr>
          <p:blipFill>
            <a:blip r:embed="rId67">
              <a:extLst>
                <a:ext uri="{28A0092B-C50C-407E-A947-70E740481C1C}">
                  <a14:useLocalDpi xmlns:a14="http://schemas.microsoft.com/office/drawing/2010/main" val="0"/>
                </a:ext>
                <a:ext uri="{96DAC541-7B7A-43D3-8B79-37D633B846F1}">
                  <asvg:svgBlip xmlns:asvg="http://schemas.microsoft.com/office/drawing/2016/SVG/main" r:embed="rId68"/>
                </a:ext>
              </a:extLst>
            </a:blip>
            <a:srcRect/>
            <a:stretch/>
          </p:blipFill>
          <p:spPr>
            <a:xfrm>
              <a:off x="11242425" y="3463996"/>
              <a:ext cx="540000" cy="540000"/>
            </a:xfrm>
            <a:prstGeom prst="rect">
              <a:avLst/>
            </a:prstGeom>
          </p:spPr>
        </p:pic>
      </p:grpSp>
      <p:grpSp>
        <p:nvGrpSpPr>
          <p:cNvPr id="113" name="Gruppieren 112">
            <a:extLst>
              <a:ext uri="{FF2B5EF4-FFF2-40B4-BE49-F238E27FC236}">
                <a16:creationId xmlns:a16="http://schemas.microsoft.com/office/drawing/2014/main" id="{72167E62-4949-83ED-4889-37963B8E968B}"/>
              </a:ext>
            </a:extLst>
          </p:cNvPr>
          <p:cNvGrpSpPr>
            <a:grpSpLocks noChangeAspect="1"/>
          </p:cNvGrpSpPr>
          <p:nvPr/>
        </p:nvGrpSpPr>
        <p:grpSpPr>
          <a:xfrm>
            <a:off x="310237" y="4417582"/>
            <a:ext cx="792000" cy="792000"/>
            <a:chOff x="310237" y="4417582"/>
            <a:chExt cx="792000" cy="792000"/>
          </a:xfrm>
        </p:grpSpPr>
        <p:sp>
          <p:nvSpPr>
            <p:cNvPr id="42" name="Ellipse 41">
              <a:extLst>
                <a:ext uri="{FF2B5EF4-FFF2-40B4-BE49-F238E27FC236}">
                  <a16:creationId xmlns:a16="http://schemas.microsoft.com/office/drawing/2014/main" id="{19CEA7CF-CC2C-6F5D-AA9D-819974EDC24B}"/>
                </a:ext>
              </a:extLst>
            </p:cNvPr>
            <p:cNvSpPr>
              <a:spLocks noChangeAspect="1"/>
            </p:cNvSpPr>
            <p:nvPr/>
          </p:nvSpPr>
          <p:spPr>
            <a:xfrm>
              <a:off x="310237" y="4417582"/>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89" name="Grafik 188">
              <a:extLst>
                <a:ext uri="{FF2B5EF4-FFF2-40B4-BE49-F238E27FC236}">
                  <a16:creationId xmlns:a16="http://schemas.microsoft.com/office/drawing/2014/main" id="{5C125CEF-38C7-A217-0BA1-F8A5EF447906}"/>
                </a:ext>
              </a:extLst>
            </p:cNvPr>
            <p:cNvPicPr>
              <a:picLocks noChangeAspect="1"/>
            </p:cNvPicPr>
            <p:nvPr/>
          </p:nvPicPr>
          <p:blipFill>
            <a:blip r:embed="rId69">
              <a:extLst>
                <a:ext uri="{28A0092B-C50C-407E-A947-70E740481C1C}">
                  <a14:useLocalDpi xmlns:a14="http://schemas.microsoft.com/office/drawing/2010/main" val="0"/>
                </a:ext>
                <a:ext uri="{96DAC541-7B7A-43D3-8B79-37D633B846F1}">
                  <asvg:svgBlip xmlns:asvg="http://schemas.microsoft.com/office/drawing/2016/SVG/main" r:embed="rId70"/>
                </a:ext>
              </a:extLst>
            </a:blip>
            <a:srcRect/>
            <a:stretch/>
          </p:blipFill>
          <p:spPr>
            <a:xfrm>
              <a:off x="436237" y="4543582"/>
              <a:ext cx="540000" cy="540000"/>
            </a:xfrm>
            <a:prstGeom prst="rect">
              <a:avLst/>
            </a:prstGeom>
          </p:spPr>
        </p:pic>
      </p:grpSp>
      <p:grpSp>
        <p:nvGrpSpPr>
          <p:cNvPr id="112" name="Gruppieren 111">
            <a:extLst>
              <a:ext uri="{FF2B5EF4-FFF2-40B4-BE49-F238E27FC236}">
                <a16:creationId xmlns:a16="http://schemas.microsoft.com/office/drawing/2014/main" id="{4BB371C4-75B9-B575-3C83-E01540F2AB2E}"/>
              </a:ext>
            </a:extLst>
          </p:cNvPr>
          <p:cNvGrpSpPr>
            <a:grpSpLocks noChangeAspect="1"/>
          </p:cNvGrpSpPr>
          <p:nvPr/>
        </p:nvGrpSpPr>
        <p:grpSpPr>
          <a:xfrm>
            <a:off x="1390512" y="4417582"/>
            <a:ext cx="792000" cy="792000"/>
            <a:chOff x="1390512" y="4417582"/>
            <a:chExt cx="792000" cy="792000"/>
          </a:xfrm>
        </p:grpSpPr>
        <p:sp>
          <p:nvSpPr>
            <p:cNvPr id="43" name="Ellipse 42">
              <a:extLst>
                <a:ext uri="{FF2B5EF4-FFF2-40B4-BE49-F238E27FC236}">
                  <a16:creationId xmlns:a16="http://schemas.microsoft.com/office/drawing/2014/main" id="{0ECC6ED2-9B12-E766-6383-8EA125F9F94C}"/>
                </a:ext>
              </a:extLst>
            </p:cNvPr>
            <p:cNvSpPr>
              <a:spLocks noChangeAspect="1"/>
            </p:cNvSpPr>
            <p:nvPr/>
          </p:nvSpPr>
          <p:spPr>
            <a:xfrm>
              <a:off x="1390512" y="4417582"/>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91" name="Grafik 190">
              <a:extLst>
                <a:ext uri="{FF2B5EF4-FFF2-40B4-BE49-F238E27FC236}">
                  <a16:creationId xmlns:a16="http://schemas.microsoft.com/office/drawing/2014/main" id="{AC421B23-2550-3AB2-1C3E-6C89AC7A6B14}"/>
                </a:ext>
              </a:extLst>
            </p:cNvPr>
            <p:cNvPicPr>
              <a:picLocks noChangeAspect="1"/>
            </p:cNvPicPr>
            <p:nvPr/>
          </p:nvPicPr>
          <p:blipFill>
            <a:blip r:embed="rId71">
              <a:extLst>
                <a:ext uri="{28A0092B-C50C-407E-A947-70E740481C1C}">
                  <a14:useLocalDpi xmlns:a14="http://schemas.microsoft.com/office/drawing/2010/main" val="0"/>
                </a:ext>
                <a:ext uri="{96DAC541-7B7A-43D3-8B79-37D633B846F1}">
                  <asvg:svgBlip xmlns:asvg="http://schemas.microsoft.com/office/drawing/2016/SVG/main" r:embed="rId72"/>
                </a:ext>
              </a:extLst>
            </a:blip>
            <a:srcRect/>
            <a:stretch/>
          </p:blipFill>
          <p:spPr>
            <a:xfrm>
              <a:off x="1516856" y="4543582"/>
              <a:ext cx="540000" cy="540000"/>
            </a:xfrm>
            <a:prstGeom prst="rect">
              <a:avLst/>
            </a:prstGeom>
          </p:spPr>
        </p:pic>
      </p:grpSp>
      <p:grpSp>
        <p:nvGrpSpPr>
          <p:cNvPr id="111" name="Gruppieren 110">
            <a:extLst>
              <a:ext uri="{FF2B5EF4-FFF2-40B4-BE49-F238E27FC236}">
                <a16:creationId xmlns:a16="http://schemas.microsoft.com/office/drawing/2014/main" id="{0786F5DC-167A-9890-6047-C7420A472DBF}"/>
              </a:ext>
            </a:extLst>
          </p:cNvPr>
          <p:cNvGrpSpPr>
            <a:grpSpLocks noChangeAspect="1"/>
          </p:cNvGrpSpPr>
          <p:nvPr/>
        </p:nvGrpSpPr>
        <p:grpSpPr>
          <a:xfrm>
            <a:off x="2470787" y="4417582"/>
            <a:ext cx="792000" cy="792000"/>
            <a:chOff x="2470787" y="4417582"/>
            <a:chExt cx="792000" cy="792000"/>
          </a:xfrm>
        </p:grpSpPr>
        <p:sp>
          <p:nvSpPr>
            <p:cNvPr id="44" name="Ellipse 43">
              <a:extLst>
                <a:ext uri="{FF2B5EF4-FFF2-40B4-BE49-F238E27FC236}">
                  <a16:creationId xmlns:a16="http://schemas.microsoft.com/office/drawing/2014/main" id="{83049C26-E18B-A6A9-5980-C09416E88B00}"/>
                </a:ext>
              </a:extLst>
            </p:cNvPr>
            <p:cNvSpPr>
              <a:spLocks noChangeAspect="1"/>
            </p:cNvSpPr>
            <p:nvPr/>
          </p:nvSpPr>
          <p:spPr>
            <a:xfrm>
              <a:off x="2470787" y="4417582"/>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93" name="Grafik 192">
              <a:extLst>
                <a:ext uri="{FF2B5EF4-FFF2-40B4-BE49-F238E27FC236}">
                  <a16:creationId xmlns:a16="http://schemas.microsoft.com/office/drawing/2014/main" id="{B62C1834-9E58-4B55-A9F6-E11B2A0F3A02}"/>
                </a:ext>
              </a:extLst>
            </p:cNvPr>
            <p:cNvPicPr>
              <a:picLocks noChangeAspect="1"/>
            </p:cNvPicPr>
            <p:nvPr/>
          </p:nvPicPr>
          <p:blipFill>
            <a:blip r:embed="rId73">
              <a:extLst>
                <a:ext uri="{28A0092B-C50C-407E-A947-70E740481C1C}">
                  <a14:useLocalDpi xmlns:a14="http://schemas.microsoft.com/office/drawing/2010/main" val="0"/>
                </a:ext>
                <a:ext uri="{96DAC541-7B7A-43D3-8B79-37D633B846F1}">
                  <asvg:svgBlip xmlns:asvg="http://schemas.microsoft.com/office/drawing/2016/SVG/main" r:embed="rId74"/>
                </a:ext>
              </a:extLst>
            </a:blip>
            <a:srcRect/>
            <a:stretch/>
          </p:blipFill>
          <p:spPr>
            <a:xfrm>
              <a:off x="2597475" y="4543582"/>
              <a:ext cx="540000" cy="540000"/>
            </a:xfrm>
            <a:prstGeom prst="rect">
              <a:avLst/>
            </a:prstGeom>
          </p:spPr>
        </p:pic>
      </p:grpSp>
      <p:grpSp>
        <p:nvGrpSpPr>
          <p:cNvPr id="109" name="Gruppieren 108">
            <a:extLst>
              <a:ext uri="{FF2B5EF4-FFF2-40B4-BE49-F238E27FC236}">
                <a16:creationId xmlns:a16="http://schemas.microsoft.com/office/drawing/2014/main" id="{11CCB8FD-865B-C95E-E5ED-69E74CE87690}"/>
              </a:ext>
            </a:extLst>
          </p:cNvPr>
          <p:cNvGrpSpPr>
            <a:grpSpLocks noChangeAspect="1"/>
          </p:cNvGrpSpPr>
          <p:nvPr/>
        </p:nvGrpSpPr>
        <p:grpSpPr>
          <a:xfrm>
            <a:off x="3551062" y="4417582"/>
            <a:ext cx="792000" cy="792000"/>
            <a:chOff x="3551062" y="4417582"/>
            <a:chExt cx="792000" cy="792000"/>
          </a:xfrm>
        </p:grpSpPr>
        <p:sp>
          <p:nvSpPr>
            <p:cNvPr id="45" name="Ellipse 44">
              <a:extLst>
                <a:ext uri="{FF2B5EF4-FFF2-40B4-BE49-F238E27FC236}">
                  <a16:creationId xmlns:a16="http://schemas.microsoft.com/office/drawing/2014/main" id="{815DD98F-FCD0-4586-4D15-73C12279A55A}"/>
                </a:ext>
              </a:extLst>
            </p:cNvPr>
            <p:cNvSpPr>
              <a:spLocks noChangeAspect="1"/>
            </p:cNvSpPr>
            <p:nvPr/>
          </p:nvSpPr>
          <p:spPr>
            <a:xfrm>
              <a:off x="3551062" y="4417582"/>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95" name="Grafik 194">
              <a:extLst>
                <a:ext uri="{FF2B5EF4-FFF2-40B4-BE49-F238E27FC236}">
                  <a16:creationId xmlns:a16="http://schemas.microsoft.com/office/drawing/2014/main" id="{736CCD2F-7A8A-E24A-01EF-708A039863A5}"/>
                </a:ext>
              </a:extLst>
            </p:cNvPr>
            <p:cNvPicPr>
              <a:picLocks noChangeAspect="1"/>
            </p:cNvPicPr>
            <p:nvPr/>
          </p:nvPicPr>
          <p:blipFill>
            <a:blip r:embed="rId75">
              <a:extLst>
                <a:ext uri="{28A0092B-C50C-407E-A947-70E740481C1C}">
                  <a14:useLocalDpi xmlns:a14="http://schemas.microsoft.com/office/drawing/2010/main" val="0"/>
                </a:ext>
                <a:ext uri="{96DAC541-7B7A-43D3-8B79-37D633B846F1}">
                  <asvg:svgBlip xmlns:asvg="http://schemas.microsoft.com/office/drawing/2016/SVG/main" r:embed="rId76"/>
                </a:ext>
              </a:extLst>
            </a:blip>
            <a:srcRect/>
            <a:stretch/>
          </p:blipFill>
          <p:spPr>
            <a:xfrm>
              <a:off x="3678094" y="4543582"/>
              <a:ext cx="540000" cy="540000"/>
            </a:xfrm>
            <a:prstGeom prst="rect">
              <a:avLst/>
            </a:prstGeom>
          </p:spPr>
        </p:pic>
      </p:grpSp>
      <p:grpSp>
        <p:nvGrpSpPr>
          <p:cNvPr id="108" name="Gruppieren 107">
            <a:extLst>
              <a:ext uri="{FF2B5EF4-FFF2-40B4-BE49-F238E27FC236}">
                <a16:creationId xmlns:a16="http://schemas.microsoft.com/office/drawing/2014/main" id="{0C6A319D-3C96-9CA5-EF3E-52C473BA86CE}"/>
              </a:ext>
            </a:extLst>
          </p:cNvPr>
          <p:cNvGrpSpPr>
            <a:grpSpLocks noChangeAspect="1"/>
          </p:cNvGrpSpPr>
          <p:nvPr/>
        </p:nvGrpSpPr>
        <p:grpSpPr>
          <a:xfrm>
            <a:off x="4631337" y="4417582"/>
            <a:ext cx="792000" cy="792000"/>
            <a:chOff x="4631337" y="4417582"/>
            <a:chExt cx="792000" cy="792000"/>
          </a:xfrm>
        </p:grpSpPr>
        <p:sp>
          <p:nvSpPr>
            <p:cNvPr id="46" name="Ellipse 45">
              <a:extLst>
                <a:ext uri="{FF2B5EF4-FFF2-40B4-BE49-F238E27FC236}">
                  <a16:creationId xmlns:a16="http://schemas.microsoft.com/office/drawing/2014/main" id="{B29BD6F3-A587-E8C7-08D8-DBB58EE5A2D8}"/>
                </a:ext>
              </a:extLst>
            </p:cNvPr>
            <p:cNvSpPr>
              <a:spLocks noChangeAspect="1"/>
            </p:cNvSpPr>
            <p:nvPr/>
          </p:nvSpPr>
          <p:spPr>
            <a:xfrm>
              <a:off x="4631337" y="4417582"/>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97" name="Grafik 196">
              <a:extLst>
                <a:ext uri="{FF2B5EF4-FFF2-40B4-BE49-F238E27FC236}">
                  <a16:creationId xmlns:a16="http://schemas.microsoft.com/office/drawing/2014/main" id="{A6706342-805D-2FC5-7FE7-08FAC9B27162}"/>
                </a:ext>
              </a:extLst>
            </p:cNvPr>
            <p:cNvPicPr>
              <a:picLocks noChangeAspect="1"/>
            </p:cNvPicPr>
            <p:nvPr/>
          </p:nvPicPr>
          <p:blipFill>
            <a:blip r:embed="rId77">
              <a:extLst>
                <a:ext uri="{28A0092B-C50C-407E-A947-70E740481C1C}">
                  <a14:useLocalDpi xmlns:a14="http://schemas.microsoft.com/office/drawing/2010/main" val="0"/>
                </a:ext>
                <a:ext uri="{96DAC541-7B7A-43D3-8B79-37D633B846F1}">
                  <asvg:svgBlip xmlns:asvg="http://schemas.microsoft.com/office/drawing/2016/SVG/main" r:embed="rId78"/>
                </a:ext>
              </a:extLst>
            </a:blip>
            <a:srcRect/>
            <a:stretch/>
          </p:blipFill>
          <p:spPr>
            <a:xfrm>
              <a:off x="4758713" y="4543582"/>
              <a:ext cx="540000" cy="540000"/>
            </a:xfrm>
            <a:prstGeom prst="rect">
              <a:avLst/>
            </a:prstGeom>
          </p:spPr>
        </p:pic>
      </p:grpSp>
      <p:grpSp>
        <p:nvGrpSpPr>
          <p:cNvPr id="107" name="Gruppieren 106">
            <a:extLst>
              <a:ext uri="{FF2B5EF4-FFF2-40B4-BE49-F238E27FC236}">
                <a16:creationId xmlns:a16="http://schemas.microsoft.com/office/drawing/2014/main" id="{D0FE3679-1A20-96F7-924E-04123F56D651}"/>
              </a:ext>
            </a:extLst>
          </p:cNvPr>
          <p:cNvGrpSpPr>
            <a:grpSpLocks noChangeAspect="1"/>
          </p:cNvGrpSpPr>
          <p:nvPr/>
        </p:nvGrpSpPr>
        <p:grpSpPr>
          <a:xfrm>
            <a:off x="5711612" y="4417582"/>
            <a:ext cx="792000" cy="792000"/>
            <a:chOff x="5711612" y="4417582"/>
            <a:chExt cx="792000" cy="792000"/>
          </a:xfrm>
        </p:grpSpPr>
        <p:sp>
          <p:nvSpPr>
            <p:cNvPr id="47" name="Ellipse 46">
              <a:extLst>
                <a:ext uri="{FF2B5EF4-FFF2-40B4-BE49-F238E27FC236}">
                  <a16:creationId xmlns:a16="http://schemas.microsoft.com/office/drawing/2014/main" id="{0ECA4A79-D3FB-A878-32C1-6815816A0004}"/>
                </a:ext>
              </a:extLst>
            </p:cNvPr>
            <p:cNvSpPr>
              <a:spLocks noChangeAspect="1"/>
            </p:cNvSpPr>
            <p:nvPr/>
          </p:nvSpPr>
          <p:spPr>
            <a:xfrm>
              <a:off x="5711612" y="4417582"/>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199" name="Grafik 198">
              <a:extLst>
                <a:ext uri="{FF2B5EF4-FFF2-40B4-BE49-F238E27FC236}">
                  <a16:creationId xmlns:a16="http://schemas.microsoft.com/office/drawing/2014/main" id="{1C19460F-C0DE-0B91-EC7F-9D057FF09086}"/>
                </a:ext>
              </a:extLst>
            </p:cNvPr>
            <p:cNvPicPr>
              <a:picLocks noChangeAspect="1"/>
            </p:cNvPicPr>
            <p:nvPr/>
          </p:nvPicPr>
          <p:blipFill>
            <a:blip r:embed="rId79">
              <a:extLst>
                <a:ext uri="{28A0092B-C50C-407E-A947-70E740481C1C}">
                  <a14:useLocalDpi xmlns:a14="http://schemas.microsoft.com/office/drawing/2010/main" val="0"/>
                </a:ext>
                <a:ext uri="{96DAC541-7B7A-43D3-8B79-37D633B846F1}">
                  <asvg:svgBlip xmlns:asvg="http://schemas.microsoft.com/office/drawing/2016/SVG/main" r:embed="rId80"/>
                </a:ext>
              </a:extLst>
            </a:blip>
            <a:srcRect/>
            <a:stretch/>
          </p:blipFill>
          <p:spPr>
            <a:xfrm>
              <a:off x="5839332" y="4543582"/>
              <a:ext cx="540000" cy="540000"/>
            </a:xfrm>
            <a:prstGeom prst="rect">
              <a:avLst/>
            </a:prstGeom>
          </p:spPr>
        </p:pic>
      </p:grpSp>
      <p:grpSp>
        <p:nvGrpSpPr>
          <p:cNvPr id="106" name="Gruppieren 105">
            <a:extLst>
              <a:ext uri="{FF2B5EF4-FFF2-40B4-BE49-F238E27FC236}">
                <a16:creationId xmlns:a16="http://schemas.microsoft.com/office/drawing/2014/main" id="{6A650859-B689-D2A2-6CF7-85AB190F8550}"/>
              </a:ext>
            </a:extLst>
          </p:cNvPr>
          <p:cNvGrpSpPr>
            <a:grpSpLocks noChangeAspect="1"/>
          </p:cNvGrpSpPr>
          <p:nvPr/>
        </p:nvGrpSpPr>
        <p:grpSpPr>
          <a:xfrm>
            <a:off x="6791887" y="4417582"/>
            <a:ext cx="792000" cy="792000"/>
            <a:chOff x="6791887" y="4417582"/>
            <a:chExt cx="792000" cy="792000"/>
          </a:xfrm>
        </p:grpSpPr>
        <p:sp>
          <p:nvSpPr>
            <p:cNvPr id="48" name="Ellipse 47">
              <a:extLst>
                <a:ext uri="{FF2B5EF4-FFF2-40B4-BE49-F238E27FC236}">
                  <a16:creationId xmlns:a16="http://schemas.microsoft.com/office/drawing/2014/main" id="{13AA9219-79E1-5FE1-F426-B01D9B50E840}"/>
                </a:ext>
              </a:extLst>
            </p:cNvPr>
            <p:cNvSpPr>
              <a:spLocks noChangeAspect="1"/>
            </p:cNvSpPr>
            <p:nvPr/>
          </p:nvSpPr>
          <p:spPr>
            <a:xfrm>
              <a:off x="6791887" y="4417582"/>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201" name="Grafik 200">
              <a:extLst>
                <a:ext uri="{FF2B5EF4-FFF2-40B4-BE49-F238E27FC236}">
                  <a16:creationId xmlns:a16="http://schemas.microsoft.com/office/drawing/2014/main" id="{0CB10489-4607-F295-1938-963BB690F1C9}"/>
                </a:ext>
              </a:extLst>
            </p:cNvPr>
            <p:cNvPicPr>
              <a:picLocks noChangeAspect="1"/>
            </p:cNvPicPr>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rcRect/>
            <a:stretch/>
          </p:blipFill>
          <p:spPr>
            <a:xfrm>
              <a:off x="6919951" y="4543582"/>
              <a:ext cx="540000" cy="540000"/>
            </a:xfrm>
            <a:prstGeom prst="rect">
              <a:avLst/>
            </a:prstGeom>
          </p:spPr>
        </p:pic>
      </p:grpSp>
      <p:grpSp>
        <p:nvGrpSpPr>
          <p:cNvPr id="105" name="Gruppieren 104">
            <a:extLst>
              <a:ext uri="{FF2B5EF4-FFF2-40B4-BE49-F238E27FC236}">
                <a16:creationId xmlns:a16="http://schemas.microsoft.com/office/drawing/2014/main" id="{95A68B23-8A7D-F6ED-134F-3F261E58738A}"/>
              </a:ext>
            </a:extLst>
          </p:cNvPr>
          <p:cNvGrpSpPr>
            <a:grpSpLocks noChangeAspect="1"/>
          </p:cNvGrpSpPr>
          <p:nvPr/>
        </p:nvGrpSpPr>
        <p:grpSpPr>
          <a:xfrm>
            <a:off x="7872162" y="4417582"/>
            <a:ext cx="792000" cy="792000"/>
            <a:chOff x="7872162" y="4417582"/>
            <a:chExt cx="792000" cy="792000"/>
          </a:xfrm>
        </p:grpSpPr>
        <p:sp>
          <p:nvSpPr>
            <p:cNvPr id="49" name="Ellipse 48">
              <a:extLst>
                <a:ext uri="{FF2B5EF4-FFF2-40B4-BE49-F238E27FC236}">
                  <a16:creationId xmlns:a16="http://schemas.microsoft.com/office/drawing/2014/main" id="{A88DB363-EBDD-2F38-CBD4-B5B3B477B356}"/>
                </a:ext>
              </a:extLst>
            </p:cNvPr>
            <p:cNvSpPr>
              <a:spLocks noChangeAspect="1"/>
            </p:cNvSpPr>
            <p:nvPr/>
          </p:nvSpPr>
          <p:spPr>
            <a:xfrm>
              <a:off x="7872162" y="4417582"/>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203" name="Grafik 202">
              <a:extLst>
                <a:ext uri="{FF2B5EF4-FFF2-40B4-BE49-F238E27FC236}">
                  <a16:creationId xmlns:a16="http://schemas.microsoft.com/office/drawing/2014/main" id="{503618FA-A3F5-4576-007B-9B6B6CCF6A65}"/>
                </a:ext>
              </a:extLst>
            </p:cNvPr>
            <p:cNvPicPr>
              <a:picLocks noChangeAspect="1"/>
            </p:cNvPicPr>
            <p:nvPr/>
          </p:nvPicPr>
          <p:blipFill>
            <a:blip r:embed="rId83">
              <a:extLst>
                <a:ext uri="{28A0092B-C50C-407E-A947-70E740481C1C}">
                  <a14:useLocalDpi xmlns:a14="http://schemas.microsoft.com/office/drawing/2010/main" val="0"/>
                </a:ext>
                <a:ext uri="{96DAC541-7B7A-43D3-8B79-37D633B846F1}">
                  <asvg:svgBlip xmlns:asvg="http://schemas.microsoft.com/office/drawing/2016/SVG/main" r:embed="rId84"/>
                </a:ext>
              </a:extLst>
            </a:blip>
            <a:srcRect/>
            <a:stretch/>
          </p:blipFill>
          <p:spPr>
            <a:xfrm>
              <a:off x="8000570" y="4543582"/>
              <a:ext cx="540000" cy="540000"/>
            </a:xfrm>
            <a:prstGeom prst="rect">
              <a:avLst/>
            </a:prstGeom>
          </p:spPr>
        </p:pic>
      </p:grpSp>
      <p:grpSp>
        <p:nvGrpSpPr>
          <p:cNvPr id="104" name="Gruppieren 103">
            <a:extLst>
              <a:ext uri="{FF2B5EF4-FFF2-40B4-BE49-F238E27FC236}">
                <a16:creationId xmlns:a16="http://schemas.microsoft.com/office/drawing/2014/main" id="{FAAD7615-F403-0B92-56DD-3A6395D5EE1E}"/>
              </a:ext>
            </a:extLst>
          </p:cNvPr>
          <p:cNvGrpSpPr>
            <a:grpSpLocks noChangeAspect="1"/>
          </p:cNvGrpSpPr>
          <p:nvPr/>
        </p:nvGrpSpPr>
        <p:grpSpPr>
          <a:xfrm>
            <a:off x="8952437" y="4417582"/>
            <a:ext cx="792000" cy="792000"/>
            <a:chOff x="8952437" y="4417582"/>
            <a:chExt cx="792000" cy="792000"/>
          </a:xfrm>
        </p:grpSpPr>
        <p:sp>
          <p:nvSpPr>
            <p:cNvPr id="50" name="Ellipse 49">
              <a:extLst>
                <a:ext uri="{FF2B5EF4-FFF2-40B4-BE49-F238E27FC236}">
                  <a16:creationId xmlns:a16="http://schemas.microsoft.com/office/drawing/2014/main" id="{3BBBB00B-7DB4-5835-7293-444C06FEF659}"/>
                </a:ext>
              </a:extLst>
            </p:cNvPr>
            <p:cNvSpPr>
              <a:spLocks noChangeAspect="1"/>
            </p:cNvSpPr>
            <p:nvPr/>
          </p:nvSpPr>
          <p:spPr>
            <a:xfrm>
              <a:off x="8952437" y="4417582"/>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205" name="Grafik 204">
              <a:extLst>
                <a:ext uri="{FF2B5EF4-FFF2-40B4-BE49-F238E27FC236}">
                  <a16:creationId xmlns:a16="http://schemas.microsoft.com/office/drawing/2014/main" id="{E1004AEA-D8D6-A303-5854-97E9A0A5F844}"/>
                </a:ext>
              </a:extLst>
            </p:cNvPr>
            <p:cNvPicPr>
              <a:picLocks noChangeAspect="1"/>
            </p:cNvPicPr>
            <p:nvPr/>
          </p:nvPicPr>
          <p:blipFill>
            <a:blip r:embed="rId85">
              <a:extLst>
                <a:ext uri="{28A0092B-C50C-407E-A947-70E740481C1C}">
                  <a14:useLocalDpi xmlns:a14="http://schemas.microsoft.com/office/drawing/2010/main" val="0"/>
                </a:ext>
                <a:ext uri="{96DAC541-7B7A-43D3-8B79-37D633B846F1}">
                  <asvg:svgBlip xmlns:asvg="http://schemas.microsoft.com/office/drawing/2016/SVG/main" r:embed="rId86"/>
                </a:ext>
              </a:extLst>
            </a:blip>
            <a:srcRect/>
            <a:stretch/>
          </p:blipFill>
          <p:spPr>
            <a:xfrm>
              <a:off x="9081189" y="4543582"/>
              <a:ext cx="540000" cy="540000"/>
            </a:xfrm>
            <a:prstGeom prst="rect">
              <a:avLst/>
            </a:prstGeom>
          </p:spPr>
        </p:pic>
      </p:grpSp>
      <p:grpSp>
        <p:nvGrpSpPr>
          <p:cNvPr id="103" name="Gruppieren 102">
            <a:extLst>
              <a:ext uri="{FF2B5EF4-FFF2-40B4-BE49-F238E27FC236}">
                <a16:creationId xmlns:a16="http://schemas.microsoft.com/office/drawing/2014/main" id="{13436727-9684-EFFF-088D-77F83900ABC3}"/>
              </a:ext>
            </a:extLst>
          </p:cNvPr>
          <p:cNvGrpSpPr>
            <a:grpSpLocks noChangeAspect="1"/>
          </p:cNvGrpSpPr>
          <p:nvPr/>
        </p:nvGrpSpPr>
        <p:grpSpPr>
          <a:xfrm>
            <a:off x="10032712" y="4417582"/>
            <a:ext cx="792000" cy="792000"/>
            <a:chOff x="10032712" y="4417582"/>
            <a:chExt cx="792000" cy="792000"/>
          </a:xfrm>
        </p:grpSpPr>
        <p:sp>
          <p:nvSpPr>
            <p:cNvPr id="52" name="Ellipse 51">
              <a:extLst>
                <a:ext uri="{FF2B5EF4-FFF2-40B4-BE49-F238E27FC236}">
                  <a16:creationId xmlns:a16="http://schemas.microsoft.com/office/drawing/2014/main" id="{352DE566-5E0C-70C7-7D6F-872B166C83B2}"/>
                </a:ext>
              </a:extLst>
            </p:cNvPr>
            <p:cNvSpPr>
              <a:spLocks noChangeAspect="1"/>
            </p:cNvSpPr>
            <p:nvPr/>
          </p:nvSpPr>
          <p:spPr>
            <a:xfrm>
              <a:off x="10032712" y="4417582"/>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207" name="Grafik 206">
              <a:extLst>
                <a:ext uri="{FF2B5EF4-FFF2-40B4-BE49-F238E27FC236}">
                  <a16:creationId xmlns:a16="http://schemas.microsoft.com/office/drawing/2014/main" id="{94A4B072-CDDD-BF7E-B1AF-C8FC34B3E15C}"/>
                </a:ext>
              </a:extLst>
            </p:cNvPr>
            <p:cNvPicPr>
              <a:picLocks noChangeAspect="1"/>
            </p:cNvPicPr>
            <p:nvPr/>
          </p:nvPicPr>
          <p:blipFill>
            <a:blip r:embed="rId87">
              <a:extLst>
                <a:ext uri="{28A0092B-C50C-407E-A947-70E740481C1C}">
                  <a14:useLocalDpi xmlns:a14="http://schemas.microsoft.com/office/drawing/2010/main" val="0"/>
                </a:ext>
                <a:ext uri="{96DAC541-7B7A-43D3-8B79-37D633B846F1}">
                  <asvg:svgBlip xmlns:asvg="http://schemas.microsoft.com/office/drawing/2016/SVG/main" r:embed="rId88"/>
                </a:ext>
              </a:extLst>
            </a:blip>
            <a:srcRect/>
            <a:stretch/>
          </p:blipFill>
          <p:spPr>
            <a:xfrm>
              <a:off x="10161808" y="4543582"/>
              <a:ext cx="540000" cy="540000"/>
            </a:xfrm>
            <a:prstGeom prst="rect">
              <a:avLst/>
            </a:prstGeom>
          </p:spPr>
        </p:pic>
      </p:grpSp>
      <p:grpSp>
        <p:nvGrpSpPr>
          <p:cNvPr id="102" name="Gruppieren 101">
            <a:extLst>
              <a:ext uri="{FF2B5EF4-FFF2-40B4-BE49-F238E27FC236}">
                <a16:creationId xmlns:a16="http://schemas.microsoft.com/office/drawing/2014/main" id="{A675E95E-BDDB-3531-15B0-4B9C25D421C3}"/>
              </a:ext>
            </a:extLst>
          </p:cNvPr>
          <p:cNvGrpSpPr>
            <a:grpSpLocks noChangeAspect="1"/>
          </p:cNvGrpSpPr>
          <p:nvPr/>
        </p:nvGrpSpPr>
        <p:grpSpPr>
          <a:xfrm>
            <a:off x="11112985" y="4417582"/>
            <a:ext cx="792000" cy="792000"/>
            <a:chOff x="11112985" y="4417582"/>
            <a:chExt cx="792000" cy="792000"/>
          </a:xfrm>
        </p:grpSpPr>
        <p:sp>
          <p:nvSpPr>
            <p:cNvPr id="53" name="Ellipse 52">
              <a:extLst>
                <a:ext uri="{FF2B5EF4-FFF2-40B4-BE49-F238E27FC236}">
                  <a16:creationId xmlns:a16="http://schemas.microsoft.com/office/drawing/2014/main" id="{216E1593-168A-4F72-04D2-DC4C365B8C34}"/>
                </a:ext>
              </a:extLst>
            </p:cNvPr>
            <p:cNvSpPr>
              <a:spLocks noChangeAspect="1"/>
            </p:cNvSpPr>
            <p:nvPr/>
          </p:nvSpPr>
          <p:spPr>
            <a:xfrm>
              <a:off x="11112985" y="4417582"/>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209" name="Grafik 208">
              <a:extLst>
                <a:ext uri="{FF2B5EF4-FFF2-40B4-BE49-F238E27FC236}">
                  <a16:creationId xmlns:a16="http://schemas.microsoft.com/office/drawing/2014/main" id="{D23A2B87-3F1E-1031-04D7-73F90AC6C284}"/>
                </a:ext>
              </a:extLst>
            </p:cNvPr>
            <p:cNvPicPr>
              <a:picLocks noChangeAspect="1"/>
            </p:cNvPicPr>
            <p:nvPr/>
          </p:nvPicPr>
          <p:blipFill>
            <a:blip r:embed="rId89">
              <a:extLst>
                <a:ext uri="{28A0092B-C50C-407E-A947-70E740481C1C}">
                  <a14:useLocalDpi xmlns:a14="http://schemas.microsoft.com/office/drawing/2010/main" val="0"/>
                </a:ext>
                <a:ext uri="{96DAC541-7B7A-43D3-8B79-37D633B846F1}">
                  <asvg:svgBlip xmlns:asvg="http://schemas.microsoft.com/office/drawing/2016/SVG/main" r:embed="rId90"/>
                </a:ext>
              </a:extLst>
            </a:blip>
            <a:srcRect/>
            <a:stretch/>
          </p:blipFill>
          <p:spPr>
            <a:xfrm>
              <a:off x="11242425" y="4543582"/>
              <a:ext cx="540000" cy="540000"/>
            </a:xfrm>
            <a:prstGeom prst="rect">
              <a:avLst/>
            </a:prstGeom>
          </p:spPr>
        </p:pic>
      </p:grpSp>
      <p:grpSp>
        <p:nvGrpSpPr>
          <p:cNvPr id="114" name="Gruppieren 113">
            <a:extLst>
              <a:ext uri="{FF2B5EF4-FFF2-40B4-BE49-F238E27FC236}">
                <a16:creationId xmlns:a16="http://schemas.microsoft.com/office/drawing/2014/main" id="{D43896B0-FE1B-4813-CD0E-F8695E826210}"/>
              </a:ext>
            </a:extLst>
          </p:cNvPr>
          <p:cNvGrpSpPr>
            <a:grpSpLocks noChangeAspect="1"/>
          </p:cNvGrpSpPr>
          <p:nvPr/>
        </p:nvGrpSpPr>
        <p:grpSpPr>
          <a:xfrm>
            <a:off x="310237" y="5497168"/>
            <a:ext cx="792000" cy="792000"/>
            <a:chOff x="310237" y="5497168"/>
            <a:chExt cx="792000" cy="792000"/>
          </a:xfrm>
        </p:grpSpPr>
        <p:sp>
          <p:nvSpPr>
            <p:cNvPr id="54" name="Ellipse 53">
              <a:extLst>
                <a:ext uri="{FF2B5EF4-FFF2-40B4-BE49-F238E27FC236}">
                  <a16:creationId xmlns:a16="http://schemas.microsoft.com/office/drawing/2014/main" id="{D4BAACAE-677B-B9D5-0229-5C26E7C0F3BB}"/>
                </a:ext>
              </a:extLst>
            </p:cNvPr>
            <p:cNvSpPr>
              <a:spLocks noChangeAspect="1"/>
            </p:cNvSpPr>
            <p:nvPr/>
          </p:nvSpPr>
          <p:spPr>
            <a:xfrm>
              <a:off x="310237" y="5497168"/>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211" name="Grafik 210">
              <a:extLst>
                <a:ext uri="{FF2B5EF4-FFF2-40B4-BE49-F238E27FC236}">
                  <a16:creationId xmlns:a16="http://schemas.microsoft.com/office/drawing/2014/main" id="{9145CF91-1140-B730-3DB9-9A1E690EE29E}"/>
                </a:ext>
              </a:extLst>
            </p:cNvPr>
            <p:cNvPicPr>
              <a:picLocks noChangeAspect="1"/>
            </p:cNvPicPr>
            <p:nvPr/>
          </p:nvPicPr>
          <p:blipFill>
            <a:blip r:embed="rId91">
              <a:extLst>
                <a:ext uri="{28A0092B-C50C-407E-A947-70E740481C1C}">
                  <a14:useLocalDpi xmlns:a14="http://schemas.microsoft.com/office/drawing/2010/main" val="0"/>
                </a:ext>
                <a:ext uri="{96DAC541-7B7A-43D3-8B79-37D633B846F1}">
                  <asvg:svgBlip xmlns:asvg="http://schemas.microsoft.com/office/drawing/2016/SVG/main" r:embed="rId92"/>
                </a:ext>
              </a:extLst>
            </a:blip>
            <a:srcRect/>
            <a:stretch/>
          </p:blipFill>
          <p:spPr>
            <a:xfrm>
              <a:off x="436237" y="5623168"/>
              <a:ext cx="540000" cy="540000"/>
            </a:xfrm>
            <a:prstGeom prst="rect">
              <a:avLst/>
            </a:prstGeom>
          </p:spPr>
        </p:pic>
      </p:grpSp>
      <p:grpSp>
        <p:nvGrpSpPr>
          <p:cNvPr id="115" name="Gruppieren 114">
            <a:extLst>
              <a:ext uri="{FF2B5EF4-FFF2-40B4-BE49-F238E27FC236}">
                <a16:creationId xmlns:a16="http://schemas.microsoft.com/office/drawing/2014/main" id="{1C8E0ACC-0AED-8E2F-EE03-191EE4D898BE}"/>
              </a:ext>
            </a:extLst>
          </p:cNvPr>
          <p:cNvGrpSpPr>
            <a:grpSpLocks noChangeAspect="1"/>
          </p:cNvGrpSpPr>
          <p:nvPr/>
        </p:nvGrpSpPr>
        <p:grpSpPr>
          <a:xfrm>
            <a:off x="1390512" y="5497168"/>
            <a:ext cx="792000" cy="792000"/>
            <a:chOff x="1390512" y="5497168"/>
            <a:chExt cx="792000" cy="792000"/>
          </a:xfrm>
        </p:grpSpPr>
        <p:sp>
          <p:nvSpPr>
            <p:cNvPr id="55" name="Ellipse 54">
              <a:extLst>
                <a:ext uri="{FF2B5EF4-FFF2-40B4-BE49-F238E27FC236}">
                  <a16:creationId xmlns:a16="http://schemas.microsoft.com/office/drawing/2014/main" id="{3F555D54-4673-964C-1A72-6BD9F4CC2393}"/>
                </a:ext>
              </a:extLst>
            </p:cNvPr>
            <p:cNvSpPr>
              <a:spLocks noChangeAspect="1"/>
            </p:cNvSpPr>
            <p:nvPr/>
          </p:nvSpPr>
          <p:spPr>
            <a:xfrm>
              <a:off x="1390512" y="5497168"/>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213" name="Grafik 212">
              <a:extLst>
                <a:ext uri="{FF2B5EF4-FFF2-40B4-BE49-F238E27FC236}">
                  <a16:creationId xmlns:a16="http://schemas.microsoft.com/office/drawing/2014/main" id="{340EA6FB-153E-2B94-67F8-EF14A0846FD8}"/>
                </a:ext>
              </a:extLst>
            </p:cNvPr>
            <p:cNvPicPr>
              <a:picLocks noChangeAspect="1"/>
            </p:cNvPicPr>
            <p:nvPr/>
          </p:nvPicPr>
          <p:blipFill>
            <a:blip r:embed="rId93">
              <a:extLst>
                <a:ext uri="{28A0092B-C50C-407E-A947-70E740481C1C}">
                  <a14:useLocalDpi xmlns:a14="http://schemas.microsoft.com/office/drawing/2010/main" val="0"/>
                </a:ext>
                <a:ext uri="{96DAC541-7B7A-43D3-8B79-37D633B846F1}">
                  <asvg:svgBlip xmlns:asvg="http://schemas.microsoft.com/office/drawing/2016/SVG/main" r:embed="rId94"/>
                </a:ext>
              </a:extLst>
            </a:blip>
            <a:srcRect/>
            <a:stretch/>
          </p:blipFill>
          <p:spPr>
            <a:xfrm>
              <a:off x="1516856" y="5623168"/>
              <a:ext cx="540000" cy="540000"/>
            </a:xfrm>
            <a:prstGeom prst="rect">
              <a:avLst/>
            </a:prstGeom>
          </p:spPr>
        </p:pic>
      </p:grpSp>
      <p:grpSp>
        <p:nvGrpSpPr>
          <p:cNvPr id="116" name="Gruppieren 115">
            <a:extLst>
              <a:ext uri="{FF2B5EF4-FFF2-40B4-BE49-F238E27FC236}">
                <a16:creationId xmlns:a16="http://schemas.microsoft.com/office/drawing/2014/main" id="{B94DE55D-66BB-9922-51DA-EFB8C7C41ECB}"/>
              </a:ext>
            </a:extLst>
          </p:cNvPr>
          <p:cNvGrpSpPr>
            <a:grpSpLocks noChangeAspect="1"/>
          </p:cNvGrpSpPr>
          <p:nvPr/>
        </p:nvGrpSpPr>
        <p:grpSpPr>
          <a:xfrm>
            <a:off x="2470787" y="5497168"/>
            <a:ext cx="792000" cy="792000"/>
            <a:chOff x="2470787" y="5497168"/>
            <a:chExt cx="792000" cy="792000"/>
          </a:xfrm>
        </p:grpSpPr>
        <p:sp>
          <p:nvSpPr>
            <p:cNvPr id="56" name="Ellipse 55">
              <a:extLst>
                <a:ext uri="{FF2B5EF4-FFF2-40B4-BE49-F238E27FC236}">
                  <a16:creationId xmlns:a16="http://schemas.microsoft.com/office/drawing/2014/main" id="{15FD4459-0B1C-FBAD-BADF-A9226D9C19B3}"/>
                </a:ext>
              </a:extLst>
            </p:cNvPr>
            <p:cNvSpPr>
              <a:spLocks noChangeAspect="1"/>
            </p:cNvSpPr>
            <p:nvPr/>
          </p:nvSpPr>
          <p:spPr>
            <a:xfrm>
              <a:off x="2470787" y="5497168"/>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215" name="Grafik 214">
              <a:extLst>
                <a:ext uri="{FF2B5EF4-FFF2-40B4-BE49-F238E27FC236}">
                  <a16:creationId xmlns:a16="http://schemas.microsoft.com/office/drawing/2014/main" id="{214AC675-BF29-A166-4E07-AB7DCD62FAE1}"/>
                </a:ext>
              </a:extLst>
            </p:cNvPr>
            <p:cNvPicPr>
              <a:picLocks noChangeAspect="1"/>
            </p:cNvPicPr>
            <p:nvPr/>
          </p:nvPicPr>
          <p:blipFill>
            <a:blip r:embed="rId95">
              <a:extLst>
                <a:ext uri="{28A0092B-C50C-407E-A947-70E740481C1C}">
                  <a14:useLocalDpi xmlns:a14="http://schemas.microsoft.com/office/drawing/2010/main" val="0"/>
                </a:ext>
                <a:ext uri="{96DAC541-7B7A-43D3-8B79-37D633B846F1}">
                  <asvg:svgBlip xmlns:asvg="http://schemas.microsoft.com/office/drawing/2016/SVG/main" r:embed="rId96"/>
                </a:ext>
              </a:extLst>
            </a:blip>
            <a:srcRect/>
            <a:stretch/>
          </p:blipFill>
          <p:spPr>
            <a:xfrm>
              <a:off x="2597475" y="5623168"/>
              <a:ext cx="540000" cy="540000"/>
            </a:xfrm>
            <a:prstGeom prst="rect">
              <a:avLst/>
            </a:prstGeom>
          </p:spPr>
        </p:pic>
      </p:grpSp>
      <p:grpSp>
        <p:nvGrpSpPr>
          <p:cNvPr id="117" name="Gruppieren 116">
            <a:extLst>
              <a:ext uri="{FF2B5EF4-FFF2-40B4-BE49-F238E27FC236}">
                <a16:creationId xmlns:a16="http://schemas.microsoft.com/office/drawing/2014/main" id="{DED8B493-F8D5-2D02-5672-C2A52969D2E6}"/>
              </a:ext>
            </a:extLst>
          </p:cNvPr>
          <p:cNvGrpSpPr>
            <a:grpSpLocks noChangeAspect="1"/>
          </p:cNvGrpSpPr>
          <p:nvPr/>
        </p:nvGrpSpPr>
        <p:grpSpPr>
          <a:xfrm>
            <a:off x="3551062" y="5497168"/>
            <a:ext cx="792000" cy="792000"/>
            <a:chOff x="3551062" y="5497168"/>
            <a:chExt cx="792000" cy="792000"/>
          </a:xfrm>
        </p:grpSpPr>
        <p:sp>
          <p:nvSpPr>
            <p:cNvPr id="57" name="Ellipse 56">
              <a:extLst>
                <a:ext uri="{FF2B5EF4-FFF2-40B4-BE49-F238E27FC236}">
                  <a16:creationId xmlns:a16="http://schemas.microsoft.com/office/drawing/2014/main" id="{14F6907F-629E-3B58-36E0-607414EF3C56}"/>
                </a:ext>
              </a:extLst>
            </p:cNvPr>
            <p:cNvSpPr>
              <a:spLocks noChangeAspect="1"/>
            </p:cNvSpPr>
            <p:nvPr/>
          </p:nvSpPr>
          <p:spPr>
            <a:xfrm>
              <a:off x="3551062" y="5497168"/>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217" name="Grafik 216">
              <a:extLst>
                <a:ext uri="{FF2B5EF4-FFF2-40B4-BE49-F238E27FC236}">
                  <a16:creationId xmlns:a16="http://schemas.microsoft.com/office/drawing/2014/main" id="{DFEC97F9-97ED-3BEC-6B67-A028674BFA82}"/>
                </a:ext>
              </a:extLst>
            </p:cNvPr>
            <p:cNvPicPr>
              <a:picLocks noChangeAspect="1"/>
            </p:cNvPicPr>
            <p:nvPr/>
          </p:nvPicPr>
          <p:blipFill>
            <a:blip r:embed="rId97">
              <a:extLst>
                <a:ext uri="{28A0092B-C50C-407E-A947-70E740481C1C}">
                  <a14:useLocalDpi xmlns:a14="http://schemas.microsoft.com/office/drawing/2010/main" val="0"/>
                </a:ext>
                <a:ext uri="{96DAC541-7B7A-43D3-8B79-37D633B846F1}">
                  <asvg:svgBlip xmlns:asvg="http://schemas.microsoft.com/office/drawing/2016/SVG/main" r:embed="rId98"/>
                </a:ext>
              </a:extLst>
            </a:blip>
            <a:srcRect/>
            <a:stretch/>
          </p:blipFill>
          <p:spPr>
            <a:xfrm>
              <a:off x="3678094" y="5623168"/>
              <a:ext cx="540000" cy="540000"/>
            </a:xfrm>
            <a:prstGeom prst="rect">
              <a:avLst/>
            </a:prstGeom>
          </p:spPr>
        </p:pic>
      </p:grpSp>
      <p:grpSp>
        <p:nvGrpSpPr>
          <p:cNvPr id="118" name="Gruppieren 117">
            <a:extLst>
              <a:ext uri="{FF2B5EF4-FFF2-40B4-BE49-F238E27FC236}">
                <a16:creationId xmlns:a16="http://schemas.microsoft.com/office/drawing/2014/main" id="{7A84C9DE-E24C-8EB1-2A3E-B51D198D0645}"/>
              </a:ext>
            </a:extLst>
          </p:cNvPr>
          <p:cNvGrpSpPr>
            <a:grpSpLocks noChangeAspect="1"/>
          </p:cNvGrpSpPr>
          <p:nvPr/>
        </p:nvGrpSpPr>
        <p:grpSpPr>
          <a:xfrm>
            <a:off x="4631337" y="5497168"/>
            <a:ext cx="792000" cy="792000"/>
            <a:chOff x="4631337" y="5497168"/>
            <a:chExt cx="792000" cy="792000"/>
          </a:xfrm>
        </p:grpSpPr>
        <p:sp>
          <p:nvSpPr>
            <p:cNvPr id="58" name="Ellipse 57">
              <a:extLst>
                <a:ext uri="{FF2B5EF4-FFF2-40B4-BE49-F238E27FC236}">
                  <a16:creationId xmlns:a16="http://schemas.microsoft.com/office/drawing/2014/main" id="{4DE73833-5C57-B61C-E871-D0AD2EA931BC}"/>
                </a:ext>
              </a:extLst>
            </p:cNvPr>
            <p:cNvSpPr>
              <a:spLocks noChangeAspect="1"/>
            </p:cNvSpPr>
            <p:nvPr/>
          </p:nvSpPr>
          <p:spPr>
            <a:xfrm>
              <a:off x="4631337" y="5497168"/>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219" name="Grafik 218">
              <a:extLst>
                <a:ext uri="{FF2B5EF4-FFF2-40B4-BE49-F238E27FC236}">
                  <a16:creationId xmlns:a16="http://schemas.microsoft.com/office/drawing/2014/main" id="{64609602-4BA7-5920-CC02-61B5EDECC6FC}"/>
                </a:ext>
              </a:extLst>
            </p:cNvPr>
            <p:cNvPicPr>
              <a:picLocks noChangeAspect="1"/>
            </p:cNvPicPr>
            <p:nvPr/>
          </p:nvPicPr>
          <p:blipFill>
            <a:blip r:embed="rId99">
              <a:extLst>
                <a:ext uri="{28A0092B-C50C-407E-A947-70E740481C1C}">
                  <a14:useLocalDpi xmlns:a14="http://schemas.microsoft.com/office/drawing/2010/main" val="0"/>
                </a:ext>
                <a:ext uri="{96DAC541-7B7A-43D3-8B79-37D633B846F1}">
                  <asvg:svgBlip xmlns:asvg="http://schemas.microsoft.com/office/drawing/2016/SVG/main" r:embed="rId100"/>
                </a:ext>
              </a:extLst>
            </a:blip>
            <a:srcRect/>
            <a:stretch/>
          </p:blipFill>
          <p:spPr>
            <a:xfrm>
              <a:off x="4758713" y="5623168"/>
              <a:ext cx="540000" cy="540000"/>
            </a:xfrm>
            <a:prstGeom prst="rect">
              <a:avLst/>
            </a:prstGeom>
          </p:spPr>
        </p:pic>
      </p:grpSp>
      <p:grpSp>
        <p:nvGrpSpPr>
          <p:cNvPr id="119" name="Gruppieren 118">
            <a:extLst>
              <a:ext uri="{FF2B5EF4-FFF2-40B4-BE49-F238E27FC236}">
                <a16:creationId xmlns:a16="http://schemas.microsoft.com/office/drawing/2014/main" id="{CE728ABA-571F-BD6E-BAA4-453A4618C74F}"/>
              </a:ext>
            </a:extLst>
          </p:cNvPr>
          <p:cNvGrpSpPr>
            <a:grpSpLocks noChangeAspect="1"/>
          </p:cNvGrpSpPr>
          <p:nvPr/>
        </p:nvGrpSpPr>
        <p:grpSpPr>
          <a:xfrm>
            <a:off x="5711612" y="5497168"/>
            <a:ext cx="792000" cy="792000"/>
            <a:chOff x="5711612" y="5497168"/>
            <a:chExt cx="792000" cy="792000"/>
          </a:xfrm>
        </p:grpSpPr>
        <p:sp>
          <p:nvSpPr>
            <p:cNvPr id="60" name="Ellipse 59">
              <a:extLst>
                <a:ext uri="{FF2B5EF4-FFF2-40B4-BE49-F238E27FC236}">
                  <a16:creationId xmlns:a16="http://schemas.microsoft.com/office/drawing/2014/main" id="{B22A364D-A8D2-47EC-BACF-7E3FE0ABFA77}"/>
                </a:ext>
              </a:extLst>
            </p:cNvPr>
            <p:cNvSpPr>
              <a:spLocks noChangeAspect="1"/>
            </p:cNvSpPr>
            <p:nvPr/>
          </p:nvSpPr>
          <p:spPr>
            <a:xfrm>
              <a:off x="5711612" y="5497168"/>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223" name="Grafik 222">
              <a:extLst>
                <a:ext uri="{FF2B5EF4-FFF2-40B4-BE49-F238E27FC236}">
                  <a16:creationId xmlns:a16="http://schemas.microsoft.com/office/drawing/2014/main" id="{FE963E10-D7F6-7031-26EA-AFD2AB829611}"/>
                </a:ext>
              </a:extLst>
            </p:cNvPr>
            <p:cNvPicPr>
              <a:picLocks noChangeAspect="1"/>
            </p:cNvPicPr>
            <p:nvPr/>
          </p:nvPicPr>
          <p:blipFill>
            <a:blip r:embed="rId101">
              <a:extLst>
                <a:ext uri="{28A0092B-C50C-407E-A947-70E740481C1C}">
                  <a14:useLocalDpi xmlns:a14="http://schemas.microsoft.com/office/drawing/2010/main" val="0"/>
                </a:ext>
                <a:ext uri="{96DAC541-7B7A-43D3-8B79-37D633B846F1}">
                  <asvg:svgBlip xmlns:asvg="http://schemas.microsoft.com/office/drawing/2016/SVG/main" r:embed="rId102"/>
                </a:ext>
              </a:extLst>
            </a:blip>
            <a:srcRect/>
            <a:stretch/>
          </p:blipFill>
          <p:spPr>
            <a:xfrm>
              <a:off x="5839332" y="5623168"/>
              <a:ext cx="540000" cy="540000"/>
            </a:xfrm>
            <a:prstGeom prst="rect">
              <a:avLst/>
            </a:prstGeom>
          </p:spPr>
        </p:pic>
      </p:grpSp>
      <p:grpSp>
        <p:nvGrpSpPr>
          <p:cNvPr id="120" name="Gruppieren 119">
            <a:extLst>
              <a:ext uri="{FF2B5EF4-FFF2-40B4-BE49-F238E27FC236}">
                <a16:creationId xmlns:a16="http://schemas.microsoft.com/office/drawing/2014/main" id="{3DBE9A85-DDFB-63BC-749D-4341F1691F0A}"/>
              </a:ext>
            </a:extLst>
          </p:cNvPr>
          <p:cNvGrpSpPr>
            <a:grpSpLocks noChangeAspect="1"/>
          </p:cNvGrpSpPr>
          <p:nvPr/>
        </p:nvGrpSpPr>
        <p:grpSpPr>
          <a:xfrm>
            <a:off x="6791887" y="5497168"/>
            <a:ext cx="792000" cy="792000"/>
            <a:chOff x="6791887" y="5497168"/>
            <a:chExt cx="792000" cy="792000"/>
          </a:xfrm>
        </p:grpSpPr>
        <p:sp>
          <p:nvSpPr>
            <p:cNvPr id="61" name="Ellipse 60">
              <a:extLst>
                <a:ext uri="{FF2B5EF4-FFF2-40B4-BE49-F238E27FC236}">
                  <a16:creationId xmlns:a16="http://schemas.microsoft.com/office/drawing/2014/main" id="{9117124F-0896-71C6-3826-E282EC5559AE}"/>
                </a:ext>
              </a:extLst>
            </p:cNvPr>
            <p:cNvSpPr>
              <a:spLocks noChangeAspect="1"/>
            </p:cNvSpPr>
            <p:nvPr/>
          </p:nvSpPr>
          <p:spPr>
            <a:xfrm>
              <a:off x="6791887" y="5497168"/>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225" name="Grafik 224">
              <a:extLst>
                <a:ext uri="{FF2B5EF4-FFF2-40B4-BE49-F238E27FC236}">
                  <a16:creationId xmlns:a16="http://schemas.microsoft.com/office/drawing/2014/main" id="{F9F0F694-86D3-D53C-229D-031B1AB14691}"/>
                </a:ext>
              </a:extLst>
            </p:cNvPr>
            <p:cNvPicPr>
              <a:picLocks noChangeAspect="1"/>
            </p:cNvPicPr>
            <p:nvPr/>
          </p:nvPicPr>
          <p:blipFill>
            <a:blip r:embed="rId103">
              <a:extLst>
                <a:ext uri="{28A0092B-C50C-407E-A947-70E740481C1C}">
                  <a14:useLocalDpi xmlns:a14="http://schemas.microsoft.com/office/drawing/2010/main" val="0"/>
                </a:ext>
                <a:ext uri="{96DAC541-7B7A-43D3-8B79-37D633B846F1}">
                  <asvg:svgBlip xmlns:asvg="http://schemas.microsoft.com/office/drawing/2016/SVG/main" r:embed="rId104"/>
                </a:ext>
              </a:extLst>
            </a:blip>
            <a:srcRect/>
            <a:stretch/>
          </p:blipFill>
          <p:spPr>
            <a:xfrm>
              <a:off x="6919951" y="5623168"/>
              <a:ext cx="540000" cy="540000"/>
            </a:xfrm>
            <a:prstGeom prst="rect">
              <a:avLst/>
            </a:prstGeom>
          </p:spPr>
        </p:pic>
      </p:grpSp>
      <p:grpSp>
        <p:nvGrpSpPr>
          <p:cNvPr id="121" name="Gruppieren 120">
            <a:extLst>
              <a:ext uri="{FF2B5EF4-FFF2-40B4-BE49-F238E27FC236}">
                <a16:creationId xmlns:a16="http://schemas.microsoft.com/office/drawing/2014/main" id="{BD826789-2051-9EE2-79E2-AC784C2444E1}"/>
              </a:ext>
            </a:extLst>
          </p:cNvPr>
          <p:cNvGrpSpPr>
            <a:grpSpLocks noChangeAspect="1"/>
          </p:cNvGrpSpPr>
          <p:nvPr/>
        </p:nvGrpSpPr>
        <p:grpSpPr>
          <a:xfrm>
            <a:off x="7872162" y="5497168"/>
            <a:ext cx="792000" cy="792000"/>
            <a:chOff x="7872162" y="5497168"/>
            <a:chExt cx="792000" cy="792000"/>
          </a:xfrm>
        </p:grpSpPr>
        <p:sp>
          <p:nvSpPr>
            <p:cNvPr id="62" name="Ellipse 61">
              <a:extLst>
                <a:ext uri="{FF2B5EF4-FFF2-40B4-BE49-F238E27FC236}">
                  <a16:creationId xmlns:a16="http://schemas.microsoft.com/office/drawing/2014/main" id="{5C697225-5D62-B7AC-F77D-A055C5BE1F97}"/>
                </a:ext>
              </a:extLst>
            </p:cNvPr>
            <p:cNvSpPr>
              <a:spLocks noChangeAspect="1"/>
            </p:cNvSpPr>
            <p:nvPr/>
          </p:nvSpPr>
          <p:spPr>
            <a:xfrm>
              <a:off x="7872162" y="5497168"/>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227" name="Grafik 226">
              <a:extLst>
                <a:ext uri="{FF2B5EF4-FFF2-40B4-BE49-F238E27FC236}">
                  <a16:creationId xmlns:a16="http://schemas.microsoft.com/office/drawing/2014/main" id="{6138DE7B-289B-9E99-D323-E935970E144A}"/>
                </a:ext>
              </a:extLst>
            </p:cNvPr>
            <p:cNvPicPr>
              <a:picLocks noChangeAspect="1"/>
            </p:cNvPicPr>
            <p:nvPr/>
          </p:nvPicPr>
          <p:blipFill>
            <a:blip r:embed="rId105">
              <a:extLst>
                <a:ext uri="{28A0092B-C50C-407E-A947-70E740481C1C}">
                  <a14:useLocalDpi xmlns:a14="http://schemas.microsoft.com/office/drawing/2010/main" val="0"/>
                </a:ext>
                <a:ext uri="{96DAC541-7B7A-43D3-8B79-37D633B846F1}">
                  <asvg:svgBlip xmlns:asvg="http://schemas.microsoft.com/office/drawing/2016/SVG/main" r:embed="rId106"/>
                </a:ext>
              </a:extLst>
            </a:blip>
            <a:srcRect/>
            <a:stretch/>
          </p:blipFill>
          <p:spPr>
            <a:xfrm>
              <a:off x="8000570" y="5623168"/>
              <a:ext cx="540000" cy="540000"/>
            </a:xfrm>
            <a:prstGeom prst="rect">
              <a:avLst/>
            </a:prstGeom>
          </p:spPr>
        </p:pic>
      </p:grpSp>
      <p:grpSp>
        <p:nvGrpSpPr>
          <p:cNvPr id="122" name="Gruppieren 121">
            <a:extLst>
              <a:ext uri="{FF2B5EF4-FFF2-40B4-BE49-F238E27FC236}">
                <a16:creationId xmlns:a16="http://schemas.microsoft.com/office/drawing/2014/main" id="{93CE5087-8224-B79F-9F7F-5531E4A80327}"/>
              </a:ext>
            </a:extLst>
          </p:cNvPr>
          <p:cNvGrpSpPr>
            <a:grpSpLocks noChangeAspect="1"/>
          </p:cNvGrpSpPr>
          <p:nvPr/>
        </p:nvGrpSpPr>
        <p:grpSpPr>
          <a:xfrm>
            <a:off x="8952437" y="5497168"/>
            <a:ext cx="792000" cy="792000"/>
            <a:chOff x="8952437" y="5497168"/>
            <a:chExt cx="792000" cy="792000"/>
          </a:xfrm>
        </p:grpSpPr>
        <p:sp>
          <p:nvSpPr>
            <p:cNvPr id="63" name="Ellipse 62">
              <a:extLst>
                <a:ext uri="{FF2B5EF4-FFF2-40B4-BE49-F238E27FC236}">
                  <a16:creationId xmlns:a16="http://schemas.microsoft.com/office/drawing/2014/main" id="{A88E6ECB-0008-ED65-8D03-9A7BCDE0CDAC}"/>
                </a:ext>
              </a:extLst>
            </p:cNvPr>
            <p:cNvSpPr>
              <a:spLocks noChangeAspect="1"/>
            </p:cNvSpPr>
            <p:nvPr/>
          </p:nvSpPr>
          <p:spPr>
            <a:xfrm>
              <a:off x="8952437" y="5497168"/>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229" name="Grafik 228">
              <a:extLst>
                <a:ext uri="{FF2B5EF4-FFF2-40B4-BE49-F238E27FC236}">
                  <a16:creationId xmlns:a16="http://schemas.microsoft.com/office/drawing/2014/main" id="{E930B913-2365-DCEF-4E99-E8F3812E638D}"/>
                </a:ext>
              </a:extLst>
            </p:cNvPr>
            <p:cNvPicPr>
              <a:picLocks noChangeAspect="1"/>
            </p:cNvPicPr>
            <p:nvPr/>
          </p:nvPicPr>
          <p:blipFill>
            <a:blip r:embed="rId107">
              <a:extLst>
                <a:ext uri="{28A0092B-C50C-407E-A947-70E740481C1C}">
                  <a14:useLocalDpi xmlns:a14="http://schemas.microsoft.com/office/drawing/2010/main" val="0"/>
                </a:ext>
                <a:ext uri="{96DAC541-7B7A-43D3-8B79-37D633B846F1}">
                  <asvg:svgBlip xmlns:asvg="http://schemas.microsoft.com/office/drawing/2016/SVG/main" r:embed="rId108"/>
                </a:ext>
              </a:extLst>
            </a:blip>
            <a:srcRect/>
            <a:stretch/>
          </p:blipFill>
          <p:spPr>
            <a:xfrm>
              <a:off x="9081189" y="5623168"/>
              <a:ext cx="540000" cy="540000"/>
            </a:xfrm>
            <a:prstGeom prst="rect">
              <a:avLst/>
            </a:prstGeom>
          </p:spPr>
        </p:pic>
      </p:grpSp>
      <p:grpSp>
        <p:nvGrpSpPr>
          <p:cNvPr id="123" name="Gruppieren 122">
            <a:extLst>
              <a:ext uri="{FF2B5EF4-FFF2-40B4-BE49-F238E27FC236}">
                <a16:creationId xmlns:a16="http://schemas.microsoft.com/office/drawing/2014/main" id="{5AE683D7-2777-2C89-DE0E-CAA66B8913C2}"/>
              </a:ext>
            </a:extLst>
          </p:cNvPr>
          <p:cNvGrpSpPr>
            <a:grpSpLocks noChangeAspect="1"/>
          </p:cNvGrpSpPr>
          <p:nvPr/>
        </p:nvGrpSpPr>
        <p:grpSpPr>
          <a:xfrm>
            <a:off x="10032712" y="5497168"/>
            <a:ext cx="792000" cy="792000"/>
            <a:chOff x="10032712" y="5497168"/>
            <a:chExt cx="792000" cy="792000"/>
          </a:xfrm>
        </p:grpSpPr>
        <p:sp>
          <p:nvSpPr>
            <p:cNvPr id="64" name="Ellipse 63">
              <a:extLst>
                <a:ext uri="{FF2B5EF4-FFF2-40B4-BE49-F238E27FC236}">
                  <a16:creationId xmlns:a16="http://schemas.microsoft.com/office/drawing/2014/main" id="{E45F1C3A-3AC3-69C2-6237-A3785C213A5A}"/>
                </a:ext>
              </a:extLst>
            </p:cNvPr>
            <p:cNvSpPr>
              <a:spLocks noChangeAspect="1"/>
            </p:cNvSpPr>
            <p:nvPr/>
          </p:nvSpPr>
          <p:spPr>
            <a:xfrm>
              <a:off x="10032712" y="5497168"/>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231" name="Grafik 230">
              <a:extLst>
                <a:ext uri="{FF2B5EF4-FFF2-40B4-BE49-F238E27FC236}">
                  <a16:creationId xmlns:a16="http://schemas.microsoft.com/office/drawing/2014/main" id="{E6DD0F7D-67C8-3652-5802-BEC197DD6EB8}"/>
                </a:ext>
              </a:extLst>
            </p:cNvPr>
            <p:cNvPicPr>
              <a:picLocks noChangeAspect="1"/>
            </p:cNvPicPr>
            <p:nvPr/>
          </p:nvPicPr>
          <p:blipFill>
            <a:blip r:embed="rId109">
              <a:extLst>
                <a:ext uri="{28A0092B-C50C-407E-A947-70E740481C1C}">
                  <a14:useLocalDpi xmlns:a14="http://schemas.microsoft.com/office/drawing/2010/main" val="0"/>
                </a:ext>
                <a:ext uri="{96DAC541-7B7A-43D3-8B79-37D633B846F1}">
                  <asvg:svgBlip xmlns:asvg="http://schemas.microsoft.com/office/drawing/2016/SVG/main" r:embed="rId110"/>
                </a:ext>
              </a:extLst>
            </a:blip>
            <a:srcRect/>
            <a:stretch/>
          </p:blipFill>
          <p:spPr>
            <a:xfrm>
              <a:off x="10161808" y="5623168"/>
              <a:ext cx="540000" cy="540000"/>
            </a:xfrm>
            <a:prstGeom prst="rect">
              <a:avLst/>
            </a:prstGeom>
          </p:spPr>
        </p:pic>
      </p:grpSp>
      <p:grpSp>
        <p:nvGrpSpPr>
          <p:cNvPr id="124" name="Gruppieren 123">
            <a:extLst>
              <a:ext uri="{FF2B5EF4-FFF2-40B4-BE49-F238E27FC236}">
                <a16:creationId xmlns:a16="http://schemas.microsoft.com/office/drawing/2014/main" id="{DDEA7E89-7AF2-CAC0-89C0-F44F8B6E5A5B}"/>
              </a:ext>
            </a:extLst>
          </p:cNvPr>
          <p:cNvGrpSpPr>
            <a:grpSpLocks noChangeAspect="1"/>
          </p:cNvGrpSpPr>
          <p:nvPr/>
        </p:nvGrpSpPr>
        <p:grpSpPr>
          <a:xfrm>
            <a:off x="11112985" y="5497168"/>
            <a:ext cx="792000" cy="792000"/>
            <a:chOff x="11112985" y="5497168"/>
            <a:chExt cx="792000" cy="792000"/>
          </a:xfrm>
        </p:grpSpPr>
        <p:sp>
          <p:nvSpPr>
            <p:cNvPr id="65" name="Ellipse 64">
              <a:extLst>
                <a:ext uri="{FF2B5EF4-FFF2-40B4-BE49-F238E27FC236}">
                  <a16:creationId xmlns:a16="http://schemas.microsoft.com/office/drawing/2014/main" id="{CDDC0AF2-179B-5F74-E473-454DC1541695}"/>
                </a:ext>
              </a:extLst>
            </p:cNvPr>
            <p:cNvSpPr>
              <a:spLocks noChangeAspect="1"/>
            </p:cNvSpPr>
            <p:nvPr/>
          </p:nvSpPr>
          <p:spPr>
            <a:xfrm>
              <a:off x="11112985" y="5497168"/>
              <a:ext cx="792000" cy="792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08000" tIns="90000" rIns="108000" bIns="90000" rtlCol="0" anchor="t"/>
            <a:lstStyle/>
            <a:p>
              <a:pPr algn="l"/>
              <a:endParaRPr lang="de-CH" sz="1200" dirty="0">
                <a:solidFill>
                  <a:schemeClr val="tx1"/>
                </a:solidFill>
              </a:endParaRPr>
            </a:p>
          </p:txBody>
        </p:sp>
        <p:pic>
          <p:nvPicPr>
            <p:cNvPr id="233" name="Grafik 232">
              <a:extLst>
                <a:ext uri="{FF2B5EF4-FFF2-40B4-BE49-F238E27FC236}">
                  <a16:creationId xmlns:a16="http://schemas.microsoft.com/office/drawing/2014/main" id="{1B2732E8-FFCF-CCBA-8835-5C06D19ABE01}"/>
                </a:ext>
              </a:extLst>
            </p:cNvPr>
            <p:cNvPicPr>
              <a:picLocks noChangeAspect="1"/>
            </p:cNvPicPr>
            <p:nvPr/>
          </p:nvPicPr>
          <p:blipFill>
            <a:blip r:embed="rId111">
              <a:extLst>
                <a:ext uri="{28A0092B-C50C-407E-A947-70E740481C1C}">
                  <a14:useLocalDpi xmlns:a14="http://schemas.microsoft.com/office/drawing/2010/main" val="0"/>
                </a:ext>
                <a:ext uri="{96DAC541-7B7A-43D3-8B79-37D633B846F1}">
                  <asvg:svgBlip xmlns:asvg="http://schemas.microsoft.com/office/drawing/2016/SVG/main" r:embed="rId112"/>
                </a:ext>
              </a:extLst>
            </a:blip>
            <a:srcRect/>
            <a:stretch/>
          </p:blipFill>
          <p:spPr>
            <a:xfrm>
              <a:off x="11242425" y="5623168"/>
              <a:ext cx="540000" cy="540000"/>
            </a:xfrm>
            <a:prstGeom prst="rect">
              <a:avLst/>
            </a:prstGeom>
          </p:spPr>
        </p:pic>
      </p:grpSp>
    </p:spTree>
    <p:extLst>
      <p:ext uri="{BB962C8B-B14F-4D97-AF65-F5344CB8AC3E}">
        <p14:creationId xmlns:p14="http://schemas.microsoft.com/office/powerpoint/2010/main" val="186527341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FBA7D9CD-FAE9-DABB-9A87-104023E0156C}"/>
              </a:ext>
            </a:extLst>
          </p:cNvPr>
          <p:cNvSpPr>
            <a:spLocks noGrp="1"/>
          </p:cNvSpPr>
          <p:nvPr>
            <p:ph type="dt" sz="half" idx="10"/>
          </p:nvPr>
        </p:nvSpPr>
        <p:spPr/>
        <p:txBody>
          <a:bodyPr/>
          <a:lstStyle/>
          <a:p>
            <a:fld id="{E6460A13-4F3A-4829-96AA-21D31DD4CAC9}" type="datetime4">
              <a:rPr lang="de-CH" smtClean="0"/>
              <a:t>8. Februar 2026</a:t>
            </a:fld>
            <a:endParaRPr lang="de-CH" dirty="0"/>
          </a:p>
        </p:txBody>
      </p:sp>
      <p:sp>
        <p:nvSpPr>
          <p:cNvPr id="3" name="Fußzeilenplatzhalter 2">
            <a:extLst>
              <a:ext uri="{FF2B5EF4-FFF2-40B4-BE49-F238E27FC236}">
                <a16:creationId xmlns:a16="http://schemas.microsoft.com/office/drawing/2014/main" id="{BA13293A-5DEA-B8FE-4445-E787C0DEDEE1}"/>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4" name="Foliennummernplatzhalter 3">
            <a:extLst>
              <a:ext uri="{FF2B5EF4-FFF2-40B4-BE49-F238E27FC236}">
                <a16:creationId xmlns:a16="http://schemas.microsoft.com/office/drawing/2014/main" id="{A28B5E0B-C3AB-D454-C050-B4C73701676E}"/>
              </a:ext>
            </a:extLst>
          </p:cNvPr>
          <p:cNvSpPr>
            <a:spLocks noGrp="1"/>
          </p:cNvSpPr>
          <p:nvPr>
            <p:ph type="sldNum" sz="quarter" idx="12"/>
          </p:nvPr>
        </p:nvSpPr>
        <p:spPr/>
        <p:txBody>
          <a:bodyPr/>
          <a:lstStyle/>
          <a:p>
            <a:fld id="{442AD375-037F-43D0-B059-5172DA06796A}" type="slidenum">
              <a:rPr lang="de-CH" smtClean="0"/>
              <a:pPr/>
              <a:t>91</a:t>
            </a:fld>
            <a:endParaRPr lang="de-CH" dirty="0"/>
          </a:p>
        </p:txBody>
      </p:sp>
      <p:sp>
        <p:nvSpPr>
          <p:cNvPr id="5" name="Titel 4">
            <a:extLst>
              <a:ext uri="{FF2B5EF4-FFF2-40B4-BE49-F238E27FC236}">
                <a16:creationId xmlns:a16="http://schemas.microsoft.com/office/drawing/2014/main" id="{6BF08A90-EA80-AEFD-8ACD-B11E74F85B88}"/>
              </a:ext>
            </a:extLst>
          </p:cNvPr>
          <p:cNvSpPr>
            <a:spLocks noGrp="1"/>
          </p:cNvSpPr>
          <p:nvPr>
            <p:ph type="title"/>
          </p:nvPr>
        </p:nvSpPr>
        <p:spPr/>
        <p:txBody>
          <a:bodyPr/>
          <a:lstStyle/>
          <a:p>
            <a:r>
              <a:rPr lang="de-CH" dirty="0"/>
              <a:t>Sound</a:t>
            </a:r>
          </a:p>
        </p:txBody>
      </p:sp>
      <p:pic>
        <p:nvPicPr>
          <p:cNvPr id="6" name="Digital">
            <a:hlinkClick r:id="" action="ppaction://media"/>
            <a:extLst>
              <a:ext uri="{FF2B5EF4-FFF2-40B4-BE49-F238E27FC236}">
                <a16:creationId xmlns:a16="http://schemas.microsoft.com/office/drawing/2014/main" id="{FA89A770-B79B-E193-37AF-8B69078988E1}"/>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2916972" y="3124200"/>
            <a:ext cx="609600" cy="609600"/>
          </a:xfrm>
          <a:prstGeom prst="rect">
            <a:avLst/>
          </a:prstGeom>
        </p:spPr>
      </p:pic>
      <p:pic>
        <p:nvPicPr>
          <p:cNvPr id="7" name="Klassisch">
            <a:hlinkClick r:id="" action="ppaction://media"/>
            <a:extLst>
              <a:ext uri="{FF2B5EF4-FFF2-40B4-BE49-F238E27FC236}">
                <a16:creationId xmlns:a16="http://schemas.microsoft.com/office/drawing/2014/main" id="{6B6D4C4F-0857-8C42-FF0D-4DCA972315AD}"/>
              </a:ext>
            </a:extLst>
          </p:cNvPr>
          <p:cNvPicPr>
            <a:picLocks noChangeAspect="1"/>
          </p:cNvPicPr>
          <p:nvPr>
            <a:audioFile r:link="rId4"/>
            <p:extLst>
              <p:ext uri="{DAA4B4D4-6D71-4841-9C94-3DE7FCFB9230}">
                <p14:media xmlns:p14="http://schemas.microsoft.com/office/powerpoint/2010/main" r:embed="rId3"/>
              </p:ext>
            </p:extLst>
          </p:nvPr>
        </p:nvPicPr>
        <p:blipFill>
          <a:blip r:embed="rId8"/>
          <a:stretch>
            <a:fillRect/>
          </a:stretch>
        </p:blipFill>
        <p:spPr>
          <a:xfrm>
            <a:off x="5819328" y="3124200"/>
            <a:ext cx="609600" cy="609600"/>
          </a:xfrm>
          <a:prstGeom prst="rect">
            <a:avLst/>
          </a:prstGeom>
        </p:spPr>
      </p:pic>
      <p:pic>
        <p:nvPicPr>
          <p:cNvPr id="8" name="Neutral">
            <a:hlinkClick r:id="" action="ppaction://media"/>
            <a:extLst>
              <a:ext uri="{FF2B5EF4-FFF2-40B4-BE49-F238E27FC236}">
                <a16:creationId xmlns:a16="http://schemas.microsoft.com/office/drawing/2014/main" id="{9983CCFC-E3DB-3C08-EC33-C05479B6EB19}"/>
              </a:ext>
            </a:extLst>
          </p:cNvPr>
          <p:cNvPicPr>
            <a:picLocks noChangeAspect="1"/>
          </p:cNvPicPr>
          <p:nvPr>
            <a:audioFile r:link="rId6"/>
            <p:extLst>
              <p:ext uri="{DAA4B4D4-6D71-4841-9C94-3DE7FCFB9230}">
                <p14:media xmlns:p14="http://schemas.microsoft.com/office/powerpoint/2010/main" r:embed="rId5"/>
              </p:ext>
            </p:extLst>
          </p:nvPr>
        </p:nvPicPr>
        <p:blipFill>
          <a:blip r:embed="rId8"/>
          <a:stretch>
            <a:fillRect/>
          </a:stretch>
        </p:blipFill>
        <p:spPr>
          <a:xfrm>
            <a:off x="8578944" y="3124200"/>
            <a:ext cx="609600" cy="609600"/>
          </a:xfrm>
          <a:prstGeom prst="rect">
            <a:avLst/>
          </a:prstGeom>
        </p:spPr>
      </p:pic>
      <p:sp>
        <p:nvSpPr>
          <p:cNvPr id="11" name="Textfeld 10">
            <a:extLst>
              <a:ext uri="{FF2B5EF4-FFF2-40B4-BE49-F238E27FC236}">
                <a16:creationId xmlns:a16="http://schemas.microsoft.com/office/drawing/2014/main" id="{A68EC731-4A14-64DD-41B5-B2AED90345CA}"/>
              </a:ext>
            </a:extLst>
          </p:cNvPr>
          <p:cNvSpPr txBox="1"/>
          <p:nvPr/>
        </p:nvSpPr>
        <p:spPr>
          <a:xfrm>
            <a:off x="2634980" y="2728868"/>
            <a:ext cx="1219252" cy="278731"/>
          </a:xfrm>
          <a:prstGeom prst="rect">
            <a:avLst/>
          </a:prstGeom>
          <a:noFill/>
        </p:spPr>
        <p:txBody>
          <a:bodyPr wrap="square" lIns="0" tIns="0" rIns="0" bIns="0" rtlCol="0">
            <a:spAutoFit/>
          </a:bodyPr>
          <a:lstStyle/>
          <a:p>
            <a:pPr algn="ctr"/>
            <a:r>
              <a:rPr lang="de-CH" sz="1800" dirty="0"/>
              <a:t>Digital</a:t>
            </a:r>
          </a:p>
        </p:txBody>
      </p:sp>
      <p:sp>
        <p:nvSpPr>
          <p:cNvPr id="12" name="Textfeld 11">
            <a:extLst>
              <a:ext uri="{FF2B5EF4-FFF2-40B4-BE49-F238E27FC236}">
                <a16:creationId xmlns:a16="http://schemas.microsoft.com/office/drawing/2014/main" id="{98E57875-96D1-0063-8853-93A8EFCF5D44}"/>
              </a:ext>
            </a:extLst>
          </p:cNvPr>
          <p:cNvSpPr txBox="1"/>
          <p:nvPr/>
        </p:nvSpPr>
        <p:spPr>
          <a:xfrm>
            <a:off x="5514502" y="2716837"/>
            <a:ext cx="1219252" cy="278731"/>
          </a:xfrm>
          <a:prstGeom prst="rect">
            <a:avLst/>
          </a:prstGeom>
          <a:noFill/>
        </p:spPr>
        <p:txBody>
          <a:bodyPr wrap="square" lIns="0" tIns="0" rIns="0" bIns="0" rtlCol="0">
            <a:spAutoFit/>
          </a:bodyPr>
          <a:lstStyle/>
          <a:p>
            <a:pPr algn="ctr"/>
            <a:r>
              <a:rPr lang="de-CH" sz="1800" dirty="0"/>
              <a:t>Klassisch</a:t>
            </a:r>
          </a:p>
        </p:txBody>
      </p:sp>
      <p:sp>
        <p:nvSpPr>
          <p:cNvPr id="13" name="Textfeld 12">
            <a:extLst>
              <a:ext uri="{FF2B5EF4-FFF2-40B4-BE49-F238E27FC236}">
                <a16:creationId xmlns:a16="http://schemas.microsoft.com/office/drawing/2014/main" id="{A3337149-97F0-6A3F-39C9-67533349C7D0}"/>
              </a:ext>
            </a:extLst>
          </p:cNvPr>
          <p:cNvSpPr txBox="1"/>
          <p:nvPr/>
        </p:nvSpPr>
        <p:spPr>
          <a:xfrm>
            <a:off x="8274118" y="2716837"/>
            <a:ext cx="1219252" cy="278731"/>
          </a:xfrm>
          <a:prstGeom prst="rect">
            <a:avLst/>
          </a:prstGeom>
          <a:noFill/>
        </p:spPr>
        <p:txBody>
          <a:bodyPr wrap="square" lIns="0" tIns="0" rIns="0" bIns="0" rtlCol="0">
            <a:spAutoFit/>
          </a:bodyPr>
          <a:lstStyle/>
          <a:p>
            <a:pPr algn="ctr"/>
            <a:r>
              <a:rPr lang="de-CH" sz="1800" dirty="0"/>
              <a:t>Neutral</a:t>
            </a:r>
          </a:p>
        </p:txBody>
      </p:sp>
      <p:grpSp>
        <p:nvGrpSpPr>
          <p:cNvPr id="9" name="Gruppieren 8">
            <a:extLst>
              <a:ext uri="{FF2B5EF4-FFF2-40B4-BE49-F238E27FC236}">
                <a16:creationId xmlns:a16="http://schemas.microsoft.com/office/drawing/2014/main" id="{653EF89A-D58E-27B3-5E1D-B560E07C3269}"/>
              </a:ext>
            </a:extLst>
          </p:cNvPr>
          <p:cNvGrpSpPr/>
          <p:nvPr/>
        </p:nvGrpSpPr>
        <p:grpSpPr>
          <a:xfrm>
            <a:off x="8870648" y="377290"/>
            <a:ext cx="2905609" cy="1316755"/>
            <a:chOff x="8876815" y="2996758"/>
            <a:chExt cx="2905609" cy="1353214"/>
          </a:xfrm>
          <a:solidFill>
            <a:schemeClr val="accent6"/>
          </a:solidFill>
        </p:grpSpPr>
        <p:sp>
          <p:nvSpPr>
            <p:cNvPr id="10" name="Rechteck 9">
              <a:extLst>
                <a:ext uri="{FF2B5EF4-FFF2-40B4-BE49-F238E27FC236}">
                  <a16:creationId xmlns:a16="http://schemas.microsoft.com/office/drawing/2014/main" id="{8AA5D489-5B32-1420-65DB-41113944B93A}"/>
                </a:ext>
              </a:extLst>
            </p:cNvPr>
            <p:cNvSpPr/>
            <p:nvPr/>
          </p:nvSpPr>
          <p:spPr>
            <a:xfrm>
              <a:off x="8876815" y="2996758"/>
              <a:ext cx="2905609" cy="105454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44000" rIns="72000" bIns="72000" rtlCol="0" anchor="t"/>
            <a:lstStyle/>
            <a:p>
              <a:pPr>
                <a:lnSpc>
                  <a:spcPct val="97000"/>
                </a:lnSpc>
              </a:pPr>
              <a:r>
                <a:rPr lang="de-CH" sz="1200" b="1" spc="30" dirty="0">
                  <a:solidFill>
                    <a:schemeClr val="tx1"/>
                  </a:solidFill>
                </a:rPr>
                <a:t>Hinweis</a:t>
              </a:r>
            </a:p>
            <a:p>
              <a:pPr>
                <a:lnSpc>
                  <a:spcPct val="97000"/>
                </a:lnSpc>
              </a:pPr>
              <a:r>
                <a:rPr lang="de-CH" sz="1200" spc="30" dirty="0">
                  <a:solidFill>
                    <a:schemeClr val="tx1"/>
                  </a:solidFill>
                </a:rPr>
                <a:t>Klänge können auf einzelne Folien kopiert und über die Symbolleiste «Wiedergabe» gesteuert werden.</a:t>
              </a:r>
            </a:p>
          </p:txBody>
        </p:sp>
        <p:sp>
          <p:nvSpPr>
            <p:cNvPr id="14" name="Rechtwinkliges Dreieck 13">
              <a:extLst>
                <a:ext uri="{FF2B5EF4-FFF2-40B4-BE49-F238E27FC236}">
                  <a16:creationId xmlns:a16="http://schemas.microsoft.com/office/drawing/2014/main" id="{97DFB226-48C1-7070-9E61-F5A78C5B5FD0}"/>
                </a:ext>
              </a:extLst>
            </p:cNvPr>
            <p:cNvSpPr/>
            <p:nvPr/>
          </p:nvSpPr>
          <p:spPr>
            <a:xfrm flipV="1">
              <a:off x="8876815" y="4034461"/>
              <a:ext cx="315529" cy="315511"/>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spTree>
    <p:extLst>
      <p:ext uri="{BB962C8B-B14F-4D97-AF65-F5344CB8AC3E}">
        <p14:creationId xmlns:p14="http://schemas.microsoft.com/office/powerpoint/2010/main" val="1132653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024" fill="hold"/>
                                        <p:tgtEl>
                                          <p:spTgt spid="6"/>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6336" fill="hold"/>
                                        <p:tgtEl>
                                          <p:spTgt spid="7"/>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588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5" fill="hold" display="0">
                  <p:stCondLst>
                    <p:cond delay="indefinite"/>
                  </p:stCondLst>
                  <p:endCondLst>
                    <p:cond evt="onStopAudio" delay="0">
                      <p:tgtEl>
                        <p:sldTgt/>
                      </p:tgtEl>
                    </p:cond>
                  </p:endCondLst>
                </p:cTn>
                <p:tgtEl>
                  <p:spTgt spid="6"/>
                </p:tgtEl>
              </p:cMediaNode>
            </p:audio>
            <p:audio>
              <p:cMediaNode vol="80000">
                <p:cTn id="16" fill="hold" display="0">
                  <p:stCondLst>
                    <p:cond delay="indefinite"/>
                  </p:stCondLst>
                  <p:endCondLst>
                    <p:cond evt="onStopAudio" delay="0">
                      <p:tgtEl>
                        <p:sldTgt/>
                      </p:tgtEl>
                    </p:cond>
                  </p:endCondLst>
                </p:cTn>
                <p:tgtEl>
                  <p:spTgt spid="7"/>
                </p:tgtEl>
              </p:cMediaNode>
            </p:audio>
            <p:audio>
              <p:cMediaNode vol="80000">
                <p:cTn id="17" fill="hold" display="0">
                  <p:stCondLst>
                    <p:cond delay="indefinite"/>
                  </p:stCondLst>
                  <p:endCondLst>
                    <p:cond evt="onStopAudio" delay="0">
                      <p:tgtEl>
                        <p:sldTgt/>
                      </p:tgtEl>
                    </p:cond>
                  </p:endCondLst>
                </p:cTn>
                <p:tgtEl>
                  <p:spTgt spid="8"/>
                </p:tgtEl>
              </p:cMediaNode>
            </p:audio>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60965C-496B-5F72-C23D-3574D665D771}"/>
              </a:ext>
            </a:extLst>
          </p:cNvPr>
          <p:cNvSpPr>
            <a:spLocks noGrp="1"/>
          </p:cNvSpPr>
          <p:nvPr>
            <p:ph type="title"/>
          </p:nvPr>
        </p:nvSpPr>
        <p:spPr/>
        <p:txBody>
          <a:bodyPr/>
          <a:lstStyle/>
          <a:p>
            <a:r>
              <a:rPr lang="de-CH" dirty="0"/>
              <a:t>Beispielfolie «Navigationsleiste»</a:t>
            </a:r>
          </a:p>
        </p:txBody>
      </p:sp>
      <p:sp>
        <p:nvSpPr>
          <p:cNvPr id="3" name="Inhaltsplatzhalter 2">
            <a:extLst>
              <a:ext uri="{FF2B5EF4-FFF2-40B4-BE49-F238E27FC236}">
                <a16:creationId xmlns:a16="http://schemas.microsoft.com/office/drawing/2014/main" id="{3C717CA1-AC27-8FF4-6DC6-82685C78C5D1}"/>
              </a:ext>
            </a:extLst>
          </p:cNvPr>
          <p:cNvSpPr>
            <a:spLocks noGrp="1"/>
          </p:cNvSpPr>
          <p:nvPr>
            <p:ph idx="1"/>
          </p:nvPr>
        </p:nvSpPr>
        <p:spPr/>
        <p:txBody>
          <a:bodyPr/>
          <a:lstStyle/>
          <a:p>
            <a:r>
              <a:rPr lang="de-CH" dirty="0" err="1"/>
              <a:t>Lorem</a:t>
            </a:r>
            <a:r>
              <a:rPr lang="de-CH" dirty="0"/>
              <a:t> </a:t>
            </a:r>
            <a:r>
              <a:rPr lang="de-CH" dirty="0" err="1"/>
              <a:t>ipsum</a:t>
            </a:r>
            <a:r>
              <a:rPr lang="de-CH" dirty="0"/>
              <a:t> </a:t>
            </a:r>
            <a:r>
              <a:rPr lang="de-CH" dirty="0" err="1"/>
              <a:t>dolor</a:t>
            </a:r>
            <a:r>
              <a:rPr lang="de-CH" dirty="0"/>
              <a:t> </a:t>
            </a:r>
            <a:r>
              <a:rPr lang="de-CH" dirty="0" err="1"/>
              <a:t>sit</a:t>
            </a:r>
            <a:r>
              <a:rPr lang="de-CH" dirty="0"/>
              <a:t> </a:t>
            </a:r>
            <a:r>
              <a:rPr lang="de-CH" dirty="0" err="1"/>
              <a:t>amet</a:t>
            </a:r>
            <a:r>
              <a:rPr lang="de-CH" dirty="0"/>
              <a:t>, </a:t>
            </a:r>
            <a:r>
              <a:rPr lang="de-CH" dirty="0" err="1"/>
              <a:t>consectetuer</a:t>
            </a:r>
            <a:r>
              <a:rPr lang="de-CH" dirty="0"/>
              <a:t> </a:t>
            </a:r>
            <a:r>
              <a:rPr lang="de-CH" dirty="0" err="1"/>
              <a:t>adipiscing</a:t>
            </a:r>
            <a:r>
              <a:rPr lang="de-CH" dirty="0"/>
              <a:t> </a:t>
            </a:r>
            <a:r>
              <a:rPr lang="de-CH" dirty="0" err="1"/>
              <a:t>elit</a:t>
            </a:r>
            <a:r>
              <a:rPr lang="de-CH" dirty="0"/>
              <a:t>. </a:t>
            </a:r>
          </a:p>
          <a:p>
            <a:r>
              <a:rPr lang="de-CH" dirty="0"/>
              <a:t>Maecenas </a:t>
            </a:r>
            <a:r>
              <a:rPr lang="de-CH" dirty="0" err="1"/>
              <a:t>porttitor</a:t>
            </a:r>
            <a:r>
              <a:rPr lang="de-CH" dirty="0"/>
              <a:t> </a:t>
            </a:r>
            <a:r>
              <a:rPr lang="de-CH" dirty="0" err="1"/>
              <a:t>congue</a:t>
            </a:r>
            <a:r>
              <a:rPr lang="de-CH" dirty="0"/>
              <a:t> </a:t>
            </a:r>
            <a:r>
              <a:rPr lang="de-CH" dirty="0" err="1"/>
              <a:t>massa</a:t>
            </a:r>
            <a:r>
              <a:rPr lang="de-CH" dirty="0"/>
              <a:t>. </a:t>
            </a:r>
            <a:r>
              <a:rPr lang="de-CH" dirty="0" err="1"/>
              <a:t>Fusce</a:t>
            </a:r>
            <a:r>
              <a:rPr lang="de-CH" dirty="0"/>
              <a:t> </a:t>
            </a:r>
            <a:r>
              <a:rPr lang="de-CH" dirty="0" err="1"/>
              <a:t>posuere</a:t>
            </a:r>
            <a:r>
              <a:rPr lang="de-CH" dirty="0"/>
              <a:t>, magna sed </a:t>
            </a:r>
            <a:r>
              <a:rPr lang="de-CH" dirty="0" err="1"/>
              <a:t>pulvinar</a:t>
            </a:r>
            <a:r>
              <a:rPr lang="de-CH" dirty="0"/>
              <a:t> </a:t>
            </a:r>
            <a:r>
              <a:rPr lang="de-CH" dirty="0" err="1"/>
              <a:t>ultricies</a:t>
            </a:r>
            <a:r>
              <a:rPr lang="de-CH" dirty="0"/>
              <a:t>, </a:t>
            </a:r>
            <a:r>
              <a:rPr lang="de-CH" dirty="0" err="1"/>
              <a:t>purus</a:t>
            </a:r>
            <a:r>
              <a:rPr lang="de-CH" dirty="0"/>
              <a:t> </a:t>
            </a:r>
            <a:r>
              <a:rPr lang="de-CH" dirty="0" err="1"/>
              <a:t>lectus</a:t>
            </a:r>
            <a:r>
              <a:rPr lang="de-CH" dirty="0"/>
              <a:t> </a:t>
            </a:r>
            <a:r>
              <a:rPr lang="de-CH" dirty="0" err="1"/>
              <a:t>malesuada</a:t>
            </a:r>
            <a:r>
              <a:rPr lang="de-CH" dirty="0"/>
              <a:t> </a:t>
            </a:r>
            <a:r>
              <a:rPr lang="de-CH" dirty="0" err="1"/>
              <a:t>libero</a:t>
            </a:r>
            <a:r>
              <a:rPr lang="de-CH" dirty="0"/>
              <a:t>, </a:t>
            </a:r>
            <a:r>
              <a:rPr lang="de-CH" dirty="0" err="1"/>
              <a:t>sit</a:t>
            </a:r>
            <a:r>
              <a:rPr lang="de-CH" dirty="0"/>
              <a:t> </a:t>
            </a:r>
            <a:r>
              <a:rPr lang="de-CH" dirty="0" err="1"/>
              <a:t>amet</a:t>
            </a:r>
            <a:r>
              <a:rPr lang="de-CH" dirty="0"/>
              <a:t> commodo magna </a:t>
            </a:r>
            <a:r>
              <a:rPr lang="de-CH" dirty="0" err="1"/>
              <a:t>eros</a:t>
            </a:r>
            <a:r>
              <a:rPr lang="de-CH" dirty="0"/>
              <a:t> </a:t>
            </a:r>
            <a:r>
              <a:rPr lang="de-CH" dirty="0" err="1"/>
              <a:t>quis</a:t>
            </a:r>
            <a:r>
              <a:rPr lang="de-CH" dirty="0"/>
              <a:t> </a:t>
            </a:r>
            <a:r>
              <a:rPr lang="de-CH" dirty="0" err="1"/>
              <a:t>urna</a:t>
            </a:r>
            <a:r>
              <a:rPr lang="de-CH" dirty="0"/>
              <a:t>.</a:t>
            </a:r>
          </a:p>
          <a:p>
            <a:endParaRPr lang="de-CH" dirty="0"/>
          </a:p>
          <a:p>
            <a:endParaRPr lang="de-CH" dirty="0"/>
          </a:p>
        </p:txBody>
      </p:sp>
      <p:sp>
        <p:nvSpPr>
          <p:cNvPr id="4" name="Datumsplatzhalter 3">
            <a:extLst>
              <a:ext uri="{FF2B5EF4-FFF2-40B4-BE49-F238E27FC236}">
                <a16:creationId xmlns:a16="http://schemas.microsoft.com/office/drawing/2014/main" id="{C9A26143-E825-9266-7376-E65C331F4377}"/>
              </a:ext>
            </a:extLst>
          </p:cNvPr>
          <p:cNvSpPr>
            <a:spLocks noGrp="1"/>
          </p:cNvSpPr>
          <p:nvPr>
            <p:ph type="dt" sz="half" idx="10"/>
          </p:nvPr>
        </p:nvSpPr>
        <p:spPr/>
        <p:txBody>
          <a:bodyPr/>
          <a:lstStyle/>
          <a:p>
            <a:fld id="{6BA9E279-B2DA-4C6E-A89D-CD86D489B546}" type="datetime4">
              <a:rPr lang="de-CH" smtClean="0"/>
              <a:t>8. Februar 2026</a:t>
            </a:fld>
            <a:endParaRPr lang="de-CH" dirty="0"/>
          </a:p>
        </p:txBody>
      </p:sp>
      <p:sp>
        <p:nvSpPr>
          <p:cNvPr id="5" name="Fußzeilenplatzhalter 4">
            <a:extLst>
              <a:ext uri="{FF2B5EF4-FFF2-40B4-BE49-F238E27FC236}">
                <a16:creationId xmlns:a16="http://schemas.microsoft.com/office/drawing/2014/main" id="{319BBD2B-D890-DEFE-138A-594B9603E9CB}"/>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A5FCF4E0-6B6B-8AB6-DE95-E47E490C23B6}"/>
              </a:ext>
            </a:extLst>
          </p:cNvPr>
          <p:cNvSpPr>
            <a:spLocks noGrp="1"/>
          </p:cNvSpPr>
          <p:nvPr>
            <p:ph type="sldNum" sz="quarter" idx="12"/>
          </p:nvPr>
        </p:nvSpPr>
        <p:spPr/>
        <p:txBody>
          <a:bodyPr/>
          <a:lstStyle/>
          <a:p>
            <a:fld id="{442AD375-037F-43D0-B059-5172DA06796A}" type="slidenum">
              <a:rPr lang="de-CH" smtClean="0"/>
              <a:pPr/>
              <a:t>92</a:t>
            </a:fld>
            <a:endParaRPr lang="de-CH" dirty="0"/>
          </a:p>
        </p:txBody>
      </p:sp>
      <p:sp>
        <p:nvSpPr>
          <p:cNvPr id="7" name="Textfeld 6">
            <a:extLst>
              <a:ext uri="{FF2B5EF4-FFF2-40B4-BE49-F238E27FC236}">
                <a16:creationId xmlns:a16="http://schemas.microsoft.com/office/drawing/2014/main" id="{E52CA1BE-99B9-C773-0B5B-19852FD1ECE2}"/>
              </a:ext>
            </a:extLst>
          </p:cNvPr>
          <p:cNvSpPr txBox="1"/>
          <p:nvPr/>
        </p:nvSpPr>
        <p:spPr>
          <a:xfrm>
            <a:off x="406800" y="1976438"/>
            <a:ext cx="180000" cy="3000734"/>
          </a:xfrm>
          <a:prstGeom prst="rect">
            <a:avLst/>
          </a:prstGeom>
          <a:noFill/>
        </p:spPr>
        <p:txBody>
          <a:bodyPr wrap="square" lIns="0" tIns="0" rIns="0" bIns="0" rtlCol="0" anchor="ctr">
            <a:noAutofit/>
          </a:bodyPr>
          <a:lstStyle/>
          <a:p>
            <a:pPr>
              <a:lnSpc>
                <a:spcPct val="72000"/>
              </a:lnSpc>
            </a:pPr>
            <a:r>
              <a:rPr lang="de-CH" sz="2850" dirty="0"/>
              <a:t>I</a:t>
            </a:r>
          </a:p>
          <a:p>
            <a:pPr>
              <a:lnSpc>
                <a:spcPct val="72000"/>
              </a:lnSpc>
            </a:pPr>
            <a:r>
              <a:rPr lang="de-CH" sz="2850" dirty="0">
                <a:solidFill>
                  <a:schemeClr val="accent2"/>
                </a:solidFill>
              </a:rPr>
              <a:t>I</a:t>
            </a:r>
          </a:p>
          <a:p>
            <a:pPr>
              <a:lnSpc>
                <a:spcPct val="72000"/>
              </a:lnSpc>
            </a:pPr>
            <a:r>
              <a:rPr lang="de-CH" sz="2850" dirty="0">
                <a:solidFill>
                  <a:schemeClr val="accent2"/>
                </a:solidFill>
              </a:rPr>
              <a:t>I</a:t>
            </a:r>
          </a:p>
          <a:p>
            <a:pPr>
              <a:lnSpc>
                <a:spcPct val="72000"/>
              </a:lnSpc>
            </a:pPr>
            <a:r>
              <a:rPr lang="de-CH" sz="2850" dirty="0">
                <a:solidFill>
                  <a:schemeClr val="accent2"/>
                </a:solidFill>
              </a:rPr>
              <a:t>I</a:t>
            </a:r>
          </a:p>
        </p:txBody>
      </p:sp>
      <p:grpSp>
        <p:nvGrpSpPr>
          <p:cNvPr id="11" name="Gruppieren 10">
            <a:extLst>
              <a:ext uri="{FF2B5EF4-FFF2-40B4-BE49-F238E27FC236}">
                <a16:creationId xmlns:a16="http://schemas.microsoft.com/office/drawing/2014/main" id="{4718450C-BFCB-6231-477E-0E8601D24AA3}"/>
              </a:ext>
            </a:extLst>
          </p:cNvPr>
          <p:cNvGrpSpPr/>
          <p:nvPr/>
        </p:nvGrpSpPr>
        <p:grpSpPr>
          <a:xfrm>
            <a:off x="409938" y="4545124"/>
            <a:ext cx="3301653" cy="1530367"/>
            <a:chOff x="409575" y="4454138"/>
            <a:chExt cx="3301653" cy="1530367"/>
          </a:xfrm>
        </p:grpSpPr>
        <p:sp>
          <p:nvSpPr>
            <p:cNvPr id="9" name="Rechteck 8">
              <a:extLst>
                <a:ext uri="{FF2B5EF4-FFF2-40B4-BE49-F238E27FC236}">
                  <a16:creationId xmlns:a16="http://schemas.microsoft.com/office/drawing/2014/main" id="{9333621F-5A9D-51DB-8878-ADC4174DE0A3}"/>
                </a:ext>
              </a:extLst>
            </p:cNvPr>
            <p:cNvSpPr/>
            <p:nvPr/>
          </p:nvSpPr>
          <p:spPr>
            <a:xfrm>
              <a:off x="409575" y="4761148"/>
              <a:ext cx="3301653" cy="122335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44000" rIns="72000" bIns="72000" rtlCol="0" anchor="t"/>
            <a:lstStyle/>
            <a:p>
              <a:pPr>
                <a:lnSpc>
                  <a:spcPct val="97000"/>
                </a:lnSpc>
              </a:pPr>
              <a:r>
                <a:rPr lang="de-CH" sz="1200" b="1" spc="30" dirty="0">
                  <a:solidFill>
                    <a:schemeClr val="tx1"/>
                  </a:solidFill>
                </a:rPr>
                <a:t>Hinweis</a:t>
              </a:r>
            </a:p>
            <a:p>
              <a:pPr>
                <a:lnSpc>
                  <a:spcPct val="97000"/>
                </a:lnSpc>
              </a:pPr>
              <a:r>
                <a:rPr lang="de-CH" sz="1200" spc="30" dirty="0">
                  <a:solidFill>
                    <a:schemeClr val="tx1"/>
                  </a:solidFill>
                </a:rPr>
                <a:t>Navigationsleiste kann mit einem grossen «i» erweitert und über Start &gt; Schriftfarbe  farblich angepasst werden. Sie muss auf jede Seite kopiert werden.</a:t>
              </a:r>
            </a:p>
          </p:txBody>
        </p:sp>
        <p:sp>
          <p:nvSpPr>
            <p:cNvPr id="10" name="Rechtwinkliges Dreieck 9">
              <a:extLst>
                <a:ext uri="{FF2B5EF4-FFF2-40B4-BE49-F238E27FC236}">
                  <a16:creationId xmlns:a16="http://schemas.microsoft.com/office/drawing/2014/main" id="{3D819529-CD1E-7F55-CBBD-92D14416AD93}"/>
                </a:ext>
              </a:extLst>
            </p:cNvPr>
            <p:cNvSpPr/>
            <p:nvPr/>
          </p:nvSpPr>
          <p:spPr>
            <a:xfrm>
              <a:off x="409575" y="4454138"/>
              <a:ext cx="315529" cy="307010"/>
            </a:xfrm>
            <a:prstGeom prst="r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spTree>
    <p:extLst>
      <p:ext uri="{BB962C8B-B14F-4D97-AF65-F5344CB8AC3E}">
        <p14:creationId xmlns:p14="http://schemas.microsoft.com/office/powerpoint/2010/main" val="146944599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60965C-496B-5F72-C23D-3574D665D771}"/>
              </a:ext>
            </a:extLst>
          </p:cNvPr>
          <p:cNvSpPr>
            <a:spLocks noGrp="1"/>
          </p:cNvSpPr>
          <p:nvPr>
            <p:ph type="title"/>
          </p:nvPr>
        </p:nvSpPr>
        <p:spPr/>
        <p:txBody>
          <a:bodyPr/>
          <a:lstStyle/>
          <a:p>
            <a:r>
              <a:rPr lang="de-CH" dirty="0"/>
              <a:t>Beispielfolie «Navigationsleiste»</a:t>
            </a:r>
          </a:p>
        </p:txBody>
      </p:sp>
      <p:sp>
        <p:nvSpPr>
          <p:cNvPr id="3" name="Inhaltsplatzhalter 2">
            <a:extLst>
              <a:ext uri="{FF2B5EF4-FFF2-40B4-BE49-F238E27FC236}">
                <a16:creationId xmlns:a16="http://schemas.microsoft.com/office/drawing/2014/main" id="{3C717CA1-AC27-8FF4-6DC6-82685C78C5D1}"/>
              </a:ext>
            </a:extLst>
          </p:cNvPr>
          <p:cNvSpPr>
            <a:spLocks noGrp="1"/>
          </p:cNvSpPr>
          <p:nvPr>
            <p:ph idx="1"/>
          </p:nvPr>
        </p:nvSpPr>
        <p:spPr/>
        <p:txBody>
          <a:bodyPr/>
          <a:lstStyle/>
          <a:p>
            <a:r>
              <a:rPr lang="de-CH" dirty="0"/>
              <a:t>Lorem </a:t>
            </a:r>
            <a:r>
              <a:rPr lang="de-CH" dirty="0" err="1"/>
              <a:t>ipsum</a:t>
            </a:r>
            <a:r>
              <a:rPr lang="de-CH" dirty="0"/>
              <a:t> </a:t>
            </a:r>
            <a:r>
              <a:rPr lang="de-CH" dirty="0" err="1"/>
              <a:t>dolor</a:t>
            </a:r>
            <a:r>
              <a:rPr lang="de-CH" dirty="0"/>
              <a:t> </a:t>
            </a:r>
            <a:r>
              <a:rPr lang="de-CH" dirty="0" err="1"/>
              <a:t>sit</a:t>
            </a:r>
            <a:r>
              <a:rPr lang="de-CH" dirty="0"/>
              <a:t> </a:t>
            </a:r>
            <a:r>
              <a:rPr lang="de-CH" dirty="0" err="1"/>
              <a:t>amet</a:t>
            </a:r>
            <a:r>
              <a:rPr lang="de-CH" dirty="0"/>
              <a:t>, </a:t>
            </a:r>
            <a:r>
              <a:rPr lang="de-CH" dirty="0" err="1"/>
              <a:t>consectetuer</a:t>
            </a:r>
            <a:r>
              <a:rPr lang="de-CH" dirty="0"/>
              <a:t> </a:t>
            </a:r>
            <a:r>
              <a:rPr lang="de-CH" dirty="0" err="1"/>
              <a:t>adipiscing</a:t>
            </a:r>
            <a:r>
              <a:rPr lang="de-CH" dirty="0"/>
              <a:t> </a:t>
            </a:r>
            <a:r>
              <a:rPr lang="de-CH" dirty="0" err="1"/>
              <a:t>elit</a:t>
            </a:r>
            <a:r>
              <a:rPr lang="de-CH" dirty="0"/>
              <a:t>. Maecenas </a:t>
            </a:r>
            <a:r>
              <a:rPr lang="de-CH" dirty="0" err="1"/>
              <a:t>porttitor</a:t>
            </a:r>
            <a:r>
              <a:rPr lang="de-CH" dirty="0"/>
              <a:t> </a:t>
            </a:r>
            <a:r>
              <a:rPr lang="de-CH" dirty="0" err="1"/>
              <a:t>congue</a:t>
            </a:r>
            <a:r>
              <a:rPr lang="de-CH" dirty="0"/>
              <a:t> </a:t>
            </a:r>
            <a:r>
              <a:rPr lang="de-CH" dirty="0" err="1"/>
              <a:t>massa</a:t>
            </a:r>
            <a:r>
              <a:rPr lang="de-CH" dirty="0"/>
              <a:t>. </a:t>
            </a:r>
            <a:r>
              <a:rPr lang="de-CH" dirty="0" err="1"/>
              <a:t>Fusce</a:t>
            </a:r>
            <a:r>
              <a:rPr lang="de-CH" dirty="0"/>
              <a:t> </a:t>
            </a:r>
            <a:r>
              <a:rPr lang="de-CH" dirty="0" err="1"/>
              <a:t>posuere</a:t>
            </a:r>
            <a:r>
              <a:rPr lang="de-CH" dirty="0"/>
              <a:t>, magna sed </a:t>
            </a:r>
            <a:r>
              <a:rPr lang="de-CH" dirty="0" err="1"/>
              <a:t>pulvinar</a:t>
            </a:r>
            <a:r>
              <a:rPr lang="de-CH" dirty="0"/>
              <a:t> </a:t>
            </a:r>
            <a:r>
              <a:rPr lang="de-CH" dirty="0" err="1"/>
              <a:t>ultricies</a:t>
            </a:r>
            <a:r>
              <a:rPr lang="de-CH" dirty="0"/>
              <a:t>, </a:t>
            </a:r>
            <a:r>
              <a:rPr lang="de-CH" dirty="0" err="1"/>
              <a:t>purus</a:t>
            </a:r>
            <a:r>
              <a:rPr lang="de-CH" dirty="0"/>
              <a:t> </a:t>
            </a:r>
            <a:r>
              <a:rPr lang="de-CH" dirty="0" err="1"/>
              <a:t>lectus</a:t>
            </a:r>
            <a:r>
              <a:rPr lang="de-CH" dirty="0"/>
              <a:t> </a:t>
            </a:r>
            <a:r>
              <a:rPr lang="de-CH" dirty="0" err="1"/>
              <a:t>malesuada</a:t>
            </a:r>
            <a:r>
              <a:rPr lang="de-CH" dirty="0"/>
              <a:t> </a:t>
            </a:r>
            <a:r>
              <a:rPr lang="de-CH" dirty="0" err="1"/>
              <a:t>libero</a:t>
            </a:r>
            <a:r>
              <a:rPr lang="de-CH" dirty="0"/>
              <a:t>, </a:t>
            </a:r>
            <a:r>
              <a:rPr lang="de-CH" dirty="0" err="1"/>
              <a:t>sit</a:t>
            </a:r>
            <a:r>
              <a:rPr lang="de-CH" dirty="0"/>
              <a:t> </a:t>
            </a:r>
            <a:r>
              <a:rPr lang="de-CH" dirty="0" err="1"/>
              <a:t>amet</a:t>
            </a:r>
            <a:r>
              <a:rPr lang="de-CH" dirty="0"/>
              <a:t> commodo magna </a:t>
            </a:r>
            <a:r>
              <a:rPr lang="de-CH" dirty="0" err="1"/>
              <a:t>eros</a:t>
            </a:r>
            <a:r>
              <a:rPr lang="de-CH" dirty="0"/>
              <a:t> </a:t>
            </a:r>
            <a:r>
              <a:rPr lang="de-CH" dirty="0" err="1"/>
              <a:t>quis</a:t>
            </a:r>
            <a:r>
              <a:rPr lang="de-CH" dirty="0"/>
              <a:t> </a:t>
            </a:r>
            <a:r>
              <a:rPr lang="de-CH" dirty="0" err="1"/>
              <a:t>urna</a:t>
            </a:r>
            <a:r>
              <a:rPr lang="de-CH" dirty="0"/>
              <a:t>. Lorem </a:t>
            </a:r>
            <a:r>
              <a:rPr lang="de-CH" dirty="0" err="1"/>
              <a:t>ipsum</a:t>
            </a:r>
            <a:r>
              <a:rPr lang="de-CH" dirty="0"/>
              <a:t> </a:t>
            </a:r>
            <a:r>
              <a:rPr lang="de-CH" dirty="0" err="1"/>
              <a:t>dolor</a:t>
            </a:r>
            <a:r>
              <a:rPr lang="de-CH" dirty="0"/>
              <a:t> </a:t>
            </a:r>
            <a:r>
              <a:rPr lang="de-CH" dirty="0" err="1"/>
              <a:t>sit</a:t>
            </a:r>
            <a:r>
              <a:rPr lang="de-CH" dirty="0"/>
              <a:t> </a:t>
            </a:r>
            <a:r>
              <a:rPr lang="de-CH" dirty="0" err="1"/>
              <a:t>amet</a:t>
            </a:r>
            <a:r>
              <a:rPr lang="de-CH" dirty="0"/>
              <a:t>, </a:t>
            </a:r>
            <a:r>
              <a:rPr lang="de-CH" dirty="0" err="1"/>
              <a:t>consectetuer</a:t>
            </a:r>
            <a:r>
              <a:rPr lang="de-CH" dirty="0"/>
              <a:t> </a:t>
            </a:r>
            <a:r>
              <a:rPr lang="de-CH" dirty="0" err="1"/>
              <a:t>adipiscing</a:t>
            </a:r>
            <a:r>
              <a:rPr lang="de-CH" dirty="0"/>
              <a:t> </a:t>
            </a:r>
            <a:r>
              <a:rPr lang="de-CH" dirty="0" err="1"/>
              <a:t>elit</a:t>
            </a:r>
            <a:r>
              <a:rPr lang="de-CH" dirty="0"/>
              <a:t>. Maecenas </a:t>
            </a:r>
            <a:r>
              <a:rPr lang="de-CH" dirty="0" err="1"/>
              <a:t>porttitor</a:t>
            </a:r>
            <a:r>
              <a:rPr lang="de-CH" dirty="0"/>
              <a:t> </a:t>
            </a:r>
            <a:r>
              <a:rPr lang="de-CH" dirty="0" err="1"/>
              <a:t>congue</a:t>
            </a:r>
            <a:r>
              <a:rPr lang="de-CH" dirty="0"/>
              <a:t> </a:t>
            </a:r>
            <a:r>
              <a:rPr lang="de-CH" dirty="0" err="1"/>
              <a:t>massa</a:t>
            </a:r>
            <a:r>
              <a:rPr lang="de-CH" dirty="0"/>
              <a:t>. </a:t>
            </a:r>
            <a:r>
              <a:rPr lang="de-CH" dirty="0" err="1"/>
              <a:t>Fusce</a:t>
            </a:r>
            <a:r>
              <a:rPr lang="de-CH" dirty="0"/>
              <a:t> </a:t>
            </a:r>
            <a:r>
              <a:rPr lang="de-CH" dirty="0" err="1"/>
              <a:t>posuere</a:t>
            </a:r>
            <a:r>
              <a:rPr lang="de-CH" dirty="0"/>
              <a:t>, magna sed </a:t>
            </a:r>
            <a:r>
              <a:rPr lang="de-CH" dirty="0" err="1"/>
              <a:t>pulvinar</a:t>
            </a:r>
            <a:r>
              <a:rPr lang="de-CH" dirty="0"/>
              <a:t> </a:t>
            </a:r>
            <a:r>
              <a:rPr lang="de-CH" dirty="0" err="1"/>
              <a:t>ultricies</a:t>
            </a:r>
            <a:r>
              <a:rPr lang="de-CH" dirty="0"/>
              <a:t>, </a:t>
            </a:r>
            <a:r>
              <a:rPr lang="de-CH" dirty="0" err="1"/>
              <a:t>purus</a:t>
            </a:r>
            <a:r>
              <a:rPr lang="de-CH" dirty="0"/>
              <a:t> </a:t>
            </a:r>
            <a:r>
              <a:rPr lang="de-CH" dirty="0" err="1"/>
              <a:t>lectus</a:t>
            </a:r>
            <a:r>
              <a:rPr lang="de-CH" dirty="0"/>
              <a:t> </a:t>
            </a:r>
            <a:r>
              <a:rPr lang="de-CH" dirty="0" err="1"/>
              <a:t>malesuada</a:t>
            </a:r>
            <a:r>
              <a:rPr lang="de-CH" dirty="0"/>
              <a:t> </a:t>
            </a:r>
            <a:r>
              <a:rPr lang="de-CH" dirty="0" err="1"/>
              <a:t>libero</a:t>
            </a:r>
            <a:r>
              <a:rPr lang="de-CH" dirty="0"/>
              <a:t>, </a:t>
            </a:r>
            <a:r>
              <a:rPr lang="de-CH" dirty="0" err="1"/>
              <a:t>sit</a:t>
            </a:r>
            <a:r>
              <a:rPr lang="de-CH" dirty="0"/>
              <a:t> </a:t>
            </a:r>
            <a:r>
              <a:rPr lang="de-CH" dirty="0" err="1"/>
              <a:t>amet</a:t>
            </a:r>
            <a:r>
              <a:rPr lang="de-CH" dirty="0"/>
              <a:t> commodo magna </a:t>
            </a:r>
            <a:r>
              <a:rPr lang="de-CH" dirty="0" err="1"/>
              <a:t>eros</a:t>
            </a:r>
            <a:r>
              <a:rPr lang="de-CH" dirty="0"/>
              <a:t> </a:t>
            </a:r>
            <a:r>
              <a:rPr lang="de-CH" dirty="0" err="1"/>
              <a:t>quis</a:t>
            </a:r>
            <a:r>
              <a:rPr lang="de-CH" dirty="0"/>
              <a:t> </a:t>
            </a:r>
            <a:r>
              <a:rPr lang="de-CH" dirty="0" err="1"/>
              <a:t>urna</a:t>
            </a:r>
            <a:r>
              <a:rPr lang="de-CH" dirty="0"/>
              <a:t>.</a:t>
            </a:r>
          </a:p>
          <a:p>
            <a:endParaRPr lang="de-CH" dirty="0"/>
          </a:p>
        </p:txBody>
      </p:sp>
      <p:sp>
        <p:nvSpPr>
          <p:cNvPr id="4" name="Datumsplatzhalter 3">
            <a:extLst>
              <a:ext uri="{FF2B5EF4-FFF2-40B4-BE49-F238E27FC236}">
                <a16:creationId xmlns:a16="http://schemas.microsoft.com/office/drawing/2014/main" id="{C9A26143-E825-9266-7376-E65C331F4377}"/>
              </a:ext>
            </a:extLst>
          </p:cNvPr>
          <p:cNvSpPr>
            <a:spLocks noGrp="1"/>
          </p:cNvSpPr>
          <p:nvPr>
            <p:ph type="dt" sz="half" idx="10"/>
          </p:nvPr>
        </p:nvSpPr>
        <p:spPr/>
        <p:txBody>
          <a:bodyPr/>
          <a:lstStyle/>
          <a:p>
            <a:fld id="{5597E13D-FE48-4EDB-9B11-46EB49545BEA}" type="datetime4">
              <a:rPr lang="de-CH" smtClean="0"/>
              <a:t>8. Februar 2026</a:t>
            </a:fld>
            <a:endParaRPr lang="de-CH" dirty="0"/>
          </a:p>
        </p:txBody>
      </p:sp>
      <p:sp>
        <p:nvSpPr>
          <p:cNvPr id="5" name="Fußzeilenplatzhalter 4">
            <a:extLst>
              <a:ext uri="{FF2B5EF4-FFF2-40B4-BE49-F238E27FC236}">
                <a16:creationId xmlns:a16="http://schemas.microsoft.com/office/drawing/2014/main" id="{319BBD2B-D890-DEFE-138A-594B9603E9CB}"/>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A5FCF4E0-6B6B-8AB6-DE95-E47E490C23B6}"/>
              </a:ext>
            </a:extLst>
          </p:cNvPr>
          <p:cNvSpPr>
            <a:spLocks noGrp="1"/>
          </p:cNvSpPr>
          <p:nvPr>
            <p:ph type="sldNum" sz="quarter" idx="12"/>
          </p:nvPr>
        </p:nvSpPr>
        <p:spPr/>
        <p:txBody>
          <a:bodyPr/>
          <a:lstStyle/>
          <a:p>
            <a:fld id="{442AD375-037F-43D0-B059-5172DA06796A}" type="slidenum">
              <a:rPr lang="de-CH" smtClean="0"/>
              <a:pPr/>
              <a:t>93</a:t>
            </a:fld>
            <a:endParaRPr lang="de-CH" dirty="0"/>
          </a:p>
        </p:txBody>
      </p:sp>
      <p:sp>
        <p:nvSpPr>
          <p:cNvPr id="7" name="Textfeld 6">
            <a:extLst>
              <a:ext uri="{FF2B5EF4-FFF2-40B4-BE49-F238E27FC236}">
                <a16:creationId xmlns:a16="http://schemas.microsoft.com/office/drawing/2014/main" id="{A57DE4E1-58A3-685F-458E-AFF9C3060E57}"/>
              </a:ext>
            </a:extLst>
          </p:cNvPr>
          <p:cNvSpPr txBox="1"/>
          <p:nvPr/>
        </p:nvSpPr>
        <p:spPr>
          <a:xfrm>
            <a:off x="406800" y="1976438"/>
            <a:ext cx="180000" cy="3000734"/>
          </a:xfrm>
          <a:prstGeom prst="rect">
            <a:avLst/>
          </a:prstGeom>
          <a:noFill/>
        </p:spPr>
        <p:txBody>
          <a:bodyPr wrap="square" lIns="0" tIns="0" rIns="0" bIns="0" rtlCol="0" anchor="ctr">
            <a:noAutofit/>
          </a:bodyPr>
          <a:lstStyle/>
          <a:p>
            <a:pPr>
              <a:lnSpc>
                <a:spcPct val="72000"/>
              </a:lnSpc>
            </a:pPr>
            <a:r>
              <a:rPr lang="de-CH" sz="2850" dirty="0">
                <a:solidFill>
                  <a:schemeClr val="accent2"/>
                </a:solidFill>
              </a:rPr>
              <a:t>I</a:t>
            </a:r>
          </a:p>
          <a:p>
            <a:pPr>
              <a:lnSpc>
                <a:spcPct val="72000"/>
              </a:lnSpc>
            </a:pPr>
            <a:r>
              <a:rPr lang="de-CH" sz="2850" dirty="0">
                <a:solidFill>
                  <a:schemeClr val="accent4"/>
                </a:solidFill>
              </a:rPr>
              <a:t>I</a:t>
            </a:r>
          </a:p>
          <a:p>
            <a:pPr>
              <a:lnSpc>
                <a:spcPct val="72000"/>
              </a:lnSpc>
            </a:pPr>
            <a:r>
              <a:rPr lang="de-CH" sz="2850" dirty="0">
                <a:solidFill>
                  <a:schemeClr val="accent2"/>
                </a:solidFill>
              </a:rPr>
              <a:t>I</a:t>
            </a:r>
          </a:p>
          <a:p>
            <a:pPr>
              <a:lnSpc>
                <a:spcPct val="72000"/>
              </a:lnSpc>
            </a:pPr>
            <a:r>
              <a:rPr lang="de-CH" sz="2850" dirty="0">
                <a:solidFill>
                  <a:schemeClr val="accent2"/>
                </a:solidFill>
              </a:rPr>
              <a:t>I</a:t>
            </a:r>
          </a:p>
        </p:txBody>
      </p:sp>
    </p:spTree>
    <p:extLst>
      <p:ext uri="{BB962C8B-B14F-4D97-AF65-F5344CB8AC3E}">
        <p14:creationId xmlns:p14="http://schemas.microsoft.com/office/powerpoint/2010/main" val="376772480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60965C-496B-5F72-C23D-3574D665D771}"/>
              </a:ext>
            </a:extLst>
          </p:cNvPr>
          <p:cNvSpPr>
            <a:spLocks noGrp="1"/>
          </p:cNvSpPr>
          <p:nvPr>
            <p:ph type="title"/>
          </p:nvPr>
        </p:nvSpPr>
        <p:spPr/>
        <p:txBody>
          <a:bodyPr/>
          <a:lstStyle/>
          <a:p>
            <a:r>
              <a:rPr lang="de-CH" dirty="0"/>
              <a:t>Beispielfolie «Navigationsleiste»</a:t>
            </a:r>
          </a:p>
        </p:txBody>
      </p:sp>
      <p:sp>
        <p:nvSpPr>
          <p:cNvPr id="3" name="Inhaltsplatzhalter 2">
            <a:extLst>
              <a:ext uri="{FF2B5EF4-FFF2-40B4-BE49-F238E27FC236}">
                <a16:creationId xmlns:a16="http://schemas.microsoft.com/office/drawing/2014/main" id="{3C717CA1-AC27-8FF4-6DC6-82685C78C5D1}"/>
              </a:ext>
            </a:extLst>
          </p:cNvPr>
          <p:cNvSpPr>
            <a:spLocks noGrp="1"/>
          </p:cNvSpPr>
          <p:nvPr>
            <p:ph idx="1"/>
          </p:nvPr>
        </p:nvSpPr>
        <p:spPr/>
        <p:txBody>
          <a:bodyPr/>
          <a:lstStyle/>
          <a:p>
            <a:r>
              <a:rPr lang="de-CH" dirty="0" err="1"/>
              <a:t>Lorem</a:t>
            </a:r>
            <a:r>
              <a:rPr lang="de-CH" dirty="0"/>
              <a:t> </a:t>
            </a:r>
            <a:r>
              <a:rPr lang="de-CH" dirty="0" err="1"/>
              <a:t>ipsum</a:t>
            </a:r>
            <a:r>
              <a:rPr lang="de-CH" dirty="0"/>
              <a:t> </a:t>
            </a:r>
            <a:r>
              <a:rPr lang="de-CH" dirty="0" err="1"/>
              <a:t>dolor</a:t>
            </a:r>
            <a:r>
              <a:rPr lang="de-CH" dirty="0"/>
              <a:t> </a:t>
            </a:r>
            <a:r>
              <a:rPr lang="de-CH" dirty="0" err="1"/>
              <a:t>sit</a:t>
            </a:r>
            <a:r>
              <a:rPr lang="de-CH" dirty="0"/>
              <a:t> </a:t>
            </a:r>
            <a:r>
              <a:rPr lang="de-CH" dirty="0" err="1"/>
              <a:t>amet</a:t>
            </a:r>
            <a:r>
              <a:rPr lang="de-CH" dirty="0"/>
              <a:t>, </a:t>
            </a:r>
            <a:r>
              <a:rPr lang="de-CH" dirty="0" err="1"/>
              <a:t>consectetuer</a:t>
            </a:r>
            <a:r>
              <a:rPr lang="de-CH" dirty="0"/>
              <a:t> </a:t>
            </a:r>
            <a:r>
              <a:rPr lang="de-CH" dirty="0" err="1"/>
              <a:t>adipiscing</a:t>
            </a:r>
            <a:r>
              <a:rPr lang="de-CH" dirty="0"/>
              <a:t> </a:t>
            </a:r>
            <a:r>
              <a:rPr lang="de-CH" dirty="0" err="1"/>
              <a:t>elit</a:t>
            </a:r>
            <a:r>
              <a:rPr lang="de-CH" dirty="0"/>
              <a:t>. </a:t>
            </a:r>
          </a:p>
          <a:p>
            <a:r>
              <a:rPr lang="de-CH" dirty="0"/>
              <a:t>Maecenas </a:t>
            </a:r>
            <a:r>
              <a:rPr lang="de-CH" dirty="0" err="1"/>
              <a:t>porttitor</a:t>
            </a:r>
            <a:r>
              <a:rPr lang="de-CH" dirty="0"/>
              <a:t> </a:t>
            </a:r>
            <a:r>
              <a:rPr lang="de-CH" dirty="0" err="1"/>
              <a:t>congue</a:t>
            </a:r>
            <a:r>
              <a:rPr lang="de-CH" dirty="0"/>
              <a:t> </a:t>
            </a:r>
            <a:r>
              <a:rPr lang="de-CH" dirty="0" err="1"/>
              <a:t>massa</a:t>
            </a:r>
            <a:r>
              <a:rPr lang="de-CH" dirty="0"/>
              <a:t>. </a:t>
            </a:r>
            <a:r>
              <a:rPr lang="de-CH" dirty="0" err="1"/>
              <a:t>Fusce</a:t>
            </a:r>
            <a:r>
              <a:rPr lang="de-CH" dirty="0"/>
              <a:t> </a:t>
            </a:r>
            <a:r>
              <a:rPr lang="de-CH" dirty="0" err="1"/>
              <a:t>posuere</a:t>
            </a:r>
            <a:r>
              <a:rPr lang="de-CH" dirty="0"/>
              <a:t>, magna sed </a:t>
            </a:r>
            <a:r>
              <a:rPr lang="de-CH" dirty="0" err="1"/>
              <a:t>pulvinar</a:t>
            </a:r>
            <a:r>
              <a:rPr lang="de-CH" dirty="0"/>
              <a:t> </a:t>
            </a:r>
            <a:r>
              <a:rPr lang="de-CH" dirty="0" err="1"/>
              <a:t>ultricies</a:t>
            </a:r>
            <a:r>
              <a:rPr lang="de-CH" dirty="0"/>
              <a:t>, </a:t>
            </a:r>
            <a:r>
              <a:rPr lang="de-CH" dirty="0" err="1"/>
              <a:t>purus</a:t>
            </a:r>
            <a:r>
              <a:rPr lang="de-CH" dirty="0"/>
              <a:t> </a:t>
            </a:r>
            <a:r>
              <a:rPr lang="de-CH" dirty="0" err="1"/>
              <a:t>lectus</a:t>
            </a:r>
            <a:r>
              <a:rPr lang="de-CH" dirty="0"/>
              <a:t> </a:t>
            </a:r>
            <a:r>
              <a:rPr lang="de-CH" dirty="0" err="1"/>
              <a:t>malesuada</a:t>
            </a:r>
            <a:r>
              <a:rPr lang="de-CH" dirty="0"/>
              <a:t> </a:t>
            </a:r>
            <a:r>
              <a:rPr lang="de-CH" dirty="0" err="1"/>
              <a:t>libero</a:t>
            </a:r>
            <a:r>
              <a:rPr lang="de-CH" dirty="0"/>
              <a:t>, </a:t>
            </a:r>
            <a:r>
              <a:rPr lang="de-CH" dirty="0" err="1"/>
              <a:t>sit</a:t>
            </a:r>
            <a:r>
              <a:rPr lang="de-CH" dirty="0"/>
              <a:t> </a:t>
            </a:r>
            <a:r>
              <a:rPr lang="de-CH" dirty="0" err="1"/>
              <a:t>amet</a:t>
            </a:r>
            <a:r>
              <a:rPr lang="de-CH" dirty="0"/>
              <a:t> commodo magna </a:t>
            </a:r>
            <a:r>
              <a:rPr lang="de-CH" dirty="0" err="1"/>
              <a:t>eros</a:t>
            </a:r>
            <a:r>
              <a:rPr lang="de-CH" dirty="0"/>
              <a:t> </a:t>
            </a:r>
            <a:r>
              <a:rPr lang="de-CH" dirty="0" err="1"/>
              <a:t>quis</a:t>
            </a:r>
            <a:r>
              <a:rPr lang="de-CH" dirty="0"/>
              <a:t> </a:t>
            </a:r>
            <a:r>
              <a:rPr lang="de-CH" dirty="0" err="1"/>
              <a:t>urna</a:t>
            </a:r>
            <a:r>
              <a:rPr lang="de-CH" dirty="0"/>
              <a:t>.</a:t>
            </a:r>
          </a:p>
          <a:p>
            <a:endParaRPr lang="de-CH" dirty="0"/>
          </a:p>
          <a:p>
            <a:endParaRPr lang="de-CH" dirty="0"/>
          </a:p>
        </p:txBody>
      </p:sp>
      <p:sp>
        <p:nvSpPr>
          <p:cNvPr id="4" name="Datumsplatzhalter 3">
            <a:extLst>
              <a:ext uri="{FF2B5EF4-FFF2-40B4-BE49-F238E27FC236}">
                <a16:creationId xmlns:a16="http://schemas.microsoft.com/office/drawing/2014/main" id="{C9A26143-E825-9266-7376-E65C331F4377}"/>
              </a:ext>
            </a:extLst>
          </p:cNvPr>
          <p:cNvSpPr>
            <a:spLocks noGrp="1"/>
          </p:cNvSpPr>
          <p:nvPr>
            <p:ph type="dt" sz="half" idx="10"/>
          </p:nvPr>
        </p:nvSpPr>
        <p:spPr/>
        <p:txBody>
          <a:bodyPr/>
          <a:lstStyle/>
          <a:p>
            <a:fld id="{47B48D4C-1275-4B79-B7EA-0C87CC039ED3}" type="datetime4">
              <a:rPr lang="de-CH" smtClean="0"/>
              <a:t>8. Februar 2026</a:t>
            </a:fld>
            <a:endParaRPr lang="de-CH" dirty="0"/>
          </a:p>
        </p:txBody>
      </p:sp>
      <p:sp>
        <p:nvSpPr>
          <p:cNvPr id="5" name="Fußzeilenplatzhalter 4">
            <a:extLst>
              <a:ext uri="{FF2B5EF4-FFF2-40B4-BE49-F238E27FC236}">
                <a16:creationId xmlns:a16="http://schemas.microsoft.com/office/drawing/2014/main" id="{319BBD2B-D890-DEFE-138A-594B9603E9CB}"/>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A5FCF4E0-6B6B-8AB6-DE95-E47E490C23B6}"/>
              </a:ext>
            </a:extLst>
          </p:cNvPr>
          <p:cNvSpPr>
            <a:spLocks noGrp="1"/>
          </p:cNvSpPr>
          <p:nvPr>
            <p:ph type="sldNum" sz="quarter" idx="12"/>
          </p:nvPr>
        </p:nvSpPr>
        <p:spPr/>
        <p:txBody>
          <a:bodyPr/>
          <a:lstStyle/>
          <a:p>
            <a:fld id="{442AD375-037F-43D0-B059-5172DA06796A}" type="slidenum">
              <a:rPr lang="de-CH" smtClean="0"/>
              <a:pPr/>
              <a:t>94</a:t>
            </a:fld>
            <a:endParaRPr lang="de-CH" dirty="0"/>
          </a:p>
        </p:txBody>
      </p:sp>
      <p:grpSp>
        <p:nvGrpSpPr>
          <p:cNvPr id="26" name="Gruppieren 25">
            <a:extLst>
              <a:ext uri="{FF2B5EF4-FFF2-40B4-BE49-F238E27FC236}">
                <a16:creationId xmlns:a16="http://schemas.microsoft.com/office/drawing/2014/main" id="{7CDD423A-D31A-BD86-2661-36673FA15028}"/>
              </a:ext>
            </a:extLst>
          </p:cNvPr>
          <p:cNvGrpSpPr/>
          <p:nvPr/>
        </p:nvGrpSpPr>
        <p:grpSpPr>
          <a:xfrm>
            <a:off x="423205" y="2887183"/>
            <a:ext cx="126000" cy="1083635"/>
            <a:chOff x="423205" y="2887183"/>
            <a:chExt cx="126000" cy="1083635"/>
          </a:xfrm>
        </p:grpSpPr>
        <p:sp>
          <p:nvSpPr>
            <p:cNvPr id="13" name="Ellipse 12">
              <a:extLst>
                <a:ext uri="{FF2B5EF4-FFF2-40B4-BE49-F238E27FC236}">
                  <a16:creationId xmlns:a16="http://schemas.microsoft.com/office/drawing/2014/main" id="{EB62E3E4-E054-AD04-DC90-83BA7C04E32C}"/>
                </a:ext>
              </a:extLst>
            </p:cNvPr>
            <p:cNvSpPr>
              <a:spLocks noChangeAspect="1"/>
            </p:cNvSpPr>
            <p:nvPr/>
          </p:nvSpPr>
          <p:spPr>
            <a:xfrm>
              <a:off x="423205" y="2887183"/>
              <a:ext cx="126000" cy="126000"/>
            </a:xfrm>
            <a:prstGeom prst="ellipse">
              <a:avLst/>
            </a:prstGeom>
            <a:solidFill>
              <a:schemeClr val="tx1"/>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de-CH"/>
            </a:p>
          </p:txBody>
        </p:sp>
        <p:sp>
          <p:nvSpPr>
            <p:cNvPr id="14" name="Ellipse 13">
              <a:extLst>
                <a:ext uri="{FF2B5EF4-FFF2-40B4-BE49-F238E27FC236}">
                  <a16:creationId xmlns:a16="http://schemas.microsoft.com/office/drawing/2014/main" id="{297C9270-0B43-6493-6936-2788B7BB9EE9}"/>
                </a:ext>
              </a:extLst>
            </p:cNvPr>
            <p:cNvSpPr>
              <a:spLocks noChangeAspect="1"/>
            </p:cNvSpPr>
            <p:nvPr/>
          </p:nvSpPr>
          <p:spPr>
            <a:xfrm>
              <a:off x="423205" y="3527487"/>
              <a:ext cx="126000" cy="126000"/>
            </a:xfrm>
            <a:prstGeom prst="ellipse">
              <a:avLst/>
            </a:prstGeom>
            <a:noFill/>
            <a:ln>
              <a:solidFill>
                <a:schemeClr val="accent2"/>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de-CH"/>
            </a:p>
          </p:txBody>
        </p:sp>
        <p:sp>
          <p:nvSpPr>
            <p:cNvPr id="15" name="Ellipse 14">
              <a:extLst>
                <a:ext uri="{FF2B5EF4-FFF2-40B4-BE49-F238E27FC236}">
                  <a16:creationId xmlns:a16="http://schemas.microsoft.com/office/drawing/2014/main" id="{2CA1865D-9AA9-BCE0-0E7F-57D5B42FF6ED}"/>
                </a:ext>
              </a:extLst>
            </p:cNvPr>
            <p:cNvSpPr>
              <a:spLocks noChangeAspect="1"/>
            </p:cNvSpPr>
            <p:nvPr/>
          </p:nvSpPr>
          <p:spPr>
            <a:xfrm>
              <a:off x="423205" y="3844818"/>
              <a:ext cx="126000" cy="126000"/>
            </a:xfrm>
            <a:prstGeom prst="ellipse">
              <a:avLst/>
            </a:prstGeom>
            <a:noFill/>
            <a:ln>
              <a:solidFill>
                <a:schemeClr val="accent2"/>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de-CH"/>
            </a:p>
          </p:txBody>
        </p:sp>
        <p:sp>
          <p:nvSpPr>
            <p:cNvPr id="16" name="Ellipse 15">
              <a:extLst>
                <a:ext uri="{FF2B5EF4-FFF2-40B4-BE49-F238E27FC236}">
                  <a16:creationId xmlns:a16="http://schemas.microsoft.com/office/drawing/2014/main" id="{37BF8895-B5CC-EA8D-8BD6-BC2902F57050}"/>
                </a:ext>
              </a:extLst>
            </p:cNvPr>
            <p:cNvSpPr>
              <a:spLocks noChangeAspect="1"/>
            </p:cNvSpPr>
            <p:nvPr/>
          </p:nvSpPr>
          <p:spPr>
            <a:xfrm>
              <a:off x="423205" y="3204513"/>
              <a:ext cx="126000" cy="126000"/>
            </a:xfrm>
            <a:prstGeom prst="ellipse">
              <a:avLst/>
            </a:prstGeom>
            <a:solidFill>
              <a:schemeClr val="bg1"/>
            </a:solidFill>
            <a:ln>
              <a:solidFill>
                <a:schemeClr val="bg2"/>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de-CH"/>
            </a:p>
          </p:txBody>
        </p:sp>
        <p:cxnSp>
          <p:nvCxnSpPr>
            <p:cNvPr id="18" name="Gerader Verbinder 17">
              <a:extLst>
                <a:ext uri="{FF2B5EF4-FFF2-40B4-BE49-F238E27FC236}">
                  <a16:creationId xmlns:a16="http://schemas.microsoft.com/office/drawing/2014/main" id="{CC6E124E-881D-01F5-3A28-AFEA6E411F64}"/>
                </a:ext>
              </a:extLst>
            </p:cNvPr>
            <p:cNvCxnSpPr>
              <a:cxnSpLocks/>
              <a:stCxn id="13" idx="4"/>
              <a:endCxn id="16" idx="0"/>
            </p:cNvCxnSpPr>
            <p:nvPr/>
          </p:nvCxnSpPr>
          <p:spPr>
            <a:xfrm>
              <a:off x="486205" y="3013183"/>
              <a:ext cx="0" cy="19133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14E0ABD1-7B4B-4B50-AE68-21C729AAB859}"/>
                </a:ext>
              </a:extLst>
            </p:cNvPr>
            <p:cNvCxnSpPr>
              <a:cxnSpLocks/>
              <a:stCxn id="16" idx="4"/>
            </p:cNvCxnSpPr>
            <p:nvPr/>
          </p:nvCxnSpPr>
          <p:spPr>
            <a:xfrm>
              <a:off x="486205" y="3330513"/>
              <a:ext cx="0" cy="196974"/>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FB16A095-462B-4FC1-8C5F-E2CF097334D9}"/>
                </a:ext>
              </a:extLst>
            </p:cNvPr>
            <p:cNvCxnSpPr>
              <a:cxnSpLocks/>
            </p:cNvCxnSpPr>
            <p:nvPr/>
          </p:nvCxnSpPr>
          <p:spPr>
            <a:xfrm>
              <a:off x="486205" y="3653487"/>
              <a:ext cx="0" cy="19133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7" name="Gruppieren 6">
            <a:extLst>
              <a:ext uri="{FF2B5EF4-FFF2-40B4-BE49-F238E27FC236}">
                <a16:creationId xmlns:a16="http://schemas.microsoft.com/office/drawing/2014/main" id="{F0F0E296-0871-97B3-7BFC-FF9BF50B8934}"/>
              </a:ext>
            </a:extLst>
          </p:cNvPr>
          <p:cNvGrpSpPr/>
          <p:nvPr/>
        </p:nvGrpSpPr>
        <p:grpSpPr>
          <a:xfrm>
            <a:off x="409938" y="4545124"/>
            <a:ext cx="3301653" cy="1530367"/>
            <a:chOff x="409575" y="4454138"/>
            <a:chExt cx="3301653" cy="1530367"/>
          </a:xfrm>
        </p:grpSpPr>
        <p:sp>
          <p:nvSpPr>
            <p:cNvPr id="11" name="Rechteck 10">
              <a:extLst>
                <a:ext uri="{FF2B5EF4-FFF2-40B4-BE49-F238E27FC236}">
                  <a16:creationId xmlns:a16="http://schemas.microsoft.com/office/drawing/2014/main" id="{4C866653-83DD-F2BD-CA59-FF3105102F4B}"/>
                </a:ext>
              </a:extLst>
            </p:cNvPr>
            <p:cNvSpPr/>
            <p:nvPr/>
          </p:nvSpPr>
          <p:spPr>
            <a:xfrm>
              <a:off x="409575" y="4761148"/>
              <a:ext cx="3301653" cy="122335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44000" rIns="72000" bIns="72000" rtlCol="0" anchor="t"/>
            <a:lstStyle/>
            <a:p>
              <a:pPr>
                <a:lnSpc>
                  <a:spcPct val="97000"/>
                </a:lnSpc>
              </a:pPr>
              <a:r>
                <a:rPr lang="de-CH" sz="1200" b="1" spc="30" dirty="0">
                  <a:solidFill>
                    <a:schemeClr val="tx1"/>
                  </a:solidFill>
                </a:rPr>
                <a:t>Hinweis</a:t>
              </a:r>
            </a:p>
            <a:p>
              <a:pPr>
                <a:lnSpc>
                  <a:spcPct val="97000"/>
                </a:lnSpc>
              </a:pPr>
              <a:r>
                <a:rPr lang="de-CH" sz="1200" spc="30" dirty="0">
                  <a:solidFill>
                    <a:schemeClr val="tx1"/>
                  </a:solidFill>
                </a:rPr>
                <a:t>Navigationspunkte können über </a:t>
              </a:r>
              <a:br>
                <a:rPr lang="de-CH" sz="1200" spc="30" dirty="0">
                  <a:solidFill>
                    <a:schemeClr val="tx1"/>
                  </a:solidFill>
                </a:rPr>
              </a:br>
              <a:r>
                <a:rPr lang="de-CH" sz="1200" spc="30" dirty="0">
                  <a:solidFill>
                    <a:schemeClr val="tx1"/>
                  </a:solidFill>
                </a:rPr>
                <a:t>Formformat &gt; Fülleffekt und Formkontur angepasst werden und müssen auf </a:t>
              </a:r>
              <a:br>
                <a:rPr lang="de-CH" sz="1200" spc="30" dirty="0">
                  <a:solidFill>
                    <a:schemeClr val="tx1"/>
                  </a:solidFill>
                </a:rPr>
              </a:br>
              <a:r>
                <a:rPr lang="de-CH" sz="1200" spc="30" dirty="0">
                  <a:solidFill>
                    <a:schemeClr val="tx1"/>
                  </a:solidFill>
                </a:rPr>
                <a:t>jede Seite kopiert werden.</a:t>
              </a:r>
            </a:p>
          </p:txBody>
        </p:sp>
        <p:sp>
          <p:nvSpPr>
            <p:cNvPr id="12" name="Rechtwinkliges Dreieck 11">
              <a:extLst>
                <a:ext uri="{FF2B5EF4-FFF2-40B4-BE49-F238E27FC236}">
                  <a16:creationId xmlns:a16="http://schemas.microsoft.com/office/drawing/2014/main" id="{A835EADA-A979-0169-49F8-91202B71BB2A}"/>
                </a:ext>
              </a:extLst>
            </p:cNvPr>
            <p:cNvSpPr/>
            <p:nvPr/>
          </p:nvSpPr>
          <p:spPr>
            <a:xfrm>
              <a:off x="409575" y="4454138"/>
              <a:ext cx="315529" cy="307010"/>
            </a:xfrm>
            <a:prstGeom prst="r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spTree>
    <p:extLst>
      <p:ext uri="{BB962C8B-B14F-4D97-AF65-F5344CB8AC3E}">
        <p14:creationId xmlns:p14="http://schemas.microsoft.com/office/powerpoint/2010/main" val="250211276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60965C-496B-5F72-C23D-3574D665D771}"/>
              </a:ext>
            </a:extLst>
          </p:cNvPr>
          <p:cNvSpPr>
            <a:spLocks noGrp="1"/>
          </p:cNvSpPr>
          <p:nvPr>
            <p:ph type="title"/>
          </p:nvPr>
        </p:nvSpPr>
        <p:spPr/>
        <p:txBody>
          <a:bodyPr/>
          <a:lstStyle/>
          <a:p>
            <a:r>
              <a:rPr lang="de-CH" dirty="0"/>
              <a:t>Beispielfolie «Navigationsleiste»</a:t>
            </a:r>
          </a:p>
        </p:txBody>
      </p:sp>
      <p:sp>
        <p:nvSpPr>
          <p:cNvPr id="3" name="Inhaltsplatzhalter 2">
            <a:extLst>
              <a:ext uri="{FF2B5EF4-FFF2-40B4-BE49-F238E27FC236}">
                <a16:creationId xmlns:a16="http://schemas.microsoft.com/office/drawing/2014/main" id="{3C717CA1-AC27-8FF4-6DC6-82685C78C5D1}"/>
              </a:ext>
            </a:extLst>
          </p:cNvPr>
          <p:cNvSpPr>
            <a:spLocks noGrp="1"/>
          </p:cNvSpPr>
          <p:nvPr>
            <p:ph idx="1"/>
          </p:nvPr>
        </p:nvSpPr>
        <p:spPr/>
        <p:txBody>
          <a:bodyPr/>
          <a:lstStyle/>
          <a:p>
            <a:endParaRPr lang="de-CH" dirty="0"/>
          </a:p>
          <a:p>
            <a:endParaRPr lang="de-CH" dirty="0"/>
          </a:p>
          <a:p>
            <a:r>
              <a:rPr lang="de-CH" dirty="0"/>
              <a:t>Lorem </a:t>
            </a:r>
            <a:r>
              <a:rPr lang="de-CH" dirty="0" err="1"/>
              <a:t>ipsum</a:t>
            </a:r>
            <a:r>
              <a:rPr lang="de-CH" dirty="0"/>
              <a:t> </a:t>
            </a:r>
            <a:r>
              <a:rPr lang="de-CH" dirty="0" err="1"/>
              <a:t>dolor</a:t>
            </a:r>
            <a:r>
              <a:rPr lang="de-CH" dirty="0"/>
              <a:t> </a:t>
            </a:r>
            <a:r>
              <a:rPr lang="de-CH" dirty="0" err="1"/>
              <a:t>sit</a:t>
            </a:r>
            <a:r>
              <a:rPr lang="de-CH" dirty="0"/>
              <a:t> </a:t>
            </a:r>
            <a:r>
              <a:rPr lang="de-CH" dirty="0" err="1"/>
              <a:t>amet</a:t>
            </a:r>
            <a:r>
              <a:rPr lang="de-CH" dirty="0"/>
              <a:t>, </a:t>
            </a:r>
            <a:r>
              <a:rPr lang="de-CH" dirty="0" err="1"/>
              <a:t>consectetuer</a:t>
            </a:r>
            <a:r>
              <a:rPr lang="de-CH" dirty="0"/>
              <a:t> </a:t>
            </a:r>
            <a:r>
              <a:rPr lang="de-CH" dirty="0" err="1"/>
              <a:t>adipiscing</a:t>
            </a:r>
            <a:r>
              <a:rPr lang="de-CH" dirty="0"/>
              <a:t> </a:t>
            </a:r>
            <a:r>
              <a:rPr lang="de-CH" dirty="0" err="1"/>
              <a:t>elit</a:t>
            </a:r>
            <a:r>
              <a:rPr lang="de-CH" dirty="0"/>
              <a:t>. </a:t>
            </a:r>
          </a:p>
          <a:p>
            <a:r>
              <a:rPr lang="de-CH" dirty="0"/>
              <a:t>Maecenas </a:t>
            </a:r>
            <a:r>
              <a:rPr lang="de-CH" dirty="0" err="1"/>
              <a:t>porttitor</a:t>
            </a:r>
            <a:r>
              <a:rPr lang="de-CH" dirty="0"/>
              <a:t> </a:t>
            </a:r>
            <a:r>
              <a:rPr lang="de-CH" dirty="0" err="1"/>
              <a:t>congue</a:t>
            </a:r>
            <a:r>
              <a:rPr lang="de-CH" dirty="0"/>
              <a:t> </a:t>
            </a:r>
            <a:r>
              <a:rPr lang="de-CH" dirty="0" err="1"/>
              <a:t>massa</a:t>
            </a:r>
            <a:r>
              <a:rPr lang="de-CH" dirty="0"/>
              <a:t>. </a:t>
            </a:r>
            <a:r>
              <a:rPr lang="de-CH" dirty="0" err="1"/>
              <a:t>Fusce</a:t>
            </a:r>
            <a:r>
              <a:rPr lang="de-CH" dirty="0"/>
              <a:t> </a:t>
            </a:r>
            <a:r>
              <a:rPr lang="de-CH" dirty="0" err="1"/>
              <a:t>posuere</a:t>
            </a:r>
            <a:r>
              <a:rPr lang="de-CH" dirty="0"/>
              <a:t>, magna sed </a:t>
            </a:r>
            <a:r>
              <a:rPr lang="de-CH" dirty="0" err="1"/>
              <a:t>pulvinar</a:t>
            </a:r>
            <a:r>
              <a:rPr lang="de-CH" dirty="0"/>
              <a:t> </a:t>
            </a:r>
            <a:r>
              <a:rPr lang="de-CH" dirty="0" err="1"/>
              <a:t>ultricies</a:t>
            </a:r>
            <a:r>
              <a:rPr lang="de-CH" dirty="0"/>
              <a:t>, </a:t>
            </a:r>
            <a:r>
              <a:rPr lang="de-CH" dirty="0" err="1"/>
              <a:t>purus</a:t>
            </a:r>
            <a:r>
              <a:rPr lang="de-CH" dirty="0"/>
              <a:t> </a:t>
            </a:r>
            <a:r>
              <a:rPr lang="de-CH" dirty="0" err="1"/>
              <a:t>lectus</a:t>
            </a:r>
            <a:r>
              <a:rPr lang="de-CH" dirty="0"/>
              <a:t> </a:t>
            </a:r>
            <a:r>
              <a:rPr lang="de-CH" dirty="0" err="1"/>
              <a:t>malesuada</a:t>
            </a:r>
            <a:r>
              <a:rPr lang="de-CH" dirty="0"/>
              <a:t> </a:t>
            </a:r>
            <a:r>
              <a:rPr lang="de-CH" dirty="0" err="1"/>
              <a:t>libero</a:t>
            </a:r>
            <a:r>
              <a:rPr lang="de-CH" dirty="0"/>
              <a:t>, </a:t>
            </a:r>
            <a:r>
              <a:rPr lang="de-CH" dirty="0" err="1"/>
              <a:t>sit</a:t>
            </a:r>
            <a:r>
              <a:rPr lang="de-CH" dirty="0"/>
              <a:t> </a:t>
            </a:r>
            <a:r>
              <a:rPr lang="de-CH" dirty="0" err="1"/>
              <a:t>amet</a:t>
            </a:r>
            <a:r>
              <a:rPr lang="de-CH" dirty="0"/>
              <a:t> commodo magna </a:t>
            </a:r>
            <a:r>
              <a:rPr lang="de-CH" dirty="0" err="1"/>
              <a:t>eros</a:t>
            </a:r>
            <a:r>
              <a:rPr lang="de-CH" dirty="0"/>
              <a:t> </a:t>
            </a:r>
            <a:r>
              <a:rPr lang="de-CH" dirty="0" err="1"/>
              <a:t>quis</a:t>
            </a:r>
            <a:r>
              <a:rPr lang="de-CH" dirty="0"/>
              <a:t> </a:t>
            </a:r>
            <a:r>
              <a:rPr lang="de-CH" dirty="0" err="1"/>
              <a:t>urna</a:t>
            </a:r>
            <a:r>
              <a:rPr lang="de-CH" dirty="0"/>
              <a:t>.</a:t>
            </a:r>
          </a:p>
          <a:p>
            <a:endParaRPr lang="de-CH" dirty="0"/>
          </a:p>
          <a:p>
            <a:endParaRPr lang="de-CH" dirty="0"/>
          </a:p>
        </p:txBody>
      </p:sp>
      <p:sp>
        <p:nvSpPr>
          <p:cNvPr id="4" name="Datumsplatzhalter 3">
            <a:extLst>
              <a:ext uri="{FF2B5EF4-FFF2-40B4-BE49-F238E27FC236}">
                <a16:creationId xmlns:a16="http://schemas.microsoft.com/office/drawing/2014/main" id="{C9A26143-E825-9266-7376-E65C331F4377}"/>
              </a:ext>
            </a:extLst>
          </p:cNvPr>
          <p:cNvSpPr>
            <a:spLocks noGrp="1"/>
          </p:cNvSpPr>
          <p:nvPr>
            <p:ph type="dt" sz="half" idx="10"/>
          </p:nvPr>
        </p:nvSpPr>
        <p:spPr/>
        <p:txBody>
          <a:bodyPr/>
          <a:lstStyle/>
          <a:p>
            <a:fld id="{C6FEB576-78DF-4F93-86D6-53F9E2483801}" type="datetime4">
              <a:rPr lang="de-CH" smtClean="0"/>
              <a:t>8. Februar 2026</a:t>
            </a:fld>
            <a:endParaRPr lang="de-CH" dirty="0"/>
          </a:p>
        </p:txBody>
      </p:sp>
      <p:sp>
        <p:nvSpPr>
          <p:cNvPr id="5" name="Fußzeilenplatzhalter 4">
            <a:extLst>
              <a:ext uri="{FF2B5EF4-FFF2-40B4-BE49-F238E27FC236}">
                <a16:creationId xmlns:a16="http://schemas.microsoft.com/office/drawing/2014/main" id="{319BBD2B-D890-DEFE-138A-594B9603E9CB}"/>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A5FCF4E0-6B6B-8AB6-DE95-E47E490C23B6}"/>
              </a:ext>
            </a:extLst>
          </p:cNvPr>
          <p:cNvSpPr>
            <a:spLocks noGrp="1"/>
          </p:cNvSpPr>
          <p:nvPr>
            <p:ph type="sldNum" sz="quarter" idx="12"/>
          </p:nvPr>
        </p:nvSpPr>
        <p:spPr/>
        <p:txBody>
          <a:bodyPr/>
          <a:lstStyle/>
          <a:p>
            <a:fld id="{442AD375-037F-43D0-B059-5172DA06796A}" type="slidenum">
              <a:rPr lang="de-CH" smtClean="0"/>
              <a:pPr/>
              <a:t>95</a:t>
            </a:fld>
            <a:endParaRPr lang="de-CH" dirty="0"/>
          </a:p>
        </p:txBody>
      </p:sp>
      <p:grpSp>
        <p:nvGrpSpPr>
          <p:cNvPr id="26" name="Gruppieren 25">
            <a:extLst>
              <a:ext uri="{FF2B5EF4-FFF2-40B4-BE49-F238E27FC236}">
                <a16:creationId xmlns:a16="http://schemas.microsoft.com/office/drawing/2014/main" id="{7CDD423A-D31A-BD86-2661-36673FA15028}"/>
              </a:ext>
            </a:extLst>
          </p:cNvPr>
          <p:cNvGrpSpPr/>
          <p:nvPr/>
        </p:nvGrpSpPr>
        <p:grpSpPr>
          <a:xfrm>
            <a:off x="423205" y="2887183"/>
            <a:ext cx="126000" cy="1083635"/>
            <a:chOff x="423205" y="2887183"/>
            <a:chExt cx="126000" cy="1083635"/>
          </a:xfrm>
        </p:grpSpPr>
        <p:sp>
          <p:nvSpPr>
            <p:cNvPr id="13" name="Ellipse 12">
              <a:extLst>
                <a:ext uri="{FF2B5EF4-FFF2-40B4-BE49-F238E27FC236}">
                  <a16:creationId xmlns:a16="http://schemas.microsoft.com/office/drawing/2014/main" id="{EB62E3E4-E054-AD04-DC90-83BA7C04E32C}"/>
                </a:ext>
              </a:extLst>
            </p:cNvPr>
            <p:cNvSpPr>
              <a:spLocks noChangeAspect="1"/>
            </p:cNvSpPr>
            <p:nvPr/>
          </p:nvSpPr>
          <p:spPr>
            <a:xfrm>
              <a:off x="423205" y="2887183"/>
              <a:ext cx="126000" cy="126000"/>
            </a:xfrm>
            <a:prstGeom prst="ellipse">
              <a:avLst/>
            </a:prstGeom>
            <a:noFill/>
            <a:ln>
              <a:solidFill>
                <a:schemeClr val="accent2"/>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de-CH"/>
            </a:p>
          </p:txBody>
        </p:sp>
        <p:sp>
          <p:nvSpPr>
            <p:cNvPr id="14" name="Ellipse 13">
              <a:extLst>
                <a:ext uri="{FF2B5EF4-FFF2-40B4-BE49-F238E27FC236}">
                  <a16:creationId xmlns:a16="http://schemas.microsoft.com/office/drawing/2014/main" id="{297C9270-0B43-6493-6936-2788B7BB9EE9}"/>
                </a:ext>
              </a:extLst>
            </p:cNvPr>
            <p:cNvSpPr>
              <a:spLocks noChangeAspect="1"/>
            </p:cNvSpPr>
            <p:nvPr/>
          </p:nvSpPr>
          <p:spPr>
            <a:xfrm>
              <a:off x="423205" y="3527487"/>
              <a:ext cx="126000" cy="126000"/>
            </a:xfrm>
            <a:prstGeom prst="ellipse">
              <a:avLst/>
            </a:prstGeom>
            <a:noFill/>
            <a:ln>
              <a:solidFill>
                <a:schemeClr val="accent2"/>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de-CH"/>
            </a:p>
          </p:txBody>
        </p:sp>
        <p:sp>
          <p:nvSpPr>
            <p:cNvPr id="15" name="Ellipse 14">
              <a:extLst>
                <a:ext uri="{FF2B5EF4-FFF2-40B4-BE49-F238E27FC236}">
                  <a16:creationId xmlns:a16="http://schemas.microsoft.com/office/drawing/2014/main" id="{2CA1865D-9AA9-BCE0-0E7F-57D5B42FF6ED}"/>
                </a:ext>
              </a:extLst>
            </p:cNvPr>
            <p:cNvSpPr>
              <a:spLocks noChangeAspect="1"/>
            </p:cNvSpPr>
            <p:nvPr/>
          </p:nvSpPr>
          <p:spPr>
            <a:xfrm>
              <a:off x="423205" y="3844818"/>
              <a:ext cx="126000" cy="126000"/>
            </a:xfrm>
            <a:prstGeom prst="ellipse">
              <a:avLst/>
            </a:prstGeom>
            <a:noFill/>
            <a:ln>
              <a:solidFill>
                <a:schemeClr val="accent2"/>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de-CH"/>
            </a:p>
          </p:txBody>
        </p:sp>
        <p:sp>
          <p:nvSpPr>
            <p:cNvPr id="16" name="Ellipse 15">
              <a:extLst>
                <a:ext uri="{FF2B5EF4-FFF2-40B4-BE49-F238E27FC236}">
                  <a16:creationId xmlns:a16="http://schemas.microsoft.com/office/drawing/2014/main" id="{37BF8895-B5CC-EA8D-8BD6-BC2902F57050}"/>
                </a:ext>
              </a:extLst>
            </p:cNvPr>
            <p:cNvSpPr>
              <a:spLocks noChangeAspect="1"/>
            </p:cNvSpPr>
            <p:nvPr/>
          </p:nvSpPr>
          <p:spPr>
            <a:xfrm>
              <a:off x="423205" y="3204513"/>
              <a:ext cx="126000" cy="126000"/>
            </a:xfrm>
            <a:prstGeom prst="ellipse">
              <a:avLst/>
            </a:prstGeom>
            <a:solidFill>
              <a:schemeClr val="tx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CH"/>
            </a:p>
          </p:txBody>
        </p:sp>
        <p:cxnSp>
          <p:nvCxnSpPr>
            <p:cNvPr id="18" name="Gerader Verbinder 17">
              <a:extLst>
                <a:ext uri="{FF2B5EF4-FFF2-40B4-BE49-F238E27FC236}">
                  <a16:creationId xmlns:a16="http://schemas.microsoft.com/office/drawing/2014/main" id="{CC6E124E-881D-01F5-3A28-AFEA6E411F64}"/>
                </a:ext>
              </a:extLst>
            </p:cNvPr>
            <p:cNvCxnSpPr>
              <a:cxnSpLocks/>
              <a:stCxn id="13" idx="4"/>
              <a:endCxn id="16" idx="0"/>
            </p:cNvCxnSpPr>
            <p:nvPr/>
          </p:nvCxnSpPr>
          <p:spPr>
            <a:xfrm>
              <a:off x="486205" y="3013183"/>
              <a:ext cx="0" cy="19133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14E0ABD1-7B4B-4B50-AE68-21C729AAB859}"/>
                </a:ext>
              </a:extLst>
            </p:cNvPr>
            <p:cNvCxnSpPr>
              <a:cxnSpLocks/>
              <a:stCxn id="16" idx="4"/>
            </p:cNvCxnSpPr>
            <p:nvPr/>
          </p:nvCxnSpPr>
          <p:spPr>
            <a:xfrm>
              <a:off x="486205" y="3330513"/>
              <a:ext cx="0" cy="196974"/>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FB16A095-462B-4FC1-8C5F-E2CF097334D9}"/>
                </a:ext>
              </a:extLst>
            </p:cNvPr>
            <p:cNvCxnSpPr>
              <a:cxnSpLocks/>
            </p:cNvCxnSpPr>
            <p:nvPr/>
          </p:nvCxnSpPr>
          <p:spPr>
            <a:xfrm>
              <a:off x="486205" y="3653487"/>
              <a:ext cx="0" cy="19133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135991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Bildplatzhalter 10">
            <a:extLst>
              <a:ext uri="{FF2B5EF4-FFF2-40B4-BE49-F238E27FC236}">
                <a16:creationId xmlns:a16="http://schemas.microsoft.com/office/drawing/2014/main" id="{EE7808E0-C8AA-E783-8B2F-B8F2CD5DEAC6}"/>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40" r="40"/>
          <a:stretch/>
        </p:blipFill>
        <p:spPr/>
      </p:pic>
      <p:sp>
        <p:nvSpPr>
          <p:cNvPr id="7" name="Titel 6">
            <a:extLst>
              <a:ext uri="{FF2B5EF4-FFF2-40B4-BE49-F238E27FC236}">
                <a16:creationId xmlns:a16="http://schemas.microsoft.com/office/drawing/2014/main" id="{71B3DDCB-FA5F-D0F4-06CD-99C7772D5181}"/>
              </a:ext>
            </a:extLst>
          </p:cNvPr>
          <p:cNvSpPr>
            <a:spLocks noGrp="1"/>
          </p:cNvSpPr>
          <p:nvPr>
            <p:ph type="title"/>
          </p:nvPr>
        </p:nvSpPr>
        <p:spPr/>
        <p:txBody>
          <a:bodyPr/>
          <a:lstStyle/>
          <a:p>
            <a:r>
              <a:rPr lang="de-CH" dirty="0"/>
              <a:t>Bildschirmfolie «Inhalt und Bild gross Gelb»</a:t>
            </a:r>
          </a:p>
        </p:txBody>
      </p:sp>
      <p:sp>
        <p:nvSpPr>
          <p:cNvPr id="8" name="Inhaltsplatzhalter 7">
            <a:extLst>
              <a:ext uri="{FF2B5EF4-FFF2-40B4-BE49-F238E27FC236}">
                <a16:creationId xmlns:a16="http://schemas.microsoft.com/office/drawing/2014/main" id="{0269BA95-67DA-BC22-4C86-9B9419B9BAA9}"/>
              </a:ext>
            </a:extLst>
          </p:cNvPr>
          <p:cNvSpPr>
            <a:spLocks noGrp="1"/>
          </p:cNvSpPr>
          <p:nvPr>
            <p:ph sz="half" idx="1"/>
          </p:nvPr>
        </p:nvSpPr>
        <p:spPr/>
        <p:txBody>
          <a:bodyPr/>
          <a:lstStyle/>
          <a:p>
            <a:r>
              <a:rPr lang="de-CH" dirty="0"/>
              <a:t>Ost </a:t>
            </a:r>
            <a:r>
              <a:rPr lang="de-CH" dirty="0" err="1"/>
              <a:t>eici</a:t>
            </a:r>
            <a:r>
              <a:rPr lang="de-CH" dirty="0"/>
              <a:t> </a:t>
            </a:r>
            <a:r>
              <a:rPr lang="de-CH" dirty="0" err="1"/>
              <a:t>dis</a:t>
            </a:r>
            <a:r>
              <a:rPr lang="de-CH" dirty="0"/>
              <a:t> </a:t>
            </a:r>
            <a:r>
              <a:rPr lang="de-CH" dirty="0" err="1"/>
              <a:t>iur</a:t>
            </a:r>
            <a:r>
              <a:rPr lang="de-CH" dirty="0"/>
              <a:t>, </a:t>
            </a:r>
            <a:r>
              <a:rPr lang="de-CH" dirty="0" err="1"/>
              <a:t>eic</a:t>
            </a:r>
            <a:r>
              <a:rPr lang="de-CH" dirty="0"/>
              <a:t> </a:t>
            </a:r>
            <a:r>
              <a:rPr lang="de-CH" dirty="0" err="1"/>
              <a:t>to</a:t>
            </a:r>
            <a:r>
              <a:rPr lang="de-CH" dirty="0"/>
              <a:t> in </a:t>
            </a:r>
            <a:r>
              <a:rPr lang="de-CH" dirty="0" err="1"/>
              <a:t>eicien</a:t>
            </a:r>
            <a:r>
              <a:rPr lang="de-CH" dirty="0"/>
              <a:t> </a:t>
            </a:r>
            <a:r>
              <a:rPr lang="de-CH" dirty="0" err="1"/>
              <a:t>endicia</a:t>
            </a:r>
            <a:r>
              <a:rPr lang="de-CH" dirty="0"/>
              <a:t> </a:t>
            </a:r>
            <a:r>
              <a:rPr lang="de-CH" dirty="0" err="1"/>
              <a:t>sium</a:t>
            </a:r>
            <a:r>
              <a:rPr lang="de-CH" dirty="0"/>
              <a:t> quas </a:t>
            </a:r>
            <a:r>
              <a:rPr lang="de-CH" dirty="0" err="1"/>
              <a:t>aut</a:t>
            </a:r>
            <a:r>
              <a:rPr lang="de-CH" dirty="0"/>
              <a:t> </a:t>
            </a:r>
            <a:r>
              <a:rPr lang="de-CH" dirty="0" err="1"/>
              <a:t>verum</a:t>
            </a:r>
            <a:r>
              <a:rPr lang="de-CH" dirty="0"/>
              <a:t> </a:t>
            </a:r>
            <a:r>
              <a:rPr lang="de-CH" dirty="0" err="1"/>
              <a:t>alis</a:t>
            </a:r>
            <a:r>
              <a:rPr lang="de-CH" dirty="0"/>
              <a:t> </a:t>
            </a:r>
            <a:r>
              <a:rPr lang="de-CH" dirty="0" err="1"/>
              <a:t>cores</a:t>
            </a:r>
            <a:r>
              <a:rPr lang="de-CH" dirty="0"/>
              <a:t> am </a:t>
            </a:r>
            <a:r>
              <a:rPr lang="de-CH" dirty="0" err="1"/>
              <a:t>quiderfere</a:t>
            </a:r>
            <a:r>
              <a:rPr lang="de-CH" dirty="0"/>
              <a:t>, </a:t>
            </a:r>
            <a:r>
              <a:rPr lang="de-CH" dirty="0" err="1"/>
              <a:t>cus</a:t>
            </a:r>
            <a:r>
              <a:rPr lang="de-CH" dirty="0"/>
              <a:t> si dem </a:t>
            </a:r>
            <a:r>
              <a:rPr lang="de-CH" dirty="0" err="1"/>
              <a:t>one</a:t>
            </a:r>
            <a:r>
              <a:rPr lang="de-CH" dirty="0"/>
              <a:t> </a:t>
            </a:r>
            <a:r>
              <a:rPr lang="de-CH" dirty="0" err="1"/>
              <a:t>mposin</a:t>
            </a:r>
            <a:r>
              <a:rPr lang="de-CH" dirty="0"/>
              <a:t> </a:t>
            </a:r>
            <a:r>
              <a:rPr lang="de-CH" dirty="0" err="1"/>
              <a:t>no</a:t>
            </a:r>
            <a:r>
              <a:rPr lang="de-CH" dirty="0"/>
              <a:t> </a:t>
            </a:r>
            <a:r>
              <a:rPr lang="de-CH" dirty="0" err="1"/>
              <a:t>iasira</a:t>
            </a:r>
            <a:r>
              <a:rPr lang="de-CH" dirty="0"/>
              <a:t> </a:t>
            </a:r>
            <a:r>
              <a:rPr lang="de-CH" dirty="0" err="1"/>
              <a:t>ta</a:t>
            </a:r>
            <a:r>
              <a:rPr lang="de-CH" dirty="0"/>
              <a:t> </a:t>
            </a:r>
            <a:r>
              <a:rPr lang="de-CH" dirty="0" err="1"/>
              <a:t>por</a:t>
            </a:r>
            <a:r>
              <a:rPr lang="de-CH" dirty="0"/>
              <a:t> </a:t>
            </a:r>
            <a:r>
              <a:rPr lang="de-CH" dirty="0" err="1"/>
              <a:t>bla</a:t>
            </a:r>
            <a:r>
              <a:rPr lang="de-CH" dirty="0"/>
              <a:t> </a:t>
            </a:r>
            <a:r>
              <a:rPr lang="de-CH" dirty="0" err="1"/>
              <a:t>voluptur</a:t>
            </a:r>
            <a:r>
              <a:rPr lang="de-CH" dirty="0"/>
              <a:t> </a:t>
            </a:r>
            <a:r>
              <a:rPr lang="de-CH" dirty="0" err="1"/>
              <a:t>sim</a:t>
            </a:r>
            <a:r>
              <a:rPr lang="de-CH" dirty="0"/>
              <a:t> </a:t>
            </a:r>
            <a:r>
              <a:rPr lang="de-CH" dirty="0" err="1"/>
              <a:t>harupti</a:t>
            </a:r>
            <a:r>
              <a:rPr lang="de-CH" dirty="0"/>
              <a:t> </a:t>
            </a:r>
            <a:r>
              <a:rPr lang="de-CH" dirty="0" err="1"/>
              <a:t>nem</a:t>
            </a:r>
            <a:r>
              <a:rPr lang="de-CH" dirty="0"/>
              <a:t> </a:t>
            </a:r>
            <a:r>
              <a:rPr lang="de-CH" dirty="0" err="1"/>
              <a:t>idun</a:t>
            </a:r>
            <a:r>
              <a:rPr lang="de-CH" dirty="0"/>
              <a:t> </a:t>
            </a:r>
            <a:r>
              <a:rPr lang="de-CH" dirty="0" err="1"/>
              <a:t>tiuras</a:t>
            </a:r>
            <a:r>
              <a:rPr lang="de-CH" dirty="0"/>
              <a:t> </a:t>
            </a:r>
            <a:r>
              <a:rPr lang="de-CH" dirty="0" err="1"/>
              <a:t>siqui</a:t>
            </a:r>
            <a:r>
              <a:rPr lang="de-CH" dirty="0"/>
              <a:t> </a:t>
            </a:r>
            <a:r>
              <a:rPr lang="de-CH" dirty="0" err="1"/>
              <a:t>to</a:t>
            </a:r>
            <a:r>
              <a:rPr lang="de-CH" dirty="0"/>
              <a:t> </a:t>
            </a:r>
            <a:r>
              <a:rPr lang="de-CH" dirty="0" err="1"/>
              <a:t>blant</a:t>
            </a:r>
            <a:r>
              <a:rPr lang="de-CH" dirty="0"/>
              <a:t>. Magnis </a:t>
            </a:r>
            <a:r>
              <a:rPr lang="de-CH" dirty="0" err="1"/>
              <a:t>dolu</a:t>
            </a:r>
            <a:r>
              <a:rPr lang="de-CH" dirty="0"/>
              <a:t> </a:t>
            </a:r>
            <a:r>
              <a:rPr lang="de-CH" dirty="0" err="1"/>
              <a:t>ptation</a:t>
            </a:r>
            <a:r>
              <a:rPr lang="de-CH" dirty="0"/>
              <a:t> </a:t>
            </a:r>
            <a:r>
              <a:rPr lang="de-CH" dirty="0" err="1"/>
              <a:t>ratis</a:t>
            </a:r>
            <a:r>
              <a:rPr lang="de-CH" dirty="0"/>
              <a:t> </a:t>
            </a:r>
            <a:r>
              <a:rPr lang="de-CH" dirty="0" err="1"/>
              <a:t>saima</a:t>
            </a:r>
            <a:r>
              <a:rPr lang="de-CH" dirty="0"/>
              <a:t>, </a:t>
            </a:r>
            <a:r>
              <a:rPr lang="de-CH" dirty="0" err="1"/>
              <a:t>sit</a:t>
            </a:r>
            <a:r>
              <a:rPr lang="de-CH" dirty="0"/>
              <a:t> </a:t>
            </a:r>
            <a:r>
              <a:rPr lang="de-CH" dirty="0" err="1"/>
              <a:t>lordus</a:t>
            </a:r>
            <a:r>
              <a:rPr lang="de-CH" dirty="0"/>
              <a:t> </a:t>
            </a:r>
          </a:p>
          <a:p>
            <a:r>
              <a:rPr lang="de-CH" dirty="0"/>
              <a:t>Intis </a:t>
            </a:r>
            <a:r>
              <a:rPr lang="de-CH" dirty="0" err="1"/>
              <a:t>assn</a:t>
            </a:r>
            <a:r>
              <a:rPr lang="de-CH" dirty="0"/>
              <a:t> </a:t>
            </a:r>
            <a:r>
              <a:rPr lang="de-CH" dirty="0" err="1"/>
              <a:t>verum</a:t>
            </a:r>
            <a:r>
              <a:rPr lang="de-CH" dirty="0"/>
              <a:t> </a:t>
            </a:r>
            <a:r>
              <a:rPr lang="de-CH" dirty="0" err="1"/>
              <a:t>res</a:t>
            </a:r>
            <a:r>
              <a:rPr lang="de-CH" dirty="0"/>
              <a:t> es </a:t>
            </a:r>
            <a:r>
              <a:rPr lang="de-CH" dirty="0" err="1"/>
              <a:t>venimus</a:t>
            </a:r>
            <a:r>
              <a:rPr lang="de-CH" dirty="0"/>
              <a:t> </a:t>
            </a:r>
            <a:r>
              <a:rPr lang="de-CH" dirty="0" err="1"/>
              <a:t>dolup</a:t>
            </a:r>
            <a:r>
              <a:rPr lang="de-CH" dirty="0"/>
              <a:t> </a:t>
            </a:r>
            <a:r>
              <a:rPr lang="de-CH" dirty="0" err="1"/>
              <a:t>tia</a:t>
            </a:r>
            <a:r>
              <a:rPr lang="de-CH" dirty="0"/>
              <a:t> </a:t>
            </a:r>
            <a:r>
              <a:rPr lang="de-CH" dirty="0" err="1"/>
              <a:t>sunt</a:t>
            </a:r>
            <a:r>
              <a:rPr lang="de-CH" dirty="0"/>
              <a:t> </a:t>
            </a:r>
            <a:r>
              <a:rPr lang="de-CH" dirty="0" err="1"/>
              <a:t>odio</a:t>
            </a:r>
            <a:r>
              <a:rPr lang="de-CH" dirty="0"/>
              <a:t> pro </a:t>
            </a:r>
            <a:r>
              <a:rPr lang="de-CH" dirty="0" err="1"/>
              <a:t>semarius</a:t>
            </a:r>
            <a:r>
              <a:rPr lang="de-CH" dirty="0"/>
              <a:t>.</a:t>
            </a:r>
          </a:p>
        </p:txBody>
      </p:sp>
      <p:sp>
        <p:nvSpPr>
          <p:cNvPr id="5" name="Ellipse 4">
            <a:extLst>
              <a:ext uri="{FF2B5EF4-FFF2-40B4-BE49-F238E27FC236}">
                <a16:creationId xmlns:a16="http://schemas.microsoft.com/office/drawing/2014/main" id="{56C8A676-3104-8557-4A8E-46F015934FEA}"/>
              </a:ext>
            </a:extLst>
          </p:cNvPr>
          <p:cNvSpPr>
            <a:spLocks noChangeAspect="1"/>
          </p:cNvSpPr>
          <p:nvPr/>
        </p:nvSpPr>
        <p:spPr>
          <a:xfrm>
            <a:off x="9804437" y="446001"/>
            <a:ext cx="1980000" cy="198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36000" bIns="0" rtlCol="0" anchor="ctr"/>
          <a:lstStyle/>
          <a:p>
            <a:pPr algn="ctr">
              <a:lnSpc>
                <a:spcPct val="83000"/>
              </a:lnSpc>
            </a:pPr>
            <a:r>
              <a:rPr lang="de-CH" sz="2700" b="1" i="1" dirty="0">
                <a:solidFill>
                  <a:schemeClr val="tx1"/>
                </a:solidFill>
              </a:rPr>
              <a:t>Call </a:t>
            </a:r>
            <a:r>
              <a:rPr lang="de-CH" sz="2700" b="1" i="1" dirty="0" err="1">
                <a:solidFill>
                  <a:schemeClr val="tx1"/>
                </a:solidFill>
              </a:rPr>
              <a:t>to</a:t>
            </a:r>
            <a:r>
              <a:rPr lang="de-CH" sz="2700" b="1" i="1" dirty="0">
                <a:solidFill>
                  <a:schemeClr val="tx1"/>
                </a:solidFill>
              </a:rPr>
              <a:t> </a:t>
            </a:r>
            <a:br>
              <a:rPr lang="de-CH" sz="2700" b="1" i="1" dirty="0">
                <a:solidFill>
                  <a:schemeClr val="tx1"/>
                </a:solidFill>
              </a:rPr>
            </a:br>
            <a:r>
              <a:rPr lang="de-CH" sz="2700" b="1" i="1" dirty="0">
                <a:solidFill>
                  <a:schemeClr val="tx1"/>
                </a:solidFill>
              </a:rPr>
              <a:t>Action-</a:t>
            </a:r>
            <a:br>
              <a:rPr lang="de-CH" sz="2700" b="1" i="1" dirty="0">
                <a:solidFill>
                  <a:schemeClr val="tx1"/>
                </a:solidFill>
              </a:rPr>
            </a:br>
            <a:r>
              <a:rPr lang="de-CH" sz="2700" b="1" i="1" dirty="0">
                <a:solidFill>
                  <a:schemeClr val="tx1"/>
                </a:solidFill>
              </a:rPr>
              <a:t>Text</a:t>
            </a:r>
          </a:p>
        </p:txBody>
      </p:sp>
      <p:sp>
        <p:nvSpPr>
          <p:cNvPr id="2" name="Datumsplatzhalter 1">
            <a:extLst>
              <a:ext uri="{FF2B5EF4-FFF2-40B4-BE49-F238E27FC236}">
                <a16:creationId xmlns:a16="http://schemas.microsoft.com/office/drawing/2014/main" id="{508790A7-2631-7741-6D22-65412B8BA7AF}"/>
              </a:ext>
            </a:extLst>
          </p:cNvPr>
          <p:cNvSpPr>
            <a:spLocks noGrp="1"/>
          </p:cNvSpPr>
          <p:nvPr>
            <p:ph type="dt" sz="half" idx="10"/>
          </p:nvPr>
        </p:nvSpPr>
        <p:spPr/>
        <p:txBody>
          <a:bodyPr/>
          <a:lstStyle/>
          <a:p>
            <a:fld id="{81F14ECC-565A-44B7-9E46-631F5A401ED5}" type="datetime4">
              <a:rPr lang="de-CH" smtClean="0"/>
              <a:t>8. Februar 2026</a:t>
            </a:fld>
            <a:endParaRPr lang="de-CH" dirty="0"/>
          </a:p>
        </p:txBody>
      </p:sp>
      <p:sp>
        <p:nvSpPr>
          <p:cNvPr id="3" name="Fußzeilenplatzhalter 2">
            <a:extLst>
              <a:ext uri="{FF2B5EF4-FFF2-40B4-BE49-F238E27FC236}">
                <a16:creationId xmlns:a16="http://schemas.microsoft.com/office/drawing/2014/main" id="{F8E19308-A9B8-91A2-ECC3-9E9DF2114168}"/>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4" name="Foliennummernplatzhalter 3">
            <a:extLst>
              <a:ext uri="{FF2B5EF4-FFF2-40B4-BE49-F238E27FC236}">
                <a16:creationId xmlns:a16="http://schemas.microsoft.com/office/drawing/2014/main" id="{767B449E-DAB8-654B-547A-2010D939C523}"/>
              </a:ext>
            </a:extLst>
          </p:cNvPr>
          <p:cNvSpPr>
            <a:spLocks noGrp="1"/>
          </p:cNvSpPr>
          <p:nvPr>
            <p:ph type="sldNum" sz="quarter" idx="12"/>
          </p:nvPr>
        </p:nvSpPr>
        <p:spPr/>
        <p:txBody>
          <a:bodyPr/>
          <a:lstStyle/>
          <a:p>
            <a:fld id="{442AD375-037F-43D0-B059-5172DA06796A}" type="slidenum">
              <a:rPr lang="de-CH" smtClean="0"/>
              <a:pPr/>
              <a:t>96</a:t>
            </a:fld>
            <a:endParaRPr lang="de-CH" dirty="0"/>
          </a:p>
        </p:txBody>
      </p:sp>
    </p:spTree>
    <p:extLst>
      <p:ext uri="{BB962C8B-B14F-4D97-AF65-F5344CB8AC3E}">
        <p14:creationId xmlns:p14="http://schemas.microsoft.com/office/powerpoint/2010/main" val="108127298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Bildplatzhalter 4">
            <a:extLst>
              <a:ext uri="{FF2B5EF4-FFF2-40B4-BE49-F238E27FC236}">
                <a16:creationId xmlns:a16="http://schemas.microsoft.com/office/drawing/2014/main" id="{D2BC83A1-DDCB-0148-1DDA-EF72B9FB5B3D}"/>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30" r="30"/>
          <a:stretch/>
        </p:blipFill>
        <p:spPr/>
      </p:pic>
      <p:sp>
        <p:nvSpPr>
          <p:cNvPr id="3" name="Titel 2">
            <a:extLst>
              <a:ext uri="{FF2B5EF4-FFF2-40B4-BE49-F238E27FC236}">
                <a16:creationId xmlns:a16="http://schemas.microsoft.com/office/drawing/2014/main" id="{816F4033-2126-4BD7-D9B1-D3ECD67204A6}"/>
              </a:ext>
            </a:extLst>
          </p:cNvPr>
          <p:cNvSpPr>
            <a:spLocks noGrp="1"/>
          </p:cNvSpPr>
          <p:nvPr>
            <p:ph type="title"/>
          </p:nvPr>
        </p:nvSpPr>
        <p:spPr/>
        <p:txBody>
          <a:bodyPr/>
          <a:lstStyle/>
          <a:p>
            <a:r>
              <a:rPr lang="de-CH" dirty="0"/>
              <a:t>Bildschirmfolie</a:t>
            </a:r>
            <a:br>
              <a:rPr lang="de-CH" dirty="0"/>
            </a:br>
            <a:r>
              <a:rPr lang="de-CH" dirty="0"/>
              <a:t>«Titel und Bild Gelb»</a:t>
            </a:r>
          </a:p>
        </p:txBody>
      </p:sp>
      <p:sp>
        <p:nvSpPr>
          <p:cNvPr id="2" name="Datumsplatzhalter 1">
            <a:extLst>
              <a:ext uri="{FF2B5EF4-FFF2-40B4-BE49-F238E27FC236}">
                <a16:creationId xmlns:a16="http://schemas.microsoft.com/office/drawing/2014/main" id="{E751C6D2-7C9D-6362-B6BE-4B02D91B3751}"/>
              </a:ext>
            </a:extLst>
          </p:cNvPr>
          <p:cNvSpPr>
            <a:spLocks noGrp="1"/>
          </p:cNvSpPr>
          <p:nvPr>
            <p:ph type="dt" sz="half" idx="10"/>
          </p:nvPr>
        </p:nvSpPr>
        <p:spPr/>
        <p:txBody>
          <a:bodyPr/>
          <a:lstStyle/>
          <a:p>
            <a:fld id="{B8AE5909-0A11-4CEE-A560-EB858B65C3B0}" type="datetime4">
              <a:rPr lang="de-CH" smtClean="0"/>
              <a:t>8. Februar 2026</a:t>
            </a:fld>
            <a:endParaRPr lang="de-CH" dirty="0"/>
          </a:p>
        </p:txBody>
      </p:sp>
      <p:sp>
        <p:nvSpPr>
          <p:cNvPr id="4" name="Fußzeilenplatzhalter 3">
            <a:extLst>
              <a:ext uri="{FF2B5EF4-FFF2-40B4-BE49-F238E27FC236}">
                <a16:creationId xmlns:a16="http://schemas.microsoft.com/office/drawing/2014/main" id="{17979AFE-C05F-26D9-4E4D-AA2AE8898558}"/>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8C9D2771-8937-B9B7-A407-8623A3D56267}"/>
              </a:ext>
            </a:extLst>
          </p:cNvPr>
          <p:cNvSpPr>
            <a:spLocks noGrp="1"/>
          </p:cNvSpPr>
          <p:nvPr>
            <p:ph type="sldNum" sz="quarter" idx="12"/>
          </p:nvPr>
        </p:nvSpPr>
        <p:spPr/>
        <p:txBody>
          <a:bodyPr/>
          <a:lstStyle/>
          <a:p>
            <a:fld id="{442AD375-037F-43D0-B059-5172DA06796A}" type="slidenum">
              <a:rPr lang="de-CH" smtClean="0"/>
              <a:pPr/>
              <a:t>97</a:t>
            </a:fld>
            <a:endParaRPr lang="de-CH" dirty="0"/>
          </a:p>
        </p:txBody>
      </p:sp>
    </p:spTree>
    <p:extLst>
      <p:ext uri="{BB962C8B-B14F-4D97-AF65-F5344CB8AC3E}">
        <p14:creationId xmlns:p14="http://schemas.microsoft.com/office/powerpoint/2010/main" val="16411306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Bildplatzhalter 10">
            <a:extLst>
              <a:ext uri="{FF2B5EF4-FFF2-40B4-BE49-F238E27FC236}">
                <a16:creationId xmlns:a16="http://schemas.microsoft.com/office/drawing/2014/main" id="{EE7808E0-C8AA-E783-8B2F-B8F2CD5DEAC6}"/>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10" r="10"/>
          <a:stretch/>
        </p:blipFill>
        <p:spPr/>
      </p:pic>
      <p:sp>
        <p:nvSpPr>
          <p:cNvPr id="7" name="Titel 6">
            <a:extLst>
              <a:ext uri="{FF2B5EF4-FFF2-40B4-BE49-F238E27FC236}">
                <a16:creationId xmlns:a16="http://schemas.microsoft.com/office/drawing/2014/main" id="{71B3DDCB-FA5F-D0F4-06CD-99C7772D5181}"/>
              </a:ext>
            </a:extLst>
          </p:cNvPr>
          <p:cNvSpPr>
            <a:spLocks noGrp="1"/>
          </p:cNvSpPr>
          <p:nvPr>
            <p:ph type="title"/>
          </p:nvPr>
        </p:nvSpPr>
        <p:spPr/>
        <p:txBody>
          <a:bodyPr/>
          <a:lstStyle/>
          <a:p>
            <a:r>
              <a:rPr lang="de-CH" dirty="0"/>
              <a:t>Bildschirmfolie «Inhalt und Bild gross Gelb»</a:t>
            </a:r>
          </a:p>
        </p:txBody>
      </p:sp>
      <p:sp>
        <p:nvSpPr>
          <p:cNvPr id="8" name="Inhaltsplatzhalter 7">
            <a:extLst>
              <a:ext uri="{FF2B5EF4-FFF2-40B4-BE49-F238E27FC236}">
                <a16:creationId xmlns:a16="http://schemas.microsoft.com/office/drawing/2014/main" id="{0269BA95-67DA-BC22-4C86-9B9419B9BAA9}"/>
              </a:ext>
            </a:extLst>
          </p:cNvPr>
          <p:cNvSpPr>
            <a:spLocks noGrp="1"/>
          </p:cNvSpPr>
          <p:nvPr>
            <p:ph sz="half" idx="1"/>
          </p:nvPr>
        </p:nvSpPr>
        <p:spPr/>
        <p:txBody>
          <a:bodyPr/>
          <a:lstStyle/>
          <a:p>
            <a:r>
              <a:rPr lang="de-CH" dirty="0"/>
              <a:t>Ost </a:t>
            </a:r>
            <a:r>
              <a:rPr lang="de-CH" dirty="0" err="1"/>
              <a:t>eici</a:t>
            </a:r>
            <a:r>
              <a:rPr lang="de-CH" dirty="0"/>
              <a:t> </a:t>
            </a:r>
            <a:r>
              <a:rPr lang="de-CH" dirty="0" err="1"/>
              <a:t>dis</a:t>
            </a:r>
            <a:r>
              <a:rPr lang="de-CH" dirty="0"/>
              <a:t> </a:t>
            </a:r>
            <a:r>
              <a:rPr lang="de-CH" dirty="0" err="1"/>
              <a:t>iur</a:t>
            </a:r>
            <a:r>
              <a:rPr lang="de-CH" dirty="0"/>
              <a:t>, </a:t>
            </a:r>
            <a:r>
              <a:rPr lang="de-CH" dirty="0" err="1"/>
              <a:t>eic</a:t>
            </a:r>
            <a:r>
              <a:rPr lang="de-CH" dirty="0"/>
              <a:t> </a:t>
            </a:r>
            <a:r>
              <a:rPr lang="de-CH" dirty="0" err="1"/>
              <a:t>to</a:t>
            </a:r>
            <a:r>
              <a:rPr lang="de-CH" dirty="0"/>
              <a:t> in </a:t>
            </a:r>
            <a:r>
              <a:rPr lang="de-CH" dirty="0" err="1"/>
              <a:t>eicien</a:t>
            </a:r>
            <a:r>
              <a:rPr lang="de-CH" dirty="0"/>
              <a:t> </a:t>
            </a:r>
            <a:r>
              <a:rPr lang="de-CH" dirty="0" err="1"/>
              <a:t>endicia</a:t>
            </a:r>
            <a:r>
              <a:rPr lang="de-CH" dirty="0"/>
              <a:t> </a:t>
            </a:r>
            <a:r>
              <a:rPr lang="de-CH" dirty="0" err="1"/>
              <a:t>sium</a:t>
            </a:r>
            <a:r>
              <a:rPr lang="de-CH" dirty="0"/>
              <a:t> quas </a:t>
            </a:r>
            <a:r>
              <a:rPr lang="de-CH" dirty="0" err="1"/>
              <a:t>aut</a:t>
            </a:r>
            <a:r>
              <a:rPr lang="de-CH" dirty="0"/>
              <a:t> </a:t>
            </a:r>
            <a:r>
              <a:rPr lang="de-CH" dirty="0" err="1"/>
              <a:t>verum</a:t>
            </a:r>
            <a:r>
              <a:rPr lang="de-CH" dirty="0"/>
              <a:t> </a:t>
            </a:r>
            <a:r>
              <a:rPr lang="de-CH" dirty="0" err="1"/>
              <a:t>alis</a:t>
            </a:r>
            <a:r>
              <a:rPr lang="de-CH" dirty="0"/>
              <a:t> </a:t>
            </a:r>
            <a:r>
              <a:rPr lang="de-CH" dirty="0" err="1"/>
              <a:t>cores</a:t>
            </a:r>
            <a:r>
              <a:rPr lang="de-CH" dirty="0"/>
              <a:t> am </a:t>
            </a:r>
            <a:r>
              <a:rPr lang="de-CH" dirty="0" err="1"/>
              <a:t>quiderfere</a:t>
            </a:r>
            <a:r>
              <a:rPr lang="de-CH" dirty="0"/>
              <a:t>, </a:t>
            </a:r>
            <a:r>
              <a:rPr lang="de-CH" dirty="0" err="1"/>
              <a:t>cus</a:t>
            </a:r>
            <a:r>
              <a:rPr lang="de-CH" dirty="0"/>
              <a:t> si dem </a:t>
            </a:r>
            <a:r>
              <a:rPr lang="de-CH" dirty="0" err="1"/>
              <a:t>one</a:t>
            </a:r>
            <a:r>
              <a:rPr lang="de-CH" dirty="0"/>
              <a:t> </a:t>
            </a:r>
            <a:r>
              <a:rPr lang="de-CH" dirty="0" err="1"/>
              <a:t>mposin</a:t>
            </a:r>
            <a:r>
              <a:rPr lang="de-CH" dirty="0"/>
              <a:t> </a:t>
            </a:r>
            <a:r>
              <a:rPr lang="de-CH" dirty="0" err="1"/>
              <a:t>no</a:t>
            </a:r>
            <a:r>
              <a:rPr lang="de-CH" dirty="0"/>
              <a:t> </a:t>
            </a:r>
            <a:r>
              <a:rPr lang="de-CH" dirty="0" err="1"/>
              <a:t>iasira</a:t>
            </a:r>
            <a:r>
              <a:rPr lang="de-CH" dirty="0"/>
              <a:t> </a:t>
            </a:r>
            <a:r>
              <a:rPr lang="de-CH" dirty="0" err="1"/>
              <a:t>ta</a:t>
            </a:r>
            <a:r>
              <a:rPr lang="de-CH" dirty="0"/>
              <a:t> </a:t>
            </a:r>
            <a:r>
              <a:rPr lang="de-CH" dirty="0" err="1"/>
              <a:t>por</a:t>
            </a:r>
            <a:r>
              <a:rPr lang="de-CH" dirty="0"/>
              <a:t> </a:t>
            </a:r>
            <a:r>
              <a:rPr lang="de-CH" dirty="0" err="1"/>
              <a:t>bla</a:t>
            </a:r>
            <a:r>
              <a:rPr lang="de-CH" dirty="0"/>
              <a:t> </a:t>
            </a:r>
            <a:r>
              <a:rPr lang="de-CH" dirty="0" err="1"/>
              <a:t>voluptur</a:t>
            </a:r>
            <a:r>
              <a:rPr lang="de-CH" dirty="0"/>
              <a:t> </a:t>
            </a:r>
            <a:r>
              <a:rPr lang="de-CH" dirty="0" err="1"/>
              <a:t>sim</a:t>
            </a:r>
            <a:r>
              <a:rPr lang="de-CH" dirty="0"/>
              <a:t> </a:t>
            </a:r>
            <a:r>
              <a:rPr lang="de-CH" dirty="0" err="1"/>
              <a:t>harupti</a:t>
            </a:r>
            <a:r>
              <a:rPr lang="de-CH" dirty="0"/>
              <a:t> </a:t>
            </a:r>
            <a:r>
              <a:rPr lang="de-CH" dirty="0" err="1"/>
              <a:t>nem</a:t>
            </a:r>
            <a:r>
              <a:rPr lang="de-CH" dirty="0"/>
              <a:t> </a:t>
            </a:r>
            <a:r>
              <a:rPr lang="de-CH" dirty="0" err="1"/>
              <a:t>idun</a:t>
            </a:r>
            <a:r>
              <a:rPr lang="de-CH" dirty="0"/>
              <a:t> </a:t>
            </a:r>
            <a:r>
              <a:rPr lang="de-CH" dirty="0" err="1"/>
              <a:t>tiuras</a:t>
            </a:r>
            <a:r>
              <a:rPr lang="de-CH" dirty="0"/>
              <a:t> </a:t>
            </a:r>
            <a:r>
              <a:rPr lang="de-CH" dirty="0" err="1"/>
              <a:t>siqui</a:t>
            </a:r>
            <a:r>
              <a:rPr lang="de-CH" dirty="0"/>
              <a:t> </a:t>
            </a:r>
            <a:r>
              <a:rPr lang="de-CH" dirty="0" err="1"/>
              <a:t>to</a:t>
            </a:r>
            <a:r>
              <a:rPr lang="de-CH" dirty="0"/>
              <a:t> </a:t>
            </a:r>
            <a:r>
              <a:rPr lang="de-CH" dirty="0" err="1"/>
              <a:t>blant</a:t>
            </a:r>
            <a:r>
              <a:rPr lang="de-CH" dirty="0"/>
              <a:t>. Magnis </a:t>
            </a:r>
            <a:r>
              <a:rPr lang="de-CH" dirty="0" err="1"/>
              <a:t>dolu</a:t>
            </a:r>
            <a:r>
              <a:rPr lang="de-CH" dirty="0"/>
              <a:t> </a:t>
            </a:r>
            <a:r>
              <a:rPr lang="de-CH" dirty="0" err="1"/>
              <a:t>ptation</a:t>
            </a:r>
            <a:r>
              <a:rPr lang="de-CH" dirty="0"/>
              <a:t> </a:t>
            </a:r>
            <a:r>
              <a:rPr lang="de-CH" dirty="0" err="1"/>
              <a:t>ratis</a:t>
            </a:r>
            <a:r>
              <a:rPr lang="de-CH" dirty="0"/>
              <a:t> </a:t>
            </a:r>
            <a:r>
              <a:rPr lang="de-CH" dirty="0" err="1"/>
              <a:t>saima</a:t>
            </a:r>
            <a:r>
              <a:rPr lang="de-CH" dirty="0"/>
              <a:t>, </a:t>
            </a:r>
            <a:r>
              <a:rPr lang="de-CH" dirty="0" err="1"/>
              <a:t>sit</a:t>
            </a:r>
            <a:r>
              <a:rPr lang="de-CH" dirty="0"/>
              <a:t> </a:t>
            </a:r>
            <a:r>
              <a:rPr lang="de-CH" dirty="0" err="1"/>
              <a:t>lordus</a:t>
            </a:r>
            <a:r>
              <a:rPr lang="de-CH" dirty="0"/>
              <a:t> </a:t>
            </a:r>
          </a:p>
          <a:p>
            <a:r>
              <a:rPr lang="de-CH" dirty="0"/>
              <a:t>Intis </a:t>
            </a:r>
            <a:r>
              <a:rPr lang="de-CH" dirty="0" err="1"/>
              <a:t>assn</a:t>
            </a:r>
            <a:r>
              <a:rPr lang="de-CH" dirty="0"/>
              <a:t> </a:t>
            </a:r>
            <a:r>
              <a:rPr lang="de-CH" dirty="0" err="1"/>
              <a:t>verum</a:t>
            </a:r>
            <a:r>
              <a:rPr lang="de-CH" dirty="0"/>
              <a:t> </a:t>
            </a:r>
            <a:r>
              <a:rPr lang="de-CH" dirty="0" err="1"/>
              <a:t>res</a:t>
            </a:r>
            <a:r>
              <a:rPr lang="de-CH" dirty="0"/>
              <a:t> es </a:t>
            </a:r>
            <a:r>
              <a:rPr lang="de-CH" dirty="0" err="1"/>
              <a:t>venimus</a:t>
            </a:r>
            <a:r>
              <a:rPr lang="de-CH" dirty="0"/>
              <a:t> </a:t>
            </a:r>
            <a:r>
              <a:rPr lang="de-CH" dirty="0" err="1"/>
              <a:t>dolup</a:t>
            </a:r>
            <a:r>
              <a:rPr lang="de-CH" dirty="0"/>
              <a:t> </a:t>
            </a:r>
            <a:r>
              <a:rPr lang="de-CH" dirty="0" err="1"/>
              <a:t>tia</a:t>
            </a:r>
            <a:r>
              <a:rPr lang="de-CH" dirty="0"/>
              <a:t> </a:t>
            </a:r>
            <a:r>
              <a:rPr lang="de-CH" dirty="0" err="1"/>
              <a:t>sunt</a:t>
            </a:r>
            <a:r>
              <a:rPr lang="de-CH" dirty="0"/>
              <a:t> </a:t>
            </a:r>
            <a:r>
              <a:rPr lang="de-CH" dirty="0" err="1"/>
              <a:t>odio</a:t>
            </a:r>
            <a:r>
              <a:rPr lang="de-CH" dirty="0"/>
              <a:t> pro </a:t>
            </a:r>
            <a:r>
              <a:rPr lang="de-CH" dirty="0" err="1"/>
              <a:t>semarius</a:t>
            </a:r>
            <a:r>
              <a:rPr lang="de-CH" dirty="0"/>
              <a:t>.</a:t>
            </a:r>
          </a:p>
        </p:txBody>
      </p:sp>
      <p:sp>
        <p:nvSpPr>
          <p:cNvPr id="5" name="Ellipse 4">
            <a:extLst>
              <a:ext uri="{FF2B5EF4-FFF2-40B4-BE49-F238E27FC236}">
                <a16:creationId xmlns:a16="http://schemas.microsoft.com/office/drawing/2014/main" id="{56C8A676-3104-8557-4A8E-46F015934FEA}"/>
              </a:ext>
            </a:extLst>
          </p:cNvPr>
          <p:cNvSpPr>
            <a:spLocks noChangeAspect="1"/>
          </p:cNvSpPr>
          <p:nvPr/>
        </p:nvSpPr>
        <p:spPr>
          <a:xfrm>
            <a:off x="9804437" y="446001"/>
            <a:ext cx="1980000" cy="198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36000" bIns="0" rtlCol="0" anchor="ctr"/>
          <a:lstStyle/>
          <a:p>
            <a:pPr algn="ctr">
              <a:lnSpc>
                <a:spcPct val="83000"/>
              </a:lnSpc>
            </a:pPr>
            <a:r>
              <a:rPr lang="de-CH" sz="2700" b="1" i="1" dirty="0">
                <a:solidFill>
                  <a:schemeClr val="tx1"/>
                </a:solidFill>
              </a:rPr>
              <a:t>Call </a:t>
            </a:r>
            <a:r>
              <a:rPr lang="de-CH" sz="2700" b="1" i="1" dirty="0" err="1">
                <a:solidFill>
                  <a:schemeClr val="tx1"/>
                </a:solidFill>
              </a:rPr>
              <a:t>to</a:t>
            </a:r>
            <a:r>
              <a:rPr lang="de-CH" sz="2700" b="1" i="1" dirty="0">
                <a:solidFill>
                  <a:schemeClr val="tx1"/>
                </a:solidFill>
              </a:rPr>
              <a:t> </a:t>
            </a:r>
            <a:br>
              <a:rPr lang="de-CH" sz="2700" b="1" i="1" dirty="0">
                <a:solidFill>
                  <a:schemeClr val="tx1"/>
                </a:solidFill>
              </a:rPr>
            </a:br>
            <a:r>
              <a:rPr lang="de-CH" sz="2700" b="1" i="1" dirty="0">
                <a:solidFill>
                  <a:schemeClr val="tx1"/>
                </a:solidFill>
              </a:rPr>
              <a:t>Action-</a:t>
            </a:r>
            <a:br>
              <a:rPr lang="de-CH" sz="2700" b="1" i="1" dirty="0">
                <a:solidFill>
                  <a:schemeClr val="tx1"/>
                </a:solidFill>
              </a:rPr>
            </a:br>
            <a:r>
              <a:rPr lang="de-CH" sz="2700" b="1" i="1" dirty="0">
                <a:solidFill>
                  <a:schemeClr val="tx1"/>
                </a:solidFill>
              </a:rPr>
              <a:t>Text</a:t>
            </a:r>
          </a:p>
        </p:txBody>
      </p:sp>
      <p:sp>
        <p:nvSpPr>
          <p:cNvPr id="2" name="Datumsplatzhalter 1">
            <a:extLst>
              <a:ext uri="{FF2B5EF4-FFF2-40B4-BE49-F238E27FC236}">
                <a16:creationId xmlns:a16="http://schemas.microsoft.com/office/drawing/2014/main" id="{2B643BDE-D5CE-37A1-7902-24C9E3408901}"/>
              </a:ext>
            </a:extLst>
          </p:cNvPr>
          <p:cNvSpPr>
            <a:spLocks noGrp="1"/>
          </p:cNvSpPr>
          <p:nvPr>
            <p:ph type="dt" sz="half" idx="10"/>
          </p:nvPr>
        </p:nvSpPr>
        <p:spPr/>
        <p:txBody>
          <a:bodyPr/>
          <a:lstStyle/>
          <a:p>
            <a:fld id="{CFDCB673-84BE-478E-86B1-04C91A07EE34}" type="datetime4">
              <a:rPr lang="de-CH" smtClean="0"/>
              <a:t>8. Februar 2026</a:t>
            </a:fld>
            <a:endParaRPr lang="de-CH" dirty="0"/>
          </a:p>
        </p:txBody>
      </p:sp>
      <p:sp>
        <p:nvSpPr>
          <p:cNvPr id="3" name="Fußzeilenplatzhalter 2">
            <a:extLst>
              <a:ext uri="{FF2B5EF4-FFF2-40B4-BE49-F238E27FC236}">
                <a16:creationId xmlns:a16="http://schemas.microsoft.com/office/drawing/2014/main" id="{7E6D4666-800A-231F-B0F3-A7083672DD07}"/>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4" name="Foliennummernplatzhalter 3">
            <a:extLst>
              <a:ext uri="{FF2B5EF4-FFF2-40B4-BE49-F238E27FC236}">
                <a16:creationId xmlns:a16="http://schemas.microsoft.com/office/drawing/2014/main" id="{48ABB430-29C3-4BCF-9727-5E92D6130549}"/>
              </a:ext>
            </a:extLst>
          </p:cNvPr>
          <p:cNvSpPr>
            <a:spLocks noGrp="1"/>
          </p:cNvSpPr>
          <p:nvPr>
            <p:ph type="sldNum" sz="quarter" idx="12"/>
          </p:nvPr>
        </p:nvSpPr>
        <p:spPr/>
        <p:txBody>
          <a:bodyPr/>
          <a:lstStyle/>
          <a:p>
            <a:fld id="{442AD375-037F-43D0-B059-5172DA06796A}" type="slidenum">
              <a:rPr lang="de-CH" smtClean="0"/>
              <a:pPr/>
              <a:t>98</a:t>
            </a:fld>
            <a:endParaRPr lang="de-CH" dirty="0"/>
          </a:p>
        </p:txBody>
      </p:sp>
    </p:spTree>
    <p:extLst>
      <p:ext uri="{BB962C8B-B14F-4D97-AF65-F5344CB8AC3E}">
        <p14:creationId xmlns:p14="http://schemas.microsoft.com/office/powerpoint/2010/main" val="344481473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Bildplatzhalter 4">
            <a:extLst>
              <a:ext uri="{FF2B5EF4-FFF2-40B4-BE49-F238E27FC236}">
                <a16:creationId xmlns:a16="http://schemas.microsoft.com/office/drawing/2014/main" id="{D2BC83A1-DDCB-0148-1DDA-EF72B9FB5B3D}"/>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30" r="30"/>
          <a:stretch/>
        </p:blipFill>
        <p:spPr/>
      </p:pic>
      <p:sp>
        <p:nvSpPr>
          <p:cNvPr id="3" name="Titel 2">
            <a:extLst>
              <a:ext uri="{FF2B5EF4-FFF2-40B4-BE49-F238E27FC236}">
                <a16:creationId xmlns:a16="http://schemas.microsoft.com/office/drawing/2014/main" id="{816F4033-2126-4BD7-D9B1-D3ECD67204A6}"/>
              </a:ext>
            </a:extLst>
          </p:cNvPr>
          <p:cNvSpPr>
            <a:spLocks noGrp="1"/>
          </p:cNvSpPr>
          <p:nvPr>
            <p:ph type="title"/>
          </p:nvPr>
        </p:nvSpPr>
        <p:spPr/>
        <p:txBody>
          <a:bodyPr/>
          <a:lstStyle/>
          <a:p>
            <a:r>
              <a:rPr lang="de-CH" dirty="0"/>
              <a:t>Bildschirmfolie</a:t>
            </a:r>
            <a:br>
              <a:rPr lang="de-CH" dirty="0"/>
            </a:br>
            <a:r>
              <a:rPr lang="de-CH" dirty="0"/>
              <a:t>«Titel und Bild Gelb»</a:t>
            </a:r>
          </a:p>
        </p:txBody>
      </p:sp>
      <p:sp>
        <p:nvSpPr>
          <p:cNvPr id="2" name="Datumsplatzhalter 1">
            <a:extLst>
              <a:ext uri="{FF2B5EF4-FFF2-40B4-BE49-F238E27FC236}">
                <a16:creationId xmlns:a16="http://schemas.microsoft.com/office/drawing/2014/main" id="{CCC6EE9D-96F4-5166-A2F8-3452B7028075}"/>
              </a:ext>
            </a:extLst>
          </p:cNvPr>
          <p:cNvSpPr>
            <a:spLocks noGrp="1"/>
          </p:cNvSpPr>
          <p:nvPr>
            <p:ph type="dt" sz="half" idx="10"/>
          </p:nvPr>
        </p:nvSpPr>
        <p:spPr/>
        <p:txBody>
          <a:bodyPr/>
          <a:lstStyle/>
          <a:p>
            <a:fld id="{38FB355B-E0F7-48CC-BD5B-06EDFDCAC15B}" type="datetime4">
              <a:rPr lang="de-CH" smtClean="0"/>
              <a:t>8. Februar 2026</a:t>
            </a:fld>
            <a:endParaRPr lang="de-CH" dirty="0"/>
          </a:p>
        </p:txBody>
      </p:sp>
      <p:sp>
        <p:nvSpPr>
          <p:cNvPr id="4" name="Fußzeilenplatzhalter 3">
            <a:extLst>
              <a:ext uri="{FF2B5EF4-FFF2-40B4-BE49-F238E27FC236}">
                <a16:creationId xmlns:a16="http://schemas.microsoft.com/office/drawing/2014/main" id="{51DA821F-8DB0-7152-7451-2F6B3E5EDCF7}"/>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DECA3CA4-12B9-9189-51EF-73463E4244D6}"/>
              </a:ext>
            </a:extLst>
          </p:cNvPr>
          <p:cNvSpPr>
            <a:spLocks noGrp="1"/>
          </p:cNvSpPr>
          <p:nvPr>
            <p:ph type="sldNum" sz="quarter" idx="12"/>
          </p:nvPr>
        </p:nvSpPr>
        <p:spPr/>
        <p:txBody>
          <a:bodyPr/>
          <a:lstStyle/>
          <a:p>
            <a:fld id="{442AD375-037F-43D0-B059-5172DA06796A}" type="slidenum">
              <a:rPr lang="de-CH" smtClean="0"/>
              <a:pPr/>
              <a:t>99</a:t>
            </a:fld>
            <a:endParaRPr lang="de-CH" dirty="0"/>
          </a:p>
        </p:txBody>
      </p:sp>
    </p:spTree>
    <p:extLst>
      <p:ext uri="{BB962C8B-B14F-4D97-AF65-F5344CB8AC3E}">
        <p14:creationId xmlns:p14="http://schemas.microsoft.com/office/powerpoint/2010/main" val="143095668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Bildplatzhalter 4">
            <a:extLst>
              <a:ext uri="{FF2B5EF4-FFF2-40B4-BE49-F238E27FC236}">
                <a16:creationId xmlns:a16="http://schemas.microsoft.com/office/drawing/2014/main" id="{D2BC83A1-DDCB-0148-1DDA-EF72B9FB5B3D}"/>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30" r="30"/>
          <a:stretch/>
        </p:blipFill>
        <p:spPr/>
      </p:pic>
      <p:sp>
        <p:nvSpPr>
          <p:cNvPr id="3" name="Titel 2">
            <a:extLst>
              <a:ext uri="{FF2B5EF4-FFF2-40B4-BE49-F238E27FC236}">
                <a16:creationId xmlns:a16="http://schemas.microsoft.com/office/drawing/2014/main" id="{816F4033-2126-4BD7-D9B1-D3ECD67204A6}"/>
              </a:ext>
            </a:extLst>
          </p:cNvPr>
          <p:cNvSpPr>
            <a:spLocks noGrp="1"/>
          </p:cNvSpPr>
          <p:nvPr>
            <p:ph type="title"/>
          </p:nvPr>
        </p:nvSpPr>
        <p:spPr/>
        <p:txBody>
          <a:bodyPr/>
          <a:lstStyle/>
          <a:p>
            <a:r>
              <a:rPr lang="de-CH" dirty="0"/>
              <a:t>Bildschirmfolie</a:t>
            </a:r>
            <a:br>
              <a:rPr lang="de-CH" dirty="0"/>
            </a:br>
            <a:r>
              <a:rPr lang="de-CH" dirty="0"/>
              <a:t>«Titel und Bild Gelb»</a:t>
            </a:r>
          </a:p>
        </p:txBody>
      </p:sp>
      <p:sp>
        <p:nvSpPr>
          <p:cNvPr id="2" name="Datumsplatzhalter 1">
            <a:extLst>
              <a:ext uri="{FF2B5EF4-FFF2-40B4-BE49-F238E27FC236}">
                <a16:creationId xmlns:a16="http://schemas.microsoft.com/office/drawing/2014/main" id="{3C118871-3D86-C0B5-6B8C-5FADC91367EC}"/>
              </a:ext>
            </a:extLst>
          </p:cNvPr>
          <p:cNvSpPr>
            <a:spLocks noGrp="1"/>
          </p:cNvSpPr>
          <p:nvPr>
            <p:ph type="dt" sz="half" idx="10"/>
          </p:nvPr>
        </p:nvSpPr>
        <p:spPr/>
        <p:txBody>
          <a:bodyPr/>
          <a:lstStyle/>
          <a:p>
            <a:fld id="{C5E449BE-1590-4D75-BFD3-A1F62852592D}" type="datetime4">
              <a:rPr lang="de-CH" smtClean="0"/>
              <a:t>8. Februar 2026</a:t>
            </a:fld>
            <a:endParaRPr lang="de-CH" dirty="0"/>
          </a:p>
        </p:txBody>
      </p:sp>
      <p:sp>
        <p:nvSpPr>
          <p:cNvPr id="4" name="Fußzeilenplatzhalter 3">
            <a:extLst>
              <a:ext uri="{FF2B5EF4-FFF2-40B4-BE49-F238E27FC236}">
                <a16:creationId xmlns:a16="http://schemas.microsoft.com/office/drawing/2014/main" id="{C9A012B0-4BA2-AB6C-A25F-5292534AC2F8}"/>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8513DD48-CEA8-8F1A-46C8-AC6277A107CB}"/>
              </a:ext>
            </a:extLst>
          </p:cNvPr>
          <p:cNvSpPr>
            <a:spLocks noGrp="1"/>
          </p:cNvSpPr>
          <p:nvPr>
            <p:ph type="sldNum" sz="quarter" idx="12"/>
          </p:nvPr>
        </p:nvSpPr>
        <p:spPr/>
        <p:txBody>
          <a:bodyPr/>
          <a:lstStyle/>
          <a:p>
            <a:fld id="{442AD375-037F-43D0-B059-5172DA06796A}" type="slidenum">
              <a:rPr lang="de-CH" smtClean="0"/>
              <a:pPr/>
              <a:t>100</a:t>
            </a:fld>
            <a:endParaRPr lang="de-CH" dirty="0"/>
          </a:p>
        </p:txBody>
      </p:sp>
    </p:spTree>
    <p:extLst>
      <p:ext uri="{BB962C8B-B14F-4D97-AF65-F5344CB8AC3E}">
        <p14:creationId xmlns:p14="http://schemas.microsoft.com/office/powerpoint/2010/main" val="41687405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1AD828-7FC4-4A8C-8C9D-2E0E3096ADF6}"/>
              </a:ext>
            </a:extLst>
          </p:cNvPr>
          <p:cNvSpPr>
            <a:spLocks noGrp="1"/>
          </p:cNvSpPr>
          <p:nvPr>
            <p:ph type="title"/>
          </p:nvPr>
        </p:nvSpPr>
        <p:spPr/>
        <p:txBody>
          <a:bodyPr/>
          <a:lstStyle/>
          <a:p>
            <a:r>
              <a:rPr lang="de-CH" dirty="0"/>
              <a:t>Hinterlegtes Farbkonzept</a:t>
            </a:r>
          </a:p>
        </p:txBody>
      </p:sp>
      <p:graphicFrame>
        <p:nvGraphicFramePr>
          <p:cNvPr id="7" name="Inhaltsplatzhalter 3">
            <a:extLst>
              <a:ext uri="{FF2B5EF4-FFF2-40B4-BE49-F238E27FC236}">
                <a16:creationId xmlns:a16="http://schemas.microsoft.com/office/drawing/2014/main" id="{ED6DF115-99B5-4C19-BA75-06532BA41C0D}"/>
              </a:ext>
            </a:extLst>
          </p:cNvPr>
          <p:cNvGraphicFramePr>
            <a:graphicFrameLocks noGrp="1"/>
          </p:cNvGraphicFramePr>
          <p:nvPr>
            <p:ph idx="1"/>
            <p:extLst>
              <p:ext uri="{D42A27DB-BD31-4B8C-83A1-F6EECF244321}">
                <p14:modId xmlns:p14="http://schemas.microsoft.com/office/powerpoint/2010/main" val="1371780645"/>
              </p:ext>
            </p:extLst>
          </p:nvPr>
        </p:nvGraphicFramePr>
        <p:xfrm>
          <a:off x="838200" y="1825625"/>
          <a:ext cx="10515589" cy="2323454"/>
        </p:xfrm>
        <a:graphic>
          <a:graphicData uri="http://schemas.openxmlformats.org/drawingml/2006/table">
            <a:tbl>
              <a:tblPr firstRow="1" bandRow="1">
                <a:tableStyleId>{5C22544A-7EE6-4342-B048-85BDC9FD1C3A}</a:tableStyleId>
              </a:tblPr>
              <a:tblGrid>
                <a:gridCol w="469267">
                  <a:extLst>
                    <a:ext uri="{9D8B030D-6E8A-4147-A177-3AD203B41FA5}">
                      <a16:colId xmlns:a16="http://schemas.microsoft.com/office/drawing/2014/main" val="1523451861"/>
                    </a:ext>
                  </a:extLst>
                </a:gridCol>
                <a:gridCol w="913302">
                  <a:extLst>
                    <a:ext uri="{9D8B030D-6E8A-4147-A177-3AD203B41FA5}">
                      <a16:colId xmlns:a16="http://schemas.microsoft.com/office/drawing/2014/main" val="20000"/>
                    </a:ext>
                  </a:extLst>
                </a:gridCol>
                <a:gridCol w="913302">
                  <a:extLst>
                    <a:ext uri="{9D8B030D-6E8A-4147-A177-3AD203B41FA5}">
                      <a16:colId xmlns:a16="http://schemas.microsoft.com/office/drawing/2014/main" val="20001"/>
                    </a:ext>
                  </a:extLst>
                </a:gridCol>
                <a:gridCol w="913302">
                  <a:extLst>
                    <a:ext uri="{9D8B030D-6E8A-4147-A177-3AD203B41FA5}">
                      <a16:colId xmlns:a16="http://schemas.microsoft.com/office/drawing/2014/main" val="20002"/>
                    </a:ext>
                  </a:extLst>
                </a:gridCol>
                <a:gridCol w="913302">
                  <a:extLst>
                    <a:ext uri="{9D8B030D-6E8A-4147-A177-3AD203B41FA5}">
                      <a16:colId xmlns:a16="http://schemas.microsoft.com/office/drawing/2014/main" val="20003"/>
                    </a:ext>
                  </a:extLst>
                </a:gridCol>
                <a:gridCol w="913302">
                  <a:extLst>
                    <a:ext uri="{9D8B030D-6E8A-4147-A177-3AD203B41FA5}">
                      <a16:colId xmlns:a16="http://schemas.microsoft.com/office/drawing/2014/main" val="20004"/>
                    </a:ext>
                  </a:extLst>
                </a:gridCol>
                <a:gridCol w="913302">
                  <a:extLst>
                    <a:ext uri="{9D8B030D-6E8A-4147-A177-3AD203B41FA5}">
                      <a16:colId xmlns:a16="http://schemas.microsoft.com/office/drawing/2014/main" val="20005"/>
                    </a:ext>
                  </a:extLst>
                </a:gridCol>
                <a:gridCol w="913302">
                  <a:extLst>
                    <a:ext uri="{9D8B030D-6E8A-4147-A177-3AD203B41FA5}">
                      <a16:colId xmlns:a16="http://schemas.microsoft.com/office/drawing/2014/main" val="20006"/>
                    </a:ext>
                  </a:extLst>
                </a:gridCol>
                <a:gridCol w="913302">
                  <a:extLst>
                    <a:ext uri="{9D8B030D-6E8A-4147-A177-3AD203B41FA5}">
                      <a16:colId xmlns:a16="http://schemas.microsoft.com/office/drawing/2014/main" val="20007"/>
                    </a:ext>
                  </a:extLst>
                </a:gridCol>
                <a:gridCol w="913302">
                  <a:extLst>
                    <a:ext uri="{9D8B030D-6E8A-4147-A177-3AD203B41FA5}">
                      <a16:colId xmlns:a16="http://schemas.microsoft.com/office/drawing/2014/main" val="20008"/>
                    </a:ext>
                  </a:extLst>
                </a:gridCol>
                <a:gridCol w="913302">
                  <a:extLst>
                    <a:ext uri="{9D8B030D-6E8A-4147-A177-3AD203B41FA5}">
                      <a16:colId xmlns:a16="http://schemas.microsoft.com/office/drawing/2014/main" val="20009"/>
                    </a:ext>
                  </a:extLst>
                </a:gridCol>
                <a:gridCol w="913302">
                  <a:extLst>
                    <a:ext uri="{9D8B030D-6E8A-4147-A177-3AD203B41FA5}">
                      <a16:colId xmlns:a16="http://schemas.microsoft.com/office/drawing/2014/main" val="20010"/>
                    </a:ext>
                  </a:extLst>
                </a:gridCol>
              </a:tblGrid>
              <a:tr h="306684">
                <a:tc rowSpan="3">
                  <a:txBody>
                    <a:bodyPr/>
                    <a:lstStyle/>
                    <a:p>
                      <a:pPr algn="ctr"/>
                      <a:r>
                        <a:rPr lang="de-CH" sz="800" b="0" dirty="0">
                          <a:solidFill>
                            <a:schemeClr val="tx1"/>
                          </a:solidFill>
                        </a:rPr>
                        <a:t>editierbar</a:t>
                      </a:r>
                    </a:p>
                  </a:txBody>
                  <a:tcPr marL="121920" marR="121920" vert="vert27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lang="de-CH" sz="800" b="1" dirty="0">
                          <a:solidFill>
                            <a:schemeClr val="tx1"/>
                          </a:solidFill>
                        </a:rPr>
                        <a:t>Weiss</a:t>
                      </a:r>
                    </a:p>
                  </a:txBody>
                  <a:tcPr marL="121920" marR="121920" anchor="b">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noFill/>
                  </a:tcPr>
                </a:tc>
                <a:tc>
                  <a:txBody>
                    <a:bodyPr/>
                    <a:lstStyle/>
                    <a:p>
                      <a:r>
                        <a:rPr lang="de-CH" sz="800" b="1" dirty="0">
                          <a:solidFill>
                            <a:schemeClr val="tx1"/>
                          </a:solidFill>
                        </a:rPr>
                        <a:t>Schwarz</a:t>
                      </a:r>
                    </a:p>
                  </a:txBody>
                  <a:tcPr marL="121920" marR="121920" anchor="b">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noFill/>
                  </a:tcPr>
                </a:tc>
                <a:tc>
                  <a:txBody>
                    <a:bodyPr/>
                    <a:lstStyle/>
                    <a:p>
                      <a:r>
                        <a:rPr lang="de-CH" sz="800" b="1" dirty="0">
                          <a:solidFill>
                            <a:schemeClr val="tx1"/>
                          </a:solidFill>
                        </a:rPr>
                        <a:t>Hell</a:t>
                      </a:r>
                    </a:p>
                  </a:txBody>
                  <a:tcPr marL="121920" marR="121920" anchor="b">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noFill/>
                  </a:tcPr>
                </a:tc>
                <a:tc>
                  <a:txBody>
                    <a:bodyPr/>
                    <a:lstStyle/>
                    <a:p>
                      <a:r>
                        <a:rPr lang="de-CH" sz="800" b="1" dirty="0">
                          <a:solidFill>
                            <a:schemeClr val="tx1"/>
                          </a:solidFill>
                        </a:rPr>
                        <a:t>Dunkel</a:t>
                      </a:r>
                    </a:p>
                  </a:txBody>
                  <a:tcPr marL="121920" marR="121920" anchor="b">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noFill/>
                  </a:tcPr>
                </a:tc>
                <a:tc>
                  <a:txBody>
                    <a:bodyPr/>
                    <a:lstStyle/>
                    <a:p>
                      <a:endParaRPr lang="de-CH" sz="800" b="1" dirty="0">
                        <a:solidFill>
                          <a:schemeClr val="tx1"/>
                        </a:solidFill>
                      </a:endParaRPr>
                    </a:p>
                  </a:txBody>
                  <a:tcPr marL="121920" marR="121920" anchor="b">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noFill/>
                  </a:tcPr>
                </a:tc>
                <a:tc>
                  <a:txBody>
                    <a:bodyPr/>
                    <a:lstStyle/>
                    <a:p>
                      <a:r>
                        <a:rPr lang="de-CH" sz="800" b="1" dirty="0">
                          <a:solidFill>
                            <a:schemeClr val="tx1"/>
                          </a:solidFill>
                        </a:rPr>
                        <a:t>Akzent 1</a:t>
                      </a:r>
                    </a:p>
                  </a:txBody>
                  <a:tcPr marL="121920" marR="121920" anchor="b">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noFill/>
                  </a:tcPr>
                </a:tc>
                <a:tc>
                  <a:txBody>
                    <a:bodyPr/>
                    <a:lstStyle/>
                    <a:p>
                      <a:r>
                        <a:rPr lang="de-CH" sz="800" b="1" dirty="0">
                          <a:solidFill>
                            <a:schemeClr val="tx1"/>
                          </a:solidFill>
                        </a:rPr>
                        <a:t>Akzent 2</a:t>
                      </a:r>
                    </a:p>
                  </a:txBody>
                  <a:tcPr marL="121920" marR="121920" anchor="b">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noFill/>
                  </a:tcPr>
                </a:tc>
                <a:tc>
                  <a:txBody>
                    <a:bodyPr/>
                    <a:lstStyle/>
                    <a:p>
                      <a:r>
                        <a:rPr lang="de-CH" sz="800" b="1" dirty="0">
                          <a:solidFill>
                            <a:schemeClr val="tx1"/>
                          </a:solidFill>
                        </a:rPr>
                        <a:t>Akzent 3</a:t>
                      </a:r>
                    </a:p>
                  </a:txBody>
                  <a:tcPr marL="121920" marR="121920" anchor="b">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noFill/>
                  </a:tcPr>
                </a:tc>
                <a:tc>
                  <a:txBody>
                    <a:bodyPr/>
                    <a:lstStyle/>
                    <a:p>
                      <a:r>
                        <a:rPr lang="de-CH" sz="800" b="1" dirty="0">
                          <a:solidFill>
                            <a:schemeClr val="tx1"/>
                          </a:solidFill>
                        </a:rPr>
                        <a:t>Akzent</a:t>
                      </a:r>
                      <a:r>
                        <a:rPr lang="de-CH" sz="800" b="1" baseline="0" dirty="0">
                          <a:solidFill>
                            <a:schemeClr val="tx1"/>
                          </a:solidFill>
                        </a:rPr>
                        <a:t> 4</a:t>
                      </a:r>
                      <a:endParaRPr lang="de-CH" sz="800" b="1" dirty="0">
                        <a:solidFill>
                          <a:schemeClr val="tx1"/>
                        </a:solidFill>
                      </a:endParaRPr>
                    </a:p>
                  </a:txBody>
                  <a:tcPr marL="121920" marR="121920" anchor="b">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noFill/>
                  </a:tcPr>
                </a:tc>
                <a:tc>
                  <a:txBody>
                    <a:bodyPr/>
                    <a:lstStyle/>
                    <a:p>
                      <a:r>
                        <a:rPr lang="de-CH" sz="800" b="1" dirty="0">
                          <a:solidFill>
                            <a:schemeClr val="tx1"/>
                          </a:solidFill>
                        </a:rPr>
                        <a:t>Akzent 5</a:t>
                      </a:r>
                    </a:p>
                  </a:txBody>
                  <a:tcPr marL="121920" marR="121920" anchor="b">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noFill/>
                  </a:tcPr>
                </a:tc>
                <a:tc>
                  <a:txBody>
                    <a:bodyPr/>
                    <a:lstStyle/>
                    <a:p>
                      <a:r>
                        <a:rPr lang="de-CH" sz="800" b="1" dirty="0">
                          <a:solidFill>
                            <a:schemeClr val="tx1"/>
                          </a:solidFill>
                        </a:rPr>
                        <a:t>Akzent 6</a:t>
                      </a:r>
                    </a:p>
                  </a:txBody>
                  <a:tcPr marL="121920" marR="121920" anchor="b">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0"/>
                  </a:ext>
                </a:extLst>
              </a:tr>
              <a:tr h="306684">
                <a:tc vMerge="1">
                  <a:txBody>
                    <a:bodyPr/>
                    <a:lstStyle/>
                    <a:p>
                      <a:endParaRPr lang="de-CH" sz="8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1"/>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1"/>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tx1"/>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2"/>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tx2"/>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no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2"/>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3"/>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4"/>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5"/>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176666">
                <a:tc vMerge="1">
                  <a:txBody>
                    <a:bodyPr/>
                    <a:lstStyle/>
                    <a:p>
                      <a:endParaRPr lang="de-CH" sz="3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noFill/>
                  </a:tcPr>
                </a:tc>
                <a:tc>
                  <a:txBody>
                    <a:bodyPr/>
                    <a:lstStyle/>
                    <a:p>
                      <a:endParaRPr lang="de-CH" sz="3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noFill/>
                  </a:tcPr>
                </a:tc>
                <a:tc>
                  <a:txBody>
                    <a:bodyPr/>
                    <a:lstStyle/>
                    <a:p>
                      <a:endParaRPr lang="de-CH" sz="3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noFill/>
                  </a:tcPr>
                </a:tc>
                <a:tc>
                  <a:txBody>
                    <a:bodyPr/>
                    <a:lstStyle/>
                    <a:p>
                      <a:endParaRPr lang="de-CH" sz="3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noFill/>
                  </a:tcPr>
                </a:tc>
                <a:tc>
                  <a:txBody>
                    <a:bodyPr/>
                    <a:lstStyle/>
                    <a:p>
                      <a:endParaRPr lang="de-CH" sz="3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noFill/>
                  </a:tcPr>
                </a:tc>
                <a:tc>
                  <a:txBody>
                    <a:bodyPr/>
                    <a:lstStyle/>
                    <a:p>
                      <a:endParaRPr lang="de-CH" sz="3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noFill/>
                  </a:tcPr>
                </a:tc>
                <a:tc>
                  <a:txBody>
                    <a:bodyPr/>
                    <a:lstStyle/>
                    <a:p>
                      <a:endParaRPr lang="de-CH" sz="3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noFill/>
                  </a:tcPr>
                </a:tc>
                <a:tc>
                  <a:txBody>
                    <a:bodyPr/>
                    <a:lstStyle/>
                    <a:p>
                      <a:endParaRPr lang="de-CH" sz="3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noFill/>
                  </a:tcPr>
                </a:tc>
                <a:tc>
                  <a:txBody>
                    <a:bodyPr/>
                    <a:lstStyle/>
                    <a:p>
                      <a:endParaRPr lang="de-CH" sz="3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noFill/>
                  </a:tcPr>
                </a:tc>
                <a:tc>
                  <a:txBody>
                    <a:bodyPr/>
                    <a:lstStyle/>
                    <a:p>
                      <a:endParaRPr lang="de-CH" sz="3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noFill/>
                  </a:tcPr>
                </a:tc>
                <a:tc>
                  <a:txBody>
                    <a:bodyPr/>
                    <a:lstStyle/>
                    <a:p>
                      <a:endParaRPr lang="de-CH" sz="3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noFill/>
                  </a:tcPr>
                </a:tc>
                <a:tc>
                  <a:txBody>
                    <a:bodyPr/>
                    <a:lstStyle/>
                    <a:p>
                      <a:endParaRPr lang="de-CH" sz="3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2"/>
                  </a:ext>
                </a:extLst>
              </a:tr>
              <a:tr h="306684">
                <a:tc rowSpan="5">
                  <a:txBody>
                    <a:bodyPr/>
                    <a:lstStyle/>
                    <a:p>
                      <a:pPr algn="ctr"/>
                      <a:r>
                        <a:rPr lang="de-CH" sz="800" dirty="0"/>
                        <a:t>automatische Abstufungen (nicht editierbar)</a:t>
                      </a:r>
                    </a:p>
                  </a:txBody>
                  <a:tcPr marL="121920" marR="121920" vert="vert27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1">
                        <a:lumMod val="95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2">
                        <a:lumMod val="20000"/>
                        <a:lumOff val="80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no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4">
                        <a:lumMod val="20000"/>
                        <a:lumOff val="80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3"/>
                  </a:ext>
                </a:extLst>
              </a:tr>
              <a:tr h="306684">
                <a:tc vMerge="1">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1">
                        <a:lumMod val="85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1">
                        <a:lumMod val="85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tx1">
                        <a:lumMod val="65000"/>
                        <a:lumOff val="35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2">
                        <a:lumMod val="40000"/>
                        <a:lumOff val="60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tx2">
                        <a:lumMod val="40000"/>
                        <a:lumOff val="60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no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2">
                        <a:lumMod val="40000"/>
                        <a:lumOff val="60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5">
                        <a:lumMod val="40000"/>
                        <a:lumOff val="60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4"/>
                  </a:ext>
                </a:extLst>
              </a:tr>
              <a:tr h="306684">
                <a:tc vMerge="1">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1">
                        <a:lumMod val="75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1">
                        <a:lumMod val="75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tx1">
                        <a:lumMod val="75000"/>
                        <a:lumOff val="25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2">
                        <a:lumMod val="60000"/>
                        <a:lumOff val="40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no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lumMod val="60000"/>
                        <a:lumOff val="40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2">
                        <a:lumMod val="60000"/>
                        <a:lumOff val="40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4">
                        <a:lumMod val="60000"/>
                        <a:lumOff val="40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5">
                        <a:lumMod val="60000"/>
                        <a:lumOff val="40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0005"/>
                  </a:ext>
                </a:extLst>
              </a:tr>
              <a:tr h="306684">
                <a:tc vMerge="1">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1">
                        <a:lumMod val="65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1">
                        <a:lumMod val="65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tx1">
                        <a:lumMod val="85000"/>
                        <a:lumOff val="15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2">
                        <a:lumMod val="75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no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lumMod val="75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2">
                        <a:lumMod val="75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3">
                        <a:lumMod val="75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4">
                        <a:lumMod val="75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5">
                        <a:lumMod val="75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10006"/>
                  </a:ext>
                </a:extLst>
              </a:tr>
              <a:tr h="306684">
                <a:tc vMerge="1">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1">
                        <a:lumMod val="50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1">
                        <a:lumMod val="50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tx1">
                        <a:lumMod val="95000"/>
                        <a:lumOff val="5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2">
                        <a:lumMod val="50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tx2">
                        <a:lumMod val="50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no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lumMod val="50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2">
                        <a:lumMod val="50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3">
                        <a:lumMod val="50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4">
                        <a:lumMod val="50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5">
                        <a:lumMod val="50000"/>
                      </a:schemeClr>
                    </a:solidFill>
                  </a:tcPr>
                </a:tc>
                <a:tc>
                  <a:txBody>
                    <a:bodyPr/>
                    <a:lstStyle/>
                    <a:p>
                      <a:endParaRPr lang="de-CH" sz="1400" dirty="0"/>
                    </a:p>
                  </a:txBody>
                  <a:tcPr marL="121920" marR="12192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6">
                        <a:lumMod val="50000"/>
                      </a:schemeClr>
                    </a:solidFill>
                  </a:tcPr>
                </a:tc>
                <a:extLst>
                  <a:ext uri="{0D108BD9-81ED-4DB2-BD59-A6C34878D82A}">
                    <a16:rowId xmlns:a16="http://schemas.microsoft.com/office/drawing/2014/main" val="10007"/>
                  </a:ext>
                </a:extLst>
              </a:tr>
            </a:tbl>
          </a:graphicData>
        </a:graphic>
      </p:graphicFrame>
      <p:sp>
        <p:nvSpPr>
          <p:cNvPr id="4" name="Datumsplatzhalter 3">
            <a:extLst>
              <a:ext uri="{FF2B5EF4-FFF2-40B4-BE49-F238E27FC236}">
                <a16:creationId xmlns:a16="http://schemas.microsoft.com/office/drawing/2014/main" id="{3D1E83CE-D536-44FB-B191-D00A94F5BB72}"/>
              </a:ext>
            </a:extLst>
          </p:cNvPr>
          <p:cNvSpPr>
            <a:spLocks noGrp="1"/>
          </p:cNvSpPr>
          <p:nvPr>
            <p:ph type="dt" sz="half" idx="10"/>
          </p:nvPr>
        </p:nvSpPr>
        <p:spPr/>
        <p:txBody>
          <a:bodyPr/>
          <a:lstStyle/>
          <a:p>
            <a:fld id="{99050B4C-337F-4FF9-A0F2-5F10D295E057}" type="datetime4">
              <a:rPr lang="de-CH" smtClean="0"/>
              <a:t>8. Februar 2026</a:t>
            </a:fld>
            <a:endParaRPr lang="de-CH" dirty="0"/>
          </a:p>
        </p:txBody>
      </p:sp>
      <p:sp>
        <p:nvSpPr>
          <p:cNvPr id="5" name="Fußzeilenplatzhalter 4">
            <a:extLst>
              <a:ext uri="{FF2B5EF4-FFF2-40B4-BE49-F238E27FC236}">
                <a16:creationId xmlns:a16="http://schemas.microsoft.com/office/drawing/2014/main" id="{9295306D-AC9E-40FC-9ED5-B26E933A6D09}"/>
              </a:ext>
            </a:extLst>
          </p:cNvPr>
          <p:cNvSpPr>
            <a:spLocks noGrp="1"/>
          </p:cNvSpPr>
          <p:nvPr>
            <p:ph type="ftr" sz="quarter" idx="11"/>
          </p:nvPr>
        </p:nvSpPr>
        <p:spPr/>
        <p:txBody>
          <a:bodyPr/>
          <a:lstStyle/>
          <a:p>
            <a:r>
              <a:rPr lang="de-DE"/>
              <a:t>Die Schweizerische Post – Titel der Präsentation – Vorname Name – C1 Öffentlich | C2 Intern | C3 Eingeschränkt | C4 Vertraulich (Fusszeile ändern über «Einfügen &gt; Kopf- und Fusszeile»)</a:t>
            </a:r>
            <a:endParaRPr lang="de-CH" dirty="0"/>
          </a:p>
        </p:txBody>
      </p:sp>
      <p:sp>
        <p:nvSpPr>
          <p:cNvPr id="6" name="Foliennummernplatzhalter 5">
            <a:extLst>
              <a:ext uri="{FF2B5EF4-FFF2-40B4-BE49-F238E27FC236}">
                <a16:creationId xmlns:a16="http://schemas.microsoft.com/office/drawing/2014/main" id="{50A673B6-778E-4CC9-9330-46D62E6D168C}"/>
              </a:ext>
            </a:extLst>
          </p:cNvPr>
          <p:cNvSpPr>
            <a:spLocks noGrp="1"/>
          </p:cNvSpPr>
          <p:nvPr>
            <p:ph type="sldNum" sz="quarter" idx="12"/>
          </p:nvPr>
        </p:nvSpPr>
        <p:spPr/>
        <p:txBody>
          <a:bodyPr/>
          <a:lstStyle/>
          <a:p>
            <a:fld id="{442AD375-037F-43D0-B059-5172DA06796A}" type="slidenum">
              <a:rPr lang="de-CH" smtClean="0"/>
              <a:pPr/>
              <a:t>101</a:t>
            </a:fld>
            <a:endParaRPr lang="de-CH" dirty="0"/>
          </a:p>
        </p:txBody>
      </p:sp>
      <p:graphicFrame>
        <p:nvGraphicFramePr>
          <p:cNvPr id="8" name="Diagramm 7">
            <a:extLst>
              <a:ext uri="{FF2B5EF4-FFF2-40B4-BE49-F238E27FC236}">
                <a16:creationId xmlns:a16="http://schemas.microsoft.com/office/drawing/2014/main" id="{0279B336-236A-40C9-9F86-313C139225D4}"/>
              </a:ext>
            </a:extLst>
          </p:cNvPr>
          <p:cNvGraphicFramePr/>
          <p:nvPr>
            <p:extLst>
              <p:ext uri="{D42A27DB-BD31-4B8C-83A1-F6EECF244321}">
                <p14:modId xmlns:p14="http://schemas.microsoft.com/office/powerpoint/2010/main" val="2412756074"/>
              </p:ext>
            </p:extLst>
          </p:nvPr>
        </p:nvGraphicFramePr>
        <p:xfrm>
          <a:off x="868636" y="4895564"/>
          <a:ext cx="3279821" cy="138088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Diagramm 8">
            <a:extLst>
              <a:ext uri="{FF2B5EF4-FFF2-40B4-BE49-F238E27FC236}">
                <a16:creationId xmlns:a16="http://schemas.microsoft.com/office/drawing/2014/main" id="{C9011B68-9AE0-460F-A5C2-C06743817375}"/>
              </a:ext>
            </a:extLst>
          </p:cNvPr>
          <p:cNvGraphicFramePr/>
          <p:nvPr>
            <p:extLst>
              <p:ext uri="{D42A27DB-BD31-4B8C-83A1-F6EECF244321}">
                <p14:modId xmlns:p14="http://schemas.microsoft.com/office/powerpoint/2010/main" val="2936196427"/>
              </p:ext>
            </p:extLst>
          </p:nvPr>
        </p:nvGraphicFramePr>
        <p:xfrm>
          <a:off x="4109495" y="4816302"/>
          <a:ext cx="1648392" cy="1460145"/>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feld 9">
            <a:extLst>
              <a:ext uri="{FF2B5EF4-FFF2-40B4-BE49-F238E27FC236}">
                <a16:creationId xmlns:a16="http://schemas.microsoft.com/office/drawing/2014/main" id="{E6EB7819-F034-429D-BFD7-5B6DCEE24625}"/>
              </a:ext>
            </a:extLst>
          </p:cNvPr>
          <p:cNvSpPr txBox="1"/>
          <p:nvPr/>
        </p:nvSpPr>
        <p:spPr>
          <a:xfrm>
            <a:off x="842199" y="4393303"/>
            <a:ext cx="4688784" cy="169277"/>
          </a:xfrm>
          <a:prstGeom prst="rect">
            <a:avLst/>
          </a:prstGeom>
          <a:noFill/>
        </p:spPr>
        <p:txBody>
          <a:bodyPr wrap="none" lIns="0" tIns="0" rIns="0" bIns="0" rtlCol="0">
            <a:spAutoFit/>
          </a:bodyPr>
          <a:lstStyle/>
          <a:p>
            <a:r>
              <a:rPr lang="de-CH" sz="1100" dirty="0"/>
              <a:t>Akzentfarben werden automatisch für Diagramme und </a:t>
            </a:r>
            <a:r>
              <a:rPr lang="de-CH" sz="1100" dirty="0" err="1"/>
              <a:t>SmartArts</a:t>
            </a:r>
            <a:r>
              <a:rPr lang="de-CH" sz="1100" dirty="0"/>
              <a:t> verwendet</a:t>
            </a:r>
          </a:p>
        </p:txBody>
      </p:sp>
      <p:graphicFrame>
        <p:nvGraphicFramePr>
          <p:cNvPr id="11" name="Diagramm 10">
            <a:extLst>
              <a:ext uri="{FF2B5EF4-FFF2-40B4-BE49-F238E27FC236}">
                <a16:creationId xmlns:a16="http://schemas.microsoft.com/office/drawing/2014/main" id="{B0CD8F64-DA76-4116-9D04-54200793D946}"/>
              </a:ext>
            </a:extLst>
          </p:cNvPr>
          <p:cNvGraphicFramePr/>
          <p:nvPr>
            <p:extLst>
              <p:ext uri="{D42A27DB-BD31-4B8C-83A1-F6EECF244321}">
                <p14:modId xmlns:p14="http://schemas.microsoft.com/office/powerpoint/2010/main" val="2149170719"/>
              </p:ext>
            </p:extLst>
          </p:nvPr>
        </p:nvGraphicFramePr>
        <p:xfrm>
          <a:off x="9048328" y="4653136"/>
          <a:ext cx="2503190" cy="155848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2" name="Diagramm 11">
            <a:extLst>
              <a:ext uri="{FF2B5EF4-FFF2-40B4-BE49-F238E27FC236}">
                <a16:creationId xmlns:a16="http://schemas.microsoft.com/office/drawing/2014/main" id="{861FBAA3-E43C-4876-A12A-D873F986217E}"/>
              </a:ext>
            </a:extLst>
          </p:cNvPr>
          <p:cNvGraphicFramePr/>
          <p:nvPr>
            <p:extLst>
              <p:ext uri="{D42A27DB-BD31-4B8C-83A1-F6EECF244321}">
                <p14:modId xmlns:p14="http://schemas.microsoft.com/office/powerpoint/2010/main" val="997876326"/>
              </p:ext>
            </p:extLst>
          </p:nvPr>
        </p:nvGraphicFramePr>
        <p:xfrm>
          <a:off x="5791443" y="4895564"/>
          <a:ext cx="2900197" cy="1380883"/>
        </p:xfrm>
        <a:graphic>
          <a:graphicData uri="http://schemas.openxmlformats.org/drawingml/2006/chart">
            <c:chart xmlns:c="http://schemas.openxmlformats.org/drawingml/2006/chart" xmlns:r="http://schemas.openxmlformats.org/officeDocument/2006/relationships" r:id="rId9"/>
          </a:graphicData>
        </a:graphic>
      </p:graphicFrame>
    </p:spTree>
    <p:extLst>
      <p:ext uri="{BB962C8B-B14F-4D97-AF65-F5344CB8AC3E}">
        <p14:creationId xmlns:p14="http://schemas.microsoft.com/office/powerpoint/2010/main" val="3673820592"/>
      </p:ext>
    </p:extLst>
  </p:cSld>
  <p:clrMapOvr>
    <a:masterClrMapping/>
  </p:clrMapOvr>
</p:sld>
</file>

<file path=ppt/theme/theme1.xml><?xml version="1.0" encoding="utf-8"?>
<a:theme xmlns:a="http://schemas.openxmlformats.org/drawingml/2006/main" name="Die Post">
  <a:themeElements>
    <a:clrScheme name="Post (gelb)">
      <a:dk1>
        <a:srgbClr val="000000"/>
      </a:dk1>
      <a:lt1>
        <a:srgbClr val="FFFFFF"/>
      </a:lt1>
      <a:dk2>
        <a:srgbClr val="E8E7E5"/>
      </a:dk2>
      <a:lt2>
        <a:srgbClr val="FFCC00"/>
      </a:lt2>
      <a:accent1>
        <a:srgbClr val="DDAE00"/>
      </a:accent1>
      <a:accent2>
        <a:srgbClr val="FFCC00"/>
      </a:accent2>
      <a:accent3>
        <a:srgbClr val="FFE888"/>
      </a:accent3>
      <a:accent4>
        <a:srgbClr val="3F3F3F"/>
      </a:accent4>
      <a:accent5>
        <a:srgbClr val="AAA8A6"/>
      </a:accent5>
      <a:accent6>
        <a:srgbClr val="E8E7E5"/>
      </a:accent6>
      <a:hlink>
        <a:srgbClr val="000000"/>
      </a:hlink>
      <a:folHlink>
        <a:srgbClr val="000000"/>
      </a:folHlink>
    </a:clrScheme>
    <a:fontScheme name="Schweizer Post">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w="6350">
          <a:noFill/>
        </a:ln>
      </a:spPr>
      <a:bodyPr lIns="108000" tIns="90000" rIns="108000" bIns="90000" rtlCol="0" anchor="t"/>
      <a:lstStyle>
        <a:defPPr algn="l">
          <a:defRPr sz="1200" dirty="0">
            <a:solidFill>
              <a:schemeClr val="tx1"/>
            </a:solidFill>
          </a:defRPr>
        </a:defPPr>
      </a:lstStyle>
      <a:style>
        <a:lnRef idx="0">
          <a:scrgbClr r="0" g="0" b="0"/>
        </a:lnRef>
        <a:fillRef idx="0">
          <a:scrgbClr r="0" g="0" b="0"/>
        </a:fillRef>
        <a:effectRef idx="0">
          <a:scrgbClr r="0" g="0" b="0"/>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dirty="0"/>
        </a:defPPr>
      </a:lstStyle>
    </a:txDef>
  </a:objectDefaults>
  <a:extraClrSchemeLst/>
  <a:custClrLst>
    <a:custClr>
      <a:srgbClr val="007846"/>
    </a:custClr>
    <a:custClr>
      <a:srgbClr val="19D27D"/>
    </a:custClr>
    <a:custClr>
      <a:srgbClr val="002896"/>
    </a:custClr>
    <a:custClr>
      <a:srgbClr val="9B46FA"/>
    </a:custClr>
    <a:custClr>
      <a:srgbClr val="820032"/>
    </a:custClr>
    <a:custClr>
      <a:srgbClr val="FF8255"/>
    </a:custClr>
  </a:custClrLst>
  <a:extLst>
    <a:ext uri="{05A4C25C-085E-4340-85A3-A5531E510DB2}">
      <thm15:themeFamily xmlns:thm15="http://schemas.microsoft.com/office/thememl/2012/main" name="1_630_03_lang.potx" id="{1A613EF2-4406-4D1A-8E5D-DA030B0F748C}" vid="{325603C8-D281-4D7E-8E7C-D9918D506D09}"/>
    </a:ext>
  </a:extLst>
</a:theme>
</file>

<file path=ppt/theme/theme2.xml><?xml version="1.0" encoding="utf-8"?>
<a:theme xmlns:a="http://schemas.openxmlformats.org/drawingml/2006/main" name="Office Theme">
  <a:themeElements>
    <a:clrScheme name="Schweizer Post">
      <a:dk1>
        <a:srgbClr val="000000"/>
      </a:dk1>
      <a:lt1>
        <a:srgbClr val="FFFFFF"/>
      </a:lt1>
      <a:dk2>
        <a:srgbClr val="E8E7E5"/>
      </a:dk2>
      <a:lt2>
        <a:srgbClr val="FFCC00"/>
      </a:lt2>
      <a:accent1>
        <a:srgbClr val="DDAE00"/>
      </a:accent1>
      <a:accent2>
        <a:srgbClr val="FFCC00"/>
      </a:accent2>
      <a:accent3>
        <a:srgbClr val="FFE888"/>
      </a:accent3>
      <a:accent4>
        <a:srgbClr val="3F3F3F"/>
      </a:accent4>
      <a:accent5>
        <a:srgbClr val="AAA8A6"/>
      </a:accent5>
      <a:accent6>
        <a:srgbClr val="E8E7E5"/>
      </a:accent6>
      <a:hlink>
        <a:srgbClr val="000000"/>
      </a:hlink>
      <a:folHlink>
        <a:srgbClr val="000000"/>
      </a:folHlink>
    </a:clrScheme>
    <a:fontScheme name="Schweizer Post">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chweizer Post">
      <a:dk1>
        <a:srgbClr val="000000"/>
      </a:dk1>
      <a:lt1>
        <a:srgbClr val="FFFFFF"/>
      </a:lt1>
      <a:dk2>
        <a:srgbClr val="E8E7E5"/>
      </a:dk2>
      <a:lt2>
        <a:srgbClr val="FFCC00"/>
      </a:lt2>
      <a:accent1>
        <a:srgbClr val="DDAE00"/>
      </a:accent1>
      <a:accent2>
        <a:srgbClr val="FFCC00"/>
      </a:accent2>
      <a:accent3>
        <a:srgbClr val="FFE888"/>
      </a:accent3>
      <a:accent4>
        <a:srgbClr val="3F3F3F"/>
      </a:accent4>
      <a:accent5>
        <a:srgbClr val="AAA8A6"/>
      </a:accent5>
      <a:accent6>
        <a:srgbClr val="E8E7E5"/>
      </a:accent6>
      <a:hlink>
        <a:srgbClr val="000000"/>
      </a:hlink>
      <a:folHlink>
        <a:srgbClr val="000000"/>
      </a:folHlink>
    </a:clrScheme>
    <a:fontScheme name="Schweizer Post">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5855583034200C44828482C1AB950561" ma:contentTypeVersion="15" ma:contentTypeDescription="Ein neues Dokument erstellen." ma:contentTypeScope="" ma:versionID="7968c2e73cf4d344352110f39405455b">
  <xsd:schema xmlns:xsd="http://www.w3.org/2001/XMLSchema" xmlns:xs="http://www.w3.org/2001/XMLSchema" xmlns:p="http://schemas.microsoft.com/office/2006/metadata/properties" xmlns:ns2="beac0216-9815-4929-b242-3b68277a8c80" xmlns:ns3="af32c40d-4a48-4ba9-b36c-7c5126688611" targetNamespace="http://schemas.microsoft.com/office/2006/metadata/properties" ma:root="true" ma:fieldsID="e50a5444a4f17d51bcf132bec7cf9163" ns2:_="" ns3:_="">
    <xsd:import namespace="beac0216-9815-4929-b242-3b68277a8c80"/>
    <xsd:import namespace="af32c40d-4a48-4ba9-b36c-7c5126688611"/>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ObjectDetectorVersions" minOccurs="0"/>
                <xsd:element ref="ns2:SharedWithUsers" minOccurs="0"/>
                <xsd:element ref="ns2:SharedWithDetails" minOccurs="0"/>
                <xsd:element ref="ns3:MediaServiceSearchProperties" minOccurs="0"/>
                <xsd:element ref="ns3:MediaServiceDateTaken" minOccurs="0"/>
                <xsd:element ref="ns3:MediaServiceGenerationTime" minOccurs="0"/>
                <xsd:element ref="ns3:MediaServiceEventHashCode" minOccurs="0"/>
                <xsd:element ref="ns3:MediaLengthInSeconds" minOccurs="0"/>
                <xsd:element ref="ns3:lcf76f155ced4ddcb4097134ff3c332f" minOccurs="0"/>
                <xsd:element ref="ns2:TaxCatchAll"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ac0216-9815-4929-b242-3b68277a8c80" elementFormDefault="qualified">
    <xsd:import namespace="http://schemas.microsoft.com/office/2006/documentManagement/types"/>
    <xsd:import namespace="http://schemas.microsoft.com/office/infopath/2007/PartnerControls"/>
    <xsd:element name="_dlc_DocId" ma:index="8" nillable="true" ma:displayName="Wert der Dokument-ID" ma:description="Der Wert der diesem Element zugewiesenen Dokument-ID." ma:indexed="true" ma:internalName="_dlc_DocId" ma:readOnly="true">
      <xsd:simpleType>
        <xsd:restriction base="dms:Text"/>
      </xsd:simpleType>
    </xsd:element>
    <xsd:element name="_dlc_DocIdUrl" ma:index="9" nillable="true" ma:displayName="Dokument-ID" ma:description="Permanenter Hyperlink zu diesem Dok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Beständige ID" ma:description="ID beim Hinzufügen beibehalten." ma:hidden="true" ma:internalName="_dlc_DocIdPersistId" ma:readOnly="true">
      <xsd:simpleType>
        <xsd:restriction base="dms:Boolean"/>
      </xsd:simpleType>
    </xsd:element>
    <xsd:element name="SharedWithUsers" ma:index="14"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Freigegeben für - Details" ma:internalName="SharedWithDetails" ma:readOnly="true">
      <xsd:simpleType>
        <xsd:restriction base="dms:Note">
          <xsd:maxLength value="255"/>
        </xsd:restriction>
      </xsd:simpleType>
    </xsd:element>
    <xsd:element name="TaxCatchAll" ma:index="23" nillable="true" ma:displayName="Taxonomy Catch All Column" ma:hidden="true" ma:list="{908002e9-6d79-424c-a76b-232cfb574b44}" ma:internalName="TaxCatchAll" ma:showField="CatchAllData" ma:web="beac0216-9815-4929-b242-3b68277a8c8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f32c40d-4a48-4ba9-b36c-7c5126688611"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Bildmarkierungen" ma:readOnly="false" ma:fieldId="{5cf76f15-5ced-4ddc-b409-7134ff3c332f}" ma:taxonomyMulti="true" ma:sspId="444f4fa3-b52a-4625-8e29-87d37a0be7e4" ma:termSetId="09814cd3-568e-fe90-9814-8d621ff8fb84" ma:anchorId="fba54fb3-c3e1-fe81-a776-ca4b69148c4d" ma:open="true" ma:isKeyword="false">
      <xsd:complexType>
        <xsd:sequence>
          <xsd:element ref="pc:Terms" minOccurs="0" maxOccurs="1"/>
        </xsd:sequence>
      </xsd:complexType>
    </xsd:element>
    <xsd:element name="MediaServiceOCR" ma:index="24"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beac0216-9815-4929-b242-3b68277a8c80" xsi:nil="true"/>
    <lcf76f155ced4ddcb4097134ff3c332f xmlns="af32c40d-4a48-4ba9-b36c-7c5126688611">
      <Terms xmlns="http://schemas.microsoft.com/office/infopath/2007/PartnerControls"/>
    </lcf76f155ced4ddcb4097134ff3c332f>
    <_dlc_DocId xmlns="beac0216-9815-4929-b242-3b68277a8c80">SPO7775-2059341849-11</_dlc_DocId>
    <_dlc_DocIdUrl xmlns="beac0216-9815-4929-b242-3b68277a8c80">
      <Url>https://postchag.sharepoint.com/sites/DWH-LS-OPS/_layouts/15/DocIdRedir.aspx?ID=SPO7775-2059341849-11</Url>
      <Description>SPO7775-2059341849-11</Description>
    </_dlc_DocIdUrl>
  </documentManagement>
</p:properti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9FDD342-5E58-4297-A82A-EA098BCA23C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eac0216-9815-4929-b242-3b68277a8c80"/>
    <ds:schemaRef ds:uri="af32c40d-4a48-4ba9-b36c-7c512668861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626B806-0237-4942-A1FD-5C97285908C2}">
  <ds:schemaRefs>
    <ds:schemaRef ds:uri="http://schemas.openxmlformats.org/package/2006/metadata/core-properties"/>
    <ds:schemaRef ds:uri="http://purl.org/dc/dcmitype/"/>
    <ds:schemaRef ds:uri="http://schemas.microsoft.com/office/infopath/2007/PartnerControls"/>
    <ds:schemaRef ds:uri="http://schemas.microsoft.com/office/2006/metadata/properties"/>
    <ds:schemaRef ds:uri="http://schemas.microsoft.com/office/2006/documentManagement/types"/>
    <ds:schemaRef ds:uri="http://purl.org/dc/elements/1.1/"/>
    <ds:schemaRef ds:uri="http://purl.org/dc/terms/"/>
    <ds:schemaRef ds:uri="af32c40d-4a48-4ba9-b36c-7c5126688611"/>
    <ds:schemaRef ds:uri="beac0216-9815-4929-b242-3b68277a8c80"/>
    <ds:schemaRef ds:uri="http://www.w3.org/XML/1998/namespace"/>
  </ds:schemaRefs>
</ds:datastoreItem>
</file>

<file path=customXml/itemProps3.xml><?xml version="1.0" encoding="utf-8"?>
<ds:datastoreItem xmlns:ds="http://schemas.openxmlformats.org/officeDocument/2006/customXml" ds:itemID="{8231E223-12A2-4E5D-92EB-5DCF9CC164C9}">
  <ds:schemaRefs>
    <ds:schemaRef ds:uri="http://schemas.microsoft.com/sharepoint/events"/>
  </ds:schemaRefs>
</ds:datastoreItem>
</file>

<file path=customXml/itemProps4.xml><?xml version="1.0" encoding="utf-8"?>
<ds:datastoreItem xmlns:ds="http://schemas.openxmlformats.org/officeDocument/2006/customXml" ds:itemID="{4B6B7BE2-63AD-4C37-AC44-F0E4FC348E24}">
  <ds:schemaRefs>
    <ds:schemaRef ds:uri="http://schemas.microsoft.com/sharepoint/v3/contenttype/forms"/>
  </ds:schemaRefs>
</ds:datastoreItem>
</file>

<file path=docMetadata/LabelInfo.xml><?xml version="1.0" encoding="utf-8"?>
<clbl:labelList xmlns:clbl="http://schemas.microsoft.com/office/2020/mipLabelMetadata">
  <clbl:label id="{f9a68f73-b527-45da-b1a3-2f598590be36}" enabled="1" method="Standard" siteId="{3ae7c479-0cf1-47f4-8f84-929f364eff67}" removed="0"/>
</clbl:labelList>
</file>

<file path=docProps/app.xml><?xml version="1.0" encoding="utf-8"?>
<Properties xmlns="http://schemas.openxmlformats.org/officeDocument/2006/extended-properties" xmlns:vt="http://schemas.openxmlformats.org/officeDocument/2006/docPropsVTypes">
  <Template>1_630_03_lang_V11-008</Template>
  <TotalTime>0</TotalTime>
  <Words>6924</Words>
  <Application>Microsoft Office PowerPoint</Application>
  <PresentationFormat>Breitbild</PresentationFormat>
  <Paragraphs>892</Paragraphs>
  <Slides>101</Slides>
  <Notes>5</Notes>
  <HiddenSlides>0</HiddenSlides>
  <MMClips>3</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101</vt:i4>
      </vt:variant>
    </vt:vector>
  </HeadingPairs>
  <TitlesOfParts>
    <vt:vector size="106" baseType="lpstr">
      <vt:lpstr>Arial</vt:lpstr>
      <vt:lpstr>Calibri</vt:lpstr>
      <vt:lpstr>Segoe UI</vt:lpstr>
      <vt:lpstr>Symbol</vt:lpstr>
      <vt:lpstr>Die Post</vt:lpstr>
      <vt:lpstr>Für einen durchgängigen Auftritt der Post</vt:lpstr>
      <vt:lpstr>Textformatierung</vt:lpstr>
      <vt:lpstr>Piktogramme</vt:lpstr>
      <vt:lpstr>Bilder</vt:lpstr>
      <vt:lpstr>Titelbild ändern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Beispielfolie «Sechs Partnerlogos»</vt:lpstr>
      <vt:lpstr>Inhaltsverzeichnis</vt:lpstr>
      <vt:lpstr>Inhaltsverzeichnis</vt:lpstr>
      <vt:lpstr>Beispielfolie «Inhalt gross»</vt:lpstr>
      <vt:lpstr>Beispielfolie «Zwei Inhalte gross»</vt:lpstr>
      <vt:lpstr>Beispielfolie  «Zwei Inhalte»</vt:lpstr>
      <vt:lpstr>Beispielfolie «Drei Inhalte»</vt:lpstr>
      <vt:lpstr>Beispielfolie  «Inhalt und Bild»</vt:lpstr>
      <vt:lpstr>Beispielfolie  «Bild mit Titel und Inhalt»</vt:lpstr>
      <vt:lpstr>PowerPoint-Präsentation</vt:lpstr>
      <vt:lpstr>Beispielfolie «Drei Inhalte»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0000</vt:lpstr>
      <vt:lpstr>0000</vt:lpstr>
      <vt:lpstr>PowerPoint-Präsentation</vt:lpstr>
      <vt:lpstr>PowerPoint-Präsentation</vt:lpstr>
      <vt:lpstr>PowerPoint-Präsentation</vt:lpstr>
      <vt:lpstr>PowerPoint-Präsentation</vt:lpstr>
      <vt:lpstr>PowerPoint-Präsentation</vt:lpstr>
      <vt:lpstr>Beispielfolie mit Zeitstrahl</vt:lpstr>
      <vt:lpstr>Beispielfolie mit Zeitstrahl</vt:lpstr>
      <vt:lpstr>Beispielfolie mit Phasen</vt:lpstr>
      <vt:lpstr>Beispielfolie mit Phasen</vt:lpstr>
      <vt:lpstr>Beispielfolie mit Prozess</vt:lpstr>
      <vt:lpstr>Beispielfolie mit Zeitplan</vt:lpstr>
      <vt:lpstr>Beispielfolie mit Tabelle</vt:lpstr>
      <vt:lpstr>Beispielfolie mit Punktesystem</vt:lpstr>
      <vt:lpstr>Beispielfolie mit Ampelsystem</vt:lpstr>
      <vt:lpstr>Beispielfolie «Kontakt»</vt:lpstr>
      <vt:lpstr>Beispielfolie «Team»</vt:lpstr>
      <vt:lpstr>Beispielfolie mit Organigramm</vt:lpstr>
      <vt:lpstr>Beispielfolie mit Organigramm</vt:lpstr>
      <vt:lpstr>SWOT</vt:lpstr>
      <vt:lpstr>Beispielfolie  mit Ringdiagramm</vt:lpstr>
      <vt:lpstr>Beispielfolie  mit Kreisdiagramm</vt:lpstr>
      <vt:lpstr>Beispielfolie  mit Säulendiagramm</vt:lpstr>
      <vt:lpstr>Beispielfolie  mit Balkendiagramm</vt:lpstr>
      <vt:lpstr>Beispielfolie  mit Liniendiagramm</vt:lpstr>
      <vt:lpstr>Beispielfolie  mit Balkendiagramm</vt:lpstr>
      <vt:lpstr>Beispielfolie  mit Balkendiagramm</vt:lpstr>
      <vt:lpstr>Titel</vt:lpstr>
      <vt:lpstr>Titel</vt:lpstr>
      <vt:lpstr>Titel</vt:lpstr>
      <vt:lpstr>Titel</vt:lpstr>
      <vt:lpstr>Danke, Merci, Grazie, Thank you</vt:lpstr>
      <vt:lpstr>Herzlichen Dank</vt:lpstr>
      <vt:lpstr>Herzlichen Dank</vt:lpstr>
      <vt:lpstr>Herzlichen Dank</vt:lpstr>
      <vt:lpstr>Herzlichen Dank</vt:lpstr>
      <vt:lpstr>Herzlichen Dank</vt:lpstr>
      <vt:lpstr>Baukasten Infografiken</vt:lpstr>
      <vt:lpstr>Devices</vt:lpstr>
      <vt:lpstr>Piktogramme</vt:lpstr>
      <vt:lpstr>Piktogramme</vt:lpstr>
      <vt:lpstr>Piktogramme</vt:lpstr>
      <vt:lpstr>Piktogramme</vt:lpstr>
      <vt:lpstr>Sound</vt:lpstr>
      <vt:lpstr>Beispielfolie «Navigationsleiste»</vt:lpstr>
      <vt:lpstr>Beispielfolie «Navigationsleiste»</vt:lpstr>
      <vt:lpstr>Beispielfolie «Navigationsleiste»</vt:lpstr>
      <vt:lpstr>Beispielfolie «Navigationsleiste»</vt:lpstr>
      <vt:lpstr>Bildschirmfolie «Inhalt und Bild gross Gelb»</vt:lpstr>
      <vt:lpstr>Bildschirmfolie «Titel und Bild Gelb»</vt:lpstr>
      <vt:lpstr>Bildschirmfolie «Inhalt und Bild gross Gelb»</vt:lpstr>
      <vt:lpstr>Bildschirmfolie «Titel und Bild Gelb»</vt:lpstr>
      <vt:lpstr>Bildschirmfolie «Titel und Bild Gelb»</vt:lpstr>
      <vt:lpstr>Hinterlegtes Farbkonzept</vt:lpstr>
    </vt:vector>
  </TitlesOfParts>
  <Company>POST CH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Roccaro Roland, IT11.5</dc:creator>
  <dc:description>erstellt durch Vorlagenbauer.ch</dc:description>
  <cp:lastModifiedBy>Roccaro Roland, IT11.5</cp:lastModifiedBy>
  <cp:revision>7</cp:revision>
  <dcterms:created xsi:type="dcterms:W3CDTF">2025-04-25T09:46:00Z</dcterms:created>
  <dcterms:modified xsi:type="dcterms:W3CDTF">2026-02-08T11:51:43Z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0x0101005855583034200C44828482C1AB950561</vt:lpwstr>
  </property>
  <property fmtid="{D5CDD505-2E9C-101B-9397-08002B2CF9AE}" pid="3" name="MediaServiceImageTags">
    <vt:lpwstr/>
  </property>
  <property fmtid="{D5CDD505-2E9C-101B-9397-08002B2CF9AE}" pid="4" name="PostformsTemplateVersionId">
    <vt:lpwstr>e89f845b-1645-407c-a9fa-b2c000f94bf2</vt:lpwstr>
  </property>
  <property fmtid="{D5CDD505-2E9C-101B-9397-08002B2CF9AE}" pid="5" name="PostformsTemplateVersionFilename">
    <vt:lpwstr>1_630_03_lang.potx</vt:lpwstr>
  </property>
  <property fmtid="{D5CDD505-2E9C-101B-9397-08002B2CF9AE}" pid="6" name="PostformsTemplateLanguage">
    <vt:lpwstr>de</vt:lpwstr>
  </property>
  <property fmtid="{D5CDD505-2E9C-101B-9397-08002B2CF9AE}" pid="7" name="_dlc_DocIdItemGuid">
    <vt:lpwstr>dc323d16-d1ff-44eb-9ae2-cf58397a6bb0</vt:lpwstr>
  </property>
</Properties>
</file>